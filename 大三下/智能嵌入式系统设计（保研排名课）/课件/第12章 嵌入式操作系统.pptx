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3"/>
  </p:notesMasterIdLst>
  <p:sldIdLst>
    <p:sldId id="257" r:id="rId2"/>
    <p:sldId id="259" r:id="rId3"/>
    <p:sldId id="465" r:id="rId4"/>
    <p:sldId id="544" r:id="rId5"/>
    <p:sldId id="545" r:id="rId6"/>
    <p:sldId id="546" r:id="rId7"/>
    <p:sldId id="547" r:id="rId8"/>
    <p:sldId id="548" r:id="rId9"/>
    <p:sldId id="346" r:id="rId10"/>
    <p:sldId id="550" r:id="rId11"/>
    <p:sldId id="551" r:id="rId12"/>
    <p:sldId id="552" r:id="rId13"/>
    <p:sldId id="554" r:id="rId14"/>
    <p:sldId id="469" r:id="rId15"/>
    <p:sldId id="555" r:id="rId16"/>
    <p:sldId id="557" r:id="rId17"/>
    <p:sldId id="558" r:id="rId18"/>
    <p:sldId id="559" r:id="rId19"/>
    <p:sldId id="561" r:id="rId20"/>
    <p:sldId id="562" r:id="rId21"/>
    <p:sldId id="563" r:id="rId22"/>
    <p:sldId id="564" r:id="rId23"/>
    <p:sldId id="473" r:id="rId24"/>
    <p:sldId id="565" r:id="rId25"/>
    <p:sldId id="566" r:id="rId26"/>
    <p:sldId id="567" r:id="rId27"/>
    <p:sldId id="568" r:id="rId28"/>
    <p:sldId id="569" r:id="rId29"/>
    <p:sldId id="570" r:id="rId30"/>
    <p:sldId id="571" r:id="rId31"/>
    <p:sldId id="572" r:id="rId32"/>
    <p:sldId id="573" r:id="rId33"/>
    <p:sldId id="574" r:id="rId34"/>
    <p:sldId id="575" r:id="rId35"/>
    <p:sldId id="576" r:id="rId36"/>
    <p:sldId id="577" r:id="rId37"/>
    <p:sldId id="578" r:id="rId38"/>
    <p:sldId id="579" r:id="rId39"/>
    <p:sldId id="580" r:id="rId40"/>
    <p:sldId id="582" r:id="rId41"/>
    <p:sldId id="581" r:id="rId42"/>
    <p:sldId id="584" r:id="rId43"/>
    <p:sldId id="583" r:id="rId44"/>
    <p:sldId id="585" r:id="rId45"/>
    <p:sldId id="586" r:id="rId46"/>
    <p:sldId id="475" r:id="rId47"/>
    <p:sldId id="587" r:id="rId48"/>
    <p:sldId id="588" r:id="rId49"/>
    <p:sldId id="589" r:id="rId50"/>
    <p:sldId id="590" r:id="rId51"/>
    <p:sldId id="591" r:id="rId52"/>
    <p:sldId id="592" r:id="rId53"/>
    <p:sldId id="593" r:id="rId54"/>
    <p:sldId id="595" r:id="rId55"/>
    <p:sldId id="594" r:id="rId56"/>
    <p:sldId id="596" r:id="rId57"/>
    <p:sldId id="597" r:id="rId58"/>
    <p:sldId id="421" r:id="rId59"/>
    <p:sldId id="598" r:id="rId60"/>
    <p:sldId id="600" r:id="rId61"/>
    <p:sldId id="599" r:id="rId62"/>
    <p:sldId id="602" r:id="rId63"/>
    <p:sldId id="423" r:id="rId64"/>
    <p:sldId id="422" r:id="rId65"/>
    <p:sldId id="603" r:id="rId66"/>
    <p:sldId id="604" r:id="rId67"/>
    <p:sldId id="605" r:id="rId68"/>
    <p:sldId id="606" r:id="rId69"/>
    <p:sldId id="478" r:id="rId70"/>
    <p:sldId id="607" r:id="rId71"/>
    <p:sldId id="608" r:id="rId72"/>
    <p:sldId id="609" r:id="rId73"/>
    <p:sldId id="610" r:id="rId74"/>
    <p:sldId id="611" r:id="rId75"/>
    <p:sldId id="612" r:id="rId76"/>
    <p:sldId id="613" r:id="rId77"/>
    <p:sldId id="614" r:id="rId78"/>
    <p:sldId id="615" r:id="rId79"/>
    <p:sldId id="616" r:id="rId80"/>
    <p:sldId id="617" r:id="rId81"/>
    <p:sldId id="630" r:id="rId82"/>
    <p:sldId id="620" r:id="rId83"/>
    <p:sldId id="619" r:id="rId84"/>
    <p:sldId id="618" r:id="rId85"/>
    <p:sldId id="621" r:id="rId86"/>
    <p:sldId id="622" r:id="rId87"/>
    <p:sldId id="623" r:id="rId88"/>
    <p:sldId id="624" r:id="rId89"/>
    <p:sldId id="625" r:id="rId90"/>
    <p:sldId id="626" r:id="rId91"/>
    <p:sldId id="627" r:id="rId92"/>
    <p:sldId id="628" r:id="rId93"/>
    <p:sldId id="629" r:id="rId94"/>
    <p:sldId id="631" r:id="rId95"/>
    <p:sldId id="632" r:id="rId96"/>
    <p:sldId id="633" r:id="rId97"/>
    <p:sldId id="634" r:id="rId98"/>
    <p:sldId id="635" r:id="rId99"/>
    <p:sldId id="636" r:id="rId100"/>
    <p:sldId id="435" r:id="rId101"/>
    <p:sldId id="310" r:id="rId102"/>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1B6CD"/>
    <a:srgbClr val="297083"/>
    <a:srgbClr val="256475"/>
    <a:srgbClr val="70BDD2"/>
    <a:srgbClr val="53B0C9"/>
    <a:srgbClr val="47AAC5"/>
    <a:srgbClr val="3BA0BB"/>
    <a:srgbClr val="3693AC"/>
    <a:srgbClr val="31849B"/>
    <a:srgbClr val="2B75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68" autoAdjust="0"/>
    <p:restoredTop sz="94856" autoAdjust="0"/>
  </p:normalViewPr>
  <p:slideViewPr>
    <p:cSldViewPr>
      <p:cViewPr varScale="1">
        <p:scale>
          <a:sx n="71" d="100"/>
          <a:sy n="71" d="100"/>
        </p:scale>
        <p:origin x="-96" y="-1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ableStyles" Target="tableStyle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35B4F4-69A5-49D3-9E16-1BAEF116215A}" type="doc">
      <dgm:prSet loTypeId="urn:microsoft.com/office/officeart/2008/layout/VerticalCurvedList" loCatId="list" qsTypeId="urn:microsoft.com/office/officeart/2005/8/quickstyle/simple2" qsCatId="simple" csTypeId="urn:microsoft.com/office/officeart/2005/8/colors/accent5_2" csCatId="accent5" phldr="1"/>
      <dgm:spPr/>
      <dgm:t>
        <a:bodyPr/>
        <a:lstStyle/>
        <a:p>
          <a:endParaRPr lang="zh-CN" altLang="en-US"/>
        </a:p>
      </dgm:t>
    </dgm:pt>
    <dgm:pt modelId="{A1ECFCBD-7DA8-4719-8A26-A8418EEE18A8}">
      <dgm:prSet phldrT="[文本]"/>
      <dgm:spPr>
        <a:solidFill>
          <a:schemeClr val="accent5">
            <a:lumMod val="75000"/>
          </a:schemeClr>
        </a:solidFill>
        <a:ln>
          <a:noFill/>
        </a:ln>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b="1" dirty="0" smtClean="0"/>
            <a:t>12.1.1 </a:t>
          </a:r>
          <a:r>
            <a:rPr lang="zh-CN" b="1" dirty="0" smtClean="0"/>
            <a:t>嵌入式系统的开发方式</a:t>
          </a:r>
          <a:endParaRPr lang="zh-CN" altLang="en-US" dirty="0"/>
        </a:p>
      </dgm:t>
    </dgm:pt>
    <dgm:pt modelId="{A43AC461-D279-49AA-86B9-6D21449E9D88}" type="parTrans" cxnId="{DBF41462-FC05-49BE-8F6D-7B615C41C7C5}">
      <dgm:prSet/>
      <dgm:spPr/>
      <dgm:t>
        <a:bodyPr/>
        <a:lstStyle/>
        <a:p>
          <a:endParaRPr lang="zh-CN" altLang="en-US"/>
        </a:p>
      </dgm:t>
    </dgm:pt>
    <dgm:pt modelId="{5AAD401B-8A23-402C-9B77-5A14C03F6586}" type="sibTrans" cxnId="{DBF41462-FC05-49BE-8F6D-7B615C41C7C5}">
      <dgm:prSet/>
      <dgm:spPr/>
      <dgm:t>
        <a:bodyPr/>
        <a:lstStyle/>
        <a:p>
          <a:endParaRPr lang="zh-CN" altLang="en-US"/>
        </a:p>
      </dgm:t>
    </dgm:pt>
    <dgm:pt modelId="{1762012A-DC63-4B9D-8D4D-0D501D5EE930}">
      <dgm:prSet phldrT="[文本]"/>
      <dgm:spPr>
        <a:solidFill>
          <a:schemeClr val="accent5">
            <a:lumMod val="75000"/>
          </a:schemeClr>
        </a:solidFill>
        <a:ln>
          <a:noFill/>
        </a:ln>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b="1" dirty="0" smtClean="0"/>
            <a:t>12.1.2 </a:t>
          </a:r>
          <a:r>
            <a:rPr lang="zh-CN" b="1" dirty="0" smtClean="0"/>
            <a:t>计算机系统的分层设计思想</a:t>
          </a:r>
          <a:endParaRPr lang="zh-CN" altLang="en-US" dirty="0"/>
        </a:p>
      </dgm:t>
    </dgm:pt>
    <dgm:pt modelId="{4A8E9EBD-D4DE-4667-B8BC-48E1D3189099}" type="sibTrans" cxnId="{A5918F3C-B672-4979-91ED-44D843A8A20C}">
      <dgm:prSet/>
      <dgm:spPr/>
      <dgm:t>
        <a:bodyPr/>
        <a:lstStyle/>
        <a:p>
          <a:endParaRPr lang="zh-CN" altLang="en-US"/>
        </a:p>
      </dgm:t>
    </dgm:pt>
    <dgm:pt modelId="{568C9139-3636-4EFB-8F17-FBEF33C9C736}" type="parTrans" cxnId="{A5918F3C-B672-4979-91ED-44D843A8A20C}">
      <dgm:prSet/>
      <dgm:spPr/>
      <dgm:t>
        <a:bodyPr/>
        <a:lstStyle/>
        <a:p>
          <a:endParaRPr lang="zh-CN" altLang="en-US"/>
        </a:p>
      </dgm:t>
    </dgm:pt>
    <dgm:pt modelId="{54EF952C-84B7-4C4E-BDCD-78A864836144}" type="pres">
      <dgm:prSet presAssocID="{2035B4F4-69A5-49D3-9E16-1BAEF116215A}" presName="Name0" presStyleCnt="0">
        <dgm:presLayoutVars>
          <dgm:chMax val="7"/>
          <dgm:chPref val="7"/>
          <dgm:dir/>
        </dgm:presLayoutVars>
      </dgm:prSet>
      <dgm:spPr/>
      <dgm:t>
        <a:bodyPr/>
        <a:lstStyle/>
        <a:p>
          <a:endParaRPr lang="zh-CN" altLang="en-US"/>
        </a:p>
      </dgm:t>
    </dgm:pt>
    <dgm:pt modelId="{8A0B490B-3D71-4663-8E8A-19DB49DCF913}" type="pres">
      <dgm:prSet presAssocID="{2035B4F4-69A5-49D3-9E16-1BAEF116215A}" presName="Name1" presStyleCnt="0"/>
      <dgm:spPr/>
    </dgm:pt>
    <dgm:pt modelId="{169BC8A5-CC08-43E0-A721-5DF79EB08F51}" type="pres">
      <dgm:prSet presAssocID="{2035B4F4-69A5-49D3-9E16-1BAEF116215A}" presName="cycle" presStyleCnt="0"/>
      <dgm:spPr/>
    </dgm:pt>
    <dgm:pt modelId="{8362DA33-4F94-4376-98E9-1B8EAA7FC451}" type="pres">
      <dgm:prSet presAssocID="{2035B4F4-69A5-49D3-9E16-1BAEF116215A}" presName="srcNode" presStyleLbl="node1" presStyleIdx="0" presStyleCnt="2"/>
      <dgm:spPr/>
    </dgm:pt>
    <dgm:pt modelId="{A6928F62-77DF-4A10-A392-57EF4AD739BD}" type="pres">
      <dgm:prSet presAssocID="{2035B4F4-69A5-49D3-9E16-1BAEF116215A}" presName="conn" presStyleLbl="parChTrans1D2" presStyleIdx="0" presStyleCnt="1"/>
      <dgm:spPr/>
      <dgm:t>
        <a:bodyPr/>
        <a:lstStyle/>
        <a:p>
          <a:endParaRPr lang="zh-CN" altLang="en-US"/>
        </a:p>
      </dgm:t>
    </dgm:pt>
    <dgm:pt modelId="{993D860C-ED73-493F-A322-4F6065CBA76B}" type="pres">
      <dgm:prSet presAssocID="{2035B4F4-69A5-49D3-9E16-1BAEF116215A}" presName="extraNode" presStyleLbl="node1" presStyleIdx="0" presStyleCnt="2"/>
      <dgm:spPr/>
    </dgm:pt>
    <dgm:pt modelId="{06D79AF4-58AC-4F2E-8E0E-631B4634347A}" type="pres">
      <dgm:prSet presAssocID="{2035B4F4-69A5-49D3-9E16-1BAEF116215A}" presName="dstNode" presStyleLbl="node1" presStyleIdx="0" presStyleCnt="2"/>
      <dgm:spPr/>
    </dgm:pt>
    <dgm:pt modelId="{293F29F0-99B1-4077-A23A-57EF7D81D466}" type="pres">
      <dgm:prSet presAssocID="{A1ECFCBD-7DA8-4719-8A26-A8418EEE18A8}" presName="text_1" presStyleLbl="node1" presStyleIdx="0" presStyleCnt="2" custLinFactNeighborX="-202" custLinFactNeighborY="-20131">
        <dgm:presLayoutVars>
          <dgm:bulletEnabled val="1"/>
        </dgm:presLayoutVars>
      </dgm:prSet>
      <dgm:spPr/>
      <dgm:t>
        <a:bodyPr/>
        <a:lstStyle/>
        <a:p>
          <a:endParaRPr lang="zh-CN" altLang="en-US"/>
        </a:p>
      </dgm:t>
    </dgm:pt>
    <dgm:pt modelId="{E0420FF6-BEBC-4FC2-96AD-7271824D8C5B}" type="pres">
      <dgm:prSet presAssocID="{A1ECFCBD-7DA8-4719-8A26-A8418EEE18A8}" presName="accent_1" presStyleCnt="0"/>
      <dgm:spPr/>
    </dgm:pt>
    <dgm:pt modelId="{85D8C491-638D-4002-91D5-FC7ED7ABC4A4}" type="pres">
      <dgm:prSet presAssocID="{A1ECFCBD-7DA8-4719-8A26-A8418EEE18A8}" presName="accentRepeatNode" presStyleLbl="solidFgAcc1" presStyleIdx="0" presStyleCnt="2" custLinFactNeighborX="-1477" custLinFactNeighborY="-16105"/>
      <dgm:spPr>
        <a:prstGeom prst="donut">
          <a:avLst/>
        </a:prstGeom>
      </dgm:spPr>
    </dgm:pt>
    <dgm:pt modelId="{F7A0F1B3-353B-49F7-ABF1-B45FA165783D}" type="pres">
      <dgm:prSet presAssocID="{1762012A-DC63-4B9D-8D4D-0D501D5EE930}" presName="text_2" presStyleLbl="node1" presStyleIdx="1" presStyleCnt="2" custLinFactNeighborX="636">
        <dgm:presLayoutVars>
          <dgm:bulletEnabled val="1"/>
        </dgm:presLayoutVars>
      </dgm:prSet>
      <dgm:spPr/>
      <dgm:t>
        <a:bodyPr/>
        <a:lstStyle/>
        <a:p>
          <a:endParaRPr lang="zh-CN" altLang="en-US"/>
        </a:p>
      </dgm:t>
    </dgm:pt>
    <dgm:pt modelId="{5EAAA590-55C9-4097-975D-9EF2D5256F81}" type="pres">
      <dgm:prSet presAssocID="{1762012A-DC63-4B9D-8D4D-0D501D5EE930}" presName="accent_2" presStyleCnt="0"/>
      <dgm:spPr/>
    </dgm:pt>
    <dgm:pt modelId="{CB036666-964E-41BF-BE39-DB2CA44EAA8C}" type="pres">
      <dgm:prSet presAssocID="{1762012A-DC63-4B9D-8D4D-0D501D5EE930}" presName="accentRepeatNode" presStyleLbl="solidFgAcc1" presStyleIdx="1" presStyleCnt="2"/>
      <dgm:spPr>
        <a:prstGeom prst="donut">
          <a:avLst/>
        </a:prstGeom>
      </dgm:spPr>
    </dgm:pt>
  </dgm:ptLst>
  <dgm:cxnLst>
    <dgm:cxn modelId="{A5918F3C-B672-4979-91ED-44D843A8A20C}" srcId="{2035B4F4-69A5-49D3-9E16-1BAEF116215A}" destId="{1762012A-DC63-4B9D-8D4D-0D501D5EE930}" srcOrd="1" destOrd="0" parTransId="{568C9139-3636-4EFB-8F17-FBEF33C9C736}" sibTransId="{4A8E9EBD-D4DE-4667-B8BC-48E1D3189099}"/>
    <dgm:cxn modelId="{46A3CF5A-ECD0-4E49-A821-8E68E4C0D2B9}" type="presOf" srcId="{1762012A-DC63-4B9D-8D4D-0D501D5EE930}" destId="{F7A0F1B3-353B-49F7-ABF1-B45FA165783D}" srcOrd="0" destOrd="0" presId="urn:microsoft.com/office/officeart/2008/layout/VerticalCurvedList"/>
    <dgm:cxn modelId="{532AF3FC-9942-4F3D-8F20-64B56609F944}" type="presOf" srcId="{5AAD401B-8A23-402C-9B77-5A14C03F6586}" destId="{A6928F62-77DF-4A10-A392-57EF4AD739BD}" srcOrd="0" destOrd="0" presId="urn:microsoft.com/office/officeart/2008/layout/VerticalCurvedList"/>
    <dgm:cxn modelId="{DBF41462-FC05-49BE-8F6D-7B615C41C7C5}" srcId="{2035B4F4-69A5-49D3-9E16-1BAEF116215A}" destId="{A1ECFCBD-7DA8-4719-8A26-A8418EEE18A8}" srcOrd="0" destOrd="0" parTransId="{A43AC461-D279-49AA-86B9-6D21449E9D88}" sibTransId="{5AAD401B-8A23-402C-9B77-5A14C03F6586}"/>
    <dgm:cxn modelId="{4FE580A6-3420-4714-9251-8862083383F1}" type="presOf" srcId="{A1ECFCBD-7DA8-4719-8A26-A8418EEE18A8}" destId="{293F29F0-99B1-4077-A23A-57EF7D81D466}" srcOrd="0" destOrd="0" presId="urn:microsoft.com/office/officeart/2008/layout/VerticalCurvedList"/>
    <dgm:cxn modelId="{B0FF2075-2080-4589-B763-AFB72DA59956}" type="presOf" srcId="{2035B4F4-69A5-49D3-9E16-1BAEF116215A}" destId="{54EF952C-84B7-4C4E-BDCD-78A864836144}" srcOrd="0" destOrd="0" presId="urn:microsoft.com/office/officeart/2008/layout/VerticalCurvedList"/>
    <dgm:cxn modelId="{205B3CE2-9167-469C-B981-D67A35F8C093}" type="presParOf" srcId="{54EF952C-84B7-4C4E-BDCD-78A864836144}" destId="{8A0B490B-3D71-4663-8E8A-19DB49DCF913}" srcOrd="0" destOrd="0" presId="urn:microsoft.com/office/officeart/2008/layout/VerticalCurvedList"/>
    <dgm:cxn modelId="{2AE781BD-947A-4F36-B8A0-4C6E5A6A4E0A}" type="presParOf" srcId="{8A0B490B-3D71-4663-8E8A-19DB49DCF913}" destId="{169BC8A5-CC08-43E0-A721-5DF79EB08F51}" srcOrd="0" destOrd="0" presId="urn:microsoft.com/office/officeart/2008/layout/VerticalCurvedList"/>
    <dgm:cxn modelId="{F8D2B3C9-40A8-46A2-B69A-59D6014FC9CF}" type="presParOf" srcId="{169BC8A5-CC08-43E0-A721-5DF79EB08F51}" destId="{8362DA33-4F94-4376-98E9-1B8EAA7FC451}" srcOrd="0" destOrd="0" presId="urn:microsoft.com/office/officeart/2008/layout/VerticalCurvedList"/>
    <dgm:cxn modelId="{61C7243A-68C6-46B0-909E-31BF8695F172}" type="presParOf" srcId="{169BC8A5-CC08-43E0-A721-5DF79EB08F51}" destId="{A6928F62-77DF-4A10-A392-57EF4AD739BD}" srcOrd="1" destOrd="0" presId="urn:microsoft.com/office/officeart/2008/layout/VerticalCurvedList"/>
    <dgm:cxn modelId="{8510E84E-1D21-490C-9B57-A2E25DA5B031}" type="presParOf" srcId="{169BC8A5-CC08-43E0-A721-5DF79EB08F51}" destId="{993D860C-ED73-493F-A322-4F6065CBA76B}" srcOrd="2" destOrd="0" presId="urn:microsoft.com/office/officeart/2008/layout/VerticalCurvedList"/>
    <dgm:cxn modelId="{2A65D091-496C-42F7-A1ED-E6AC9E535B61}" type="presParOf" srcId="{169BC8A5-CC08-43E0-A721-5DF79EB08F51}" destId="{06D79AF4-58AC-4F2E-8E0E-631B4634347A}" srcOrd="3" destOrd="0" presId="urn:microsoft.com/office/officeart/2008/layout/VerticalCurvedList"/>
    <dgm:cxn modelId="{6B29DA7D-7227-4F94-922A-B86D706F74BA}" type="presParOf" srcId="{8A0B490B-3D71-4663-8E8A-19DB49DCF913}" destId="{293F29F0-99B1-4077-A23A-57EF7D81D466}" srcOrd="1" destOrd="0" presId="urn:microsoft.com/office/officeart/2008/layout/VerticalCurvedList"/>
    <dgm:cxn modelId="{CD27D4CD-BF10-412C-BA63-018C3C275D1D}" type="presParOf" srcId="{8A0B490B-3D71-4663-8E8A-19DB49DCF913}" destId="{E0420FF6-BEBC-4FC2-96AD-7271824D8C5B}" srcOrd="2" destOrd="0" presId="urn:microsoft.com/office/officeart/2008/layout/VerticalCurvedList"/>
    <dgm:cxn modelId="{28B47CD9-8968-4812-93C4-9716707F0A8E}" type="presParOf" srcId="{E0420FF6-BEBC-4FC2-96AD-7271824D8C5B}" destId="{85D8C491-638D-4002-91D5-FC7ED7ABC4A4}" srcOrd="0" destOrd="0" presId="urn:microsoft.com/office/officeart/2008/layout/VerticalCurvedList"/>
    <dgm:cxn modelId="{F1E4A535-8D2E-4D84-BC58-3DAB583429EA}" type="presParOf" srcId="{8A0B490B-3D71-4663-8E8A-19DB49DCF913}" destId="{F7A0F1B3-353B-49F7-ABF1-B45FA165783D}" srcOrd="3" destOrd="0" presId="urn:microsoft.com/office/officeart/2008/layout/VerticalCurvedList"/>
    <dgm:cxn modelId="{7A561C81-D548-4A3B-9BD8-34A197EABF89}" type="presParOf" srcId="{8A0B490B-3D71-4663-8E8A-19DB49DCF913}" destId="{5EAAA590-55C9-4097-975D-9EF2D5256F81}" srcOrd="4" destOrd="0" presId="urn:microsoft.com/office/officeart/2008/layout/VerticalCurvedList"/>
    <dgm:cxn modelId="{1EF0F66A-6264-40AB-8A4F-C9D97AF0B32E}" type="presParOf" srcId="{5EAAA590-55C9-4097-975D-9EF2D5256F81}" destId="{CB036666-964E-41BF-BE39-DB2CA44EAA8C}"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907FA0-D962-4C78-923A-D1ABC5349862}" type="doc">
      <dgm:prSet loTypeId="urn:microsoft.com/office/officeart/2009/3/layout/HorizontalOrganizationChart" loCatId="hierarchy" qsTypeId="urn:microsoft.com/office/officeart/2005/8/quickstyle/simple2" qsCatId="simple" csTypeId="urn:microsoft.com/office/officeart/2005/8/colors/colorful4" csCatId="colorful" phldr="1"/>
      <dgm:spPr/>
      <dgm:t>
        <a:bodyPr/>
        <a:lstStyle/>
        <a:p>
          <a:endParaRPr lang="zh-CN" altLang="en-US"/>
        </a:p>
      </dgm:t>
    </dgm:pt>
    <dgm:pt modelId="{C96E48A4-87CF-40D3-9A49-9F94D8E667F8}">
      <dgm:prSet custT="1"/>
      <dgm:spPr/>
      <dgm:t>
        <a:bodyPr/>
        <a:lstStyle/>
        <a:p>
          <a:pPr rtl="0"/>
          <a:r>
            <a:rPr lang="zh-CN" altLang="en-US" sz="1800" b="1" dirty="0" smtClean="0"/>
            <a:t>嵌入式系统</a:t>
          </a:r>
          <a:endParaRPr lang="en-GB" altLang="zh-CN" sz="1800" b="1" dirty="0" smtClean="0"/>
        </a:p>
        <a:p>
          <a:pPr rtl="0"/>
          <a:r>
            <a:rPr lang="zh-CN" altLang="en-US" sz="1800" b="1" dirty="0" smtClean="0"/>
            <a:t>的开发方式</a:t>
          </a:r>
          <a:endParaRPr lang="zh-CN" altLang="en-US" sz="1800" b="1" dirty="0"/>
        </a:p>
      </dgm:t>
    </dgm:pt>
    <dgm:pt modelId="{0FFFCCD2-1B16-43C7-8DF4-6ABD446917D9}" type="parTrans" cxnId="{83E908E7-A58A-40D2-9132-10E47F93DCD2}">
      <dgm:prSet/>
      <dgm:spPr/>
      <dgm:t>
        <a:bodyPr/>
        <a:lstStyle/>
        <a:p>
          <a:endParaRPr lang="zh-CN" altLang="en-US" sz="1800" b="1"/>
        </a:p>
      </dgm:t>
    </dgm:pt>
    <dgm:pt modelId="{95644F13-AFD1-4357-A42B-BF50E522CBBC}" type="sibTrans" cxnId="{83E908E7-A58A-40D2-9132-10E47F93DCD2}">
      <dgm:prSet/>
      <dgm:spPr/>
      <dgm:t>
        <a:bodyPr/>
        <a:lstStyle/>
        <a:p>
          <a:endParaRPr lang="zh-CN" altLang="en-US" sz="1800" b="1"/>
        </a:p>
      </dgm:t>
    </dgm:pt>
    <dgm:pt modelId="{3E1BB76C-F7A9-41C5-8F0B-85F6AAC4BC4A}">
      <dgm:prSet custT="1"/>
      <dgm:spPr/>
      <dgm:t>
        <a:bodyPr/>
        <a:lstStyle/>
        <a:p>
          <a:pPr rtl="0"/>
          <a:r>
            <a:rPr lang="zh-CN" altLang="en-US" sz="1800" b="1" dirty="0" smtClean="0"/>
            <a:t>轮询方式</a:t>
          </a:r>
          <a:endParaRPr lang="zh-CN" altLang="en-US" sz="1800" b="1" dirty="0"/>
        </a:p>
      </dgm:t>
    </dgm:pt>
    <dgm:pt modelId="{09302779-F0AD-4E91-B468-DC612E316D55}" type="parTrans" cxnId="{FC781D2A-E10D-4A56-AC8A-A8AD0AE1628C}">
      <dgm:prSet/>
      <dgm:spPr/>
      <dgm:t>
        <a:bodyPr/>
        <a:lstStyle/>
        <a:p>
          <a:endParaRPr lang="zh-CN" altLang="en-US" sz="1800" b="1"/>
        </a:p>
      </dgm:t>
    </dgm:pt>
    <dgm:pt modelId="{613296C3-2FAD-43F7-B8D8-B64C6F461114}" type="sibTrans" cxnId="{FC781D2A-E10D-4A56-AC8A-A8AD0AE1628C}">
      <dgm:prSet/>
      <dgm:spPr/>
      <dgm:t>
        <a:bodyPr/>
        <a:lstStyle/>
        <a:p>
          <a:endParaRPr lang="zh-CN" altLang="en-US" sz="1800" b="1"/>
        </a:p>
      </dgm:t>
    </dgm:pt>
    <dgm:pt modelId="{0D5272F4-7CCF-4E04-A42F-84E161B4378B}">
      <dgm:prSet custT="1"/>
      <dgm:spPr/>
      <dgm:t>
        <a:bodyPr/>
        <a:lstStyle/>
        <a:p>
          <a:pPr rtl="0"/>
          <a:r>
            <a:rPr lang="zh-CN" altLang="en-US" sz="1800" b="1" dirty="0" smtClean="0"/>
            <a:t>前后台系统方式</a:t>
          </a:r>
          <a:endParaRPr lang="zh-CN" altLang="en-US" sz="1800" b="1" dirty="0"/>
        </a:p>
      </dgm:t>
    </dgm:pt>
    <dgm:pt modelId="{021F470C-BB16-4068-A0C9-82A9F97FBBFD}" type="parTrans" cxnId="{84B0E09F-B6CA-4A87-A7C4-2FE2F7984BC0}">
      <dgm:prSet/>
      <dgm:spPr/>
      <dgm:t>
        <a:bodyPr/>
        <a:lstStyle/>
        <a:p>
          <a:endParaRPr lang="zh-CN" altLang="en-US" sz="1800" b="1"/>
        </a:p>
      </dgm:t>
    </dgm:pt>
    <dgm:pt modelId="{9B6EFA85-F939-4EB1-A99B-79DCA3EE8E23}" type="sibTrans" cxnId="{84B0E09F-B6CA-4A87-A7C4-2FE2F7984BC0}">
      <dgm:prSet/>
      <dgm:spPr/>
      <dgm:t>
        <a:bodyPr/>
        <a:lstStyle/>
        <a:p>
          <a:endParaRPr lang="zh-CN" altLang="en-US" sz="1800" b="1"/>
        </a:p>
      </dgm:t>
    </dgm:pt>
    <dgm:pt modelId="{DEE959C8-4410-4727-99DE-AA44FC20170C}">
      <dgm:prSet custT="1"/>
      <dgm:spPr/>
      <dgm:t>
        <a:bodyPr/>
        <a:lstStyle/>
        <a:p>
          <a:pPr rtl="0"/>
          <a:r>
            <a:rPr lang="zh-CN" altLang="en-US" sz="1800" b="1" dirty="0" smtClean="0"/>
            <a:t>多任务系统（或者基于嵌入式操作系统的方式）</a:t>
          </a:r>
          <a:endParaRPr lang="zh-CN" altLang="en-US" sz="1800" b="1" dirty="0"/>
        </a:p>
      </dgm:t>
    </dgm:pt>
    <dgm:pt modelId="{30AC4D0D-1ED6-4330-B516-6721504BEFE8}" type="parTrans" cxnId="{9F19938C-420E-4F80-A63F-FA794F30D00B}">
      <dgm:prSet/>
      <dgm:spPr/>
      <dgm:t>
        <a:bodyPr/>
        <a:lstStyle/>
        <a:p>
          <a:endParaRPr lang="zh-CN" altLang="en-US" sz="1800" b="1"/>
        </a:p>
      </dgm:t>
    </dgm:pt>
    <dgm:pt modelId="{03D6EF3B-C040-44C5-B911-DF8A3216DE30}" type="sibTrans" cxnId="{9F19938C-420E-4F80-A63F-FA794F30D00B}">
      <dgm:prSet/>
      <dgm:spPr/>
      <dgm:t>
        <a:bodyPr/>
        <a:lstStyle/>
        <a:p>
          <a:endParaRPr lang="zh-CN" altLang="en-US" sz="1800" b="1"/>
        </a:p>
      </dgm:t>
    </dgm:pt>
    <dgm:pt modelId="{26FAB9E8-E29D-4D8F-973F-CF06B9E20894}" type="pres">
      <dgm:prSet presAssocID="{F1907FA0-D962-4C78-923A-D1ABC5349862}" presName="hierChild1" presStyleCnt="0">
        <dgm:presLayoutVars>
          <dgm:orgChart val="1"/>
          <dgm:chPref val="1"/>
          <dgm:dir/>
          <dgm:animOne val="branch"/>
          <dgm:animLvl val="lvl"/>
          <dgm:resizeHandles/>
        </dgm:presLayoutVars>
      </dgm:prSet>
      <dgm:spPr/>
      <dgm:t>
        <a:bodyPr/>
        <a:lstStyle/>
        <a:p>
          <a:endParaRPr lang="zh-CN" altLang="en-US"/>
        </a:p>
      </dgm:t>
    </dgm:pt>
    <dgm:pt modelId="{C174FB31-368E-4466-8CA3-4A4C920A9092}" type="pres">
      <dgm:prSet presAssocID="{C96E48A4-87CF-40D3-9A49-9F94D8E667F8}" presName="hierRoot1" presStyleCnt="0">
        <dgm:presLayoutVars>
          <dgm:hierBranch val="init"/>
        </dgm:presLayoutVars>
      </dgm:prSet>
      <dgm:spPr/>
    </dgm:pt>
    <dgm:pt modelId="{D528CAAE-C08D-4D3E-93D5-C7BB0571B3F2}" type="pres">
      <dgm:prSet presAssocID="{C96E48A4-87CF-40D3-9A49-9F94D8E667F8}" presName="rootComposite1" presStyleCnt="0"/>
      <dgm:spPr/>
    </dgm:pt>
    <dgm:pt modelId="{7D2810BB-00DF-4D84-83A5-5EEDB01B4EB6}" type="pres">
      <dgm:prSet presAssocID="{C96E48A4-87CF-40D3-9A49-9F94D8E667F8}" presName="rootText1" presStyleLbl="node0" presStyleIdx="0" presStyleCnt="1" custScaleX="86336" custScaleY="140020">
        <dgm:presLayoutVars>
          <dgm:chPref val="3"/>
        </dgm:presLayoutVars>
      </dgm:prSet>
      <dgm:spPr/>
      <dgm:t>
        <a:bodyPr/>
        <a:lstStyle/>
        <a:p>
          <a:endParaRPr lang="zh-CN" altLang="en-US"/>
        </a:p>
      </dgm:t>
    </dgm:pt>
    <dgm:pt modelId="{9C3365F9-9B0F-4687-A6DD-064F5EBE9582}" type="pres">
      <dgm:prSet presAssocID="{C96E48A4-87CF-40D3-9A49-9F94D8E667F8}" presName="rootConnector1" presStyleLbl="node1" presStyleIdx="0" presStyleCnt="0"/>
      <dgm:spPr/>
      <dgm:t>
        <a:bodyPr/>
        <a:lstStyle/>
        <a:p>
          <a:endParaRPr lang="zh-CN" altLang="en-US"/>
        </a:p>
      </dgm:t>
    </dgm:pt>
    <dgm:pt modelId="{15926590-A4E7-42BD-BCA5-73FAAA54E587}" type="pres">
      <dgm:prSet presAssocID="{C96E48A4-87CF-40D3-9A49-9F94D8E667F8}" presName="hierChild2" presStyleCnt="0"/>
      <dgm:spPr/>
    </dgm:pt>
    <dgm:pt modelId="{30F843B2-8447-4158-AB8A-C7EDE11F0A34}" type="pres">
      <dgm:prSet presAssocID="{09302779-F0AD-4E91-B468-DC612E316D55}" presName="Name64" presStyleLbl="parChTrans1D2" presStyleIdx="0" presStyleCnt="3"/>
      <dgm:spPr/>
      <dgm:t>
        <a:bodyPr/>
        <a:lstStyle/>
        <a:p>
          <a:endParaRPr lang="zh-CN" altLang="en-US"/>
        </a:p>
      </dgm:t>
    </dgm:pt>
    <dgm:pt modelId="{50503209-92EC-4260-83A8-0B6A99955C95}" type="pres">
      <dgm:prSet presAssocID="{3E1BB76C-F7A9-41C5-8F0B-85F6AAC4BC4A}" presName="hierRoot2" presStyleCnt="0">
        <dgm:presLayoutVars>
          <dgm:hierBranch val="init"/>
        </dgm:presLayoutVars>
      </dgm:prSet>
      <dgm:spPr/>
    </dgm:pt>
    <dgm:pt modelId="{7C8F7A60-BABD-498F-A32A-4966ED42E6F4}" type="pres">
      <dgm:prSet presAssocID="{3E1BB76C-F7A9-41C5-8F0B-85F6AAC4BC4A}" presName="rootComposite" presStyleCnt="0"/>
      <dgm:spPr/>
    </dgm:pt>
    <dgm:pt modelId="{08550A64-3A34-44F4-9A8C-984776537971}" type="pres">
      <dgm:prSet presAssocID="{3E1BB76C-F7A9-41C5-8F0B-85F6AAC4BC4A}" presName="rootText" presStyleLbl="node2" presStyleIdx="0" presStyleCnt="3" custScaleX="248296">
        <dgm:presLayoutVars>
          <dgm:chPref val="3"/>
        </dgm:presLayoutVars>
      </dgm:prSet>
      <dgm:spPr/>
      <dgm:t>
        <a:bodyPr/>
        <a:lstStyle/>
        <a:p>
          <a:endParaRPr lang="zh-CN" altLang="en-US"/>
        </a:p>
      </dgm:t>
    </dgm:pt>
    <dgm:pt modelId="{32D8AF0F-74AD-416D-A1F5-0195A57CC0B7}" type="pres">
      <dgm:prSet presAssocID="{3E1BB76C-F7A9-41C5-8F0B-85F6AAC4BC4A}" presName="rootConnector" presStyleLbl="node2" presStyleIdx="0" presStyleCnt="3"/>
      <dgm:spPr/>
      <dgm:t>
        <a:bodyPr/>
        <a:lstStyle/>
        <a:p>
          <a:endParaRPr lang="zh-CN" altLang="en-US"/>
        </a:p>
      </dgm:t>
    </dgm:pt>
    <dgm:pt modelId="{C31B6F61-E684-4ACA-A66C-5E32F285F79B}" type="pres">
      <dgm:prSet presAssocID="{3E1BB76C-F7A9-41C5-8F0B-85F6AAC4BC4A}" presName="hierChild4" presStyleCnt="0"/>
      <dgm:spPr/>
    </dgm:pt>
    <dgm:pt modelId="{AD68BD99-E0EA-4194-A180-BF9A84E3AF40}" type="pres">
      <dgm:prSet presAssocID="{3E1BB76C-F7A9-41C5-8F0B-85F6AAC4BC4A}" presName="hierChild5" presStyleCnt="0"/>
      <dgm:spPr/>
    </dgm:pt>
    <dgm:pt modelId="{8043CBE5-E0B7-4952-A69C-584907C83F5B}" type="pres">
      <dgm:prSet presAssocID="{021F470C-BB16-4068-A0C9-82A9F97FBBFD}" presName="Name64" presStyleLbl="parChTrans1D2" presStyleIdx="1" presStyleCnt="3"/>
      <dgm:spPr/>
      <dgm:t>
        <a:bodyPr/>
        <a:lstStyle/>
        <a:p>
          <a:endParaRPr lang="zh-CN" altLang="en-US"/>
        </a:p>
      </dgm:t>
    </dgm:pt>
    <dgm:pt modelId="{2BE7193A-69D1-4A29-AD10-1704827FF48B}" type="pres">
      <dgm:prSet presAssocID="{0D5272F4-7CCF-4E04-A42F-84E161B4378B}" presName="hierRoot2" presStyleCnt="0">
        <dgm:presLayoutVars>
          <dgm:hierBranch val="init"/>
        </dgm:presLayoutVars>
      </dgm:prSet>
      <dgm:spPr/>
    </dgm:pt>
    <dgm:pt modelId="{173E7141-2E5E-4B57-8239-A75C908756F4}" type="pres">
      <dgm:prSet presAssocID="{0D5272F4-7CCF-4E04-A42F-84E161B4378B}" presName="rootComposite" presStyleCnt="0"/>
      <dgm:spPr/>
    </dgm:pt>
    <dgm:pt modelId="{6D70D986-D30E-40EE-86DA-7C8625D9A197}" type="pres">
      <dgm:prSet presAssocID="{0D5272F4-7CCF-4E04-A42F-84E161B4378B}" presName="rootText" presStyleLbl="node2" presStyleIdx="1" presStyleCnt="3" custScaleX="248296">
        <dgm:presLayoutVars>
          <dgm:chPref val="3"/>
        </dgm:presLayoutVars>
      </dgm:prSet>
      <dgm:spPr/>
      <dgm:t>
        <a:bodyPr/>
        <a:lstStyle/>
        <a:p>
          <a:endParaRPr lang="zh-CN" altLang="en-US"/>
        </a:p>
      </dgm:t>
    </dgm:pt>
    <dgm:pt modelId="{E41615B6-F1C9-4E97-A003-5868B06F54FA}" type="pres">
      <dgm:prSet presAssocID="{0D5272F4-7CCF-4E04-A42F-84E161B4378B}" presName="rootConnector" presStyleLbl="node2" presStyleIdx="1" presStyleCnt="3"/>
      <dgm:spPr/>
      <dgm:t>
        <a:bodyPr/>
        <a:lstStyle/>
        <a:p>
          <a:endParaRPr lang="zh-CN" altLang="en-US"/>
        </a:p>
      </dgm:t>
    </dgm:pt>
    <dgm:pt modelId="{67A4EC29-372D-4031-9D5E-F687D71CD5E7}" type="pres">
      <dgm:prSet presAssocID="{0D5272F4-7CCF-4E04-A42F-84E161B4378B}" presName="hierChild4" presStyleCnt="0"/>
      <dgm:spPr/>
    </dgm:pt>
    <dgm:pt modelId="{48BA0452-08C4-4008-9A15-8F443F909EA1}" type="pres">
      <dgm:prSet presAssocID="{0D5272F4-7CCF-4E04-A42F-84E161B4378B}" presName="hierChild5" presStyleCnt="0"/>
      <dgm:spPr/>
    </dgm:pt>
    <dgm:pt modelId="{C6443EBD-C6CC-4772-BE60-9E5A70302B7B}" type="pres">
      <dgm:prSet presAssocID="{30AC4D0D-1ED6-4330-B516-6721504BEFE8}" presName="Name64" presStyleLbl="parChTrans1D2" presStyleIdx="2" presStyleCnt="3"/>
      <dgm:spPr/>
      <dgm:t>
        <a:bodyPr/>
        <a:lstStyle/>
        <a:p>
          <a:endParaRPr lang="zh-CN" altLang="en-US"/>
        </a:p>
      </dgm:t>
    </dgm:pt>
    <dgm:pt modelId="{0A28E0F9-45B6-4D38-8E87-E33D7ECC61B8}" type="pres">
      <dgm:prSet presAssocID="{DEE959C8-4410-4727-99DE-AA44FC20170C}" presName="hierRoot2" presStyleCnt="0">
        <dgm:presLayoutVars>
          <dgm:hierBranch val="init"/>
        </dgm:presLayoutVars>
      </dgm:prSet>
      <dgm:spPr/>
    </dgm:pt>
    <dgm:pt modelId="{F0A57268-AEAF-45B0-AC50-3F0C61CEC0B4}" type="pres">
      <dgm:prSet presAssocID="{DEE959C8-4410-4727-99DE-AA44FC20170C}" presName="rootComposite" presStyleCnt="0"/>
      <dgm:spPr/>
    </dgm:pt>
    <dgm:pt modelId="{FC42BF59-0DC2-4F45-99AD-0B1DFE9988EE}" type="pres">
      <dgm:prSet presAssocID="{DEE959C8-4410-4727-99DE-AA44FC20170C}" presName="rootText" presStyleLbl="node2" presStyleIdx="2" presStyleCnt="3" custScaleX="248296">
        <dgm:presLayoutVars>
          <dgm:chPref val="3"/>
        </dgm:presLayoutVars>
      </dgm:prSet>
      <dgm:spPr/>
      <dgm:t>
        <a:bodyPr/>
        <a:lstStyle/>
        <a:p>
          <a:endParaRPr lang="zh-CN" altLang="en-US"/>
        </a:p>
      </dgm:t>
    </dgm:pt>
    <dgm:pt modelId="{10FF0D6F-D0F6-43CD-9212-B2C6E2AEDC94}" type="pres">
      <dgm:prSet presAssocID="{DEE959C8-4410-4727-99DE-AA44FC20170C}" presName="rootConnector" presStyleLbl="node2" presStyleIdx="2" presStyleCnt="3"/>
      <dgm:spPr/>
      <dgm:t>
        <a:bodyPr/>
        <a:lstStyle/>
        <a:p>
          <a:endParaRPr lang="zh-CN" altLang="en-US"/>
        </a:p>
      </dgm:t>
    </dgm:pt>
    <dgm:pt modelId="{CF1601A8-5923-4DA7-806D-8E9D8874B226}" type="pres">
      <dgm:prSet presAssocID="{DEE959C8-4410-4727-99DE-AA44FC20170C}" presName="hierChild4" presStyleCnt="0"/>
      <dgm:spPr/>
    </dgm:pt>
    <dgm:pt modelId="{09A14EAF-3648-4437-A3A1-A800DBA81C9D}" type="pres">
      <dgm:prSet presAssocID="{DEE959C8-4410-4727-99DE-AA44FC20170C}" presName="hierChild5" presStyleCnt="0"/>
      <dgm:spPr/>
    </dgm:pt>
    <dgm:pt modelId="{B2AF1CFF-B983-4121-B2C2-2D490456B4D4}" type="pres">
      <dgm:prSet presAssocID="{C96E48A4-87CF-40D3-9A49-9F94D8E667F8}" presName="hierChild3" presStyleCnt="0"/>
      <dgm:spPr/>
    </dgm:pt>
  </dgm:ptLst>
  <dgm:cxnLst>
    <dgm:cxn modelId="{FC781D2A-E10D-4A56-AC8A-A8AD0AE1628C}" srcId="{C96E48A4-87CF-40D3-9A49-9F94D8E667F8}" destId="{3E1BB76C-F7A9-41C5-8F0B-85F6AAC4BC4A}" srcOrd="0" destOrd="0" parTransId="{09302779-F0AD-4E91-B468-DC612E316D55}" sibTransId="{613296C3-2FAD-43F7-B8D8-B64C6F461114}"/>
    <dgm:cxn modelId="{84B0E09F-B6CA-4A87-A7C4-2FE2F7984BC0}" srcId="{C96E48A4-87CF-40D3-9A49-9F94D8E667F8}" destId="{0D5272F4-7CCF-4E04-A42F-84E161B4378B}" srcOrd="1" destOrd="0" parTransId="{021F470C-BB16-4068-A0C9-82A9F97FBBFD}" sibTransId="{9B6EFA85-F939-4EB1-A99B-79DCA3EE8E23}"/>
    <dgm:cxn modelId="{FF580E7A-55A9-4297-A284-DA25C207EB47}" type="presOf" srcId="{30AC4D0D-1ED6-4330-B516-6721504BEFE8}" destId="{C6443EBD-C6CC-4772-BE60-9E5A70302B7B}" srcOrd="0" destOrd="0" presId="urn:microsoft.com/office/officeart/2009/3/layout/HorizontalOrganizationChart"/>
    <dgm:cxn modelId="{B7D3999A-CE09-4ABC-8339-F880DB9D5092}" type="presOf" srcId="{021F470C-BB16-4068-A0C9-82A9F97FBBFD}" destId="{8043CBE5-E0B7-4952-A69C-584907C83F5B}" srcOrd="0" destOrd="0" presId="urn:microsoft.com/office/officeart/2009/3/layout/HorizontalOrganizationChart"/>
    <dgm:cxn modelId="{FD2B5AEA-3446-4FD3-9F72-BA7275049033}" type="presOf" srcId="{DEE959C8-4410-4727-99DE-AA44FC20170C}" destId="{10FF0D6F-D0F6-43CD-9212-B2C6E2AEDC94}" srcOrd="1" destOrd="0" presId="urn:microsoft.com/office/officeart/2009/3/layout/HorizontalOrganizationChart"/>
    <dgm:cxn modelId="{470F1A05-2D26-4977-9FCA-8F94B82F7771}" type="presOf" srcId="{3E1BB76C-F7A9-41C5-8F0B-85F6AAC4BC4A}" destId="{08550A64-3A34-44F4-9A8C-984776537971}" srcOrd="0" destOrd="0" presId="urn:microsoft.com/office/officeart/2009/3/layout/HorizontalOrganizationChart"/>
    <dgm:cxn modelId="{5B05369C-EA8D-4C0F-A966-713B64547937}" type="presOf" srcId="{3E1BB76C-F7A9-41C5-8F0B-85F6AAC4BC4A}" destId="{32D8AF0F-74AD-416D-A1F5-0195A57CC0B7}" srcOrd="1" destOrd="0" presId="urn:microsoft.com/office/officeart/2009/3/layout/HorizontalOrganizationChart"/>
    <dgm:cxn modelId="{4C2FF73E-B43F-4CB3-B7FE-CD8B26FCDC80}" type="presOf" srcId="{09302779-F0AD-4E91-B468-DC612E316D55}" destId="{30F843B2-8447-4158-AB8A-C7EDE11F0A34}" srcOrd="0" destOrd="0" presId="urn:microsoft.com/office/officeart/2009/3/layout/HorizontalOrganizationChart"/>
    <dgm:cxn modelId="{D8742346-50FD-4911-9489-45A1243AA584}" type="presOf" srcId="{0D5272F4-7CCF-4E04-A42F-84E161B4378B}" destId="{E41615B6-F1C9-4E97-A003-5868B06F54FA}" srcOrd="1" destOrd="0" presId="urn:microsoft.com/office/officeart/2009/3/layout/HorizontalOrganizationChart"/>
    <dgm:cxn modelId="{C5BE3526-895F-4D94-B96C-ADA23468F119}" type="presOf" srcId="{DEE959C8-4410-4727-99DE-AA44FC20170C}" destId="{FC42BF59-0DC2-4F45-99AD-0B1DFE9988EE}" srcOrd="0" destOrd="0" presId="urn:microsoft.com/office/officeart/2009/3/layout/HorizontalOrganizationChart"/>
    <dgm:cxn modelId="{EFC02D09-686C-45C3-B36E-E6A188EB7D4B}" type="presOf" srcId="{C96E48A4-87CF-40D3-9A49-9F94D8E667F8}" destId="{7D2810BB-00DF-4D84-83A5-5EEDB01B4EB6}" srcOrd="0" destOrd="0" presId="urn:microsoft.com/office/officeart/2009/3/layout/HorizontalOrganizationChart"/>
    <dgm:cxn modelId="{356DBAE4-8C91-4D99-9617-0401C040AEC9}" type="presOf" srcId="{C96E48A4-87CF-40D3-9A49-9F94D8E667F8}" destId="{9C3365F9-9B0F-4687-A6DD-064F5EBE9582}" srcOrd="1" destOrd="0" presId="urn:microsoft.com/office/officeart/2009/3/layout/HorizontalOrganizationChart"/>
    <dgm:cxn modelId="{3B433B91-36CE-4BED-9EFE-8F0CD3503A71}" type="presOf" srcId="{F1907FA0-D962-4C78-923A-D1ABC5349862}" destId="{26FAB9E8-E29D-4D8F-973F-CF06B9E20894}" srcOrd="0" destOrd="0" presId="urn:microsoft.com/office/officeart/2009/3/layout/HorizontalOrganizationChart"/>
    <dgm:cxn modelId="{F0A28022-6BD5-42FE-A633-8CE7C2568DB1}" type="presOf" srcId="{0D5272F4-7CCF-4E04-A42F-84E161B4378B}" destId="{6D70D986-D30E-40EE-86DA-7C8625D9A197}" srcOrd="0" destOrd="0" presId="urn:microsoft.com/office/officeart/2009/3/layout/HorizontalOrganizationChart"/>
    <dgm:cxn modelId="{9F19938C-420E-4F80-A63F-FA794F30D00B}" srcId="{C96E48A4-87CF-40D3-9A49-9F94D8E667F8}" destId="{DEE959C8-4410-4727-99DE-AA44FC20170C}" srcOrd="2" destOrd="0" parTransId="{30AC4D0D-1ED6-4330-B516-6721504BEFE8}" sibTransId="{03D6EF3B-C040-44C5-B911-DF8A3216DE30}"/>
    <dgm:cxn modelId="{83E908E7-A58A-40D2-9132-10E47F93DCD2}" srcId="{F1907FA0-D962-4C78-923A-D1ABC5349862}" destId="{C96E48A4-87CF-40D3-9A49-9F94D8E667F8}" srcOrd="0" destOrd="0" parTransId="{0FFFCCD2-1B16-43C7-8DF4-6ABD446917D9}" sibTransId="{95644F13-AFD1-4357-A42B-BF50E522CBBC}"/>
    <dgm:cxn modelId="{A57B20B5-5F77-49EC-885C-801614804D85}" type="presParOf" srcId="{26FAB9E8-E29D-4D8F-973F-CF06B9E20894}" destId="{C174FB31-368E-4466-8CA3-4A4C920A9092}" srcOrd="0" destOrd="0" presId="urn:microsoft.com/office/officeart/2009/3/layout/HorizontalOrganizationChart"/>
    <dgm:cxn modelId="{14AE3C8A-AA61-486F-96E5-A79F2997A1C1}" type="presParOf" srcId="{C174FB31-368E-4466-8CA3-4A4C920A9092}" destId="{D528CAAE-C08D-4D3E-93D5-C7BB0571B3F2}" srcOrd="0" destOrd="0" presId="urn:microsoft.com/office/officeart/2009/3/layout/HorizontalOrganizationChart"/>
    <dgm:cxn modelId="{C6CE6684-4DEA-4910-8CBB-127435DE5340}" type="presParOf" srcId="{D528CAAE-C08D-4D3E-93D5-C7BB0571B3F2}" destId="{7D2810BB-00DF-4D84-83A5-5EEDB01B4EB6}" srcOrd="0" destOrd="0" presId="urn:microsoft.com/office/officeart/2009/3/layout/HorizontalOrganizationChart"/>
    <dgm:cxn modelId="{E896B29B-01EC-48AF-A081-01064C49C1BD}" type="presParOf" srcId="{D528CAAE-C08D-4D3E-93D5-C7BB0571B3F2}" destId="{9C3365F9-9B0F-4687-A6DD-064F5EBE9582}" srcOrd="1" destOrd="0" presId="urn:microsoft.com/office/officeart/2009/3/layout/HorizontalOrganizationChart"/>
    <dgm:cxn modelId="{96467573-0F26-415C-9FD6-1276F55049DE}" type="presParOf" srcId="{C174FB31-368E-4466-8CA3-4A4C920A9092}" destId="{15926590-A4E7-42BD-BCA5-73FAAA54E587}" srcOrd="1" destOrd="0" presId="urn:microsoft.com/office/officeart/2009/3/layout/HorizontalOrganizationChart"/>
    <dgm:cxn modelId="{F0E96168-AC19-407E-915F-F0ACC5D2D89E}" type="presParOf" srcId="{15926590-A4E7-42BD-BCA5-73FAAA54E587}" destId="{30F843B2-8447-4158-AB8A-C7EDE11F0A34}" srcOrd="0" destOrd="0" presId="urn:microsoft.com/office/officeart/2009/3/layout/HorizontalOrganizationChart"/>
    <dgm:cxn modelId="{F8DDD17A-006E-43A2-AE3F-AECE595901B2}" type="presParOf" srcId="{15926590-A4E7-42BD-BCA5-73FAAA54E587}" destId="{50503209-92EC-4260-83A8-0B6A99955C95}" srcOrd="1" destOrd="0" presId="urn:microsoft.com/office/officeart/2009/3/layout/HorizontalOrganizationChart"/>
    <dgm:cxn modelId="{2F14C877-7D53-4481-8CD2-C5E3CD6E057B}" type="presParOf" srcId="{50503209-92EC-4260-83A8-0B6A99955C95}" destId="{7C8F7A60-BABD-498F-A32A-4966ED42E6F4}" srcOrd="0" destOrd="0" presId="urn:microsoft.com/office/officeart/2009/3/layout/HorizontalOrganizationChart"/>
    <dgm:cxn modelId="{085E7B3B-CAB5-4234-9DDF-37C5F5F79CB0}" type="presParOf" srcId="{7C8F7A60-BABD-498F-A32A-4966ED42E6F4}" destId="{08550A64-3A34-44F4-9A8C-984776537971}" srcOrd="0" destOrd="0" presId="urn:microsoft.com/office/officeart/2009/3/layout/HorizontalOrganizationChart"/>
    <dgm:cxn modelId="{CE713E55-AB4C-4D63-92F3-D43FEEE9402D}" type="presParOf" srcId="{7C8F7A60-BABD-498F-A32A-4966ED42E6F4}" destId="{32D8AF0F-74AD-416D-A1F5-0195A57CC0B7}" srcOrd="1" destOrd="0" presId="urn:microsoft.com/office/officeart/2009/3/layout/HorizontalOrganizationChart"/>
    <dgm:cxn modelId="{5BCD382F-A266-41D7-B097-BA77CCE25846}" type="presParOf" srcId="{50503209-92EC-4260-83A8-0B6A99955C95}" destId="{C31B6F61-E684-4ACA-A66C-5E32F285F79B}" srcOrd="1" destOrd="0" presId="urn:microsoft.com/office/officeart/2009/3/layout/HorizontalOrganizationChart"/>
    <dgm:cxn modelId="{610298D2-DC0E-44CD-963A-3C8CD168BAA4}" type="presParOf" srcId="{50503209-92EC-4260-83A8-0B6A99955C95}" destId="{AD68BD99-E0EA-4194-A180-BF9A84E3AF40}" srcOrd="2" destOrd="0" presId="urn:microsoft.com/office/officeart/2009/3/layout/HorizontalOrganizationChart"/>
    <dgm:cxn modelId="{BA44E072-E796-497E-81FC-243E2A93FA49}" type="presParOf" srcId="{15926590-A4E7-42BD-BCA5-73FAAA54E587}" destId="{8043CBE5-E0B7-4952-A69C-584907C83F5B}" srcOrd="2" destOrd="0" presId="urn:microsoft.com/office/officeart/2009/3/layout/HorizontalOrganizationChart"/>
    <dgm:cxn modelId="{8BEE8415-6261-48C7-B3F8-5506BFB5BEB1}" type="presParOf" srcId="{15926590-A4E7-42BD-BCA5-73FAAA54E587}" destId="{2BE7193A-69D1-4A29-AD10-1704827FF48B}" srcOrd="3" destOrd="0" presId="urn:microsoft.com/office/officeart/2009/3/layout/HorizontalOrganizationChart"/>
    <dgm:cxn modelId="{0C1BE33B-7610-48A8-AB80-7044922E572B}" type="presParOf" srcId="{2BE7193A-69D1-4A29-AD10-1704827FF48B}" destId="{173E7141-2E5E-4B57-8239-A75C908756F4}" srcOrd="0" destOrd="0" presId="urn:microsoft.com/office/officeart/2009/3/layout/HorizontalOrganizationChart"/>
    <dgm:cxn modelId="{584C23A6-071B-4E69-A174-F931FEBE0B40}" type="presParOf" srcId="{173E7141-2E5E-4B57-8239-A75C908756F4}" destId="{6D70D986-D30E-40EE-86DA-7C8625D9A197}" srcOrd="0" destOrd="0" presId="urn:microsoft.com/office/officeart/2009/3/layout/HorizontalOrganizationChart"/>
    <dgm:cxn modelId="{99EE01F0-4191-49B9-B3DA-EFB604E70FE6}" type="presParOf" srcId="{173E7141-2E5E-4B57-8239-A75C908756F4}" destId="{E41615B6-F1C9-4E97-A003-5868B06F54FA}" srcOrd="1" destOrd="0" presId="urn:microsoft.com/office/officeart/2009/3/layout/HorizontalOrganizationChart"/>
    <dgm:cxn modelId="{D3E4935A-FF15-4747-8922-DFF53B75F50E}" type="presParOf" srcId="{2BE7193A-69D1-4A29-AD10-1704827FF48B}" destId="{67A4EC29-372D-4031-9D5E-F687D71CD5E7}" srcOrd="1" destOrd="0" presId="urn:microsoft.com/office/officeart/2009/3/layout/HorizontalOrganizationChart"/>
    <dgm:cxn modelId="{893CFFEC-40FD-4EFF-A222-2A8B95BC6B42}" type="presParOf" srcId="{2BE7193A-69D1-4A29-AD10-1704827FF48B}" destId="{48BA0452-08C4-4008-9A15-8F443F909EA1}" srcOrd="2" destOrd="0" presId="urn:microsoft.com/office/officeart/2009/3/layout/HorizontalOrganizationChart"/>
    <dgm:cxn modelId="{16B787BF-7E66-4796-A242-13CED3DD3D6A}" type="presParOf" srcId="{15926590-A4E7-42BD-BCA5-73FAAA54E587}" destId="{C6443EBD-C6CC-4772-BE60-9E5A70302B7B}" srcOrd="4" destOrd="0" presId="urn:microsoft.com/office/officeart/2009/3/layout/HorizontalOrganizationChart"/>
    <dgm:cxn modelId="{17F341BF-FDB4-45E0-B749-3E67CAC8DA90}" type="presParOf" srcId="{15926590-A4E7-42BD-BCA5-73FAAA54E587}" destId="{0A28E0F9-45B6-4D38-8E87-E33D7ECC61B8}" srcOrd="5" destOrd="0" presId="urn:microsoft.com/office/officeart/2009/3/layout/HorizontalOrganizationChart"/>
    <dgm:cxn modelId="{19110338-A5F3-4989-8C67-A96BBF865487}" type="presParOf" srcId="{0A28E0F9-45B6-4D38-8E87-E33D7ECC61B8}" destId="{F0A57268-AEAF-45B0-AC50-3F0C61CEC0B4}" srcOrd="0" destOrd="0" presId="urn:microsoft.com/office/officeart/2009/3/layout/HorizontalOrganizationChart"/>
    <dgm:cxn modelId="{84CAB105-D92D-4804-AAA3-D81B09DCB147}" type="presParOf" srcId="{F0A57268-AEAF-45B0-AC50-3F0C61CEC0B4}" destId="{FC42BF59-0DC2-4F45-99AD-0B1DFE9988EE}" srcOrd="0" destOrd="0" presId="urn:microsoft.com/office/officeart/2009/3/layout/HorizontalOrganizationChart"/>
    <dgm:cxn modelId="{01DD7F1A-B466-42BC-BC95-7636399F2A11}" type="presParOf" srcId="{F0A57268-AEAF-45B0-AC50-3F0C61CEC0B4}" destId="{10FF0D6F-D0F6-43CD-9212-B2C6E2AEDC94}" srcOrd="1" destOrd="0" presId="urn:microsoft.com/office/officeart/2009/3/layout/HorizontalOrganizationChart"/>
    <dgm:cxn modelId="{F20F66F2-DB33-49FF-92BE-BEBABCF3929D}" type="presParOf" srcId="{0A28E0F9-45B6-4D38-8E87-E33D7ECC61B8}" destId="{CF1601A8-5923-4DA7-806D-8E9D8874B226}" srcOrd="1" destOrd="0" presId="urn:microsoft.com/office/officeart/2009/3/layout/HorizontalOrganizationChart"/>
    <dgm:cxn modelId="{D111C928-5C6A-4506-98C0-356724734266}" type="presParOf" srcId="{0A28E0F9-45B6-4D38-8E87-E33D7ECC61B8}" destId="{09A14EAF-3648-4437-A3A1-A800DBA81C9D}" srcOrd="2" destOrd="0" presId="urn:microsoft.com/office/officeart/2009/3/layout/HorizontalOrganizationChart"/>
    <dgm:cxn modelId="{A2C0D7C3-8FE2-47BE-8570-C756F90C11C1}" type="presParOf" srcId="{C174FB31-368E-4466-8CA3-4A4C920A9092}" destId="{B2AF1CFF-B983-4121-B2C2-2D490456B4D4}"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41C5EAB-C2A4-4095-82BC-77E358E1C819}" type="doc">
      <dgm:prSet loTypeId="urn:microsoft.com/office/officeart/2005/8/layout/hierarchy4" loCatId="hierarchy" qsTypeId="urn:microsoft.com/office/officeart/2005/8/quickstyle/simple2" qsCatId="simple" csTypeId="urn:microsoft.com/office/officeart/2005/8/colors/accent1_2" csCatId="accent1" phldr="1"/>
      <dgm:spPr/>
      <dgm:t>
        <a:bodyPr/>
        <a:lstStyle/>
        <a:p>
          <a:endParaRPr lang="zh-CN" altLang="en-US"/>
        </a:p>
      </dgm:t>
    </dgm:pt>
    <dgm:pt modelId="{53106BCF-164B-4044-A7E1-A1ECC471610E}">
      <dgm:prSet custT="1"/>
      <dgm:spPr>
        <a:solidFill>
          <a:schemeClr val="accent5">
            <a:lumMod val="75000"/>
          </a:schemeClr>
        </a:solidFill>
      </dgm:spPr>
      <dgm:t>
        <a:bodyPr/>
        <a:lstStyle/>
        <a:p>
          <a:pPr rtl="0"/>
          <a:r>
            <a:rPr lang="zh-CN" sz="1600" b="1" dirty="0" smtClean="0"/>
            <a:t>进程管理（</a:t>
          </a:r>
          <a:r>
            <a:rPr lang="en-US" sz="1600" b="1" dirty="0" smtClean="0"/>
            <a:t>CPU</a:t>
          </a:r>
          <a:r>
            <a:rPr lang="zh-CN" sz="1600" b="1" dirty="0" smtClean="0"/>
            <a:t>管理）</a:t>
          </a:r>
          <a:endParaRPr lang="zh-CN" sz="1600" b="1" dirty="0"/>
        </a:p>
      </dgm:t>
    </dgm:pt>
    <dgm:pt modelId="{FF0A856F-A0C3-4035-A25B-FD50F6BB9C85}" type="parTrans" cxnId="{FD9A9EBF-68FC-4AF4-A133-A77B366F147C}">
      <dgm:prSet/>
      <dgm:spPr/>
      <dgm:t>
        <a:bodyPr/>
        <a:lstStyle/>
        <a:p>
          <a:endParaRPr lang="zh-CN" altLang="en-US" sz="1600" b="1"/>
        </a:p>
      </dgm:t>
    </dgm:pt>
    <dgm:pt modelId="{A9E576B2-4253-4E2A-98CD-9B5028476F4A}" type="sibTrans" cxnId="{FD9A9EBF-68FC-4AF4-A133-A77B366F147C}">
      <dgm:prSet/>
      <dgm:spPr/>
      <dgm:t>
        <a:bodyPr/>
        <a:lstStyle/>
        <a:p>
          <a:endParaRPr lang="zh-CN" altLang="en-US" sz="1600" b="1"/>
        </a:p>
      </dgm:t>
    </dgm:pt>
    <dgm:pt modelId="{2784EC14-C125-4D0F-9A00-03CA049E37C2}">
      <dgm:prSet custT="1"/>
      <dgm:spPr>
        <a:solidFill>
          <a:schemeClr val="accent1">
            <a:lumMod val="75000"/>
          </a:schemeClr>
        </a:solidFill>
      </dgm:spPr>
      <dgm:t>
        <a:bodyPr/>
        <a:lstStyle/>
        <a:p>
          <a:pPr rtl="0"/>
          <a:r>
            <a:rPr lang="zh-CN" altLang="en-US" sz="1600" b="1" dirty="0" smtClean="0"/>
            <a:t>存储管理</a:t>
          </a:r>
          <a:endParaRPr lang="zh-CN" altLang="en-US" sz="1600" b="1" dirty="0">
            <a:solidFill>
              <a:schemeClr val="bg1"/>
            </a:solidFill>
          </a:endParaRPr>
        </a:p>
      </dgm:t>
    </dgm:pt>
    <dgm:pt modelId="{EAB239B9-B0B4-4488-8E48-225C7CBE1708}" type="parTrans" cxnId="{9E2CEF87-BA63-455C-B1B4-37AE0021C3B9}">
      <dgm:prSet/>
      <dgm:spPr/>
      <dgm:t>
        <a:bodyPr/>
        <a:lstStyle/>
        <a:p>
          <a:endParaRPr lang="zh-CN" altLang="en-US" sz="1600" b="1"/>
        </a:p>
      </dgm:t>
    </dgm:pt>
    <dgm:pt modelId="{1FD6D9A3-35EF-4D3A-A7B9-1F4A15E9A764}" type="sibTrans" cxnId="{9E2CEF87-BA63-455C-B1B4-37AE0021C3B9}">
      <dgm:prSet/>
      <dgm:spPr/>
      <dgm:t>
        <a:bodyPr/>
        <a:lstStyle/>
        <a:p>
          <a:endParaRPr lang="zh-CN" altLang="en-US" sz="1600" b="1"/>
        </a:p>
      </dgm:t>
    </dgm:pt>
    <dgm:pt modelId="{A327E48B-71E7-4C6E-BEF4-174423A8519A}">
      <dgm:prSet custT="1"/>
      <dgm:spPr>
        <a:solidFill>
          <a:schemeClr val="accent4">
            <a:lumMod val="75000"/>
          </a:schemeClr>
        </a:solidFill>
      </dgm:spPr>
      <dgm:t>
        <a:bodyPr/>
        <a:lstStyle/>
        <a:p>
          <a:pPr rtl="0"/>
          <a:r>
            <a:rPr lang="zh-CN" altLang="en-US" sz="1600" b="1" dirty="0" smtClean="0"/>
            <a:t>设备管理</a:t>
          </a:r>
          <a:endParaRPr lang="zh-CN" altLang="en-US" sz="1600" b="1" dirty="0"/>
        </a:p>
      </dgm:t>
    </dgm:pt>
    <dgm:pt modelId="{DDBF4249-B8E6-450C-B18E-E5BA7A1C876B}" type="parTrans" cxnId="{4308558F-48B0-4D84-A2A4-FC57CF0F0000}">
      <dgm:prSet/>
      <dgm:spPr/>
      <dgm:t>
        <a:bodyPr/>
        <a:lstStyle/>
        <a:p>
          <a:endParaRPr lang="zh-CN" altLang="en-US" sz="1600" b="1"/>
        </a:p>
      </dgm:t>
    </dgm:pt>
    <dgm:pt modelId="{CF7AED4B-1129-421D-AE7E-7647A6987F13}" type="sibTrans" cxnId="{4308558F-48B0-4D84-A2A4-FC57CF0F0000}">
      <dgm:prSet/>
      <dgm:spPr/>
      <dgm:t>
        <a:bodyPr/>
        <a:lstStyle/>
        <a:p>
          <a:endParaRPr lang="zh-CN" altLang="en-US" sz="1600" b="1"/>
        </a:p>
      </dgm:t>
    </dgm:pt>
    <dgm:pt modelId="{F7FFA0E1-45C2-4023-A1F1-CA7B860C9D56}">
      <dgm:prSet custT="1"/>
      <dgm:spPr>
        <a:solidFill>
          <a:schemeClr val="accent6">
            <a:lumMod val="50000"/>
          </a:schemeClr>
        </a:solidFill>
      </dgm:spPr>
      <dgm:t>
        <a:bodyPr/>
        <a:lstStyle/>
        <a:p>
          <a:pPr rtl="0"/>
          <a:r>
            <a:rPr lang="zh-CN" altLang="en-US" sz="1600" b="1" dirty="0" smtClean="0"/>
            <a:t>文件管理</a:t>
          </a:r>
          <a:endParaRPr lang="zh-CN" altLang="en-US" sz="1600" b="1" dirty="0"/>
        </a:p>
      </dgm:t>
    </dgm:pt>
    <dgm:pt modelId="{629885D7-7978-47C4-A5D2-5A83B134FC3B}" type="parTrans" cxnId="{72381DB8-67F9-4080-85F5-B56FE1F72E46}">
      <dgm:prSet/>
      <dgm:spPr/>
      <dgm:t>
        <a:bodyPr/>
        <a:lstStyle/>
        <a:p>
          <a:endParaRPr lang="zh-CN" altLang="en-US" sz="1600" b="1"/>
        </a:p>
      </dgm:t>
    </dgm:pt>
    <dgm:pt modelId="{50299C5C-AD62-4D64-9FBE-F6F66E306B67}" type="sibTrans" cxnId="{72381DB8-67F9-4080-85F5-B56FE1F72E46}">
      <dgm:prSet/>
      <dgm:spPr/>
      <dgm:t>
        <a:bodyPr/>
        <a:lstStyle/>
        <a:p>
          <a:endParaRPr lang="zh-CN" altLang="en-US" sz="1600" b="1"/>
        </a:p>
      </dgm:t>
    </dgm:pt>
    <dgm:pt modelId="{CBFB9213-2014-448B-8F1E-D8F41E525DCC}">
      <dgm:prSet custT="1"/>
      <dgm:spPr>
        <a:solidFill>
          <a:schemeClr val="accent6">
            <a:lumMod val="50000"/>
          </a:schemeClr>
        </a:solidFill>
      </dgm:spPr>
      <dgm:t>
        <a:bodyPr/>
        <a:lstStyle/>
        <a:p>
          <a:pPr algn="l" rtl="0">
            <a:lnSpc>
              <a:spcPct val="100000"/>
            </a:lnSpc>
          </a:pPr>
          <a:r>
            <a:rPr lang="zh-CN" sz="1600" b="1" dirty="0" smtClean="0"/>
            <a:t>为用户提供文件存储空间的存储管理、目录管理、文件的读</a:t>
          </a:r>
          <a:r>
            <a:rPr lang="en-US" sz="1600" b="1" dirty="0" smtClean="0"/>
            <a:t>/</a:t>
          </a:r>
          <a:r>
            <a:rPr lang="zh-CN" sz="1600" b="1" dirty="0" smtClean="0"/>
            <a:t>写管理以及文件的共享与保护等功能</a:t>
          </a:r>
          <a:endParaRPr lang="zh-CN" altLang="en-US" sz="1600" b="1" dirty="0"/>
        </a:p>
      </dgm:t>
    </dgm:pt>
    <dgm:pt modelId="{DC55A910-BE3E-436B-B214-F11EA4B01EE2}" type="parTrans" cxnId="{781837D8-EC5C-4240-83D7-9273F0106D07}">
      <dgm:prSet/>
      <dgm:spPr/>
      <dgm:t>
        <a:bodyPr/>
        <a:lstStyle/>
        <a:p>
          <a:endParaRPr lang="zh-CN" altLang="en-US" sz="1600" b="1"/>
        </a:p>
      </dgm:t>
    </dgm:pt>
    <dgm:pt modelId="{A6C6AE97-7FCA-4538-973C-E405596E9B34}" type="sibTrans" cxnId="{781837D8-EC5C-4240-83D7-9273F0106D07}">
      <dgm:prSet/>
      <dgm:spPr/>
      <dgm:t>
        <a:bodyPr/>
        <a:lstStyle/>
        <a:p>
          <a:endParaRPr lang="zh-CN" altLang="en-US" sz="1600" b="1"/>
        </a:p>
      </dgm:t>
    </dgm:pt>
    <dgm:pt modelId="{F15D6BB7-B821-4457-9535-1FDF900F5F72}">
      <dgm:prSet custT="1"/>
      <dgm:spPr>
        <a:solidFill>
          <a:schemeClr val="accent5">
            <a:lumMod val="75000"/>
          </a:schemeClr>
        </a:solidFill>
      </dgm:spPr>
      <dgm:t>
        <a:bodyPr/>
        <a:lstStyle/>
        <a:p>
          <a:pPr algn="l" rtl="0"/>
          <a:r>
            <a:rPr lang="zh-CN" altLang="zh-CN" sz="1600" b="1" dirty="0" smtClean="0"/>
            <a:t>进程控制；</a:t>
          </a:r>
        </a:p>
        <a:p>
          <a:pPr algn="l"/>
          <a:r>
            <a:rPr lang="zh-CN" altLang="zh-CN" sz="1600" b="1" dirty="0" smtClean="0"/>
            <a:t>任务调度；</a:t>
          </a:r>
        </a:p>
        <a:p>
          <a:pPr algn="l"/>
          <a:r>
            <a:rPr lang="zh-CN" altLang="zh-CN" sz="1600" b="1" dirty="0" smtClean="0"/>
            <a:t>任务同步；</a:t>
          </a:r>
        </a:p>
        <a:p>
          <a:pPr algn="l"/>
          <a:r>
            <a:rPr lang="zh-CN" altLang="zh-CN" sz="1600" b="1" dirty="0" smtClean="0"/>
            <a:t>任务通信；</a:t>
          </a:r>
        </a:p>
        <a:p>
          <a:pPr algn="l"/>
          <a:r>
            <a:rPr lang="zh-CN" altLang="zh-CN" sz="1600" b="1" dirty="0" smtClean="0"/>
            <a:t>目标：公平、非阻塞、优先级。</a:t>
          </a:r>
        </a:p>
        <a:p>
          <a:pPr algn="l" rtl="0"/>
          <a:endParaRPr lang="zh-CN" sz="1600" b="1" dirty="0"/>
        </a:p>
      </dgm:t>
    </dgm:pt>
    <dgm:pt modelId="{4F783621-6C25-4FE8-B302-E63B42C8630C}" type="parTrans" cxnId="{AF59E52E-66A9-4A56-BE07-4DFD4A58672F}">
      <dgm:prSet/>
      <dgm:spPr/>
      <dgm:t>
        <a:bodyPr/>
        <a:lstStyle/>
        <a:p>
          <a:endParaRPr lang="zh-CN" altLang="en-US" sz="1600" b="1"/>
        </a:p>
      </dgm:t>
    </dgm:pt>
    <dgm:pt modelId="{ACBECF8F-AD05-4C9B-AEB1-6353446D8199}" type="sibTrans" cxnId="{AF59E52E-66A9-4A56-BE07-4DFD4A58672F}">
      <dgm:prSet/>
      <dgm:spPr/>
      <dgm:t>
        <a:bodyPr/>
        <a:lstStyle/>
        <a:p>
          <a:endParaRPr lang="zh-CN" altLang="en-US" sz="1600" b="1"/>
        </a:p>
      </dgm:t>
    </dgm:pt>
    <dgm:pt modelId="{4B9B0E4F-1456-4765-9E31-F62F728387DF}">
      <dgm:prSet custT="1"/>
      <dgm:spPr>
        <a:solidFill>
          <a:schemeClr val="accent1">
            <a:lumMod val="75000"/>
          </a:schemeClr>
        </a:solidFill>
      </dgm:spPr>
      <dgm:t>
        <a:bodyPr/>
        <a:lstStyle/>
        <a:p>
          <a:pPr algn="l" rtl="0"/>
          <a:r>
            <a:rPr lang="zh-CN" altLang="en-US" sz="1600" b="1" dirty="0" smtClean="0"/>
            <a:t>包括：</a:t>
          </a:r>
          <a:r>
            <a:rPr lang="zh-CN" sz="1600" b="1" dirty="0" smtClean="0"/>
            <a:t>内存分配、内存保护、地址映射和内存扩充</a:t>
          </a:r>
          <a:r>
            <a:rPr lang="zh-CN" altLang="en-US" sz="1600" b="1" dirty="0" smtClean="0">
              <a:solidFill>
                <a:schemeClr val="bg1"/>
              </a:solidFill>
            </a:rPr>
            <a:t>。</a:t>
          </a:r>
          <a:endParaRPr lang="en-US" altLang="zh-CN" sz="1600" b="1" dirty="0" smtClean="0">
            <a:solidFill>
              <a:schemeClr val="bg1"/>
            </a:solidFill>
          </a:endParaRPr>
        </a:p>
        <a:p>
          <a:pPr algn="l" rtl="0"/>
          <a:r>
            <a:rPr lang="zh-CN" sz="1600" b="1" dirty="0" smtClean="0">
              <a:solidFill>
                <a:srgbClr val="D38583"/>
              </a:solidFill>
            </a:rPr>
            <a:t>嵌入式操作系统</a:t>
          </a:r>
          <a:r>
            <a:rPr lang="zh-CN" sz="1600" b="1" dirty="0" smtClean="0"/>
            <a:t>：实模式和保护模式。</a:t>
          </a:r>
          <a:endParaRPr lang="en-US" altLang="zh-CN" sz="1600" b="1" dirty="0" smtClean="0"/>
        </a:p>
        <a:p>
          <a:pPr algn="l" rtl="0"/>
          <a:endParaRPr lang="zh-CN" sz="1600" b="1" dirty="0">
            <a:solidFill>
              <a:schemeClr val="bg1"/>
            </a:solidFill>
          </a:endParaRPr>
        </a:p>
      </dgm:t>
    </dgm:pt>
    <dgm:pt modelId="{A2C810A5-D629-4F71-A571-1EDD8C46F75F}" type="parTrans" cxnId="{FF2E5576-87E0-4E90-8CD9-4E6DF07F9CDA}">
      <dgm:prSet/>
      <dgm:spPr/>
      <dgm:t>
        <a:bodyPr/>
        <a:lstStyle/>
        <a:p>
          <a:endParaRPr lang="zh-CN" altLang="en-US" sz="1600" b="1"/>
        </a:p>
      </dgm:t>
    </dgm:pt>
    <dgm:pt modelId="{1195EEF7-F8EC-43EE-BEDB-A1D335D2EEAA}" type="sibTrans" cxnId="{FF2E5576-87E0-4E90-8CD9-4E6DF07F9CDA}">
      <dgm:prSet/>
      <dgm:spPr/>
      <dgm:t>
        <a:bodyPr/>
        <a:lstStyle/>
        <a:p>
          <a:endParaRPr lang="zh-CN" altLang="en-US" sz="1600" b="1"/>
        </a:p>
      </dgm:t>
    </dgm:pt>
    <dgm:pt modelId="{8D82881B-C18D-48FF-8E90-175BE2D3D5AE}">
      <dgm:prSet custT="1"/>
      <dgm:spPr>
        <a:solidFill>
          <a:schemeClr val="accent4">
            <a:lumMod val="75000"/>
          </a:schemeClr>
        </a:solidFill>
      </dgm:spPr>
      <dgm:t>
        <a:bodyPr/>
        <a:lstStyle/>
        <a:p>
          <a:pPr algn="l" rtl="0"/>
          <a:r>
            <a:rPr lang="zh-CN" sz="1600" b="1" dirty="0" smtClean="0"/>
            <a:t>进行缓冲管理、设备分配和处理等管理，目的是屏蔽不同设备的差异性</a:t>
          </a:r>
          <a:endParaRPr lang="zh-CN" sz="1600" b="1" dirty="0"/>
        </a:p>
      </dgm:t>
    </dgm:pt>
    <dgm:pt modelId="{4A4B6A5B-B2A1-4AAE-8A99-B3D78D3009F8}" type="parTrans" cxnId="{83683ABE-7514-4E55-A2B3-DFCA5E15F4DD}">
      <dgm:prSet/>
      <dgm:spPr/>
      <dgm:t>
        <a:bodyPr/>
        <a:lstStyle/>
        <a:p>
          <a:endParaRPr lang="zh-CN" altLang="en-US" sz="1600" b="1"/>
        </a:p>
      </dgm:t>
    </dgm:pt>
    <dgm:pt modelId="{4A562BBA-5D51-4093-98AC-819044C5EF66}" type="sibTrans" cxnId="{83683ABE-7514-4E55-A2B3-DFCA5E15F4DD}">
      <dgm:prSet/>
      <dgm:spPr/>
      <dgm:t>
        <a:bodyPr/>
        <a:lstStyle/>
        <a:p>
          <a:endParaRPr lang="zh-CN" altLang="en-US" sz="1600" b="1"/>
        </a:p>
      </dgm:t>
    </dgm:pt>
    <dgm:pt modelId="{0411E890-B9AA-4202-A46F-CAE162ABF267}">
      <dgm:prSet custT="1"/>
      <dgm:spPr>
        <a:solidFill>
          <a:schemeClr val="accent3">
            <a:lumMod val="75000"/>
          </a:schemeClr>
        </a:solidFill>
      </dgm:spPr>
      <dgm:t>
        <a:bodyPr/>
        <a:lstStyle/>
        <a:p>
          <a:pPr algn="ctr" rtl="0">
            <a:lnSpc>
              <a:spcPct val="100000"/>
            </a:lnSpc>
            <a:spcAft>
              <a:spcPts val="0"/>
            </a:spcAft>
          </a:pPr>
          <a:r>
            <a:rPr lang="zh-CN" sz="1600" b="1" dirty="0" smtClean="0"/>
            <a:t>作业管理</a:t>
          </a:r>
          <a:endParaRPr lang="en-US" altLang="zh-CN" sz="1600" b="1" dirty="0" smtClean="0"/>
        </a:p>
        <a:p>
          <a:pPr algn="ctr" rtl="0">
            <a:lnSpc>
              <a:spcPct val="100000"/>
            </a:lnSpc>
            <a:spcAft>
              <a:spcPts val="0"/>
            </a:spcAft>
          </a:pPr>
          <a:r>
            <a:rPr lang="zh-CN" altLang="en-US" sz="1600" b="1" dirty="0" smtClean="0"/>
            <a:t>（接口管理）</a:t>
          </a:r>
          <a:endParaRPr lang="zh-CN" altLang="en-US" sz="1600" b="1" dirty="0"/>
        </a:p>
      </dgm:t>
    </dgm:pt>
    <dgm:pt modelId="{FFF9144F-509F-4FF6-AA4F-8FD3457D166B}" type="parTrans" cxnId="{6D98E5FA-AB99-479F-9782-A1A7FA579F77}">
      <dgm:prSet/>
      <dgm:spPr/>
      <dgm:t>
        <a:bodyPr/>
        <a:lstStyle/>
        <a:p>
          <a:endParaRPr lang="zh-CN" altLang="en-US" sz="1600" b="1"/>
        </a:p>
      </dgm:t>
    </dgm:pt>
    <dgm:pt modelId="{C94B7D7D-5148-44DC-9869-322EA0AD0DE6}" type="sibTrans" cxnId="{6D98E5FA-AB99-479F-9782-A1A7FA579F77}">
      <dgm:prSet/>
      <dgm:spPr/>
      <dgm:t>
        <a:bodyPr/>
        <a:lstStyle/>
        <a:p>
          <a:endParaRPr lang="zh-CN" altLang="en-US" sz="1600" b="1"/>
        </a:p>
      </dgm:t>
    </dgm:pt>
    <dgm:pt modelId="{13C4138E-1960-4A4E-8998-4F5BB4ADD223}">
      <dgm:prSet/>
      <dgm:spPr>
        <a:solidFill>
          <a:schemeClr val="accent3">
            <a:lumMod val="75000"/>
          </a:schemeClr>
        </a:solidFill>
      </dgm:spPr>
      <dgm:t>
        <a:bodyPr/>
        <a:lstStyle/>
        <a:p>
          <a:r>
            <a:rPr lang="zh-CN" b="1" smtClean="0"/>
            <a:t>用户通过操作系统提供的接口来访问计算机的硬件资源。主要有命令接口、程序接口和图形用户接口</a:t>
          </a:r>
          <a:r>
            <a:rPr lang="en-US" b="1" smtClean="0"/>
            <a:t>GUI</a:t>
          </a:r>
          <a:r>
            <a:rPr lang="zh-CN" b="1" smtClean="0"/>
            <a:t>等</a:t>
          </a:r>
          <a:endParaRPr lang="zh-CN" altLang="en-US" b="1"/>
        </a:p>
      </dgm:t>
    </dgm:pt>
    <dgm:pt modelId="{34C5A7C6-7681-4C29-B9C1-21CCBBF12136}" type="parTrans" cxnId="{11E8076C-A1C7-4B89-8F52-6F58994D696D}">
      <dgm:prSet/>
      <dgm:spPr/>
      <dgm:t>
        <a:bodyPr/>
        <a:lstStyle/>
        <a:p>
          <a:endParaRPr lang="zh-CN" altLang="en-US"/>
        </a:p>
      </dgm:t>
    </dgm:pt>
    <dgm:pt modelId="{63DB8AEB-1684-406B-8B15-F59DAEF07F04}" type="sibTrans" cxnId="{11E8076C-A1C7-4B89-8F52-6F58994D696D}">
      <dgm:prSet/>
      <dgm:spPr/>
      <dgm:t>
        <a:bodyPr/>
        <a:lstStyle/>
        <a:p>
          <a:endParaRPr lang="zh-CN" altLang="en-US"/>
        </a:p>
      </dgm:t>
    </dgm:pt>
    <dgm:pt modelId="{D53D6ADF-95E3-413C-85C9-196FFE51F40B}" type="pres">
      <dgm:prSet presAssocID="{C41C5EAB-C2A4-4095-82BC-77E358E1C819}" presName="Name0" presStyleCnt="0">
        <dgm:presLayoutVars>
          <dgm:chPref val="1"/>
          <dgm:dir/>
          <dgm:animOne val="branch"/>
          <dgm:animLvl val="lvl"/>
          <dgm:resizeHandles/>
        </dgm:presLayoutVars>
      </dgm:prSet>
      <dgm:spPr/>
      <dgm:t>
        <a:bodyPr/>
        <a:lstStyle/>
        <a:p>
          <a:endParaRPr lang="zh-CN" altLang="en-US"/>
        </a:p>
      </dgm:t>
    </dgm:pt>
    <dgm:pt modelId="{B87231A7-65BC-41BE-AAF7-2CFE0A974BF1}" type="pres">
      <dgm:prSet presAssocID="{53106BCF-164B-4044-A7E1-A1ECC471610E}" presName="vertOne" presStyleCnt="0"/>
      <dgm:spPr/>
    </dgm:pt>
    <dgm:pt modelId="{E5EBE843-B0C1-4AED-AECF-52C4A3887897}" type="pres">
      <dgm:prSet presAssocID="{53106BCF-164B-4044-A7E1-A1ECC471610E}" presName="txOne" presStyleLbl="node0" presStyleIdx="0" presStyleCnt="5" custScaleY="19032" custLinFactNeighborX="1033" custLinFactNeighborY="66846">
        <dgm:presLayoutVars>
          <dgm:chPref val="3"/>
        </dgm:presLayoutVars>
      </dgm:prSet>
      <dgm:spPr/>
      <dgm:t>
        <a:bodyPr/>
        <a:lstStyle/>
        <a:p>
          <a:endParaRPr lang="zh-CN" altLang="en-US"/>
        </a:p>
      </dgm:t>
    </dgm:pt>
    <dgm:pt modelId="{DE36A367-D862-4C12-8C2E-3DFE6D2E453D}" type="pres">
      <dgm:prSet presAssocID="{53106BCF-164B-4044-A7E1-A1ECC471610E}" presName="parTransOne" presStyleCnt="0"/>
      <dgm:spPr/>
    </dgm:pt>
    <dgm:pt modelId="{AD29E1B9-C814-4FE6-AFF6-D15D0032AE7B}" type="pres">
      <dgm:prSet presAssocID="{53106BCF-164B-4044-A7E1-A1ECC471610E}" presName="horzOne" presStyleCnt="0"/>
      <dgm:spPr/>
    </dgm:pt>
    <dgm:pt modelId="{4938D803-8A3C-4BD1-8C6B-6F11154176EB}" type="pres">
      <dgm:prSet presAssocID="{F15D6BB7-B821-4457-9535-1FDF900F5F72}" presName="vertTwo" presStyleCnt="0"/>
      <dgm:spPr/>
    </dgm:pt>
    <dgm:pt modelId="{CCB02931-FFF6-413B-BC90-2EF527A1110C}" type="pres">
      <dgm:prSet presAssocID="{F15D6BB7-B821-4457-9535-1FDF900F5F72}" presName="txTwo" presStyleLbl="node2" presStyleIdx="0" presStyleCnt="5">
        <dgm:presLayoutVars>
          <dgm:chPref val="3"/>
        </dgm:presLayoutVars>
      </dgm:prSet>
      <dgm:spPr/>
      <dgm:t>
        <a:bodyPr/>
        <a:lstStyle/>
        <a:p>
          <a:endParaRPr lang="zh-CN" altLang="en-US"/>
        </a:p>
      </dgm:t>
    </dgm:pt>
    <dgm:pt modelId="{16924F17-A388-45CB-9570-F3F1AB09D9D6}" type="pres">
      <dgm:prSet presAssocID="{F15D6BB7-B821-4457-9535-1FDF900F5F72}" presName="horzTwo" presStyleCnt="0"/>
      <dgm:spPr/>
    </dgm:pt>
    <dgm:pt modelId="{9090C473-1221-4DDF-BBE8-55C5559ABA37}" type="pres">
      <dgm:prSet presAssocID="{A9E576B2-4253-4E2A-98CD-9B5028476F4A}" presName="sibSpaceOne" presStyleCnt="0"/>
      <dgm:spPr/>
    </dgm:pt>
    <dgm:pt modelId="{09DCE13C-15C5-4FA7-B020-4FAB6A5E558F}" type="pres">
      <dgm:prSet presAssocID="{2784EC14-C125-4D0F-9A00-03CA049E37C2}" presName="vertOne" presStyleCnt="0"/>
      <dgm:spPr/>
    </dgm:pt>
    <dgm:pt modelId="{E452DE8B-15D2-42CF-97A2-FB70726F0CBD}" type="pres">
      <dgm:prSet presAssocID="{2784EC14-C125-4D0F-9A00-03CA049E37C2}" presName="txOne" presStyleLbl="node0" presStyleIdx="1" presStyleCnt="5" custScaleY="19032" custLinFactNeighborX="103" custLinFactNeighborY="66846">
        <dgm:presLayoutVars>
          <dgm:chPref val="3"/>
        </dgm:presLayoutVars>
      </dgm:prSet>
      <dgm:spPr/>
      <dgm:t>
        <a:bodyPr/>
        <a:lstStyle/>
        <a:p>
          <a:endParaRPr lang="zh-CN" altLang="en-US"/>
        </a:p>
      </dgm:t>
    </dgm:pt>
    <dgm:pt modelId="{F4301522-0338-4C7F-8715-D81B0BA0DABE}" type="pres">
      <dgm:prSet presAssocID="{2784EC14-C125-4D0F-9A00-03CA049E37C2}" presName="parTransOne" presStyleCnt="0"/>
      <dgm:spPr/>
    </dgm:pt>
    <dgm:pt modelId="{404CF50E-F8EB-40AA-AFDD-C09A01E16E53}" type="pres">
      <dgm:prSet presAssocID="{2784EC14-C125-4D0F-9A00-03CA049E37C2}" presName="horzOne" presStyleCnt="0"/>
      <dgm:spPr/>
    </dgm:pt>
    <dgm:pt modelId="{B08B803F-1264-403D-8405-53AEFDAE1DA0}" type="pres">
      <dgm:prSet presAssocID="{4B9B0E4F-1456-4765-9E31-F62F728387DF}" presName="vertTwo" presStyleCnt="0"/>
      <dgm:spPr/>
    </dgm:pt>
    <dgm:pt modelId="{BD10B9A4-8EA5-4027-AFFC-EA8EEF93B10C}" type="pres">
      <dgm:prSet presAssocID="{4B9B0E4F-1456-4765-9E31-F62F728387DF}" presName="txTwo" presStyleLbl="node2" presStyleIdx="1" presStyleCnt="5">
        <dgm:presLayoutVars>
          <dgm:chPref val="3"/>
        </dgm:presLayoutVars>
      </dgm:prSet>
      <dgm:spPr/>
      <dgm:t>
        <a:bodyPr/>
        <a:lstStyle/>
        <a:p>
          <a:endParaRPr lang="zh-CN" altLang="en-US"/>
        </a:p>
      </dgm:t>
    </dgm:pt>
    <dgm:pt modelId="{71874D0A-B7EC-414B-9DA7-3AFDE444066B}" type="pres">
      <dgm:prSet presAssocID="{4B9B0E4F-1456-4765-9E31-F62F728387DF}" presName="horzTwo" presStyleCnt="0"/>
      <dgm:spPr/>
    </dgm:pt>
    <dgm:pt modelId="{1E4BC41E-5C1C-443C-ADD7-D004DC7395AF}" type="pres">
      <dgm:prSet presAssocID="{1FD6D9A3-35EF-4D3A-A7B9-1F4A15E9A764}" presName="sibSpaceOne" presStyleCnt="0"/>
      <dgm:spPr/>
    </dgm:pt>
    <dgm:pt modelId="{56B82233-D486-4A60-996B-F125D6D39627}" type="pres">
      <dgm:prSet presAssocID="{A327E48B-71E7-4C6E-BEF4-174423A8519A}" presName="vertOne" presStyleCnt="0"/>
      <dgm:spPr/>
    </dgm:pt>
    <dgm:pt modelId="{000CFC81-6E43-42B3-847B-B1CB42F6C969}" type="pres">
      <dgm:prSet presAssocID="{A327E48B-71E7-4C6E-BEF4-174423A8519A}" presName="txOne" presStyleLbl="node0" presStyleIdx="2" presStyleCnt="5" custScaleY="19032" custLinFactNeighborX="103" custLinFactNeighborY="66846">
        <dgm:presLayoutVars>
          <dgm:chPref val="3"/>
        </dgm:presLayoutVars>
      </dgm:prSet>
      <dgm:spPr/>
      <dgm:t>
        <a:bodyPr/>
        <a:lstStyle/>
        <a:p>
          <a:endParaRPr lang="zh-CN" altLang="en-US"/>
        </a:p>
      </dgm:t>
    </dgm:pt>
    <dgm:pt modelId="{5A0FB142-4910-4C99-B499-4465980E90B2}" type="pres">
      <dgm:prSet presAssocID="{A327E48B-71E7-4C6E-BEF4-174423A8519A}" presName="parTransOne" presStyleCnt="0"/>
      <dgm:spPr/>
    </dgm:pt>
    <dgm:pt modelId="{CC59DD31-B64D-4448-8AB1-EB376A9665BD}" type="pres">
      <dgm:prSet presAssocID="{A327E48B-71E7-4C6E-BEF4-174423A8519A}" presName="horzOne" presStyleCnt="0"/>
      <dgm:spPr/>
    </dgm:pt>
    <dgm:pt modelId="{F82C419F-BC20-41E8-9BF7-CAC0E091A5D5}" type="pres">
      <dgm:prSet presAssocID="{8D82881B-C18D-48FF-8E90-175BE2D3D5AE}" presName="vertTwo" presStyleCnt="0"/>
      <dgm:spPr/>
    </dgm:pt>
    <dgm:pt modelId="{01A8CAA3-55B2-46BD-A41C-4E89EAA277B0}" type="pres">
      <dgm:prSet presAssocID="{8D82881B-C18D-48FF-8E90-175BE2D3D5AE}" presName="txTwo" presStyleLbl="node2" presStyleIdx="2" presStyleCnt="5">
        <dgm:presLayoutVars>
          <dgm:chPref val="3"/>
        </dgm:presLayoutVars>
      </dgm:prSet>
      <dgm:spPr/>
      <dgm:t>
        <a:bodyPr/>
        <a:lstStyle/>
        <a:p>
          <a:endParaRPr lang="zh-CN" altLang="en-US"/>
        </a:p>
      </dgm:t>
    </dgm:pt>
    <dgm:pt modelId="{4B80C9E5-0C85-4566-8FAC-2FF939DAFF46}" type="pres">
      <dgm:prSet presAssocID="{8D82881B-C18D-48FF-8E90-175BE2D3D5AE}" presName="horzTwo" presStyleCnt="0"/>
      <dgm:spPr/>
    </dgm:pt>
    <dgm:pt modelId="{531666E1-28BA-4CA9-8E39-BD2B47023EF2}" type="pres">
      <dgm:prSet presAssocID="{CF7AED4B-1129-421D-AE7E-7647A6987F13}" presName="sibSpaceOne" presStyleCnt="0"/>
      <dgm:spPr/>
    </dgm:pt>
    <dgm:pt modelId="{BB268B2B-83A7-47F4-8FC5-98B12C5FB564}" type="pres">
      <dgm:prSet presAssocID="{F7FFA0E1-45C2-4023-A1F1-CA7B860C9D56}" presName="vertOne" presStyleCnt="0"/>
      <dgm:spPr/>
    </dgm:pt>
    <dgm:pt modelId="{2ED1E486-F869-478A-921D-4780E293D903}" type="pres">
      <dgm:prSet presAssocID="{F7FFA0E1-45C2-4023-A1F1-CA7B860C9D56}" presName="txOne" presStyleLbl="node0" presStyleIdx="3" presStyleCnt="5" custScaleY="19032" custLinFactNeighborX="103" custLinFactNeighborY="66846">
        <dgm:presLayoutVars>
          <dgm:chPref val="3"/>
        </dgm:presLayoutVars>
      </dgm:prSet>
      <dgm:spPr/>
      <dgm:t>
        <a:bodyPr/>
        <a:lstStyle/>
        <a:p>
          <a:endParaRPr lang="zh-CN" altLang="en-US"/>
        </a:p>
      </dgm:t>
    </dgm:pt>
    <dgm:pt modelId="{4F88BFB3-1B0B-4985-9F6F-8E48F0A6E5D7}" type="pres">
      <dgm:prSet presAssocID="{F7FFA0E1-45C2-4023-A1F1-CA7B860C9D56}" presName="parTransOne" presStyleCnt="0"/>
      <dgm:spPr/>
    </dgm:pt>
    <dgm:pt modelId="{62CAB484-A575-491F-AFD9-232CB7601047}" type="pres">
      <dgm:prSet presAssocID="{F7FFA0E1-45C2-4023-A1F1-CA7B860C9D56}" presName="horzOne" presStyleCnt="0"/>
      <dgm:spPr/>
    </dgm:pt>
    <dgm:pt modelId="{F9331548-6976-4070-A688-9BACA4B1FB0C}" type="pres">
      <dgm:prSet presAssocID="{CBFB9213-2014-448B-8F1E-D8F41E525DCC}" presName="vertTwo" presStyleCnt="0"/>
      <dgm:spPr/>
    </dgm:pt>
    <dgm:pt modelId="{56C8FB25-FB6D-4C3A-84DE-B2EE84797CCE}" type="pres">
      <dgm:prSet presAssocID="{CBFB9213-2014-448B-8F1E-D8F41E525DCC}" presName="txTwo" presStyleLbl="node2" presStyleIdx="3" presStyleCnt="5">
        <dgm:presLayoutVars>
          <dgm:chPref val="3"/>
        </dgm:presLayoutVars>
      </dgm:prSet>
      <dgm:spPr/>
      <dgm:t>
        <a:bodyPr/>
        <a:lstStyle/>
        <a:p>
          <a:endParaRPr lang="zh-CN" altLang="en-US"/>
        </a:p>
      </dgm:t>
    </dgm:pt>
    <dgm:pt modelId="{A163595B-7955-4CBB-A18E-1613DE5838DD}" type="pres">
      <dgm:prSet presAssocID="{CBFB9213-2014-448B-8F1E-D8F41E525DCC}" presName="horzTwo" presStyleCnt="0"/>
      <dgm:spPr/>
    </dgm:pt>
    <dgm:pt modelId="{D4D99FB9-4D01-4170-9655-4D0D84BF32B3}" type="pres">
      <dgm:prSet presAssocID="{50299C5C-AD62-4D64-9FBE-F6F66E306B67}" presName="sibSpaceOne" presStyleCnt="0"/>
      <dgm:spPr/>
    </dgm:pt>
    <dgm:pt modelId="{D13D6341-02FA-4FC7-A825-EA2817310FA2}" type="pres">
      <dgm:prSet presAssocID="{0411E890-B9AA-4202-A46F-CAE162ABF267}" presName="vertOne" presStyleCnt="0"/>
      <dgm:spPr/>
    </dgm:pt>
    <dgm:pt modelId="{51C64E43-FAB5-444E-B890-B3FC3CF86304}" type="pres">
      <dgm:prSet presAssocID="{0411E890-B9AA-4202-A46F-CAE162ABF267}" presName="txOne" presStyleLbl="node0" presStyleIdx="4" presStyleCnt="5" custScaleY="19032" custLinFactNeighborX="103" custLinFactNeighborY="66846">
        <dgm:presLayoutVars>
          <dgm:chPref val="3"/>
        </dgm:presLayoutVars>
      </dgm:prSet>
      <dgm:spPr/>
      <dgm:t>
        <a:bodyPr/>
        <a:lstStyle/>
        <a:p>
          <a:endParaRPr lang="zh-CN" altLang="en-US"/>
        </a:p>
      </dgm:t>
    </dgm:pt>
    <dgm:pt modelId="{7210354D-4BB8-4153-A076-2114A53B6C68}" type="pres">
      <dgm:prSet presAssocID="{0411E890-B9AA-4202-A46F-CAE162ABF267}" presName="parTransOne" presStyleCnt="0"/>
      <dgm:spPr/>
    </dgm:pt>
    <dgm:pt modelId="{029B7307-F2A3-4BE2-9CB6-2C438EEB8F02}" type="pres">
      <dgm:prSet presAssocID="{0411E890-B9AA-4202-A46F-CAE162ABF267}" presName="horzOne" presStyleCnt="0"/>
      <dgm:spPr/>
    </dgm:pt>
    <dgm:pt modelId="{BFA8ABF2-56CE-4620-B53D-717D7DBAFD23}" type="pres">
      <dgm:prSet presAssocID="{13C4138E-1960-4A4E-8998-4F5BB4ADD223}" presName="vertTwo" presStyleCnt="0"/>
      <dgm:spPr/>
    </dgm:pt>
    <dgm:pt modelId="{18FDB096-A532-4698-B8DE-58D60ABFB90F}" type="pres">
      <dgm:prSet presAssocID="{13C4138E-1960-4A4E-8998-4F5BB4ADD223}" presName="txTwo" presStyleLbl="node2" presStyleIdx="4" presStyleCnt="5">
        <dgm:presLayoutVars>
          <dgm:chPref val="3"/>
        </dgm:presLayoutVars>
      </dgm:prSet>
      <dgm:spPr/>
      <dgm:t>
        <a:bodyPr/>
        <a:lstStyle/>
        <a:p>
          <a:endParaRPr lang="zh-CN" altLang="en-US"/>
        </a:p>
      </dgm:t>
    </dgm:pt>
    <dgm:pt modelId="{870D6324-C1C8-4B08-AAE1-84A615F5B346}" type="pres">
      <dgm:prSet presAssocID="{13C4138E-1960-4A4E-8998-4F5BB4ADD223}" presName="horzTwo" presStyleCnt="0"/>
      <dgm:spPr/>
    </dgm:pt>
  </dgm:ptLst>
  <dgm:cxnLst>
    <dgm:cxn modelId="{AF59E52E-66A9-4A56-BE07-4DFD4A58672F}" srcId="{53106BCF-164B-4044-A7E1-A1ECC471610E}" destId="{F15D6BB7-B821-4457-9535-1FDF900F5F72}" srcOrd="0" destOrd="0" parTransId="{4F783621-6C25-4FE8-B302-E63B42C8630C}" sibTransId="{ACBECF8F-AD05-4C9B-AEB1-6353446D8199}"/>
    <dgm:cxn modelId="{DF5382C1-1D11-449D-A573-CFEA7765B2C3}" type="presOf" srcId="{4B9B0E4F-1456-4765-9E31-F62F728387DF}" destId="{BD10B9A4-8EA5-4027-AFFC-EA8EEF93B10C}" srcOrd="0" destOrd="0" presId="urn:microsoft.com/office/officeart/2005/8/layout/hierarchy4"/>
    <dgm:cxn modelId="{759ACF31-7B6D-4F6B-9035-D215E34EC28E}" type="presOf" srcId="{C41C5EAB-C2A4-4095-82BC-77E358E1C819}" destId="{D53D6ADF-95E3-413C-85C9-196FFE51F40B}" srcOrd="0" destOrd="0" presId="urn:microsoft.com/office/officeart/2005/8/layout/hierarchy4"/>
    <dgm:cxn modelId="{A1858215-99FC-4E3E-91E2-88C0D799F4B8}" type="presOf" srcId="{0411E890-B9AA-4202-A46F-CAE162ABF267}" destId="{51C64E43-FAB5-444E-B890-B3FC3CF86304}" srcOrd="0" destOrd="0" presId="urn:microsoft.com/office/officeart/2005/8/layout/hierarchy4"/>
    <dgm:cxn modelId="{83683ABE-7514-4E55-A2B3-DFCA5E15F4DD}" srcId="{A327E48B-71E7-4C6E-BEF4-174423A8519A}" destId="{8D82881B-C18D-48FF-8E90-175BE2D3D5AE}" srcOrd="0" destOrd="0" parTransId="{4A4B6A5B-B2A1-4AAE-8A99-B3D78D3009F8}" sibTransId="{4A562BBA-5D51-4093-98AC-819044C5EF66}"/>
    <dgm:cxn modelId="{14C60882-5860-4508-85E0-A4D899B93230}" type="presOf" srcId="{F15D6BB7-B821-4457-9535-1FDF900F5F72}" destId="{CCB02931-FFF6-413B-BC90-2EF527A1110C}" srcOrd="0" destOrd="0" presId="urn:microsoft.com/office/officeart/2005/8/layout/hierarchy4"/>
    <dgm:cxn modelId="{781837D8-EC5C-4240-83D7-9273F0106D07}" srcId="{F7FFA0E1-45C2-4023-A1F1-CA7B860C9D56}" destId="{CBFB9213-2014-448B-8F1E-D8F41E525DCC}" srcOrd="0" destOrd="0" parTransId="{DC55A910-BE3E-436B-B214-F11EA4B01EE2}" sibTransId="{A6C6AE97-7FCA-4538-973C-E405596E9B34}"/>
    <dgm:cxn modelId="{FF2E5576-87E0-4E90-8CD9-4E6DF07F9CDA}" srcId="{2784EC14-C125-4D0F-9A00-03CA049E37C2}" destId="{4B9B0E4F-1456-4765-9E31-F62F728387DF}" srcOrd="0" destOrd="0" parTransId="{A2C810A5-D629-4F71-A571-1EDD8C46F75F}" sibTransId="{1195EEF7-F8EC-43EE-BEDB-A1D335D2EEAA}"/>
    <dgm:cxn modelId="{DE5E0B20-35E3-4338-9596-90279F798B0B}" type="presOf" srcId="{A327E48B-71E7-4C6E-BEF4-174423A8519A}" destId="{000CFC81-6E43-42B3-847B-B1CB42F6C969}" srcOrd="0" destOrd="0" presId="urn:microsoft.com/office/officeart/2005/8/layout/hierarchy4"/>
    <dgm:cxn modelId="{11E8076C-A1C7-4B89-8F52-6F58994D696D}" srcId="{0411E890-B9AA-4202-A46F-CAE162ABF267}" destId="{13C4138E-1960-4A4E-8998-4F5BB4ADD223}" srcOrd="0" destOrd="0" parTransId="{34C5A7C6-7681-4C29-B9C1-21CCBBF12136}" sibTransId="{63DB8AEB-1684-406B-8B15-F59DAEF07F04}"/>
    <dgm:cxn modelId="{A6A9C0AE-C2DD-41C7-9D11-6584B2F761BD}" type="presOf" srcId="{53106BCF-164B-4044-A7E1-A1ECC471610E}" destId="{E5EBE843-B0C1-4AED-AECF-52C4A3887897}" srcOrd="0" destOrd="0" presId="urn:microsoft.com/office/officeart/2005/8/layout/hierarchy4"/>
    <dgm:cxn modelId="{4AFB3D28-85E9-424C-9D8C-70EA942450FC}" type="presOf" srcId="{CBFB9213-2014-448B-8F1E-D8F41E525DCC}" destId="{56C8FB25-FB6D-4C3A-84DE-B2EE84797CCE}" srcOrd="0" destOrd="0" presId="urn:microsoft.com/office/officeart/2005/8/layout/hierarchy4"/>
    <dgm:cxn modelId="{4308558F-48B0-4D84-A2A4-FC57CF0F0000}" srcId="{C41C5EAB-C2A4-4095-82BC-77E358E1C819}" destId="{A327E48B-71E7-4C6E-BEF4-174423A8519A}" srcOrd="2" destOrd="0" parTransId="{DDBF4249-B8E6-450C-B18E-E5BA7A1C876B}" sibTransId="{CF7AED4B-1129-421D-AE7E-7647A6987F13}"/>
    <dgm:cxn modelId="{FD9A9EBF-68FC-4AF4-A133-A77B366F147C}" srcId="{C41C5EAB-C2A4-4095-82BC-77E358E1C819}" destId="{53106BCF-164B-4044-A7E1-A1ECC471610E}" srcOrd="0" destOrd="0" parTransId="{FF0A856F-A0C3-4035-A25B-FD50F6BB9C85}" sibTransId="{A9E576B2-4253-4E2A-98CD-9B5028476F4A}"/>
    <dgm:cxn modelId="{D1DA8C3B-84EC-472F-94FC-108D719F4AB2}" type="presOf" srcId="{8D82881B-C18D-48FF-8E90-175BE2D3D5AE}" destId="{01A8CAA3-55B2-46BD-A41C-4E89EAA277B0}" srcOrd="0" destOrd="0" presId="urn:microsoft.com/office/officeart/2005/8/layout/hierarchy4"/>
    <dgm:cxn modelId="{9E2CEF87-BA63-455C-B1B4-37AE0021C3B9}" srcId="{C41C5EAB-C2A4-4095-82BC-77E358E1C819}" destId="{2784EC14-C125-4D0F-9A00-03CA049E37C2}" srcOrd="1" destOrd="0" parTransId="{EAB239B9-B0B4-4488-8E48-225C7CBE1708}" sibTransId="{1FD6D9A3-35EF-4D3A-A7B9-1F4A15E9A764}"/>
    <dgm:cxn modelId="{3C441666-0E1D-4B29-896F-D8DF4E357069}" type="presOf" srcId="{F7FFA0E1-45C2-4023-A1F1-CA7B860C9D56}" destId="{2ED1E486-F869-478A-921D-4780E293D903}" srcOrd="0" destOrd="0" presId="urn:microsoft.com/office/officeart/2005/8/layout/hierarchy4"/>
    <dgm:cxn modelId="{72381DB8-67F9-4080-85F5-B56FE1F72E46}" srcId="{C41C5EAB-C2A4-4095-82BC-77E358E1C819}" destId="{F7FFA0E1-45C2-4023-A1F1-CA7B860C9D56}" srcOrd="3" destOrd="0" parTransId="{629885D7-7978-47C4-A5D2-5A83B134FC3B}" sibTransId="{50299C5C-AD62-4D64-9FBE-F6F66E306B67}"/>
    <dgm:cxn modelId="{FB4E666E-F17B-47D2-A2CF-A0BA36115AE2}" type="presOf" srcId="{2784EC14-C125-4D0F-9A00-03CA049E37C2}" destId="{E452DE8B-15D2-42CF-97A2-FB70726F0CBD}" srcOrd="0" destOrd="0" presId="urn:microsoft.com/office/officeart/2005/8/layout/hierarchy4"/>
    <dgm:cxn modelId="{6D98E5FA-AB99-479F-9782-A1A7FA579F77}" srcId="{C41C5EAB-C2A4-4095-82BC-77E358E1C819}" destId="{0411E890-B9AA-4202-A46F-CAE162ABF267}" srcOrd="4" destOrd="0" parTransId="{FFF9144F-509F-4FF6-AA4F-8FD3457D166B}" sibTransId="{C94B7D7D-5148-44DC-9869-322EA0AD0DE6}"/>
    <dgm:cxn modelId="{FA7A6AA7-4AF3-43E9-96CD-FC413755A40F}" type="presOf" srcId="{13C4138E-1960-4A4E-8998-4F5BB4ADD223}" destId="{18FDB096-A532-4698-B8DE-58D60ABFB90F}" srcOrd="0" destOrd="0" presId="urn:microsoft.com/office/officeart/2005/8/layout/hierarchy4"/>
    <dgm:cxn modelId="{A6708199-0847-41C3-B698-4AA1B47330C9}" type="presParOf" srcId="{D53D6ADF-95E3-413C-85C9-196FFE51F40B}" destId="{B87231A7-65BC-41BE-AAF7-2CFE0A974BF1}" srcOrd="0" destOrd="0" presId="urn:microsoft.com/office/officeart/2005/8/layout/hierarchy4"/>
    <dgm:cxn modelId="{96955301-502B-4D20-8868-BC915E7D8F26}" type="presParOf" srcId="{B87231A7-65BC-41BE-AAF7-2CFE0A974BF1}" destId="{E5EBE843-B0C1-4AED-AECF-52C4A3887897}" srcOrd="0" destOrd="0" presId="urn:microsoft.com/office/officeart/2005/8/layout/hierarchy4"/>
    <dgm:cxn modelId="{33F73665-959F-4051-B076-88FC7B963DF2}" type="presParOf" srcId="{B87231A7-65BC-41BE-AAF7-2CFE0A974BF1}" destId="{DE36A367-D862-4C12-8C2E-3DFE6D2E453D}" srcOrd="1" destOrd="0" presId="urn:microsoft.com/office/officeart/2005/8/layout/hierarchy4"/>
    <dgm:cxn modelId="{2706AAAD-B620-45C3-9D1A-129E91255A9B}" type="presParOf" srcId="{B87231A7-65BC-41BE-AAF7-2CFE0A974BF1}" destId="{AD29E1B9-C814-4FE6-AFF6-D15D0032AE7B}" srcOrd="2" destOrd="0" presId="urn:microsoft.com/office/officeart/2005/8/layout/hierarchy4"/>
    <dgm:cxn modelId="{A61D15DE-4C42-4B87-9AAB-622C458B03F0}" type="presParOf" srcId="{AD29E1B9-C814-4FE6-AFF6-D15D0032AE7B}" destId="{4938D803-8A3C-4BD1-8C6B-6F11154176EB}" srcOrd="0" destOrd="0" presId="urn:microsoft.com/office/officeart/2005/8/layout/hierarchy4"/>
    <dgm:cxn modelId="{1B93FA48-96D1-4221-B7BA-6B26F5AA32AC}" type="presParOf" srcId="{4938D803-8A3C-4BD1-8C6B-6F11154176EB}" destId="{CCB02931-FFF6-413B-BC90-2EF527A1110C}" srcOrd="0" destOrd="0" presId="urn:microsoft.com/office/officeart/2005/8/layout/hierarchy4"/>
    <dgm:cxn modelId="{7898C42C-41C2-4588-81E3-AB3783369CC9}" type="presParOf" srcId="{4938D803-8A3C-4BD1-8C6B-6F11154176EB}" destId="{16924F17-A388-45CB-9570-F3F1AB09D9D6}" srcOrd="1" destOrd="0" presId="urn:microsoft.com/office/officeart/2005/8/layout/hierarchy4"/>
    <dgm:cxn modelId="{30B922A1-593C-4504-88E0-03A20A6FB1DB}" type="presParOf" srcId="{D53D6ADF-95E3-413C-85C9-196FFE51F40B}" destId="{9090C473-1221-4DDF-BBE8-55C5559ABA37}" srcOrd="1" destOrd="0" presId="urn:microsoft.com/office/officeart/2005/8/layout/hierarchy4"/>
    <dgm:cxn modelId="{267D7A52-C946-4206-9D38-6DAFCD174965}" type="presParOf" srcId="{D53D6ADF-95E3-413C-85C9-196FFE51F40B}" destId="{09DCE13C-15C5-4FA7-B020-4FAB6A5E558F}" srcOrd="2" destOrd="0" presId="urn:microsoft.com/office/officeart/2005/8/layout/hierarchy4"/>
    <dgm:cxn modelId="{E82A8A79-C033-4213-A98A-0F7305B9BD5E}" type="presParOf" srcId="{09DCE13C-15C5-4FA7-B020-4FAB6A5E558F}" destId="{E452DE8B-15D2-42CF-97A2-FB70726F0CBD}" srcOrd="0" destOrd="0" presId="urn:microsoft.com/office/officeart/2005/8/layout/hierarchy4"/>
    <dgm:cxn modelId="{AFEC57E5-D59B-4851-BFDA-0608D4BE4FAA}" type="presParOf" srcId="{09DCE13C-15C5-4FA7-B020-4FAB6A5E558F}" destId="{F4301522-0338-4C7F-8715-D81B0BA0DABE}" srcOrd="1" destOrd="0" presId="urn:microsoft.com/office/officeart/2005/8/layout/hierarchy4"/>
    <dgm:cxn modelId="{4139F65A-9342-4388-B987-DC8DE4C0C452}" type="presParOf" srcId="{09DCE13C-15C5-4FA7-B020-4FAB6A5E558F}" destId="{404CF50E-F8EB-40AA-AFDD-C09A01E16E53}" srcOrd="2" destOrd="0" presId="urn:microsoft.com/office/officeart/2005/8/layout/hierarchy4"/>
    <dgm:cxn modelId="{1CA850A1-C553-4440-A978-64422ADD4D80}" type="presParOf" srcId="{404CF50E-F8EB-40AA-AFDD-C09A01E16E53}" destId="{B08B803F-1264-403D-8405-53AEFDAE1DA0}" srcOrd="0" destOrd="0" presId="urn:microsoft.com/office/officeart/2005/8/layout/hierarchy4"/>
    <dgm:cxn modelId="{386E6A3D-9AA9-4988-A7C6-892293BE3B07}" type="presParOf" srcId="{B08B803F-1264-403D-8405-53AEFDAE1DA0}" destId="{BD10B9A4-8EA5-4027-AFFC-EA8EEF93B10C}" srcOrd="0" destOrd="0" presId="urn:microsoft.com/office/officeart/2005/8/layout/hierarchy4"/>
    <dgm:cxn modelId="{4CCE7001-5F27-4A6F-8B78-C52B538CC8A8}" type="presParOf" srcId="{B08B803F-1264-403D-8405-53AEFDAE1DA0}" destId="{71874D0A-B7EC-414B-9DA7-3AFDE444066B}" srcOrd="1" destOrd="0" presId="urn:microsoft.com/office/officeart/2005/8/layout/hierarchy4"/>
    <dgm:cxn modelId="{20E9DC18-576E-490F-9D5A-66CF6885070A}" type="presParOf" srcId="{D53D6ADF-95E3-413C-85C9-196FFE51F40B}" destId="{1E4BC41E-5C1C-443C-ADD7-D004DC7395AF}" srcOrd="3" destOrd="0" presId="urn:microsoft.com/office/officeart/2005/8/layout/hierarchy4"/>
    <dgm:cxn modelId="{920038AC-EAB4-441A-B87F-3FAB76972C60}" type="presParOf" srcId="{D53D6ADF-95E3-413C-85C9-196FFE51F40B}" destId="{56B82233-D486-4A60-996B-F125D6D39627}" srcOrd="4" destOrd="0" presId="urn:microsoft.com/office/officeart/2005/8/layout/hierarchy4"/>
    <dgm:cxn modelId="{3E72B6C2-E46E-4A31-946A-2488D3222A0D}" type="presParOf" srcId="{56B82233-D486-4A60-996B-F125D6D39627}" destId="{000CFC81-6E43-42B3-847B-B1CB42F6C969}" srcOrd="0" destOrd="0" presId="urn:microsoft.com/office/officeart/2005/8/layout/hierarchy4"/>
    <dgm:cxn modelId="{A945746F-820E-4B8B-A74C-1FD673ABD762}" type="presParOf" srcId="{56B82233-D486-4A60-996B-F125D6D39627}" destId="{5A0FB142-4910-4C99-B499-4465980E90B2}" srcOrd="1" destOrd="0" presId="urn:microsoft.com/office/officeart/2005/8/layout/hierarchy4"/>
    <dgm:cxn modelId="{0D1639DC-7259-4FAD-A1A3-61773840141D}" type="presParOf" srcId="{56B82233-D486-4A60-996B-F125D6D39627}" destId="{CC59DD31-B64D-4448-8AB1-EB376A9665BD}" srcOrd="2" destOrd="0" presId="urn:microsoft.com/office/officeart/2005/8/layout/hierarchy4"/>
    <dgm:cxn modelId="{EA26EBF9-9B93-4C8B-993E-77734F0CCBEB}" type="presParOf" srcId="{CC59DD31-B64D-4448-8AB1-EB376A9665BD}" destId="{F82C419F-BC20-41E8-9BF7-CAC0E091A5D5}" srcOrd="0" destOrd="0" presId="urn:microsoft.com/office/officeart/2005/8/layout/hierarchy4"/>
    <dgm:cxn modelId="{0A0672B7-22E1-4C60-AB9F-6CE83E5AAC97}" type="presParOf" srcId="{F82C419F-BC20-41E8-9BF7-CAC0E091A5D5}" destId="{01A8CAA3-55B2-46BD-A41C-4E89EAA277B0}" srcOrd="0" destOrd="0" presId="urn:microsoft.com/office/officeart/2005/8/layout/hierarchy4"/>
    <dgm:cxn modelId="{FB96BC01-47EF-4A59-AB18-B3929AF8FCDA}" type="presParOf" srcId="{F82C419F-BC20-41E8-9BF7-CAC0E091A5D5}" destId="{4B80C9E5-0C85-4566-8FAC-2FF939DAFF46}" srcOrd="1" destOrd="0" presId="urn:microsoft.com/office/officeart/2005/8/layout/hierarchy4"/>
    <dgm:cxn modelId="{3483398E-A4F2-4A5A-825E-0B26D4FC445C}" type="presParOf" srcId="{D53D6ADF-95E3-413C-85C9-196FFE51F40B}" destId="{531666E1-28BA-4CA9-8E39-BD2B47023EF2}" srcOrd="5" destOrd="0" presId="urn:microsoft.com/office/officeart/2005/8/layout/hierarchy4"/>
    <dgm:cxn modelId="{AC945A37-691A-4E11-9A47-4E4B739BCDAF}" type="presParOf" srcId="{D53D6ADF-95E3-413C-85C9-196FFE51F40B}" destId="{BB268B2B-83A7-47F4-8FC5-98B12C5FB564}" srcOrd="6" destOrd="0" presId="urn:microsoft.com/office/officeart/2005/8/layout/hierarchy4"/>
    <dgm:cxn modelId="{7D622B94-4B93-4035-B2AA-7AB215C2A4B1}" type="presParOf" srcId="{BB268B2B-83A7-47F4-8FC5-98B12C5FB564}" destId="{2ED1E486-F869-478A-921D-4780E293D903}" srcOrd="0" destOrd="0" presId="urn:microsoft.com/office/officeart/2005/8/layout/hierarchy4"/>
    <dgm:cxn modelId="{8BB1B8FF-7546-46B3-914E-96CB7D60E634}" type="presParOf" srcId="{BB268B2B-83A7-47F4-8FC5-98B12C5FB564}" destId="{4F88BFB3-1B0B-4985-9F6F-8E48F0A6E5D7}" srcOrd="1" destOrd="0" presId="urn:microsoft.com/office/officeart/2005/8/layout/hierarchy4"/>
    <dgm:cxn modelId="{DB0D5E5B-A04F-4C87-AB5A-B95A9E67F2EF}" type="presParOf" srcId="{BB268B2B-83A7-47F4-8FC5-98B12C5FB564}" destId="{62CAB484-A575-491F-AFD9-232CB7601047}" srcOrd="2" destOrd="0" presId="urn:microsoft.com/office/officeart/2005/8/layout/hierarchy4"/>
    <dgm:cxn modelId="{C83CF244-FAFC-4E10-AF0D-6BA06DE92CAF}" type="presParOf" srcId="{62CAB484-A575-491F-AFD9-232CB7601047}" destId="{F9331548-6976-4070-A688-9BACA4B1FB0C}" srcOrd="0" destOrd="0" presId="urn:microsoft.com/office/officeart/2005/8/layout/hierarchy4"/>
    <dgm:cxn modelId="{5D53F1B2-C249-49DF-93BB-ACCF4BB0DC46}" type="presParOf" srcId="{F9331548-6976-4070-A688-9BACA4B1FB0C}" destId="{56C8FB25-FB6D-4C3A-84DE-B2EE84797CCE}" srcOrd="0" destOrd="0" presId="urn:microsoft.com/office/officeart/2005/8/layout/hierarchy4"/>
    <dgm:cxn modelId="{2A5AC2AB-B3D2-41A2-845E-8D444DFA95A7}" type="presParOf" srcId="{F9331548-6976-4070-A688-9BACA4B1FB0C}" destId="{A163595B-7955-4CBB-A18E-1613DE5838DD}" srcOrd="1" destOrd="0" presId="urn:microsoft.com/office/officeart/2005/8/layout/hierarchy4"/>
    <dgm:cxn modelId="{B3A09156-A122-400C-B39C-83BC68DAF17D}" type="presParOf" srcId="{D53D6ADF-95E3-413C-85C9-196FFE51F40B}" destId="{D4D99FB9-4D01-4170-9655-4D0D84BF32B3}" srcOrd="7" destOrd="0" presId="urn:microsoft.com/office/officeart/2005/8/layout/hierarchy4"/>
    <dgm:cxn modelId="{EBB22E00-32E0-4D23-A922-BDE15BB56FCC}" type="presParOf" srcId="{D53D6ADF-95E3-413C-85C9-196FFE51F40B}" destId="{D13D6341-02FA-4FC7-A825-EA2817310FA2}" srcOrd="8" destOrd="0" presId="urn:microsoft.com/office/officeart/2005/8/layout/hierarchy4"/>
    <dgm:cxn modelId="{848D6425-E5AD-4138-B84C-5AE67BA50E69}" type="presParOf" srcId="{D13D6341-02FA-4FC7-A825-EA2817310FA2}" destId="{51C64E43-FAB5-444E-B890-B3FC3CF86304}" srcOrd="0" destOrd="0" presId="urn:microsoft.com/office/officeart/2005/8/layout/hierarchy4"/>
    <dgm:cxn modelId="{D100B438-67D2-4170-9C81-BC524E281081}" type="presParOf" srcId="{D13D6341-02FA-4FC7-A825-EA2817310FA2}" destId="{7210354D-4BB8-4153-A076-2114A53B6C68}" srcOrd="1" destOrd="0" presId="urn:microsoft.com/office/officeart/2005/8/layout/hierarchy4"/>
    <dgm:cxn modelId="{CEC21D94-B377-4758-A261-1C2BFE6CF908}" type="presParOf" srcId="{D13D6341-02FA-4FC7-A825-EA2817310FA2}" destId="{029B7307-F2A3-4BE2-9CB6-2C438EEB8F02}" srcOrd="2" destOrd="0" presId="urn:microsoft.com/office/officeart/2005/8/layout/hierarchy4"/>
    <dgm:cxn modelId="{DE972304-A26C-4246-9B2F-C7108A464DCF}" type="presParOf" srcId="{029B7307-F2A3-4BE2-9CB6-2C438EEB8F02}" destId="{BFA8ABF2-56CE-4620-B53D-717D7DBAFD23}" srcOrd="0" destOrd="0" presId="urn:microsoft.com/office/officeart/2005/8/layout/hierarchy4"/>
    <dgm:cxn modelId="{D93D67DC-4E66-4980-9972-FEFBFD635705}" type="presParOf" srcId="{BFA8ABF2-56CE-4620-B53D-717D7DBAFD23}" destId="{18FDB096-A532-4698-B8DE-58D60ABFB90F}" srcOrd="0" destOrd="0" presId="urn:microsoft.com/office/officeart/2005/8/layout/hierarchy4"/>
    <dgm:cxn modelId="{5CC2D227-6A37-49A6-8A29-AA67EB9B4E5D}" type="presParOf" srcId="{BFA8ABF2-56CE-4620-B53D-717D7DBAFD23}" destId="{870D6324-C1C8-4B08-AAE1-84A615F5B346}"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9C12286-195E-481A-82A0-1106827B7B53}" type="doc">
      <dgm:prSet loTypeId="urn:microsoft.com/office/officeart/2009/3/layout/HorizontalOrganizationChart" loCatId="hierarchy" qsTypeId="urn:microsoft.com/office/officeart/2005/8/quickstyle/simple1" qsCatId="simple" csTypeId="urn:microsoft.com/office/officeart/2005/8/colors/colorful3" csCatId="colorful" phldr="1"/>
      <dgm:spPr/>
      <dgm:t>
        <a:bodyPr/>
        <a:lstStyle/>
        <a:p>
          <a:endParaRPr lang="zh-CN" altLang="en-US"/>
        </a:p>
      </dgm:t>
    </dgm:pt>
    <dgm:pt modelId="{CEF1A747-3CAC-4FB3-A5E0-86CECD786F11}">
      <dgm:prSet custT="1"/>
      <dgm:spPr>
        <a:solidFill>
          <a:schemeClr val="accent5">
            <a:lumMod val="50000"/>
          </a:schemeClr>
        </a:solidFill>
      </dgm:spPr>
      <dgm:t>
        <a:bodyPr/>
        <a:lstStyle/>
        <a:p>
          <a:pPr rtl="0"/>
          <a:r>
            <a:rPr lang="zh-CN" sz="1800" dirty="0" smtClean="0"/>
            <a:t>嵌入式操作系统</a:t>
          </a:r>
          <a:endParaRPr lang="zh-CN" sz="1800" dirty="0"/>
        </a:p>
      </dgm:t>
    </dgm:pt>
    <dgm:pt modelId="{41D08B8A-9B57-49C3-B5AF-AAA465A6F6BE}" type="parTrans" cxnId="{C39FB5D0-16CC-4907-ACDC-38CED6BCBF65}">
      <dgm:prSet/>
      <dgm:spPr/>
      <dgm:t>
        <a:bodyPr/>
        <a:lstStyle/>
        <a:p>
          <a:endParaRPr lang="zh-CN" altLang="en-US" sz="1800"/>
        </a:p>
      </dgm:t>
    </dgm:pt>
    <dgm:pt modelId="{FF513674-1AAE-485B-A070-9ABEAE9D0290}" type="sibTrans" cxnId="{C39FB5D0-16CC-4907-ACDC-38CED6BCBF65}">
      <dgm:prSet/>
      <dgm:spPr/>
      <dgm:t>
        <a:bodyPr/>
        <a:lstStyle/>
        <a:p>
          <a:endParaRPr lang="zh-CN" altLang="en-US" sz="1800"/>
        </a:p>
      </dgm:t>
    </dgm:pt>
    <dgm:pt modelId="{DE7D4472-5120-4318-9ADB-1DE74E167BED}">
      <dgm:prSet custT="1"/>
      <dgm:spPr>
        <a:solidFill>
          <a:srgbClr val="297083"/>
        </a:solidFill>
      </dgm:spPr>
      <dgm:t>
        <a:bodyPr/>
        <a:lstStyle/>
        <a:p>
          <a:pPr rtl="0"/>
          <a:r>
            <a:rPr lang="en-US" sz="1800" dirty="0" err="1" smtClean="0"/>
            <a:t>uC</a:t>
          </a:r>
          <a:r>
            <a:rPr lang="en-US" sz="1800" dirty="0" smtClean="0"/>
            <a:t>/OS-III</a:t>
          </a:r>
          <a:endParaRPr lang="zh-CN" sz="1800" dirty="0"/>
        </a:p>
      </dgm:t>
    </dgm:pt>
    <dgm:pt modelId="{899826F0-5547-42DC-A3DC-8D0941F3CD64}" type="parTrans" cxnId="{C48A8820-80E2-48F8-A85A-BA658D52CCDA}">
      <dgm:prSet/>
      <dgm:spPr>
        <a:ln>
          <a:solidFill>
            <a:schemeClr val="accent5">
              <a:lumMod val="75000"/>
            </a:schemeClr>
          </a:solidFill>
        </a:ln>
      </dgm:spPr>
      <dgm:t>
        <a:bodyPr/>
        <a:lstStyle/>
        <a:p>
          <a:endParaRPr lang="zh-CN" altLang="en-US" sz="1800"/>
        </a:p>
      </dgm:t>
    </dgm:pt>
    <dgm:pt modelId="{3821A060-045F-48FF-9EEE-CDD7CDAD124C}" type="sibTrans" cxnId="{C48A8820-80E2-48F8-A85A-BA658D52CCDA}">
      <dgm:prSet/>
      <dgm:spPr/>
      <dgm:t>
        <a:bodyPr/>
        <a:lstStyle/>
        <a:p>
          <a:endParaRPr lang="zh-CN" altLang="en-US" sz="1800"/>
        </a:p>
      </dgm:t>
    </dgm:pt>
    <dgm:pt modelId="{B56374FF-B3B3-4FDF-809B-E2DC675C34AE}">
      <dgm:prSet custT="1"/>
      <dgm:spPr>
        <a:solidFill>
          <a:srgbClr val="2B7589"/>
        </a:solidFill>
      </dgm:spPr>
      <dgm:t>
        <a:bodyPr/>
        <a:lstStyle/>
        <a:p>
          <a:pPr rtl="0"/>
          <a:r>
            <a:rPr lang="en-US" sz="1800" dirty="0" smtClean="0"/>
            <a:t>RTOS</a:t>
          </a:r>
          <a:endParaRPr lang="zh-CN" sz="1800" dirty="0"/>
        </a:p>
      </dgm:t>
    </dgm:pt>
    <dgm:pt modelId="{67A8B23C-F52C-4328-A42D-0A7D05775376}" type="parTrans" cxnId="{3E7D3883-2FC4-4BA1-A17A-45EC4DA47714}">
      <dgm:prSet/>
      <dgm:spPr>
        <a:ln>
          <a:solidFill>
            <a:schemeClr val="accent5">
              <a:lumMod val="75000"/>
            </a:schemeClr>
          </a:solidFill>
        </a:ln>
      </dgm:spPr>
      <dgm:t>
        <a:bodyPr/>
        <a:lstStyle/>
        <a:p>
          <a:endParaRPr lang="zh-CN" altLang="en-US" sz="1800"/>
        </a:p>
      </dgm:t>
    </dgm:pt>
    <dgm:pt modelId="{81095610-4B41-4C0D-9898-D8803667B28B}" type="sibTrans" cxnId="{3E7D3883-2FC4-4BA1-A17A-45EC4DA47714}">
      <dgm:prSet/>
      <dgm:spPr/>
      <dgm:t>
        <a:bodyPr/>
        <a:lstStyle/>
        <a:p>
          <a:endParaRPr lang="zh-CN" altLang="en-US" sz="1800"/>
        </a:p>
      </dgm:t>
    </dgm:pt>
    <dgm:pt modelId="{D8FAC442-A079-40B2-A09D-139F4719EF59}">
      <dgm:prSet custT="1"/>
      <dgm:spPr>
        <a:solidFill>
          <a:srgbClr val="31849B"/>
        </a:solidFill>
      </dgm:spPr>
      <dgm:t>
        <a:bodyPr/>
        <a:lstStyle/>
        <a:p>
          <a:pPr rtl="0"/>
          <a:r>
            <a:rPr lang="en-US" sz="1800" smtClean="0"/>
            <a:t>QNX</a:t>
          </a:r>
          <a:endParaRPr lang="zh-CN" sz="1800"/>
        </a:p>
      </dgm:t>
    </dgm:pt>
    <dgm:pt modelId="{C983D5FC-CABA-420F-B811-18B7C41E3601}" type="parTrans" cxnId="{61BEB894-165F-4034-9183-1632F86CAECF}">
      <dgm:prSet/>
      <dgm:spPr>
        <a:ln>
          <a:solidFill>
            <a:schemeClr val="accent5">
              <a:lumMod val="75000"/>
            </a:schemeClr>
          </a:solidFill>
        </a:ln>
      </dgm:spPr>
      <dgm:t>
        <a:bodyPr/>
        <a:lstStyle/>
        <a:p>
          <a:endParaRPr lang="zh-CN" altLang="en-US" sz="1800"/>
        </a:p>
      </dgm:t>
    </dgm:pt>
    <dgm:pt modelId="{179E5B04-7CB6-44A8-BD55-51C9C0AA5168}" type="sibTrans" cxnId="{61BEB894-165F-4034-9183-1632F86CAECF}">
      <dgm:prSet/>
      <dgm:spPr/>
      <dgm:t>
        <a:bodyPr/>
        <a:lstStyle/>
        <a:p>
          <a:endParaRPr lang="zh-CN" altLang="en-US" sz="1800"/>
        </a:p>
      </dgm:t>
    </dgm:pt>
    <dgm:pt modelId="{C4AC723E-BC37-4E1E-A78E-141880CCCD92}">
      <dgm:prSet custT="1"/>
      <dgm:spPr>
        <a:solidFill>
          <a:srgbClr val="3693AC"/>
        </a:solidFill>
      </dgm:spPr>
      <dgm:t>
        <a:bodyPr/>
        <a:lstStyle/>
        <a:p>
          <a:pPr rtl="0"/>
          <a:r>
            <a:rPr lang="en-US" sz="1800" dirty="0" err="1" smtClean="0"/>
            <a:t>embOS</a:t>
          </a:r>
          <a:endParaRPr lang="zh-CN" sz="1800" dirty="0"/>
        </a:p>
      </dgm:t>
    </dgm:pt>
    <dgm:pt modelId="{02F1C733-C7F7-4B4B-B107-88ACA8C8B2B7}" type="parTrans" cxnId="{00B35FFC-BDBB-4037-AB62-2A07FC3B58DA}">
      <dgm:prSet/>
      <dgm:spPr>
        <a:ln>
          <a:solidFill>
            <a:schemeClr val="accent5">
              <a:lumMod val="75000"/>
            </a:schemeClr>
          </a:solidFill>
        </a:ln>
      </dgm:spPr>
      <dgm:t>
        <a:bodyPr/>
        <a:lstStyle/>
        <a:p>
          <a:endParaRPr lang="zh-CN" altLang="en-US" sz="1800"/>
        </a:p>
      </dgm:t>
    </dgm:pt>
    <dgm:pt modelId="{ECDD4F3D-DCAE-4A19-AD71-9731D14D401F}" type="sibTrans" cxnId="{00B35FFC-BDBB-4037-AB62-2A07FC3B58DA}">
      <dgm:prSet/>
      <dgm:spPr/>
      <dgm:t>
        <a:bodyPr/>
        <a:lstStyle/>
        <a:p>
          <a:endParaRPr lang="zh-CN" altLang="en-US" sz="1800"/>
        </a:p>
      </dgm:t>
    </dgm:pt>
    <dgm:pt modelId="{08EB2068-D8B4-41A8-B6A9-111A1D33999D}">
      <dgm:prSet custT="1"/>
      <dgm:spPr>
        <a:solidFill>
          <a:srgbClr val="3BA0BB"/>
        </a:solidFill>
      </dgm:spPr>
      <dgm:t>
        <a:bodyPr/>
        <a:lstStyle/>
        <a:p>
          <a:pPr rtl="0"/>
          <a:r>
            <a:rPr lang="en-US" sz="1800" smtClean="0"/>
            <a:t>FreeRTOS</a:t>
          </a:r>
          <a:endParaRPr lang="zh-CN" sz="1800"/>
        </a:p>
      </dgm:t>
    </dgm:pt>
    <dgm:pt modelId="{62A44FD8-8C3F-4D87-96FC-90EE9EB8B372}" type="parTrans" cxnId="{ADF4E3E9-0E59-4532-94C6-AE81F5BAD8DB}">
      <dgm:prSet/>
      <dgm:spPr>
        <a:ln>
          <a:solidFill>
            <a:schemeClr val="accent5">
              <a:lumMod val="75000"/>
            </a:schemeClr>
          </a:solidFill>
        </a:ln>
      </dgm:spPr>
      <dgm:t>
        <a:bodyPr/>
        <a:lstStyle/>
        <a:p>
          <a:endParaRPr lang="zh-CN" altLang="en-US" sz="1800"/>
        </a:p>
      </dgm:t>
    </dgm:pt>
    <dgm:pt modelId="{C84C83BC-C610-42C7-86FB-92026C28DF29}" type="sibTrans" cxnId="{ADF4E3E9-0E59-4532-94C6-AE81F5BAD8DB}">
      <dgm:prSet/>
      <dgm:spPr/>
      <dgm:t>
        <a:bodyPr/>
        <a:lstStyle/>
        <a:p>
          <a:endParaRPr lang="zh-CN" altLang="en-US" sz="1800"/>
        </a:p>
      </dgm:t>
    </dgm:pt>
    <dgm:pt modelId="{5401B355-D574-4AFB-986E-A9E1732F5F68}">
      <dgm:prSet custT="1"/>
      <dgm:spPr>
        <a:solidFill>
          <a:srgbClr val="47AAC5"/>
        </a:solidFill>
      </dgm:spPr>
      <dgm:t>
        <a:bodyPr/>
        <a:lstStyle/>
        <a:p>
          <a:pPr rtl="0"/>
          <a:r>
            <a:rPr lang="en-US" sz="1800" dirty="0" smtClean="0"/>
            <a:t>WinCE</a:t>
          </a:r>
          <a:endParaRPr lang="zh-CN" sz="1800" dirty="0"/>
        </a:p>
      </dgm:t>
    </dgm:pt>
    <dgm:pt modelId="{0890C6B7-6C86-42BE-9C61-93A6610B6D88}" type="parTrans" cxnId="{0E5FE04D-C5E5-449A-849F-6D902FFE02C2}">
      <dgm:prSet/>
      <dgm:spPr>
        <a:ln>
          <a:solidFill>
            <a:schemeClr val="accent5">
              <a:lumMod val="75000"/>
            </a:schemeClr>
          </a:solidFill>
        </a:ln>
      </dgm:spPr>
      <dgm:t>
        <a:bodyPr/>
        <a:lstStyle/>
        <a:p>
          <a:endParaRPr lang="zh-CN" altLang="en-US" sz="1800"/>
        </a:p>
      </dgm:t>
    </dgm:pt>
    <dgm:pt modelId="{9C9A14F8-E678-4222-9859-F3A4F75305C9}" type="sibTrans" cxnId="{0E5FE04D-C5E5-449A-849F-6D902FFE02C2}">
      <dgm:prSet/>
      <dgm:spPr/>
      <dgm:t>
        <a:bodyPr/>
        <a:lstStyle/>
        <a:p>
          <a:endParaRPr lang="zh-CN" altLang="en-US" sz="1800"/>
        </a:p>
      </dgm:t>
    </dgm:pt>
    <dgm:pt modelId="{52733441-F981-4D5B-8EE3-5E2321B52EBE}">
      <dgm:prSet custT="1"/>
      <dgm:spPr>
        <a:solidFill>
          <a:srgbClr val="53B0C9"/>
        </a:solidFill>
      </dgm:spPr>
      <dgm:t>
        <a:bodyPr/>
        <a:lstStyle/>
        <a:p>
          <a:pPr rtl="0"/>
          <a:r>
            <a:rPr lang="en-US" sz="1800" dirty="0" smtClean="0"/>
            <a:t>Linux</a:t>
          </a:r>
          <a:endParaRPr lang="zh-CN" sz="1800" dirty="0"/>
        </a:p>
      </dgm:t>
    </dgm:pt>
    <dgm:pt modelId="{CF87F342-1CB8-41C2-9888-19DB477F207B}" type="parTrans" cxnId="{3CCD4A97-7F06-4F0B-9543-0E55EF831DAD}">
      <dgm:prSet/>
      <dgm:spPr>
        <a:ln>
          <a:solidFill>
            <a:schemeClr val="accent5">
              <a:lumMod val="75000"/>
            </a:schemeClr>
          </a:solidFill>
        </a:ln>
      </dgm:spPr>
      <dgm:t>
        <a:bodyPr/>
        <a:lstStyle/>
        <a:p>
          <a:endParaRPr lang="zh-CN" altLang="en-US" sz="1800"/>
        </a:p>
      </dgm:t>
    </dgm:pt>
    <dgm:pt modelId="{E043FAAB-1FFA-4B7C-A12D-DF52A7CDA910}" type="sibTrans" cxnId="{3CCD4A97-7F06-4F0B-9543-0E55EF831DAD}">
      <dgm:prSet/>
      <dgm:spPr/>
      <dgm:t>
        <a:bodyPr/>
        <a:lstStyle/>
        <a:p>
          <a:endParaRPr lang="zh-CN" altLang="en-US" sz="1800"/>
        </a:p>
      </dgm:t>
    </dgm:pt>
    <dgm:pt modelId="{CA1CBA51-3806-4924-B299-F83E1EAC2FA9}">
      <dgm:prSet custT="1"/>
      <dgm:spPr>
        <a:solidFill>
          <a:srgbClr val="61B6CD"/>
        </a:solidFill>
      </dgm:spPr>
      <dgm:t>
        <a:bodyPr/>
        <a:lstStyle/>
        <a:p>
          <a:pPr rtl="0"/>
          <a:r>
            <a:rPr lang="en-US" sz="1800" dirty="0" smtClean="0"/>
            <a:t>Android</a:t>
          </a:r>
          <a:endParaRPr lang="zh-CN" sz="1800" dirty="0"/>
        </a:p>
      </dgm:t>
    </dgm:pt>
    <dgm:pt modelId="{238EEC84-E992-4421-A8DB-D7462E7BD254}" type="parTrans" cxnId="{0A535A93-17ED-42FC-A172-CC4C5E0F30F6}">
      <dgm:prSet/>
      <dgm:spPr>
        <a:ln>
          <a:solidFill>
            <a:schemeClr val="accent5">
              <a:lumMod val="75000"/>
            </a:schemeClr>
          </a:solidFill>
        </a:ln>
      </dgm:spPr>
      <dgm:t>
        <a:bodyPr/>
        <a:lstStyle/>
        <a:p>
          <a:endParaRPr lang="zh-CN" altLang="en-US" sz="1800"/>
        </a:p>
      </dgm:t>
    </dgm:pt>
    <dgm:pt modelId="{4EA8D754-B8F7-4926-B6CD-3F2EA929E6D9}" type="sibTrans" cxnId="{0A535A93-17ED-42FC-A172-CC4C5E0F30F6}">
      <dgm:prSet/>
      <dgm:spPr/>
      <dgm:t>
        <a:bodyPr/>
        <a:lstStyle/>
        <a:p>
          <a:endParaRPr lang="zh-CN" altLang="en-US" sz="1800"/>
        </a:p>
      </dgm:t>
    </dgm:pt>
    <dgm:pt modelId="{499BEDA0-BB36-4F64-97F0-16D2B479ACD1}">
      <dgm:prSet custT="1"/>
      <dgm:spPr>
        <a:solidFill>
          <a:srgbClr val="70BDD2"/>
        </a:solidFill>
      </dgm:spPr>
      <dgm:t>
        <a:bodyPr/>
        <a:lstStyle/>
        <a:p>
          <a:pPr rtl="0"/>
          <a:r>
            <a:rPr lang="en-US" sz="1800" dirty="0" err="1" smtClean="0"/>
            <a:t>iOS</a:t>
          </a:r>
          <a:endParaRPr lang="zh-CN" sz="1800" dirty="0"/>
        </a:p>
      </dgm:t>
    </dgm:pt>
    <dgm:pt modelId="{760E4529-D396-4CB8-92A8-25DBAA53C32C}" type="parTrans" cxnId="{CA060265-EDB6-4C06-BC6B-2DA6778F64B1}">
      <dgm:prSet/>
      <dgm:spPr>
        <a:ln>
          <a:solidFill>
            <a:schemeClr val="accent5">
              <a:lumMod val="75000"/>
            </a:schemeClr>
          </a:solidFill>
        </a:ln>
      </dgm:spPr>
      <dgm:t>
        <a:bodyPr/>
        <a:lstStyle/>
        <a:p>
          <a:endParaRPr lang="zh-CN" altLang="en-US" sz="1800"/>
        </a:p>
      </dgm:t>
    </dgm:pt>
    <dgm:pt modelId="{C0D03B27-DDB4-44AA-960F-C63A30485FD6}" type="sibTrans" cxnId="{CA060265-EDB6-4C06-BC6B-2DA6778F64B1}">
      <dgm:prSet/>
      <dgm:spPr/>
      <dgm:t>
        <a:bodyPr/>
        <a:lstStyle/>
        <a:p>
          <a:endParaRPr lang="zh-CN" altLang="en-US" sz="1800"/>
        </a:p>
      </dgm:t>
    </dgm:pt>
    <dgm:pt modelId="{D6859B4C-0C94-4462-965D-CE688336C712}">
      <dgm:prSet custT="1"/>
      <dgm:spPr>
        <a:solidFill>
          <a:srgbClr val="256475"/>
        </a:solidFill>
      </dgm:spPr>
      <dgm:t>
        <a:bodyPr/>
        <a:lstStyle/>
        <a:p>
          <a:pPr rtl="0"/>
          <a:r>
            <a:rPr lang="en-US" sz="1800" smtClean="0"/>
            <a:t>VxWorks</a:t>
          </a:r>
          <a:endParaRPr lang="zh-CN" sz="1800" dirty="0"/>
        </a:p>
      </dgm:t>
    </dgm:pt>
    <dgm:pt modelId="{DB268C77-CBBC-4848-807D-80A870701483}" type="parTrans" cxnId="{D94EAEB3-A3E9-4967-AD02-8842DF6BC4D0}">
      <dgm:prSet/>
      <dgm:spPr>
        <a:ln>
          <a:solidFill>
            <a:schemeClr val="accent5">
              <a:lumMod val="75000"/>
            </a:schemeClr>
          </a:solidFill>
        </a:ln>
      </dgm:spPr>
      <dgm:t>
        <a:bodyPr/>
        <a:lstStyle/>
        <a:p>
          <a:endParaRPr lang="zh-CN" altLang="en-US" sz="1800"/>
        </a:p>
      </dgm:t>
    </dgm:pt>
    <dgm:pt modelId="{AD1C614F-5A7A-4EF5-9E71-0A436DEF1F27}" type="sibTrans" cxnId="{D94EAEB3-A3E9-4967-AD02-8842DF6BC4D0}">
      <dgm:prSet/>
      <dgm:spPr/>
      <dgm:t>
        <a:bodyPr/>
        <a:lstStyle/>
        <a:p>
          <a:endParaRPr lang="zh-CN" altLang="en-US" sz="1800"/>
        </a:p>
      </dgm:t>
    </dgm:pt>
    <dgm:pt modelId="{13B4C61B-AC3F-40BD-8D89-8D8275403192}" type="pres">
      <dgm:prSet presAssocID="{79C12286-195E-481A-82A0-1106827B7B53}" presName="hierChild1" presStyleCnt="0">
        <dgm:presLayoutVars>
          <dgm:orgChart val="1"/>
          <dgm:chPref val="1"/>
          <dgm:dir/>
          <dgm:animOne val="branch"/>
          <dgm:animLvl val="lvl"/>
          <dgm:resizeHandles/>
        </dgm:presLayoutVars>
      </dgm:prSet>
      <dgm:spPr/>
      <dgm:t>
        <a:bodyPr/>
        <a:lstStyle/>
        <a:p>
          <a:endParaRPr lang="zh-CN" altLang="en-US"/>
        </a:p>
      </dgm:t>
    </dgm:pt>
    <dgm:pt modelId="{603CB10C-AF58-44F5-83D3-5DDEC2416BEF}" type="pres">
      <dgm:prSet presAssocID="{CEF1A747-3CAC-4FB3-A5E0-86CECD786F11}" presName="hierRoot1" presStyleCnt="0">
        <dgm:presLayoutVars>
          <dgm:hierBranch val="init"/>
        </dgm:presLayoutVars>
      </dgm:prSet>
      <dgm:spPr/>
    </dgm:pt>
    <dgm:pt modelId="{A72FC305-23F5-4EA9-8236-FB9D8477E33A}" type="pres">
      <dgm:prSet presAssocID="{CEF1A747-3CAC-4FB3-A5E0-86CECD786F11}" presName="rootComposite1" presStyleCnt="0"/>
      <dgm:spPr/>
    </dgm:pt>
    <dgm:pt modelId="{5D69A53C-FC71-4E24-ADCE-05F5EBABA05C}" type="pres">
      <dgm:prSet presAssocID="{CEF1A747-3CAC-4FB3-A5E0-86CECD786F11}" presName="rootText1" presStyleLbl="node0" presStyleIdx="0" presStyleCnt="1" custScaleX="161737" custScaleY="152371" custLinFactNeighborX="-18780">
        <dgm:presLayoutVars>
          <dgm:chPref val="3"/>
        </dgm:presLayoutVars>
      </dgm:prSet>
      <dgm:spPr/>
      <dgm:t>
        <a:bodyPr/>
        <a:lstStyle/>
        <a:p>
          <a:endParaRPr lang="zh-CN" altLang="en-US"/>
        </a:p>
      </dgm:t>
    </dgm:pt>
    <dgm:pt modelId="{69256DE1-70D5-4D81-A48E-675FF2647A6F}" type="pres">
      <dgm:prSet presAssocID="{CEF1A747-3CAC-4FB3-A5E0-86CECD786F11}" presName="rootConnector1" presStyleLbl="node1" presStyleIdx="0" presStyleCnt="0"/>
      <dgm:spPr/>
      <dgm:t>
        <a:bodyPr/>
        <a:lstStyle/>
        <a:p>
          <a:endParaRPr lang="zh-CN" altLang="en-US"/>
        </a:p>
      </dgm:t>
    </dgm:pt>
    <dgm:pt modelId="{6EAC6FC8-92D3-4666-AD7B-F11FBB0DC131}" type="pres">
      <dgm:prSet presAssocID="{CEF1A747-3CAC-4FB3-A5E0-86CECD786F11}" presName="hierChild2" presStyleCnt="0"/>
      <dgm:spPr/>
    </dgm:pt>
    <dgm:pt modelId="{241E56D2-D213-4A44-9B30-D9C1F26B8A26}" type="pres">
      <dgm:prSet presAssocID="{DB268C77-CBBC-4848-807D-80A870701483}" presName="Name64" presStyleLbl="parChTrans1D2" presStyleIdx="0" presStyleCnt="10"/>
      <dgm:spPr/>
      <dgm:t>
        <a:bodyPr/>
        <a:lstStyle/>
        <a:p>
          <a:endParaRPr lang="zh-CN" altLang="en-US"/>
        </a:p>
      </dgm:t>
    </dgm:pt>
    <dgm:pt modelId="{E6544092-8BBB-4473-AFD4-C3584FC5B5CB}" type="pres">
      <dgm:prSet presAssocID="{D6859B4C-0C94-4462-965D-CE688336C712}" presName="hierRoot2" presStyleCnt="0">
        <dgm:presLayoutVars>
          <dgm:hierBranch val="init"/>
        </dgm:presLayoutVars>
      </dgm:prSet>
      <dgm:spPr/>
    </dgm:pt>
    <dgm:pt modelId="{CDD964B5-3417-4C29-A143-9DAB2F8C1040}" type="pres">
      <dgm:prSet presAssocID="{D6859B4C-0C94-4462-965D-CE688336C712}" presName="rootComposite" presStyleCnt="0"/>
      <dgm:spPr/>
    </dgm:pt>
    <dgm:pt modelId="{3EB0D1E2-15D8-4843-ABD9-43392D1DBBE0}" type="pres">
      <dgm:prSet presAssocID="{D6859B4C-0C94-4462-965D-CE688336C712}" presName="rootText" presStyleLbl="node2" presStyleIdx="0" presStyleCnt="10" custScaleX="135335">
        <dgm:presLayoutVars>
          <dgm:chPref val="3"/>
        </dgm:presLayoutVars>
      </dgm:prSet>
      <dgm:spPr/>
      <dgm:t>
        <a:bodyPr/>
        <a:lstStyle/>
        <a:p>
          <a:endParaRPr lang="zh-CN" altLang="en-US"/>
        </a:p>
      </dgm:t>
    </dgm:pt>
    <dgm:pt modelId="{A36F32CA-4311-4FD6-AF5E-F2DC0BA94F75}" type="pres">
      <dgm:prSet presAssocID="{D6859B4C-0C94-4462-965D-CE688336C712}" presName="rootConnector" presStyleLbl="node2" presStyleIdx="0" presStyleCnt="10"/>
      <dgm:spPr/>
      <dgm:t>
        <a:bodyPr/>
        <a:lstStyle/>
        <a:p>
          <a:endParaRPr lang="zh-CN" altLang="en-US"/>
        </a:p>
      </dgm:t>
    </dgm:pt>
    <dgm:pt modelId="{3E66E33E-3895-4B9D-9358-FFD7352946E3}" type="pres">
      <dgm:prSet presAssocID="{D6859B4C-0C94-4462-965D-CE688336C712}" presName="hierChild4" presStyleCnt="0"/>
      <dgm:spPr/>
    </dgm:pt>
    <dgm:pt modelId="{21578E64-D699-4CC1-8F4B-77EA18EA9038}" type="pres">
      <dgm:prSet presAssocID="{D6859B4C-0C94-4462-965D-CE688336C712}" presName="hierChild5" presStyleCnt="0"/>
      <dgm:spPr/>
    </dgm:pt>
    <dgm:pt modelId="{91CF4D3A-6C4C-45EB-A54D-0FF99B670CE4}" type="pres">
      <dgm:prSet presAssocID="{899826F0-5547-42DC-A3DC-8D0941F3CD64}" presName="Name64" presStyleLbl="parChTrans1D2" presStyleIdx="1" presStyleCnt="10"/>
      <dgm:spPr/>
      <dgm:t>
        <a:bodyPr/>
        <a:lstStyle/>
        <a:p>
          <a:endParaRPr lang="zh-CN" altLang="en-US"/>
        </a:p>
      </dgm:t>
    </dgm:pt>
    <dgm:pt modelId="{FD32BC71-AD0E-4AB6-AF71-E6D4092A7D5F}" type="pres">
      <dgm:prSet presAssocID="{DE7D4472-5120-4318-9ADB-1DE74E167BED}" presName="hierRoot2" presStyleCnt="0">
        <dgm:presLayoutVars>
          <dgm:hierBranch val="init"/>
        </dgm:presLayoutVars>
      </dgm:prSet>
      <dgm:spPr/>
    </dgm:pt>
    <dgm:pt modelId="{9799DFE3-56EB-4FE6-A905-227A9655B779}" type="pres">
      <dgm:prSet presAssocID="{DE7D4472-5120-4318-9ADB-1DE74E167BED}" presName="rootComposite" presStyleCnt="0"/>
      <dgm:spPr/>
    </dgm:pt>
    <dgm:pt modelId="{4C5A1D15-11F8-4862-A4A1-797336C87FFC}" type="pres">
      <dgm:prSet presAssocID="{DE7D4472-5120-4318-9ADB-1DE74E167BED}" presName="rootText" presStyleLbl="node2" presStyleIdx="1" presStyleCnt="10" custScaleX="135335">
        <dgm:presLayoutVars>
          <dgm:chPref val="3"/>
        </dgm:presLayoutVars>
      </dgm:prSet>
      <dgm:spPr/>
      <dgm:t>
        <a:bodyPr/>
        <a:lstStyle/>
        <a:p>
          <a:endParaRPr lang="zh-CN" altLang="en-US"/>
        </a:p>
      </dgm:t>
    </dgm:pt>
    <dgm:pt modelId="{2053DCE0-27A2-4944-83D9-C81EAE7CD6F7}" type="pres">
      <dgm:prSet presAssocID="{DE7D4472-5120-4318-9ADB-1DE74E167BED}" presName="rootConnector" presStyleLbl="node2" presStyleIdx="1" presStyleCnt="10"/>
      <dgm:spPr/>
      <dgm:t>
        <a:bodyPr/>
        <a:lstStyle/>
        <a:p>
          <a:endParaRPr lang="zh-CN" altLang="en-US"/>
        </a:p>
      </dgm:t>
    </dgm:pt>
    <dgm:pt modelId="{15D59E00-5C22-4859-B526-88DDEEF49954}" type="pres">
      <dgm:prSet presAssocID="{DE7D4472-5120-4318-9ADB-1DE74E167BED}" presName="hierChild4" presStyleCnt="0"/>
      <dgm:spPr/>
    </dgm:pt>
    <dgm:pt modelId="{AB9DDFF4-F08E-4D3B-99F5-E29255EE85CA}" type="pres">
      <dgm:prSet presAssocID="{DE7D4472-5120-4318-9ADB-1DE74E167BED}" presName="hierChild5" presStyleCnt="0"/>
      <dgm:spPr/>
    </dgm:pt>
    <dgm:pt modelId="{DF22BF9F-C7FA-4FFF-985C-3262E6775CC3}" type="pres">
      <dgm:prSet presAssocID="{67A8B23C-F52C-4328-A42D-0A7D05775376}" presName="Name64" presStyleLbl="parChTrans1D2" presStyleIdx="2" presStyleCnt="10"/>
      <dgm:spPr/>
      <dgm:t>
        <a:bodyPr/>
        <a:lstStyle/>
        <a:p>
          <a:endParaRPr lang="zh-CN" altLang="en-US"/>
        </a:p>
      </dgm:t>
    </dgm:pt>
    <dgm:pt modelId="{96BF6DA9-F381-4954-AD0A-A17871896ACB}" type="pres">
      <dgm:prSet presAssocID="{B56374FF-B3B3-4FDF-809B-E2DC675C34AE}" presName="hierRoot2" presStyleCnt="0">
        <dgm:presLayoutVars>
          <dgm:hierBranch val="init"/>
        </dgm:presLayoutVars>
      </dgm:prSet>
      <dgm:spPr/>
    </dgm:pt>
    <dgm:pt modelId="{841EA727-BCB6-4543-A548-E76497B62C56}" type="pres">
      <dgm:prSet presAssocID="{B56374FF-B3B3-4FDF-809B-E2DC675C34AE}" presName="rootComposite" presStyleCnt="0"/>
      <dgm:spPr/>
    </dgm:pt>
    <dgm:pt modelId="{E617EEB5-5E5E-4943-AF19-4CA010E58011}" type="pres">
      <dgm:prSet presAssocID="{B56374FF-B3B3-4FDF-809B-E2DC675C34AE}" presName="rootText" presStyleLbl="node2" presStyleIdx="2" presStyleCnt="10" custScaleX="135335">
        <dgm:presLayoutVars>
          <dgm:chPref val="3"/>
        </dgm:presLayoutVars>
      </dgm:prSet>
      <dgm:spPr/>
      <dgm:t>
        <a:bodyPr/>
        <a:lstStyle/>
        <a:p>
          <a:endParaRPr lang="zh-CN" altLang="en-US"/>
        </a:p>
      </dgm:t>
    </dgm:pt>
    <dgm:pt modelId="{A0F916D3-4E3C-4E1E-A673-F027DFEF7880}" type="pres">
      <dgm:prSet presAssocID="{B56374FF-B3B3-4FDF-809B-E2DC675C34AE}" presName="rootConnector" presStyleLbl="node2" presStyleIdx="2" presStyleCnt="10"/>
      <dgm:spPr/>
      <dgm:t>
        <a:bodyPr/>
        <a:lstStyle/>
        <a:p>
          <a:endParaRPr lang="zh-CN" altLang="en-US"/>
        </a:p>
      </dgm:t>
    </dgm:pt>
    <dgm:pt modelId="{946537D5-46DD-43A7-AC25-F9D7634D2947}" type="pres">
      <dgm:prSet presAssocID="{B56374FF-B3B3-4FDF-809B-E2DC675C34AE}" presName="hierChild4" presStyleCnt="0"/>
      <dgm:spPr/>
    </dgm:pt>
    <dgm:pt modelId="{13837610-6BA8-4D5E-A296-D69B11B4DE08}" type="pres">
      <dgm:prSet presAssocID="{B56374FF-B3B3-4FDF-809B-E2DC675C34AE}" presName="hierChild5" presStyleCnt="0"/>
      <dgm:spPr/>
    </dgm:pt>
    <dgm:pt modelId="{702175F8-4A15-4D51-B2C2-7F7A71A6436C}" type="pres">
      <dgm:prSet presAssocID="{C983D5FC-CABA-420F-B811-18B7C41E3601}" presName="Name64" presStyleLbl="parChTrans1D2" presStyleIdx="3" presStyleCnt="10"/>
      <dgm:spPr/>
      <dgm:t>
        <a:bodyPr/>
        <a:lstStyle/>
        <a:p>
          <a:endParaRPr lang="zh-CN" altLang="en-US"/>
        </a:p>
      </dgm:t>
    </dgm:pt>
    <dgm:pt modelId="{AD4B7844-6A78-4791-96F1-AFB58D539428}" type="pres">
      <dgm:prSet presAssocID="{D8FAC442-A079-40B2-A09D-139F4719EF59}" presName="hierRoot2" presStyleCnt="0">
        <dgm:presLayoutVars>
          <dgm:hierBranch val="init"/>
        </dgm:presLayoutVars>
      </dgm:prSet>
      <dgm:spPr/>
    </dgm:pt>
    <dgm:pt modelId="{BD19600A-393D-440D-8BC4-DD7AF9035604}" type="pres">
      <dgm:prSet presAssocID="{D8FAC442-A079-40B2-A09D-139F4719EF59}" presName="rootComposite" presStyleCnt="0"/>
      <dgm:spPr/>
    </dgm:pt>
    <dgm:pt modelId="{2DC7F996-FFE0-4EDD-B449-D2C33FD41C62}" type="pres">
      <dgm:prSet presAssocID="{D8FAC442-A079-40B2-A09D-139F4719EF59}" presName="rootText" presStyleLbl="node2" presStyleIdx="3" presStyleCnt="10" custScaleX="135335">
        <dgm:presLayoutVars>
          <dgm:chPref val="3"/>
        </dgm:presLayoutVars>
      </dgm:prSet>
      <dgm:spPr/>
      <dgm:t>
        <a:bodyPr/>
        <a:lstStyle/>
        <a:p>
          <a:endParaRPr lang="zh-CN" altLang="en-US"/>
        </a:p>
      </dgm:t>
    </dgm:pt>
    <dgm:pt modelId="{E1AA7A8F-6037-405F-B02A-576EE2D3F5B4}" type="pres">
      <dgm:prSet presAssocID="{D8FAC442-A079-40B2-A09D-139F4719EF59}" presName="rootConnector" presStyleLbl="node2" presStyleIdx="3" presStyleCnt="10"/>
      <dgm:spPr/>
      <dgm:t>
        <a:bodyPr/>
        <a:lstStyle/>
        <a:p>
          <a:endParaRPr lang="zh-CN" altLang="en-US"/>
        </a:p>
      </dgm:t>
    </dgm:pt>
    <dgm:pt modelId="{6ED8FAD4-715E-4CBE-8684-4097003B1FF0}" type="pres">
      <dgm:prSet presAssocID="{D8FAC442-A079-40B2-A09D-139F4719EF59}" presName="hierChild4" presStyleCnt="0"/>
      <dgm:spPr/>
    </dgm:pt>
    <dgm:pt modelId="{8D15103A-1D2C-4CCB-8D95-4DB291190995}" type="pres">
      <dgm:prSet presAssocID="{D8FAC442-A079-40B2-A09D-139F4719EF59}" presName="hierChild5" presStyleCnt="0"/>
      <dgm:spPr/>
    </dgm:pt>
    <dgm:pt modelId="{8E3B9106-B5C7-4CCA-AD4F-58D04666AE3C}" type="pres">
      <dgm:prSet presAssocID="{02F1C733-C7F7-4B4B-B107-88ACA8C8B2B7}" presName="Name64" presStyleLbl="parChTrans1D2" presStyleIdx="4" presStyleCnt="10"/>
      <dgm:spPr/>
      <dgm:t>
        <a:bodyPr/>
        <a:lstStyle/>
        <a:p>
          <a:endParaRPr lang="zh-CN" altLang="en-US"/>
        </a:p>
      </dgm:t>
    </dgm:pt>
    <dgm:pt modelId="{AF4C1A8B-9073-459D-8777-4C4E647804F5}" type="pres">
      <dgm:prSet presAssocID="{C4AC723E-BC37-4E1E-A78E-141880CCCD92}" presName="hierRoot2" presStyleCnt="0">
        <dgm:presLayoutVars>
          <dgm:hierBranch val="init"/>
        </dgm:presLayoutVars>
      </dgm:prSet>
      <dgm:spPr/>
    </dgm:pt>
    <dgm:pt modelId="{2C4F45F3-E1A1-4A55-A17F-4CDB668BCE79}" type="pres">
      <dgm:prSet presAssocID="{C4AC723E-BC37-4E1E-A78E-141880CCCD92}" presName="rootComposite" presStyleCnt="0"/>
      <dgm:spPr/>
    </dgm:pt>
    <dgm:pt modelId="{4E08EABF-6A12-440D-A6B3-1D782FC224E3}" type="pres">
      <dgm:prSet presAssocID="{C4AC723E-BC37-4E1E-A78E-141880CCCD92}" presName="rootText" presStyleLbl="node2" presStyleIdx="4" presStyleCnt="10" custScaleX="135335">
        <dgm:presLayoutVars>
          <dgm:chPref val="3"/>
        </dgm:presLayoutVars>
      </dgm:prSet>
      <dgm:spPr/>
      <dgm:t>
        <a:bodyPr/>
        <a:lstStyle/>
        <a:p>
          <a:endParaRPr lang="zh-CN" altLang="en-US"/>
        </a:p>
      </dgm:t>
    </dgm:pt>
    <dgm:pt modelId="{3B218254-CD17-4D64-93E1-A671646250CF}" type="pres">
      <dgm:prSet presAssocID="{C4AC723E-BC37-4E1E-A78E-141880CCCD92}" presName="rootConnector" presStyleLbl="node2" presStyleIdx="4" presStyleCnt="10"/>
      <dgm:spPr/>
      <dgm:t>
        <a:bodyPr/>
        <a:lstStyle/>
        <a:p>
          <a:endParaRPr lang="zh-CN" altLang="en-US"/>
        </a:p>
      </dgm:t>
    </dgm:pt>
    <dgm:pt modelId="{C35DA16E-1B3F-42C2-83F9-E788BB942CEA}" type="pres">
      <dgm:prSet presAssocID="{C4AC723E-BC37-4E1E-A78E-141880CCCD92}" presName="hierChild4" presStyleCnt="0"/>
      <dgm:spPr/>
    </dgm:pt>
    <dgm:pt modelId="{83540982-7ECE-43EE-BC3A-D6EBBFDE08CE}" type="pres">
      <dgm:prSet presAssocID="{C4AC723E-BC37-4E1E-A78E-141880CCCD92}" presName="hierChild5" presStyleCnt="0"/>
      <dgm:spPr/>
    </dgm:pt>
    <dgm:pt modelId="{B3319CB6-4462-4CF0-8CC0-1E661F7B54A2}" type="pres">
      <dgm:prSet presAssocID="{62A44FD8-8C3F-4D87-96FC-90EE9EB8B372}" presName="Name64" presStyleLbl="parChTrans1D2" presStyleIdx="5" presStyleCnt="10"/>
      <dgm:spPr/>
      <dgm:t>
        <a:bodyPr/>
        <a:lstStyle/>
        <a:p>
          <a:endParaRPr lang="zh-CN" altLang="en-US"/>
        </a:p>
      </dgm:t>
    </dgm:pt>
    <dgm:pt modelId="{857BAD58-4286-4691-8F96-DC89066F24BC}" type="pres">
      <dgm:prSet presAssocID="{08EB2068-D8B4-41A8-B6A9-111A1D33999D}" presName="hierRoot2" presStyleCnt="0">
        <dgm:presLayoutVars>
          <dgm:hierBranch val="init"/>
        </dgm:presLayoutVars>
      </dgm:prSet>
      <dgm:spPr/>
    </dgm:pt>
    <dgm:pt modelId="{769DE4FE-DE2A-4785-A25E-C9388351199D}" type="pres">
      <dgm:prSet presAssocID="{08EB2068-D8B4-41A8-B6A9-111A1D33999D}" presName="rootComposite" presStyleCnt="0"/>
      <dgm:spPr/>
    </dgm:pt>
    <dgm:pt modelId="{8113AA9D-415C-441C-9EBE-E18C1FC52A3B}" type="pres">
      <dgm:prSet presAssocID="{08EB2068-D8B4-41A8-B6A9-111A1D33999D}" presName="rootText" presStyleLbl="node2" presStyleIdx="5" presStyleCnt="10" custScaleX="135335">
        <dgm:presLayoutVars>
          <dgm:chPref val="3"/>
        </dgm:presLayoutVars>
      </dgm:prSet>
      <dgm:spPr/>
      <dgm:t>
        <a:bodyPr/>
        <a:lstStyle/>
        <a:p>
          <a:endParaRPr lang="zh-CN" altLang="en-US"/>
        </a:p>
      </dgm:t>
    </dgm:pt>
    <dgm:pt modelId="{FBBF4FEE-443E-4B22-9118-63613585581A}" type="pres">
      <dgm:prSet presAssocID="{08EB2068-D8B4-41A8-B6A9-111A1D33999D}" presName="rootConnector" presStyleLbl="node2" presStyleIdx="5" presStyleCnt="10"/>
      <dgm:spPr/>
      <dgm:t>
        <a:bodyPr/>
        <a:lstStyle/>
        <a:p>
          <a:endParaRPr lang="zh-CN" altLang="en-US"/>
        </a:p>
      </dgm:t>
    </dgm:pt>
    <dgm:pt modelId="{A669DFE4-43F5-4BBF-8D18-FEF0D2A6F0EB}" type="pres">
      <dgm:prSet presAssocID="{08EB2068-D8B4-41A8-B6A9-111A1D33999D}" presName="hierChild4" presStyleCnt="0"/>
      <dgm:spPr/>
    </dgm:pt>
    <dgm:pt modelId="{01F62D0E-C3D1-4E0D-8FD4-BB90FA01FC91}" type="pres">
      <dgm:prSet presAssocID="{08EB2068-D8B4-41A8-B6A9-111A1D33999D}" presName="hierChild5" presStyleCnt="0"/>
      <dgm:spPr/>
    </dgm:pt>
    <dgm:pt modelId="{2729CDAA-6C94-4F40-BA42-AFA31608311F}" type="pres">
      <dgm:prSet presAssocID="{0890C6B7-6C86-42BE-9C61-93A6610B6D88}" presName="Name64" presStyleLbl="parChTrans1D2" presStyleIdx="6" presStyleCnt="10"/>
      <dgm:spPr/>
      <dgm:t>
        <a:bodyPr/>
        <a:lstStyle/>
        <a:p>
          <a:endParaRPr lang="zh-CN" altLang="en-US"/>
        </a:p>
      </dgm:t>
    </dgm:pt>
    <dgm:pt modelId="{63CBAD20-0C76-4182-A449-8F3633689E58}" type="pres">
      <dgm:prSet presAssocID="{5401B355-D574-4AFB-986E-A9E1732F5F68}" presName="hierRoot2" presStyleCnt="0">
        <dgm:presLayoutVars>
          <dgm:hierBranch val="init"/>
        </dgm:presLayoutVars>
      </dgm:prSet>
      <dgm:spPr/>
    </dgm:pt>
    <dgm:pt modelId="{B86075AD-A9F8-4C8D-A063-C9F6DF334348}" type="pres">
      <dgm:prSet presAssocID="{5401B355-D574-4AFB-986E-A9E1732F5F68}" presName="rootComposite" presStyleCnt="0"/>
      <dgm:spPr/>
    </dgm:pt>
    <dgm:pt modelId="{F1A464BD-5975-47CF-8CEC-4281BDCC5D43}" type="pres">
      <dgm:prSet presAssocID="{5401B355-D574-4AFB-986E-A9E1732F5F68}" presName="rootText" presStyleLbl="node2" presStyleIdx="6" presStyleCnt="10" custScaleX="135335">
        <dgm:presLayoutVars>
          <dgm:chPref val="3"/>
        </dgm:presLayoutVars>
      </dgm:prSet>
      <dgm:spPr/>
      <dgm:t>
        <a:bodyPr/>
        <a:lstStyle/>
        <a:p>
          <a:endParaRPr lang="zh-CN" altLang="en-US"/>
        </a:p>
      </dgm:t>
    </dgm:pt>
    <dgm:pt modelId="{A4A97A9F-310E-4604-B2E8-C5FA66F782D2}" type="pres">
      <dgm:prSet presAssocID="{5401B355-D574-4AFB-986E-A9E1732F5F68}" presName="rootConnector" presStyleLbl="node2" presStyleIdx="6" presStyleCnt="10"/>
      <dgm:spPr/>
      <dgm:t>
        <a:bodyPr/>
        <a:lstStyle/>
        <a:p>
          <a:endParaRPr lang="zh-CN" altLang="en-US"/>
        </a:p>
      </dgm:t>
    </dgm:pt>
    <dgm:pt modelId="{8E3319D8-7BEE-4210-B547-163D3400BB99}" type="pres">
      <dgm:prSet presAssocID="{5401B355-D574-4AFB-986E-A9E1732F5F68}" presName="hierChild4" presStyleCnt="0"/>
      <dgm:spPr/>
    </dgm:pt>
    <dgm:pt modelId="{314A4823-66E8-4BE6-A781-3032E5E39C6B}" type="pres">
      <dgm:prSet presAssocID="{5401B355-D574-4AFB-986E-A9E1732F5F68}" presName="hierChild5" presStyleCnt="0"/>
      <dgm:spPr/>
    </dgm:pt>
    <dgm:pt modelId="{DBCA5ED1-64CD-4D62-8F39-1290A4CB188C}" type="pres">
      <dgm:prSet presAssocID="{CF87F342-1CB8-41C2-9888-19DB477F207B}" presName="Name64" presStyleLbl="parChTrans1D2" presStyleIdx="7" presStyleCnt="10"/>
      <dgm:spPr/>
      <dgm:t>
        <a:bodyPr/>
        <a:lstStyle/>
        <a:p>
          <a:endParaRPr lang="zh-CN" altLang="en-US"/>
        </a:p>
      </dgm:t>
    </dgm:pt>
    <dgm:pt modelId="{1F1CBA85-54C2-48A2-82B4-ABB830DDB0DA}" type="pres">
      <dgm:prSet presAssocID="{52733441-F981-4D5B-8EE3-5E2321B52EBE}" presName="hierRoot2" presStyleCnt="0">
        <dgm:presLayoutVars>
          <dgm:hierBranch val="init"/>
        </dgm:presLayoutVars>
      </dgm:prSet>
      <dgm:spPr/>
    </dgm:pt>
    <dgm:pt modelId="{A78682D9-1242-43BA-A476-4A5A20501B1B}" type="pres">
      <dgm:prSet presAssocID="{52733441-F981-4D5B-8EE3-5E2321B52EBE}" presName="rootComposite" presStyleCnt="0"/>
      <dgm:spPr/>
    </dgm:pt>
    <dgm:pt modelId="{CAD722CC-E8BA-4536-9BDF-96D1A23C37D7}" type="pres">
      <dgm:prSet presAssocID="{52733441-F981-4D5B-8EE3-5E2321B52EBE}" presName="rootText" presStyleLbl="node2" presStyleIdx="7" presStyleCnt="10" custScaleX="135335">
        <dgm:presLayoutVars>
          <dgm:chPref val="3"/>
        </dgm:presLayoutVars>
      </dgm:prSet>
      <dgm:spPr/>
      <dgm:t>
        <a:bodyPr/>
        <a:lstStyle/>
        <a:p>
          <a:endParaRPr lang="zh-CN" altLang="en-US"/>
        </a:p>
      </dgm:t>
    </dgm:pt>
    <dgm:pt modelId="{9E307C3D-E1E4-4F1C-8EA9-43510C838998}" type="pres">
      <dgm:prSet presAssocID="{52733441-F981-4D5B-8EE3-5E2321B52EBE}" presName="rootConnector" presStyleLbl="node2" presStyleIdx="7" presStyleCnt="10"/>
      <dgm:spPr/>
      <dgm:t>
        <a:bodyPr/>
        <a:lstStyle/>
        <a:p>
          <a:endParaRPr lang="zh-CN" altLang="en-US"/>
        </a:p>
      </dgm:t>
    </dgm:pt>
    <dgm:pt modelId="{D47011F5-D53E-404F-B5A6-DACA0CC9490E}" type="pres">
      <dgm:prSet presAssocID="{52733441-F981-4D5B-8EE3-5E2321B52EBE}" presName="hierChild4" presStyleCnt="0"/>
      <dgm:spPr/>
    </dgm:pt>
    <dgm:pt modelId="{45F226D9-E28C-47F5-A9A4-6A08F45C0C44}" type="pres">
      <dgm:prSet presAssocID="{52733441-F981-4D5B-8EE3-5E2321B52EBE}" presName="hierChild5" presStyleCnt="0"/>
      <dgm:spPr/>
    </dgm:pt>
    <dgm:pt modelId="{E7C460FA-0B08-4485-B755-9067967CE72F}" type="pres">
      <dgm:prSet presAssocID="{238EEC84-E992-4421-A8DB-D7462E7BD254}" presName="Name64" presStyleLbl="parChTrans1D2" presStyleIdx="8" presStyleCnt="10"/>
      <dgm:spPr/>
      <dgm:t>
        <a:bodyPr/>
        <a:lstStyle/>
        <a:p>
          <a:endParaRPr lang="zh-CN" altLang="en-US"/>
        </a:p>
      </dgm:t>
    </dgm:pt>
    <dgm:pt modelId="{C4086BCA-6DDB-44DE-B80C-F707DE14E4F3}" type="pres">
      <dgm:prSet presAssocID="{CA1CBA51-3806-4924-B299-F83E1EAC2FA9}" presName="hierRoot2" presStyleCnt="0">
        <dgm:presLayoutVars>
          <dgm:hierBranch val="init"/>
        </dgm:presLayoutVars>
      </dgm:prSet>
      <dgm:spPr/>
    </dgm:pt>
    <dgm:pt modelId="{E259A2C3-2492-4344-8B69-B26395C77851}" type="pres">
      <dgm:prSet presAssocID="{CA1CBA51-3806-4924-B299-F83E1EAC2FA9}" presName="rootComposite" presStyleCnt="0"/>
      <dgm:spPr/>
    </dgm:pt>
    <dgm:pt modelId="{BDDFF492-6B04-42CB-B200-063737A35C60}" type="pres">
      <dgm:prSet presAssocID="{CA1CBA51-3806-4924-B299-F83E1EAC2FA9}" presName="rootText" presStyleLbl="node2" presStyleIdx="8" presStyleCnt="10" custScaleX="135335">
        <dgm:presLayoutVars>
          <dgm:chPref val="3"/>
        </dgm:presLayoutVars>
      </dgm:prSet>
      <dgm:spPr/>
      <dgm:t>
        <a:bodyPr/>
        <a:lstStyle/>
        <a:p>
          <a:endParaRPr lang="zh-CN" altLang="en-US"/>
        </a:p>
      </dgm:t>
    </dgm:pt>
    <dgm:pt modelId="{33B8D374-6C66-48A2-971E-0D2562B709A9}" type="pres">
      <dgm:prSet presAssocID="{CA1CBA51-3806-4924-B299-F83E1EAC2FA9}" presName="rootConnector" presStyleLbl="node2" presStyleIdx="8" presStyleCnt="10"/>
      <dgm:spPr/>
      <dgm:t>
        <a:bodyPr/>
        <a:lstStyle/>
        <a:p>
          <a:endParaRPr lang="zh-CN" altLang="en-US"/>
        </a:p>
      </dgm:t>
    </dgm:pt>
    <dgm:pt modelId="{1ADCFF3D-3E13-404A-893E-FD88E95E1D33}" type="pres">
      <dgm:prSet presAssocID="{CA1CBA51-3806-4924-B299-F83E1EAC2FA9}" presName="hierChild4" presStyleCnt="0"/>
      <dgm:spPr/>
    </dgm:pt>
    <dgm:pt modelId="{5EE6FE20-5D0C-4946-BF76-46DB55B6E494}" type="pres">
      <dgm:prSet presAssocID="{CA1CBA51-3806-4924-B299-F83E1EAC2FA9}" presName="hierChild5" presStyleCnt="0"/>
      <dgm:spPr/>
    </dgm:pt>
    <dgm:pt modelId="{1D63139A-6951-417F-9A0E-F6E33A6DF688}" type="pres">
      <dgm:prSet presAssocID="{760E4529-D396-4CB8-92A8-25DBAA53C32C}" presName="Name64" presStyleLbl="parChTrans1D2" presStyleIdx="9" presStyleCnt="10"/>
      <dgm:spPr/>
      <dgm:t>
        <a:bodyPr/>
        <a:lstStyle/>
        <a:p>
          <a:endParaRPr lang="zh-CN" altLang="en-US"/>
        </a:p>
      </dgm:t>
    </dgm:pt>
    <dgm:pt modelId="{4FC8E490-68CD-47E2-8F1B-189EA2E76018}" type="pres">
      <dgm:prSet presAssocID="{499BEDA0-BB36-4F64-97F0-16D2B479ACD1}" presName="hierRoot2" presStyleCnt="0">
        <dgm:presLayoutVars>
          <dgm:hierBranch val="init"/>
        </dgm:presLayoutVars>
      </dgm:prSet>
      <dgm:spPr/>
    </dgm:pt>
    <dgm:pt modelId="{71737B1B-FC0C-44CE-B93B-F68FD6551D65}" type="pres">
      <dgm:prSet presAssocID="{499BEDA0-BB36-4F64-97F0-16D2B479ACD1}" presName="rootComposite" presStyleCnt="0"/>
      <dgm:spPr/>
    </dgm:pt>
    <dgm:pt modelId="{18812D38-D665-4CF8-99A0-7197512F30EA}" type="pres">
      <dgm:prSet presAssocID="{499BEDA0-BB36-4F64-97F0-16D2B479ACD1}" presName="rootText" presStyleLbl="node2" presStyleIdx="9" presStyleCnt="10" custScaleX="135335">
        <dgm:presLayoutVars>
          <dgm:chPref val="3"/>
        </dgm:presLayoutVars>
      </dgm:prSet>
      <dgm:spPr/>
      <dgm:t>
        <a:bodyPr/>
        <a:lstStyle/>
        <a:p>
          <a:endParaRPr lang="zh-CN" altLang="en-US"/>
        </a:p>
      </dgm:t>
    </dgm:pt>
    <dgm:pt modelId="{8C6A3ABE-0E0B-43C3-916B-3252E5646B23}" type="pres">
      <dgm:prSet presAssocID="{499BEDA0-BB36-4F64-97F0-16D2B479ACD1}" presName="rootConnector" presStyleLbl="node2" presStyleIdx="9" presStyleCnt="10"/>
      <dgm:spPr/>
      <dgm:t>
        <a:bodyPr/>
        <a:lstStyle/>
        <a:p>
          <a:endParaRPr lang="zh-CN" altLang="en-US"/>
        </a:p>
      </dgm:t>
    </dgm:pt>
    <dgm:pt modelId="{45D9DA7E-FA71-4A18-91B9-64FECA5EC30E}" type="pres">
      <dgm:prSet presAssocID="{499BEDA0-BB36-4F64-97F0-16D2B479ACD1}" presName="hierChild4" presStyleCnt="0"/>
      <dgm:spPr/>
    </dgm:pt>
    <dgm:pt modelId="{18671FDE-9842-4F90-A126-B2B6411CD98B}" type="pres">
      <dgm:prSet presAssocID="{499BEDA0-BB36-4F64-97F0-16D2B479ACD1}" presName="hierChild5" presStyleCnt="0"/>
      <dgm:spPr/>
    </dgm:pt>
    <dgm:pt modelId="{2899FDD4-7D4C-4423-8886-F7C7872DE90C}" type="pres">
      <dgm:prSet presAssocID="{CEF1A747-3CAC-4FB3-A5E0-86CECD786F11}" presName="hierChild3" presStyleCnt="0"/>
      <dgm:spPr/>
    </dgm:pt>
  </dgm:ptLst>
  <dgm:cxnLst>
    <dgm:cxn modelId="{D94EAEB3-A3E9-4967-AD02-8842DF6BC4D0}" srcId="{CEF1A747-3CAC-4FB3-A5E0-86CECD786F11}" destId="{D6859B4C-0C94-4462-965D-CE688336C712}" srcOrd="0" destOrd="0" parTransId="{DB268C77-CBBC-4848-807D-80A870701483}" sibTransId="{AD1C614F-5A7A-4EF5-9E71-0A436DEF1F27}"/>
    <dgm:cxn modelId="{0E5FE04D-C5E5-449A-849F-6D902FFE02C2}" srcId="{CEF1A747-3CAC-4FB3-A5E0-86CECD786F11}" destId="{5401B355-D574-4AFB-986E-A9E1732F5F68}" srcOrd="6" destOrd="0" parTransId="{0890C6B7-6C86-42BE-9C61-93A6610B6D88}" sibTransId="{9C9A14F8-E678-4222-9859-F3A4F75305C9}"/>
    <dgm:cxn modelId="{33B65D05-E3C6-4364-835B-2D63AA1A99CA}" type="presOf" srcId="{08EB2068-D8B4-41A8-B6A9-111A1D33999D}" destId="{FBBF4FEE-443E-4B22-9118-63613585581A}" srcOrd="1" destOrd="0" presId="urn:microsoft.com/office/officeart/2009/3/layout/HorizontalOrganizationChart"/>
    <dgm:cxn modelId="{D341A0E1-8A0F-4B28-86D6-A1DB40CBFEC4}" type="presOf" srcId="{DE7D4472-5120-4318-9ADB-1DE74E167BED}" destId="{4C5A1D15-11F8-4862-A4A1-797336C87FFC}" srcOrd="0" destOrd="0" presId="urn:microsoft.com/office/officeart/2009/3/layout/HorizontalOrganizationChart"/>
    <dgm:cxn modelId="{CA060265-EDB6-4C06-BC6B-2DA6778F64B1}" srcId="{CEF1A747-3CAC-4FB3-A5E0-86CECD786F11}" destId="{499BEDA0-BB36-4F64-97F0-16D2B479ACD1}" srcOrd="9" destOrd="0" parTransId="{760E4529-D396-4CB8-92A8-25DBAA53C32C}" sibTransId="{C0D03B27-DDB4-44AA-960F-C63A30485FD6}"/>
    <dgm:cxn modelId="{C86C3F68-09DD-4B07-A685-63FC2E37B010}" type="presOf" srcId="{D6859B4C-0C94-4462-965D-CE688336C712}" destId="{A36F32CA-4311-4FD6-AF5E-F2DC0BA94F75}" srcOrd="1" destOrd="0" presId="urn:microsoft.com/office/officeart/2009/3/layout/HorizontalOrganizationChart"/>
    <dgm:cxn modelId="{D12C5DAF-3660-4360-98C9-8AED5F698987}" type="presOf" srcId="{899826F0-5547-42DC-A3DC-8D0941F3CD64}" destId="{91CF4D3A-6C4C-45EB-A54D-0FF99B670CE4}" srcOrd="0" destOrd="0" presId="urn:microsoft.com/office/officeart/2009/3/layout/HorizontalOrganizationChart"/>
    <dgm:cxn modelId="{94462267-7BEC-4F8F-9E9B-23A15F63BDE8}" type="presOf" srcId="{CF87F342-1CB8-41C2-9888-19DB477F207B}" destId="{DBCA5ED1-64CD-4D62-8F39-1290A4CB188C}" srcOrd="0" destOrd="0" presId="urn:microsoft.com/office/officeart/2009/3/layout/HorizontalOrganizationChart"/>
    <dgm:cxn modelId="{00B35FFC-BDBB-4037-AB62-2A07FC3B58DA}" srcId="{CEF1A747-3CAC-4FB3-A5E0-86CECD786F11}" destId="{C4AC723E-BC37-4E1E-A78E-141880CCCD92}" srcOrd="4" destOrd="0" parTransId="{02F1C733-C7F7-4B4B-B107-88ACA8C8B2B7}" sibTransId="{ECDD4F3D-DCAE-4A19-AD71-9731D14D401F}"/>
    <dgm:cxn modelId="{7AFBDD42-8ADA-42B3-8838-D8F27EEDBB54}" type="presOf" srcId="{52733441-F981-4D5B-8EE3-5E2321B52EBE}" destId="{CAD722CC-E8BA-4536-9BDF-96D1A23C37D7}" srcOrd="0" destOrd="0" presId="urn:microsoft.com/office/officeart/2009/3/layout/HorizontalOrganizationChart"/>
    <dgm:cxn modelId="{48B7D24F-CAC5-4C70-B8A0-2B6A498BFC53}" type="presOf" srcId="{67A8B23C-F52C-4328-A42D-0A7D05775376}" destId="{DF22BF9F-C7FA-4FFF-985C-3262E6775CC3}" srcOrd="0" destOrd="0" presId="urn:microsoft.com/office/officeart/2009/3/layout/HorizontalOrganizationChart"/>
    <dgm:cxn modelId="{E9829EE6-8A84-4C48-8383-76EF766DAE3C}" type="presOf" srcId="{52733441-F981-4D5B-8EE3-5E2321B52EBE}" destId="{9E307C3D-E1E4-4F1C-8EA9-43510C838998}" srcOrd="1" destOrd="0" presId="urn:microsoft.com/office/officeart/2009/3/layout/HorizontalOrganizationChart"/>
    <dgm:cxn modelId="{85C00648-7ED6-4E79-82AF-E3796A399EE5}" type="presOf" srcId="{C983D5FC-CABA-420F-B811-18B7C41E3601}" destId="{702175F8-4A15-4D51-B2C2-7F7A71A6436C}" srcOrd="0" destOrd="0" presId="urn:microsoft.com/office/officeart/2009/3/layout/HorizontalOrganizationChart"/>
    <dgm:cxn modelId="{C48A8820-80E2-48F8-A85A-BA658D52CCDA}" srcId="{CEF1A747-3CAC-4FB3-A5E0-86CECD786F11}" destId="{DE7D4472-5120-4318-9ADB-1DE74E167BED}" srcOrd="1" destOrd="0" parTransId="{899826F0-5547-42DC-A3DC-8D0941F3CD64}" sibTransId="{3821A060-045F-48FF-9EEE-CDD7CDAD124C}"/>
    <dgm:cxn modelId="{8E3F75E8-8479-4F3A-93A5-255553328712}" type="presOf" srcId="{D8FAC442-A079-40B2-A09D-139F4719EF59}" destId="{2DC7F996-FFE0-4EDD-B449-D2C33FD41C62}" srcOrd="0" destOrd="0" presId="urn:microsoft.com/office/officeart/2009/3/layout/HorizontalOrganizationChart"/>
    <dgm:cxn modelId="{ADF4E3E9-0E59-4532-94C6-AE81F5BAD8DB}" srcId="{CEF1A747-3CAC-4FB3-A5E0-86CECD786F11}" destId="{08EB2068-D8B4-41A8-B6A9-111A1D33999D}" srcOrd="5" destOrd="0" parTransId="{62A44FD8-8C3F-4D87-96FC-90EE9EB8B372}" sibTransId="{C84C83BC-C610-42C7-86FB-92026C28DF29}"/>
    <dgm:cxn modelId="{FA3BF379-07FE-4276-B90D-76DFF3FC1040}" type="presOf" srcId="{C4AC723E-BC37-4E1E-A78E-141880CCCD92}" destId="{4E08EABF-6A12-440D-A6B3-1D782FC224E3}" srcOrd="0" destOrd="0" presId="urn:microsoft.com/office/officeart/2009/3/layout/HorizontalOrganizationChart"/>
    <dgm:cxn modelId="{F5CCBF02-8412-40BC-9EA0-8F6C95DD04C3}" type="presOf" srcId="{5401B355-D574-4AFB-986E-A9E1732F5F68}" destId="{F1A464BD-5975-47CF-8CEC-4281BDCC5D43}" srcOrd="0" destOrd="0" presId="urn:microsoft.com/office/officeart/2009/3/layout/HorizontalOrganizationChart"/>
    <dgm:cxn modelId="{FF478196-EB85-465B-A675-D104004A8A51}" type="presOf" srcId="{08EB2068-D8B4-41A8-B6A9-111A1D33999D}" destId="{8113AA9D-415C-441C-9EBE-E18C1FC52A3B}" srcOrd="0" destOrd="0" presId="urn:microsoft.com/office/officeart/2009/3/layout/HorizontalOrganizationChart"/>
    <dgm:cxn modelId="{1B38318C-723E-4CD6-BEA3-4C0034320DCD}" type="presOf" srcId="{DB268C77-CBBC-4848-807D-80A870701483}" destId="{241E56D2-D213-4A44-9B30-D9C1F26B8A26}" srcOrd="0" destOrd="0" presId="urn:microsoft.com/office/officeart/2009/3/layout/HorizontalOrganizationChart"/>
    <dgm:cxn modelId="{61BEB894-165F-4034-9183-1632F86CAECF}" srcId="{CEF1A747-3CAC-4FB3-A5E0-86CECD786F11}" destId="{D8FAC442-A079-40B2-A09D-139F4719EF59}" srcOrd="3" destOrd="0" parTransId="{C983D5FC-CABA-420F-B811-18B7C41E3601}" sibTransId="{179E5B04-7CB6-44A8-BD55-51C9C0AA5168}"/>
    <dgm:cxn modelId="{89F6AA36-A281-4FCB-90A4-EBC79BECB927}" type="presOf" srcId="{499BEDA0-BB36-4F64-97F0-16D2B479ACD1}" destId="{8C6A3ABE-0E0B-43C3-916B-3252E5646B23}" srcOrd="1" destOrd="0" presId="urn:microsoft.com/office/officeart/2009/3/layout/HorizontalOrganizationChart"/>
    <dgm:cxn modelId="{E28B86A1-19C0-4B53-8EC6-14E8F0B8902E}" type="presOf" srcId="{238EEC84-E992-4421-A8DB-D7462E7BD254}" destId="{E7C460FA-0B08-4485-B755-9067967CE72F}" srcOrd="0" destOrd="0" presId="urn:microsoft.com/office/officeart/2009/3/layout/HorizontalOrganizationChart"/>
    <dgm:cxn modelId="{B54054D9-E36B-4284-B576-4B2E9612ACF9}" type="presOf" srcId="{DE7D4472-5120-4318-9ADB-1DE74E167BED}" destId="{2053DCE0-27A2-4944-83D9-C81EAE7CD6F7}" srcOrd="1" destOrd="0" presId="urn:microsoft.com/office/officeart/2009/3/layout/HorizontalOrganizationChart"/>
    <dgm:cxn modelId="{689A3E60-90E4-4A4E-9408-976A9379E30D}" type="presOf" srcId="{62A44FD8-8C3F-4D87-96FC-90EE9EB8B372}" destId="{B3319CB6-4462-4CF0-8CC0-1E661F7B54A2}" srcOrd="0" destOrd="0" presId="urn:microsoft.com/office/officeart/2009/3/layout/HorizontalOrganizationChart"/>
    <dgm:cxn modelId="{D6C6FA36-BCF0-4A15-8AA3-F7B20089ACA4}" type="presOf" srcId="{CA1CBA51-3806-4924-B299-F83E1EAC2FA9}" destId="{BDDFF492-6B04-42CB-B200-063737A35C60}" srcOrd="0" destOrd="0" presId="urn:microsoft.com/office/officeart/2009/3/layout/HorizontalOrganizationChart"/>
    <dgm:cxn modelId="{8CF8E3F5-C669-4EE8-828E-6E5413E2B46F}" type="presOf" srcId="{C4AC723E-BC37-4E1E-A78E-141880CCCD92}" destId="{3B218254-CD17-4D64-93E1-A671646250CF}" srcOrd="1" destOrd="0" presId="urn:microsoft.com/office/officeart/2009/3/layout/HorizontalOrganizationChart"/>
    <dgm:cxn modelId="{EF80B4B7-64DC-4DE9-8E10-14D065EBF181}" type="presOf" srcId="{D8FAC442-A079-40B2-A09D-139F4719EF59}" destId="{E1AA7A8F-6037-405F-B02A-576EE2D3F5B4}" srcOrd="1" destOrd="0" presId="urn:microsoft.com/office/officeart/2009/3/layout/HorizontalOrganizationChart"/>
    <dgm:cxn modelId="{12CD3EF2-54E2-4418-A107-57CB1C4C328D}" type="presOf" srcId="{CEF1A747-3CAC-4FB3-A5E0-86CECD786F11}" destId="{69256DE1-70D5-4D81-A48E-675FF2647A6F}" srcOrd="1" destOrd="0" presId="urn:microsoft.com/office/officeart/2009/3/layout/HorizontalOrganizationChart"/>
    <dgm:cxn modelId="{127F08B7-7FAE-436F-9542-47A276441400}" type="presOf" srcId="{CEF1A747-3CAC-4FB3-A5E0-86CECD786F11}" destId="{5D69A53C-FC71-4E24-ADCE-05F5EBABA05C}" srcOrd="0" destOrd="0" presId="urn:microsoft.com/office/officeart/2009/3/layout/HorizontalOrganizationChart"/>
    <dgm:cxn modelId="{C39FB5D0-16CC-4907-ACDC-38CED6BCBF65}" srcId="{79C12286-195E-481A-82A0-1106827B7B53}" destId="{CEF1A747-3CAC-4FB3-A5E0-86CECD786F11}" srcOrd="0" destOrd="0" parTransId="{41D08B8A-9B57-49C3-B5AF-AAA465A6F6BE}" sibTransId="{FF513674-1AAE-485B-A070-9ABEAE9D0290}"/>
    <dgm:cxn modelId="{0A535A93-17ED-42FC-A172-CC4C5E0F30F6}" srcId="{CEF1A747-3CAC-4FB3-A5E0-86CECD786F11}" destId="{CA1CBA51-3806-4924-B299-F83E1EAC2FA9}" srcOrd="8" destOrd="0" parTransId="{238EEC84-E992-4421-A8DB-D7462E7BD254}" sibTransId="{4EA8D754-B8F7-4926-B6CD-3F2EA929E6D9}"/>
    <dgm:cxn modelId="{7FF07E18-29FD-4D2A-A539-191969F8A31C}" type="presOf" srcId="{5401B355-D574-4AFB-986E-A9E1732F5F68}" destId="{A4A97A9F-310E-4604-B2E8-C5FA66F782D2}" srcOrd="1" destOrd="0" presId="urn:microsoft.com/office/officeart/2009/3/layout/HorizontalOrganizationChart"/>
    <dgm:cxn modelId="{3CCD4A97-7F06-4F0B-9543-0E55EF831DAD}" srcId="{CEF1A747-3CAC-4FB3-A5E0-86CECD786F11}" destId="{52733441-F981-4D5B-8EE3-5E2321B52EBE}" srcOrd="7" destOrd="0" parTransId="{CF87F342-1CB8-41C2-9888-19DB477F207B}" sibTransId="{E043FAAB-1FFA-4B7C-A12D-DF52A7CDA910}"/>
    <dgm:cxn modelId="{A35627FE-070F-49F5-853F-481BE7AA6F73}" type="presOf" srcId="{760E4529-D396-4CB8-92A8-25DBAA53C32C}" destId="{1D63139A-6951-417F-9A0E-F6E33A6DF688}" srcOrd="0" destOrd="0" presId="urn:microsoft.com/office/officeart/2009/3/layout/HorizontalOrganizationChart"/>
    <dgm:cxn modelId="{B9B9C7E6-1A74-49E0-8183-3FD450B97249}" type="presOf" srcId="{B56374FF-B3B3-4FDF-809B-E2DC675C34AE}" destId="{E617EEB5-5E5E-4943-AF19-4CA010E58011}" srcOrd="0" destOrd="0" presId="urn:microsoft.com/office/officeart/2009/3/layout/HorizontalOrganizationChart"/>
    <dgm:cxn modelId="{1171BE3D-2B4F-4B60-A252-FD1FEE567F43}" type="presOf" srcId="{B56374FF-B3B3-4FDF-809B-E2DC675C34AE}" destId="{A0F916D3-4E3C-4E1E-A673-F027DFEF7880}" srcOrd="1" destOrd="0" presId="urn:microsoft.com/office/officeart/2009/3/layout/HorizontalOrganizationChart"/>
    <dgm:cxn modelId="{1672D5DA-A7AB-470B-9594-E6CE4033225D}" type="presOf" srcId="{CA1CBA51-3806-4924-B299-F83E1EAC2FA9}" destId="{33B8D374-6C66-48A2-971E-0D2562B709A9}" srcOrd="1" destOrd="0" presId="urn:microsoft.com/office/officeart/2009/3/layout/HorizontalOrganizationChart"/>
    <dgm:cxn modelId="{3E7D3883-2FC4-4BA1-A17A-45EC4DA47714}" srcId="{CEF1A747-3CAC-4FB3-A5E0-86CECD786F11}" destId="{B56374FF-B3B3-4FDF-809B-E2DC675C34AE}" srcOrd="2" destOrd="0" parTransId="{67A8B23C-F52C-4328-A42D-0A7D05775376}" sibTransId="{81095610-4B41-4C0D-9898-D8803667B28B}"/>
    <dgm:cxn modelId="{317BF981-4059-411A-8CBC-3395B670EA54}" type="presOf" srcId="{02F1C733-C7F7-4B4B-B107-88ACA8C8B2B7}" destId="{8E3B9106-B5C7-4CCA-AD4F-58D04666AE3C}" srcOrd="0" destOrd="0" presId="urn:microsoft.com/office/officeart/2009/3/layout/HorizontalOrganizationChart"/>
    <dgm:cxn modelId="{07E3E86D-BA4F-4CC6-8EC7-7CD13B1693D4}" type="presOf" srcId="{499BEDA0-BB36-4F64-97F0-16D2B479ACD1}" destId="{18812D38-D665-4CF8-99A0-7197512F30EA}" srcOrd="0" destOrd="0" presId="urn:microsoft.com/office/officeart/2009/3/layout/HorizontalOrganizationChart"/>
    <dgm:cxn modelId="{5DADAEB6-A78C-4708-8179-0EC5880ED6A6}" type="presOf" srcId="{0890C6B7-6C86-42BE-9C61-93A6610B6D88}" destId="{2729CDAA-6C94-4F40-BA42-AFA31608311F}" srcOrd="0" destOrd="0" presId="urn:microsoft.com/office/officeart/2009/3/layout/HorizontalOrganizationChart"/>
    <dgm:cxn modelId="{E13A12FB-965A-4461-8538-C30830354A85}" type="presOf" srcId="{79C12286-195E-481A-82A0-1106827B7B53}" destId="{13B4C61B-AC3F-40BD-8D89-8D8275403192}" srcOrd="0" destOrd="0" presId="urn:microsoft.com/office/officeart/2009/3/layout/HorizontalOrganizationChart"/>
    <dgm:cxn modelId="{0A802137-AE65-4396-A2B5-2EDDA955EF05}" type="presOf" srcId="{D6859B4C-0C94-4462-965D-CE688336C712}" destId="{3EB0D1E2-15D8-4843-ABD9-43392D1DBBE0}" srcOrd="0" destOrd="0" presId="urn:microsoft.com/office/officeart/2009/3/layout/HorizontalOrganizationChart"/>
    <dgm:cxn modelId="{AD0874B2-A492-46D2-A7CC-8B0D80DE6180}" type="presParOf" srcId="{13B4C61B-AC3F-40BD-8D89-8D8275403192}" destId="{603CB10C-AF58-44F5-83D3-5DDEC2416BEF}" srcOrd="0" destOrd="0" presId="urn:microsoft.com/office/officeart/2009/3/layout/HorizontalOrganizationChart"/>
    <dgm:cxn modelId="{BA5CCD44-AF5E-4898-B85B-D896E5ACB25C}" type="presParOf" srcId="{603CB10C-AF58-44F5-83D3-5DDEC2416BEF}" destId="{A72FC305-23F5-4EA9-8236-FB9D8477E33A}" srcOrd="0" destOrd="0" presId="urn:microsoft.com/office/officeart/2009/3/layout/HorizontalOrganizationChart"/>
    <dgm:cxn modelId="{0D795BCD-4048-42A5-9EA8-0ADEBF5A25DC}" type="presParOf" srcId="{A72FC305-23F5-4EA9-8236-FB9D8477E33A}" destId="{5D69A53C-FC71-4E24-ADCE-05F5EBABA05C}" srcOrd="0" destOrd="0" presId="urn:microsoft.com/office/officeart/2009/3/layout/HorizontalOrganizationChart"/>
    <dgm:cxn modelId="{19738538-C101-477B-BE80-8143CBF96298}" type="presParOf" srcId="{A72FC305-23F5-4EA9-8236-FB9D8477E33A}" destId="{69256DE1-70D5-4D81-A48E-675FF2647A6F}" srcOrd="1" destOrd="0" presId="urn:microsoft.com/office/officeart/2009/3/layout/HorizontalOrganizationChart"/>
    <dgm:cxn modelId="{A0020880-61B5-4863-AF9D-D2764F21CFB2}" type="presParOf" srcId="{603CB10C-AF58-44F5-83D3-5DDEC2416BEF}" destId="{6EAC6FC8-92D3-4666-AD7B-F11FBB0DC131}" srcOrd="1" destOrd="0" presId="urn:microsoft.com/office/officeart/2009/3/layout/HorizontalOrganizationChart"/>
    <dgm:cxn modelId="{46416198-3B5B-418E-8A58-B9DBC021E9DC}" type="presParOf" srcId="{6EAC6FC8-92D3-4666-AD7B-F11FBB0DC131}" destId="{241E56D2-D213-4A44-9B30-D9C1F26B8A26}" srcOrd="0" destOrd="0" presId="urn:microsoft.com/office/officeart/2009/3/layout/HorizontalOrganizationChart"/>
    <dgm:cxn modelId="{B956C243-75F7-4338-8D44-7F4D7BC86BFD}" type="presParOf" srcId="{6EAC6FC8-92D3-4666-AD7B-F11FBB0DC131}" destId="{E6544092-8BBB-4473-AFD4-C3584FC5B5CB}" srcOrd="1" destOrd="0" presId="urn:microsoft.com/office/officeart/2009/3/layout/HorizontalOrganizationChart"/>
    <dgm:cxn modelId="{2BE39CC1-7B60-47F0-97AF-0A7D6AFF4D72}" type="presParOf" srcId="{E6544092-8BBB-4473-AFD4-C3584FC5B5CB}" destId="{CDD964B5-3417-4C29-A143-9DAB2F8C1040}" srcOrd="0" destOrd="0" presId="urn:microsoft.com/office/officeart/2009/3/layout/HorizontalOrganizationChart"/>
    <dgm:cxn modelId="{340C72F6-FCE7-4852-A4AB-68D2DF78A09A}" type="presParOf" srcId="{CDD964B5-3417-4C29-A143-9DAB2F8C1040}" destId="{3EB0D1E2-15D8-4843-ABD9-43392D1DBBE0}" srcOrd="0" destOrd="0" presId="urn:microsoft.com/office/officeart/2009/3/layout/HorizontalOrganizationChart"/>
    <dgm:cxn modelId="{529AA1F7-AA2E-4868-B0FA-0F59CEF25B5F}" type="presParOf" srcId="{CDD964B5-3417-4C29-A143-9DAB2F8C1040}" destId="{A36F32CA-4311-4FD6-AF5E-F2DC0BA94F75}" srcOrd="1" destOrd="0" presId="urn:microsoft.com/office/officeart/2009/3/layout/HorizontalOrganizationChart"/>
    <dgm:cxn modelId="{619CE586-6B71-4FC2-B1D8-A865810861EA}" type="presParOf" srcId="{E6544092-8BBB-4473-AFD4-C3584FC5B5CB}" destId="{3E66E33E-3895-4B9D-9358-FFD7352946E3}" srcOrd="1" destOrd="0" presId="urn:microsoft.com/office/officeart/2009/3/layout/HorizontalOrganizationChart"/>
    <dgm:cxn modelId="{E154D499-ABC2-4D2F-BF4A-7DEEE9637DF5}" type="presParOf" srcId="{E6544092-8BBB-4473-AFD4-C3584FC5B5CB}" destId="{21578E64-D699-4CC1-8F4B-77EA18EA9038}" srcOrd="2" destOrd="0" presId="urn:microsoft.com/office/officeart/2009/3/layout/HorizontalOrganizationChart"/>
    <dgm:cxn modelId="{520CB09C-B199-488D-BC11-CB75174716B2}" type="presParOf" srcId="{6EAC6FC8-92D3-4666-AD7B-F11FBB0DC131}" destId="{91CF4D3A-6C4C-45EB-A54D-0FF99B670CE4}" srcOrd="2" destOrd="0" presId="urn:microsoft.com/office/officeart/2009/3/layout/HorizontalOrganizationChart"/>
    <dgm:cxn modelId="{3B0C3999-ECCF-4DAF-B84B-5F69E3751094}" type="presParOf" srcId="{6EAC6FC8-92D3-4666-AD7B-F11FBB0DC131}" destId="{FD32BC71-AD0E-4AB6-AF71-E6D4092A7D5F}" srcOrd="3" destOrd="0" presId="urn:microsoft.com/office/officeart/2009/3/layout/HorizontalOrganizationChart"/>
    <dgm:cxn modelId="{625F2218-0B35-40F0-A657-4ED936B58920}" type="presParOf" srcId="{FD32BC71-AD0E-4AB6-AF71-E6D4092A7D5F}" destId="{9799DFE3-56EB-4FE6-A905-227A9655B779}" srcOrd="0" destOrd="0" presId="urn:microsoft.com/office/officeart/2009/3/layout/HorizontalOrganizationChart"/>
    <dgm:cxn modelId="{0CA8DB7D-43FA-43FE-ABC1-6B8FDE3B99E1}" type="presParOf" srcId="{9799DFE3-56EB-4FE6-A905-227A9655B779}" destId="{4C5A1D15-11F8-4862-A4A1-797336C87FFC}" srcOrd="0" destOrd="0" presId="urn:microsoft.com/office/officeart/2009/3/layout/HorizontalOrganizationChart"/>
    <dgm:cxn modelId="{0A0A4FE9-E74E-4A4E-9567-78B5EF9C2859}" type="presParOf" srcId="{9799DFE3-56EB-4FE6-A905-227A9655B779}" destId="{2053DCE0-27A2-4944-83D9-C81EAE7CD6F7}" srcOrd="1" destOrd="0" presId="urn:microsoft.com/office/officeart/2009/3/layout/HorizontalOrganizationChart"/>
    <dgm:cxn modelId="{CF19D949-2332-4A72-A13D-9BEDE4F70F27}" type="presParOf" srcId="{FD32BC71-AD0E-4AB6-AF71-E6D4092A7D5F}" destId="{15D59E00-5C22-4859-B526-88DDEEF49954}" srcOrd="1" destOrd="0" presId="urn:microsoft.com/office/officeart/2009/3/layout/HorizontalOrganizationChart"/>
    <dgm:cxn modelId="{EC7D9592-3251-4DA3-8AAE-C124AC064BDB}" type="presParOf" srcId="{FD32BC71-AD0E-4AB6-AF71-E6D4092A7D5F}" destId="{AB9DDFF4-F08E-4D3B-99F5-E29255EE85CA}" srcOrd="2" destOrd="0" presId="urn:microsoft.com/office/officeart/2009/3/layout/HorizontalOrganizationChart"/>
    <dgm:cxn modelId="{9EB94D94-2BB7-41F4-A0BA-C29DB57BE7A6}" type="presParOf" srcId="{6EAC6FC8-92D3-4666-AD7B-F11FBB0DC131}" destId="{DF22BF9F-C7FA-4FFF-985C-3262E6775CC3}" srcOrd="4" destOrd="0" presId="urn:microsoft.com/office/officeart/2009/3/layout/HorizontalOrganizationChart"/>
    <dgm:cxn modelId="{ABAEE601-B8CC-4BA8-830F-A1030DAFEE4C}" type="presParOf" srcId="{6EAC6FC8-92D3-4666-AD7B-F11FBB0DC131}" destId="{96BF6DA9-F381-4954-AD0A-A17871896ACB}" srcOrd="5" destOrd="0" presId="urn:microsoft.com/office/officeart/2009/3/layout/HorizontalOrganizationChart"/>
    <dgm:cxn modelId="{C4AE1BD4-BB27-4A75-855E-47CC905BCFA7}" type="presParOf" srcId="{96BF6DA9-F381-4954-AD0A-A17871896ACB}" destId="{841EA727-BCB6-4543-A548-E76497B62C56}" srcOrd="0" destOrd="0" presId="urn:microsoft.com/office/officeart/2009/3/layout/HorizontalOrganizationChart"/>
    <dgm:cxn modelId="{6472F0D2-86CC-4480-AF8C-8AAA83788017}" type="presParOf" srcId="{841EA727-BCB6-4543-A548-E76497B62C56}" destId="{E617EEB5-5E5E-4943-AF19-4CA010E58011}" srcOrd="0" destOrd="0" presId="urn:microsoft.com/office/officeart/2009/3/layout/HorizontalOrganizationChart"/>
    <dgm:cxn modelId="{83B4C572-F3D1-41B6-9099-1DAC8319AE8A}" type="presParOf" srcId="{841EA727-BCB6-4543-A548-E76497B62C56}" destId="{A0F916D3-4E3C-4E1E-A673-F027DFEF7880}" srcOrd="1" destOrd="0" presId="urn:microsoft.com/office/officeart/2009/3/layout/HorizontalOrganizationChart"/>
    <dgm:cxn modelId="{D130631A-CBA4-41FB-9EBD-BF377E8B9CDC}" type="presParOf" srcId="{96BF6DA9-F381-4954-AD0A-A17871896ACB}" destId="{946537D5-46DD-43A7-AC25-F9D7634D2947}" srcOrd="1" destOrd="0" presId="urn:microsoft.com/office/officeart/2009/3/layout/HorizontalOrganizationChart"/>
    <dgm:cxn modelId="{53AEA69D-A918-4368-BA4D-7C3B25863834}" type="presParOf" srcId="{96BF6DA9-F381-4954-AD0A-A17871896ACB}" destId="{13837610-6BA8-4D5E-A296-D69B11B4DE08}" srcOrd="2" destOrd="0" presId="urn:microsoft.com/office/officeart/2009/3/layout/HorizontalOrganizationChart"/>
    <dgm:cxn modelId="{B4D77407-660E-43AE-8310-48AB2372BEC4}" type="presParOf" srcId="{6EAC6FC8-92D3-4666-AD7B-F11FBB0DC131}" destId="{702175F8-4A15-4D51-B2C2-7F7A71A6436C}" srcOrd="6" destOrd="0" presId="urn:microsoft.com/office/officeart/2009/3/layout/HorizontalOrganizationChart"/>
    <dgm:cxn modelId="{1C621060-C599-41CA-A6AE-9976C5236036}" type="presParOf" srcId="{6EAC6FC8-92D3-4666-AD7B-F11FBB0DC131}" destId="{AD4B7844-6A78-4791-96F1-AFB58D539428}" srcOrd="7" destOrd="0" presId="urn:microsoft.com/office/officeart/2009/3/layout/HorizontalOrganizationChart"/>
    <dgm:cxn modelId="{4B6BC566-55A2-423F-8AEC-85262C3945C8}" type="presParOf" srcId="{AD4B7844-6A78-4791-96F1-AFB58D539428}" destId="{BD19600A-393D-440D-8BC4-DD7AF9035604}" srcOrd="0" destOrd="0" presId="urn:microsoft.com/office/officeart/2009/3/layout/HorizontalOrganizationChart"/>
    <dgm:cxn modelId="{CEE06A65-4578-46FD-BC34-3163856FE842}" type="presParOf" srcId="{BD19600A-393D-440D-8BC4-DD7AF9035604}" destId="{2DC7F996-FFE0-4EDD-B449-D2C33FD41C62}" srcOrd="0" destOrd="0" presId="urn:microsoft.com/office/officeart/2009/3/layout/HorizontalOrganizationChart"/>
    <dgm:cxn modelId="{C8BA0DCA-0B1B-4379-BDB1-785C0B800409}" type="presParOf" srcId="{BD19600A-393D-440D-8BC4-DD7AF9035604}" destId="{E1AA7A8F-6037-405F-B02A-576EE2D3F5B4}" srcOrd="1" destOrd="0" presId="urn:microsoft.com/office/officeart/2009/3/layout/HorizontalOrganizationChart"/>
    <dgm:cxn modelId="{27761B91-DD99-4418-A7DA-9B548142052B}" type="presParOf" srcId="{AD4B7844-6A78-4791-96F1-AFB58D539428}" destId="{6ED8FAD4-715E-4CBE-8684-4097003B1FF0}" srcOrd="1" destOrd="0" presId="urn:microsoft.com/office/officeart/2009/3/layout/HorizontalOrganizationChart"/>
    <dgm:cxn modelId="{CD2DBD5A-3FE8-4C39-860A-8879D352AD78}" type="presParOf" srcId="{AD4B7844-6A78-4791-96F1-AFB58D539428}" destId="{8D15103A-1D2C-4CCB-8D95-4DB291190995}" srcOrd="2" destOrd="0" presId="urn:microsoft.com/office/officeart/2009/3/layout/HorizontalOrganizationChart"/>
    <dgm:cxn modelId="{0417816F-1199-437F-BBEC-40E2DC0FBED2}" type="presParOf" srcId="{6EAC6FC8-92D3-4666-AD7B-F11FBB0DC131}" destId="{8E3B9106-B5C7-4CCA-AD4F-58D04666AE3C}" srcOrd="8" destOrd="0" presId="urn:microsoft.com/office/officeart/2009/3/layout/HorizontalOrganizationChart"/>
    <dgm:cxn modelId="{1D874F4D-2455-466D-9B5F-33F859D1DC98}" type="presParOf" srcId="{6EAC6FC8-92D3-4666-AD7B-F11FBB0DC131}" destId="{AF4C1A8B-9073-459D-8777-4C4E647804F5}" srcOrd="9" destOrd="0" presId="urn:microsoft.com/office/officeart/2009/3/layout/HorizontalOrganizationChart"/>
    <dgm:cxn modelId="{A695C504-0BD3-45EA-89A8-3E1BFA8A664D}" type="presParOf" srcId="{AF4C1A8B-9073-459D-8777-4C4E647804F5}" destId="{2C4F45F3-E1A1-4A55-A17F-4CDB668BCE79}" srcOrd="0" destOrd="0" presId="urn:microsoft.com/office/officeart/2009/3/layout/HorizontalOrganizationChart"/>
    <dgm:cxn modelId="{074B1AE0-DE3E-4F72-9B90-88F881DCF85E}" type="presParOf" srcId="{2C4F45F3-E1A1-4A55-A17F-4CDB668BCE79}" destId="{4E08EABF-6A12-440D-A6B3-1D782FC224E3}" srcOrd="0" destOrd="0" presId="urn:microsoft.com/office/officeart/2009/3/layout/HorizontalOrganizationChart"/>
    <dgm:cxn modelId="{1EAEA24C-E004-4980-921D-1137366738C5}" type="presParOf" srcId="{2C4F45F3-E1A1-4A55-A17F-4CDB668BCE79}" destId="{3B218254-CD17-4D64-93E1-A671646250CF}" srcOrd="1" destOrd="0" presId="urn:microsoft.com/office/officeart/2009/3/layout/HorizontalOrganizationChart"/>
    <dgm:cxn modelId="{A5B37FFC-E088-44CF-A4C4-8033660CA420}" type="presParOf" srcId="{AF4C1A8B-9073-459D-8777-4C4E647804F5}" destId="{C35DA16E-1B3F-42C2-83F9-E788BB942CEA}" srcOrd="1" destOrd="0" presId="urn:microsoft.com/office/officeart/2009/3/layout/HorizontalOrganizationChart"/>
    <dgm:cxn modelId="{C4329C8E-7C79-4EA2-918F-3CB9857EC813}" type="presParOf" srcId="{AF4C1A8B-9073-459D-8777-4C4E647804F5}" destId="{83540982-7ECE-43EE-BC3A-D6EBBFDE08CE}" srcOrd="2" destOrd="0" presId="urn:microsoft.com/office/officeart/2009/3/layout/HorizontalOrganizationChart"/>
    <dgm:cxn modelId="{F25B5C43-59D6-45E0-B383-494AC902416B}" type="presParOf" srcId="{6EAC6FC8-92D3-4666-AD7B-F11FBB0DC131}" destId="{B3319CB6-4462-4CF0-8CC0-1E661F7B54A2}" srcOrd="10" destOrd="0" presId="urn:microsoft.com/office/officeart/2009/3/layout/HorizontalOrganizationChart"/>
    <dgm:cxn modelId="{2A6C07BE-985D-4519-BBD7-BC1A4B37E395}" type="presParOf" srcId="{6EAC6FC8-92D3-4666-AD7B-F11FBB0DC131}" destId="{857BAD58-4286-4691-8F96-DC89066F24BC}" srcOrd="11" destOrd="0" presId="urn:microsoft.com/office/officeart/2009/3/layout/HorizontalOrganizationChart"/>
    <dgm:cxn modelId="{97E2DAF1-3F95-4956-8AD5-19979DB44FB6}" type="presParOf" srcId="{857BAD58-4286-4691-8F96-DC89066F24BC}" destId="{769DE4FE-DE2A-4785-A25E-C9388351199D}" srcOrd="0" destOrd="0" presId="urn:microsoft.com/office/officeart/2009/3/layout/HorizontalOrganizationChart"/>
    <dgm:cxn modelId="{5A1D84AD-277E-4D3B-B110-E98944E7400D}" type="presParOf" srcId="{769DE4FE-DE2A-4785-A25E-C9388351199D}" destId="{8113AA9D-415C-441C-9EBE-E18C1FC52A3B}" srcOrd="0" destOrd="0" presId="urn:microsoft.com/office/officeart/2009/3/layout/HorizontalOrganizationChart"/>
    <dgm:cxn modelId="{0DB25E7B-2603-4C9C-BD39-947FC20EBB22}" type="presParOf" srcId="{769DE4FE-DE2A-4785-A25E-C9388351199D}" destId="{FBBF4FEE-443E-4B22-9118-63613585581A}" srcOrd="1" destOrd="0" presId="urn:microsoft.com/office/officeart/2009/3/layout/HorizontalOrganizationChart"/>
    <dgm:cxn modelId="{9A2259DA-FD5C-4114-9AC0-E737441A05DE}" type="presParOf" srcId="{857BAD58-4286-4691-8F96-DC89066F24BC}" destId="{A669DFE4-43F5-4BBF-8D18-FEF0D2A6F0EB}" srcOrd="1" destOrd="0" presId="urn:microsoft.com/office/officeart/2009/3/layout/HorizontalOrganizationChart"/>
    <dgm:cxn modelId="{B026213E-5E44-4346-A24F-578E86F2C127}" type="presParOf" srcId="{857BAD58-4286-4691-8F96-DC89066F24BC}" destId="{01F62D0E-C3D1-4E0D-8FD4-BB90FA01FC91}" srcOrd="2" destOrd="0" presId="urn:microsoft.com/office/officeart/2009/3/layout/HorizontalOrganizationChart"/>
    <dgm:cxn modelId="{DA3A6154-7BBA-4AA5-90FA-F8FA22B3C6E2}" type="presParOf" srcId="{6EAC6FC8-92D3-4666-AD7B-F11FBB0DC131}" destId="{2729CDAA-6C94-4F40-BA42-AFA31608311F}" srcOrd="12" destOrd="0" presId="urn:microsoft.com/office/officeart/2009/3/layout/HorizontalOrganizationChart"/>
    <dgm:cxn modelId="{217E0F71-9A4B-477A-BBD8-34E371117570}" type="presParOf" srcId="{6EAC6FC8-92D3-4666-AD7B-F11FBB0DC131}" destId="{63CBAD20-0C76-4182-A449-8F3633689E58}" srcOrd="13" destOrd="0" presId="urn:microsoft.com/office/officeart/2009/3/layout/HorizontalOrganizationChart"/>
    <dgm:cxn modelId="{5C49EC72-2512-4656-AABE-003DF7CADA03}" type="presParOf" srcId="{63CBAD20-0C76-4182-A449-8F3633689E58}" destId="{B86075AD-A9F8-4C8D-A063-C9F6DF334348}" srcOrd="0" destOrd="0" presId="urn:microsoft.com/office/officeart/2009/3/layout/HorizontalOrganizationChart"/>
    <dgm:cxn modelId="{3D342E85-74DC-4152-9A8F-0AE048B8E4D5}" type="presParOf" srcId="{B86075AD-A9F8-4C8D-A063-C9F6DF334348}" destId="{F1A464BD-5975-47CF-8CEC-4281BDCC5D43}" srcOrd="0" destOrd="0" presId="urn:microsoft.com/office/officeart/2009/3/layout/HorizontalOrganizationChart"/>
    <dgm:cxn modelId="{AE92D868-630F-4851-9D2A-5EC882126446}" type="presParOf" srcId="{B86075AD-A9F8-4C8D-A063-C9F6DF334348}" destId="{A4A97A9F-310E-4604-B2E8-C5FA66F782D2}" srcOrd="1" destOrd="0" presId="urn:microsoft.com/office/officeart/2009/3/layout/HorizontalOrganizationChart"/>
    <dgm:cxn modelId="{FD71CE86-B34B-4A59-AD7D-C34376371472}" type="presParOf" srcId="{63CBAD20-0C76-4182-A449-8F3633689E58}" destId="{8E3319D8-7BEE-4210-B547-163D3400BB99}" srcOrd="1" destOrd="0" presId="urn:microsoft.com/office/officeart/2009/3/layout/HorizontalOrganizationChart"/>
    <dgm:cxn modelId="{00E42061-F293-4DBF-B273-E5E66B9537DF}" type="presParOf" srcId="{63CBAD20-0C76-4182-A449-8F3633689E58}" destId="{314A4823-66E8-4BE6-A781-3032E5E39C6B}" srcOrd="2" destOrd="0" presId="urn:microsoft.com/office/officeart/2009/3/layout/HorizontalOrganizationChart"/>
    <dgm:cxn modelId="{835F24BE-5F7B-481B-9FBE-E21C54F7E911}" type="presParOf" srcId="{6EAC6FC8-92D3-4666-AD7B-F11FBB0DC131}" destId="{DBCA5ED1-64CD-4D62-8F39-1290A4CB188C}" srcOrd="14" destOrd="0" presId="urn:microsoft.com/office/officeart/2009/3/layout/HorizontalOrganizationChart"/>
    <dgm:cxn modelId="{C0909CD2-6BB1-4E1E-A250-B3E594905BD4}" type="presParOf" srcId="{6EAC6FC8-92D3-4666-AD7B-F11FBB0DC131}" destId="{1F1CBA85-54C2-48A2-82B4-ABB830DDB0DA}" srcOrd="15" destOrd="0" presId="urn:microsoft.com/office/officeart/2009/3/layout/HorizontalOrganizationChart"/>
    <dgm:cxn modelId="{A4284E81-9A79-482B-9777-456685E8A9D2}" type="presParOf" srcId="{1F1CBA85-54C2-48A2-82B4-ABB830DDB0DA}" destId="{A78682D9-1242-43BA-A476-4A5A20501B1B}" srcOrd="0" destOrd="0" presId="urn:microsoft.com/office/officeart/2009/3/layout/HorizontalOrganizationChart"/>
    <dgm:cxn modelId="{73E694D2-73D3-400F-8BD3-78436EDBCFB5}" type="presParOf" srcId="{A78682D9-1242-43BA-A476-4A5A20501B1B}" destId="{CAD722CC-E8BA-4536-9BDF-96D1A23C37D7}" srcOrd="0" destOrd="0" presId="urn:microsoft.com/office/officeart/2009/3/layout/HorizontalOrganizationChart"/>
    <dgm:cxn modelId="{21E997EE-CAB3-4C30-BC0F-F382D3032F4A}" type="presParOf" srcId="{A78682D9-1242-43BA-A476-4A5A20501B1B}" destId="{9E307C3D-E1E4-4F1C-8EA9-43510C838998}" srcOrd="1" destOrd="0" presId="urn:microsoft.com/office/officeart/2009/3/layout/HorizontalOrganizationChart"/>
    <dgm:cxn modelId="{4EFA261E-B521-4DD2-9232-CFB9A44A7615}" type="presParOf" srcId="{1F1CBA85-54C2-48A2-82B4-ABB830DDB0DA}" destId="{D47011F5-D53E-404F-B5A6-DACA0CC9490E}" srcOrd="1" destOrd="0" presId="urn:microsoft.com/office/officeart/2009/3/layout/HorizontalOrganizationChart"/>
    <dgm:cxn modelId="{BA09426C-6176-494F-98EF-53B7C9B7A588}" type="presParOf" srcId="{1F1CBA85-54C2-48A2-82B4-ABB830DDB0DA}" destId="{45F226D9-E28C-47F5-A9A4-6A08F45C0C44}" srcOrd="2" destOrd="0" presId="urn:microsoft.com/office/officeart/2009/3/layout/HorizontalOrganizationChart"/>
    <dgm:cxn modelId="{E06EBFBD-2B51-4D87-9558-D99E3D54BE2D}" type="presParOf" srcId="{6EAC6FC8-92D3-4666-AD7B-F11FBB0DC131}" destId="{E7C460FA-0B08-4485-B755-9067967CE72F}" srcOrd="16" destOrd="0" presId="urn:microsoft.com/office/officeart/2009/3/layout/HorizontalOrganizationChart"/>
    <dgm:cxn modelId="{7E424711-9BF7-4E71-B23B-713753AA660E}" type="presParOf" srcId="{6EAC6FC8-92D3-4666-AD7B-F11FBB0DC131}" destId="{C4086BCA-6DDB-44DE-B80C-F707DE14E4F3}" srcOrd="17" destOrd="0" presId="urn:microsoft.com/office/officeart/2009/3/layout/HorizontalOrganizationChart"/>
    <dgm:cxn modelId="{45037A19-AEC7-474C-8336-5DDF23D549A8}" type="presParOf" srcId="{C4086BCA-6DDB-44DE-B80C-F707DE14E4F3}" destId="{E259A2C3-2492-4344-8B69-B26395C77851}" srcOrd="0" destOrd="0" presId="urn:microsoft.com/office/officeart/2009/3/layout/HorizontalOrganizationChart"/>
    <dgm:cxn modelId="{4712C8CD-55CD-42D8-88F9-8C56148A0252}" type="presParOf" srcId="{E259A2C3-2492-4344-8B69-B26395C77851}" destId="{BDDFF492-6B04-42CB-B200-063737A35C60}" srcOrd="0" destOrd="0" presId="urn:microsoft.com/office/officeart/2009/3/layout/HorizontalOrganizationChart"/>
    <dgm:cxn modelId="{328BE84E-8917-471D-B8AF-58A83C478BD3}" type="presParOf" srcId="{E259A2C3-2492-4344-8B69-B26395C77851}" destId="{33B8D374-6C66-48A2-971E-0D2562B709A9}" srcOrd="1" destOrd="0" presId="urn:microsoft.com/office/officeart/2009/3/layout/HorizontalOrganizationChart"/>
    <dgm:cxn modelId="{3F07485B-7BDA-49E3-8052-373C1380A6C7}" type="presParOf" srcId="{C4086BCA-6DDB-44DE-B80C-F707DE14E4F3}" destId="{1ADCFF3D-3E13-404A-893E-FD88E95E1D33}" srcOrd="1" destOrd="0" presId="urn:microsoft.com/office/officeart/2009/3/layout/HorizontalOrganizationChart"/>
    <dgm:cxn modelId="{8F3E53A8-44B3-4CA1-9CEE-987C8B1C495B}" type="presParOf" srcId="{C4086BCA-6DDB-44DE-B80C-F707DE14E4F3}" destId="{5EE6FE20-5D0C-4946-BF76-46DB55B6E494}" srcOrd="2" destOrd="0" presId="urn:microsoft.com/office/officeart/2009/3/layout/HorizontalOrganizationChart"/>
    <dgm:cxn modelId="{A8B191D1-D4D6-4AB8-99C4-73170AFBA414}" type="presParOf" srcId="{6EAC6FC8-92D3-4666-AD7B-F11FBB0DC131}" destId="{1D63139A-6951-417F-9A0E-F6E33A6DF688}" srcOrd="18" destOrd="0" presId="urn:microsoft.com/office/officeart/2009/3/layout/HorizontalOrganizationChart"/>
    <dgm:cxn modelId="{E65465A2-0F7A-4E16-B38A-4210CB1E743E}" type="presParOf" srcId="{6EAC6FC8-92D3-4666-AD7B-F11FBB0DC131}" destId="{4FC8E490-68CD-47E2-8F1B-189EA2E76018}" srcOrd="19" destOrd="0" presId="urn:microsoft.com/office/officeart/2009/3/layout/HorizontalOrganizationChart"/>
    <dgm:cxn modelId="{570B7B1C-E0D6-4642-88A8-AFD63004BC5E}" type="presParOf" srcId="{4FC8E490-68CD-47E2-8F1B-189EA2E76018}" destId="{71737B1B-FC0C-44CE-B93B-F68FD6551D65}" srcOrd="0" destOrd="0" presId="urn:microsoft.com/office/officeart/2009/3/layout/HorizontalOrganizationChart"/>
    <dgm:cxn modelId="{E5446495-AA6E-48DF-8899-F3B8AA63BA53}" type="presParOf" srcId="{71737B1B-FC0C-44CE-B93B-F68FD6551D65}" destId="{18812D38-D665-4CF8-99A0-7197512F30EA}" srcOrd="0" destOrd="0" presId="urn:microsoft.com/office/officeart/2009/3/layout/HorizontalOrganizationChart"/>
    <dgm:cxn modelId="{8908E50C-0212-4BA4-926F-F5C6D2CC1AF9}" type="presParOf" srcId="{71737B1B-FC0C-44CE-B93B-F68FD6551D65}" destId="{8C6A3ABE-0E0B-43C3-916B-3252E5646B23}" srcOrd="1" destOrd="0" presId="urn:microsoft.com/office/officeart/2009/3/layout/HorizontalOrganizationChart"/>
    <dgm:cxn modelId="{DBD3823E-B97B-4328-8CB3-2FA893250967}" type="presParOf" srcId="{4FC8E490-68CD-47E2-8F1B-189EA2E76018}" destId="{45D9DA7E-FA71-4A18-91B9-64FECA5EC30E}" srcOrd="1" destOrd="0" presId="urn:microsoft.com/office/officeart/2009/3/layout/HorizontalOrganizationChart"/>
    <dgm:cxn modelId="{8316AF2A-B40D-43C1-A5EF-31AEC44E3525}" type="presParOf" srcId="{4FC8E490-68CD-47E2-8F1B-189EA2E76018}" destId="{18671FDE-9842-4F90-A126-B2B6411CD98B}" srcOrd="2" destOrd="0" presId="urn:microsoft.com/office/officeart/2009/3/layout/HorizontalOrganizationChart"/>
    <dgm:cxn modelId="{4274AA72-86C1-4C70-BEB8-EA8A2BE5E199}" type="presParOf" srcId="{603CB10C-AF58-44F5-83D3-5DDEC2416BEF}" destId="{2899FDD4-7D4C-4423-8886-F7C7872DE90C}"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280F7A2-59BA-488F-9896-9430A8BC57BD}" type="doc">
      <dgm:prSet loTypeId="urn:microsoft.com/office/officeart/2009/3/layout/HorizontalOrganizationChart" loCatId="hierarchy" qsTypeId="urn:microsoft.com/office/officeart/2005/8/quickstyle/simple2" qsCatId="simple" csTypeId="urn:microsoft.com/office/officeart/2005/8/colors/colorful1#1" csCatId="colorful" phldr="1"/>
      <dgm:spPr/>
      <dgm:t>
        <a:bodyPr/>
        <a:lstStyle/>
        <a:p>
          <a:endParaRPr lang="zh-CN" altLang="en-US"/>
        </a:p>
      </dgm:t>
    </dgm:pt>
    <dgm:pt modelId="{B43F6EB0-F332-4947-A51C-BF3068AC16B4}">
      <dgm:prSet custT="1"/>
      <dgm:spPr/>
      <dgm:t>
        <a:bodyPr/>
        <a:lstStyle/>
        <a:p>
          <a:pPr rtl="0"/>
          <a:r>
            <a:rPr lang="en-US" altLang="zh-CN" sz="1800" b="1" dirty="0" err="1" smtClean="0"/>
            <a:t>uC</a:t>
          </a:r>
          <a:r>
            <a:rPr lang="en-US" altLang="zh-CN" sz="1800" b="1" dirty="0" smtClean="0"/>
            <a:t>/OS-III</a:t>
          </a:r>
          <a:r>
            <a:rPr lang="zh-CN" altLang="zh-CN" sz="1800" b="1" dirty="0" smtClean="0"/>
            <a:t>的任务</a:t>
          </a:r>
          <a:endParaRPr lang="zh-CN" sz="1800" b="1" dirty="0"/>
        </a:p>
      </dgm:t>
    </dgm:pt>
    <dgm:pt modelId="{9AFD237E-C905-439D-A447-0292B039FD9E}" type="parTrans" cxnId="{4794CA57-CEA1-497C-83FC-9D909F46646E}">
      <dgm:prSet/>
      <dgm:spPr/>
      <dgm:t>
        <a:bodyPr/>
        <a:lstStyle/>
        <a:p>
          <a:endParaRPr lang="zh-CN" altLang="en-US" sz="2800" b="1"/>
        </a:p>
      </dgm:t>
    </dgm:pt>
    <dgm:pt modelId="{77440D16-ACCF-46D9-9CEE-A9858A24C531}" type="sibTrans" cxnId="{4794CA57-CEA1-497C-83FC-9D909F46646E}">
      <dgm:prSet/>
      <dgm:spPr/>
      <dgm:t>
        <a:bodyPr/>
        <a:lstStyle/>
        <a:p>
          <a:endParaRPr lang="zh-CN" altLang="en-US" sz="2800" b="1"/>
        </a:p>
      </dgm:t>
    </dgm:pt>
    <dgm:pt modelId="{1400FB95-342E-467D-9767-6ED8D2229082}">
      <dgm:prSet custT="1"/>
      <dgm:spPr/>
      <dgm:t>
        <a:bodyPr/>
        <a:lstStyle/>
        <a:p>
          <a:pPr rtl="0"/>
          <a:r>
            <a:rPr lang="zh-CN" altLang="zh-CN" sz="1800" b="1" dirty="0" smtClean="0"/>
            <a:t>系统任务</a:t>
          </a:r>
          <a:endParaRPr lang="zh-CN" altLang="en-US" sz="1800" b="1" dirty="0"/>
        </a:p>
      </dgm:t>
    </dgm:pt>
    <dgm:pt modelId="{87A632E7-792E-464A-B1BB-7C8B1B965FCF}" type="parTrans" cxnId="{413FDC9B-CDE1-46D4-9BAC-86CEDC8539EB}">
      <dgm:prSet/>
      <dgm:spPr/>
      <dgm:t>
        <a:bodyPr/>
        <a:lstStyle/>
        <a:p>
          <a:endParaRPr lang="zh-CN" altLang="en-US" sz="2800" b="1"/>
        </a:p>
      </dgm:t>
    </dgm:pt>
    <dgm:pt modelId="{6D0D0465-10D5-4AC3-A8E1-01A35AB4D5BE}" type="sibTrans" cxnId="{413FDC9B-CDE1-46D4-9BAC-86CEDC8539EB}">
      <dgm:prSet/>
      <dgm:spPr/>
      <dgm:t>
        <a:bodyPr/>
        <a:lstStyle/>
        <a:p>
          <a:endParaRPr lang="zh-CN" altLang="en-US" sz="2800" b="1"/>
        </a:p>
      </dgm:t>
    </dgm:pt>
    <dgm:pt modelId="{7F7B0C54-3B58-49DD-B95D-F059E177575B}">
      <dgm:prSet custT="1"/>
      <dgm:spPr/>
      <dgm:t>
        <a:bodyPr/>
        <a:lstStyle/>
        <a:p>
          <a:pPr rtl="0"/>
          <a:r>
            <a:rPr lang="zh-CN" altLang="zh-CN" sz="1800" b="1" dirty="0" smtClean="0"/>
            <a:t>用户任务</a:t>
          </a:r>
          <a:endParaRPr lang="zh-CN" altLang="en-US" sz="1800" b="1" dirty="0"/>
        </a:p>
      </dgm:t>
    </dgm:pt>
    <dgm:pt modelId="{60593602-0A9A-4208-9BC3-AEB07A6F4E04}" type="parTrans" cxnId="{6D5E4986-F1FB-404B-9E0A-D4A2ECF79563}">
      <dgm:prSet/>
      <dgm:spPr/>
      <dgm:t>
        <a:bodyPr/>
        <a:lstStyle/>
        <a:p>
          <a:endParaRPr lang="zh-CN" altLang="en-US" sz="2800" b="1"/>
        </a:p>
      </dgm:t>
    </dgm:pt>
    <dgm:pt modelId="{65661E45-7188-4B5E-BC11-A6B3753B922E}" type="sibTrans" cxnId="{6D5E4986-F1FB-404B-9E0A-D4A2ECF79563}">
      <dgm:prSet/>
      <dgm:spPr/>
      <dgm:t>
        <a:bodyPr/>
        <a:lstStyle/>
        <a:p>
          <a:endParaRPr lang="zh-CN" altLang="en-US" sz="2800" b="1"/>
        </a:p>
      </dgm:t>
    </dgm:pt>
    <dgm:pt modelId="{41D9250F-B823-4A65-B006-4878AC9BD701}">
      <dgm:prSet custT="1"/>
      <dgm:spPr/>
      <dgm:t>
        <a:bodyPr/>
        <a:lstStyle/>
        <a:p>
          <a:pPr algn="l" rtl="0"/>
          <a:r>
            <a:rPr lang="en-GB" altLang="zh-CN" sz="1800" b="1" smtClean="0"/>
            <a:t>    </a:t>
          </a:r>
          <a:r>
            <a:rPr lang="zh-CN" altLang="zh-CN" sz="1800" b="1" smtClean="0"/>
            <a:t>由操作系统提供的任务，为应用程序提供服务或为系统本身提供服务</a:t>
          </a:r>
          <a:endParaRPr lang="zh-CN" sz="1800" b="1" dirty="0"/>
        </a:p>
      </dgm:t>
    </dgm:pt>
    <dgm:pt modelId="{23815677-53BF-4BAD-AC8E-682E93C77A78}" type="parTrans" cxnId="{3226614C-9749-473D-9847-8BE0E5D37165}">
      <dgm:prSet/>
      <dgm:spPr/>
      <dgm:t>
        <a:bodyPr/>
        <a:lstStyle/>
        <a:p>
          <a:endParaRPr lang="zh-CN" altLang="en-US" sz="2800" b="1"/>
        </a:p>
      </dgm:t>
    </dgm:pt>
    <dgm:pt modelId="{D65015FA-1C92-477E-9D34-1151B2379DF1}" type="sibTrans" cxnId="{3226614C-9749-473D-9847-8BE0E5D37165}">
      <dgm:prSet/>
      <dgm:spPr/>
      <dgm:t>
        <a:bodyPr/>
        <a:lstStyle/>
        <a:p>
          <a:endParaRPr lang="zh-CN" altLang="en-US" sz="2800" b="1"/>
        </a:p>
      </dgm:t>
    </dgm:pt>
    <dgm:pt modelId="{56C9AE39-7B3F-4444-9175-64E62DF7993E}">
      <dgm:prSet custT="1"/>
      <dgm:spPr/>
      <dgm:t>
        <a:bodyPr/>
        <a:lstStyle/>
        <a:p>
          <a:pPr algn="l" rtl="0"/>
          <a:r>
            <a:rPr lang="en-GB" altLang="zh-CN" sz="1800" b="1" smtClean="0"/>
            <a:t>     </a:t>
          </a:r>
          <a:r>
            <a:rPr lang="zh-CN" altLang="zh-CN" sz="1800" b="1" smtClean="0"/>
            <a:t>由用户编写的实现应用程序功能的任务</a:t>
          </a:r>
          <a:endParaRPr lang="zh-CN" sz="1800" b="1" dirty="0"/>
        </a:p>
      </dgm:t>
    </dgm:pt>
    <dgm:pt modelId="{D2A48ECA-F60D-43E8-B490-F87A0209D232}" type="parTrans" cxnId="{C6375EA9-A528-4B2E-A460-C23E5D67836F}">
      <dgm:prSet/>
      <dgm:spPr/>
      <dgm:t>
        <a:bodyPr/>
        <a:lstStyle/>
        <a:p>
          <a:endParaRPr lang="zh-CN" altLang="en-US" sz="2800" b="1"/>
        </a:p>
      </dgm:t>
    </dgm:pt>
    <dgm:pt modelId="{4E259A65-D39D-488B-A266-07EB463DDA07}" type="sibTrans" cxnId="{C6375EA9-A528-4B2E-A460-C23E5D67836F}">
      <dgm:prSet/>
      <dgm:spPr/>
      <dgm:t>
        <a:bodyPr/>
        <a:lstStyle/>
        <a:p>
          <a:endParaRPr lang="zh-CN" altLang="en-US" sz="2800" b="1"/>
        </a:p>
      </dgm:t>
    </dgm:pt>
    <dgm:pt modelId="{9AE28E89-E5ED-45AF-9963-2796ED127D5C}" type="pres">
      <dgm:prSet presAssocID="{F280F7A2-59BA-488F-9896-9430A8BC57BD}" presName="hierChild1" presStyleCnt="0">
        <dgm:presLayoutVars>
          <dgm:orgChart val="1"/>
          <dgm:chPref val="1"/>
          <dgm:dir/>
          <dgm:animOne val="branch"/>
          <dgm:animLvl val="lvl"/>
          <dgm:resizeHandles/>
        </dgm:presLayoutVars>
      </dgm:prSet>
      <dgm:spPr/>
      <dgm:t>
        <a:bodyPr/>
        <a:lstStyle/>
        <a:p>
          <a:endParaRPr lang="zh-CN" altLang="en-US"/>
        </a:p>
      </dgm:t>
    </dgm:pt>
    <dgm:pt modelId="{89123802-C941-4BEE-A8FB-F4509979B289}" type="pres">
      <dgm:prSet presAssocID="{B43F6EB0-F332-4947-A51C-BF3068AC16B4}" presName="hierRoot1" presStyleCnt="0">
        <dgm:presLayoutVars>
          <dgm:hierBranch val="init"/>
        </dgm:presLayoutVars>
      </dgm:prSet>
      <dgm:spPr/>
      <dgm:t>
        <a:bodyPr/>
        <a:lstStyle/>
        <a:p>
          <a:endParaRPr lang="zh-CN" altLang="en-US"/>
        </a:p>
      </dgm:t>
    </dgm:pt>
    <dgm:pt modelId="{E1C7E0A6-37C2-4F0E-8A4B-BCB20FDEE949}" type="pres">
      <dgm:prSet presAssocID="{B43F6EB0-F332-4947-A51C-BF3068AC16B4}" presName="rootComposite1" presStyleCnt="0"/>
      <dgm:spPr/>
      <dgm:t>
        <a:bodyPr/>
        <a:lstStyle/>
        <a:p>
          <a:endParaRPr lang="zh-CN" altLang="en-US"/>
        </a:p>
      </dgm:t>
    </dgm:pt>
    <dgm:pt modelId="{2F911080-3898-485C-A919-3B49219BA110}" type="pres">
      <dgm:prSet presAssocID="{B43F6EB0-F332-4947-A51C-BF3068AC16B4}" presName="rootText1" presStyleLbl="node0" presStyleIdx="0" presStyleCnt="1" custScaleX="81330" custScaleY="118310">
        <dgm:presLayoutVars>
          <dgm:chPref val="3"/>
        </dgm:presLayoutVars>
      </dgm:prSet>
      <dgm:spPr/>
      <dgm:t>
        <a:bodyPr/>
        <a:lstStyle/>
        <a:p>
          <a:endParaRPr lang="zh-CN" altLang="en-US"/>
        </a:p>
      </dgm:t>
    </dgm:pt>
    <dgm:pt modelId="{182F3A5C-0286-4895-AF71-41F948D677AF}" type="pres">
      <dgm:prSet presAssocID="{B43F6EB0-F332-4947-A51C-BF3068AC16B4}" presName="rootConnector1" presStyleLbl="node1" presStyleIdx="0" presStyleCnt="0"/>
      <dgm:spPr/>
      <dgm:t>
        <a:bodyPr/>
        <a:lstStyle/>
        <a:p>
          <a:endParaRPr lang="zh-CN" altLang="en-US"/>
        </a:p>
      </dgm:t>
    </dgm:pt>
    <dgm:pt modelId="{0F056E96-CF76-4648-AF75-2A4EE63103E6}" type="pres">
      <dgm:prSet presAssocID="{B43F6EB0-F332-4947-A51C-BF3068AC16B4}" presName="hierChild2" presStyleCnt="0"/>
      <dgm:spPr/>
      <dgm:t>
        <a:bodyPr/>
        <a:lstStyle/>
        <a:p>
          <a:endParaRPr lang="zh-CN" altLang="en-US"/>
        </a:p>
      </dgm:t>
    </dgm:pt>
    <dgm:pt modelId="{4F5455D1-7B65-4B43-982A-97A98845D2B3}" type="pres">
      <dgm:prSet presAssocID="{87A632E7-792E-464A-B1BB-7C8B1B965FCF}" presName="Name64" presStyleLbl="parChTrans1D2" presStyleIdx="0" presStyleCnt="2"/>
      <dgm:spPr/>
      <dgm:t>
        <a:bodyPr/>
        <a:lstStyle/>
        <a:p>
          <a:endParaRPr lang="zh-CN" altLang="en-US"/>
        </a:p>
      </dgm:t>
    </dgm:pt>
    <dgm:pt modelId="{8C2C83AE-5C6D-4A55-BF35-33DBAA69F396}" type="pres">
      <dgm:prSet presAssocID="{1400FB95-342E-467D-9767-6ED8D2229082}" presName="hierRoot2" presStyleCnt="0">
        <dgm:presLayoutVars>
          <dgm:hierBranch val="init"/>
        </dgm:presLayoutVars>
      </dgm:prSet>
      <dgm:spPr/>
      <dgm:t>
        <a:bodyPr/>
        <a:lstStyle/>
        <a:p>
          <a:endParaRPr lang="zh-CN" altLang="en-US"/>
        </a:p>
      </dgm:t>
    </dgm:pt>
    <dgm:pt modelId="{287E0B16-7D81-44FC-A410-79DD1E4BD997}" type="pres">
      <dgm:prSet presAssocID="{1400FB95-342E-467D-9767-6ED8D2229082}" presName="rootComposite" presStyleCnt="0"/>
      <dgm:spPr/>
      <dgm:t>
        <a:bodyPr/>
        <a:lstStyle/>
        <a:p>
          <a:endParaRPr lang="zh-CN" altLang="en-US"/>
        </a:p>
      </dgm:t>
    </dgm:pt>
    <dgm:pt modelId="{4680E471-83E8-4E93-AD10-C8945567FBE2}" type="pres">
      <dgm:prSet presAssocID="{1400FB95-342E-467D-9767-6ED8D2229082}" presName="rootText" presStyleLbl="node2" presStyleIdx="0" presStyleCnt="2" custScaleX="71074">
        <dgm:presLayoutVars>
          <dgm:chPref val="3"/>
        </dgm:presLayoutVars>
      </dgm:prSet>
      <dgm:spPr/>
      <dgm:t>
        <a:bodyPr/>
        <a:lstStyle/>
        <a:p>
          <a:endParaRPr lang="zh-CN" altLang="en-US"/>
        </a:p>
      </dgm:t>
    </dgm:pt>
    <dgm:pt modelId="{A12749BF-27CB-4518-B961-2186D7391581}" type="pres">
      <dgm:prSet presAssocID="{1400FB95-342E-467D-9767-6ED8D2229082}" presName="rootConnector" presStyleLbl="node2" presStyleIdx="0" presStyleCnt="2"/>
      <dgm:spPr/>
      <dgm:t>
        <a:bodyPr/>
        <a:lstStyle/>
        <a:p>
          <a:endParaRPr lang="zh-CN" altLang="en-US"/>
        </a:p>
      </dgm:t>
    </dgm:pt>
    <dgm:pt modelId="{1F9A0B0A-23B6-4C1D-97B5-D68CA1130C9C}" type="pres">
      <dgm:prSet presAssocID="{1400FB95-342E-467D-9767-6ED8D2229082}" presName="hierChild4" presStyleCnt="0"/>
      <dgm:spPr/>
      <dgm:t>
        <a:bodyPr/>
        <a:lstStyle/>
        <a:p>
          <a:endParaRPr lang="zh-CN" altLang="en-US"/>
        </a:p>
      </dgm:t>
    </dgm:pt>
    <dgm:pt modelId="{718A0C43-0501-4C5D-86CA-4AB377BF592C}" type="pres">
      <dgm:prSet presAssocID="{23815677-53BF-4BAD-AC8E-682E93C77A78}" presName="Name64" presStyleLbl="parChTrans1D3" presStyleIdx="0" presStyleCnt="2"/>
      <dgm:spPr/>
      <dgm:t>
        <a:bodyPr/>
        <a:lstStyle/>
        <a:p>
          <a:endParaRPr lang="zh-CN" altLang="en-US"/>
        </a:p>
      </dgm:t>
    </dgm:pt>
    <dgm:pt modelId="{A595BFFD-6809-4780-9E37-5D82B63B5314}" type="pres">
      <dgm:prSet presAssocID="{41D9250F-B823-4A65-B006-4878AC9BD701}" presName="hierRoot2" presStyleCnt="0">
        <dgm:presLayoutVars>
          <dgm:hierBranch val="init"/>
        </dgm:presLayoutVars>
      </dgm:prSet>
      <dgm:spPr/>
      <dgm:t>
        <a:bodyPr/>
        <a:lstStyle/>
        <a:p>
          <a:endParaRPr lang="zh-CN" altLang="en-US"/>
        </a:p>
      </dgm:t>
    </dgm:pt>
    <dgm:pt modelId="{0D8A9005-3779-4A5D-8D06-6776E8C30E32}" type="pres">
      <dgm:prSet presAssocID="{41D9250F-B823-4A65-B006-4878AC9BD701}" presName="rootComposite" presStyleCnt="0"/>
      <dgm:spPr/>
      <dgm:t>
        <a:bodyPr/>
        <a:lstStyle/>
        <a:p>
          <a:endParaRPr lang="zh-CN" altLang="en-US"/>
        </a:p>
      </dgm:t>
    </dgm:pt>
    <dgm:pt modelId="{3A1A1038-3F51-4A06-8DCE-953FFD62970C}" type="pres">
      <dgm:prSet presAssocID="{41D9250F-B823-4A65-B006-4878AC9BD701}" presName="rootText" presStyleLbl="node3" presStyleIdx="0" presStyleCnt="2" custScaleX="121847" custScaleY="139645" custLinFactNeighborX="-1519" custLinFactNeighborY="290">
        <dgm:presLayoutVars>
          <dgm:chPref val="3"/>
        </dgm:presLayoutVars>
      </dgm:prSet>
      <dgm:spPr/>
      <dgm:t>
        <a:bodyPr/>
        <a:lstStyle/>
        <a:p>
          <a:endParaRPr lang="zh-CN" altLang="en-US"/>
        </a:p>
      </dgm:t>
    </dgm:pt>
    <dgm:pt modelId="{F2EB2C89-9F65-4D14-9E83-E984680C454B}" type="pres">
      <dgm:prSet presAssocID="{41D9250F-B823-4A65-B006-4878AC9BD701}" presName="rootConnector" presStyleLbl="node3" presStyleIdx="0" presStyleCnt="2"/>
      <dgm:spPr/>
      <dgm:t>
        <a:bodyPr/>
        <a:lstStyle/>
        <a:p>
          <a:endParaRPr lang="zh-CN" altLang="en-US"/>
        </a:p>
      </dgm:t>
    </dgm:pt>
    <dgm:pt modelId="{A83FFDE3-63B8-4EDE-9706-A7024B2D8DFC}" type="pres">
      <dgm:prSet presAssocID="{41D9250F-B823-4A65-B006-4878AC9BD701}" presName="hierChild4" presStyleCnt="0"/>
      <dgm:spPr/>
      <dgm:t>
        <a:bodyPr/>
        <a:lstStyle/>
        <a:p>
          <a:endParaRPr lang="zh-CN" altLang="en-US"/>
        </a:p>
      </dgm:t>
    </dgm:pt>
    <dgm:pt modelId="{A2EE54D6-B65B-44B0-B28A-AB7225891728}" type="pres">
      <dgm:prSet presAssocID="{41D9250F-B823-4A65-B006-4878AC9BD701}" presName="hierChild5" presStyleCnt="0"/>
      <dgm:spPr/>
      <dgm:t>
        <a:bodyPr/>
        <a:lstStyle/>
        <a:p>
          <a:endParaRPr lang="zh-CN" altLang="en-US"/>
        </a:p>
      </dgm:t>
    </dgm:pt>
    <dgm:pt modelId="{D5E8C0FA-F96D-4C12-8F55-D3DE53FDC0FF}" type="pres">
      <dgm:prSet presAssocID="{1400FB95-342E-467D-9767-6ED8D2229082}" presName="hierChild5" presStyleCnt="0"/>
      <dgm:spPr/>
      <dgm:t>
        <a:bodyPr/>
        <a:lstStyle/>
        <a:p>
          <a:endParaRPr lang="zh-CN" altLang="en-US"/>
        </a:p>
      </dgm:t>
    </dgm:pt>
    <dgm:pt modelId="{FD3034CB-CE9E-42E8-8C99-B52B8D45FCA7}" type="pres">
      <dgm:prSet presAssocID="{60593602-0A9A-4208-9BC3-AEB07A6F4E04}" presName="Name64" presStyleLbl="parChTrans1D2" presStyleIdx="1" presStyleCnt="2"/>
      <dgm:spPr/>
      <dgm:t>
        <a:bodyPr/>
        <a:lstStyle/>
        <a:p>
          <a:endParaRPr lang="zh-CN" altLang="en-US"/>
        </a:p>
      </dgm:t>
    </dgm:pt>
    <dgm:pt modelId="{333939DF-72E4-4FF6-96A5-8D5BC831DEC6}" type="pres">
      <dgm:prSet presAssocID="{7F7B0C54-3B58-49DD-B95D-F059E177575B}" presName="hierRoot2" presStyleCnt="0">
        <dgm:presLayoutVars>
          <dgm:hierBranch val="init"/>
        </dgm:presLayoutVars>
      </dgm:prSet>
      <dgm:spPr/>
      <dgm:t>
        <a:bodyPr/>
        <a:lstStyle/>
        <a:p>
          <a:endParaRPr lang="zh-CN" altLang="en-US"/>
        </a:p>
      </dgm:t>
    </dgm:pt>
    <dgm:pt modelId="{4F72F2EE-8608-449A-89F3-606809E48734}" type="pres">
      <dgm:prSet presAssocID="{7F7B0C54-3B58-49DD-B95D-F059E177575B}" presName="rootComposite" presStyleCnt="0"/>
      <dgm:spPr/>
      <dgm:t>
        <a:bodyPr/>
        <a:lstStyle/>
        <a:p>
          <a:endParaRPr lang="zh-CN" altLang="en-US"/>
        </a:p>
      </dgm:t>
    </dgm:pt>
    <dgm:pt modelId="{DC608DF3-48D8-4642-BF23-77E6887818CC}" type="pres">
      <dgm:prSet presAssocID="{7F7B0C54-3B58-49DD-B95D-F059E177575B}" presName="rootText" presStyleLbl="node2" presStyleIdx="1" presStyleCnt="2" custScaleX="71074">
        <dgm:presLayoutVars>
          <dgm:chPref val="3"/>
        </dgm:presLayoutVars>
      </dgm:prSet>
      <dgm:spPr/>
      <dgm:t>
        <a:bodyPr/>
        <a:lstStyle/>
        <a:p>
          <a:endParaRPr lang="zh-CN" altLang="en-US"/>
        </a:p>
      </dgm:t>
    </dgm:pt>
    <dgm:pt modelId="{C8760B9A-7B8D-4C14-9D50-8D6CE1E92DF5}" type="pres">
      <dgm:prSet presAssocID="{7F7B0C54-3B58-49DD-B95D-F059E177575B}" presName="rootConnector" presStyleLbl="node2" presStyleIdx="1" presStyleCnt="2"/>
      <dgm:spPr/>
      <dgm:t>
        <a:bodyPr/>
        <a:lstStyle/>
        <a:p>
          <a:endParaRPr lang="zh-CN" altLang="en-US"/>
        </a:p>
      </dgm:t>
    </dgm:pt>
    <dgm:pt modelId="{089F6625-91D3-4E14-B98B-0F4E5B76F479}" type="pres">
      <dgm:prSet presAssocID="{7F7B0C54-3B58-49DD-B95D-F059E177575B}" presName="hierChild4" presStyleCnt="0"/>
      <dgm:spPr/>
      <dgm:t>
        <a:bodyPr/>
        <a:lstStyle/>
        <a:p>
          <a:endParaRPr lang="zh-CN" altLang="en-US"/>
        </a:p>
      </dgm:t>
    </dgm:pt>
    <dgm:pt modelId="{BA0F6ED7-5F3C-4E19-878C-D64C7EFCFFD8}" type="pres">
      <dgm:prSet presAssocID="{D2A48ECA-F60D-43E8-B490-F87A0209D232}" presName="Name64" presStyleLbl="parChTrans1D3" presStyleIdx="1" presStyleCnt="2"/>
      <dgm:spPr/>
      <dgm:t>
        <a:bodyPr/>
        <a:lstStyle/>
        <a:p>
          <a:endParaRPr lang="zh-CN" altLang="en-US"/>
        </a:p>
      </dgm:t>
    </dgm:pt>
    <dgm:pt modelId="{930D5B6E-A9E4-4A30-B702-918170E8431E}" type="pres">
      <dgm:prSet presAssocID="{56C9AE39-7B3F-4444-9175-64E62DF7993E}" presName="hierRoot2" presStyleCnt="0">
        <dgm:presLayoutVars>
          <dgm:hierBranch val="init"/>
        </dgm:presLayoutVars>
      </dgm:prSet>
      <dgm:spPr/>
      <dgm:t>
        <a:bodyPr/>
        <a:lstStyle/>
        <a:p>
          <a:endParaRPr lang="zh-CN" altLang="en-US"/>
        </a:p>
      </dgm:t>
    </dgm:pt>
    <dgm:pt modelId="{D9B8C4F0-254C-4994-A712-7720D264314B}" type="pres">
      <dgm:prSet presAssocID="{56C9AE39-7B3F-4444-9175-64E62DF7993E}" presName="rootComposite" presStyleCnt="0"/>
      <dgm:spPr/>
      <dgm:t>
        <a:bodyPr/>
        <a:lstStyle/>
        <a:p>
          <a:endParaRPr lang="zh-CN" altLang="en-US"/>
        </a:p>
      </dgm:t>
    </dgm:pt>
    <dgm:pt modelId="{09AEDA5C-F0FF-40C8-A282-BC1AAEBBF926}" type="pres">
      <dgm:prSet presAssocID="{56C9AE39-7B3F-4444-9175-64E62DF7993E}" presName="rootText" presStyleLbl="node3" presStyleIdx="1" presStyleCnt="2" custScaleX="121220" custScaleY="139645" custLinFactNeighborX="-1519" custLinFactNeighborY="290">
        <dgm:presLayoutVars>
          <dgm:chPref val="3"/>
        </dgm:presLayoutVars>
      </dgm:prSet>
      <dgm:spPr/>
      <dgm:t>
        <a:bodyPr/>
        <a:lstStyle/>
        <a:p>
          <a:endParaRPr lang="zh-CN" altLang="en-US"/>
        </a:p>
      </dgm:t>
    </dgm:pt>
    <dgm:pt modelId="{9D15F53A-2D49-423C-806E-C0F6FB5149F2}" type="pres">
      <dgm:prSet presAssocID="{56C9AE39-7B3F-4444-9175-64E62DF7993E}" presName="rootConnector" presStyleLbl="node3" presStyleIdx="1" presStyleCnt="2"/>
      <dgm:spPr/>
      <dgm:t>
        <a:bodyPr/>
        <a:lstStyle/>
        <a:p>
          <a:endParaRPr lang="zh-CN" altLang="en-US"/>
        </a:p>
      </dgm:t>
    </dgm:pt>
    <dgm:pt modelId="{50510902-1C10-43CA-9369-5786E681C02D}" type="pres">
      <dgm:prSet presAssocID="{56C9AE39-7B3F-4444-9175-64E62DF7993E}" presName="hierChild4" presStyleCnt="0"/>
      <dgm:spPr/>
      <dgm:t>
        <a:bodyPr/>
        <a:lstStyle/>
        <a:p>
          <a:endParaRPr lang="zh-CN" altLang="en-US"/>
        </a:p>
      </dgm:t>
    </dgm:pt>
    <dgm:pt modelId="{B58B02AF-54AF-417F-9E33-3EEFEC4FE278}" type="pres">
      <dgm:prSet presAssocID="{56C9AE39-7B3F-4444-9175-64E62DF7993E}" presName="hierChild5" presStyleCnt="0"/>
      <dgm:spPr/>
      <dgm:t>
        <a:bodyPr/>
        <a:lstStyle/>
        <a:p>
          <a:endParaRPr lang="zh-CN" altLang="en-US"/>
        </a:p>
      </dgm:t>
    </dgm:pt>
    <dgm:pt modelId="{4F9303BB-A797-4462-A145-2D8B67CE51A4}" type="pres">
      <dgm:prSet presAssocID="{7F7B0C54-3B58-49DD-B95D-F059E177575B}" presName="hierChild5" presStyleCnt="0"/>
      <dgm:spPr/>
      <dgm:t>
        <a:bodyPr/>
        <a:lstStyle/>
        <a:p>
          <a:endParaRPr lang="zh-CN" altLang="en-US"/>
        </a:p>
      </dgm:t>
    </dgm:pt>
    <dgm:pt modelId="{2F2A3897-623B-4008-A540-93201B12F86A}" type="pres">
      <dgm:prSet presAssocID="{B43F6EB0-F332-4947-A51C-BF3068AC16B4}" presName="hierChild3" presStyleCnt="0"/>
      <dgm:spPr/>
      <dgm:t>
        <a:bodyPr/>
        <a:lstStyle/>
        <a:p>
          <a:endParaRPr lang="zh-CN" altLang="en-US"/>
        </a:p>
      </dgm:t>
    </dgm:pt>
  </dgm:ptLst>
  <dgm:cxnLst>
    <dgm:cxn modelId="{A0A377EE-98CB-4C78-8CE0-C8ECCE5CC206}" type="presOf" srcId="{B43F6EB0-F332-4947-A51C-BF3068AC16B4}" destId="{182F3A5C-0286-4895-AF71-41F948D677AF}" srcOrd="1" destOrd="0" presId="urn:microsoft.com/office/officeart/2009/3/layout/HorizontalOrganizationChart"/>
    <dgm:cxn modelId="{6D5E4986-F1FB-404B-9E0A-D4A2ECF79563}" srcId="{B43F6EB0-F332-4947-A51C-BF3068AC16B4}" destId="{7F7B0C54-3B58-49DD-B95D-F059E177575B}" srcOrd="1" destOrd="0" parTransId="{60593602-0A9A-4208-9BC3-AEB07A6F4E04}" sibTransId="{65661E45-7188-4B5E-BC11-A6B3753B922E}"/>
    <dgm:cxn modelId="{E610B736-C6C3-462C-840F-035F571E4D5D}" type="presOf" srcId="{1400FB95-342E-467D-9767-6ED8D2229082}" destId="{4680E471-83E8-4E93-AD10-C8945567FBE2}" srcOrd="0" destOrd="0" presId="urn:microsoft.com/office/officeart/2009/3/layout/HorizontalOrganizationChart"/>
    <dgm:cxn modelId="{413FDC9B-CDE1-46D4-9BAC-86CEDC8539EB}" srcId="{B43F6EB0-F332-4947-A51C-BF3068AC16B4}" destId="{1400FB95-342E-467D-9767-6ED8D2229082}" srcOrd="0" destOrd="0" parTransId="{87A632E7-792E-464A-B1BB-7C8B1B965FCF}" sibTransId="{6D0D0465-10D5-4AC3-A8E1-01A35AB4D5BE}"/>
    <dgm:cxn modelId="{DAE6C095-C70E-4343-878B-48C660DA15D4}" type="presOf" srcId="{56C9AE39-7B3F-4444-9175-64E62DF7993E}" destId="{09AEDA5C-F0FF-40C8-A282-BC1AAEBBF926}" srcOrd="0" destOrd="0" presId="urn:microsoft.com/office/officeart/2009/3/layout/HorizontalOrganizationChart"/>
    <dgm:cxn modelId="{847453E5-7444-4CE2-AFDB-4BA97CA811D2}" type="presOf" srcId="{D2A48ECA-F60D-43E8-B490-F87A0209D232}" destId="{BA0F6ED7-5F3C-4E19-878C-D64C7EFCFFD8}" srcOrd="0" destOrd="0" presId="urn:microsoft.com/office/officeart/2009/3/layout/HorizontalOrganizationChart"/>
    <dgm:cxn modelId="{769EC4F7-C58F-41C0-AB4A-8C67775F7E7C}" type="presOf" srcId="{7F7B0C54-3B58-49DD-B95D-F059E177575B}" destId="{C8760B9A-7B8D-4C14-9D50-8D6CE1E92DF5}" srcOrd="1" destOrd="0" presId="urn:microsoft.com/office/officeart/2009/3/layout/HorizontalOrganizationChart"/>
    <dgm:cxn modelId="{3226614C-9749-473D-9847-8BE0E5D37165}" srcId="{1400FB95-342E-467D-9767-6ED8D2229082}" destId="{41D9250F-B823-4A65-B006-4878AC9BD701}" srcOrd="0" destOrd="0" parTransId="{23815677-53BF-4BAD-AC8E-682E93C77A78}" sibTransId="{D65015FA-1C92-477E-9D34-1151B2379DF1}"/>
    <dgm:cxn modelId="{5F10EECC-D2B8-466A-A82F-A02BF2FF365A}" type="presOf" srcId="{41D9250F-B823-4A65-B006-4878AC9BD701}" destId="{F2EB2C89-9F65-4D14-9E83-E984680C454B}" srcOrd="1" destOrd="0" presId="urn:microsoft.com/office/officeart/2009/3/layout/HorizontalOrganizationChart"/>
    <dgm:cxn modelId="{C6375EA9-A528-4B2E-A460-C23E5D67836F}" srcId="{7F7B0C54-3B58-49DD-B95D-F059E177575B}" destId="{56C9AE39-7B3F-4444-9175-64E62DF7993E}" srcOrd="0" destOrd="0" parTransId="{D2A48ECA-F60D-43E8-B490-F87A0209D232}" sibTransId="{4E259A65-D39D-488B-A266-07EB463DDA07}"/>
    <dgm:cxn modelId="{AFFFC401-C955-4A7D-9AA3-C8A510D78677}" type="presOf" srcId="{1400FB95-342E-467D-9767-6ED8D2229082}" destId="{A12749BF-27CB-4518-B961-2186D7391581}" srcOrd="1" destOrd="0" presId="urn:microsoft.com/office/officeart/2009/3/layout/HorizontalOrganizationChart"/>
    <dgm:cxn modelId="{5076CB56-3900-4C3C-8F19-E4700D3E440B}" type="presOf" srcId="{60593602-0A9A-4208-9BC3-AEB07A6F4E04}" destId="{FD3034CB-CE9E-42E8-8C99-B52B8D45FCA7}" srcOrd="0" destOrd="0" presId="urn:microsoft.com/office/officeart/2009/3/layout/HorizontalOrganizationChart"/>
    <dgm:cxn modelId="{BFE537FC-FD9B-47B2-B5A0-6330BD2E8E8E}" type="presOf" srcId="{B43F6EB0-F332-4947-A51C-BF3068AC16B4}" destId="{2F911080-3898-485C-A919-3B49219BA110}" srcOrd="0" destOrd="0" presId="urn:microsoft.com/office/officeart/2009/3/layout/HorizontalOrganizationChart"/>
    <dgm:cxn modelId="{8278D5ED-3D5E-40D1-97A8-CECAD3900B4F}" type="presOf" srcId="{F280F7A2-59BA-488F-9896-9430A8BC57BD}" destId="{9AE28E89-E5ED-45AF-9963-2796ED127D5C}" srcOrd="0" destOrd="0" presId="urn:microsoft.com/office/officeart/2009/3/layout/HorizontalOrganizationChart"/>
    <dgm:cxn modelId="{23BB8B49-A0E2-4136-B016-29BB7CB2F8CC}" type="presOf" srcId="{7F7B0C54-3B58-49DD-B95D-F059E177575B}" destId="{DC608DF3-48D8-4642-BF23-77E6887818CC}" srcOrd="0" destOrd="0" presId="urn:microsoft.com/office/officeart/2009/3/layout/HorizontalOrganizationChart"/>
    <dgm:cxn modelId="{DF7C647D-BBFE-4812-A909-BCCF23C2EF81}" type="presOf" srcId="{41D9250F-B823-4A65-B006-4878AC9BD701}" destId="{3A1A1038-3F51-4A06-8DCE-953FFD62970C}" srcOrd="0" destOrd="0" presId="urn:microsoft.com/office/officeart/2009/3/layout/HorizontalOrganizationChart"/>
    <dgm:cxn modelId="{03C2D785-FF46-472C-B9D6-BD2C1C5FFA85}" type="presOf" srcId="{56C9AE39-7B3F-4444-9175-64E62DF7993E}" destId="{9D15F53A-2D49-423C-806E-C0F6FB5149F2}" srcOrd="1" destOrd="0" presId="urn:microsoft.com/office/officeart/2009/3/layout/HorizontalOrganizationChart"/>
    <dgm:cxn modelId="{BE89D4F1-30F1-4191-9E6F-4655FD75F4A3}" type="presOf" srcId="{23815677-53BF-4BAD-AC8E-682E93C77A78}" destId="{718A0C43-0501-4C5D-86CA-4AB377BF592C}" srcOrd="0" destOrd="0" presId="urn:microsoft.com/office/officeart/2009/3/layout/HorizontalOrganizationChart"/>
    <dgm:cxn modelId="{42D55066-2B35-4793-A74A-5C8E4B5D1270}" type="presOf" srcId="{87A632E7-792E-464A-B1BB-7C8B1B965FCF}" destId="{4F5455D1-7B65-4B43-982A-97A98845D2B3}" srcOrd="0" destOrd="0" presId="urn:microsoft.com/office/officeart/2009/3/layout/HorizontalOrganizationChart"/>
    <dgm:cxn modelId="{4794CA57-CEA1-497C-83FC-9D909F46646E}" srcId="{F280F7A2-59BA-488F-9896-9430A8BC57BD}" destId="{B43F6EB0-F332-4947-A51C-BF3068AC16B4}" srcOrd="0" destOrd="0" parTransId="{9AFD237E-C905-439D-A447-0292B039FD9E}" sibTransId="{77440D16-ACCF-46D9-9CEE-A9858A24C531}"/>
    <dgm:cxn modelId="{A94C61E7-72AC-47D9-9B06-8C0BEE11C9C7}" type="presParOf" srcId="{9AE28E89-E5ED-45AF-9963-2796ED127D5C}" destId="{89123802-C941-4BEE-A8FB-F4509979B289}" srcOrd="0" destOrd="0" presId="urn:microsoft.com/office/officeart/2009/3/layout/HorizontalOrganizationChart"/>
    <dgm:cxn modelId="{1BE95454-142E-499C-B6DA-E9DDD005FD57}" type="presParOf" srcId="{89123802-C941-4BEE-A8FB-F4509979B289}" destId="{E1C7E0A6-37C2-4F0E-8A4B-BCB20FDEE949}" srcOrd="0" destOrd="0" presId="urn:microsoft.com/office/officeart/2009/3/layout/HorizontalOrganizationChart"/>
    <dgm:cxn modelId="{3C137B9E-9FA9-482A-9BCD-9B31723E9C1C}" type="presParOf" srcId="{E1C7E0A6-37C2-4F0E-8A4B-BCB20FDEE949}" destId="{2F911080-3898-485C-A919-3B49219BA110}" srcOrd="0" destOrd="0" presId="urn:microsoft.com/office/officeart/2009/3/layout/HorizontalOrganizationChart"/>
    <dgm:cxn modelId="{46C5A293-61C1-4E55-A6B1-529DF73FDBA4}" type="presParOf" srcId="{E1C7E0A6-37C2-4F0E-8A4B-BCB20FDEE949}" destId="{182F3A5C-0286-4895-AF71-41F948D677AF}" srcOrd="1" destOrd="0" presId="urn:microsoft.com/office/officeart/2009/3/layout/HorizontalOrganizationChart"/>
    <dgm:cxn modelId="{F0E23502-698C-469B-97CA-383C0ED88CB5}" type="presParOf" srcId="{89123802-C941-4BEE-A8FB-F4509979B289}" destId="{0F056E96-CF76-4648-AF75-2A4EE63103E6}" srcOrd="1" destOrd="0" presId="urn:microsoft.com/office/officeart/2009/3/layout/HorizontalOrganizationChart"/>
    <dgm:cxn modelId="{56C50BF7-482A-4CD6-8272-C7B1AE721D6A}" type="presParOf" srcId="{0F056E96-CF76-4648-AF75-2A4EE63103E6}" destId="{4F5455D1-7B65-4B43-982A-97A98845D2B3}" srcOrd="0" destOrd="0" presId="urn:microsoft.com/office/officeart/2009/3/layout/HorizontalOrganizationChart"/>
    <dgm:cxn modelId="{459E600B-E233-4278-80AC-CA38A968C1C3}" type="presParOf" srcId="{0F056E96-CF76-4648-AF75-2A4EE63103E6}" destId="{8C2C83AE-5C6D-4A55-BF35-33DBAA69F396}" srcOrd="1" destOrd="0" presId="urn:microsoft.com/office/officeart/2009/3/layout/HorizontalOrganizationChart"/>
    <dgm:cxn modelId="{81C766B3-5BE1-433F-8C8B-E85F251E1CC8}" type="presParOf" srcId="{8C2C83AE-5C6D-4A55-BF35-33DBAA69F396}" destId="{287E0B16-7D81-44FC-A410-79DD1E4BD997}" srcOrd="0" destOrd="0" presId="urn:microsoft.com/office/officeart/2009/3/layout/HorizontalOrganizationChart"/>
    <dgm:cxn modelId="{68C392EA-300E-4D0C-807B-C21736D427C5}" type="presParOf" srcId="{287E0B16-7D81-44FC-A410-79DD1E4BD997}" destId="{4680E471-83E8-4E93-AD10-C8945567FBE2}" srcOrd="0" destOrd="0" presId="urn:microsoft.com/office/officeart/2009/3/layout/HorizontalOrganizationChart"/>
    <dgm:cxn modelId="{4E173C8E-6292-4B0A-96A6-77C3B23D6037}" type="presParOf" srcId="{287E0B16-7D81-44FC-A410-79DD1E4BD997}" destId="{A12749BF-27CB-4518-B961-2186D7391581}" srcOrd="1" destOrd="0" presId="urn:microsoft.com/office/officeart/2009/3/layout/HorizontalOrganizationChart"/>
    <dgm:cxn modelId="{802831E4-7FC2-40A4-A662-9EDDA57BCA9E}" type="presParOf" srcId="{8C2C83AE-5C6D-4A55-BF35-33DBAA69F396}" destId="{1F9A0B0A-23B6-4C1D-97B5-D68CA1130C9C}" srcOrd="1" destOrd="0" presId="urn:microsoft.com/office/officeart/2009/3/layout/HorizontalOrganizationChart"/>
    <dgm:cxn modelId="{DD4C6168-4607-48BA-AC8B-6184E40DDDA9}" type="presParOf" srcId="{1F9A0B0A-23B6-4C1D-97B5-D68CA1130C9C}" destId="{718A0C43-0501-4C5D-86CA-4AB377BF592C}" srcOrd="0" destOrd="0" presId="urn:microsoft.com/office/officeart/2009/3/layout/HorizontalOrganizationChart"/>
    <dgm:cxn modelId="{637BA479-FD38-43E5-920B-045F36E649D4}" type="presParOf" srcId="{1F9A0B0A-23B6-4C1D-97B5-D68CA1130C9C}" destId="{A595BFFD-6809-4780-9E37-5D82B63B5314}" srcOrd="1" destOrd="0" presId="urn:microsoft.com/office/officeart/2009/3/layout/HorizontalOrganizationChart"/>
    <dgm:cxn modelId="{91034C4D-58C6-4069-A51E-7D6A4ACEFB5A}" type="presParOf" srcId="{A595BFFD-6809-4780-9E37-5D82B63B5314}" destId="{0D8A9005-3779-4A5D-8D06-6776E8C30E32}" srcOrd="0" destOrd="0" presId="urn:microsoft.com/office/officeart/2009/3/layout/HorizontalOrganizationChart"/>
    <dgm:cxn modelId="{D7A39281-A4AE-4BE7-B1B8-7E7551D23F3E}" type="presParOf" srcId="{0D8A9005-3779-4A5D-8D06-6776E8C30E32}" destId="{3A1A1038-3F51-4A06-8DCE-953FFD62970C}" srcOrd="0" destOrd="0" presId="urn:microsoft.com/office/officeart/2009/3/layout/HorizontalOrganizationChart"/>
    <dgm:cxn modelId="{946BEB18-D1B0-4C87-8216-2D058ECA256C}" type="presParOf" srcId="{0D8A9005-3779-4A5D-8D06-6776E8C30E32}" destId="{F2EB2C89-9F65-4D14-9E83-E984680C454B}" srcOrd="1" destOrd="0" presId="urn:microsoft.com/office/officeart/2009/3/layout/HorizontalOrganizationChart"/>
    <dgm:cxn modelId="{F7F9BFC8-0790-4BF3-A97B-6334DA658919}" type="presParOf" srcId="{A595BFFD-6809-4780-9E37-5D82B63B5314}" destId="{A83FFDE3-63B8-4EDE-9706-A7024B2D8DFC}" srcOrd="1" destOrd="0" presId="urn:microsoft.com/office/officeart/2009/3/layout/HorizontalOrganizationChart"/>
    <dgm:cxn modelId="{1D9A6D55-559F-457C-974B-6039D3C7FAAC}" type="presParOf" srcId="{A595BFFD-6809-4780-9E37-5D82B63B5314}" destId="{A2EE54D6-B65B-44B0-B28A-AB7225891728}" srcOrd="2" destOrd="0" presId="urn:microsoft.com/office/officeart/2009/3/layout/HorizontalOrganizationChart"/>
    <dgm:cxn modelId="{5128C446-B7A7-4705-AF48-67AEA7C03C4F}" type="presParOf" srcId="{8C2C83AE-5C6D-4A55-BF35-33DBAA69F396}" destId="{D5E8C0FA-F96D-4C12-8F55-D3DE53FDC0FF}" srcOrd="2" destOrd="0" presId="urn:microsoft.com/office/officeart/2009/3/layout/HorizontalOrganizationChart"/>
    <dgm:cxn modelId="{F76FC203-ECBD-489D-B48B-CBBD72280BCE}" type="presParOf" srcId="{0F056E96-CF76-4648-AF75-2A4EE63103E6}" destId="{FD3034CB-CE9E-42E8-8C99-B52B8D45FCA7}" srcOrd="2" destOrd="0" presId="urn:microsoft.com/office/officeart/2009/3/layout/HorizontalOrganizationChart"/>
    <dgm:cxn modelId="{E53CF5B2-9CA5-4916-AC1B-4EB8B0A21407}" type="presParOf" srcId="{0F056E96-CF76-4648-AF75-2A4EE63103E6}" destId="{333939DF-72E4-4FF6-96A5-8D5BC831DEC6}" srcOrd="3" destOrd="0" presId="urn:microsoft.com/office/officeart/2009/3/layout/HorizontalOrganizationChart"/>
    <dgm:cxn modelId="{809444D2-1FBE-4EAC-89A9-FC2AC8283748}" type="presParOf" srcId="{333939DF-72E4-4FF6-96A5-8D5BC831DEC6}" destId="{4F72F2EE-8608-449A-89F3-606809E48734}" srcOrd="0" destOrd="0" presId="urn:microsoft.com/office/officeart/2009/3/layout/HorizontalOrganizationChart"/>
    <dgm:cxn modelId="{D9833407-E332-40E0-9030-2CF61DD58A83}" type="presParOf" srcId="{4F72F2EE-8608-449A-89F3-606809E48734}" destId="{DC608DF3-48D8-4642-BF23-77E6887818CC}" srcOrd="0" destOrd="0" presId="urn:microsoft.com/office/officeart/2009/3/layout/HorizontalOrganizationChart"/>
    <dgm:cxn modelId="{44E55D68-6648-4181-BCB1-5499A38BBDA2}" type="presParOf" srcId="{4F72F2EE-8608-449A-89F3-606809E48734}" destId="{C8760B9A-7B8D-4C14-9D50-8D6CE1E92DF5}" srcOrd="1" destOrd="0" presId="urn:microsoft.com/office/officeart/2009/3/layout/HorizontalOrganizationChart"/>
    <dgm:cxn modelId="{0153550A-AA61-4658-AE34-F7BC8E6B9DC0}" type="presParOf" srcId="{333939DF-72E4-4FF6-96A5-8D5BC831DEC6}" destId="{089F6625-91D3-4E14-B98B-0F4E5B76F479}" srcOrd="1" destOrd="0" presId="urn:microsoft.com/office/officeart/2009/3/layout/HorizontalOrganizationChart"/>
    <dgm:cxn modelId="{5DDBC0DF-1470-4F2A-AE17-B51604B6ACC0}" type="presParOf" srcId="{089F6625-91D3-4E14-B98B-0F4E5B76F479}" destId="{BA0F6ED7-5F3C-4E19-878C-D64C7EFCFFD8}" srcOrd="0" destOrd="0" presId="urn:microsoft.com/office/officeart/2009/3/layout/HorizontalOrganizationChart"/>
    <dgm:cxn modelId="{C57E2A32-DBBF-4DB2-B7D6-6D0D4DB1D2A4}" type="presParOf" srcId="{089F6625-91D3-4E14-B98B-0F4E5B76F479}" destId="{930D5B6E-A9E4-4A30-B702-918170E8431E}" srcOrd="1" destOrd="0" presId="urn:microsoft.com/office/officeart/2009/3/layout/HorizontalOrganizationChart"/>
    <dgm:cxn modelId="{74AB68A6-8563-4512-AA34-4EB707EBE7C3}" type="presParOf" srcId="{930D5B6E-A9E4-4A30-B702-918170E8431E}" destId="{D9B8C4F0-254C-4994-A712-7720D264314B}" srcOrd="0" destOrd="0" presId="urn:microsoft.com/office/officeart/2009/3/layout/HorizontalOrganizationChart"/>
    <dgm:cxn modelId="{8F87829F-6A25-4487-9BC5-ACA1C09F1B17}" type="presParOf" srcId="{D9B8C4F0-254C-4994-A712-7720D264314B}" destId="{09AEDA5C-F0FF-40C8-A282-BC1AAEBBF926}" srcOrd="0" destOrd="0" presId="urn:microsoft.com/office/officeart/2009/3/layout/HorizontalOrganizationChart"/>
    <dgm:cxn modelId="{3484EAD1-EE63-46DF-9894-FC91909B28E5}" type="presParOf" srcId="{D9B8C4F0-254C-4994-A712-7720D264314B}" destId="{9D15F53A-2D49-423C-806E-C0F6FB5149F2}" srcOrd="1" destOrd="0" presId="urn:microsoft.com/office/officeart/2009/3/layout/HorizontalOrganizationChart"/>
    <dgm:cxn modelId="{65E8D36C-DC09-47A4-84AD-E62D0D6B0971}" type="presParOf" srcId="{930D5B6E-A9E4-4A30-B702-918170E8431E}" destId="{50510902-1C10-43CA-9369-5786E681C02D}" srcOrd="1" destOrd="0" presId="urn:microsoft.com/office/officeart/2009/3/layout/HorizontalOrganizationChart"/>
    <dgm:cxn modelId="{5F1EE9E6-6306-46EC-B074-EF37A5172C49}" type="presParOf" srcId="{930D5B6E-A9E4-4A30-B702-918170E8431E}" destId="{B58B02AF-54AF-417F-9E33-3EEFEC4FE278}" srcOrd="2" destOrd="0" presId="urn:microsoft.com/office/officeart/2009/3/layout/HorizontalOrganizationChart"/>
    <dgm:cxn modelId="{3A12F817-9CBE-4C15-8BD6-32DEDC0C0584}" type="presParOf" srcId="{333939DF-72E4-4FF6-96A5-8D5BC831DEC6}" destId="{4F9303BB-A797-4462-A145-2D8B67CE51A4}" srcOrd="2" destOrd="0" presId="urn:microsoft.com/office/officeart/2009/3/layout/HorizontalOrganizationChart"/>
    <dgm:cxn modelId="{C8AF5032-1535-4002-B51C-28EBEB167233}" type="presParOf" srcId="{89123802-C941-4BEE-A8FB-F4509979B289}" destId="{2F2A3897-623B-4008-A540-93201B12F86A}"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DEC667-E207-409B-B4E0-83D0F5D4167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D38987BE-F956-405C-9E12-5481BC88AB49}">
      <dgm:prSet custT="1"/>
      <dgm:spPr/>
      <dgm:t>
        <a:bodyPr/>
        <a:lstStyle/>
        <a:p>
          <a:pPr rtl="0"/>
          <a:r>
            <a:rPr lang="en-GB" sz="1800" b="1" dirty="0" err="1" smtClean="0"/>
            <a:t>uC</a:t>
          </a:r>
          <a:r>
            <a:rPr lang="en-GB" sz="1800" b="1" dirty="0" smtClean="0"/>
            <a:t>/OS-III</a:t>
          </a:r>
          <a:r>
            <a:rPr lang="zh-CN" sz="1800" b="1" dirty="0" smtClean="0"/>
            <a:t>的任务</a:t>
          </a:r>
          <a:endParaRPr lang="zh-CN" sz="1800" dirty="0"/>
        </a:p>
      </dgm:t>
    </dgm:pt>
    <dgm:pt modelId="{0254FB4B-BD44-44E8-9BDE-69E9FE4DEF4A}" type="parTrans" cxnId="{B4223C97-D3BD-4EF5-AF3D-99A58C7B3588}">
      <dgm:prSet/>
      <dgm:spPr/>
      <dgm:t>
        <a:bodyPr/>
        <a:lstStyle/>
        <a:p>
          <a:endParaRPr lang="zh-CN" altLang="en-US" sz="1800"/>
        </a:p>
      </dgm:t>
    </dgm:pt>
    <dgm:pt modelId="{96315E8B-1DA0-4A22-9973-0B30C5AFA146}" type="sibTrans" cxnId="{B4223C97-D3BD-4EF5-AF3D-99A58C7B3588}">
      <dgm:prSet/>
      <dgm:spPr/>
      <dgm:t>
        <a:bodyPr/>
        <a:lstStyle/>
        <a:p>
          <a:endParaRPr lang="zh-CN" altLang="en-US" sz="1800"/>
        </a:p>
      </dgm:t>
    </dgm:pt>
    <dgm:pt modelId="{DB193197-6D8B-493D-8BAB-2BE9C366BDB3}">
      <dgm:prSet custT="1"/>
      <dgm:spPr/>
      <dgm:t>
        <a:bodyPr/>
        <a:lstStyle/>
        <a:p>
          <a:pPr rtl="0"/>
          <a:r>
            <a:rPr lang="zh-CN" sz="1800" b="1" dirty="0" smtClean="0"/>
            <a:t>任务控制块（</a:t>
          </a:r>
          <a:r>
            <a:rPr lang="en-GB" sz="1800" b="1" dirty="0" smtClean="0"/>
            <a:t>Task Control Block, TCB</a:t>
          </a:r>
          <a:r>
            <a:rPr lang="zh-CN" sz="1800" b="1" dirty="0" smtClean="0"/>
            <a:t>）</a:t>
          </a:r>
          <a:endParaRPr lang="zh-CN" sz="1800" dirty="0"/>
        </a:p>
      </dgm:t>
    </dgm:pt>
    <dgm:pt modelId="{384299BB-1208-44C7-9A07-2D3CD6E36F84}" type="parTrans" cxnId="{5ED0A476-2CA1-4B88-9145-BACBC4534749}">
      <dgm:prSet/>
      <dgm:spPr/>
      <dgm:t>
        <a:bodyPr/>
        <a:lstStyle/>
        <a:p>
          <a:endParaRPr lang="zh-CN" altLang="en-US" sz="1800"/>
        </a:p>
      </dgm:t>
    </dgm:pt>
    <dgm:pt modelId="{0B3B986F-35DA-4E15-AC42-18A2B290046D}" type="sibTrans" cxnId="{5ED0A476-2CA1-4B88-9145-BACBC4534749}">
      <dgm:prSet/>
      <dgm:spPr/>
      <dgm:t>
        <a:bodyPr/>
        <a:lstStyle/>
        <a:p>
          <a:endParaRPr lang="zh-CN" altLang="en-US" sz="1800"/>
        </a:p>
      </dgm:t>
    </dgm:pt>
    <dgm:pt modelId="{3886910C-A854-4677-90FC-74F570259DB5}">
      <dgm:prSet custT="1"/>
      <dgm:spPr/>
      <dgm:t>
        <a:bodyPr/>
        <a:lstStyle/>
        <a:p>
          <a:pPr rtl="0"/>
          <a:r>
            <a:rPr lang="zh-CN" altLang="en-US" sz="1800" b="1" dirty="0" smtClean="0"/>
            <a:t>任务堆栈</a:t>
          </a:r>
          <a:endParaRPr lang="zh-CN" altLang="en-US" sz="1800" dirty="0"/>
        </a:p>
      </dgm:t>
    </dgm:pt>
    <dgm:pt modelId="{FB0A1A5D-B12C-4E10-A43F-B505B464CE85}" type="parTrans" cxnId="{39A419EB-2499-43AB-B4C5-5DB05454CF4B}">
      <dgm:prSet/>
      <dgm:spPr/>
      <dgm:t>
        <a:bodyPr/>
        <a:lstStyle/>
        <a:p>
          <a:endParaRPr lang="zh-CN" altLang="en-US" sz="1800"/>
        </a:p>
      </dgm:t>
    </dgm:pt>
    <dgm:pt modelId="{291D1CD7-2919-4670-983C-CB917C691878}" type="sibTrans" cxnId="{39A419EB-2499-43AB-B4C5-5DB05454CF4B}">
      <dgm:prSet/>
      <dgm:spPr/>
      <dgm:t>
        <a:bodyPr/>
        <a:lstStyle/>
        <a:p>
          <a:endParaRPr lang="zh-CN" altLang="en-US" sz="1800"/>
        </a:p>
      </dgm:t>
    </dgm:pt>
    <dgm:pt modelId="{433CB146-E0FB-4608-8C8A-2D64EBD1F4EE}">
      <dgm:prSet custT="1"/>
      <dgm:spPr/>
      <dgm:t>
        <a:bodyPr/>
        <a:lstStyle/>
        <a:p>
          <a:pPr rtl="0"/>
          <a:r>
            <a:rPr lang="zh-CN" altLang="en-US" sz="1800" b="1" dirty="0" smtClean="0"/>
            <a:t>任务函数</a:t>
          </a:r>
          <a:endParaRPr lang="zh-CN" altLang="en-US" sz="1800" dirty="0"/>
        </a:p>
      </dgm:t>
    </dgm:pt>
    <dgm:pt modelId="{B2D9EECA-51FE-434B-8D7A-F687EDD0D550}" type="parTrans" cxnId="{74412860-3A5B-4485-B256-1AF72DBC2637}">
      <dgm:prSet/>
      <dgm:spPr/>
      <dgm:t>
        <a:bodyPr/>
        <a:lstStyle/>
        <a:p>
          <a:endParaRPr lang="zh-CN" altLang="en-US" sz="1800"/>
        </a:p>
      </dgm:t>
    </dgm:pt>
    <dgm:pt modelId="{A90281FC-8163-4ABF-8B5F-2FA652A07932}" type="sibTrans" cxnId="{74412860-3A5B-4485-B256-1AF72DBC2637}">
      <dgm:prSet/>
      <dgm:spPr/>
      <dgm:t>
        <a:bodyPr/>
        <a:lstStyle/>
        <a:p>
          <a:endParaRPr lang="zh-CN" altLang="en-US" sz="1800"/>
        </a:p>
      </dgm:t>
    </dgm:pt>
    <dgm:pt modelId="{FB80EC41-B777-4F99-931A-D3FC5DA27925}" type="pres">
      <dgm:prSet presAssocID="{E1DEC667-E207-409B-B4E0-83D0F5D41673}" presName="hierChild1" presStyleCnt="0">
        <dgm:presLayoutVars>
          <dgm:chPref val="1"/>
          <dgm:dir/>
          <dgm:animOne val="branch"/>
          <dgm:animLvl val="lvl"/>
          <dgm:resizeHandles/>
        </dgm:presLayoutVars>
      </dgm:prSet>
      <dgm:spPr/>
      <dgm:t>
        <a:bodyPr/>
        <a:lstStyle/>
        <a:p>
          <a:endParaRPr lang="zh-CN" altLang="en-US"/>
        </a:p>
      </dgm:t>
    </dgm:pt>
    <dgm:pt modelId="{824E0A66-A4EA-42A7-A590-6A71F41D6F9F}" type="pres">
      <dgm:prSet presAssocID="{D38987BE-F956-405C-9E12-5481BC88AB49}" presName="hierRoot1" presStyleCnt="0"/>
      <dgm:spPr/>
    </dgm:pt>
    <dgm:pt modelId="{C100FC54-7084-4A08-B3D5-8762C049F5FC}" type="pres">
      <dgm:prSet presAssocID="{D38987BE-F956-405C-9E12-5481BC88AB49}" presName="composite" presStyleCnt="0"/>
      <dgm:spPr/>
    </dgm:pt>
    <dgm:pt modelId="{DD56A6C5-00BE-4469-8DD1-041560DC3640}" type="pres">
      <dgm:prSet presAssocID="{D38987BE-F956-405C-9E12-5481BC88AB49}" presName="background" presStyleLbl="node0" presStyleIdx="0" presStyleCnt="1"/>
      <dgm:spPr/>
    </dgm:pt>
    <dgm:pt modelId="{2F54DAFF-B944-4C77-BAA8-C7AC7B6438B0}" type="pres">
      <dgm:prSet presAssocID="{D38987BE-F956-405C-9E12-5481BC88AB49}" presName="text" presStyleLbl="fgAcc0" presStyleIdx="0" presStyleCnt="1">
        <dgm:presLayoutVars>
          <dgm:chPref val="3"/>
        </dgm:presLayoutVars>
      </dgm:prSet>
      <dgm:spPr/>
      <dgm:t>
        <a:bodyPr/>
        <a:lstStyle/>
        <a:p>
          <a:endParaRPr lang="zh-CN" altLang="en-US"/>
        </a:p>
      </dgm:t>
    </dgm:pt>
    <dgm:pt modelId="{B2B5EF79-6415-4F8D-99CB-A3319103A8D4}" type="pres">
      <dgm:prSet presAssocID="{D38987BE-F956-405C-9E12-5481BC88AB49}" presName="hierChild2" presStyleCnt="0"/>
      <dgm:spPr/>
    </dgm:pt>
    <dgm:pt modelId="{6EC188F9-57E1-4F29-B1FA-A5E83483B709}" type="pres">
      <dgm:prSet presAssocID="{384299BB-1208-44C7-9A07-2D3CD6E36F84}" presName="Name10" presStyleLbl="parChTrans1D2" presStyleIdx="0" presStyleCnt="3"/>
      <dgm:spPr/>
      <dgm:t>
        <a:bodyPr/>
        <a:lstStyle/>
        <a:p>
          <a:endParaRPr lang="zh-CN" altLang="en-US"/>
        </a:p>
      </dgm:t>
    </dgm:pt>
    <dgm:pt modelId="{EECF4B61-74E7-4E52-93BC-E178E5FDF482}" type="pres">
      <dgm:prSet presAssocID="{DB193197-6D8B-493D-8BAB-2BE9C366BDB3}" presName="hierRoot2" presStyleCnt="0"/>
      <dgm:spPr/>
    </dgm:pt>
    <dgm:pt modelId="{AEE163B4-44CA-4109-A34D-5C6056CDCAB4}" type="pres">
      <dgm:prSet presAssocID="{DB193197-6D8B-493D-8BAB-2BE9C366BDB3}" presName="composite2" presStyleCnt="0"/>
      <dgm:spPr/>
    </dgm:pt>
    <dgm:pt modelId="{D654BC3E-C78A-4880-A6C0-3C401814D8C8}" type="pres">
      <dgm:prSet presAssocID="{DB193197-6D8B-493D-8BAB-2BE9C366BDB3}" presName="background2" presStyleLbl="node2" presStyleIdx="0" presStyleCnt="3"/>
      <dgm:spPr/>
    </dgm:pt>
    <dgm:pt modelId="{FB675C30-CC14-4390-BE97-939F32B47BFB}" type="pres">
      <dgm:prSet presAssocID="{DB193197-6D8B-493D-8BAB-2BE9C366BDB3}" presName="text2" presStyleLbl="fgAcc2" presStyleIdx="0" presStyleCnt="3" custScaleY="140436">
        <dgm:presLayoutVars>
          <dgm:chPref val="3"/>
        </dgm:presLayoutVars>
      </dgm:prSet>
      <dgm:spPr/>
      <dgm:t>
        <a:bodyPr/>
        <a:lstStyle/>
        <a:p>
          <a:endParaRPr lang="zh-CN" altLang="en-US"/>
        </a:p>
      </dgm:t>
    </dgm:pt>
    <dgm:pt modelId="{1AA179BA-A21F-4BAD-97BE-22053B5B4E3C}" type="pres">
      <dgm:prSet presAssocID="{DB193197-6D8B-493D-8BAB-2BE9C366BDB3}" presName="hierChild3" presStyleCnt="0"/>
      <dgm:spPr/>
    </dgm:pt>
    <dgm:pt modelId="{DEDBC3D9-8FF9-47B3-A776-987BB2732F6C}" type="pres">
      <dgm:prSet presAssocID="{FB0A1A5D-B12C-4E10-A43F-B505B464CE85}" presName="Name10" presStyleLbl="parChTrans1D2" presStyleIdx="1" presStyleCnt="3"/>
      <dgm:spPr/>
      <dgm:t>
        <a:bodyPr/>
        <a:lstStyle/>
        <a:p>
          <a:endParaRPr lang="zh-CN" altLang="en-US"/>
        </a:p>
      </dgm:t>
    </dgm:pt>
    <dgm:pt modelId="{5B818CDC-564A-432D-945D-569B7D84FE17}" type="pres">
      <dgm:prSet presAssocID="{3886910C-A854-4677-90FC-74F570259DB5}" presName="hierRoot2" presStyleCnt="0"/>
      <dgm:spPr/>
    </dgm:pt>
    <dgm:pt modelId="{546DA1AF-1E31-438F-AD72-4CF137B66C63}" type="pres">
      <dgm:prSet presAssocID="{3886910C-A854-4677-90FC-74F570259DB5}" presName="composite2" presStyleCnt="0"/>
      <dgm:spPr/>
    </dgm:pt>
    <dgm:pt modelId="{3E9EEF55-E17B-4179-B2C0-5B24979995BC}" type="pres">
      <dgm:prSet presAssocID="{3886910C-A854-4677-90FC-74F570259DB5}" presName="background2" presStyleLbl="node2" presStyleIdx="1" presStyleCnt="3"/>
      <dgm:spPr/>
    </dgm:pt>
    <dgm:pt modelId="{7D4F26E0-3291-4971-9C73-23C797B2E37D}" type="pres">
      <dgm:prSet presAssocID="{3886910C-A854-4677-90FC-74F570259DB5}" presName="text2" presStyleLbl="fgAcc2" presStyleIdx="1" presStyleCnt="3" custScaleY="140437">
        <dgm:presLayoutVars>
          <dgm:chPref val="3"/>
        </dgm:presLayoutVars>
      </dgm:prSet>
      <dgm:spPr/>
      <dgm:t>
        <a:bodyPr/>
        <a:lstStyle/>
        <a:p>
          <a:endParaRPr lang="zh-CN" altLang="en-US"/>
        </a:p>
      </dgm:t>
    </dgm:pt>
    <dgm:pt modelId="{54268DDC-5CB1-4F90-BB0C-141586273572}" type="pres">
      <dgm:prSet presAssocID="{3886910C-A854-4677-90FC-74F570259DB5}" presName="hierChild3" presStyleCnt="0"/>
      <dgm:spPr/>
    </dgm:pt>
    <dgm:pt modelId="{A00E34C1-D022-414E-A434-1FC464134055}" type="pres">
      <dgm:prSet presAssocID="{B2D9EECA-51FE-434B-8D7A-F687EDD0D550}" presName="Name10" presStyleLbl="parChTrans1D2" presStyleIdx="2" presStyleCnt="3"/>
      <dgm:spPr/>
      <dgm:t>
        <a:bodyPr/>
        <a:lstStyle/>
        <a:p>
          <a:endParaRPr lang="zh-CN" altLang="en-US"/>
        </a:p>
      </dgm:t>
    </dgm:pt>
    <dgm:pt modelId="{C623E592-5558-4A83-83F7-3322D3E47CAB}" type="pres">
      <dgm:prSet presAssocID="{433CB146-E0FB-4608-8C8A-2D64EBD1F4EE}" presName="hierRoot2" presStyleCnt="0"/>
      <dgm:spPr/>
    </dgm:pt>
    <dgm:pt modelId="{4005991D-BE8E-4FAB-8359-2B3D21340D61}" type="pres">
      <dgm:prSet presAssocID="{433CB146-E0FB-4608-8C8A-2D64EBD1F4EE}" presName="composite2" presStyleCnt="0"/>
      <dgm:spPr/>
    </dgm:pt>
    <dgm:pt modelId="{58BC618D-70B2-47DC-AFF9-7129CBF1A923}" type="pres">
      <dgm:prSet presAssocID="{433CB146-E0FB-4608-8C8A-2D64EBD1F4EE}" presName="background2" presStyleLbl="node2" presStyleIdx="2" presStyleCnt="3"/>
      <dgm:spPr/>
    </dgm:pt>
    <dgm:pt modelId="{E0B8D8B5-DC94-4396-B487-273627CFA8DA}" type="pres">
      <dgm:prSet presAssocID="{433CB146-E0FB-4608-8C8A-2D64EBD1F4EE}" presName="text2" presStyleLbl="fgAcc2" presStyleIdx="2" presStyleCnt="3" custScaleY="135759" custLinFactNeighborX="4056" custLinFactNeighborY="-2443">
        <dgm:presLayoutVars>
          <dgm:chPref val="3"/>
        </dgm:presLayoutVars>
      </dgm:prSet>
      <dgm:spPr/>
      <dgm:t>
        <a:bodyPr/>
        <a:lstStyle/>
        <a:p>
          <a:endParaRPr lang="zh-CN" altLang="en-US"/>
        </a:p>
      </dgm:t>
    </dgm:pt>
    <dgm:pt modelId="{C4FED488-04CD-4869-B76E-169593106B81}" type="pres">
      <dgm:prSet presAssocID="{433CB146-E0FB-4608-8C8A-2D64EBD1F4EE}" presName="hierChild3" presStyleCnt="0"/>
      <dgm:spPr/>
    </dgm:pt>
  </dgm:ptLst>
  <dgm:cxnLst>
    <dgm:cxn modelId="{16561FB9-11BB-4F92-8E9B-FD1F3A04D76D}" type="presOf" srcId="{E1DEC667-E207-409B-B4E0-83D0F5D41673}" destId="{FB80EC41-B777-4F99-931A-D3FC5DA27925}" srcOrd="0" destOrd="0" presId="urn:microsoft.com/office/officeart/2005/8/layout/hierarchy1"/>
    <dgm:cxn modelId="{4E9C2564-D04B-4568-9755-B333CF2112C5}" type="presOf" srcId="{433CB146-E0FB-4608-8C8A-2D64EBD1F4EE}" destId="{E0B8D8B5-DC94-4396-B487-273627CFA8DA}" srcOrd="0" destOrd="0" presId="urn:microsoft.com/office/officeart/2005/8/layout/hierarchy1"/>
    <dgm:cxn modelId="{4FD972F4-0B87-456B-BAB4-966803BA6978}" type="presOf" srcId="{B2D9EECA-51FE-434B-8D7A-F687EDD0D550}" destId="{A00E34C1-D022-414E-A434-1FC464134055}" srcOrd="0" destOrd="0" presId="urn:microsoft.com/office/officeart/2005/8/layout/hierarchy1"/>
    <dgm:cxn modelId="{B3F4AF75-D0E7-49D4-AD35-05ED9F56D72B}" type="presOf" srcId="{DB193197-6D8B-493D-8BAB-2BE9C366BDB3}" destId="{FB675C30-CC14-4390-BE97-939F32B47BFB}" srcOrd="0" destOrd="0" presId="urn:microsoft.com/office/officeart/2005/8/layout/hierarchy1"/>
    <dgm:cxn modelId="{5ED0A476-2CA1-4B88-9145-BACBC4534749}" srcId="{D38987BE-F956-405C-9E12-5481BC88AB49}" destId="{DB193197-6D8B-493D-8BAB-2BE9C366BDB3}" srcOrd="0" destOrd="0" parTransId="{384299BB-1208-44C7-9A07-2D3CD6E36F84}" sibTransId="{0B3B986F-35DA-4E15-AC42-18A2B290046D}"/>
    <dgm:cxn modelId="{3D240CBA-7E3F-46A6-84CF-BBAFB603F4E9}" type="presOf" srcId="{D38987BE-F956-405C-9E12-5481BC88AB49}" destId="{2F54DAFF-B944-4C77-BAA8-C7AC7B6438B0}" srcOrd="0" destOrd="0" presId="urn:microsoft.com/office/officeart/2005/8/layout/hierarchy1"/>
    <dgm:cxn modelId="{BF602577-48C2-4622-96BD-0D9EDB244FD8}" type="presOf" srcId="{FB0A1A5D-B12C-4E10-A43F-B505B464CE85}" destId="{DEDBC3D9-8FF9-47B3-A776-987BB2732F6C}" srcOrd="0" destOrd="0" presId="urn:microsoft.com/office/officeart/2005/8/layout/hierarchy1"/>
    <dgm:cxn modelId="{88485558-F4F4-4583-AC8F-1968036A6A26}" type="presOf" srcId="{3886910C-A854-4677-90FC-74F570259DB5}" destId="{7D4F26E0-3291-4971-9C73-23C797B2E37D}" srcOrd="0" destOrd="0" presId="urn:microsoft.com/office/officeart/2005/8/layout/hierarchy1"/>
    <dgm:cxn modelId="{B4223C97-D3BD-4EF5-AF3D-99A58C7B3588}" srcId="{E1DEC667-E207-409B-B4E0-83D0F5D41673}" destId="{D38987BE-F956-405C-9E12-5481BC88AB49}" srcOrd="0" destOrd="0" parTransId="{0254FB4B-BD44-44E8-9BDE-69E9FE4DEF4A}" sibTransId="{96315E8B-1DA0-4A22-9973-0B30C5AFA146}"/>
    <dgm:cxn modelId="{74412860-3A5B-4485-B256-1AF72DBC2637}" srcId="{D38987BE-F956-405C-9E12-5481BC88AB49}" destId="{433CB146-E0FB-4608-8C8A-2D64EBD1F4EE}" srcOrd="2" destOrd="0" parTransId="{B2D9EECA-51FE-434B-8D7A-F687EDD0D550}" sibTransId="{A90281FC-8163-4ABF-8B5F-2FA652A07932}"/>
    <dgm:cxn modelId="{39A419EB-2499-43AB-B4C5-5DB05454CF4B}" srcId="{D38987BE-F956-405C-9E12-5481BC88AB49}" destId="{3886910C-A854-4677-90FC-74F570259DB5}" srcOrd="1" destOrd="0" parTransId="{FB0A1A5D-B12C-4E10-A43F-B505B464CE85}" sibTransId="{291D1CD7-2919-4670-983C-CB917C691878}"/>
    <dgm:cxn modelId="{A78ED92B-6B7A-467F-AF70-C2E86C346EEC}" type="presOf" srcId="{384299BB-1208-44C7-9A07-2D3CD6E36F84}" destId="{6EC188F9-57E1-4F29-B1FA-A5E83483B709}" srcOrd="0" destOrd="0" presId="urn:microsoft.com/office/officeart/2005/8/layout/hierarchy1"/>
    <dgm:cxn modelId="{606928C8-10AE-4ECD-A695-9C719C1C7FAE}" type="presParOf" srcId="{FB80EC41-B777-4F99-931A-D3FC5DA27925}" destId="{824E0A66-A4EA-42A7-A590-6A71F41D6F9F}" srcOrd="0" destOrd="0" presId="urn:microsoft.com/office/officeart/2005/8/layout/hierarchy1"/>
    <dgm:cxn modelId="{ECAB79B6-0CE5-4BC0-B74B-AA5C9F1C9B72}" type="presParOf" srcId="{824E0A66-A4EA-42A7-A590-6A71F41D6F9F}" destId="{C100FC54-7084-4A08-B3D5-8762C049F5FC}" srcOrd="0" destOrd="0" presId="urn:microsoft.com/office/officeart/2005/8/layout/hierarchy1"/>
    <dgm:cxn modelId="{26D5E164-8788-4A0F-8934-DD497FFE73C8}" type="presParOf" srcId="{C100FC54-7084-4A08-B3D5-8762C049F5FC}" destId="{DD56A6C5-00BE-4469-8DD1-041560DC3640}" srcOrd="0" destOrd="0" presId="urn:microsoft.com/office/officeart/2005/8/layout/hierarchy1"/>
    <dgm:cxn modelId="{A7E46891-FCA8-4C76-9D96-622A7513165B}" type="presParOf" srcId="{C100FC54-7084-4A08-B3D5-8762C049F5FC}" destId="{2F54DAFF-B944-4C77-BAA8-C7AC7B6438B0}" srcOrd="1" destOrd="0" presId="urn:microsoft.com/office/officeart/2005/8/layout/hierarchy1"/>
    <dgm:cxn modelId="{D7776FBF-1D87-4CC3-8D06-67C72D3E640E}" type="presParOf" srcId="{824E0A66-A4EA-42A7-A590-6A71F41D6F9F}" destId="{B2B5EF79-6415-4F8D-99CB-A3319103A8D4}" srcOrd="1" destOrd="0" presId="urn:microsoft.com/office/officeart/2005/8/layout/hierarchy1"/>
    <dgm:cxn modelId="{3EB2DEDA-05D6-47BE-96A4-8307A7EF5005}" type="presParOf" srcId="{B2B5EF79-6415-4F8D-99CB-A3319103A8D4}" destId="{6EC188F9-57E1-4F29-B1FA-A5E83483B709}" srcOrd="0" destOrd="0" presId="urn:microsoft.com/office/officeart/2005/8/layout/hierarchy1"/>
    <dgm:cxn modelId="{766CA43E-E11F-4C2C-ADC8-A5A1E49D292A}" type="presParOf" srcId="{B2B5EF79-6415-4F8D-99CB-A3319103A8D4}" destId="{EECF4B61-74E7-4E52-93BC-E178E5FDF482}" srcOrd="1" destOrd="0" presId="urn:microsoft.com/office/officeart/2005/8/layout/hierarchy1"/>
    <dgm:cxn modelId="{0CC98873-7C7D-4B78-89BF-747D162741AC}" type="presParOf" srcId="{EECF4B61-74E7-4E52-93BC-E178E5FDF482}" destId="{AEE163B4-44CA-4109-A34D-5C6056CDCAB4}" srcOrd="0" destOrd="0" presId="urn:microsoft.com/office/officeart/2005/8/layout/hierarchy1"/>
    <dgm:cxn modelId="{D0F9C18B-7B38-465E-9C15-265633833FA3}" type="presParOf" srcId="{AEE163B4-44CA-4109-A34D-5C6056CDCAB4}" destId="{D654BC3E-C78A-4880-A6C0-3C401814D8C8}" srcOrd="0" destOrd="0" presId="urn:microsoft.com/office/officeart/2005/8/layout/hierarchy1"/>
    <dgm:cxn modelId="{C0BB95A3-C558-4E33-B969-EF088B68DA13}" type="presParOf" srcId="{AEE163B4-44CA-4109-A34D-5C6056CDCAB4}" destId="{FB675C30-CC14-4390-BE97-939F32B47BFB}" srcOrd="1" destOrd="0" presId="urn:microsoft.com/office/officeart/2005/8/layout/hierarchy1"/>
    <dgm:cxn modelId="{D9D20110-480B-41FB-9A3E-F467A65E6C4D}" type="presParOf" srcId="{EECF4B61-74E7-4E52-93BC-E178E5FDF482}" destId="{1AA179BA-A21F-4BAD-97BE-22053B5B4E3C}" srcOrd="1" destOrd="0" presId="urn:microsoft.com/office/officeart/2005/8/layout/hierarchy1"/>
    <dgm:cxn modelId="{776BDDF9-F968-4260-A86C-626C583F6376}" type="presParOf" srcId="{B2B5EF79-6415-4F8D-99CB-A3319103A8D4}" destId="{DEDBC3D9-8FF9-47B3-A776-987BB2732F6C}" srcOrd="2" destOrd="0" presId="urn:microsoft.com/office/officeart/2005/8/layout/hierarchy1"/>
    <dgm:cxn modelId="{874A786B-BDAC-4D4C-BB02-57F418E7D34C}" type="presParOf" srcId="{B2B5EF79-6415-4F8D-99CB-A3319103A8D4}" destId="{5B818CDC-564A-432D-945D-569B7D84FE17}" srcOrd="3" destOrd="0" presId="urn:microsoft.com/office/officeart/2005/8/layout/hierarchy1"/>
    <dgm:cxn modelId="{64A7FA81-3270-471D-85DA-5AA6A67A64F7}" type="presParOf" srcId="{5B818CDC-564A-432D-945D-569B7D84FE17}" destId="{546DA1AF-1E31-438F-AD72-4CF137B66C63}" srcOrd="0" destOrd="0" presId="urn:microsoft.com/office/officeart/2005/8/layout/hierarchy1"/>
    <dgm:cxn modelId="{B141EE38-139F-4C4A-9C15-17B67C6EE486}" type="presParOf" srcId="{546DA1AF-1E31-438F-AD72-4CF137B66C63}" destId="{3E9EEF55-E17B-4179-B2C0-5B24979995BC}" srcOrd="0" destOrd="0" presId="urn:microsoft.com/office/officeart/2005/8/layout/hierarchy1"/>
    <dgm:cxn modelId="{B576B876-315D-4EAA-8A66-5E73B0F71ECA}" type="presParOf" srcId="{546DA1AF-1E31-438F-AD72-4CF137B66C63}" destId="{7D4F26E0-3291-4971-9C73-23C797B2E37D}" srcOrd="1" destOrd="0" presId="urn:microsoft.com/office/officeart/2005/8/layout/hierarchy1"/>
    <dgm:cxn modelId="{AD40C77B-1BB9-411A-ADD8-16F455738BC3}" type="presParOf" srcId="{5B818CDC-564A-432D-945D-569B7D84FE17}" destId="{54268DDC-5CB1-4F90-BB0C-141586273572}" srcOrd="1" destOrd="0" presId="urn:microsoft.com/office/officeart/2005/8/layout/hierarchy1"/>
    <dgm:cxn modelId="{9A11C49F-4799-472C-8D82-656A90779275}" type="presParOf" srcId="{B2B5EF79-6415-4F8D-99CB-A3319103A8D4}" destId="{A00E34C1-D022-414E-A434-1FC464134055}" srcOrd="4" destOrd="0" presId="urn:microsoft.com/office/officeart/2005/8/layout/hierarchy1"/>
    <dgm:cxn modelId="{4FFE877A-F01E-445E-9086-CFA03F06A172}" type="presParOf" srcId="{B2B5EF79-6415-4F8D-99CB-A3319103A8D4}" destId="{C623E592-5558-4A83-83F7-3322D3E47CAB}" srcOrd="5" destOrd="0" presId="urn:microsoft.com/office/officeart/2005/8/layout/hierarchy1"/>
    <dgm:cxn modelId="{B29D1A0D-4344-405A-B1FA-95E8FCDE5291}" type="presParOf" srcId="{C623E592-5558-4A83-83F7-3322D3E47CAB}" destId="{4005991D-BE8E-4FAB-8359-2B3D21340D61}" srcOrd="0" destOrd="0" presId="urn:microsoft.com/office/officeart/2005/8/layout/hierarchy1"/>
    <dgm:cxn modelId="{2BD6C039-1521-4AD0-B5A6-20FAC4435408}" type="presParOf" srcId="{4005991D-BE8E-4FAB-8359-2B3D21340D61}" destId="{58BC618D-70B2-47DC-AFF9-7129CBF1A923}" srcOrd="0" destOrd="0" presId="urn:microsoft.com/office/officeart/2005/8/layout/hierarchy1"/>
    <dgm:cxn modelId="{412AFA63-BA06-48E6-80B6-007AD37F9A8E}" type="presParOf" srcId="{4005991D-BE8E-4FAB-8359-2B3D21340D61}" destId="{E0B8D8B5-DC94-4396-B487-273627CFA8DA}" srcOrd="1" destOrd="0" presId="urn:microsoft.com/office/officeart/2005/8/layout/hierarchy1"/>
    <dgm:cxn modelId="{A0933830-1553-4247-A438-AF3DA8AD6D46}" type="presParOf" srcId="{C623E592-5558-4A83-83F7-3322D3E47CAB}" destId="{C4FED488-04CD-4869-B76E-169593106B8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F335001-8262-4CBD-BE65-5DB588501353}" type="doc">
      <dgm:prSet loTypeId="urn:microsoft.com/office/officeart/2005/8/layout/hierarchy4" loCatId="hierarchy" qsTypeId="urn:microsoft.com/office/officeart/2005/8/quickstyle/simple1" qsCatId="simple" csTypeId="urn:microsoft.com/office/officeart/2005/8/colors/colorful2" csCatId="colorful" phldr="1"/>
      <dgm:spPr/>
      <dgm:t>
        <a:bodyPr/>
        <a:lstStyle/>
        <a:p>
          <a:endParaRPr lang="zh-CN" altLang="en-US"/>
        </a:p>
      </dgm:t>
    </dgm:pt>
    <dgm:pt modelId="{74813FFD-3576-4999-8A2E-1E86A3BDB32F}">
      <dgm:prSet custT="1"/>
      <dgm:spPr/>
      <dgm:t>
        <a:bodyPr/>
        <a:lstStyle/>
        <a:p>
          <a:pPr rtl="0"/>
          <a:r>
            <a:rPr lang="zh-CN" altLang="en-US" sz="1800" b="1" dirty="0" smtClean="0"/>
            <a:t>任务调度方式</a:t>
          </a:r>
          <a:endParaRPr lang="zh-CN" altLang="en-US" sz="1800" b="1" dirty="0"/>
        </a:p>
      </dgm:t>
    </dgm:pt>
    <dgm:pt modelId="{124036FB-D9ED-47F9-81D1-A7312CEB0B66}" type="parTrans" cxnId="{ADCC95DA-9504-4562-82B6-16A143C692B1}">
      <dgm:prSet/>
      <dgm:spPr/>
      <dgm:t>
        <a:bodyPr/>
        <a:lstStyle/>
        <a:p>
          <a:endParaRPr lang="zh-CN" altLang="en-US" sz="1800" b="1"/>
        </a:p>
      </dgm:t>
    </dgm:pt>
    <dgm:pt modelId="{C0E79C49-1EF9-4316-98C1-1F3B564DAF58}" type="sibTrans" cxnId="{ADCC95DA-9504-4562-82B6-16A143C692B1}">
      <dgm:prSet/>
      <dgm:spPr/>
      <dgm:t>
        <a:bodyPr/>
        <a:lstStyle/>
        <a:p>
          <a:endParaRPr lang="zh-CN" altLang="en-US" sz="1800" b="1"/>
        </a:p>
      </dgm:t>
    </dgm:pt>
    <dgm:pt modelId="{44598FCB-06CE-465D-BC3A-C9BA0DDD0ED1}">
      <dgm:prSet custT="1"/>
      <dgm:spPr/>
      <dgm:t>
        <a:bodyPr/>
        <a:lstStyle/>
        <a:p>
          <a:pPr rtl="0">
            <a:lnSpc>
              <a:spcPct val="100000"/>
            </a:lnSpc>
            <a:spcAft>
              <a:spcPts val="0"/>
            </a:spcAft>
          </a:pPr>
          <a:r>
            <a:rPr lang="zh-CN" altLang="en-US" sz="1800" b="1" dirty="0" smtClean="0"/>
            <a:t>基于优先级的</a:t>
          </a:r>
          <a:endParaRPr lang="en-US" altLang="zh-CN" sz="1800" b="1" dirty="0" smtClean="0"/>
        </a:p>
        <a:p>
          <a:pPr rtl="0">
            <a:lnSpc>
              <a:spcPct val="100000"/>
            </a:lnSpc>
            <a:spcAft>
              <a:spcPts val="0"/>
            </a:spcAft>
          </a:pPr>
          <a:r>
            <a:rPr lang="zh-CN" altLang="en-US" sz="1800" b="1" dirty="0" smtClean="0"/>
            <a:t>抢占式调度</a:t>
          </a:r>
          <a:endParaRPr lang="zh-CN" altLang="en-US" sz="1800" b="1" dirty="0"/>
        </a:p>
      </dgm:t>
    </dgm:pt>
    <dgm:pt modelId="{CCCA2DF5-F993-4769-BC4E-C7D0AD0B6B7C}" type="parTrans" cxnId="{8D62E325-EBF7-425A-9682-26DE548941D1}">
      <dgm:prSet/>
      <dgm:spPr/>
      <dgm:t>
        <a:bodyPr/>
        <a:lstStyle/>
        <a:p>
          <a:endParaRPr lang="zh-CN" altLang="en-US" sz="1800" b="1"/>
        </a:p>
      </dgm:t>
    </dgm:pt>
    <dgm:pt modelId="{ABDD589C-F3D0-4AFA-BE18-5442D17C9443}" type="sibTrans" cxnId="{8D62E325-EBF7-425A-9682-26DE548941D1}">
      <dgm:prSet/>
      <dgm:spPr/>
      <dgm:t>
        <a:bodyPr/>
        <a:lstStyle/>
        <a:p>
          <a:endParaRPr lang="zh-CN" altLang="en-US" sz="1800" b="1"/>
        </a:p>
      </dgm:t>
    </dgm:pt>
    <dgm:pt modelId="{C17BD8AB-A554-470E-8D67-1E3E763E1CF8}">
      <dgm:prSet custT="1"/>
      <dgm:spPr/>
      <dgm:t>
        <a:bodyPr/>
        <a:lstStyle/>
        <a:p>
          <a:pPr rtl="0"/>
          <a:r>
            <a:rPr lang="zh-CN" altLang="en-US" sz="1800" b="1" dirty="0" smtClean="0"/>
            <a:t>不可抢占式调度</a:t>
          </a:r>
          <a:endParaRPr lang="zh-CN" altLang="en-US" sz="1800" b="1" dirty="0"/>
        </a:p>
      </dgm:t>
    </dgm:pt>
    <dgm:pt modelId="{85C55EA4-0DEF-40ED-BEC4-01B2999DD179}" type="parTrans" cxnId="{EEDE8781-69DE-4EFA-B15E-73149155AFFE}">
      <dgm:prSet/>
      <dgm:spPr/>
      <dgm:t>
        <a:bodyPr/>
        <a:lstStyle/>
        <a:p>
          <a:endParaRPr lang="zh-CN" altLang="en-US" sz="1800" b="1"/>
        </a:p>
      </dgm:t>
    </dgm:pt>
    <dgm:pt modelId="{F9A5EFFF-2F49-49FB-96E2-59A0453D07D3}" type="sibTrans" cxnId="{EEDE8781-69DE-4EFA-B15E-73149155AFFE}">
      <dgm:prSet/>
      <dgm:spPr/>
      <dgm:t>
        <a:bodyPr/>
        <a:lstStyle/>
        <a:p>
          <a:endParaRPr lang="zh-CN" altLang="en-US" sz="1800" b="1"/>
        </a:p>
      </dgm:t>
    </dgm:pt>
    <dgm:pt modelId="{DB44FCA9-BF70-4C77-BD52-6D232DA1CCE0}">
      <dgm:prSet custT="1"/>
      <dgm:spPr/>
      <dgm:t>
        <a:bodyPr/>
        <a:lstStyle/>
        <a:p>
          <a:pPr rtl="0"/>
          <a:r>
            <a:rPr lang="zh-CN" altLang="en-US" sz="1800" b="1" dirty="0" smtClean="0"/>
            <a:t>时间片轮转调度</a:t>
          </a:r>
          <a:endParaRPr lang="zh-CN" altLang="en-US" sz="1800" b="1" dirty="0"/>
        </a:p>
      </dgm:t>
    </dgm:pt>
    <dgm:pt modelId="{78D919CF-A134-430C-8AB0-C473EA8C8F0C}" type="parTrans" cxnId="{25ABD478-8761-4BE3-9872-367DF5743073}">
      <dgm:prSet/>
      <dgm:spPr/>
      <dgm:t>
        <a:bodyPr/>
        <a:lstStyle/>
        <a:p>
          <a:endParaRPr lang="zh-CN" altLang="en-US" sz="1800" b="1"/>
        </a:p>
      </dgm:t>
    </dgm:pt>
    <dgm:pt modelId="{23B4A91A-3A81-4749-BA18-E4135F23892C}" type="sibTrans" cxnId="{25ABD478-8761-4BE3-9872-367DF5743073}">
      <dgm:prSet/>
      <dgm:spPr/>
      <dgm:t>
        <a:bodyPr/>
        <a:lstStyle/>
        <a:p>
          <a:endParaRPr lang="zh-CN" altLang="en-US" sz="1800" b="1"/>
        </a:p>
      </dgm:t>
    </dgm:pt>
    <dgm:pt modelId="{7916B82D-236A-42F8-9F50-F078079B21DB}">
      <dgm:prSet custT="1"/>
      <dgm:spPr/>
      <dgm:t>
        <a:bodyPr/>
        <a:lstStyle/>
        <a:p>
          <a:pPr algn="l" rtl="0"/>
          <a:r>
            <a:rPr lang="zh-CN" sz="1800" b="1" smtClean="0"/>
            <a:t>内核总是将</a:t>
          </a:r>
          <a:r>
            <a:rPr lang="en-US" sz="1800" b="1" smtClean="0"/>
            <a:t>CPU</a:t>
          </a:r>
          <a:r>
            <a:rPr lang="zh-CN" sz="1800" b="1" smtClean="0"/>
            <a:t>分配给处于就绪态的优先级最高的任务运行，保证重要的突发事件及时得到处理。</a:t>
          </a:r>
          <a:endParaRPr lang="zh-CN" sz="1800" b="1" dirty="0"/>
        </a:p>
      </dgm:t>
    </dgm:pt>
    <dgm:pt modelId="{08BFF244-241D-4BA4-9930-61AF80F959A0}" type="parTrans" cxnId="{2A1FA5D9-81AC-40C6-8435-74723697B246}">
      <dgm:prSet/>
      <dgm:spPr/>
      <dgm:t>
        <a:bodyPr/>
        <a:lstStyle/>
        <a:p>
          <a:endParaRPr lang="zh-CN" altLang="en-US" sz="1800" b="1"/>
        </a:p>
      </dgm:t>
    </dgm:pt>
    <dgm:pt modelId="{1A32BD04-693D-4A5B-8CDA-C114BD122F21}" type="sibTrans" cxnId="{2A1FA5D9-81AC-40C6-8435-74723697B246}">
      <dgm:prSet/>
      <dgm:spPr/>
      <dgm:t>
        <a:bodyPr/>
        <a:lstStyle/>
        <a:p>
          <a:endParaRPr lang="zh-CN" altLang="en-US" sz="1800" b="1"/>
        </a:p>
      </dgm:t>
    </dgm:pt>
    <dgm:pt modelId="{A740FD1A-696E-4683-B59A-6870560D3DF7}">
      <dgm:prSet custT="1"/>
      <dgm:spPr/>
      <dgm:t>
        <a:bodyPr/>
        <a:lstStyle/>
        <a:p>
          <a:pPr algn="l" rtl="0"/>
          <a:r>
            <a:rPr lang="zh-CN" sz="1800" b="1" dirty="0" smtClean="0"/>
            <a:t>让优先级相同的处于就绪状态的任务按时间片轮流使用</a:t>
          </a:r>
          <a:r>
            <a:rPr lang="en-US" sz="1800" b="1" dirty="0" smtClean="0"/>
            <a:t>CPU</a:t>
          </a:r>
          <a:r>
            <a:rPr lang="zh-CN" sz="1800" b="1" dirty="0" smtClean="0"/>
            <a:t>，以防止同优先级的某一任务长时间独占</a:t>
          </a:r>
          <a:r>
            <a:rPr lang="en-US" sz="1800" b="1" dirty="0" smtClean="0"/>
            <a:t>CPU</a:t>
          </a:r>
          <a:r>
            <a:rPr lang="zh-CN" sz="1800" b="1" dirty="0" smtClean="0"/>
            <a:t>。</a:t>
          </a:r>
          <a:endParaRPr lang="zh-CN" sz="1800" b="1" dirty="0"/>
        </a:p>
      </dgm:t>
    </dgm:pt>
    <dgm:pt modelId="{1ECB0BBA-C88A-4DF1-83A2-A7592B614E9E}" type="parTrans" cxnId="{C82A1BB1-3585-4E1D-BF35-3D07695CEDD2}">
      <dgm:prSet/>
      <dgm:spPr/>
      <dgm:t>
        <a:bodyPr/>
        <a:lstStyle/>
        <a:p>
          <a:endParaRPr lang="zh-CN" altLang="en-US" sz="1800" b="1"/>
        </a:p>
      </dgm:t>
    </dgm:pt>
    <dgm:pt modelId="{C774DAA9-9DA8-44CD-AC06-527C8EC0F299}" type="sibTrans" cxnId="{C82A1BB1-3585-4E1D-BF35-3D07695CEDD2}">
      <dgm:prSet/>
      <dgm:spPr/>
      <dgm:t>
        <a:bodyPr/>
        <a:lstStyle/>
        <a:p>
          <a:endParaRPr lang="zh-CN" altLang="en-US" sz="1800" b="1"/>
        </a:p>
      </dgm:t>
    </dgm:pt>
    <dgm:pt modelId="{C02744E2-86EC-4FE5-B879-59F9A5F514AB}">
      <dgm:prSet custT="1"/>
      <dgm:spPr/>
      <dgm:t>
        <a:bodyPr/>
        <a:lstStyle/>
        <a:p>
          <a:pPr algn="l" rtl="0"/>
          <a:r>
            <a:rPr lang="zh-CN" sz="1800" b="1" smtClean="0"/>
            <a:t>任务一旦获得</a:t>
          </a:r>
          <a:r>
            <a:rPr lang="en-US" sz="1800" b="1" smtClean="0"/>
            <a:t>CPU</a:t>
          </a:r>
          <a:r>
            <a:rPr lang="zh-CN" sz="1800" b="1" smtClean="0"/>
            <a:t>就独占其运行，除非由于某种原因使它放弃</a:t>
          </a:r>
          <a:r>
            <a:rPr lang="en-US" sz="1800" b="1" smtClean="0"/>
            <a:t>CPU</a:t>
          </a:r>
          <a:r>
            <a:rPr lang="zh-CN" sz="1800" b="1" smtClean="0"/>
            <a:t>的使用权。</a:t>
          </a:r>
          <a:endParaRPr lang="zh-CN" sz="1800" b="1" dirty="0"/>
        </a:p>
      </dgm:t>
    </dgm:pt>
    <dgm:pt modelId="{C5AE4E4A-73C0-4786-9CEC-E5A20437C991}" type="sibTrans" cxnId="{F1D3AECB-5791-452D-9A78-FE5CB2962010}">
      <dgm:prSet/>
      <dgm:spPr/>
      <dgm:t>
        <a:bodyPr/>
        <a:lstStyle/>
        <a:p>
          <a:endParaRPr lang="zh-CN" altLang="en-US" sz="1800" b="1"/>
        </a:p>
      </dgm:t>
    </dgm:pt>
    <dgm:pt modelId="{08498261-2927-483B-B58C-289427E011F8}" type="parTrans" cxnId="{F1D3AECB-5791-452D-9A78-FE5CB2962010}">
      <dgm:prSet/>
      <dgm:spPr/>
      <dgm:t>
        <a:bodyPr/>
        <a:lstStyle/>
        <a:p>
          <a:endParaRPr lang="zh-CN" altLang="en-US" sz="1800" b="1"/>
        </a:p>
      </dgm:t>
    </dgm:pt>
    <dgm:pt modelId="{932160E7-B240-43BB-A9E4-EADD553B6194}" type="pres">
      <dgm:prSet presAssocID="{1F335001-8262-4CBD-BE65-5DB588501353}" presName="Name0" presStyleCnt="0">
        <dgm:presLayoutVars>
          <dgm:chPref val="1"/>
          <dgm:dir/>
          <dgm:animOne val="branch"/>
          <dgm:animLvl val="lvl"/>
          <dgm:resizeHandles/>
        </dgm:presLayoutVars>
      </dgm:prSet>
      <dgm:spPr/>
      <dgm:t>
        <a:bodyPr/>
        <a:lstStyle/>
        <a:p>
          <a:endParaRPr lang="zh-CN" altLang="en-US"/>
        </a:p>
      </dgm:t>
    </dgm:pt>
    <dgm:pt modelId="{A330F126-F03E-43D6-A1F9-3566C568FB58}" type="pres">
      <dgm:prSet presAssocID="{74813FFD-3576-4999-8A2E-1E86A3BDB32F}" presName="vertOne" presStyleCnt="0"/>
      <dgm:spPr/>
    </dgm:pt>
    <dgm:pt modelId="{02618498-BE9F-40DA-9A79-1319D1D4B44D}" type="pres">
      <dgm:prSet presAssocID="{74813FFD-3576-4999-8A2E-1E86A3BDB32F}" presName="txOne" presStyleLbl="node0" presStyleIdx="0" presStyleCnt="1" custScaleY="22033">
        <dgm:presLayoutVars>
          <dgm:chPref val="3"/>
        </dgm:presLayoutVars>
      </dgm:prSet>
      <dgm:spPr/>
      <dgm:t>
        <a:bodyPr/>
        <a:lstStyle/>
        <a:p>
          <a:endParaRPr lang="zh-CN" altLang="en-US"/>
        </a:p>
      </dgm:t>
    </dgm:pt>
    <dgm:pt modelId="{AAB4265E-4222-44CD-9927-9277AAF31FE7}" type="pres">
      <dgm:prSet presAssocID="{74813FFD-3576-4999-8A2E-1E86A3BDB32F}" presName="parTransOne" presStyleCnt="0"/>
      <dgm:spPr/>
    </dgm:pt>
    <dgm:pt modelId="{77747469-7CC9-4D25-8103-DCBAC4836C58}" type="pres">
      <dgm:prSet presAssocID="{74813FFD-3576-4999-8A2E-1E86A3BDB32F}" presName="horzOne" presStyleCnt="0"/>
      <dgm:spPr/>
    </dgm:pt>
    <dgm:pt modelId="{894C5360-0C6A-4D91-AD8B-B1BC28B63A85}" type="pres">
      <dgm:prSet presAssocID="{44598FCB-06CE-465D-BC3A-C9BA0DDD0ED1}" presName="vertTwo" presStyleCnt="0"/>
      <dgm:spPr/>
    </dgm:pt>
    <dgm:pt modelId="{E0EFCD4E-5454-4279-AE2D-1234E2A7889F}" type="pres">
      <dgm:prSet presAssocID="{44598FCB-06CE-465D-BC3A-C9BA0DDD0ED1}" presName="txTwo" presStyleLbl="node2" presStyleIdx="0" presStyleCnt="3" custScaleY="30822" custLinFactNeighborX="190" custLinFactNeighborY="-74718">
        <dgm:presLayoutVars>
          <dgm:chPref val="3"/>
        </dgm:presLayoutVars>
      </dgm:prSet>
      <dgm:spPr/>
      <dgm:t>
        <a:bodyPr/>
        <a:lstStyle/>
        <a:p>
          <a:endParaRPr lang="zh-CN" altLang="en-US"/>
        </a:p>
      </dgm:t>
    </dgm:pt>
    <dgm:pt modelId="{C39F5E9F-5B1D-48D6-A254-015DC717719F}" type="pres">
      <dgm:prSet presAssocID="{44598FCB-06CE-465D-BC3A-C9BA0DDD0ED1}" presName="parTransTwo" presStyleCnt="0"/>
      <dgm:spPr/>
    </dgm:pt>
    <dgm:pt modelId="{F180AA82-830B-428A-BF76-F2E33102E1CD}" type="pres">
      <dgm:prSet presAssocID="{44598FCB-06CE-465D-BC3A-C9BA0DDD0ED1}" presName="horzTwo" presStyleCnt="0"/>
      <dgm:spPr/>
    </dgm:pt>
    <dgm:pt modelId="{8CB847BE-14E6-4F14-8F21-FBEF0AADD754}" type="pres">
      <dgm:prSet presAssocID="{7916B82D-236A-42F8-9F50-F078079B21DB}" presName="vertThree" presStyleCnt="0"/>
      <dgm:spPr/>
    </dgm:pt>
    <dgm:pt modelId="{8333A1AD-CC43-42B4-890B-5E97AE0B2310}" type="pres">
      <dgm:prSet presAssocID="{7916B82D-236A-42F8-9F50-F078079B21DB}" presName="txThree" presStyleLbl="node3" presStyleIdx="0" presStyleCnt="3" custLinFactNeighborX="190" custLinFactNeighborY="-14343">
        <dgm:presLayoutVars>
          <dgm:chPref val="3"/>
        </dgm:presLayoutVars>
      </dgm:prSet>
      <dgm:spPr/>
      <dgm:t>
        <a:bodyPr/>
        <a:lstStyle/>
        <a:p>
          <a:endParaRPr lang="zh-CN" altLang="en-US"/>
        </a:p>
      </dgm:t>
    </dgm:pt>
    <dgm:pt modelId="{23663A3F-F0C2-4D6F-96A7-0F2AA0601A0E}" type="pres">
      <dgm:prSet presAssocID="{7916B82D-236A-42F8-9F50-F078079B21DB}" presName="horzThree" presStyleCnt="0"/>
      <dgm:spPr/>
    </dgm:pt>
    <dgm:pt modelId="{78BCBD9C-DBFF-4B22-BD07-B210994FB2D0}" type="pres">
      <dgm:prSet presAssocID="{ABDD589C-F3D0-4AFA-BE18-5442D17C9443}" presName="sibSpaceTwo" presStyleCnt="0"/>
      <dgm:spPr/>
    </dgm:pt>
    <dgm:pt modelId="{6D1CE030-E6AC-4424-BDCA-69E7DCAD0680}" type="pres">
      <dgm:prSet presAssocID="{C17BD8AB-A554-470E-8D67-1E3E763E1CF8}" presName="vertTwo" presStyleCnt="0"/>
      <dgm:spPr/>
    </dgm:pt>
    <dgm:pt modelId="{38E35ACA-7DE3-4733-B11A-81A3D5231C54}" type="pres">
      <dgm:prSet presAssocID="{C17BD8AB-A554-470E-8D67-1E3E763E1CF8}" presName="txTwo" presStyleLbl="node2" presStyleIdx="1" presStyleCnt="3" custScaleY="30822" custLinFactNeighborY="-74718">
        <dgm:presLayoutVars>
          <dgm:chPref val="3"/>
        </dgm:presLayoutVars>
      </dgm:prSet>
      <dgm:spPr/>
      <dgm:t>
        <a:bodyPr/>
        <a:lstStyle/>
        <a:p>
          <a:endParaRPr lang="zh-CN" altLang="en-US"/>
        </a:p>
      </dgm:t>
    </dgm:pt>
    <dgm:pt modelId="{D0AD7E51-38AB-4181-9522-AC265584B772}" type="pres">
      <dgm:prSet presAssocID="{C17BD8AB-A554-470E-8D67-1E3E763E1CF8}" presName="parTransTwo" presStyleCnt="0"/>
      <dgm:spPr/>
    </dgm:pt>
    <dgm:pt modelId="{00698CF0-39E4-41CD-9446-06F28A299F0A}" type="pres">
      <dgm:prSet presAssocID="{C17BD8AB-A554-470E-8D67-1E3E763E1CF8}" presName="horzTwo" presStyleCnt="0"/>
      <dgm:spPr/>
    </dgm:pt>
    <dgm:pt modelId="{39776E57-6A2F-4FA2-8247-4ACDF8134546}" type="pres">
      <dgm:prSet presAssocID="{C02744E2-86EC-4FE5-B879-59F9A5F514AB}" presName="vertThree" presStyleCnt="0"/>
      <dgm:spPr/>
    </dgm:pt>
    <dgm:pt modelId="{5BFD359E-3A34-4999-A649-128C7BD094CF}" type="pres">
      <dgm:prSet presAssocID="{C02744E2-86EC-4FE5-B879-59F9A5F514AB}" presName="txThree" presStyleLbl="node3" presStyleIdx="1" presStyleCnt="3" custLinFactNeighborY="-14343">
        <dgm:presLayoutVars>
          <dgm:chPref val="3"/>
        </dgm:presLayoutVars>
      </dgm:prSet>
      <dgm:spPr/>
      <dgm:t>
        <a:bodyPr/>
        <a:lstStyle/>
        <a:p>
          <a:endParaRPr lang="zh-CN" altLang="en-US"/>
        </a:p>
      </dgm:t>
    </dgm:pt>
    <dgm:pt modelId="{549959C3-5147-4ABC-BBC1-AD181B71D06F}" type="pres">
      <dgm:prSet presAssocID="{C02744E2-86EC-4FE5-B879-59F9A5F514AB}" presName="horzThree" presStyleCnt="0"/>
      <dgm:spPr/>
    </dgm:pt>
    <dgm:pt modelId="{FF5F32BC-3E7D-4A19-8EB6-060DC96C64F3}" type="pres">
      <dgm:prSet presAssocID="{F9A5EFFF-2F49-49FB-96E2-59A0453D07D3}" presName="sibSpaceTwo" presStyleCnt="0"/>
      <dgm:spPr/>
    </dgm:pt>
    <dgm:pt modelId="{655B3C5B-1EAB-4449-ACDE-BC3E9CF3F29A}" type="pres">
      <dgm:prSet presAssocID="{DB44FCA9-BF70-4C77-BD52-6D232DA1CCE0}" presName="vertTwo" presStyleCnt="0"/>
      <dgm:spPr/>
    </dgm:pt>
    <dgm:pt modelId="{90A307CB-C83F-4F70-B1FF-B9B155C618ED}" type="pres">
      <dgm:prSet presAssocID="{DB44FCA9-BF70-4C77-BD52-6D232DA1CCE0}" presName="txTwo" presStyleLbl="node2" presStyleIdx="2" presStyleCnt="3" custScaleY="30822" custLinFactNeighborY="-74718">
        <dgm:presLayoutVars>
          <dgm:chPref val="3"/>
        </dgm:presLayoutVars>
      </dgm:prSet>
      <dgm:spPr/>
      <dgm:t>
        <a:bodyPr/>
        <a:lstStyle/>
        <a:p>
          <a:endParaRPr lang="zh-CN" altLang="en-US"/>
        </a:p>
      </dgm:t>
    </dgm:pt>
    <dgm:pt modelId="{890643A1-1FA2-45DD-A317-1DC9A3ECE6AC}" type="pres">
      <dgm:prSet presAssocID="{DB44FCA9-BF70-4C77-BD52-6D232DA1CCE0}" presName="parTransTwo" presStyleCnt="0"/>
      <dgm:spPr/>
    </dgm:pt>
    <dgm:pt modelId="{36D5566B-7DD3-4625-8D32-D251D3DDD4AB}" type="pres">
      <dgm:prSet presAssocID="{DB44FCA9-BF70-4C77-BD52-6D232DA1CCE0}" presName="horzTwo" presStyleCnt="0"/>
      <dgm:spPr/>
    </dgm:pt>
    <dgm:pt modelId="{40B8E307-CB07-4CEA-9A4B-A66BF66DFD61}" type="pres">
      <dgm:prSet presAssocID="{A740FD1A-696E-4683-B59A-6870560D3DF7}" presName="vertThree" presStyleCnt="0"/>
      <dgm:spPr/>
    </dgm:pt>
    <dgm:pt modelId="{BFD23E6B-DA4E-4CF4-B5DD-3365B6CC0C46}" type="pres">
      <dgm:prSet presAssocID="{A740FD1A-696E-4683-B59A-6870560D3DF7}" presName="txThree" presStyleLbl="node3" presStyleIdx="2" presStyleCnt="3" custLinFactNeighborY="-14343">
        <dgm:presLayoutVars>
          <dgm:chPref val="3"/>
        </dgm:presLayoutVars>
      </dgm:prSet>
      <dgm:spPr/>
      <dgm:t>
        <a:bodyPr/>
        <a:lstStyle/>
        <a:p>
          <a:endParaRPr lang="zh-CN" altLang="en-US"/>
        </a:p>
      </dgm:t>
    </dgm:pt>
    <dgm:pt modelId="{804316EA-E773-4F4D-8071-392C7C441D82}" type="pres">
      <dgm:prSet presAssocID="{A740FD1A-696E-4683-B59A-6870560D3DF7}" presName="horzThree" presStyleCnt="0"/>
      <dgm:spPr/>
    </dgm:pt>
  </dgm:ptLst>
  <dgm:cxnLst>
    <dgm:cxn modelId="{C82A1BB1-3585-4E1D-BF35-3D07695CEDD2}" srcId="{DB44FCA9-BF70-4C77-BD52-6D232DA1CCE0}" destId="{A740FD1A-696E-4683-B59A-6870560D3DF7}" srcOrd="0" destOrd="0" parTransId="{1ECB0BBA-C88A-4DF1-83A2-A7592B614E9E}" sibTransId="{C774DAA9-9DA8-44CD-AC06-527C8EC0F299}"/>
    <dgm:cxn modelId="{ADCC95DA-9504-4562-82B6-16A143C692B1}" srcId="{1F335001-8262-4CBD-BE65-5DB588501353}" destId="{74813FFD-3576-4999-8A2E-1E86A3BDB32F}" srcOrd="0" destOrd="0" parTransId="{124036FB-D9ED-47F9-81D1-A7312CEB0B66}" sibTransId="{C0E79C49-1EF9-4316-98C1-1F3B564DAF58}"/>
    <dgm:cxn modelId="{EEDE8781-69DE-4EFA-B15E-73149155AFFE}" srcId="{74813FFD-3576-4999-8A2E-1E86A3BDB32F}" destId="{C17BD8AB-A554-470E-8D67-1E3E763E1CF8}" srcOrd="1" destOrd="0" parTransId="{85C55EA4-0DEF-40ED-BEC4-01B2999DD179}" sibTransId="{F9A5EFFF-2F49-49FB-96E2-59A0453D07D3}"/>
    <dgm:cxn modelId="{35167794-A388-48F4-91F0-A6C02CB0E8B6}" type="presOf" srcId="{1F335001-8262-4CBD-BE65-5DB588501353}" destId="{932160E7-B240-43BB-A9E4-EADD553B6194}" srcOrd="0" destOrd="0" presId="urn:microsoft.com/office/officeart/2005/8/layout/hierarchy4"/>
    <dgm:cxn modelId="{6BD44C6B-86AD-4500-B306-8B6D832C22F1}" type="presOf" srcId="{44598FCB-06CE-465D-BC3A-C9BA0DDD0ED1}" destId="{E0EFCD4E-5454-4279-AE2D-1234E2A7889F}" srcOrd="0" destOrd="0" presId="urn:microsoft.com/office/officeart/2005/8/layout/hierarchy4"/>
    <dgm:cxn modelId="{BB519464-48FF-40C6-A4E3-79BFF04F0AB4}" type="presOf" srcId="{74813FFD-3576-4999-8A2E-1E86A3BDB32F}" destId="{02618498-BE9F-40DA-9A79-1319D1D4B44D}" srcOrd="0" destOrd="0" presId="urn:microsoft.com/office/officeart/2005/8/layout/hierarchy4"/>
    <dgm:cxn modelId="{8D62E325-EBF7-425A-9682-26DE548941D1}" srcId="{74813FFD-3576-4999-8A2E-1E86A3BDB32F}" destId="{44598FCB-06CE-465D-BC3A-C9BA0DDD0ED1}" srcOrd="0" destOrd="0" parTransId="{CCCA2DF5-F993-4769-BC4E-C7D0AD0B6B7C}" sibTransId="{ABDD589C-F3D0-4AFA-BE18-5442D17C9443}"/>
    <dgm:cxn modelId="{8BE774AA-ACF5-41D8-87C4-64545E8DE6CF}" type="presOf" srcId="{7916B82D-236A-42F8-9F50-F078079B21DB}" destId="{8333A1AD-CC43-42B4-890B-5E97AE0B2310}" srcOrd="0" destOrd="0" presId="urn:microsoft.com/office/officeart/2005/8/layout/hierarchy4"/>
    <dgm:cxn modelId="{25ABD478-8761-4BE3-9872-367DF5743073}" srcId="{74813FFD-3576-4999-8A2E-1E86A3BDB32F}" destId="{DB44FCA9-BF70-4C77-BD52-6D232DA1CCE0}" srcOrd="2" destOrd="0" parTransId="{78D919CF-A134-430C-8AB0-C473EA8C8F0C}" sibTransId="{23B4A91A-3A81-4749-BA18-E4135F23892C}"/>
    <dgm:cxn modelId="{9BB6464B-4D4B-436E-B974-4936D09AB9BA}" type="presOf" srcId="{C02744E2-86EC-4FE5-B879-59F9A5F514AB}" destId="{5BFD359E-3A34-4999-A649-128C7BD094CF}" srcOrd="0" destOrd="0" presId="urn:microsoft.com/office/officeart/2005/8/layout/hierarchy4"/>
    <dgm:cxn modelId="{2A1FA5D9-81AC-40C6-8435-74723697B246}" srcId="{44598FCB-06CE-465D-BC3A-C9BA0DDD0ED1}" destId="{7916B82D-236A-42F8-9F50-F078079B21DB}" srcOrd="0" destOrd="0" parTransId="{08BFF244-241D-4BA4-9930-61AF80F959A0}" sibTransId="{1A32BD04-693D-4A5B-8CDA-C114BD122F21}"/>
    <dgm:cxn modelId="{70C26323-71D8-496F-88ED-1CCE2D3FDB73}" type="presOf" srcId="{C17BD8AB-A554-470E-8D67-1E3E763E1CF8}" destId="{38E35ACA-7DE3-4733-B11A-81A3D5231C54}" srcOrd="0" destOrd="0" presId="urn:microsoft.com/office/officeart/2005/8/layout/hierarchy4"/>
    <dgm:cxn modelId="{F1D3AECB-5791-452D-9A78-FE5CB2962010}" srcId="{C17BD8AB-A554-470E-8D67-1E3E763E1CF8}" destId="{C02744E2-86EC-4FE5-B879-59F9A5F514AB}" srcOrd="0" destOrd="0" parTransId="{08498261-2927-483B-B58C-289427E011F8}" sibTransId="{C5AE4E4A-73C0-4786-9CEC-E5A20437C991}"/>
    <dgm:cxn modelId="{83024904-A28D-472D-9DE6-31207A2B20C3}" type="presOf" srcId="{A740FD1A-696E-4683-B59A-6870560D3DF7}" destId="{BFD23E6B-DA4E-4CF4-B5DD-3365B6CC0C46}" srcOrd="0" destOrd="0" presId="urn:microsoft.com/office/officeart/2005/8/layout/hierarchy4"/>
    <dgm:cxn modelId="{E9AF9ABB-C8EC-4A47-BDBB-0F36AA89B788}" type="presOf" srcId="{DB44FCA9-BF70-4C77-BD52-6D232DA1CCE0}" destId="{90A307CB-C83F-4F70-B1FF-B9B155C618ED}" srcOrd="0" destOrd="0" presId="urn:microsoft.com/office/officeart/2005/8/layout/hierarchy4"/>
    <dgm:cxn modelId="{B2D673C2-E899-4FB5-8D5A-BBF3C90C0BC3}" type="presParOf" srcId="{932160E7-B240-43BB-A9E4-EADD553B6194}" destId="{A330F126-F03E-43D6-A1F9-3566C568FB58}" srcOrd="0" destOrd="0" presId="urn:microsoft.com/office/officeart/2005/8/layout/hierarchy4"/>
    <dgm:cxn modelId="{A3165DD4-5CD4-4F46-A3ED-D23C12ABF345}" type="presParOf" srcId="{A330F126-F03E-43D6-A1F9-3566C568FB58}" destId="{02618498-BE9F-40DA-9A79-1319D1D4B44D}" srcOrd="0" destOrd="0" presId="urn:microsoft.com/office/officeart/2005/8/layout/hierarchy4"/>
    <dgm:cxn modelId="{1C67F949-108A-4240-A345-FDC606FA9A27}" type="presParOf" srcId="{A330F126-F03E-43D6-A1F9-3566C568FB58}" destId="{AAB4265E-4222-44CD-9927-9277AAF31FE7}" srcOrd="1" destOrd="0" presId="urn:microsoft.com/office/officeart/2005/8/layout/hierarchy4"/>
    <dgm:cxn modelId="{A2DE26C8-B556-4750-BDB2-384AD45482F4}" type="presParOf" srcId="{A330F126-F03E-43D6-A1F9-3566C568FB58}" destId="{77747469-7CC9-4D25-8103-DCBAC4836C58}" srcOrd="2" destOrd="0" presId="urn:microsoft.com/office/officeart/2005/8/layout/hierarchy4"/>
    <dgm:cxn modelId="{B3B3C68A-68CF-41B1-8E76-FF1BCD2BE09F}" type="presParOf" srcId="{77747469-7CC9-4D25-8103-DCBAC4836C58}" destId="{894C5360-0C6A-4D91-AD8B-B1BC28B63A85}" srcOrd="0" destOrd="0" presId="urn:microsoft.com/office/officeart/2005/8/layout/hierarchy4"/>
    <dgm:cxn modelId="{01622088-595A-4F78-BB5C-2098D5AE417F}" type="presParOf" srcId="{894C5360-0C6A-4D91-AD8B-B1BC28B63A85}" destId="{E0EFCD4E-5454-4279-AE2D-1234E2A7889F}" srcOrd="0" destOrd="0" presId="urn:microsoft.com/office/officeart/2005/8/layout/hierarchy4"/>
    <dgm:cxn modelId="{AC6453F9-E2C2-48E6-AF7F-0A3CA72C698A}" type="presParOf" srcId="{894C5360-0C6A-4D91-AD8B-B1BC28B63A85}" destId="{C39F5E9F-5B1D-48D6-A254-015DC717719F}" srcOrd="1" destOrd="0" presId="urn:microsoft.com/office/officeart/2005/8/layout/hierarchy4"/>
    <dgm:cxn modelId="{59826979-24C0-4BBC-95C1-8963812271BE}" type="presParOf" srcId="{894C5360-0C6A-4D91-AD8B-B1BC28B63A85}" destId="{F180AA82-830B-428A-BF76-F2E33102E1CD}" srcOrd="2" destOrd="0" presId="urn:microsoft.com/office/officeart/2005/8/layout/hierarchy4"/>
    <dgm:cxn modelId="{D44C56A1-98B6-4214-9584-2B28A9C03A83}" type="presParOf" srcId="{F180AA82-830B-428A-BF76-F2E33102E1CD}" destId="{8CB847BE-14E6-4F14-8F21-FBEF0AADD754}" srcOrd="0" destOrd="0" presId="urn:microsoft.com/office/officeart/2005/8/layout/hierarchy4"/>
    <dgm:cxn modelId="{C3969963-3A29-420F-A0B1-491586B603B3}" type="presParOf" srcId="{8CB847BE-14E6-4F14-8F21-FBEF0AADD754}" destId="{8333A1AD-CC43-42B4-890B-5E97AE0B2310}" srcOrd="0" destOrd="0" presId="urn:microsoft.com/office/officeart/2005/8/layout/hierarchy4"/>
    <dgm:cxn modelId="{FFAEC5D2-56D2-4417-8016-83D1839F0B2D}" type="presParOf" srcId="{8CB847BE-14E6-4F14-8F21-FBEF0AADD754}" destId="{23663A3F-F0C2-4D6F-96A7-0F2AA0601A0E}" srcOrd="1" destOrd="0" presId="urn:microsoft.com/office/officeart/2005/8/layout/hierarchy4"/>
    <dgm:cxn modelId="{26C51BF8-B327-4B26-B299-A9B85C988D7D}" type="presParOf" srcId="{77747469-7CC9-4D25-8103-DCBAC4836C58}" destId="{78BCBD9C-DBFF-4B22-BD07-B210994FB2D0}" srcOrd="1" destOrd="0" presId="urn:microsoft.com/office/officeart/2005/8/layout/hierarchy4"/>
    <dgm:cxn modelId="{9DB9177E-461D-4AAD-8CA0-82177F3003EF}" type="presParOf" srcId="{77747469-7CC9-4D25-8103-DCBAC4836C58}" destId="{6D1CE030-E6AC-4424-BDCA-69E7DCAD0680}" srcOrd="2" destOrd="0" presId="urn:microsoft.com/office/officeart/2005/8/layout/hierarchy4"/>
    <dgm:cxn modelId="{342A8044-5746-499F-AA4E-1FBBD6B94FDD}" type="presParOf" srcId="{6D1CE030-E6AC-4424-BDCA-69E7DCAD0680}" destId="{38E35ACA-7DE3-4733-B11A-81A3D5231C54}" srcOrd="0" destOrd="0" presId="urn:microsoft.com/office/officeart/2005/8/layout/hierarchy4"/>
    <dgm:cxn modelId="{BB2C4B18-8BB2-4985-80D1-16E3F1EFEF36}" type="presParOf" srcId="{6D1CE030-E6AC-4424-BDCA-69E7DCAD0680}" destId="{D0AD7E51-38AB-4181-9522-AC265584B772}" srcOrd="1" destOrd="0" presId="urn:microsoft.com/office/officeart/2005/8/layout/hierarchy4"/>
    <dgm:cxn modelId="{87AF0E18-A7F4-4272-8122-889499917ECC}" type="presParOf" srcId="{6D1CE030-E6AC-4424-BDCA-69E7DCAD0680}" destId="{00698CF0-39E4-41CD-9446-06F28A299F0A}" srcOrd="2" destOrd="0" presId="urn:microsoft.com/office/officeart/2005/8/layout/hierarchy4"/>
    <dgm:cxn modelId="{F4A8117E-830F-475E-856B-C5DFFD1BCB57}" type="presParOf" srcId="{00698CF0-39E4-41CD-9446-06F28A299F0A}" destId="{39776E57-6A2F-4FA2-8247-4ACDF8134546}" srcOrd="0" destOrd="0" presId="urn:microsoft.com/office/officeart/2005/8/layout/hierarchy4"/>
    <dgm:cxn modelId="{0D04E8EB-9ED5-4760-A52A-9D5A60C39BE8}" type="presParOf" srcId="{39776E57-6A2F-4FA2-8247-4ACDF8134546}" destId="{5BFD359E-3A34-4999-A649-128C7BD094CF}" srcOrd="0" destOrd="0" presId="urn:microsoft.com/office/officeart/2005/8/layout/hierarchy4"/>
    <dgm:cxn modelId="{096DC007-07B0-4FF9-8307-95BCC37A6166}" type="presParOf" srcId="{39776E57-6A2F-4FA2-8247-4ACDF8134546}" destId="{549959C3-5147-4ABC-BBC1-AD181B71D06F}" srcOrd="1" destOrd="0" presId="urn:microsoft.com/office/officeart/2005/8/layout/hierarchy4"/>
    <dgm:cxn modelId="{B35B93CD-13DB-419C-B0C7-7574B5D784BA}" type="presParOf" srcId="{77747469-7CC9-4D25-8103-DCBAC4836C58}" destId="{FF5F32BC-3E7D-4A19-8EB6-060DC96C64F3}" srcOrd="3" destOrd="0" presId="urn:microsoft.com/office/officeart/2005/8/layout/hierarchy4"/>
    <dgm:cxn modelId="{55A25CB0-9473-476E-8651-A52D4033FA32}" type="presParOf" srcId="{77747469-7CC9-4D25-8103-DCBAC4836C58}" destId="{655B3C5B-1EAB-4449-ACDE-BC3E9CF3F29A}" srcOrd="4" destOrd="0" presId="urn:microsoft.com/office/officeart/2005/8/layout/hierarchy4"/>
    <dgm:cxn modelId="{1103F4F9-4C1B-4C24-87A6-BC41AFD7F03A}" type="presParOf" srcId="{655B3C5B-1EAB-4449-ACDE-BC3E9CF3F29A}" destId="{90A307CB-C83F-4F70-B1FF-B9B155C618ED}" srcOrd="0" destOrd="0" presId="urn:microsoft.com/office/officeart/2005/8/layout/hierarchy4"/>
    <dgm:cxn modelId="{9796FAED-40A7-43C2-92BA-5A238E30967E}" type="presParOf" srcId="{655B3C5B-1EAB-4449-ACDE-BC3E9CF3F29A}" destId="{890643A1-1FA2-45DD-A317-1DC9A3ECE6AC}" srcOrd="1" destOrd="0" presId="urn:microsoft.com/office/officeart/2005/8/layout/hierarchy4"/>
    <dgm:cxn modelId="{E1F9B006-D24F-4899-A274-B0BE2E2EDDDE}" type="presParOf" srcId="{655B3C5B-1EAB-4449-ACDE-BC3E9CF3F29A}" destId="{36D5566B-7DD3-4625-8D32-D251D3DDD4AB}" srcOrd="2" destOrd="0" presId="urn:microsoft.com/office/officeart/2005/8/layout/hierarchy4"/>
    <dgm:cxn modelId="{4290AA73-BC49-4C1B-81E4-7F1C57750207}" type="presParOf" srcId="{36D5566B-7DD3-4625-8D32-D251D3DDD4AB}" destId="{40B8E307-CB07-4CEA-9A4B-A66BF66DFD61}" srcOrd="0" destOrd="0" presId="urn:microsoft.com/office/officeart/2005/8/layout/hierarchy4"/>
    <dgm:cxn modelId="{189515DB-01F4-4640-8A76-AC62DA0B0C1E}" type="presParOf" srcId="{40B8E307-CB07-4CEA-9A4B-A66BF66DFD61}" destId="{BFD23E6B-DA4E-4CF4-B5DD-3365B6CC0C46}" srcOrd="0" destOrd="0" presId="urn:microsoft.com/office/officeart/2005/8/layout/hierarchy4"/>
    <dgm:cxn modelId="{8C5C3DBE-ACB4-4417-8886-5E02FF788E6E}" type="presParOf" srcId="{40B8E307-CB07-4CEA-9A4B-A66BF66DFD61}" destId="{804316EA-E773-4F4D-8071-392C7C441D82}"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2A29BAA-F096-437E-8EE4-DABFD5BBA981}" type="doc">
      <dgm:prSet loTypeId="urn:microsoft.com/office/officeart/2009/3/layout/HorizontalOrganizationChart" loCatId="hierarchy" qsTypeId="urn:microsoft.com/office/officeart/2005/8/quickstyle/simple3" qsCatId="simple" csTypeId="urn:microsoft.com/office/officeart/2005/8/colors/colorful3" csCatId="colorful" phldr="1"/>
      <dgm:spPr/>
      <dgm:t>
        <a:bodyPr/>
        <a:lstStyle/>
        <a:p>
          <a:endParaRPr lang="zh-CN" altLang="en-US"/>
        </a:p>
      </dgm:t>
    </dgm:pt>
    <dgm:pt modelId="{A51A8AF7-C11E-4876-ACDF-C899F7A5DD94}">
      <dgm:prSet custT="1"/>
      <dgm:spPr/>
      <dgm:t>
        <a:bodyPr/>
        <a:lstStyle/>
        <a:p>
          <a:pPr algn="ctr" rtl="0">
            <a:lnSpc>
              <a:spcPct val="100000"/>
            </a:lnSpc>
            <a:spcAft>
              <a:spcPts val="0"/>
            </a:spcAft>
          </a:pPr>
          <a:r>
            <a:rPr lang="zh-CN" altLang="en-US" sz="1800" b="1" dirty="0" smtClean="0"/>
            <a:t>任务</a:t>
          </a:r>
          <a:endParaRPr lang="en-US" altLang="zh-CN" sz="1800" b="1" dirty="0" smtClean="0"/>
        </a:p>
        <a:p>
          <a:pPr algn="ctr" rtl="0">
            <a:lnSpc>
              <a:spcPct val="100000"/>
            </a:lnSpc>
            <a:spcAft>
              <a:spcPts val="0"/>
            </a:spcAft>
          </a:pPr>
          <a:r>
            <a:rPr lang="zh-CN" altLang="en-US" sz="1800" b="1" dirty="0" smtClean="0"/>
            <a:t>切换</a:t>
          </a:r>
          <a:endParaRPr lang="zh-CN" altLang="en-US" sz="1800" b="1" dirty="0"/>
        </a:p>
      </dgm:t>
    </dgm:pt>
    <dgm:pt modelId="{0C12C2D8-FB6D-40FF-88CB-5140C491BDFA}" type="parTrans" cxnId="{BB6B5B2B-146E-4462-813A-293BE62EDC85}">
      <dgm:prSet/>
      <dgm:spPr/>
      <dgm:t>
        <a:bodyPr/>
        <a:lstStyle/>
        <a:p>
          <a:pPr algn="ctr"/>
          <a:endParaRPr lang="zh-CN" altLang="en-US" sz="1800" b="1"/>
        </a:p>
      </dgm:t>
    </dgm:pt>
    <dgm:pt modelId="{CA498EB9-391E-4F31-A4A5-BB4AC4CFBCFD}" type="sibTrans" cxnId="{BB6B5B2B-146E-4462-813A-293BE62EDC85}">
      <dgm:prSet/>
      <dgm:spPr/>
      <dgm:t>
        <a:bodyPr/>
        <a:lstStyle/>
        <a:p>
          <a:pPr algn="ctr"/>
          <a:endParaRPr lang="zh-CN" altLang="en-US" sz="1800" b="1"/>
        </a:p>
      </dgm:t>
    </dgm:pt>
    <dgm:pt modelId="{F511BC66-6052-427B-B858-79C5B33CFF20}">
      <dgm:prSet custT="1"/>
      <dgm:spPr/>
      <dgm:t>
        <a:bodyPr/>
        <a:lstStyle/>
        <a:p>
          <a:pPr algn="ctr" rtl="0"/>
          <a:r>
            <a:rPr lang="zh-CN" altLang="en-US" sz="1800" b="1" dirty="0" smtClean="0"/>
            <a:t>任务级切换</a:t>
          </a:r>
          <a:endParaRPr lang="zh-CN" altLang="en-US" sz="1800" b="1" dirty="0"/>
        </a:p>
      </dgm:t>
    </dgm:pt>
    <dgm:pt modelId="{123BDFDF-391B-4A2C-981E-F4090798FF30}" type="parTrans" cxnId="{C2FD4861-B4E6-4F51-8983-40861696AA73}">
      <dgm:prSet/>
      <dgm:spPr/>
      <dgm:t>
        <a:bodyPr/>
        <a:lstStyle/>
        <a:p>
          <a:pPr algn="ctr"/>
          <a:endParaRPr lang="zh-CN" altLang="en-US" sz="1800" b="1"/>
        </a:p>
      </dgm:t>
    </dgm:pt>
    <dgm:pt modelId="{760E9DC5-DACA-4C32-9904-BEF156F1C936}" type="sibTrans" cxnId="{C2FD4861-B4E6-4F51-8983-40861696AA73}">
      <dgm:prSet/>
      <dgm:spPr/>
      <dgm:t>
        <a:bodyPr/>
        <a:lstStyle/>
        <a:p>
          <a:pPr algn="ctr"/>
          <a:endParaRPr lang="zh-CN" altLang="en-US" sz="1800" b="1"/>
        </a:p>
      </dgm:t>
    </dgm:pt>
    <dgm:pt modelId="{96550A85-DB28-418D-9B60-878D57215E0D}">
      <dgm:prSet custT="1"/>
      <dgm:spPr/>
      <dgm:t>
        <a:bodyPr/>
        <a:lstStyle/>
        <a:p>
          <a:pPr algn="ctr" rtl="0"/>
          <a:r>
            <a:rPr lang="zh-CN" altLang="en-US" sz="1800" b="1" dirty="0" smtClean="0"/>
            <a:t>中断级切换</a:t>
          </a:r>
          <a:endParaRPr lang="zh-CN" altLang="en-US" sz="1800" b="1" dirty="0"/>
        </a:p>
      </dgm:t>
    </dgm:pt>
    <dgm:pt modelId="{DF4878EF-9DDC-45C1-A82A-8F0F55F60854}" type="parTrans" cxnId="{B869F451-E918-4C42-BFD2-AEA03B2C74F3}">
      <dgm:prSet/>
      <dgm:spPr/>
      <dgm:t>
        <a:bodyPr/>
        <a:lstStyle/>
        <a:p>
          <a:pPr algn="ctr"/>
          <a:endParaRPr lang="zh-CN" altLang="en-US" sz="1800" b="1"/>
        </a:p>
      </dgm:t>
    </dgm:pt>
    <dgm:pt modelId="{3485B2CD-CCAC-42E2-B046-B85FD2DADF0C}" type="sibTrans" cxnId="{B869F451-E918-4C42-BFD2-AEA03B2C74F3}">
      <dgm:prSet/>
      <dgm:spPr/>
      <dgm:t>
        <a:bodyPr/>
        <a:lstStyle/>
        <a:p>
          <a:pPr algn="ctr"/>
          <a:endParaRPr lang="zh-CN" altLang="en-US" sz="1800" b="1"/>
        </a:p>
      </dgm:t>
    </dgm:pt>
    <dgm:pt modelId="{36C611C8-D036-450F-A0DF-F62589294B39}">
      <dgm:prSet custT="1"/>
      <dgm:spPr/>
      <dgm:t>
        <a:bodyPr/>
        <a:lstStyle/>
        <a:p>
          <a:pPr algn="ctr" rtl="0"/>
          <a:r>
            <a:rPr lang="zh-CN" sz="1800" b="1" dirty="0" smtClean="0"/>
            <a:t>任务级调度</a:t>
          </a:r>
          <a:r>
            <a:rPr lang="en-US" sz="1800" b="1" dirty="0" err="1" smtClean="0"/>
            <a:t>OSSched</a:t>
          </a:r>
          <a:r>
            <a:rPr lang="en-US" sz="1800" b="1" dirty="0" smtClean="0"/>
            <a:t>()</a:t>
          </a:r>
          <a:r>
            <a:rPr lang="zh-CN" sz="1800" b="1" dirty="0" smtClean="0"/>
            <a:t>调用</a:t>
          </a:r>
          <a:r>
            <a:rPr lang="en-US" sz="1800" b="1" dirty="0" err="1" smtClean="0"/>
            <a:t>OSCtxSw</a:t>
          </a:r>
          <a:r>
            <a:rPr lang="en-US" sz="1800" b="1" dirty="0" smtClean="0"/>
            <a:t>()</a:t>
          </a:r>
          <a:r>
            <a:rPr lang="zh-CN" sz="1800" b="1" dirty="0" smtClean="0"/>
            <a:t>函数实现任务的切换</a:t>
          </a:r>
          <a:endParaRPr lang="zh-CN" sz="1800" b="1" dirty="0"/>
        </a:p>
      </dgm:t>
    </dgm:pt>
    <dgm:pt modelId="{B4D1C599-8132-4972-B304-712A4C946F4B}" type="parTrans" cxnId="{9729C304-EBA5-44F1-94D2-F94588DEDE50}">
      <dgm:prSet/>
      <dgm:spPr/>
      <dgm:t>
        <a:bodyPr/>
        <a:lstStyle/>
        <a:p>
          <a:pPr algn="ctr"/>
          <a:endParaRPr lang="zh-CN" altLang="en-US" sz="1800" b="1"/>
        </a:p>
      </dgm:t>
    </dgm:pt>
    <dgm:pt modelId="{DF85D68D-AC8F-477F-BBCD-83FF61E07937}" type="sibTrans" cxnId="{9729C304-EBA5-44F1-94D2-F94588DEDE50}">
      <dgm:prSet/>
      <dgm:spPr/>
      <dgm:t>
        <a:bodyPr/>
        <a:lstStyle/>
        <a:p>
          <a:pPr algn="ctr"/>
          <a:endParaRPr lang="zh-CN" altLang="en-US" sz="1800" b="1"/>
        </a:p>
      </dgm:t>
    </dgm:pt>
    <dgm:pt modelId="{19462369-7F6B-4408-87C6-97595AF5DEDA}">
      <dgm:prSet custT="1"/>
      <dgm:spPr/>
      <dgm:t>
        <a:bodyPr/>
        <a:lstStyle/>
        <a:p>
          <a:pPr algn="ctr" rtl="0"/>
          <a:r>
            <a:rPr lang="zh-CN" sz="1800" b="1" dirty="0" smtClean="0"/>
            <a:t>中断级调度</a:t>
          </a:r>
          <a:r>
            <a:rPr lang="en-US" sz="1800" b="1" dirty="0" err="1" smtClean="0"/>
            <a:t>OSIntExit</a:t>
          </a:r>
          <a:r>
            <a:rPr lang="en-US" sz="1800" b="1" dirty="0" smtClean="0"/>
            <a:t>()</a:t>
          </a:r>
          <a:r>
            <a:rPr lang="zh-CN" sz="1800" b="1" dirty="0" smtClean="0"/>
            <a:t>调用</a:t>
          </a:r>
          <a:r>
            <a:rPr lang="en-US" sz="1800" b="1" dirty="0" err="1" smtClean="0"/>
            <a:t>OSIntCtxSw</a:t>
          </a:r>
          <a:r>
            <a:rPr lang="en-US" sz="1800" b="1" dirty="0" smtClean="0"/>
            <a:t>()</a:t>
          </a:r>
          <a:r>
            <a:rPr lang="zh-CN" sz="1800" b="1" dirty="0" smtClean="0"/>
            <a:t>函数实现任务的切换。</a:t>
          </a:r>
          <a:endParaRPr lang="zh-CN" sz="1800" b="1" dirty="0"/>
        </a:p>
      </dgm:t>
    </dgm:pt>
    <dgm:pt modelId="{89F5DB3A-7ADA-4A0E-88C2-883BBC575489}" type="parTrans" cxnId="{A1315598-A97F-4D85-875A-C22F4BF8AD52}">
      <dgm:prSet/>
      <dgm:spPr/>
      <dgm:t>
        <a:bodyPr/>
        <a:lstStyle/>
        <a:p>
          <a:pPr algn="ctr"/>
          <a:endParaRPr lang="zh-CN" altLang="en-US" sz="1800" b="1"/>
        </a:p>
      </dgm:t>
    </dgm:pt>
    <dgm:pt modelId="{784B4F48-B029-43D1-ACC0-A8FE4312745C}" type="sibTrans" cxnId="{A1315598-A97F-4D85-875A-C22F4BF8AD52}">
      <dgm:prSet/>
      <dgm:spPr/>
      <dgm:t>
        <a:bodyPr/>
        <a:lstStyle/>
        <a:p>
          <a:pPr algn="ctr"/>
          <a:endParaRPr lang="zh-CN" altLang="en-US" sz="1800" b="1"/>
        </a:p>
      </dgm:t>
    </dgm:pt>
    <dgm:pt modelId="{81F09014-420A-467E-9618-0CD9342E87BC}" type="pres">
      <dgm:prSet presAssocID="{02A29BAA-F096-437E-8EE4-DABFD5BBA981}" presName="hierChild1" presStyleCnt="0">
        <dgm:presLayoutVars>
          <dgm:orgChart val="1"/>
          <dgm:chPref val="1"/>
          <dgm:dir/>
          <dgm:animOne val="branch"/>
          <dgm:animLvl val="lvl"/>
          <dgm:resizeHandles/>
        </dgm:presLayoutVars>
      </dgm:prSet>
      <dgm:spPr/>
      <dgm:t>
        <a:bodyPr/>
        <a:lstStyle/>
        <a:p>
          <a:endParaRPr lang="zh-CN" altLang="en-US"/>
        </a:p>
      </dgm:t>
    </dgm:pt>
    <dgm:pt modelId="{0F32EE62-A160-4E89-9699-165C7A812F21}" type="pres">
      <dgm:prSet presAssocID="{A51A8AF7-C11E-4876-ACDF-C899F7A5DD94}" presName="hierRoot1" presStyleCnt="0">
        <dgm:presLayoutVars>
          <dgm:hierBranch val="init"/>
        </dgm:presLayoutVars>
      </dgm:prSet>
      <dgm:spPr/>
    </dgm:pt>
    <dgm:pt modelId="{CE496E06-BCA9-4573-83E0-DBA0F508F5B0}" type="pres">
      <dgm:prSet presAssocID="{A51A8AF7-C11E-4876-ACDF-C899F7A5DD94}" presName="rootComposite1" presStyleCnt="0"/>
      <dgm:spPr/>
    </dgm:pt>
    <dgm:pt modelId="{C72D63A6-A906-4CDC-90B8-A85FC288ACBA}" type="pres">
      <dgm:prSet presAssocID="{A51A8AF7-C11E-4876-ACDF-C899F7A5DD94}" presName="rootText1" presStyleLbl="node0" presStyleIdx="0" presStyleCnt="1" custScaleX="28367">
        <dgm:presLayoutVars>
          <dgm:chPref val="3"/>
        </dgm:presLayoutVars>
      </dgm:prSet>
      <dgm:spPr/>
      <dgm:t>
        <a:bodyPr/>
        <a:lstStyle/>
        <a:p>
          <a:endParaRPr lang="zh-CN" altLang="en-US"/>
        </a:p>
      </dgm:t>
    </dgm:pt>
    <dgm:pt modelId="{B20F9A6F-CA7E-45EF-91C1-E9995A0A8D29}" type="pres">
      <dgm:prSet presAssocID="{A51A8AF7-C11E-4876-ACDF-C899F7A5DD94}" presName="rootConnector1" presStyleLbl="node1" presStyleIdx="0" presStyleCnt="0"/>
      <dgm:spPr/>
      <dgm:t>
        <a:bodyPr/>
        <a:lstStyle/>
        <a:p>
          <a:endParaRPr lang="zh-CN" altLang="en-US"/>
        </a:p>
      </dgm:t>
    </dgm:pt>
    <dgm:pt modelId="{6F90F857-CB7F-41F8-9380-5ACE1E97D9BA}" type="pres">
      <dgm:prSet presAssocID="{A51A8AF7-C11E-4876-ACDF-C899F7A5DD94}" presName="hierChild2" presStyleCnt="0"/>
      <dgm:spPr/>
    </dgm:pt>
    <dgm:pt modelId="{A19DD4CD-187B-484D-89FD-488A70187703}" type="pres">
      <dgm:prSet presAssocID="{123BDFDF-391B-4A2C-981E-F4090798FF30}" presName="Name64" presStyleLbl="parChTrans1D2" presStyleIdx="0" presStyleCnt="2"/>
      <dgm:spPr/>
      <dgm:t>
        <a:bodyPr/>
        <a:lstStyle/>
        <a:p>
          <a:endParaRPr lang="zh-CN" altLang="en-US"/>
        </a:p>
      </dgm:t>
    </dgm:pt>
    <dgm:pt modelId="{FCDA62B9-A9B5-48B0-831F-49D76A4AF1EA}" type="pres">
      <dgm:prSet presAssocID="{F511BC66-6052-427B-B858-79C5B33CFF20}" presName="hierRoot2" presStyleCnt="0">
        <dgm:presLayoutVars>
          <dgm:hierBranch val="init"/>
        </dgm:presLayoutVars>
      </dgm:prSet>
      <dgm:spPr/>
    </dgm:pt>
    <dgm:pt modelId="{ECE8A421-81C7-47D6-9393-FF281769FD37}" type="pres">
      <dgm:prSet presAssocID="{F511BC66-6052-427B-B858-79C5B33CFF20}" presName="rootComposite" presStyleCnt="0"/>
      <dgm:spPr/>
    </dgm:pt>
    <dgm:pt modelId="{C022446A-3CE3-403E-B6AE-E51AE332147E}" type="pres">
      <dgm:prSet presAssocID="{F511BC66-6052-427B-B858-79C5B33CFF20}" presName="rootText" presStyleLbl="node2" presStyleIdx="0" presStyleCnt="2" custScaleX="28367">
        <dgm:presLayoutVars>
          <dgm:chPref val="3"/>
        </dgm:presLayoutVars>
      </dgm:prSet>
      <dgm:spPr/>
      <dgm:t>
        <a:bodyPr/>
        <a:lstStyle/>
        <a:p>
          <a:endParaRPr lang="zh-CN" altLang="en-US"/>
        </a:p>
      </dgm:t>
    </dgm:pt>
    <dgm:pt modelId="{F8FA2CDC-146D-4D30-965E-EA0BBEC7A407}" type="pres">
      <dgm:prSet presAssocID="{F511BC66-6052-427B-B858-79C5B33CFF20}" presName="rootConnector" presStyleLbl="node2" presStyleIdx="0" presStyleCnt="2"/>
      <dgm:spPr/>
      <dgm:t>
        <a:bodyPr/>
        <a:lstStyle/>
        <a:p>
          <a:endParaRPr lang="zh-CN" altLang="en-US"/>
        </a:p>
      </dgm:t>
    </dgm:pt>
    <dgm:pt modelId="{582A28A6-2AE1-45DC-A235-76BDB89B91B7}" type="pres">
      <dgm:prSet presAssocID="{F511BC66-6052-427B-B858-79C5B33CFF20}" presName="hierChild4" presStyleCnt="0"/>
      <dgm:spPr/>
    </dgm:pt>
    <dgm:pt modelId="{C00158CA-B1D2-4604-B947-F3FACC9E7D00}" type="pres">
      <dgm:prSet presAssocID="{B4D1C599-8132-4972-B304-712A4C946F4B}" presName="Name64" presStyleLbl="parChTrans1D3" presStyleIdx="0" presStyleCnt="2"/>
      <dgm:spPr/>
      <dgm:t>
        <a:bodyPr/>
        <a:lstStyle/>
        <a:p>
          <a:endParaRPr lang="zh-CN" altLang="en-US"/>
        </a:p>
      </dgm:t>
    </dgm:pt>
    <dgm:pt modelId="{DBA9B63C-C609-4EF5-B73F-E1F3F9A3E393}" type="pres">
      <dgm:prSet presAssocID="{36C611C8-D036-450F-A0DF-F62589294B39}" presName="hierRoot2" presStyleCnt="0">
        <dgm:presLayoutVars>
          <dgm:hierBranch val="init"/>
        </dgm:presLayoutVars>
      </dgm:prSet>
      <dgm:spPr/>
    </dgm:pt>
    <dgm:pt modelId="{3B6816F4-E9DB-4A8E-BAF5-1FAC2B99806C}" type="pres">
      <dgm:prSet presAssocID="{36C611C8-D036-450F-A0DF-F62589294B39}" presName="rootComposite" presStyleCnt="0"/>
      <dgm:spPr/>
    </dgm:pt>
    <dgm:pt modelId="{A804C2F0-C622-40C7-A3C5-1AFEE5CA7776}" type="pres">
      <dgm:prSet presAssocID="{36C611C8-D036-450F-A0DF-F62589294B39}" presName="rootText" presStyleLbl="node3" presStyleIdx="0" presStyleCnt="2" custScaleX="89545" custScaleY="123016">
        <dgm:presLayoutVars>
          <dgm:chPref val="3"/>
        </dgm:presLayoutVars>
      </dgm:prSet>
      <dgm:spPr/>
      <dgm:t>
        <a:bodyPr/>
        <a:lstStyle/>
        <a:p>
          <a:endParaRPr lang="zh-CN" altLang="en-US"/>
        </a:p>
      </dgm:t>
    </dgm:pt>
    <dgm:pt modelId="{DEB2E8CE-211D-4ED4-B34F-6EDC81F8C983}" type="pres">
      <dgm:prSet presAssocID="{36C611C8-D036-450F-A0DF-F62589294B39}" presName="rootConnector" presStyleLbl="node3" presStyleIdx="0" presStyleCnt="2"/>
      <dgm:spPr/>
      <dgm:t>
        <a:bodyPr/>
        <a:lstStyle/>
        <a:p>
          <a:endParaRPr lang="zh-CN" altLang="en-US"/>
        </a:p>
      </dgm:t>
    </dgm:pt>
    <dgm:pt modelId="{CEE95EE8-3467-45BF-AEF7-832BBCB64D12}" type="pres">
      <dgm:prSet presAssocID="{36C611C8-D036-450F-A0DF-F62589294B39}" presName="hierChild4" presStyleCnt="0"/>
      <dgm:spPr/>
    </dgm:pt>
    <dgm:pt modelId="{015DCBAB-095B-414E-89C0-373516373B14}" type="pres">
      <dgm:prSet presAssocID="{36C611C8-D036-450F-A0DF-F62589294B39}" presName="hierChild5" presStyleCnt="0"/>
      <dgm:spPr/>
    </dgm:pt>
    <dgm:pt modelId="{252B288C-7649-495D-BDA5-05F19E1F51F2}" type="pres">
      <dgm:prSet presAssocID="{F511BC66-6052-427B-B858-79C5B33CFF20}" presName="hierChild5" presStyleCnt="0"/>
      <dgm:spPr/>
    </dgm:pt>
    <dgm:pt modelId="{8A0660DB-D20A-4C42-91C2-A401761255C7}" type="pres">
      <dgm:prSet presAssocID="{DF4878EF-9DDC-45C1-A82A-8F0F55F60854}" presName="Name64" presStyleLbl="parChTrans1D2" presStyleIdx="1" presStyleCnt="2"/>
      <dgm:spPr/>
      <dgm:t>
        <a:bodyPr/>
        <a:lstStyle/>
        <a:p>
          <a:endParaRPr lang="zh-CN" altLang="en-US"/>
        </a:p>
      </dgm:t>
    </dgm:pt>
    <dgm:pt modelId="{537A4968-A5B0-41DE-B2B3-9EAC207CE9E9}" type="pres">
      <dgm:prSet presAssocID="{96550A85-DB28-418D-9B60-878D57215E0D}" presName="hierRoot2" presStyleCnt="0">
        <dgm:presLayoutVars>
          <dgm:hierBranch val="init"/>
        </dgm:presLayoutVars>
      </dgm:prSet>
      <dgm:spPr/>
    </dgm:pt>
    <dgm:pt modelId="{4F7444F2-C2AA-4D90-93F9-56D1069DE45C}" type="pres">
      <dgm:prSet presAssocID="{96550A85-DB28-418D-9B60-878D57215E0D}" presName="rootComposite" presStyleCnt="0"/>
      <dgm:spPr/>
    </dgm:pt>
    <dgm:pt modelId="{7290783C-4125-417B-BA2D-8145EF5FDF92}" type="pres">
      <dgm:prSet presAssocID="{96550A85-DB28-418D-9B60-878D57215E0D}" presName="rootText" presStyleLbl="node2" presStyleIdx="1" presStyleCnt="2" custScaleX="28367">
        <dgm:presLayoutVars>
          <dgm:chPref val="3"/>
        </dgm:presLayoutVars>
      </dgm:prSet>
      <dgm:spPr/>
      <dgm:t>
        <a:bodyPr/>
        <a:lstStyle/>
        <a:p>
          <a:endParaRPr lang="zh-CN" altLang="en-US"/>
        </a:p>
      </dgm:t>
    </dgm:pt>
    <dgm:pt modelId="{65B019BF-2787-433D-B1AF-E6BEE625556A}" type="pres">
      <dgm:prSet presAssocID="{96550A85-DB28-418D-9B60-878D57215E0D}" presName="rootConnector" presStyleLbl="node2" presStyleIdx="1" presStyleCnt="2"/>
      <dgm:spPr/>
      <dgm:t>
        <a:bodyPr/>
        <a:lstStyle/>
        <a:p>
          <a:endParaRPr lang="zh-CN" altLang="en-US"/>
        </a:p>
      </dgm:t>
    </dgm:pt>
    <dgm:pt modelId="{33D61A62-19CA-4E72-AA41-9056D0FD5028}" type="pres">
      <dgm:prSet presAssocID="{96550A85-DB28-418D-9B60-878D57215E0D}" presName="hierChild4" presStyleCnt="0"/>
      <dgm:spPr/>
    </dgm:pt>
    <dgm:pt modelId="{488E5F2D-3CBC-41FC-87D7-1900E3A8D7F9}" type="pres">
      <dgm:prSet presAssocID="{89F5DB3A-7ADA-4A0E-88C2-883BBC575489}" presName="Name64" presStyleLbl="parChTrans1D3" presStyleIdx="1" presStyleCnt="2"/>
      <dgm:spPr/>
      <dgm:t>
        <a:bodyPr/>
        <a:lstStyle/>
        <a:p>
          <a:endParaRPr lang="zh-CN" altLang="en-US"/>
        </a:p>
      </dgm:t>
    </dgm:pt>
    <dgm:pt modelId="{53BE8DF1-F171-413F-B47F-D49A30A6C63C}" type="pres">
      <dgm:prSet presAssocID="{19462369-7F6B-4408-87C6-97595AF5DEDA}" presName="hierRoot2" presStyleCnt="0">
        <dgm:presLayoutVars>
          <dgm:hierBranch val="init"/>
        </dgm:presLayoutVars>
      </dgm:prSet>
      <dgm:spPr/>
    </dgm:pt>
    <dgm:pt modelId="{E6997B6D-3064-40B7-AAD1-720195C76DB0}" type="pres">
      <dgm:prSet presAssocID="{19462369-7F6B-4408-87C6-97595AF5DEDA}" presName="rootComposite" presStyleCnt="0"/>
      <dgm:spPr/>
    </dgm:pt>
    <dgm:pt modelId="{512A98DC-932A-4F2B-9627-EABE7280E3BC}" type="pres">
      <dgm:prSet presAssocID="{19462369-7F6B-4408-87C6-97595AF5DEDA}" presName="rootText" presStyleLbl="node3" presStyleIdx="1" presStyleCnt="2" custScaleX="89545" custScaleY="123016">
        <dgm:presLayoutVars>
          <dgm:chPref val="3"/>
        </dgm:presLayoutVars>
      </dgm:prSet>
      <dgm:spPr/>
      <dgm:t>
        <a:bodyPr/>
        <a:lstStyle/>
        <a:p>
          <a:endParaRPr lang="zh-CN" altLang="en-US"/>
        </a:p>
      </dgm:t>
    </dgm:pt>
    <dgm:pt modelId="{16071782-A938-4A19-8E83-6563EC31106A}" type="pres">
      <dgm:prSet presAssocID="{19462369-7F6B-4408-87C6-97595AF5DEDA}" presName="rootConnector" presStyleLbl="node3" presStyleIdx="1" presStyleCnt="2"/>
      <dgm:spPr/>
      <dgm:t>
        <a:bodyPr/>
        <a:lstStyle/>
        <a:p>
          <a:endParaRPr lang="zh-CN" altLang="en-US"/>
        </a:p>
      </dgm:t>
    </dgm:pt>
    <dgm:pt modelId="{47A32646-5C24-49B8-A50E-8ACB51764E11}" type="pres">
      <dgm:prSet presAssocID="{19462369-7F6B-4408-87C6-97595AF5DEDA}" presName="hierChild4" presStyleCnt="0"/>
      <dgm:spPr/>
    </dgm:pt>
    <dgm:pt modelId="{2D5E41CD-0B12-4C5E-AB9D-38282291F6D7}" type="pres">
      <dgm:prSet presAssocID="{19462369-7F6B-4408-87C6-97595AF5DEDA}" presName="hierChild5" presStyleCnt="0"/>
      <dgm:spPr/>
    </dgm:pt>
    <dgm:pt modelId="{A9B01A87-69C3-4581-A3FB-5D48F6A7DC7E}" type="pres">
      <dgm:prSet presAssocID="{96550A85-DB28-418D-9B60-878D57215E0D}" presName="hierChild5" presStyleCnt="0"/>
      <dgm:spPr/>
    </dgm:pt>
    <dgm:pt modelId="{4BF6DA5B-DC46-44DF-A360-01AAB2096968}" type="pres">
      <dgm:prSet presAssocID="{A51A8AF7-C11E-4876-ACDF-C899F7A5DD94}" presName="hierChild3" presStyleCnt="0"/>
      <dgm:spPr/>
    </dgm:pt>
  </dgm:ptLst>
  <dgm:cxnLst>
    <dgm:cxn modelId="{BB6B5B2B-146E-4462-813A-293BE62EDC85}" srcId="{02A29BAA-F096-437E-8EE4-DABFD5BBA981}" destId="{A51A8AF7-C11E-4876-ACDF-C899F7A5DD94}" srcOrd="0" destOrd="0" parTransId="{0C12C2D8-FB6D-40FF-88CB-5140C491BDFA}" sibTransId="{CA498EB9-391E-4F31-A4A5-BB4AC4CFBCFD}"/>
    <dgm:cxn modelId="{76143694-972C-40CC-8A0D-E334BDC738D1}" type="presOf" srcId="{36C611C8-D036-450F-A0DF-F62589294B39}" destId="{A804C2F0-C622-40C7-A3C5-1AFEE5CA7776}" srcOrd="0" destOrd="0" presId="urn:microsoft.com/office/officeart/2009/3/layout/HorizontalOrganizationChart"/>
    <dgm:cxn modelId="{B5A8DADF-94DB-4D2F-B3E8-92AEEBC21859}" type="presOf" srcId="{96550A85-DB28-418D-9B60-878D57215E0D}" destId="{65B019BF-2787-433D-B1AF-E6BEE625556A}" srcOrd="1" destOrd="0" presId="urn:microsoft.com/office/officeart/2009/3/layout/HorizontalOrganizationChart"/>
    <dgm:cxn modelId="{C2FD4861-B4E6-4F51-8983-40861696AA73}" srcId="{A51A8AF7-C11E-4876-ACDF-C899F7A5DD94}" destId="{F511BC66-6052-427B-B858-79C5B33CFF20}" srcOrd="0" destOrd="0" parTransId="{123BDFDF-391B-4A2C-981E-F4090798FF30}" sibTransId="{760E9DC5-DACA-4C32-9904-BEF156F1C936}"/>
    <dgm:cxn modelId="{48FF8BA8-D36C-488E-BEC8-C7884B47AEF1}" type="presOf" srcId="{F511BC66-6052-427B-B858-79C5B33CFF20}" destId="{C022446A-3CE3-403E-B6AE-E51AE332147E}" srcOrd="0" destOrd="0" presId="urn:microsoft.com/office/officeart/2009/3/layout/HorizontalOrganizationChart"/>
    <dgm:cxn modelId="{892AB469-BB9D-42F3-B023-BAEBAEED61C2}" type="presOf" srcId="{19462369-7F6B-4408-87C6-97595AF5DEDA}" destId="{16071782-A938-4A19-8E83-6563EC31106A}" srcOrd="1" destOrd="0" presId="urn:microsoft.com/office/officeart/2009/3/layout/HorizontalOrganizationChart"/>
    <dgm:cxn modelId="{A1315598-A97F-4D85-875A-C22F4BF8AD52}" srcId="{96550A85-DB28-418D-9B60-878D57215E0D}" destId="{19462369-7F6B-4408-87C6-97595AF5DEDA}" srcOrd="0" destOrd="0" parTransId="{89F5DB3A-7ADA-4A0E-88C2-883BBC575489}" sibTransId="{784B4F48-B029-43D1-ACC0-A8FE4312745C}"/>
    <dgm:cxn modelId="{EA9BFBFA-DB36-420B-BC96-0A143D5C2994}" type="presOf" srcId="{B4D1C599-8132-4972-B304-712A4C946F4B}" destId="{C00158CA-B1D2-4604-B947-F3FACC9E7D00}" srcOrd="0" destOrd="0" presId="urn:microsoft.com/office/officeart/2009/3/layout/HorizontalOrganizationChart"/>
    <dgm:cxn modelId="{9729C304-EBA5-44F1-94D2-F94588DEDE50}" srcId="{F511BC66-6052-427B-B858-79C5B33CFF20}" destId="{36C611C8-D036-450F-A0DF-F62589294B39}" srcOrd="0" destOrd="0" parTransId="{B4D1C599-8132-4972-B304-712A4C946F4B}" sibTransId="{DF85D68D-AC8F-477F-BBCD-83FF61E07937}"/>
    <dgm:cxn modelId="{351092CE-B769-4136-B6C0-32726AADB449}" type="presOf" srcId="{19462369-7F6B-4408-87C6-97595AF5DEDA}" destId="{512A98DC-932A-4F2B-9627-EABE7280E3BC}" srcOrd="0" destOrd="0" presId="urn:microsoft.com/office/officeart/2009/3/layout/HorizontalOrganizationChart"/>
    <dgm:cxn modelId="{1F332E54-C1EF-4C3F-BE9B-C449E48AC250}" type="presOf" srcId="{96550A85-DB28-418D-9B60-878D57215E0D}" destId="{7290783C-4125-417B-BA2D-8145EF5FDF92}" srcOrd="0" destOrd="0" presId="urn:microsoft.com/office/officeart/2009/3/layout/HorizontalOrganizationChart"/>
    <dgm:cxn modelId="{1C833A00-9D7E-4487-9BEF-4424C4708718}" type="presOf" srcId="{DF4878EF-9DDC-45C1-A82A-8F0F55F60854}" destId="{8A0660DB-D20A-4C42-91C2-A401761255C7}" srcOrd="0" destOrd="0" presId="urn:microsoft.com/office/officeart/2009/3/layout/HorizontalOrganizationChart"/>
    <dgm:cxn modelId="{CAB243AD-797C-4380-99BE-8AA381C10DFE}" type="presOf" srcId="{F511BC66-6052-427B-B858-79C5B33CFF20}" destId="{F8FA2CDC-146D-4D30-965E-EA0BBEC7A407}" srcOrd="1" destOrd="0" presId="urn:microsoft.com/office/officeart/2009/3/layout/HorizontalOrganizationChart"/>
    <dgm:cxn modelId="{B869F451-E918-4C42-BFD2-AEA03B2C74F3}" srcId="{A51A8AF7-C11E-4876-ACDF-C899F7A5DD94}" destId="{96550A85-DB28-418D-9B60-878D57215E0D}" srcOrd="1" destOrd="0" parTransId="{DF4878EF-9DDC-45C1-A82A-8F0F55F60854}" sibTransId="{3485B2CD-CCAC-42E2-B046-B85FD2DADF0C}"/>
    <dgm:cxn modelId="{D41465F8-D78F-4C5D-8FC0-1EB1125B9056}" type="presOf" srcId="{36C611C8-D036-450F-A0DF-F62589294B39}" destId="{DEB2E8CE-211D-4ED4-B34F-6EDC81F8C983}" srcOrd="1" destOrd="0" presId="urn:microsoft.com/office/officeart/2009/3/layout/HorizontalOrganizationChart"/>
    <dgm:cxn modelId="{8D0F0896-E897-48B1-A073-A38A16D471E5}" type="presOf" srcId="{89F5DB3A-7ADA-4A0E-88C2-883BBC575489}" destId="{488E5F2D-3CBC-41FC-87D7-1900E3A8D7F9}" srcOrd="0" destOrd="0" presId="urn:microsoft.com/office/officeart/2009/3/layout/HorizontalOrganizationChart"/>
    <dgm:cxn modelId="{658676E0-EDB2-4184-B03A-6682E233EC58}" type="presOf" srcId="{02A29BAA-F096-437E-8EE4-DABFD5BBA981}" destId="{81F09014-420A-467E-9618-0CD9342E87BC}" srcOrd="0" destOrd="0" presId="urn:microsoft.com/office/officeart/2009/3/layout/HorizontalOrganizationChart"/>
    <dgm:cxn modelId="{867F1BBA-470D-410D-B055-00A69975E896}" type="presOf" srcId="{A51A8AF7-C11E-4876-ACDF-C899F7A5DD94}" destId="{C72D63A6-A906-4CDC-90B8-A85FC288ACBA}" srcOrd="0" destOrd="0" presId="urn:microsoft.com/office/officeart/2009/3/layout/HorizontalOrganizationChart"/>
    <dgm:cxn modelId="{243EE66A-D7D3-4493-910F-2E3539B7A961}" type="presOf" srcId="{123BDFDF-391B-4A2C-981E-F4090798FF30}" destId="{A19DD4CD-187B-484D-89FD-488A70187703}" srcOrd="0" destOrd="0" presId="urn:microsoft.com/office/officeart/2009/3/layout/HorizontalOrganizationChart"/>
    <dgm:cxn modelId="{CCE19070-41C7-40EF-AF33-BCE8CC2AC547}" type="presOf" srcId="{A51A8AF7-C11E-4876-ACDF-C899F7A5DD94}" destId="{B20F9A6F-CA7E-45EF-91C1-E9995A0A8D29}" srcOrd="1" destOrd="0" presId="urn:microsoft.com/office/officeart/2009/3/layout/HorizontalOrganizationChart"/>
    <dgm:cxn modelId="{36F6DBE4-D198-4A39-90AE-6285B62699E8}" type="presParOf" srcId="{81F09014-420A-467E-9618-0CD9342E87BC}" destId="{0F32EE62-A160-4E89-9699-165C7A812F21}" srcOrd="0" destOrd="0" presId="urn:microsoft.com/office/officeart/2009/3/layout/HorizontalOrganizationChart"/>
    <dgm:cxn modelId="{CC0056A0-80BB-494F-AEEA-4F695F67B1CB}" type="presParOf" srcId="{0F32EE62-A160-4E89-9699-165C7A812F21}" destId="{CE496E06-BCA9-4573-83E0-DBA0F508F5B0}" srcOrd="0" destOrd="0" presId="urn:microsoft.com/office/officeart/2009/3/layout/HorizontalOrganizationChart"/>
    <dgm:cxn modelId="{4DA8C25A-73B5-431C-922A-4CD23CF332A7}" type="presParOf" srcId="{CE496E06-BCA9-4573-83E0-DBA0F508F5B0}" destId="{C72D63A6-A906-4CDC-90B8-A85FC288ACBA}" srcOrd="0" destOrd="0" presId="urn:microsoft.com/office/officeart/2009/3/layout/HorizontalOrganizationChart"/>
    <dgm:cxn modelId="{3924122D-1284-409B-A895-E4AB6D941BA5}" type="presParOf" srcId="{CE496E06-BCA9-4573-83E0-DBA0F508F5B0}" destId="{B20F9A6F-CA7E-45EF-91C1-E9995A0A8D29}" srcOrd="1" destOrd="0" presId="urn:microsoft.com/office/officeart/2009/3/layout/HorizontalOrganizationChart"/>
    <dgm:cxn modelId="{C1E711A0-349C-42C8-B30C-62D6BAB0A96A}" type="presParOf" srcId="{0F32EE62-A160-4E89-9699-165C7A812F21}" destId="{6F90F857-CB7F-41F8-9380-5ACE1E97D9BA}" srcOrd="1" destOrd="0" presId="urn:microsoft.com/office/officeart/2009/3/layout/HorizontalOrganizationChart"/>
    <dgm:cxn modelId="{56BFC883-8EA0-4BF5-8641-807B0D0919FB}" type="presParOf" srcId="{6F90F857-CB7F-41F8-9380-5ACE1E97D9BA}" destId="{A19DD4CD-187B-484D-89FD-488A70187703}" srcOrd="0" destOrd="0" presId="urn:microsoft.com/office/officeart/2009/3/layout/HorizontalOrganizationChart"/>
    <dgm:cxn modelId="{64286F8D-E899-4309-BF27-2F3908DACD90}" type="presParOf" srcId="{6F90F857-CB7F-41F8-9380-5ACE1E97D9BA}" destId="{FCDA62B9-A9B5-48B0-831F-49D76A4AF1EA}" srcOrd="1" destOrd="0" presId="urn:microsoft.com/office/officeart/2009/3/layout/HorizontalOrganizationChart"/>
    <dgm:cxn modelId="{984FCEA4-1B34-4003-A4EE-A9EECE879AD0}" type="presParOf" srcId="{FCDA62B9-A9B5-48B0-831F-49D76A4AF1EA}" destId="{ECE8A421-81C7-47D6-9393-FF281769FD37}" srcOrd="0" destOrd="0" presId="urn:microsoft.com/office/officeart/2009/3/layout/HorizontalOrganizationChart"/>
    <dgm:cxn modelId="{A4AD049B-D12E-4EC8-B2B4-A3F057DC4BBA}" type="presParOf" srcId="{ECE8A421-81C7-47D6-9393-FF281769FD37}" destId="{C022446A-3CE3-403E-B6AE-E51AE332147E}" srcOrd="0" destOrd="0" presId="urn:microsoft.com/office/officeart/2009/3/layout/HorizontalOrganizationChart"/>
    <dgm:cxn modelId="{8E83A99D-EC4B-42E3-B2A6-2599575038D8}" type="presParOf" srcId="{ECE8A421-81C7-47D6-9393-FF281769FD37}" destId="{F8FA2CDC-146D-4D30-965E-EA0BBEC7A407}" srcOrd="1" destOrd="0" presId="urn:microsoft.com/office/officeart/2009/3/layout/HorizontalOrganizationChart"/>
    <dgm:cxn modelId="{965666EE-8C72-4836-BA3B-59522E262898}" type="presParOf" srcId="{FCDA62B9-A9B5-48B0-831F-49D76A4AF1EA}" destId="{582A28A6-2AE1-45DC-A235-76BDB89B91B7}" srcOrd="1" destOrd="0" presId="urn:microsoft.com/office/officeart/2009/3/layout/HorizontalOrganizationChart"/>
    <dgm:cxn modelId="{821B87EE-16BF-481D-A4FD-222A465ACA96}" type="presParOf" srcId="{582A28A6-2AE1-45DC-A235-76BDB89B91B7}" destId="{C00158CA-B1D2-4604-B947-F3FACC9E7D00}" srcOrd="0" destOrd="0" presId="urn:microsoft.com/office/officeart/2009/3/layout/HorizontalOrganizationChart"/>
    <dgm:cxn modelId="{E9D0F875-445D-495D-89E5-98D762B122D6}" type="presParOf" srcId="{582A28A6-2AE1-45DC-A235-76BDB89B91B7}" destId="{DBA9B63C-C609-4EF5-B73F-E1F3F9A3E393}" srcOrd="1" destOrd="0" presId="urn:microsoft.com/office/officeart/2009/3/layout/HorizontalOrganizationChart"/>
    <dgm:cxn modelId="{80AC1F57-AA53-4987-9D49-34A62DA48A1D}" type="presParOf" srcId="{DBA9B63C-C609-4EF5-B73F-E1F3F9A3E393}" destId="{3B6816F4-E9DB-4A8E-BAF5-1FAC2B99806C}" srcOrd="0" destOrd="0" presId="urn:microsoft.com/office/officeart/2009/3/layout/HorizontalOrganizationChart"/>
    <dgm:cxn modelId="{6BD3A449-B9A5-4FD8-ABA5-50EF77D3359B}" type="presParOf" srcId="{3B6816F4-E9DB-4A8E-BAF5-1FAC2B99806C}" destId="{A804C2F0-C622-40C7-A3C5-1AFEE5CA7776}" srcOrd="0" destOrd="0" presId="urn:microsoft.com/office/officeart/2009/3/layout/HorizontalOrganizationChart"/>
    <dgm:cxn modelId="{C8513CF5-9FE8-4690-8E72-1B8A040FF0FD}" type="presParOf" srcId="{3B6816F4-E9DB-4A8E-BAF5-1FAC2B99806C}" destId="{DEB2E8CE-211D-4ED4-B34F-6EDC81F8C983}" srcOrd="1" destOrd="0" presId="urn:microsoft.com/office/officeart/2009/3/layout/HorizontalOrganizationChart"/>
    <dgm:cxn modelId="{9571C7F6-46D9-4035-9534-13421C6DB182}" type="presParOf" srcId="{DBA9B63C-C609-4EF5-B73F-E1F3F9A3E393}" destId="{CEE95EE8-3467-45BF-AEF7-832BBCB64D12}" srcOrd="1" destOrd="0" presId="urn:microsoft.com/office/officeart/2009/3/layout/HorizontalOrganizationChart"/>
    <dgm:cxn modelId="{DB770B17-E039-44E4-8D4A-0AD3D68537F2}" type="presParOf" srcId="{DBA9B63C-C609-4EF5-B73F-E1F3F9A3E393}" destId="{015DCBAB-095B-414E-89C0-373516373B14}" srcOrd="2" destOrd="0" presId="urn:microsoft.com/office/officeart/2009/3/layout/HorizontalOrganizationChart"/>
    <dgm:cxn modelId="{340277D3-D5A3-4514-91F5-9871D8F457A4}" type="presParOf" srcId="{FCDA62B9-A9B5-48B0-831F-49D76A4AF1EA}" destId="{252B288C-7649-495D-BDA5-05F19E1F51F2}" srcOrd="2" destOrd="0" presId="urn:microsoft.com/office/officeart/2009/3/layout/HorizontalOrganizationChart"/>
    <dgm:cxn modelId="{2BD509B2-2CC8-49F3-834E-0629E098E2C6}" type="presParOf" srcId="{6F90F857-CB7F-41F8-9380-5ACE1E97D9BA}" destId="{8A0660DB-D20A-4C42-91C2-A401761255C7}" srcOrd="2" destOrd="0" presId="urn:microsoft.com/office/officeart/2009/3/layout/HorizontalOrganizationChart"/>
    <dgm:cxn modelId="{00EE429F-0212-4059-A687-CA8191B99804}" type="presParOf" srcId="{6F90F857-CB7F-41F8-9380-5ACE1E97D9BA}" destId="{537A4968-A5B0-41DE-B2B3-9EAC207CE9E9}" srcOrd="3" destOrd="0" presId="urn:microsoft.com/office/officeart/2009/3/layout/HorizontalOrganizationChart"/>
    <dgm:cxn modelId="{E60DE4C7-4825-4485-B4B6-8169F7D0C87C}" type="presParOf" srcId="{537A4968-A5B0-41DE-B2B3-9EAC207CE9E9}" destId="{4F7444F2-C2AA-4D90-93F9-56D1069DE45C}" srcOrd="0" destOrd="0" presId="urn:microsoft.com/office/officeart/2009/3/layout/HorizontalOrganizationChart"/>
    <dgm:cxn modelId="{A231379B-6D2B-4427-AFA7-9BECB503E47C}" type="presParOf" srcId="{4F7444F2-C2AA-4D90-93F9-56D1069DE45C}" destId="{7290783C-4125-417B-BA2D-8145EF5FDF92}" srcOrd="0" destOrd="0" presId="urn:microsoft.com/office/officeart/2009/3/layout/HorizontalOrganizationChart"/>
    <dgm:cxn modelId="{3DF958A8-F05B-4157-A2DC-B6350D50F357}" type="presParOf" srcId="{4F7444F2-C2AA-4D90-93F9-56D1069DE45C}" destId="{65B019BF-2787-433D-B1AF-E6BEE625556A}" srcOrd="1" destOrd="0" presId="urn:microsoft.com/office/officeart/2009/3/layout/HorizontalOrganizationChart"/>
    <dgm:cxn modelId="{41495FF9-DFE5-462A-8E32-A6CB430B6F74}" type="presParOf" srcId="{537A4968-A5B0-41DE-B2B3-9EAC207CE9E9}" destId="{33D61A62-19CA-4E72-AA41-9056D0FD5028}" srcOrd="1" destOrd="0" presId="urn:microsoft.com/office/officeart/2009/3/layout/HorizontalOrganizationChart"/>
    <dgm:cxn modelId="{CD2F9573-C9CC-47BF-8D99-721E6E7163C8}" type="presParOf" srcId="{33D61A62-19CA-4E72-AA41-9056D0FD5028}" destId="{488E5F2D-3CBC-41FC-87D7-1900E3A8D7F9}" srcOrd="0" destOrd="0" presId="urn:microsoft.com/office/officeart/2009/3/layout/HorizontalOrganizationChart"/>
    <dgm:cxn modelId="{0B4D4AF4-6730-4BDF-BCD9-C8CC7700D942}" type="presParOf" srcId="{33D61A62-19CA-4E72-AA41-9056D0FD5028}" destId="{53BE8DF1-F171-413F-B47F-D49A30A6C63C}" srcOrd="1" destOrd="0" presId="urn:microsoft.com/office/officeart/2009/3/layout/HorizontalOrganizationChart"/>
    <dgm:cxn modelId="{F64A2174-479D-43A2-92DE-DBF52BD9227E}" type="presParOf" srcId="{53BE8DF1-F171-413F-B47F-D49A30A6C63C}" destId="{E6997B6D-3064-40B7-AAD1-720195C76DB0}" srcOrd="0" destOrd="0" presId="urn:microsoft.com/office/officeart/2009/3/layout/HorizontalOrganizationChart"/>
    <dgm:cxn modelId="{331BE706-CD56-4479-93E2-BFE9C8111C6B}" type="presParOf" srcId="{E6997B6D-3064-40B7-AAD1-720195C76DB0}" destId="{512A98DC-932A-4F2B-9627-EABE7280E3BC}" srcOrd="0" destOrd="0" presId="urn:microsoft.com/office/officeart/2009/3/layout/HorizontalOrganizationChart"/>
    <dgm:cxn modelId="{4DF7FE83-5A7C-4E4C-89A7-134B08CFB997}" type="presParOf" srcId="{E6997B6D-3064-40B7-AAD1-720195C76DB0}" destId="{16071782-A938-4A19-8E83-6563EC31106A}" srcOrd="1" destOrd="0" presId="urn:microsoft.com/office/officeart/2009/3/layout/HorizontalOrganizationChart"/>
    <dgm:cxn modelId="{B4FF56FB-3AC0-4811-B8C3-D5C38270B8B5}" type="presParOf" srcId="{53BE8DF1-F171-413F-B47F-D49A30A6C63C}" destId="{47A32646-5C24-49B8-A50E-8ACB51764E11}" srcOrd="1" destOrd="0" presId="urn:microsoft.com/office/officeart/2009/3/layout/HorizontalOrganizationChart"/>
    <dgm:cxn modelId="{9CCBF364-C1FD-416E-A38A-BA7D3A6947B3}" type="presParOf" srcId="{53BE8DF1-F171-413F-B47F-D49A30A6C63C}" destId="{2D5E41CD-0B12-4C5E-AB9D-38282291F6D7}" srcOrd="2" destOrd="0" presId="urn:microsoft.com/office/officeart/2009/3/layout/HorizontalOrganizationChart"/>
    <dgm:cxn modelId="{8B04D331-09AE-4E59-B7F8-A3961FAE7EFC}" type="presParOf" srcId="{537A4968-A5B0-41DE-B2B3-9EAC207CE9E9}" destId="{A9B01A87-69C3-4581-A3FB-5D48F6A7DC7E}" srcOrd="2" destOrd="0" presId="urn:microsoft.com/office/officeart/2009/3/layout/HorizontalOrganizationChart"/>
    <dgm:cxn modelId="{1BF9E602-3A72-42AF-92DF-5FB9944A055D}" type="presParOf" srcId="{0F32EE62-A160-4E89-9699-165C7A812F21}" destId="{4BF6DA5B-DC46-44DF-A360-01AAB2096968}"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D57A309-ED15-43AF-91FF-2A2D80A10C5A}" type="doc">
      <dgm:prSet loTypeId="urn:microsoft.com/office/officeart/2005/8/layout/hierarchy1" loCatId="hierarchy" qsTypeId="urn:microsoft.com/office/officeart/2005/8/quickstyle/simple1" qsCatId="simple" csTypeId="urn:microsoft.com/office/officeart/2005/8/colors/colorful4" csCatId="colorful" phldr="1"/>
      <dgm:spPr/>
      <dgm:t>
        <a:bodyPr/>
        <a:lstStyle/>
        <a:p>
          <a:endParaRPr lang="zh-CN" altLang="en-US"/>
        </a:p>
      </dgm:t>
    </dgm:pt>
    <dgm:pt modelId="{0CC781A9-BABF-48CD-BCFA-BDD80E91185D}">
      <dgm:prSet custT="1"/>
      <dgm:spPr/>
      <dgm:t>
        <a:bodyPr/>
        <a:lstStyle/>
        <a:p>
          <a:pPr rtl="0"/>
          <a:r>
            <a:rPr lang="en-US" sz="1800" b="1" dirty="0" err="1" smtClean="0"/>
            <a:t>uC</a:t>
          </a:r>
          <a:r>
            <a:rPr lang="en-US" sz="1800" b="1" dirty="0" smtClean="0"/>
            <a:t>/OS-III</a:t>
          </a:r>
          <a:r>
            <a:rPr lang="zh-CN" sz="1800" b="1" dirty="0" smtClean="0"/>
            <a:t>的时间管理</a:t>
          </a:r>
          <a:endParaRPr lang="zh-CN" sz="1800" b="1" dirty="0"/>
        </a:p>
      </dgm:t>
    </dgm:pt>
    <dgm:pt modelId="{D91C5705-AB8F-4A9D-92F2-65593986FD7A}" type="parTrans" cxnId="{AB7EDF49-76AB-49B6-A16C-997E4A9F3E5A}">
      <dgm:prSet/>
      <dgm:spPr/>
      <dgm:t>
        <a:bodyPr/>
        <a:lstStyle/>
        <a:p>
          <a:endParaRPr lang="zh-CN" altLang="en-US" sz="6000" b="1"/>
        </a:p>
      </dgm:t>
    </dgm:pt>
    <dgm:pt modelId="{0CD8682D-B811-4CBC-8C17-A075D64883FD}" type="sibTrans" cxnId="{AB7EDF49-76AB-49B6-A16C-997E4A9F3E5A}">
      <dgm:prSet/>
      <dgm:spPr/>
      <dgm:t>
        <a:bodyPr/>
        <a:lstStyle/>
        <a:p>
          <a:endParaRPr lang="zh-CN" altLang="en-US" sz="6000" b="1"/>
        </a:p>
      </dgm:t>
    </dgm:pt>
    <dgm:pt modelId="{3E971847-D220-4BFA-81E7-FF14AD31C480}">
      <dgm:prSet custT="1"/>
      <dgm:spPr/>
      <dgm:t>
        <a:bodyPr/>
        <a:lstStyle/>
        <a:p>
          <a:pPr rtl="0"/>
          <a:r>
            <a:rPr lang="zh-CN" altLang="en-US" sz="1800" b="1" dirty="0" smtClean="0"/>
            <a:t>延时</a:t>
          </a:r>
          <a:endParaRPr lang="zh-CN" altLang="en-US" sz="1800" b="1" dirty="0"/>
        </a:p>
      </dgm:t>
    </dgm:pt>
    <dgm:pt modelId="{18CFA57E-1635-4038-B00D-F8AE1F24CEF9}" type="parTrans" cxnId="{A0E03C9B-FE45-42D4-8945-4FA905E2C634}">
      <dgm:prSet/>
      <dgm:spPr/>
      <dgm:t>
        <a:bodyPr/>
        <a:lstStyle/>
        <a:p>
          <a:endParaRPr lang="zh-CN" altLang="en-US" sz="6000" b="1"/>
        </a:p>
      </dgm:t>
    </dgm:pt>
    <dgm:pt modelId="{5AEE444D-A35B-44A3-854F-7F5BCAE5E340}" type="sibTrans" cxnId="{A0E03C9B-FE45-42D4-8945-4FA905E2C634}">
      <dgm:prSet/>
      <dgm:spPr/>
      <dgm:t>
        <a:bodyPr/>
        <a:lstStyle/>
        <a:p>
          <a:endParaRPr lang="zh-CN" altLang="en-US" sz="6000" b="1"/>
        </a:p>
      </dgm:t>
    </dgm:pt>
    <dgm:pt modelId="{87B2F91E-0665-4BB0-AFA0-8BA6AE8B1AB7}">
      <dgm:prSet custT="1"/>
      <dgm:spPr/>
      <dgm:t>
        <a:bodyPr/>
        <a:lstStyle/>
        <a:p>
          <a:pPr rtl="0"/>
          <a:r>
            <a:rPr lang="zh-CN" altLang="en-US" sz="1800" b="1" dirty="0" smtClean="0"/>
            <a:t>取消延时</a:t>
          </a:r>
          <a:endParaRPr lang="zh-CN" altLang="en-US" sz="1800" b="1" dirty="0"/>
        </a:p>
      </dgm:t>
    </dgm:pt>
    <dgm:pt modelId="{902BF239-F826-4F65-9B7E-AEE0DC194554}" type="parTrans" cxnId="{445C42A2-4E23-425F-8713-ACD862EF55A2}">
      <dgm:prSet/>
      <dgm:spPr/>
      <dgm:t>
        <a:bodyPr/>
        <a:lstStyle/>
        <a:p>
          <a:endParaRPr lang="zh-CN" altLang="en-US" sz="6000" b="1"/>
        </a:p>
      </dgm:t>
    </dgm:pt>
    <dgm:pt modelId="{71036939-CBD0-4F08-A352-ED09E3F24D5B}" type="sibTrans" cxnId="{445C42A2-4E23-425F-8713-ACD862EF55A2}">
      <dgm:prSet/>
      <dgm:spPr/>
      <dgm:t>
        <a:bodyPr/>
        <a:lstStyle/>
        <a:p>
          <a:endParaRPr lang="zh-CN" altLang="en-US" sz="6000" b="1"/>
        </a:p>
      </dgm:t>
    </dgm:pt>
    <dgm:pt modelId="{BC6413D6-B55D-427E-BDBE-F8B39E11D097}">
      <dgm:prSet custT="1"/>
      <dgm:spPr/>
      <dgm:t>
        <a:bodyPr/>
        <a:lstStyle/>
        <a:p>
          <a:pPr rtl="0"/>
          <a:r>
            <a:rPr lang="zh-CN" altLang="en-US" sz="1800" b="1" smtClean="0"/>
            <a:t>获取</a:t>
          </a:r>
          <a:r>
            <a:rPr lang="zh-CN" altLang="en-US" sz="1800" b="1" dirty="0" smtClean="0"/>
            <a:t>和设置系统时间。</a:t>
          </a:r>
          <a:endParaRPr lang="zh-CN" altLang="en-US" sz="1800" b="1" dirty="0"/>
        </a:p>
      </dgm:t>
    </dgm:pt>
    <dgm:pt modelId="{CCAA4A76-3611-4484-B15E-A4982A7B9557}" type="parTrans" cxnId="{53F51544-D8CC-46AB-8122-067FFB1592C8}">
      <dgm:prSet/>
      <dgm:spPr/>
      <dgm:t>
        <a:bodyPr/>
        <a:lstStyle/>
        <a:p>
          <a:endParaRPr lang="zh-CN" altLang="en-US" sz="6000" b="1"/>
        </a:p>
      </dgm:t>
    </dgm:pt>
    <dgm:pt modelId="{0EA98F29-1207-44BB-A2BD-57CE9B7583AC}" type="sibTrans" cxnId="{53F51544-D8CC-46AB-8122-067FFB1592C8}">
      <dgm:prSet/>
      <dgm:spPr/>
      <dgm:t>
        <a:bodyPr/>
        <a:lstStyle/>
        <a:p>
          <a:endParaRPr lang="zh-CN" altLang="en-US" sz="6000" b="1"/>
        </a:p>
      </dgm:t>
    </dgm:pt>
    <dgm:pt modelId="{F7F2E349-F409-4E36-BF03-F456ED67DA98}" type="pres">
      <dgm:prSet presAssocID="{CD57A309-ED15-43AF-91FF-2A2D80A10C5A}" presName="hierChild1" presStyleCnt="0">
        <dgm:presLayoutVars>
          <dgm:chPref val="1"/>
          <dgm:dir/>
          <dgm:animOne val="branch"/>
          <dgm:animLvl val="lvl"/>
          <dgm:resizeHandles/>
        </dgm:presLayoutVars>
      </dgm:prSet>
      <dgm:spPr/>
      <dgm:t>
        <a:bodyPr/>
        <a:lstStyle/>
        <a:p>
          <a:endParaRPr lang="zh-CN" altLang="en-US"/>
        </a:p>
      </dgm:t>
    </dgm:pt>
    <dgm:pt modelId="{782C75EF-322E-4C1C-A2AF-2D1BF4441C23}" type="pres">
      <dgm:prSet presAssocID="{0CC781A9-BABF-48CD-BCFA-BDD80E91185D}" presName="hierRoot1" presStyleCnt="0"/>
      <dgm:spPr/>
    </dgm:pt>
    <dgm:pt modelId="{0081EBBD-C87C-4283-BCCB-7F793B7924D6}" type="pres">
      <dgm:prSet presAssocID="{0CC781A9-BABF-48CD-BCFA-BDD80E91185D}" presName="composite" presStyleCnt="0"/>
      <dgm:spPr/>
    </dgm:pt>
    <dgm:pt modelId="{966529DF-ABBD-4E85-9761-A82A91F3383B}" type="pres">
      <dgm:prSet presAssocID="{0CC781A9-BABF-48CD-BCFA-BDD80E91185D}" presName="background" presStyleLbl="node0" presStyleIdx="0" presStyleCnt="1"/>
      <dgm:spPr/>
    </dgm:pt>
    <dgm:pt modelId="{B869F6BB-3966-48AA-BA2B-4333EDB2254D}" type="pres">
      <dgm:prSet presAssocID="{0CC781A9-BABF-48CD-BCFA-BDD80E91185D}" presName="text" presStyleLbl="fgAcc0" presStyleIdx="0" presStyleCnt="1">
        <dgm:presLayoutVars>
          <dgm:chPref val="3"/>
        </dgm:presLayoutVars>
      </dgm:prSet>
      <dgm:spPr/>
      <dgm:t>
        <a:bodyPr/>
        <a:lstStyle/>
        <a:p>
          <a:endParaRPr lang="zh-CN" altLang="en-US"/>
        </a:p>
      </dgm:t>
    </dgm:pt>
    <dgm:pt modelId="{B34F524F-2868-4B59-AF80-C23B34C5BB0E}" type="pres">
      <dgm:prSet presAssocID="{0CC781A9-BABF-48CD-BCFA-BDD80E91185D}" presName="hierChild2" presStyleCnt="0"/>
      <dgm:spPr/>
    </dgm:pt>
    <dgm:pt modelId="{30E56A94-91C0-4BC3-8610-CBF09E3432C6}" type="pres">
      <dgm:prSet presAssocID="{18CFA57E-1635-4038-B00D-F8AE1F24CEF9}" presName="Name10" presStyleLbl="parChTrans1D2" presStyleIdx="0" presStyleCnt="3"/>
      <dgm:spPr/>
      <dgm:t>
        <a:bodyPr/>
        <a:lstStyle/>
        <a:p>
          <a:endParaRPr lang="zh-CN" altLang="en-US"/>
        </a:p>
      </dgm:t>
    </dgm:pt>
    <dgm:pt modelId="{B03A7BF7-E8C5-4FEB-BE22-B196CE69306C}" type="pres">
      <dgm:prSet presAssocID="{3E971847-D220-4BFA-81E7-FF14AD31C480}" presName="hierRoot2" presStyleCnt="0"/>
      <dgm:spPr/>
    </dgm:pt>
    <dgm:pt modelId="{01314F92-1E8A-4A38-A850-E9C65515D19D}" type="pres">
      <dgm:prSet presAssocID="{3E971847-D220-4BFA-81E7-FF14AD31C480}" presName="composite2" presStyleCnt="0"/>
      <dgm:spPr/>
    </dgm:pt>
    <dgm:pt modelId="{B870AACD-377F-4C75-9849-D77DEA3826DB}" type="pres">
      <dgm:prSet presAssocID="{3E971847-D220-4BFA-81E7-FF14AD31C480}" presName="background2" presStyleLbl="node2" presStyleIdx="0" presStyleCnt="3"/>
      <dgm:spPr/>
    </dgm:pt>
    <dgm:pt modelId="{B9D52CE6-2703-42E6-89A8-B2A318D07E25}" type="pres">
      <dgm:prSet presAssocID="{3E971847-D220-4BFA-81E7-FF14AD31C480}" presName="text2" presStyleLbl="fgAcc2" presStyleIdx="0" presStyleCnt="3">
        <dgm:presLayoutVars>
          <dgm:chPref val="3"/>
        </dgm:presLayoutVars>
      </dgm:prSet>
      <dgm:spPr/>
      <dgm:t>
        <a:bodyPr/>
        <a:lstStyle/>
        <a:p>
          <a:endParaRPr lang="zh-CN" altLang="en-US"/>
        </a:p>
      </dgm:t>
    </dgm:pt>
    <dgm:pt modelId="{95F6FE7B-5365-4672-8A24-785CEB5508B9}" type="pres">
      <dgm:prSet presAssocID="{3E971847-D220-4BFA-81E7-FF14AD31C480}" presName="hierChild3" presStyleCnt="0"/>
      <dgm:spPr/>
    </dgm:pt>
    <dgm:pt modelId="{654D2142-C586-467F-BB5A-467A7B292366}" type="pres">
      <dgm:prSet presAssocID="{902BF239-F826-4F65-9B7E-AEE0DC194554}" presName="Name10" presStyleLbl="parChTrans1D2" presStyleIdx="1" presStyleCnt="3"/>
      <dgm:spPr/>
      <dgm:t>
        <a:bodyPr/>
        <a:lstStyle/>
        <a:p>
          <a:endParaRPr lang="zh-CN" altLang="en-US"/>
        </a:p>
      </dgm:t>
    </dgm:pt>
    <dgm:pt modelId="{DA842043-5CF4-401F-AC99-8927E96DB8B3}" type="pres">
      <dgm:prSet presAssocID="{87B2F91E-0665-4BB0-AFA0-8BA6AE8B1AB7}" presName="hierRoot2" presStyleCnt="0"/>
      <dgm:spPr/>
    </dgm:pt>
    <dgm:pt modelId="{0440AE01-68CD-4B1B-BBB0-AE8A6A87E8F6}" type="pres">
      <dgm:prSet presAssocID="{87B2F91E-0665-4BB0-AFA0-8BA6AE8B1AB7}" presName="composite2" presStyleCnt="0"/>
      <dgm:spPr/>
    </dgm:pt>
    <dgm:pt modelId="{F748B31F-0B1D-419B-86A9-A16F5E37B9E7}" type="pres">
      <dgm:prSet presAssocID="{87B2F91E-0665-4BB0-AFA0-8BA6AE8B1AB7}" presName="background2" presStyleLbl="node2" presStyleIdx="1" presStyleCnt="3"/>
      <dgm:spPr/>
    </dgm:pt>
    <dgm:pt modelId="{67F084CD-517B-4B31-96D0-30B008ECE8AD}" type="pres">
      <dgm:prSet presAssocID="{87B2F91E-0665-4BB0-AFA0-8BA6AE8B1AB7}" presName="text2" presStyleLbl="fgAcc2" presStyleIdx="1" presStyleCnt="3">
        <dgm:presLayoutVars>
          <dgm:chPref val="3"/>
        </dgm:presLayoutVars>
      </dgm:prSet>
      <dgm:spPr/>
      <dgm:t>
        <a:bodyPr/>
        <a:lstStyle/>
        <a:p>
          <a:endParaRPr lang="zh-CN" altLang="en-US"/>
        </a:p>
      </dgm:t>
    </dgm:pt>
    <dgm:pt modelId="{6EB17B37-245D-4F28-90AE-A61035DCB842}" type="pres">
      <dgm:prSet presAssocID="{87B2F91E-0665-4BB0-AFA0-8BA6AE8B1AB7}" presName="hierChild3" presStyleCnt="0"/>
      <dgm:spPr/>
    </dgm:pt>
    <dgm:pt modelId="{90B93E19-6BA5-485A-BD9F-FC88AF686BF6}" type="pres">
      <dgm:prSet presAssocID="{CCAA4A76-3611-4484-B15E-A4982A7B9557}" presName="Name10" presStyleLbl="parChTrans1D2" presStyleIdx="2" presStyleCnt="3"/>
      <dgm:spPr/>
      <dgm:t>
        <a:bodyPr/>
        <a:lstStyle/>
        <a:p>
          <a:endParaRPr lang="zh-CN" altLang="en-US"/>
        </a:p>
      </dgm:t>
    </dgm:pt>
    <dgm:pt modelId="{4A6FEA49-2A36-46CD-9DBF-EF8DC59C49CB}" type="pres">
      <dgm:prSet presAssocID="{BC6413D6-B55D-427E-BDBE-F8B39E11D097}" presName="hierRoot2" presStyleCnt="0"/>
      <dgm:spPr/>
    </dgm:pt>
    <dgm:pt modelId="{49ACC90A-2383-4593-8E9A-8B9AAFA40268}" type="pres">
      <dgm:prSet presAssocID="{BC6413D6-B55D-427E-BDBE-F8B39E11D097}" presName="composite2" presStyleCnt="0"/>
      <dgm:spPr/>
    </dgm:pt>
    <dgm:pt modelId="{8BE52E00-197A-4CF3-B79F-396A01A6C042}" type="pres">
      <dgm:prSet presAssocID="{BC6413D6-B55D-427E-BDBE-F8B39E11D097}" presName="background2" presStyleLbl="node2" presStyleIdx="2" presStyleCnt="3"/>
      <dgm:spPr/>
    </dgm:pt>
    <dgm:pt modelId="{DB33AE2A-3CBE-4053-AAE9-E2CE1F13EB1E}" type="pres">
      <dgm:prSet presAssocID="{BC6413D6-B55D-427E-BDBE-F8B39E11D097}" presName="text2" presStyleLbl="fgAcc2" presStyleIdx="2" presStyleCnt="3">
        <dgm:presLayoutVars>
          <dgm:chPref val="3"/>
        </dgm:presLayoutVars>
      </dgm:prSet>
      <dgm:spPr/>
      <dgm:t>
        <a:bodyPr/>
        <a:lstStyle/>
        <a:p>
          <a:endParaRPr lang="zh-CN" altLang="en-US"/>
        </a:p>
      </dgm:t>
    </dgm:pt>
    <dgm:pt modelId="{1DB319F9-EEF0-4B26-A4D9-30CBE1393E46}" type="pres">
      <dgm:prSet presAssocID="{BC6413D6-B55D-427E-BDBE-F8B39E11D097}" presName="hierChild3" presStyleCnt="0"/>
      <dgm:spPr/>
    </dgm:pt>
  </dgm:ptLst>
  <dgm:cxnLst>
    <dgm:cxn modelId="{F7A419A6-33D6-4CD1-AEEF-A7A137CE750F}" type="presOf" srcId="{3E971847-D220-4BFA-81E7-FF14AD31C480}" destId="{B9D52CE6-2703-42E6-89A8-B2A318D07E25}" srcOrd="0" destOrd="0" presId="urn:microsoft.com/office/officeart/2005/8/layout/hierarchy1"/>
    <dgm:cxn modelId="{C8405994-56A4-41F2-8031-0E98E53B3A7F}" type="presOf" srcId="{CCAA4A76-3611-4484-B15E-A4982A7B9557}" destId="{90B93E19-6BA5-485A-BD9F-FC88AF686BF6}" srcOrd="0" destOrd="0" presId="urn:microsoft.com/office/officeart/2005/8/layout/hierarchy1"/>
    <dgm:cxn modelId="{A36F708F-4996-46DD-9A72-0AFED97FBEB5}" type="presOf" srcId="{87B2F91E-0665-4BB0-AFA0-8BA6AE8B1AB7}" destId="{67F084CD-517B-4B31-96D0-30B008ECE8AD}" srcOrd="0" destOrd="0" presId="urn:microsoft.com/office/officeart/2005/8/layout/hierarchy1"/>
    <dgm:cxn modelId="{3261B4CE-7553-4BEA-90A6-12FBC71DCC19}" type="presOf" srcId="{CD57A309-ED15-43AF-91FF-2A2D80A10C5A}" destId="{F7F2E349-F409-4E36-BF03-F456ED67DA98}" srcOrd="0" destOrd="0" presId="urn:microsoft.com/office/officeart/2005/8/layout/hierarchy1"/>
    <dgm:cxn modelId="{AB7EDF49-76AB-49B6-A16C-997E4A9F3E5A}" srcId="{CD57A309-ED15-43AF-91FF-2A2D80A10C5A}" destId="{0CC781A9-BABF-48CD-BCFA-BDD80E91185D}" srcOrd="0" destOrd="0" parTransId="{D91C5705-AB8F-4A9D-92F2-65593986FD7A}" sibTransId="{0CD8682D-B811-4CBC-8C17-A075D64883FD}"/>
    <dgm:cxn modelId="{FF1449BA-5E17-44A3-BF27-6B9F89EB7DDD}" type="presOf" srcId="{902BF239-F826-4F65-9B7E-AEE0DC194554}" destId="{654D2142-C586-467F-BB5A-467A7B292366}" srcOrd="0" destOrd="0" presId="urn:microsoft.com/office/officeart/2005/8/layout/hierarchy1"/>
    <dgm:cxn modelId="{07BD152F-4696-47C2-BC0E-93CAA47CE440}" type="presOf" srcId="{18CFA57E-1635-4038-B00D-F8AE1F24CEF9}" destId="{30E56A94-91C0-4BC3-8610-CBF09E3432C6}" srcOrd="0" destOrd="0" presId="urn:microsoft.com/office/officeart/2005/8/layout/hierarchy1"/>
    <dgm:cxn modelId="{445C42A2-4E23-425F-8713-ACD862EF55A2}" srcId="{0CC781A9-BABF-48CD-BCFA-BDD80E91185D}" destId="{87B2F91E-0665-4BB0-AFA0-8BA6AE8B1AB7}" srcOrd="1" destOrd="0" parTransId="{902BF239-F826-4F65-9B7E-AEE0DC194554}" sibTransId="{71036939-CBD0-4F08-A352-ED09E3F24D5B}"/>
    <dgm:cxn modelId="{C69D3A9D-47F3-4CBA-B751-EF20EDD5EA67}" type="presOf" srcId="{BC6413D6-B55D-427E-BDBE-F8B39E11D097}" destId="{DB33AE2A-3CBE-4053-AAE9-E2CE1F13EB1E}" srcOrd="0" destOrd="0" presId="urn:microsoft.com/office/officeart/2005/8/layout/hierarchy1"/>
    <dgm:cxn modelId="{BE402D0E-4296-4DE7-850C-7E67A7028B49}" type="presOf" srcId="{0CC781A9-BABF-48CD-BCFA-BDD80E91185D}" destId="{B869F6BB-3966-48AA-BA2B-4333EDB2254D}" srcOrd="0" destOrd="0" presId="urn:microsoft.com/office/officeart/2005/8/layout/hierarchy1"/>
    <dgm:cxn modelId="{A0E03C9B-FE45-42D4-8945-4FA905E2C634}" srcId="{0CC781A9-BABF-48CD-BCFA-BDD80E91185D}" destId="{3E971847-D220-4BFA-81E7-FF14AD31C480}" srcOrd="0" destOrd="0" parTransId="{18CFA57E-1635-4038-B00D-F8AE1F24CEF9}" sibTransId="{5AEE444D-A35B-44A3-854F-7F5BCAE5E340}"/>
    <dgm:cxn modelId="{53F51544-D8CC-46AB-8122-067FFB1592C8}" srcId="{0CC781A9-BABF-48CD-BCFA-BDD80E91185D}" destId="{BC6413D6-B55D-427E-BDBE-F8B39E11D097}" srcOrd="2" destOrd="0" parTransId="{CCAA4A76-3611-4484-B15E-A4982A7B9557}" sibTransId="{0EA98F29-1207-44BB-A2BD-57CE9B7583AC}"/>
    <dgm:cxn modelId="{B59AFB29-3990-423D-B850-EACCBAA1C03A}" type="presParOf" srcId="{F7F2E349-F409-4E36-BF03-F456ED67DA98}" destId="{782C75EF-322E-4C1C-A2AF-2D1BF4441C23}" srcOrd="0" destOrd="0" presId="urn:microsoft.com/office/officeart/2005/8/layout/hierarchy1"/>
    <dgm:cxn modelId="{866EA6A9-D517-4D54-B6A9-3ED49AB4A69A}" type="presParOf" srcId="{782C75EF-322E-4C1C-A2AF-2D1BF4441C23}" destId="{0081EBBD-C87C-4283-BCCB-7F793B7924D6}" srcOrd="0" destOrd="0" presId="urn:microsoft.com/office/officeart/2005/8/layout/hierarchy1"/>
    <dgm:cxn modelId="{06818D2D-1AC3-4194-8EC4-7181D01EEB44}" type="presParOf" srcId="{0081EBBD-C87C-4283-BCCB-7F793B7924D6}" destId="{966529DF-ABBD-4E85-9761-A82A91F3383B}" srcOrd="0" destOrd="0" presId="urn:microsoft.com/office/officeart/2005/8/layout/hierarchy1"/>
    <dgm:cxn modelId="{4CB197BA-B4A1-4CEB-B335-73CA07B27C03}" type="presParOf" srcId="{0081EBBD-C87C-4283-BCCB-7F793B7924D6}" destId="{B869F6BB-3966-48AA-BA2B-4333EDB2254D}" srcOrd="1" destOrd="0" presId="urn:microsoft.com/office/officeart/2005/8/layout/hierarchy1"/>
    <dgm:cxn modelId="{24CFA66B-293C-4685-8711-CDF67062475F}" type="presParOf" srcId="{782C75EF-322E-4C1C-A2AF-2D1BF4441C23}" destId="{B34F524F-2868-4B59-AF80-C23B34C5BB0E}" srcOrd="1" destOrd="0" presId="urn:microsoft.com/office/officeart/2005/8/layout/hierarchy1"/>
    <dgm:cxn modelId="{B94EDC56-9A9D-4484-9F22-35C032EC9C80}" type="presParOf" srcId="{B34F524F-2868-4B59-AF80-C23B34C5BB0E}" destId="{30E56A94-91C0-4BC3-8610-CBF09E3432C6}" srcOrd="0" destOrd="0" presId="urn:microsoft.com/office/officeart/2005/8/layout/hierarchy1"/>
    <dgm:cxn modelId="{254FB009-D372-4818-ADED-362DC746C3D0}" type="presParOf" srcId="{B34F524F-2868-4B59-AF80-C23B34C5BB0E}" destId="{B03A7BF7-E8C5-4FEB-BE22-B196CE69306C}" srcOrd="1" destOrd="0" presId="urn:microsoft.com/office/officeart/2005/8/layout/hierarchy1"/>
    <dgm:cxn modelId="{1758D536-DE7D-4C5C-B884-F2CEC14F13DE}" type="presParOf" srcId="{B03A7BF7-E8C5-4FEB-BE22-B196CE69306C}" destId="{01314F92-1E8A-4A38-A850-E9C65515D19D}" srcOrd="0" destOrd="0" presId="urn:microsoft.com/office/officeart/2005/8/layout/hierarchy1"/>
    <dgm:cxn modelId="{3D06A60B-D3AC-48D9-95AC-92BDC3676C2D}" type="presParOf" srcId="{01314F92-1E8A-4A38-A850-E9C65515D19D}" destId="{B870AACD-377F-4C75-9849-D77DEA3826DB}" srcOrd="0" destOrd="0" presId="urn:microsoft.com/office/officeart/2005/8/layout/hierarchy1"/>
    <dgm:cxn modelId="{E9EB3ED6-DE5A-4CEB-AE14-C1B7CAF56B69}" type="presParOf" srcId="{01314F92-1E8A-4A38-A850-E9C65515D19D}" destId="{B9D52CE6-2703-42E6-89A8-B2A318D07E25}" srcOrd="1" destOrd="0" presId="urn:microsoft.com/office/officeart/2005/8/layout/hierarchy1"/>
    <dgm:cxn modelId="{9ED8C6A4-0D1F-407A-9836-6D8EA0ABCFB5}" type="presParOf" srcId="{B03A7BF7-E8C5-4FEB-BE22-B196CE69306C}" destId="{95F6FE7B-5365-4672-8A24-785CEB5508B9}" srcOrd="1" destOrd="0" presId="urn:microsoft.com/office/officeart/2005/8/layout/hierarchy1"/>
    <dgm:cxn modelId="{3F63334C-A3A3-495B-8B06-73848793FAF9}" type="presParOf" srcId="{B34F524F-2868-4B59-AF80-C23B34C5BB0E}" destId="{654D2142-C586-467F-BB5A-467A7B292366}" srcOrd="2" destOrd="0" presId="urn:microsoft.com/office/officeart/2005/8/layout/hierarchy1"/>
    <dgm:cxn modelId="{7ADF3C71-2B2C-499B-B12D-287982DD215A}" type="presParOf" srcId="{B34F524F-2868-4B59-AF80-C23B34C5BB0E}" destId="{DA842043-5CF4-401F-AC99-8927E96DB8B3}" srcOrd="3" destOrd="0" presId="urn:microsoft.com/office/officeart/2005/8/layout/hierarchy1"/>
    <dgm:cxn modelId="{800A85EB-FC76-4139-B038-235712429294}" type="presParOf" srcId="{DA842043-5CF4-401F-AC99-8927E96DB8B3}" destId="{0440AE01-68CD-4B1B-BBB0-AE8A6A87E8F6}" srcOrd="0" destOrd="0" presId="urn:microsoft.com/office/officeart/2005/8/layout/hierarchy1"/>
    <dgm:cxn modelId="{63E774DE-3637-4687-903A-5B73C25FFCC1}" type="presParOf" srcId="{0440AE01-68CD-4B1B-BBB0-AE8A6A87E8F6}" destId="{F748B31F-0B1D-419B-86A9-A16F5E37B9E7}" srcOrd="0" destOrd="0" presId="urn:microsoft.com/office/officeart/2005/8/layout/hierarchy1"/>
    <dgm:cxn modelId="{41AA8A31-FC17-4394-8BE4-6FE99ED04E91}" type="presParOf" srcId="{0440AE01-68CD-4B1B-BBB0-AE8A6A87E8F6}" destId="{67F084CD-517B-4B31-96D0-30B008ECE8AD}" srcOrd="1" destOrd="0" presId="urn:microsoft.com/office/officeart/2005/8/layout/hierarchy1"/>
    <dgm:cxn modelId="{87535A36-8ABA-4D60-B1AF-FB1DC26D1AE3}" type="presParOf" srcId="{DA842043-5CF4-401F-AC99-8927E96DB8B3}" destId="{6EB17B37-245D-4F28-90AE-A61035DCB842}" srcOrd="1" destOrd="0" presId="urn:microsoft.com/office/officeart/2005/8/layout/hierarchy1"/>
    <dgm:cxn modelId="{2E0510F6-1E4C-484C-A8B2-DB4416EEEB59}" type="presParOf" srcId="{B34F524F-2868-4B59-AF80-C23B34C5BB0E}" destId="{90B93E19-6BA5-485A-BD9F-FC88AF686BF6}" srcOrd="4" destOrd="0" presId="urn:microsoft.com/office/officeart/2005/8/layout/hierarchy1"/>
    <dgm:cxn modelId="{D96FEDC5-E04F-4F68-A006-EEFD187282D1}" type="presParOf" srcId="{B34F524F-2868-4B59-AF80-C23B34C5BB0E}" destId="{4A6FEA49-2A36-46CD-9DBF-EF8DC59C49CB}" srcOrd="5" destOrd="0" presId="urn:microsoft.com/office/officeart/2005/8/layout/hierarchy1"/>
    <dgm:cxn modelId="{A4169E17-78F8-4F13-9D6C-53CA4E638BA8}" type="presParOf" srcId="{4A6FEA49-2A36-46CD-9DBF-EF8DC59C49CB}" destId="{49ACC90A-2383-4593-8E9A-8B9AAFA40268}" srcOrd="0" destOrd="0" presId="urn:microsoft.com/office/officeart/2005/8/layout/hierarchy1"/>
    <dgm:cxn modelId="{11A3BC41-0DAF-4B49-9D2F-FE0A6B6026EB}" type="presParOf" srcId="{49ACC90A-2383-4593-8E9A-8B9AAFA40268}" destId="{8BE52E00-197A-4CF3-B79F-396A01A6C042}" srcOrd="0" destOrd="0" presId="urn:microsoft.com/office/officeart/2005/8/layout/hierarchy1"/>
    <dgm:cxn modelId="{7C1C188B-1520-4C37-90DE-A640747550C9}" type="presParOf" srcId="{49ACC90A-2383-4593-8E9A-8B9AAFA40268}" destId="{DB33AE2A-3CBE-4053-AAE9-E2CE1F13EB1E}" srcOrd="1" destOrd="0" presId="urn:microsoft.com/office/officeart/2005/8/layout/hierarchy1"/>
    <dgm:cxn modelId="{A17DFCCB-D447-44F0-9402-8C8545449379}" type="presParOf" srcId="{4A6FEA49-2A36-46CD-9DBF-EF8DC59C49CB}" destId="{1DB319F9-EEF0-4B26-A4D9-30CBE1393E4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A5B5DF7-74BA-45E7-9DA7-BB326CA21674}" type="doc">
      <dgm:prSet loTypeId="urn:microsoft.com/office/officeart/2009/3/layout/HorizontalOrganizationChart" loCatId="hierarchy" qsTypeId="urn:microsoft.com/office/officeart/2005/8/quickstyle/simple2" qsCatId="simple" csTypeId="urn:microsoft.com/office/officeart/2005/8/colors/colorful3" csCatId="colorful" phldr="1"/>
      <dgm:spPr/>
      <dgm:t>
        <a:bodyPr/>
        <a:lstStyle/>
        <a:p>
          <a:endParaRPr lang="zh-CN" altLang="en-US"/>
        </a:p>
      </dgm:t>
    </dgm:pt>
    <dgm:pt modelId="{EB471002-1603-4A49-AA81-6E649816794A}">
      <dgm:prSet custT="1"/>
      <dgm:spPr/>
      <dgm:t>
        <a:bodyPr/>
        <a:lstStyle/>
        <a:p>
          <a:pPr rtl="0"/>
          <a:r>
            <a:rPr lang="zh-CN" altLang="en-US" sz="1600" b="1" dirty="0" smtClean="0"/>
            <a:t>保护临界段代码</a:t>
          </a:r>
          <a:endParaRPr lang="zh-CN" altLang="en-US" sz="1600" dirty="0"/>
        </a:p>
      </dgm:t>
    </dgm:pt>
    <dgm:pt modelId="{EA4B2644-457F-4006-9FCF-C4BD8560F5E5}" type="parTrans" cxnId="{5BBEF44C-D8EF-4DC9-A2A9-AE1753B7A92D}">
      <dgm:prSet/>
      <dgm:spPr/>
      <dgm:t>
        <a:bodyPr/>
        <a:lstStyle/>
        <a:p>
          <a:endParaRPr lang="zh-CN" altLang="en-US" sz="4800"/>
        </a:p>
      </dgm:t>
    </dgm:pt>
    <dgm:pt modelId="{DFE162D4-B6DF-41CE-844C-2504C1C37D12}" type="sibTrans" cxnId="{5BBEF44C-D8EF-4DC9-A2A9-AE1753B7A92D}">
      <dgm:prSet/>
      <dgm:spPr/>
      <dgm:t>
        <a:bodyPr/>
        <a:lstStyle/>
        <a:p>
          <a:endParaRPr lang="zh-CN" altLang="en-US" sz="4800"/>
        </a:p>
      </dgm:t>
    </dgm:pt>
    <dgm:pt modelId="{CF732690-9028-473B-ADDF-0DF215787DEA}">
      <dgm:prSet custT="1"/>
      <dgm:spPr/>
      <dgm:t>
        <a:bodyPr/>
        <a:lstStyle/>
        <a:p>
          <a:pPr rtl="0"/>
          <a:r>
            <a:rPr lang="zh-CN" altLang="en-US" sz="1600" b="1" dirty="0" smtClean="0"/>
            <a:t>关中断</a:t>
          </a:r>
          <a:endParaRPr lang="zh-CN" altLang="en-US" sz="1600" dirty="0"/>
        </a:p>
      </dgm:t>
    </dgm:pt>
    <dgm:pt modelId="{C772CDFF-588C-41BE-BD97-8CA9780C1BFF}" type="parTrans" cxnId="{DCA78F0F-C055-4B96-9670-4E110B86AA3C}">
      <dgm:prSet/>
      <dgm:spPr/>
      <dgm:t>
        <a:bodyPr/>
        <a:lstStyle/>
        <a:p>
          <a:endParaRPr lang="zh-CN" altLang="en-US" sz="4800"/>
        </a:p>
      </dgm:t>
    </dgm:pt>
    <dgm:pt modelId="{AE5B75D5-9F58-41B3-8918-48A152BDC868}" type="sibTrans" cxnId="{DCA78F0F-C055-4B96-9670-4E110B86AA3C}">
      <dgm:prSet/>
      <dgm:spPr/>
      <dgm:t>
        <a:bodyPr/>
        <a:lstStyle/>
        <a:p>
          <a:endParaRPr lang="zh-CN" altLang="en-US" sz="4800"/>
        </a:p>
      </dgm:t>
    </dgm:pt>
    <dgm:pt modelId="{F4BD3CD5-BC51-4E99-B609-082C2307C01F}">
      <dgm:prSet custT="1"/>
      <dgm:spPr/>
      <dgm:t>
        <a:bodyPr/>
        <a:lstStyle/>
        <a:p>
          <a:pPr rtl="0"/>
          <a:r>
            <a:rPr lang="zh-CN" altLang="en-US" sz="1600" b="1" dirty="0" smtClean="0"/>
            <a:t>锁定调度器</a:t>
          </a:r>
          <a:endParaRPr lang="zh-CN" altLang="en-US" sz="1600" dirty="0"/>
        </a:p>
      </dgm:t>
    </dgm:pt>
    <dgm:pt modelId="{FF890404-1302-49DD-99D1-F2381262C53D}" type="parTrans" cxnId="{77BCAA86-4925-47F9-995C-5F02984FE681}">
      <dgm:prSet/>
      <dgm:spPr/>
      <dgm:t>
        <a:bodyPr/>
        <a:lstStyle/>
        <a:p>
          <a:endParaRPr lang="zh-CN" altLang="en-US" sz="4800"/>
        </a:p>
      </dgm:t>
    </dgm:pt>
    <dgm:pt modelId="{EAB3CB04-4A76-409F-91B0-FA2D9F749193}" type="sibTrans" cxnId="{77BCAA86-4925-47F9-995C-5F02984FE681}">
      <dgm:prSet/>
      <dgm:spPr/>
      <dgm:t>
        <a:bodyPr/>
        <a:lstStyle/>
        <a:p>
          <a:endParaRPr lang="zh-CN" altLang="en-US" sz="4800"/>
        </a:p>
      </dgm:t>
    </dgm:pt>
    <dgm:pt modelId="{5187DBE8-502C-44FC-A47F-99ACFD38C4BA}">
      <dgm:prSet custT="1"/>
      <dgm:spPr/>
      <dgm:t>
        <a:bodyPr/>
        <a:lstStyle/>
        <a:p>
          <a:pPr rtl="0"/>
          <a:r>
            <a:rPr lang="zh-CN" sz="1600" b="1" dirty="0" smtClean="0"/>
            <a:t>当宏</a:t>
          </a:r>
          <a:r>
            <a:rPr lang="en-US" sz="1600" b="1" dirty="0" smtClean="0"/>
            <a:t>OS_CFG_ISR_POST_DEFERRED_EN</a:t>
          </a:r>
          <a:r>
            <a:rPr lang="zh-CN" sz="1600" b="1" dirty="0" smtClean="0"/>
            <a:t>为“</a:t>
          </a:r>
          <a:r>
            <a:rPr lang="en-US" sz="1600" b="1" dirty="0" smtClean="0"/>
            <a:t>0”</a:t>
          </a:r>
          <a:r>
            <a:rPr lang="zh-CN" sz="1600" b="1" dirty="0" smtClean="0"/>
            <a:t>时，</a:t>
          </a:r>
          <a:r>
            <a:rPr lang="en-US" sz="1600" b="1" dirty="0" err="1" smtClean="0"/>
            <a:t>uC</a:t>
          </a:r>
          <a:r>
            <a:rPr lang="en-US" sz="1600" b="1" dirty="0" smtClean="0"/>
            <a:t>/OS-III</a:t>
          </a:r>
          <a:r>
            <a:rPr lang="zh-CN" sz="1600" b="1" dirty="0" smtClean="0"/>
            <a:t>使用关中断的方式</a:t>
          </a:r>
          <a:endParaRPr lang="zh-CN" sz="1600" dirty="0"/>
        </a:p>
      </dgm:t>
    </dgm:pt>
    <dgm:pt modelId="{AA78AB9A-2368-41B9-B593-4B171983A86F}" type="parTrans" cxnId="{E6487EDB-0AAF-4912-B9AD-606785A76792}">
      <dgm:prSet/>
      <dgm:spPr/>
      <dgm:t>
        <a:bodyPr/>
        <a:lstStyle/>
        <a:p>
          <a:endParaRPr lang="zh-CN" altLang="en-US" sz="4800"/>
        </a:p>
      </dgm:t>
    </dgm:pt>
    <dgm:pt modelId="{B8E71648-D5A7-4A19-815B-DA7C1B767E3B}" type="sibTrans" cxnId="{E6487EDB-0AAF-4912-B9AD-606785A76792}">
      <dgm:prSet/>
      <dgm:spPr/>
      <dgm:t>
        <a:bodyPr/>
        <a:lstStyle/>
        <a:p>
          <a:endParaRPr lang="zh-CN" altLang="en-US" sz="4800"/>
        </a:p>
      </dgm:t>
    </dgm:pt>
    <dgm:pt modelId="{1845CA6A-C54F-462D-91D0-B563E4DEFFB2}">
      <dgm:prSet custT="1"/>
      <dgm:spPr/>
      <dgm:t>
        <a:bodyPr/>
        <a:lstStyle/>
        <a:p>
          <a:pPr rtl="0"/>
          <a:r>
            <a:rPr lang="zh-CN" sz="1600" b="1" dirty="0" smtClean="0"/>
            <a:t>当宏</a:t>
          </a:r>
          <a:r>
            <a:rPr lang="en-US" sz="1600" b="1" dirty="0" smtClean="0"/>
            <a:t>OS_CFG_ISR_POST_DEFERRED_EN</a:t>
          </a:r>
          <a:r>
            <a:rPr lang="zh-CN" sz="1600" b="1" dirty="0" smtClean="0"/>
            <a:t>为“</a:t>
          </a:r>
          <a:r>
            <a:rPr lang="en-US" sz="1600" b="1" dirty="0" smtClean="0"/>
            <a:t>1”</a:t>
          </a:r>
          <a:r>
            <a:rPr lang="zh-CN" sz="1600" b="1" dirty="0" smtClean="0"/>
            <a:t>时，采用给调度器上锁的方式</a:t>
          </a:r>
          <a:endParaRPr lang="zh-CN" sz="1600" dirty="0"/>
        </a:p>
      </dgm:t>
    </dgm:pt>
    <dgm:pt modelId="{FC85C942-825C-45AB-AD92-2E82EBBCBFF9}" type="parTrans" cxnId="{B157202A-217C-4527-906D-1B10A40C0B49}">
      <dgm:prSet/>
      <dgm:spPr/>
      <dgm:t>
        <a:bodyPr/>
        <a:lstStyle/>
        <a:p>
          <a:endParaRPr lang="zh-CN" altLang="en-US" sz="4800"/>
        </a:p>
      </dgm:t>
    </dgm:pt>
    <dgm:pt modelId="{9369585C-7682-47BB-A5FA-57309F9414AA}" type="sibTrans" cxnId="{B157202A-217C-4527-906D-1B10A40C0B49}">
      <dgm:prSet/>
      <dgm:spPr/>
      <dgm:t>
        <a:bodyPr/>
        <a:lstStyle/>
        <a:p>
          <a:endParaRPr lang="zh-CN" altLang="en-US" sz="4800"/>
        </a:p>
      </dgm:t>
    </dgm:pt>
    <dgm:pt modelId="{493B3E25-FB62-4D80-BBA8-FD95A057E6DA}" type="pres">
      <dgm:prSet presAssocID="{9A5B5DF7-74BA-45E7-9DA7-BB326CA21674}" presName="hierChild1" presStyleCnt="0">
        <dgm:presLayoutVars>
          <dgm:orgChart val="1"/>
          <dgm:chPref val="1"/>
          <dgm:dir/>
          <dgm:animOne val="branch"/>
          <dgm:animLvl val="lvl"/>
          <dgm:resizeHandles/>
        </dgm:presLayoutVars>
      </dgm:prSet>
      <dgm:spPr/>
      <dgm:t>
        <a:bodyPr/>
        <a:lstStyle/>
        <a:p>
          <a:endParaRPr lang="zh-CN" altLang="en-US"/>
        </a:p>
      </dgm:t>
    </dgm:pt>
    <dgm:pt modelId="{9955AB00-31B1-4BC5-A749-89BCCD08E8C6}" type="pres">
      <dgm:prSet presAssocID="{EB471002-1603-4A49-AA81-6E649816794A}" presName="hierRoot1" presStyleCnt="0">
        <dgm:presLayoutVars>
          <dgm:hierBranch val="init"/>
        </dgm:presLayoutVars>
      </dgm:prSet>
      <dgm:spPr/>
    </dgm:pt>
    <dgm:pt modelId="{8A36327A-09F8-4415-8355-58C73C091BD4}" type="pres">
      <dgm:prSet presAssocID="{EB471002-1603-4A49-AA81-6E649816794A}" presName="rootComposite1" presStyleCnt="0"/>
      <dgm:spPr/>
    </dgm:pt>
    <dgm:pt modelId="{B7BFB875-907F-4CE7-A287-351F41141786}" type="pres">
      <dgm:prSet presAssocID="{EB471002-1603-4A49-AA81-6E649816794A}" presName="rootText1" presStyleLbl="node0" presStyleIdx="0" presStyleCnt="1" custScaleX="48610">
        <dgm:presLayoutVars>
          <dgm:chPref val="3"/>
        </dgm:presLayoutVars>
      </dgm:prSet>
      <dgm:spPr/>
      <dgm:t>
        <a:bodyPr/>
        <a:lstStyle/>
        <a:p>
          <a:endParaRPr lang="zh-CN" altLang="en-US"/>
        </a:p>
      </dgm:t>
    </dgm:pt>
    <dgm:pt modelId="{22840D7A-106D-4464-BC86-AF9B78F65B43}" type="pres">
      <dgm:prSet presAssocID="{EB471002-1603-4A49-AA81-6E649816794A}" presName="rootConnector1" presStyleLbl="node1" presStyleIdx="0" presStyleCnt="0"/>
      <dgm:spPr/>
      <dgm:t>
        <a:bodyPr/>
        <a:lstStyle/>
        <a:p>
          <a:endParaRPr lang="zh-CN" altLang="en-US"/>
        </a:p>
      </dgm:t>
    </dgm:pt>
    <dgm:pt modelId="{BCDC6459-7B31-4D01-99F1-8EBED5FAA882}" type="pres">
      <dgm:prSet presAssocID="{EB471002-1603-4A49-AA81-6E649816794A}" presName="hierChild2" presStyleCnt="0"/>
      <dgm:spPr/>
    </dgm:pt>
    <dgm:pt modelId="{1F1AFA73-FB01-4F44-B7A8-162D5606E295}" type="pres">
      <dgm:prSet presAssocID="{C772CDFF-588C-41BE-BD97-8CA9780C1BFF}" presName="Name64" presStyleLbl="parChTrans1D2" presStyleIdx="0" presStyleCnt="2"/>
      <dgm:spPr/>
      <dgm:t>
        <a:bodyPr/>
        <a:lstStyle/>
        <a:p>
          <a:endParaRPr lang="zh-CN" altLang="en-US"/>
        </a:p>
      </dgm:t>
    </dgm:pt>
    <dgm:pt modelId="{24474DC0-6AD6-45B9-9872-F9A33B8831F4}" type="pres">
      <dgm:prSet presAssocID="{CF732690-9028-473B-ADDF-0DF215787DEA}" presName="hierRoot2" presStyleCnt="0">
        <dgm:presLayoutVars>
          <dgm:hierBranch val="init"/>
        </dgm:presLayoutVars>
      </dgm:prSet>
      <dgm:spPr/>
    </dgm:pt>
    <dgm:pt modelId="{E20C3C9C-48C4-4C0D-9550-BF127659F3EE}" type="pres">
      <dgm:prSet presAssocID="{CF732690-9028-473B-ADDF-0DF215787DEA}" presName="rootComposite" presStyleCnt="0"/>
      <dgm:spPr/>
    </dgm:pt>
    <dgm:pt modelId="{CF118A13-FB0F-4C42-ABFC-810BBABC5D43}" type="pres">
      <dgm:prSet presAssocID="{CF732690-9028-473B-ADDF-0DF215787DEA}" presName="rootText" presStyleLbl="node2" presStyleIdx="0" presStyleCnt="2" custScaleX="48610">
        <dgm:presLayoutVars>
          <dgm:chPref val="3"/>
        </dgm:presLayoutVars>
      </dgm:prSet>
      <dgm:spPr/>
      <dgm:t>
        <a:bodyPr/>
        <a:lstStyle/>
        <a:p>
          <a:endParaRPr lang="zh-CN" altLang="en-US"/>
        </a:p>
      </dgm:t>
    </dgm:pt>
    <dgm:pt modelId="{9142D2A2-C1EA-4FE7-A895-F146C0973D96}" type="pres">
      <dgm:prSet presAssocID="{CF732690-9028-473B-ADDF-0DF215787DEA}" presName="rootConnector" presStyleLbl="node2" presStyleIdx="0" presStyleCnt="2"/>
      <dgm:spPr/>
      <dgm:t>
        <a:bodyPr/>
        <a:lstStyle/>
        <a:p>
          <a:endParaRPr lang="zh-CN" altLang="en-US"/>
        </a:p>
      </dgm:t>
    </dgm:pt>
    <dgm:pt modelId="{76884D62-F532-401C-89BA-97959A3D9CB3}" type="pres">
      <dgm:prSet presAssocID="{CF732690-9028-473B-ADDF-0DF215787DEA}" presName="hierChild4" presStyleCnt="0"/>
      <dgm:spPr/>
    </dgm:pt>
    <dgm:pt modelId="{BEDC0E50-221D-458B-9648-847454BD2299}" type="pres">
      <dgm:prSet presAssocID="{AA78AB9A-2368-41B9-B593-4B171983A86F}" presName="Name64" presStyleLbl="parChTrans1D3" presStyleIdx="0" presStyleCnt="2"/>
      <dgm:spPr/>
      <dgm:t>
        <a:bodyPr/>
        <a:lstStyle/>
        <a:p>
          <a:endParaRPr lang="zh-CN" altLang="en-US"/>
        </a:p>
      </dgm:t>
    </dgm:pt>
    <dgm:pt modelId="{8F21646E-EF23-45C0-B1FB-0CADDB6A4697}" type="pres">
      <dgm:prSet presAssocID="{5187DBE8-502C-44FC-A47F-99ACFD38C4BA}" presName="hierRoot2" presStyleCnt="0">
        <dgm:presLayoutVars>
          <dgm:hierBranch val="init"/>
        </dgm:presLayoutVars>
      </dgm:prSet>
      <dgm:spPr/>
    </dgm:pt>
    <dgm:pt modelId="{85F6A507-57A5-4381-816A-3740CE0DEF1C}" type="pres">
      <dgm:prSet presAssocID="{5187DBE8-502C-44FC-A47F-99ACFD38C4BA}" presName="rootComposite" presStyleCnt="0"/>
      <dgm:spPr/>
    </dgm:pt>
    <dgm:pt modelId="{CD355992-F91B-4A5B-9C95-E81803922BCD}" type="pres">
      <dgm:prSet presAssocID="{5187DBE8-502C-44FC-A47F-99ACFD38C4BA}" presName="rootText" presStyleLbl="node3" presStyleIdx="0" presStyleCnt="2" custScaleX="174720" custScaleY="109303" custLinFactNeighborX="-1625" custLinFactNeighborY="-51">
        <dgm:presLayoutVars>
          <dgm:chPref val="3"/>
        </dgm:presLayoutVars>
      </dgm:prSet>
      <dgm:spPr/>
      <dgm:t>
        <a:bodyPr/>
        <a:lstStyle/>
        <a:p>
          <a:endParaRPr lang="zh-CN" altLang="en-US"/>
        </a:p>
      </dgm:t>
    </dgm:pt>
    <dgm:pt modelId="{210CF335-4385-469E-AD03-A8863ABE44E2}" type="pres">
      <dgm:prSet presAssocID="{5187DBE8-502C-44FC-A47F-99ACFD38C4BA}" presName="rootConnector" presStyleLbl="node3" presStyleIdx="0" presStyleCnt="2"/>
      <dgm:spPr/>
      <dgm:t>
        <a:bodyPr/>
        <a:lstStyle/>
        <a:p>
          <a:endParaRPr lang="zh-CN" altLang="en-US"/>
        </a:p>
      </dgm:t>
    </dgm:pt>
    <dgm:pt modelId="{B1EBA4C2-4082-4D08-ADB0-6B72CFCFF273}" type="pres">
      <dgm:prSet presAssocID="{5187DBE8-502C-44FC-A47F-99ACFD38C4BA}" presName="hierChild4" presStyleCnt="0"/>
      <dgm:spPr/>
    </dgm:pt>
    <dgm:pt modelId="{28D4D04C-E654-4B7A-801A-25081AD7A418}" type="pres">
      <dgm:prSet presAssocID="{5187DBE8-502C-44FC-A47F-99ACFD38C4BA}" presName="hierChild5" presStyleCnt="0"/>
      <dgm:spPr/>
    </dgm:pt>
    <dgm:pt modelId="{548913EA-73EB-4A5F-80EE-F36279D6057E}" type="pres">
      <dgm:prSet presAssocID="{CF732690-9028-473B-ADDF-0DF215787DEA}" presName="hierChild5" presStyleCnt="0"/>
      <dgm:spPr/>
    </dgm:pt>
    <dgm:pt modelId="{5F65A5B9-8A06-44FA-8F59-7F363D602444}" type="pres">
      <dgm:prSet presAssocID="{FF890404-1302-49DD-99D1-F2381262C53D}" presName="Name64" presStyleLbl="parChTrans1D2" presStyleIdx="1" presStyleCnt="2"/>
      <dgm:spPr/>
      <dgm:t>
        <a:bodyPr/>
        <a:lstStyle/>
        <a:p>
          <a:endParaRPr lang="zh-CN" altLang="en-US"/>
        </a:p>
      </dgm:t>
    </dgm:pt>
    <dgm:pt modelId="{24F6BD42-B12C-4599-BEC5-5A72B95FA71C}" type="pres">
      <dgm:prSet presAssocID="{F4BD3CD5-BC51-4E99-B609-082C2307C01F}" presName="hierRoot2" presStyleCnt="0">
        <dgm:presLayoutVars>
          <dgm:hierBranch val="init"/>
        </dgm:presLayoutVars>
      </dgm:prSet>
      <dgm:spPr/>
    </dgm:pt>
    <dgm:pt modelId="{8D5F847A-F2D7-4E5A-B482-017F5BF7F30B}" type="pres">
      <dgm:prSet presAssocID="{F4BD3CD5-BC51-4E99-B609-082C2307C01F}" presName="rootComposite" presStyleCnt="0"/>
      <dgm:spPr/>
    </dgm:pt>
    <dgm:pt modelId="{10FAFFB3-FF09-45E6-92EC-29ACC71F2F9C}" type="pres">
      <dgm:prSet presAssocID="{F4BD3CD5-BC51-4E99-B609-082C2307C01F}" presName="rootText" presStyleLbl="node2" presStyleIdx="1" presStyleCnt="2" custScaleX="48610">
        <dgm:presLayoutVars>
          <dgm:chPref val="3"/>
        </dgm:presLayoutVars>
      </dgm:prSet>
      <dgm:spPr/>
      <dgm:t>
        <a:bodyPr/>
        <a:lstStyle/>
        <a:p>
          <a:endParaRPr lang="zh-CN" altLang="en-US"/>
        </a:p>
      </dgm:t>
    </dgm:pt>
    <dgm:pt modelId="{E1D3F5C3-5EB2-4927-B199-34F50176E442}" type="pres">
      <dgm:prSet presAssocID="{F4BD3CD5-BC51-4E99-B609-082C2307C01F}" presName="rootConnector" presStyleLbl="node2" presStyleIdx="1" presStyleCnt="2"/>
      <dgm:spPr/>
      <dgm:t>
        <a:bodyPr/>
        <a:lstStyle/>
        <a:p>
          <a:endParaRPr lang="zh-CN" altLang="en-US"/>
        </a:p>
      </dgm:t>
    </dgm:pt>
    <dgm:pt modelId="{9DBCA9CA-1E98-4391-9F90-B11E9DC1FAC6}" type="pres">
      <dgm:prSet presAssocID="{F4BD3CD5-BC51-4E99-B609-082C2307C01F}" presName="hierChild4" presStyleCnt="0"/>
      <dgm:spPr/>
    </dgm:pt>
    <dgm:pt modelId="{7B991E1D-0567-454C-A5DC-D9986E7406ED}" type="pres">
      <dgm:prSet presAssocID="{FC85C942-825C-45AB-AD92-2E82EBBCBFF9}" presName="Name64" presStyleLbl="parChTrans1D3" presStyleIdx="1" presStyleCnt="2"/>
      <dgm:spPr/>
      <dgm:t>
        <a:bodyPr/>
        <a:lstStyle/>
        <a:p>
          <a:endParaRPr lang="zh-CN" altLang="en-US"/>
        </a:p>
      </dgm:t>
    </dgm:pt>
    <dgm:pt modelId="{7B725FFF-E2E6-44C0-8B83-B99CC22C99DC}" type="pres">
      <dgm:prSet presAssocID="{1845CA6A-C54F-462D-91D0-B563E4DEFFB2}" presName="hierRoot2" presStyleCnt="0">
        <dgm:presLayoutVars>
          <dgm:hierBranch val="init"/>
        </dgm:presLayoutVars>
      </dgm:prSet>
      <dgm:spPr/>
    </dgm:pt>
    <dgm:pt modelId="{59BD0895-A525-4FF9-848B-ACEEA7E15FED}" type="pres">
      <dgm:prSet presAssocID="{1845CA6A-C54F-462D-91D0-B563E4DEFFB2}" presName="rootComposite" presStyleCnt="0"/>
      <dgm:spPr/>
    </dgm:pt>
    <dgm:pt modelId="{F0622B0A-C706-4038-A2E8-BC061A32BA31}" type="pres">
      <dgm:prSet presAssocID="{1845CA6A-C54F-462D-91D0-B563E4DEFFB2}" presName="rootText" presStyleLbl="node3" presStyleIdx="1" presStyleCnt="2" custScaleX="174720" custScaleY="109303">
        <dgm:presLayoutVars>
          <dgm:chPref val="3"/>
        </dgm:presLayoutVars>
      </dgm:prSet>
      <dgm:spPr/>
      <dgm:t>
        <a:bodyPr/>
        <a:lstStyle/>
        <a:p>
          <a:endParaRPr lang="zh-CN" altLang="en-US"/>
        </a:p>
      </dgm:t>
    </dgm:pt>
    <dgm:pt modelId="{98F43080-1587-4C83-BB97-17B8BB075F13}" type="pres">
      <dgm:prSet presAssocID="{1845CA6A-C54F-462D-91D0-B563E4DEFFB2}" presName="rootConnector" presStyleLbl="node3" presStyleIdx="1" presStyleCnt="2"/>
      <dgm:spPr/>
      <dgm:t>
        <a:bodyPr/>
        <a:lstStyle/>
        <a:p>
          <a:endParaRPr lang="zh-CN" altLang="en-US"/>
        </a:p>
      </dgm:t>
    </dgm:pt>
    <dgm:pt modelId="{6D04AC98-C2EC-4438-A6A6-A9D9DCB9E40B}" type="pres">
      <dgm:prSet presAssocID="{1845CA6A-C54F-462D-91D0-B563E4DEFFB2}" presName="hierChild4" presStyleCnt="0"/>
      <dgm:spPr/>
    </dgm:pt>
    <dgm:pt modelId="{B0F093C3-E651-4748-8D77-AD996BF1D80C}" type="pres">
      <dgm:prSet presAssocID="{1845CA6A-C54F-462D-91D0-B563E4DEFFB2}" presName="hierChild5" presStyleCnt="0"/>
      <dgm:spPr/>
    </dgm:pt>
    <dgm:pt modelId="{90749373-0A76-41ED-9031-B8E2FDDC5ED3}" type="pres">
      <dgm:prSet presAssocID="{F4BD3CD5-BC51-4E99-B609-082C2307C01F}" presName="hierChild5" presStyleCnt="0"/>
      <dgm:spPr/>
    </dgm:pt>
    <dgm:pt modelId="{438C1188-311E-456B-A4DF-E39EB255D70D}" type="pres">
      <dgm:prSet presAssocID="{EB471002-1603-4A49-AA81-6E649816794A}" presName="hierChild3" presStyleCnt="0"/>
      <dgm:spPr/>
    </dgm:pt>
  </dgm:ptLst>
  <dgm:cxnLst>
    <dgm:cxn modelId="{77BCAA86-4925-47F9-995C-5F02984FE681}" srcId="{EB471002-1603-4A49-AA81-6E649816794A}" destId="{F4BD3CD5-BC51-4E99-B609-082C2307C01F}" srcOrd="1" destOrd="0" parTransId="{FF890404-1302-49DD-99D1-F2381262C53D}" sibTransId="{EAB3CB04-4A76-409F-91B0-FA2D9F749193}"/>
    <dgm:cxn modelId="{FEFD4D9C-FF20-4143-9DBD-A825E3C4A49E}" type="presOf" srcId="{F4BD3CD5-BC51-4E99-B609-082C2307C01F}" destId="{10FAFFB3-FF09-45E6-92EC-29ACC71F2F9C}" srcOrd="0" destOrd="0" presId="urn:microsoft.com/office/officeart/2009/3/layout/HorizontalOrganizationChart"/>
    <dgm:cxn modelId="{17D17CEB-8A71-425A-A99A-12924A49F6B9}" type="presOf" srcId="{C772CDFF-588C-41BE-BD97-8CA9780C1BFF}" destId="{1F1AFA73-FB01-4F44-B7A8-162D5606E295}" srcOrd="0" destOrd="0" presId="urn:microsoft.com/office/officeart/2009/3/layout/HorizontalOrganizationChart"/>
    <dgm:cxn modelId="{A26D6A89-EDBF-4779-99C2-570C3CBDCFB5}" type="presOf" srcId="{AA78AB9A-2368-41B9-B593-4B171983A86F}" destId="{BEDC0E50-221D-458B-9648-847454BD2299}" srcOrd="0" destOrd="0" presId="urn:microsoft.com/office/officeart/2009/3/layout/HorizontalOrganizationChart"/>
    <dgm:cxn modelId="{76C6B416-546F-46DD-8E57-8FBAA7CBA781}" type="presOf" srcId="{FC85C942-825C-45AB-AD92-2E82EBBCBFF9}" destId="{7B991E1D-0567-454C-A5DC-D9986E7406ED}" srcOrd="0" destOrd="0" presId="urn:microsoft.com/office/officeart/2009/3/layout/HorizontalOrganizationChart"/>
    <dgm:cxn modelId="{5BBEF44C-D8EF-4DC9-A2A9-AE1753B7A92D}" srcId="{9A5B5DF7-74BA-45E7-9DA7-BB326CA21674}" destId="{EB471002-1603-4A49-AA81-6E649816794A}" srcOrd="0" destOrd="0" parTransId="{EA4B2644-457F-4006-9FCF-C4BD8560F5E5}" sibTransId="{DFE162D4-B6DF-41CE-844C-2504C1C37D12}"/>
    <dgm:cxn modelId="{D8F6985E-5AFD-4F28-8CC5-8744DBD28213}" type="presOf" srcId="{1845CA6A-C54F-462D-91D0-B563E4DEFFB2}" destId="{F0622B0A-C706-4038-A2E8-BC061A32BA31}" srcOrd="0" destOrd="0" presId="urn:microsoft.com/office/officeart/2009/3/layout/HorizontalOrganizationChart"/>
    <dgm:cxn modelId="{B157202A-217C-4527-906D-1B10A40C0B49}" srcId="{F4BD3CD5-BC51-4E99-B609-082C2307C01F}" destId="{1845CA6A-C54F-462D-91D0-B563E4DEFFB2}" srcOrd="0" destOrd="0" parTransId="{FC85C942-825C-45AB-AD92-2E82EBBCBFF9}" sibTransId="{9369585C-7682-47BB-A5FA-57309F9414AA}"/>
    <dgm:cxn modelId="{E6487EDB-0AAF-4912-B9AD-606785A76792}" srcId="{CF732690-9028-473B-ADDF-0DF215787DEA}" destId="{5187DBE8-502C-44FC-A47F-99ACFD38C4BA}" srcOrd="0" destOrd="0" parTransId="{AA78AB9A-2368-41B9-B593-4B171983A86F}" sibTransId="{B8E71648-D5A7-4A19-815B-DA7C1B767E3B}"/>
    <dgm:cxn modelId="{2196E98A-712C-4206-AFCE-F590D41CCBBB}" type="presOf" srcId="{CF732690-9028-473B-ADDF-0DF215787DEA}" destId="{9142D2A2-C1EA-4FE7-A895-F146C0973D96}" srcOrd="1" destOrd="0" presId="urn:microsoft.com/office/officeart/2009/3/layout/HorizontalOrganizationChart"/>
    <dgm:cxn modelId="{19941783-9611-4CF9-A529-125B6FB42DE2}" type="presOf" srcId="{CF732690-9028-473B-ADDF-0DF215787DEA}" destId="{CF118A13-FB0F-4C42-ABFC-810BBABC5D43}" srcOrd="0" destOrd="0" presId="urn:microsoft.com/office/officeart/2009/3/layout/HorizontalOrganizationChart"/>
    <dgm:cxn modelId="{DCA78F0F-C055-4B96-9670-4E110B86AA3C}" srcId="{EB471002-1603-4A49-AA81-6E649816794A}" destId="{CF732690-9028-473B-ADDF-0DF215787DEA}" srcOrd="0" destOrd="0" parTransId="{C772CDFF-588C-41BE-BD97-8CA9780C1BFF}" sibTransId="{AE5B75D5-9F58-41B3-8918-48A152BDC868}"/>
    <dgm:cxn modelId="{0D85ED3D-6C76-4B44-A49E-7790A4A11571}" type="presOf" srcId="{EB471002-1603-4A49-AA81-6E649816794A}" destId="{B7BFB875-907F-4CE7-A287-351F41141786}" srcOrd="0" destOrd="0" presId="urn:microsoft.com/office/officeart/2009/3/layout/HorizontalOrganizationChart"/>
    <dgm:cxn modelId="{296CC867-8D53-4015-AB45-00A4F20A124B}" type="presOf" srcId="{5187DBE8-502C-44FC-A47F-99ACFD38C4BA}" destId="{210CF335-4385-469E-AD03-A8863ABE44E2}" srcOrd="1" destOrd="0" presId="urn:microsoft.com/office/officeart/2009/3/layout/HorizontalOrganizationChart"/>
    <dgm:cxn modelId="{0F1D432E-9C00-425F-AED0-EA2758E54D50}" type="presOf" srcId="{EB471002-1603-4A49-AA81-6E649816794A}" destId="{22840D7A-106D-4464-BC86-AF9B78F65B43}" srcOrd="1" destOrd="0" presId="urn:microsoft.com/office/officeart/2009/3/layout/HorizontalOrganizationChart"/>
    <dgm:cxn modelId="{D52608F1-3DB8-484B-B711-4221F6313408}" type="presOf" srcId="{1845CA6A-C54F-462D-91D0-B563E4DEFFB2}" destId="{98F43080-1587-4C83-BB97-17B8BB075F13}" srcOrd="1" destOrd="0" presId="urn:microsoft.com/office/officeart/2009/3/layout/HorizontalOrganizationChart"/>
    <dgm:cxn modelId="{484218C2-F0AB-4D57-BD68-0C117EEF1DE0}" type="presOf" srcId="{FF890404-1302-49DD-99D1-F2381262C53D}" destId="{5F65A5B9-8A06-44FA-8F59-7F363D602444}" srcOrd="0" destOrd="0" presId="urn:microsoft.com/office/officeart/2009/3/layout/HorizontalOrganizationChart"/>
    <dgm:cxn modelId="{A0DBA5D4-B6F4-4E35-8505-BA773557F751}" type="presOf" srcId="{F4BD3CD5-BC51-4E99-B609-082C2307C01F}" destId="{E1D3F5C3-5EB2-4927-B199-34F50176E442}" srcOrd="1" destOrd="0" presId="urn:microsoft.com/office/officeart/2009/3/layout/HorizontalOrganizationChart"/>
    <dgm:cxn modelId="{80496EC0-6E67-46E8-B173-B3228DB27644}" type="presOf" srcId="{9A5B5DF7-74BA-45E7-9DA7-BB326CA21674}" destId="{493B3E25-FB62-4D80-BBA8-FD95A057E6DA}" srcOrd="0" destOrd="0" presId="urn:microsoft.com/office/officeart/2009/3/layout/HorizontalOrganizationChart"/>
    <dgm:cxn modelId="{2EFE19FA-8D4C-491C-9192-694B9FEFDB8C}" type="presOf" srcId="{5187DBE8-502C-44FC-A47F-99ACFD38C4BA}" destId="{CD355992-F91B-4A5B-9C95-E81803922BCD}" srcOrd="0" destOrd="0" presId="urn:microsoft.com/office/officeart/2009/3/layout/HorizontalOrganizationChart"/>
    <dgm:cxn modelId="{632DA003-2A2D-405B-9121-CCA55FA1B07E}" type="presParOf" srcId="{493B3E25-FB62-4D80-BBA8-FD95A057E6DA}" destId="{9955AB00-31B1-4BC5-A749-89BCCD08E8C6}" srcOrd="0" destOrd="0" presId="urn:microsoft.com/office/officeart/2009/3/layout/HorizontalOrganizationChart"/>
    <dgm:cxn modelId="{DB274412-3A96-4A07-A404-52FAB6A463E4}" type="presParOf" srcId="{9955AB00-31B1-4BC5-A749-89BCCD08E8C6}" destId="{8A36327A-09F8-4415-8355-58C73C091BD4}" srcOrd="0" destOrd="0" presId="urn:microsoft.com/office/officeart/2009/3/layout/HorizontalOrganizationChart"/>
    <dgm:cxn modelId="{447A17E5-0209-4E27-B021-7BF50E3A482E}" type="presParOf" srcId="{8A36327A-09F8-4415-8355-58C73C091BD4}" destId="{B7BFB875-907F-4CE7-A287-351F41141786}" srcOrd="0" destOrd="0" presId="urn:microsoft.com/office/officeart/2009/3/layout/HorizontalOrganizationChart"/>
    <dgm:cxn modelId="{0EB69297-B439-4363-82D6-1C330DD92CF5}" type="presParOf" srcId="{8A36327A-09F8-4415-8355-58C73C091BD4}" destId="{22840D7A-106D-4464-BC86-AF9B78F65B43}" srcOrd="1" destOrd="0" presId="urn:microsoft.com/office/officeart/2009/3/layout/HorizontalOrganizationChart"/>
    <dgm:cxn modelId="{61C82127-F41F-4811-BBAD-1C8C56E9A637}" type="presParOf" srcId="{9955AB00-31B1-4BC5-A749-89BCCD08E8C6}" destId="{BCDC6459-7B31-4D01-99F1-8EBED5FAA882}" srcOrd="1" destOrd="0" presId="urn:microsoft.com/office/officeart/2009/3/layout/HorizontalOrganizationChart"/>
    <dgm:cxn modelId="{5BF71579-52D5-4284-B4AB-5F4AB5DE8259}" type="presParOf" srcId="{BCDC6459-7B31-4D01-99F1-8EBED5FAA882}" destId="{1F1AFA73-FB01-4F44-B7A8-162D5606E295}" srcOrd="0" destOrd="0" presId="urn:microsoft.com/office/officeart/2009/3/layout/HorizontalOrganizationChart"/>
    <dgm:cxn modelId="{39504693-369A-46AC-9CBC-EA974796340E}" type="presParOf" srcId="{BCDC6459-7B31-4D01-99F1-8EBED5FAA882}" destId="{24474DC0-6AD6-45B9-9872-F9A33B8831F4}" srcOrd="1" destOrd="0" presId="urn:microsoft.com/office/officeart/2009/3/layout/HorizontalOrganizationChart"/>
    <dgm:cxn modelId="{07CC1422-C7AA-4BF0-8531-EF1A3FD3EFFA}" type="presParOf" srcId="{24474DC0-6AD6-45B9-9872-F9A33B8831F4}" destId="{E20C3C9C-48C4-4C0D-9550-BF127659F3EE}" srcOrd="0" destOrd="0" presId="urn:microsoft.com/office/officeart/2009/3/layout/HorizontalOrganizationChart"/>
    <dgm:cxn modelId="{AF3D2C9E-21E1-43AD-AC0E-1A4AEDBAA36D}" type="presParOf" srcId="{E20C3C9C-48C4-4C0D-9550-BF127659F3EE}" destId="{CF118A13-FB0F-4C42-ABFC-810BBABC5D43}" srcOrd="0" destOrd="0" presId="urn:microsoft.com/office/officeart/2009/3/layout/HorizontalOrganizationChart"/>
    <dgm:cxn modelId="{9A554F7E-344E-45C7-945E-FEB2B8935B3E}" type="presParOf" srcId="{E20C3C9C-48C4-4C0D-9550-BF127659F3EE}" destId="{9142D2A2-C1EA-4FE7-A895-F146C0973D96}" srcOrd="1" destOrd="0" presId="urn:microsoft.com/office/officeart/2009/3/layout/HorizontalOrganizationChart"/>
    <dgm:cxn modelId="{8125D522-2CD1-4728-B6A2-705DC44F1F0E}" type="presParOf" srcId="{24474DC0-6AD6-45B9-9872-F9A33B8831F4}" destId="{76884D62-F532-401C-89BA-97959A3D9CB3}" srcOrd="1" destOrd="0" presId="urn:microsoft.com/office/officeart/2009/3/layout/HorizontalOrganizationChart"/>
    <dgm:cxn modelId="{AD69649F-F877-406E-BAF4-28072F64EE82}" type="presParOf" srcId="{76884D62-F532-401C-89BA-97959A3D9CB3}" destId="{BEDC0E50-221D-458B-9648-847454BD2299}" srcOrd="0" destOrd="0" presId="urn:microsoft.com/office/officeart/2009/3/layout/HorizontalOrganizationChart"/>
    <dgm:cxn modelId="{0AFB2E02-6C93-42D0-BFA1-316441287A10}" type="presParOf" srcId="{76884D62-F532-401C-89BA-97959A3D9CB3}" destId="{8F21646E-EF23-45C0-B1FB-0CADDB6A4697}" srcOrd="1" destOrd="0" presId="urn:microsoft.com/office/officeart/2009/3/layout/HorizontalOrganizationChart"/>
    <dgm:cxn modelId="{05BD45A4-2931-4F88-AFEB-E358213D8990}" type="presParOf" srcId="{8F21646E-EF23-45C0-B1FB-0CADDB6A4697}" destId="{85F6A507-57A5-4381-816A-3740CE0DEF1C}" srcOrd="0" destOrd="0" presId="urn:microsoft.com/office/officeart/2009/3/layout/HorizontalOrganizationChart"/>
    <dgm:cxn modelId="{A56126F7-5D96-4977-A09E-183021C3595D}" type="presParOf" srcId="{85F6A507-57A5-4381-816A-3740CE0DEF1C}" destId="{CD355992-F91B-4A5B-9C95-E81803922BCD}" srcOrd="0" destOrd="0" presId="urn:microsoft.com/office/officeart/2009/3/layout/HorizontalOrganizationChart"/>
    <dgm:cxn modelId="{DE196882-1956-4CB2-A80C-E997F7030276}" type="presParOf" srcId="{85F6A507-57A5-4381-816A-3740CE0DEF1C}" destId="{210CF335-4385-469E-AD03-A8863ABE44E2}" srcOrd="1" destOrd="0" presId="urn:microsoft.com/office/officeart/2009/3/layout/HorizontalOrganizationChart"/>
    <dgm:cxn modelId="{9269599C-9A13-4BAB-96EA-96BD90F687E2}" type="presParOf" srcId="{8F21646E-EF23-45C0-B1FB-0CADDB6A4697}" destId="{B1EBA4C2-4082-4D08-ADB0-6B72CFCFF273}" srcOrd="1" destOrd="0" presId="urn:microsoft.com/office/officeart/2009/3/layout/HorizontalOrganizationChart"/>
    <dgm:cxn modelId="{8EBD521D-7900-4BDA-8673-CC222B80DC4B}" type="presParOf" srcId="{8F21646E-EF23-45C0-B1FB-0CADDB6A4697}" destId="{28D4D04C-E654-4B7A-801A-25081AD7A418}" srcOrd="2" destOrd="0" presId="urn:microsoft.com/office/officeart/2009/3/layout/HorizontalOrganizationChart"/>
    <dgm:cxn modelId="{5A3CC940-D265-43FE-AC54-F2894ABA2DD3}" type="presParOf" srcId="{24474DC0-6AD6-45B9-9872-F9A33B8831F4}" destId="{548913EA-73EB-4A5F-80EE-F36279D6057E}" srcOrd="2" destOrd="0" presId="urn:microsoft.com/office/officeart/2009/3/layout/HorizontalOrganizationChart"/>
    <dgm:cxn modelId="{ABD7561C-7135-40A8-8CB9-E01F88481C38}" type="presParOf" srcId="{BCDC6459-7B31-4D01-99F1-8EBED5FAA882}" destId="{5F65A5B9-8A06-44FA-8F59-7F363D602444}" srcOrd="2" destOrd="0" presId="urn:microsoft.com/office/officeart/2009/3/layout/HorizontalOrganizationChart"/>
    <dgm:cxn modelId="{E205D77A-AD2C-403F-9727-11DB3DC76237}" type="presParOf" srcId="{BCDC6459-7B31-4D01-99F1-8EBED5FAA882}" destId="{24F6BD42-B12C-4599-BEC5-5A72B95FA71C}" srcOrd="3" destOrd="0" presId="urn:microsoft.com/office/officeart/2009/3/layout/HorizontalOrganizationChart"/>
    <dgm:cxn modelId="{B8915D17-F980-4882-A802-75FB3041A99B}" type="presParOf" srcId="{24F6BD42-B12C-4599-BEC5-5A72B95FA71C}" destId="{8D5F847A-F2D7-4E5A-B482-017F5BF7F30B}" srcOrd="0" destOrd="0" presId="urn:microsoft.com/office/officeart/2009/3/layout/HorizontalOrganizationChart"/>
    <dgm:cxn modelId="{2917B464-05F2-41BA-A215-C8A8DBBFCA8A}" type="presParOf" srcId="{8D5F847A-F2D7-4E5A-B482-017F5BF7F30B}" destId="{10FAFFB3-FF09-45E6-92EC-29ACC71F2F9C}" srcOrd="0" destOrd="0" presId="urn:microsoft.com/office/officeart/2009/3/layout/HorizontalOrganizationChart"/>
    <dgm:cxn modelId="{70DB88B5-1995-47FA-B420-8D16CB50A679}" type="presParOf" srcId="{8D5F847A-F2D7-4E5A-B482-017F5BF7F30B}" destId="{E1D3F5C3-5EB2-4927-B199-34F50176E442}" srcOrd="1" destOrd="0" presId="urn:microsoft.com/office/officeart/2009/3/layout/HorizontalOrganizationChart"/>
    <dgm:cxn modelId="{0FEFE96C-A673-4531-A798-D4B6FF12B9AE}" type="presParOf" srcId="{24F6BD42-B12C-4599-BEC5-5A72B95FA71C}" destId="{9DBCA9CA-1E98-4391-9F90-B11E9DC1FAC6}" srcOrd="1" destOrd="0" presId="urn:microsoft.com/office/officeart/2009/3/layout/HorizontalOrganizationChart"/>
    <dgm:cxn modelId="{B90C8000-14A0-4E45-9BF6-1E650E6813C5}" type="presParOf" srcId="{9DBCA9CA-1E98-4391-9F90-B11E9DC1FAC6}" destId="{7B991E1D-0567-454C-A5DC-D9986E7406ED}" srcOrd="0" destOrd="0" presId="urn:microsoft.com/office/officeart/2009/3/layout/HorizontalOrganizationChart"/>
    <dgm:cxn modelId="{EE4C14FE-AC1D-4ECE-AFA4-4B432F10FE43}" type="presParOf" srcId="{9DBCA9CA-1E98-4391-9F90-B11E9DC1FAC6}" destId="{7B725FFF-E2E6-44C0-8B83-B99CC22C99DC}" srcOrd="1" destOrd="0" presId="urn:microsoft.com/office/officeart/2009/3/layout/HorizontalOrganizationChart"/>
    <dgm:cxn modelId="{1F348CE3-8A85-429E-B889-428CC04E5485}" type="presParOf" srcId="{7B725FFF-E2E6-44C0-8B83-B99CC22C99DC}" destId="{59BD0895-A525-4FF9-848B-ACEEA7E15FED}" srcOrd="0" destOrd="0" presId="urn:microsoft.com/office/officeart/2009/3/layout/HorizontalOrganizationChart"/>
    <dgm:cxn modelId="{F5FA5243-ECD8-49C7-A383-CE80592F2499}" type="presParOf" srcId="{59BD0895-A525-4FF9-848B-ACEEA7E15FED}" destId="{F0622B0A-C706-4038-A2E8-BC061A32BA31}" srcOrd="0" destOrd="0" presId="urn:microsoft.com/office/officeart/2009/3/layout/HorizontalOrganizationChart"/>
    <dgm:cxn modelId="{7DA7C75F-1DCC-4A58-90E3-8CABD84B0C18}" type="presParOf" srcId="{59BD0895-A525-4FF9-848B-ACEEA7E15FED}" destId="{98F43080-1587-4C83-BB97-17B8BB075F13}" srcOrd="1" destOrd="0" presId="urn:microsoft.com/office/officeart/2009/3/layout/HorizontalOrganizationChart"/>
    <dgm:cxn modelId="{F8A8B31D-9A34-41B9-AF86-C552D39C8809}" type="presParOf" srcId="{7B725FFF-E2E6-44C0-8B83-B99CC22C99DC}" destId="{6D04AC98-C2EC-4438-A6A6-A9D9DCB9E40B}" srcOrd="1" destOrd="0" presId="urn:microsoft.com/office/officeart/2009/3/layout/HorizontalOrganizationChart"/>
    <dgm:cxn modelId="{2A954F7F-3D25-4220-A639-8FAC71DDE5F7}" type="presParOf" srcId="{7B725FFF-E2E6-44C0-8B83-B99CC22C99DC}" destId="{B0F093C3-E651-4748-8D77-AD996BF1D80C}" srcOrd="2" destOrd="0" presId="urn:microsoft.com/office/officeart/2009/3/layout/HorizontalOrganizationChart"/>
    <dgm:cxn modelId="{F84ED860-E486-4543-895A-16ECA669FE9D}" type="presParOf" srcId="{24F6BD42-B12C-4599-BEC5-5A72B95FA71C}" destId="{90749373-0A76-41ED-9031-B8E2FDDC5ED3}" srcOrd="2" destOrd="0" presId="urn:microsoft.com/office/officeart/2009/3/layout/HorizontalOrganizationChart"/>
    <dgm:cxn modelId="{70CE56B0-9A73-4CB6-9DB3-742E4A02BEFE}" type="presParOf" srcId="{9955AB00-31B1-4BC5-A749-89BCCD08E8C6}" destId="{438C1188-311E-456B-A4DF-E39EB255D70D}"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CC7676C-8CF8-4789-969B-D17B69C9EEF3}"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zh-CN" altLang="en-US"/>
        </a:p>
      </dgm:t>
    </dgm:pt>
    <dgm:pt modelId="{F9E0433F-E86A-4B8E-B6C5-62EEDF8EC6A6}">
      <dgm:prSet custT="1"/>
      <dgm:spPr/>
      <dgm:t>
        <a:bodyPr/>
        <a:lstStyle/>
        <a:p>
          <a:pPr rtl="0"/>
          <a:r>
            <a:rPr lang="zh-CN" sz="1800" b="1" dirty="0" smtClean="0"/>
            <a:t>复制</a:t>
          </a:r>
          <a:r>
            <a:rPr lang="en-US" sz="1800" b="1" dirty="0" err="1" smtClean="0"/>
            <a:t>uC</a:t>
          </a:r>
          <a:r>
            <a:rPr lang="en-US" sz="1800" b="1" dirty="0" smtClean="0"/>
            <a:t>/OS-III</a:t>
          </a:r>
          <a:r>
            <a:rPr lang="zh-CN" sz="1800" b="1" dirty="0" smtClean="0"/>
            <a:t>源文件</a:t>
          </a:r>
          <a:endParaRPr lang="zh-CN" sz="1800" dirty="0"/>
        </a:p>
      </dgm:t>
    </dgm:pt>
    <dgm:pt modelId="{2EE3B392-5ECB-422F-BD83-09575D600848}" type="parTrans" cxnId="{C826CECD-FF4D-43EB-B3CE-6A9032324D30}">
      <dgm:prSet/>
      <dgm:spPr/>
      <dgm:t>
        <a:bodyPr/>
        <a:lstStyle/>
        <a:p>
          <a:endParaRPr lang="zh-CN" altLang="en-US" sz="1800"/>
        </a:p>
      </dgm:t>
    </dgm:pt>
    <dgm:pt modelId="{E20C876E-73A7-4B6B-9C35-EFF04E6D3C29}" type="sibTrans" cxnId="{C826CECD-FF4D-43EB-B3CE-6A9032324D30}">
      <dgm:prSet/>
      <dgm:spPr/>
      <dgm:t>
        <a:bodyPr/>
        <a:lstStyle/>
        <a:p>
          <a:endParaRPr lang="zh-CN" altLang="en-US" sz="1800"/>
        </a:p>
      </dgm:t>
    </dgm:pt>
    <dgm:pt modelId="{1BF24C0E-86A2-4A78-A589-38CB030810B1}">
      <dgm:prSet custT="1"/>
      <dgm:spPr/>
      <dgm:t>
        <a:bodyPr/>
        <a:lstStyle/>
        <a:p>
          <a:pPr rtl="0"/>
          <a:r>
            <a:rPr lang="zh-CN" sz="1800" b="1" dirty="0" smtClean="0"/>
            <a:t>将</a:t>
          </a:r>
          <a:r>
            <a:rPr lang="en-US" sz="1800" b="1" dirty="0" err="1" smtClean="0"/>
            <a:t>uC</a:t>
          </a:r>
          <a:r>
            <a:rPr lang="en-US" sz="1800" b="1" dirty="0" smtClean="0"/>
            <a:t>/OS-III</a:t>
          </a:r>
          <a:r>
            <a:rPr lang="zh-CN" sz="1800" b="1" dirty="0" smtClean="0"/>
            <a:t>源文件添加进工程</a:t>
          </a:r>
          <a:endParaRPr lang="zh-CN" sz="1800" dirty="0"/>
        </a:p>
      </dgm:t>
    </dgm:pt>
    <dgm:pt modelId="{9E5199D6-4F25-4C0A-930B-F863027A3C44}" type="parTrans" cxnId="{C8535253-06E6-4688-A6F2-60AAAC07165F}">
      <dgm:prSet/>
      <dgm:spPr/>
      <dgm:t>
        <a:bodyPr/>
        <a:lstStyle/>
        <a:p>
          <a:endParaRPr lang="zh-CN" altLang="en-US" sz="1800"/>
        </a:p>
      </dgm:t>
    </dgm:pt>
    <dgm:pt modelId="{D62A317A-DB7E-400C-A202-47484784EF04}" type="sibTrans" cxnId="{C8535253-06E6-4688-A6F2-60AAAC07165F}">
      <dgm:prSet/>
      <dgm:spPr/>
      <dgm:t>
        <a:bodyPr/>
        <a:lstStyle/>
        <a:p>
          <a:endParaRPr lang="zh-CN" altLang="en-US" sz="1800"/>
        </a:p>
      </dgm:t>
    </dgm:pt>
    <dgm:pt modelId="{936EE789-EC27-4A45-B907-F75639E8460E}">
      <dgm:prSet custT="1"/>
      <dgm:spPr/>
      <dgm:t>
        <a:bodyPr/>
        <a:lstStyle/>
        <a:p>
          <a:pPr rtl="0"/>
          <a:r>
            <a:rPr lang="zh-CN" altLang="en-US" sz="1800" b="1" smtClean="0"/>
            <a:t>修改</a:t>
          </a:r>
          <a:r>
            <a:rPr lang="zh-CN" altLang="en-US" sz="1800" b="1" dirty="0" smtClean="0"/>
            <a:t>相应的源文件，</a:t>
          </a:r>
          <a:endParaRPr lang="zh-CN" altLang="en-US" sz="1800" dirty="0"/>
        </a:p>
      </dgm:t>
    </dgm:pt>
    <dgm:pt modelId="{2605E54C-5D92-48EB-8BF4-BB435912C454}" type="parTrans" cxnId="{A2115CD8-085B-4C86-BE87-9C1EC84E9885}">
      <dgm:prSet/>
      <dgm:spPr/>
      <dgm:t>
        <a:bodyPr/>
        <a:lstStyle/>
        <a:p>
          <a:endParaRPr lang="zh-CN" altLang="en-US" sz="1800"/>
        </a:p>
      </dgm:t>
    </dgm:pt>
    <dgm:pt modelId="{CC80DEFD-081F-4BBD-B14F-ED1615D37549}" type="sibTrans" cxnId="{A2115CD8-085B-4C86-BE87-9C1EC84E9885}">
      <dgm:prSet/>
      <dgm:spPr/>
      <dgm:t>
        <a:bodyPr/>
        <a:lstStyle/>
        <a:p>
          <a:endParaRPr lang="zh-CN" altLang="en-US" sz="1800"/>
        </a:p>
      </dgm:t>
    </dgm:pt>
    <dgm:pt modelId="{377618CC-2C44-48C2-83CB-7CCB30ADF242}" type="pres">
      <dgm:prSet presAssocID="{6CC7676C-8CF8-4789-969B-D17B69C9EEF3}" presName="rootnode" presStyleCnt="0">
        <dgm:presLayoutVars>
          <dgm:chMax/>
          <dgm:chPref/>
          <dgm:dir/>
          <dgm:animLvl val="lvl"/>
        </dgm:presLayoutVars>
      </dgm:prSet>
      <dgm:spPr/>
      <dgm:t>
        <a:bodyPr/>
        <a:lstStyle/>
        <a:p>
          <a:endParaRPr lang="zh-CN" altLang="en-US"/>
        </a:p>
      </dgm:t>
    </dgm:pt>
    <dgm:pt modelId="{DAC53E24-2C13-45B2-BDB1-1869C9A957AB}" type="pres">
      <dgm:prSet presAssocID="{F9E0433F-E86A-4B8E-B6C5-62EEDF8EC6A6}" presName="composite" presStyleCnt="0"/>
      <dgm:spPr/>
    </dgm:pt>
    <dgm:pt modelId="{4DF61102-63D7-42F5-BA53-D0124296EF2C}" type="pres">
      <dgm:prSet presAssocID="{F9E0433F-E86A-4B8E-B6C5-62EEDF8EC6A6}" presName="LShape" presStyleLbl="alignNode1" presStyleIdx="0" presStyleCnt="5"/>
      <dgm:spPr/>
    </dgm:pt>
    <dgm:pt modelId="{8A36E9AE-579F-434E-90A3-342DD377435C}" type="pres">
      <dgm:prSet presAssocID="{F9E0433F-E86A-4B8E-B6C5-62EEDF8EC6A6}" presName="ParentText" presStyleLbl="revTx" presStyleIdx="0" presStyleCnt="3">
        <dgm:presLayoutVars>
          <dgm:chMax val="0"/>
          <dgm:chPref val="0"/>
          <dgm:bulletEnabled val="1"/>
        </dgm:presLayoutVars>
      </dgm:prSet>
      <dgm:spPr/>
      <dgm:t>
        <a:bodyPr/>
        <a:lstStyle/>
        <a:p>
          <a:endParaRPr lang="zh-CN" altLang="en-US"/>
        </a:p>
      </dgm:t>
    </dgm:pt>
    <dgm:pt modelId="{34C91C8A-04D5-4192-AA59-99D77419A1CC}" type="pres">
      <dgm:prSet presAssocID="{F9E0433F-E86A-4B8E-B6C5-62EEDF8EC6A6}" presName="Triangle" presStyleLbl="alignNode1" presStyleIdx="1" presStyleCnt="5"/>
      <dgm:spPr/>
    </dgm:pt>
    <dgm:pt modelId="{9BC60306-4B4C-40E5-93D8-5FDA3EAE7F9F}" type="pres">
      <dgm:prSet presAssocID="{E20C876E-73A7-4B6B-9C35-EFF04E6D3C29}" presName="sibTrans" presStyleCnt="0"/>
      <dgm:spPr/>
    </dgm:pt>
    <dgm:pt modelId="{F5C356DB-E826-42D2-B77A-9F339A699FD9}" type="pres">
      <dgm:prSet presAssocID="{E20C876E-73A7-4B6B-9C35-EFF04E6D3C29}" presName="space" presStyleCnt="0"/>
      <dgm:spPr/>
    </dgm:pt>
    <dgm:pt modelId="{5DF3BF80-F15C-453F-BFFC-FFE220B0C79D}" type="pres">
      <dgm:prSet presAssocID="{1BF24C0E-86A2-4A78-A589-38CB030810B1}" presName="composite" presStyleCnt="0"/>
      <dgm:spPr/>
    </dgm:pt>
    <dgm:pt modelId="{2C205C4E-8670-47F2-AE74-32CCC7425359}" type="pres">
      <dgm:prSet presAssocID="{1BF24C0E-86A2-4A78-A589-38CB030810B1}" presName="LShape" presStyleLbl="alignNode1" presStyleIdx="2" presStyleCnt="5"/>
      <dgm:spPr/>
    </dgm:pt>
    <dgm:pt modelId="{97960AFB-BA88-4390-A9E3-4DF3C88ADD2B}" type="pres">
      <dgm:prSet presAssocID="{1BF24C0E-86A2-4A78-A589-38CB030810B1}" presName="ParentText" presStyleLbl="revTx" presStyleIdx="1" presStyleCnt="3">
        <dgm:presLayoutVars>
          <dgm:chMax val="0"/>
          <dgm:chPref val="0"/>
          <dgm:bulletEnabled val="1"/>
        </dgm:presLayoutVars>
      </dgm:prSet>
      <dgm:spPr/>
      <dgm:t>
        <a:bodyPr/>
        <a:lstStyle/>
        <a:p>
          <a:endParaRPr lang="zh-CN" altLang="en-US"/>
        </a:p>
      </dgm:t>
    </dgm:pt>
    <dgm:pt modelId="{06E58D26-D0A0-4D24-BE30-02E1AE523AAC}" type="pres">
      <dgm:prSet presAssocID="{1BF24C0E-86A2-4A78-A589-38CB030810B1}" presName="Triangle" presStyleLbl="alignNode1" presStyleIdx="3" presStyleCnt="5"/>
      <dgm:spPr/>
    </dgm:pt>
    <dgm:pt modelId="{8DCD385D-1869-4677-9C88-4BDAB4A4B4DB}" type="pres">
      <dgm:prSet presAssocID="{D62A317A-DB7E-400C-A202-47484784EF04}" presName="sibTrans" presStyleCnt="0"/>
      <dgm:spPr/>
    </dgm:pt>
    <dgm:pt modelId="{231FC701-2D97-4B84-89B4-3847C0389982}" type="pres">
      <dgm:prSet presAssocID="{D62A317A-DB7E-400C-A202-47484784EF04}" presName="space" presStyleCnt="0"/>
      <dgm:spPr/>
    </dgm:pt>
    <dgm:pt modelId="{CFDAF70A-D419-4E04-A73D-7B57AEFB715A}" type="pres">
      <dgm:prSet presAssocID="{936EE789-EC27-4A45-B907-F75639E8460E}" presName="composite" presStyleCnt="0"/>
      <dgm:spPr/>
    </dgm:pt>
    <dgm:pt modelId="{3E364E24-43FF-4085-B3FF-ABF12E2A7E01}" type="pres">
      <dgm:prSet presAssocID="{936EE789-EC27-4A45-B907-F75639E8460E}" presName="LShape" presStyleLbl="alignNode1" presStyleIdx="4" presStyleCnt="5"/>
      <dgm:spPr/>
    </dgm:pt>
    <dgm:pt modelId="{D4C7AD67-BE5A-4FB8-9656-C0B3627DD62A}" type="pres">
      <dgm:prSet presAssocID="{936EE789-EC27-4A45-B907-F75639E8460E}" presName="ParentText" presStyleLbl="revTx" presStyleIdx="2" presStyleCnt="3">
        <dgm:presLayoutVars>
          <dgm:chMax val="0"/>
          <dgm:chPref val="0"/>
          <dgm:bulletEnabled val="1"/>
        </dgm:presLayoutVars>
      </dgm:prSet>
      <dgm:spPr/>
      <dgm:t>
        <a:bodyPr/>
        <a:lstStyle/>
        <a:p>
          <a:endParaRPr lang="zh-CN" altLang="en-US"/>
        </a:p>
      </dgm:t>
    </dgm:pt>
  </dgm:ptLst>
  <dgm:cxnLst>
    <dgm:cxn modelId="{A2115CD8-085B-4C86-BE87-9C1EC84E9885}" srcId="{6CC7676C-8CF8-4789-969B-D17B69C9EEF3}" destId="{936EE789-EC27-4A45-B907-F75639E8460E}" srcOrd="2" destOrd="0" parTransId="{2605E54C-5D92-48EB-8BF4-BB435912C454}" sibTransId="{CC80DEFD-081F-4BBD-B14F-ED1615D37549}"/>
    <dgm:cxn modelId="{CFB54996-D4FF-4E82-82E5-729A5F0C8811}" type="presOf" srcId="{936EE789-EC27-4A45-B907-F75639E8460E}" destId="{D4C7AD67-BE5A-4FB8-9656-C0B3627DD62A}" srcOrd="0" destOrd="0" presId="urn:microsoft.com/office/officeart/2009/3/layout/StepUpProcess"/>
    <dgm:cxn modelId="{0CD0EE12-566C-4A22-8AD1-846CEAF33F3F}" type="presOf" srcId="{F9E0433F-E86A-4B8E-B6C5-62EEDF8EC6A6}" destId="{8A36E9AE-579F-434E-90A3-342DD377435C}" srcOrd="0" destOrd="0" presId="urn:microsoft.com/office/officeart/2009/3/layout/StepUpProcess"/>
    <dgm:cxn modelId="{C826CECD-FF4D-43EB-B3CE-6A9032324D30}" srcId="{6CC7676C-8CF8-4789-969B-D17B69C9EEF3}" destId="{F9E0433F-E86A-4B8E-B6C5-62EEDF8EC6A6}" srcOrd="0" destOrd="0" parTransId="{2EE3B392-5ECB-422F-BD83-09575D600848}" sibTransId="{E20C876E-73A7-4B6B-9C35-EFF04E6D3C29}"/>
    <dgm:cxn modelId="{C8535253-06E6-4688-A6F2-60AAAC07165F}" srcId="{6CC7676C-8CF8-4789-969B-D17B69C9EEF3}" destId="{1BF24C0E-86A2-4A78-A589-38CB030810B1}" srcOrd="1" destOrd="0" parTransId="{9E5199D6-4F25-4C0A-930B-F863027A3C44}" sibTransId="{D62A317A-DB7E-400C-A202-47484784EF04}"/>
    <dgm:cxn modelId="{B78BA6EB-899C-4C83-AF9C-FD3542514A87}" type="presOf" srcId="{1BF24C0E-86A2-4A78-A589-38CB030810B1}" destId="{97960AFB-BA88-4390-A9E3-4DF3C88ADD2B}" srcOrd="0" destOrd="0" presId="urn:microsoft.com/office/officeart/2009/3/layout/StepUpProcess"/>
    <dgm:cxn modelId="{F2D033CD-6AA5-43F6-BF9E-F29660DBC005}" type="presOf" srcId="{6CC7676C-8CF8-4789-969B-D17B69C9EEF3}" destId="{377618CC-2C44-48C2-83CB-7CCB30ADF242}" srcOrd="0" destOrd="0" presId="urn:microsoft.com/office/officeart/2009/3/layout/StepUpProcess"/>
    <dgm:cxn modelId="{977FE95C-312C-4587-B19D-753B3143BD44}" type="presParOf" srcId="{377618CC-2C44-48C2-83CB-7CCB30ADF242}" destId="{DAC53E24-2C13-45B2-BDB1-1869C9A957AB}" srcOrd="0" destOrd="0" presId="urn:microsoft.com/office/officeart/2009/3/layout/StepUpProcess"/>
    <dgm:cxn modelId="{78DE1FBB-D630-4917-8E78-8E99E7AB80EB}" type="presParOf" srcId="{DAC53E24-2C13-45B2-BDB1-1869C9A957AB}" destId="{4DF61102-63D7-42F5-BA53-D0124296EF2C}" srcOrd="0" destOrd="0" presId="urn:microsoft.com/office/officeart/2009/3/layout/StepUpProcess"/>
    <dgm:cxn modelId="{462ADFDE-4CEB-445B-84DE-F59BE4475826}" type="presParOf" srcId="{DAC53E24-2C13-45B2-BDB1-1869C9A957AB}" destId="{8A36E9AE-579F-434E-90A3-342DD377435C}" srcOrd="1" destOrd="0" presId="urn:microsoft.com/office/officeart/2009/3/layout/StepUpProcess"/>
    <dgm:cxn modelId="{7976BF13-020F-4E7E-A446-C8033BC9679F}" type="presParOf" srcId="{DAC53E24-2C13-45B2-BDB1-1869C9A957AB}" destId="{34C91C8A-04D5-4192-AA59-99D77419A1CC}" srcOrd="2" destOrd="0" presId="urn:microsoft.com/office/officeart/2009/3/layout/StepUpProcess"/>
    <dgm:cxn modelId="{D9C34D4E-4FEF-4286-8075-F323567B996B}" type="presParOf" srcId="{377618CC-2C44-48C2-83CB-7CCB30ADF242}" destId="{9BC60306-4B4C-40E5-93D8-5FDA3EAE7F9F}" srcOrd="1" destOrd="0" presId="urn:microsoft.com/office/officeart/2009/3/layout/StepUpProcess"/>
    <dgm:cxn modelId="{EBD13AEB-A796-48F5-9C4C-C549BC4D85A2}" type="presParOf" srcId="{9BC60306-4B4C-40E5-93D8-5FDA3EAE7F9F}" destId="{F5C356DB-E826-42D2-B77A-9F339A699FD9}" srcOrd="0" destOrd="0" presId="urn:microsoft.com/office/officeart/2009/3/layout/StepUpProcess"/>
    <dgm:cxn modelId="{A55D56CC-A14F-4A86-BF36-E8B71510297A}" type="presParOf" srcId="{377618CC-2C44-48C2-83CB-7CCB30ADF242}" destId="{5DF3BF80-F15C-453F-BFFC-FFE220B0C79D}" srcOrd="2" destOrd="0" presId="urn:microsoft.com/office/officeart/2009/3/layout/StepUpProcess"/>
    <dgm:cxn modelId="{3D6D749B-C720-4FBE-ADF9-CD99C2FC9ED7}" type="presParOf" srcId="{5DF3BF80-F15C-453F-BFFC-FFE220B0C79D}" destId="{2C205C4E-8670-47F2-AE74-32CCC7425359}" srcOrd="0" destOrd="0" presId="urn:microsoft.com/office/officeart/2009/3/layout/StepUpProcess"/>
    <dgm:cxn modelId="{AAC0EED1-0D86-4F51-A9EE-7162427DA28F}" type="presParOf" srcId="{5DF3BF80-F15C-453F-BFFC-FFE220B0C79D}" destId="{97960AFB-BA88-4390-A9E3-4DF3C88ADD2B}" srcOrd="1" destOrd="0" presId="urn:microsoft.com/office/officeart/2009/3/layout/StepUpProcess"/>
    <dgm:cxn modelId="{964EA829-1CE0-4242-8CE3-7BFA07617659}" type="presParOf" srcId="{5DF3BF80-F15C-453F-BFFC-FFE220B0C79D}" destId="{06E58D26-D0A0-4D24-BE30-02E1AE523AAC}" srcOrd="2" destOrd="0" presId="urn:microsoft.com/office/officeart/2009/3/layout/StepUpProcess"/>
    <dgm:cxn modelId="{E2E0427E-6883-488B-AAD1-CEB42AEA7FA6}" type="presParOf" srcId="{377618CC-2C44-48C2-83CB-7CCB30ADF242}" destId="{8DCD385D-1869-4677-9C88-4BDAB4A4B4DB}" srcOrd="3" destOrd="0" presId="urn:microsoft.com/office/officeart/2009/3/layout/StepUpProcess"/>
    <dgm:cxn modelId="{E361F05F-4BC6-459E-8011-92F8F9CD54A1}" type="presParOf" srcId="{8DCD385D-1869-4677-9C88-4BDAB4A4B4DB}" destId="{231FC701-2D97-4B84-89B4-3847C0389982}" srcOrd="0" destOrd="0" presId="urn:microsoft.com/office/officeart/2009/3/layout/StepUpProcess"/>
    <dgm:cxn modelId="{DFC4DF2E-62C2-460A-8D8D-C7BDFF5F3DE8}" type="presParOf" srcId="{377618CC-2C44-48C2-83CB-7CCB30ADF242}" destId="{CFDAF70A-D419-4E04-A73D-7B57AEFB715A}" srcOrd="4" destOrd="0" presId="urn:microsoft.com/office/officeart/2009/3/layout/StepUpProcess"/>
    <dgm:cxn modelId="{00F1FA35-C79C-419A-AFCB-C2F3ABD60A37}" type="presParOf" srcId="{CFDAF70A-D419-4E04-A73D-7B57AEFB715A}" destId="{3E364E24-43FF-4085-B3FF-ABF12E2A7E01}" srcOrd="0" destOrd="0" presId="urn:microsoft.com/office/officeart/2009/3/layout/StepUpProcess"/>
    <dgm:cxn modelId="{EEBAAFFB-B37C-49A7-857E-9995695A9E63}" type="presParOf" srcId="{CFDAF70A-D419-4E04-A73D-7B57AEFB715A}" destId="{D4C7AD67-BE5A-4FB8-9656-C0B3627DD62A}" srcOrd="1" destOrd="0" presId="urn:microsoft.com/office/officeart/2009/3/layout/StepUp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DEAADD8-A736-4333-8983-2D57A3F80242}" type="doc">
      <dgm:prSet loTypeId="urn:microsoft.com/office/officeart/2005/8/layout/hProcess9" loCatId="process" qsTypeId="urn:microsoft.com/office/officeart/2005/8/quickstyle/simple1" qsCatId="simple" csTypeId="urn:microsoft.com/office/officeart/2005/8/colors/colorful4" csCatId="colorful" phldr="1"/>
      <dgm:spPr/>
    </dgm:pt>
    <dgm:pt modelId="{C8D2C844-06B7-418B-9825-672707987372}">
      <dgm:prSet phldrT="[文本]" custT="1"/>
      <dgm:spPr/>
      <dgm:t>
        <a:bodyPr/>
        <a:lstStyle/>
        <a:p>
          <a:r>
            <a:rPr lang="zh-CN" altLang="en-US" sz="1800" b="1" dirty="0" smtClean="0"/>
            <a:t>用户任务</a:t>
          </a:r>
          <a:r>
            <a:rPr lang="en-US" altLang="zh-CN" sz="1800" b="1" dirty="0" smtClean="0"/>
            <a:t>1</a:t>
          </a:r>
          <a:endParaRPr lang="zh-CN" altLang="en-US" sz="1800" b="1" dirty="0"/>
        </a:p>
      </dgm:t>
    </dgm:pt>
    <dgm:pt modelId="{BD943136-B770-473F-AD17-83B43F1515EE}" type="parTrans" cxnId="{6F569D9D-2FE6-48EC-8A7B-4CB82B7C4BF3}">
      <dgm:prSet/>
      <dgm:spPr/>
      <dgm:t>
        <a:bodyPr/>
        <a:lstStyle/>
        <a:p>
          <a:endParaRPr lang="zh-CN" altLang="en-US" sz="1800" b="1"/>
        </a:p>
      </dgm:t>
    </dgm:pt>
    <dgm:pt modelId="{F83C0E5C-7B5D-49EB-ADEC-574DB4980F75}" type="sibTrans" cxnId="{6F569D9D-2FE6-48EC-8A7B-4CB82B7C4BF3}">
      <dgm:prSet/>
      <dgm:spPr/>
      <dgm:t>
        <a:bodyPr/>
        <a:lstStyle/>
        <a:p>
          <a:endParaRPr lang="zh-CN" altLang="en-US" sz="1800" b="1"/>
        </a:p>
      </dgm:t>
    </dgm:pt>
    <dgm:pt modelId="{7CCD75DB-00BB-429F-AA07-E3EC5E6F0470}">
      <dgm:prSet phldrT="[文本]" custT="1"/>
      <dgm:spPr/>
      <dgm:t>
        <a:bodyPr/>
        <a:lstStyle/>
        <a:p>
          <a:r>
            <a:rPr lang="zh-CN" altLang="en-US" sz="1800" b="1" dirty="0" smtClean="0"/>
            <a:t>用户任务</a:t>
          </a:r>
          <a:r>
            <a:rPr lang="en-US" altLang="zh-CN" sz="1800" b="1" dirty="0" smtClean="0"/>
            <a:t>2</a:t>
          </a:r>
          <a:endParaRPr lang="zh-CN" altLang="en-US" sz="1800" b="1" dirty="0"/>
        </a:p>
      </dgm:t>
    </dgm:pt>
    <dgm:pt modelId="{5C75617C-58B3-415E-8E1B-BC30DD6901E7}" type="parTrans" cxnId="{4E7F454D-6610-4328-BED5-D1379171FCCB}">
      <dgm:prSet/>
      <dgm:spPr/>
      <dgm:t>
        <a:bodyPr/>
        <a:lstStyle/>
        <a:p>
          <a:endParaRPr lang="zh-CN" altLang="en-US" sz="1800" b="1"/>
        </a:p>
      </dgm:t>
    </dgm:pt>
    <dgm:pt modelId="{02BF4F00-2E6B-4D9B-A345-E895DDD0D2D5}" type="sibTrans" cxnId="{4E7F454D-6610-4328-BED5-D1379171FCCB}">
      <dgm:prSet/>
      <dgm:spPr/>
      <dgm:t>
        <a:bodyPr/>
        <a:lstStyle/>
        <a:p>
          <a:endParaRPr lang="zh-CN" altLang="en-US" sz="1800" b="1"/>
        </a:p>
      </dgm:t>
    </dgm:pt>
    <dgm:pt modelId="{13D000F4-3E75-4EF6-96B7-AE4F5427F152}">
      <dgm:prSet phldrT="[文本]" custT="1"/>
      <dgm:spPr/>
      <dgm:t>
        <a:bodyPr/>
        <a:lstStyle/>
        <a:p>
          <a:r>
            <a:rPr lang="zh-CN" altLang="en-US" sz="1800" b="1" dirty="0" smtClean="0"/>
            <a:t>用户任务</a:t>
          </a:r>
          <a:r>
            <a:rPr lang="en-US" altLang="zh-CN" sz="1800" b="1" dirty="0" smtClean="0"/>
            <a:t>3</a:t>
          </a:r>
          <a:endParaRPr lang="zh-CN" altLang="en-US" sz="1800" b="1" dirty="0"/>
        </a:p>
      </dgm:t>
    </dgm:pt>
    <dgm:pt modelId="{F10576BF-5A34-4824-B5C7-533A5A17F309}" type="parTrans" cxnId="{F1BB7E12-9060-4FAC-AF1C-35C285144EA8}">
      <dgm:prSet/>
      <dgm:spPr/>
      <dgm:t>
        <a:bodyPr/>
        <a:lstStyle/>
        <a:p>
          <a:endParaRPr lang="zh-CN" altLang="en-US" sz="1800" b="1"/>
        </a:p>
      </dgm:t>
    </dgm:pt>
    <dgm:pt modelId="{74B3A7ED-4A7B-4E93-B208-630CFC3E22FD}" type="sibTrans" cxnId="{F1BB7E12-9060-4FAC-AF1C-35C285144EA8}">
      <dgm:prSet/>
      <dgm:spPr/>
      <dgm:t>
        <a:bodyPr/>
        <a:lstStyle/>
        <a:p>
          <a:endParaRPr lang="zh-CN" altLang="en-US" sz="1800" b="1"/>
        </a:p>
      </dgm:t>
    </dgm:pt>
    <dgm:pt modelId="{312669F0-81CD-44A9-AFE0-1DA1D7F852EF}">
      <dgm:prSet phldrT="[文本]" custT="1"/>
      <dgm:spPr/>
      <dgm:t>
        <a:bodyPr/>
        <a:lstStyle/>
        <a:p>
          <a:r>
            <a:rPr lang="en-US" altLang="zh-CN" sz="1800" b="1" dirty="0" smtClean="0"/>
            <a:t>……</a:t>
          </a:r>
          <a:endParaRPr lang="zh-CN" altLang="en-US" sz="1800" b="1" dirty="0"/>
        </a:p>
      </dgm:t>
    </dgm:pt>
    <dgm:pt modelId="{CF9D8BD7-4F78-466F-B136-47A63567F2E8}" type="parTrans" cxnId="{E667AC6A-095D-48D3-978B-151667E16420}">
      <dgm:prSet/>
      <dgm:spPr/>
      <dgm:t>
        <a:bodyPr/>
        <a:lstStyle/>
        <a:p>
          <a:endParaRPr lang="zh-CN" altLang="en-US" sz="1800" b="1"/>
        </a:p>
      </dgm:t>
    </dgm:pt>
    <dgm:pt modelId="{C2E10C7D-EFBA-48D7-92D0-73F8B74DB389}" type="sibTrans" cxnId="{E667AC6A-095D-48D3-978B-151667E16420}">
      <dgm:prSet/>
      <dgm:spPr/>
      <dgm:t>
        <a:bodyPr/>
        <a:lstStyle/>
        <a:p>
          <a:endParaRPr lang="zh-CN" altLang="en-US" sz="1800" b="1"/>
        </a:p>
      </dgm:t>
    </dgm:pt>
    <dgm:pt modelId="{17EC7241-061F-4263-8B9A-050C0944C343}">
      <dgm:prSet phldrT="[文本]" custT="1"/>
      <dgm:spPr/>
      <dgm:t>
        <a:bodyPr/>
        <a:lstStyle/>
        <a:p>
          <a:r>
            <a:rPr lang="en-US" altLang="zh-CN" sz="1800" b="1" dirty="0" smtClean="0"/>
            <a:t>main()</a:t>
          </a:r>
          <a:endParaRPr lang="zh-CN" altLang="en-US" sz="1800" b="1" dirty="0"/>
        </a:p>
      </dgm:t>
    </dgm:pt>
    <dgm:pt modelId="{3EA4BA0E-6BFB-4381-BEF5-DA174711BDD8}" type="parTrans" cxnId="{DD33D2E4-5A3C-47AB-ABDD-9BBB0BB8A4CE}">
      <dgm:prSet/>
      <dgm:spPr/>
      <dgm:t>
        <a:bodyPr/>
        <a:lstStyle/>
        <a:p>
          <a:endParaRPr lang="zh-CN" altLang="en-US" sz="1800" b="1"/>
        </a:p>
      </dgm:t>
    </dgm:pt>
    <dgm:pt modelId="{8EC7662A-DBC7-410E-BD47-8DEA74593D69}" type="sibTrans" cxnId="{DD33D2E4-5A3C-47AB-ABDD-9BBB0BB8A4CE}">
      <dgm:prSet/>
      <dgm:spPr/>
      <dgm:t>
        <a:bodyPr/>
        <a:lstStyle/>
        <a:p>
          <a:endParaRPr lang="zh-CN" altLang="en-US" sz="1800" b="1"/>
        </a:p>
      </dgm:t>
    </dgm:pt>
    <dgm:pt modelId="{14C745A2-7479-43DC-9CFD-E9747C5D1F29}" type="pres">
      <dgm:prSet presAssocID="{4DEAADD8-A736-4333-8983-2D57A3F80242}" presName="CompostProcess" presStyleCnt="0">
        <dgm:presLayoutVars>
          <dgm:dir/>
          <dgm:resizeHandles val="exact"/>
        </dgm:presLayoutVars>
      </dgm:prSet>
      <dgm:spPr/>
    </dgm:pt>
    <dgm:pt modelId="{77233AD5-DC93-4F33-A602-B4AC82BB23D0}" type="pres">
      <dgm:prSet presAssocID="{4DEAADD8-A736-4333-8983-2D57A3F80242}" presName="arrow" presStyleLbl="bgShp" presStyleIdx="0" presStyleCnt="1"/>
      <dgm:spPr/>
    </dgm:pt>
    <dgm:pt modelId="{38D7F7AC-7C3E-4469-9BA3-C0B54BBD8763}" type="pres">
      <dgm:prSet presAssocID="{4DEAADD8-A736-4333-8983-2D57A3F80242}" presName="linearProcess" presStyleCnt="0"/>
      <dgm:spPr/>
    </dgm:pt>
    <dgm:pt modelId="{DB215C77-9F40-43E7-8489-CA7AD6516DE9}" type="pres">
      <dgm:prSet presAssocID="{C8D2C844-06B7-418B-9825-672707987372}" presName="textNode" presStyleLbl="node1" presStyleIdx="0" presStyleCnt="5">
        <dgm:presLayoutVars>
          <dgm:bulletEnabled val="1"/>
        </dgm:presLayoutVars>
      </dgm:prSet>
      <dgm:spPr/>
      <dgm:t>
        <a:bodyPr/>
        <a:lstStyle/>
        <a:p>
          <a:endParaRPr lang="zh-CN" altLang="en-US"/>
        </a:p>
      </dgm:t>
    </dgm:pt>
    <dgm:pt modelId="{EB0EA526-41BA-43FA-B0B5-70006A9140C5}" type="pres">
      <dgm:prSet presAssocID="{F83C0E5C-7B5D-49EB-ADEC-574DB4980F75}" presName="sibTrans" presStyleCnt="0"/>
      <dgm:spPr/>
    </dgm:pt>
    <dgm:pt modelId="{4D2F705A-820D-4294-B1E3-6D9083E734D9}" type="pres">
      <dgm:prSet presAssocID="{7CCD75DB-00BB-429F-AA07-E3EC5E6F0470}" presName="textNode" presStyleLbl="node1" presStyleIdx="1" presStyleCnt="5">
        <dgm:presLayoutVars>
          <dgm:bulletEnabled val="1"/>
        </dgm:presLayoutVars>
      </dgm:prSet>
      <dgm:spPr/>
      <dgm:t>
        <a:bodyPr/>
        <a:lstStyle/>
        <a:p>
          <a:endParaRPr lang="zh-CN" altLang="en-US"/>
        </a:p>
      </dgm:t>
    </dgm:pt>
    <dgm:pt modelId="{800DE367-3884-498C-9E84-89C5A7498FD0}" type="pres">
      <dgm:prSet presAssocID="{02BF4F00-2E6B-4D9B-A345-E895DDD0D2D5}" presName="sibTrans" presStyleCnt="0"/>
      <dgm:spPr/>
    </dgm:pt>
    <dgm:pt modelId="{1A56124F-9795-4DC2-9FDA-742701F6AE58}" type="pres">
      <dgm:prSet presAssocID="{13D000F4-3E75-4EF6-96B7-AE4F5427F152}" presName="textNode" presStyleLbl="node1" presStyleIdx="2" presStyleCnt="5">
        <dgm:presLayoutVars>
          <dgm:bulletEnabled val="1"/>
        </dgm:presLayoutVars>
      </dgm:prSet>
      <dgm:spPr/>
      <dgm:t>
        <a:bodyPr/>
        <a:lstStyle/>
        <a:p>
          <a:endParaRPr lang="zh-CN" altLang="en-US"/>
        </a:p>
      </dgm:t>
    </dgm:pt>
    <dgm:pt modelId="{E9F4EC06-CCB9-4741-BC4B-AB5A14F3D247}" type="pres">
      <dgm:prSet presAssocID="{74B3A7ED-4A7B-4E93-B208-630CFC3E22FD}" presName="sibTrans" presStyleCnt="0"/>
      <dgm:spPr/>
    </dgm:pt>
    <dgm:pt modelId="{C6F63C44-A504-4C9F-AD06-BAD0D37C8DE9}" type="pres">
      <dgm:prSet presAssocID="{312669F0-81CD-44A9-AFE0-1DA1D7F852EF}" presName="textNode" presStyleLbl="node1" presStyleIdx="3" presStyleCnt="5">
        <dgm:presLayoutVars>
          <dgm:bulletEnabled val="1"/>
        </dgm:presLayoutVars>
      </dgm:prSet>
      <dgm:spPr/>
      <dgm:t>
        <a:bodyPr/>
        <a:lstStyle/>
        <a:p>
          <a:endParaRPr lang="zh-CN" altLang="en-US"/>
        </a:p>
      </dgm:t>
    </dgm:pt>
    <dgm:pt modelId="{A675B02A-405B-4955-906F-F693D68F369B}" type="pres">
      <dgm:prSet presAssocID="{C2E10C7D-EFBA-48D7-92D0-73F8B74DB389}" presName="sibTrans" presStyleCnt="0"/>
      <dgm:spPr/>
    </dgm:pt>
    <dgm:pt modelId="{4D884F13-2805-4B45-AD3A-6FDBF8931EC7}" type="pres">
      <dgm:prSet presAssocID="{17EC7241-061F-4263-8B9A-050C0944C343}" presName="textNode" presStyleLbl="node1" presStyleIdx="4" presStyleCnt="5">
        <dgm:presLayoutVars>
          <dgm:bulletEnabled val="1"/>
        </dgm:presLayoutVars>
      </dgm:prSet>
      <dgm:spPr/>
      <dgm:t>
        <a:bodyPr/>
        <a:lstStyle/>
        <a:p>
          <a:endParaRPr lang="zh-CN" altLang="en-US"/>
        </a:p>
      </dgm:t>
    </dgm:pt>
  </dgm:ptLst>
  <dgm:cxnLst>
    <dgm:cxn modelId="{B3AF92B8-1A83-411A-ADC5-781450F6BFCE}" type="presOf" srcId="{C8D2C844-06B7-418B-9825-672707987372}" destId="{DB215C77-9F40-43E7-8489-CA7AD6516DE9}" srcOrd="0" destOrd="0" presId="urn:microsoft.com/office/officeart/2005/8/layout/hProcess9"/>
    <dgm:cxn modelId="{BF0437BA-9EB2-4E11-B790-A74DD3B09BA7}" type="presOf" srcId="{13D000F4-3E75-4EF6-96B7-AE4F5427F152}" destId="{1A56124F-9795-4DC2-9FDA-742701F6AE58}" srcOrd="0" destOrd="0" presId="urn:microsoft.com/office/officeart/2005/8/layout/hProcess9"/>
    <dgm:cxn modelId="{AB1DAAD7-0C44-4D4A-BAF0-663596174D2E}" type="presOf" srcId="{17EC7241-061F-4263-8B9A-050C0944C343}" destId="{4D884F13-2805-4B45-AD3A-6FDBF8931EC7}" srcOrd="0" destOrd="0" presId="urn:microsoft.com/office/officeart/2005/8/layout/hProcess9"/>
    <dgm:cxn modelId="{E667AC6A-095D-48D3-978B-151667E16420}" srcId="{4DEAADD8-A736-4333-8983-2D57A3F80242}" destId="{312669F0-81CD-44A9-AFE0-1DA1D7F852EF}" srcOrd="3" destOrd="0" parTransId="{CF9D8BD7-4F78-466F-B136-47A63567F2E8}" sibTransId="{C2E10C7D-EFBA-48D7-92D0-73F8B74DB389}"/>
    <dgm:cxn modelId="{BEEB6E55-818A-4AA9-9142-03520BD25BA8}" type="presOf" srcId="{4DEAADD8-A736-4333-8983-2D57A3F80242}" destId="{14C745A2-7479-43DC-9CFD-E9747C5D1F29}" srcOrd="0" destOrd="0" presId="urn:microsoft.com/office/officeart/2005/8/layout/hProcess9"/>
    <dgm:cxn modelId="{71EFE2D9-D478-4B01-A73B-0ADA84EB76F9}" type="presOf" srcId="{312669F0-81CD-44A9-AFE0-1DA1D7F852EF}" destId="{C6F63C44-A504-4C9F-AD06-BAD0D37C8DE9}" srcOrd="0" destOrd="0" presId="urn:microsoft.com/office/officeart/2005/8/layout/hProcess9"/>
    <dgm:cxn modelId="{D0025EBE-65BC-4AF7-8AC2-855845BC7E57}" type="presOf" srcId="{7CCD75DB-00BB-429F-AA07-E3EC5E6F0470}" destId="{4D2F705A-820D-4294-B1E3-6D9083E734D9}" srcOrd="0" destOrd="0" presId="urn:microsoft.com/office/officeart/2005/8/layout/hProcess9"/>
    <dgm:cxn modelId="{DD33D2E4-5A3C-47AB-ABDD-9BBB0BB8A4CE}" srcId="{4DEAADD8-A736-4333-8983-2D57A3F80242}" destId="{17EC7241-061F-4263-8B9A-050C0944C343}" srcOrd="4" destOrd="0" parTransId="{3EA4BA0E-6BFB-4381-BEF5-DA174711BDD8}" sibTransId="{8EC7662A-DBC7-410E-BD47-8DEA74593D69}"/>
    <dgm:cxn modelId="{F1BB7E12-9060-4FAC-AF1C-35C285144EA8}" srcId="{4DEAADD8-A736-4333-8983-2D57A3F80242}" destId="{13D000F4-3E75-4EF6-96B7-AE4F5427F152}" srcOrd="2" destOrd="0" parTransId="{F10576BF-5A34-4824-B5C7-533A5A17F309}" sibTransId="{74B3A7ED-4A7B-4E93-B208-630CFC3E22FD}"/>
    <dgm:cxn modelId="{6F569D9D-2FE6-48EC-8A7B-4CB82B7C4BF3}" srcId="{4DEAADD8-A736-4333-8983-2D57A3F80242}" destId="{C8D2C844-06B7-418B-9825-672707987372}" srcOrd="0" destOrd="0" parTransId="{BD943136-B770-473F-AD17-83B43F1515EE}" sibTransId="{F83C0E5C-7B5D-49EB-ADEC-574DB4980F75}"/>
    <dgm:cxn modelId="{4E7F454D-6610-4328-BED5-D1379171FCCB}" srcId="{4DEAADD8-A736-4333-8983-2D57A3F80242}" destId="{7CCD75DB-00BB-429F-AA07-E3EC5E6F0470}" srcOrd="1" destOrd="0" parTransId="{5C75617C-58B3-415E-8E1B-BC30DD6901E7}" sibTransId="{02BF4F00-2E6B-4D9B-A345-E895DDD0D2D5}"/>
    <dgm:cxn modelId="{A06A7A4A-20E1-4B68-8895-E6EE0C3041F7}" type="presParOf" srcId="{14C745A2-7479-43DC-9CFD-E9747C5D1F29}" destId="{77233AD5-DC93-4F33-A602-B4AC82BB23D0}" srcOrd="0" destOrd="0" presId="urn:microsoft.com/office/officeart/2005/8/layout/hProcess9"/>
    <dgm:cxn modelId="{5E88739B-9134-4D98-B2BA-87D04CD0BEBC}" type="presParOf" srcId="{14C745A2-7479-43DC-9CFD-E9747C5D1F29}" destId="{38D7F7AC-7C3E-4469-9BA3-C0B54BBD8763}" srcOrd="1" destOrd="0" presId="urn:microsoft.com/office/officeart/2005/8/layout/hProcess9"/>
    <dgm:cxn modelId="{53A08811-2C54-43A0-B894-1C1914CCE67D}" type="presParOf" srcId="{38D7F7AC-7C3E-4469-9BA3-C0B54BBD8763}" destId="{DB215C77-9F40-43E7-8489-CA7AD6516DE9}" srcOrd="0" destOrd="0" presId="urn:microsoft.com/office/officeart/2005/8/layout/hProcess9"/>
    <dgm:cxn modelId="{A89D5628-CADE-4165-9B33-C5CB02BE72FC}" type="presParOf" srcId="{38D7F7AC-7C3E-4469-9BA3-C0B54BBD8763}" destId="{EB0EA526-41BA-43FA-B0B5-70006A9140C5}" srcOrd="1" destOrd="0" presId="urn:microsoft.com/office/officeart/2005/8/layout/hProcess9"/>
    <dgm:cxn modelId="{C0F87C9C-F295-48A0-BE80-18F9A07B541F}" type="presParOf" srcId="{38D7F7AC-7C3E-4469-9BA3-C0B54BBD8763}" destId="{4D2F705A-820D-4294-B1E3-6D9083E734D9}" srcOrd="2" destOrd="0" presId="urn:microsoft.com/office/officeart/2005/8/layout/hProcess9"/>
    <dgm:cxn modelId="{0C49BA21-E591-4D5C-A9AF-3258609C3355}" type="presParOf" srcId="{38D7F7AC-7C3E-4469-9BA3-C0B54BBD8763}" destId="{800DE367-3884-498C-9E84-89C5A7498FD0}" srcOrd="3" destOrd="0" presId="urn:microsoft.com/office/officeart/2005/8/layout/hProcess9"/>
    <dgm:cxn modelId="{3530FF94-C64C-48C1-AA38-A4D7BC6E9E3B}" type="presParOf" srcId="{38D7F7AC-7C3E-4469-9BA3-C0B54BBD8763}" destId="{1A56124F-9795-4DC2-9FDA-742701F6AE58}" srcOrd="4" destOrd="0" presId="urn:microsoft.com/office/officeart/2005/8/layout/hProcess9"/>
    <dgm:cxn modelId="{DB8C6698-CD80-4109-AA07-3C938A76D4A7}" type="presParOf" srcId="{38D7F7AC-7C3E-4469-9BA3-C0B54BBD8763}" destId="{E9F4EC06-CCB9-4741-BC4B-AB5A14F3D247}" srcOrd="5" destOrd="0" presId="urn:microsoft.com/office/officeart/2005/8/layout/hProcess9"/>
    <dgm:cxn modelId="{61C74CBB-6BE7-487C-83F9-D92F1A30B246}" type="presParOf" srcId="{38D7F7AC-7C3E-4469-9BA3-C0B54BBD8763}" destId="{C6F63C44-A504-4C9F-AD06-BAD0D37C8DE9}" srcOrd="6" destOrd="0" presId="urn:microsoft.com/office/officeart/2005/8/layout/hProcess9"/>
    <dgm:cxn modelId="{2F0F59D4-1F1C-41D6-8D66-E868EC6EBC55}" type="presParOf" srcId="{38D7F7AC-7C3E-4469-9BA3-C0B54BBD8763}" destId="{A675B02A-405B-4955-906F-F693D68F369B}" srcOrd="7" destOrd="0" presId="urn:microsoft.com/office/officeart/2005/8/layout/hProcess9"/>
    <dgm:cxn modelId="{3A7F5A18-36BD-4287-BD2D-22D5F733FB00}" type="presParOf" srcId="{38D7F7AC-7C3E-4469-9BA3-C0B54BBD8763}" destId="{4D884F13-2805-4B45-AD3A-6FDBF8931EC7}"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F40C0EA-1AEF-410C-9704-BC9290FE6D97}" type="doc">
      <dgm:prSet loTypeId="urn:microsoft.com/office/officeart/2005/8/layout/chevron1" loCatId="process" qsTypeId="urn:microsoft.com/office/officeart/2005/8/quickstyle/simple1" qsCatId="simple" csTypeId="urn:microsoft.com/office/officeart/2005/8/colors/colorful4" csCatId="colorful" phldr="1"/>
      <dgm:spPr/>
      <dgm:t>
        <a:bodyPr/>
        <a:lstStyle/>
        <a:p>
          <a:endParaRPr lang="zh-CN" altLang="en-US"/>
        </a:p>
      </dgm:t>
    </dgm:pt>
    <dgm:pt modelId="{8DE9A8F7-4B01-4D2E-84A9-52923386333E}">
      <dgm:prSet phldrT="[文本]" custT="1"/>
      <dgm:spPr/>
      <dgm:t>
        <a:bodyPr/>
        <a:lstStyle/>
        <a:p>
          <a:r>
            <a:rPr lang="zh-CN" altLang="en-US" sz="1800" b="1" dirty="0" smtClean="0"/>
            <a:t>概述</a:t>
          </a:r>
          <a:endParaRPr lang="zh-CN" altLang="en-US" sz="1800" b="1" dirty="0"/>
        </a:p>
      </dgm:t>
    </dgm:pt>
    <dgm:pt modelId="{9C4A2899-3F08-4283-8896-BF95FF390C3E}" type="parTrans" cxnId="{935E590E-05D0-48D0-85DA-66A2EA315D9B}">
      <dgm:prSet/>
      <dgm:spPr/>
      <dgm:t>
        <a:bodyPr/>
        <a:lstStyle/>
        <a:p>
          <a:endParaRPr lang="zh-CN" altLang="en-US" sz="1800" b="1"/>
        </a:p>
      </dgm:t>
    </dgm:pt>
    <dgm:pt modelId="{103BEA53-2C68-44B1-A37C-106F49A5B013}" type="sibTrans" cxnId="{935E590E-05D0-48D0-85DA-66A2EA315D9B}">
      <dgm:prSet/>
      <dgm:spPr/>
      <dgm:t>
        <a:bodyPr/>
        <a:lstStyle/>
        <a:p>
          <a:endParaRPr lang="zh-CN" altLang="en-US" sz="1800" b="1"/>
        </a:p>
      </dgm:t>
    </dgm:pt>
    <dgm:pt modelId="{F8857BDA-BAF1-40CF-A191-C29BED76D092}">
      <dgm:prSet phldrT="[文本]" custT="1"/>
      <dgm:spPr/>
      <dgm:t>
        <a:bodyPr/>
        <a:lstStyle/>
        <a:p>
          <a:r>
            <a:rPr lang="zh-CN" altLang="en-US" sz="1800" b="1" dirty="0" smtClean="0"/>
            <a:t>嵌入式系统的开发方式</a:t>
          </a:r>
          <a:endParaRPr lang="zh-CN" altLang="en-US" sz="1800" b="1" dirty="0"/>
        </a:p>
      </dgm:t>
    </dgm:pt>
    <dgm:pt modelId="{48FD48A6-EDF9-42D5-B11C-98E022EEB4AE}" type="parTrans" cxnId="{FCE006D7-4239-4CCA-8D69-F865686F4F01}">
      <dgm:prSet/>
      <dgm:spPr/>
      <dgm:t>
        <a:bodyPr/>
        <a:lstStyle/>
        <a:p>
          <a:endParaRPr lang="zh-CN" altLang="en-US" sz="1800" b="1"/>
        </a:p>
      </dgm:t>
    </dgm:pt>
    <dgm:pt modelId="{21E2E9A0-44A9-4761-AF75-1B543BCA2FB1}" type="sibTrans" cxnId="{FCE006D7-4239-4CCA-8D69-F865686F4F01}">
      <dgm:prSet/>
      <dgm:spPr/>
      <dgm:t>
        <a:bodyPr/>
        <a:lstStyle/>
        <a:p>
          <a:endParaRPr lang="zh-CN" altLang="en-US" sz="1800" b="1"/>
        </a:p>
      </dgm:t>
    </dgm:pt>
    <dgm:pt modelId="{93C61C1E-B023-4437-8DE0-5442F057D6BE}">
      <dgm:prSet phldrT="[文本]" custT="1"/>
      <dgm:spPr/>
      <dgm:t>
        <a:bodyPr/>
        <a:lstStyle/>
        <a:p>
          <a:r>
            <a:rPr lang="zh-CN" altLang="en-US" sz="1800" b="1" dirty="0" smtClean="0"/>
            <a:t>嵌入式操作系统的概念</a:t>
          </a:r>
          <a:endParaRPr lang="zh-CN" altLang="en-US" sz="1800" b="1" dirty="0"/>
        </a:p>
      </dgm:t>
    </dgm:pt>
    <dgm:pt modelId="{6F2717A4-D41B-4D68-91EA-6E73EFFBF985}" type="parTrans" cxnId="{7522FD7A-F758-4F22-B490-74321D5929FE}">
      <dgm:prSet/>
      <dgm:spPr/>
      <dgm:t>
        <a:bodyPr/>
        <a:lstStyle/>
        <a:p>
          <a:endParaRPr lang="zh-CN" altLang="en-US" sz="1800" b="1"/>
        </a:p>
      </dgm:t>
    </dgm:pt>
    <dgm:pt modelId="{E21E7206-06F0-4182-9D37-28C856A60D49}" type="sibTrans" cxnId="{7522FD7A-F758-4F22-B490-74321D5929FE}">
      <dgm:prSet/>
      <dgm:spPr/>
      <dgm:t>
        <a:bodyPr/>
        <a:lstStyle/>
        <a:p>
          <a:endParaRPr lang="zh-CN" altLang="en-US" sz="1800" b="1"/>
        </a:p>
      </dgm:t>
    </dgm:pt>
    <dgm:pt modelId="{FA13F312-ADB1-4E68-AFB6-36BD0C46A31D}">
      <dgm:prSet phldrT="[文本]" custT="1"/>
      <dgm:spPr/>
      <dgm:t>
        <a:bodyPr/>
        <a:lstStyle/>
        <a:p>
          <a:r>
            <a:rPr lang="zh-CN" altLang="en-US" sz="1800" b="1" dirty="0" smtClean="0"/>
            <a:t>计算机操作系统</a:t>
          </a:r>
          <a:endParaRPr lang="zh-CN" altLang="en-US" sz="1800" b="1" dirty="0"/>
        </a:p>
      </dgm:t>
    </dgm:pt>
    <dgm:pt modelId="{5E9095FC-6766-4422-B5CC-436E299281A7}" type="parTrans" cxnId="{7AA2D853-D5D2-4075-9759-27843B953074}">
      <dgm:prSet/>
      <dgm:spPr/>
      <dgm:t>
        <a:bodyPr/>
        <a:lstStyle/>
        <a:p>
          <a:endParaRPr lang="zh-CN" altLang="en-US" sz="1800" b="1"/>
        </a:p>
      </dgm:t>
    </dgm:pt>
    <dgm:pt modelId="{5978120C-D923-4C5B-81CC-832EB8068DBF}" type="sibTrans" cxnId="{7AA2D853-D5D2-4075-9759-27843B953074}">
      <dgm:prSet/>
      <dgm:spPr/>
      <dgm:t>
        <a:bodyPr/>
        <a:lstStyle/>
        <a:p>
          <a:endParaRPr lang="zh-CN" altLang="en-US" sz="1800" b="1"/>
        </a:p>
      </dgm:t>
    </dgm:pt>
    <dgm:pt modelId="{9774653A-D84B-4772-AAFD-AA66D7938013}">
      <dgm:prSet phldrT="[文本]" custT="1"/>
      <dgm:spPr/>
      <dgm:t>
        <a:bodyPr/>
        <a:lstStyle/>
        <a:p>
          <a:r>
            <a:rPr lang="zh-CN" sz="1800" b="1" dirty="0" smtClean="0"/>
            <a:t>嵌入式实时操作系统</a:t>
          </a:r>
          <a:r>
            <a:rPr lang="en-US" sz="1800" b="1" dirty="0" err="1" smtClean="0"/>
            <a:t>uC</a:t>
          </a:r>
          <a:r>
            <a:rPr lang="en-US" sz="1800" b="1" dirty="0" smtClean="0"/>
            <a:t>/OS-III</a:t>
          </a:r>
          <a:endParaRPr lang="zh-CN" altLang="en-US" sz="1800" b="1" dirty="0"/>
        </a:p>
      </dgm:t>
    </dgm:pt>
    <dgm:pt modelId="{7D2ED302-54AC-45C5-875B-CA3958846C88}" type="parTrans" cxnId="{A3C513E0-3D1E-4182-9E48-91DD264FCBF4}">
      <dgm:prSet/>
      <dgm:spPr/>
      <dgm:t>
        <a:bodyPr/>
        <a:lstStyle/>
        <a:p>
          <a:endParaRPr lang="zh-CN" altLang="en-US" sz="1800" b="1"/>
        </a:p>
      </dgm:t>
    </dgm:pt>
    <dgm:pt modelId="{E9587D88-F7DC-493A-9316-E5865BDBBF50}" type="sibTrans" cxnId="{A3C513E0-3D1E-4182-9E48-91DD264FCBF4}">
      <dgm:prSet/>
      <dgm:spPr/>
      <dgm:t>
        <a:bodyPr/>
        <a:lstStyle/>
        <a:p>
          <a:endParaRPr lang="zh-CN" altLang="en-US" sz="1800" b="1"/>
        </a:p>
      </dgm:t>
    </dgm:pt>
    <dgm:pt modelId="{F6731B4F-7A12-45A5-BFE6-A1FB686725E2}">
      <dgm:prSet phldrT="[文本]" custT="1"/>
      <dgm:spPr/>
      <dgm:t>
        <a:bodyPr/>
        <a:lstStyle/>
        <a:p>
          <a:r>
            <a:rPr lang="en-US" sz="1800" b="1" dirty="0" err="1" smtClean="0"/>
            <a:t>uC</a:t>
          </a:r>
          <a:r>
            <a:rPr lang="en-US" sz="1800" b="1" dirty="0" smtClean="0"/>
            <a:t>/OS-III</a:t>
          </a:r>
          <a:r>
            <a:rPr lang="zh-CN" sz="1800" b="1" dirty="0" smtClean="0"/>
            <a:t>的任务</a:t>
          </a:r>
          <a:endParaRPr lang="zh-CN" altLang="en-US" sz="1800" b="1" dirty="0"/>
        </a:p>
      </dgm:t>
    </dgm:pt>
    <dgm:pt modelId="{3E5A3634-70DB-46EF-9003-8379EF8E683F}" type="parTrans" cxnId="{1D3E832D-A5F1-4783-9DD7-E9BC3FFB6BDB}">
      <dgm:prSet/>
      <dgm:spPr/>
      <dgm:t>
        <a:bodyPr/>
        <a:lstStyle/>
        <a:p>
          <a:endParaRPr lang="zh-CN" altLang="en-US" sz="1800" b="1"/>
        </a:p>
      </dgm:t>
    </dgm:pt>
    <dgm:pt modelId="{3C252903-797E-476E-B350-82C0DB8106A7}" type="sibTrans" cxnId="{1D3E832D-A5F1-4783-9DD7-E9BC3FFB6BDB}">
      <dgm:prSet/>
      <dgm:spPr/>
      <dgm:t>
        <a:bodyPr/>
        <a:lstStyle/>
        <a:p>
          <a:endParaRPr lang="zh-CN" altLang="en-US" sz="1800" b="1"/>
        </a:p>
      </dgm:t>
    </dgm:pt>
    <dgm:pt modelId="{AC30A714-0583-43B1-9207-C3209C6C8298}">
      <dgm:prSet phldrT="[文本]" custT="1"/>
      <dgm:spPr/>
      <dgm:t>
        <a:bodyPr/>
        <a:lstStyle/>
        <a:p>
          <a:r>
            <a:rPr lang="zh-CN" altLang="en-US" sz="1800" b="1" dirty="0" smtClean="0"/>
            <a:t>计算机系统的分层设计思想</a:t>
          </a:r>
          <a:endParaRPr lang="zh-CN" altLang="en-US" sz="1800" b="1" dirty="0"/>
        </a:p>
      </dgm:t>
    </dgm:pt>
    <dgm:pt modelId="{DB20F67D-2A87-4C03-A1A6-0A751718CDC4}" type="parTrans" cxnId="{3D7D45D6-8BFE-4228-83AF-1C2029FBDDF3}">
      <dgm:prSet/>
      <dgm:spPr/>
      <dgm:t>
        <a:bodyPr/>
        <a:lstStyle/>
        <a:p>
          <a:endParaRPr lang="zh-CN" altLang="en-US" sz="1800" b="1"/>
        </a:p>
      </dgm:t>
    </dgm:pt>
    <dgm:pt modelId="{7138368E-02E8-4670-9E48-C3A6FF13BAD2}" type="sibTrans" cxnId="{3D7D45D6-8BFE-4228-83AF-1C2029FBDDF3}">
      <dgm:prSet/>
      <dgm:spPr/>
      <dgm:t>
        <a:bodyPr/>
        <a:lstStyle/>
        <a:p>
          <a:endParaRPr lang="zh-CN" altLang="en-US" sz="1800" b="1"/>
        </a:p>
      </dgm:t>
    </dgm:pt>
    <dgm:pt modelId="{28F01B1F-D52F-4E8F-BCF1-694D1EEA61F2}">
      <dgm:prSet phldrT="[文本]" custT="1"/>
      <dgm:spPr/>
      <dgm:t>
        <a:bodyPr/>
        <a:lstStyle/>
        <a:p>
          <a:r>
            <a:rPr lang="zh-CN" altLang="en-US" sz="1800" b="1" smtClean="0"/>
            <a:t>嵌入式操作系统</a:t>
          </a:r>
          <a:endParaRPr lang="zh-CN" altLang="en-US" sz="1800" b="1" dirty="0"/>
        </a:p>
      </dgm:t>
    </dgm:pt>
    <dgm:pt modelId="{E01DCD87-7312-483E-B5B5-3367E82FE2FE}" type="parTrans" cxnId="{53CB0020-33A5-4AB1-84AA-09F8F3391693}">
      <dgm:prSet/>
      <dgm:spPr/>
      <dgm:t>
        <a:bodyPr/>
        <a:lstStyle/>
        <a:p>
          <a:endParaRPr lang="zh-CN" altLang="en-US" sz="1800" b="1"/>
        </a:p>
      </dgm:t>
    </dgm:pt>
    <dgm:pt modelId="{AACB9294-D886-4D63-9F3D-F768EF6F7226}" type="sibTrans" cxnId="{53CB0020-33A5-4AB1-84AA-09F8F3391693}">
      <dgm:prSet/>
      <dgm:spPr/>
      <dgm:t>
        <a:bodyPr/>
        <a:lstStyle/>
        <a:p>
          <a:endParaRPr lang="zh-CN" altLang="en-US" sz="1800" b="1"/>
        </a:p>
      </dgm:t>
    </dgm:pt>
    <dgm:pt modelId="{E3E433B4-0C92-40F9-B6E7-BBEE71C1DC08}">
      <dgm:prSet phldrT="[文本]" custT="1"/>
      <dgm:spPr/>
      <dgm:t>
        <a:bodyPr/>
        <a:lstStyle/>
        <a:p>
          <a:r>
            <a:rPr lang="zh-CN" altLang="en-US" sz="1800" b="1" dirty="0" smtClean="0"/>
            <a:t>嵌入式操作系统的分类</a:t>
          </a:r>
          <a:endParaRPr lang="zh-CN" altLang="en-US" sz="1800" b="1" dirty="0"/>
        </a:p>
      </dgm:t>
    </dgm:pt>
    <dgm:pt modelId="{93C06A2C-8AF1-439B-942C-99EB12DB54CF}" type="parTrans" cxnId="{181A5B32-257F-4E66-80F0-90063F4A6DA7}">
      <dgm:prSet/>
      <dgm:spPr/>
      <dgm:t>
        <a:bodyPr/>
        <a:lstStyle/>
        <a:p>
          <a:endParaRPr lang="zh-CN" altLang="en-US" sz="1800" b="1"/>
        </a:p>
      </dgm:t>
    </dgm:pt>
    <dgm:pt modelId="{DEEFB661-F37C-4F16-96AC-CDD0513BFAE4}" type="sibTrans" cxnId="{181A5B32-257F-4E66-80F0-90063F4A6DA7}">
      <dgm:prSet/>
      <dgm:spPr/>
      <dgm:t>
        <a:bodyPr/>
        <a:lstStyle/>
        <a:p>
          <a:endParaRPr lang="zh-CN" altLang="en-US" sz="1800" b="1"/>
        </a:p>
      </dgm:t>
    </dgm:pt>
    <dgm:pt modelId="{348ACE7E-44A3-4C51-AC42-0FC61D7E875C}">
      <dgm:prSet phldrT="[文本]" custT="1"/>
      <dgm:spPr/>
      <dgm:t>
        <a:bodyPr/>
        <a:lstStyle/>
        <a:p>
          <a:r>
            <a:rPr lang="en-US" sz="1800" b="1" dirty="0" err="1" smtClean="0"/>
            <a:t>uC</a:t>
          </a:r>
          <a:r>
            <a:rPr lang="en-US" sz="1800" b="1" dirty="0" smtClean="0"/>
            <a:t>/OS-III</a:t>
          </a:r>
          <a:r>
            <a:rPr lang="zh-CN" sz="1800" b="1" dirty="0" smtClean="0"/>
            <a:t>时钟和中断</a:t>
          </a:r>
          <a:endParaRPr lang="zh-CN" altLang="en-US" sz="1800" b="1" dirty="0"/>
        </a:p>
      </dgm:t>
    </dgm:pt>
    <dgm:pt modelId="{B5220C95-5BFC-473A-A9C1-7F4C6D7E1272}" type="parTrans" cxnId="{43B14778-3260-4AFD-A54C-E8DB82EDAA39}">
      <dgm:prSet/>
      <dgm:spPr/>
      <dgm:t>
        <a:bodyPr/>
        <a:lstStyle/>
        <a:p>
          <a:endParaRPr lang="zh-CN" altLang="en-US" sz="1800" b="1"/>
        </a:p>
      </dgm:t>
    </dgm:pt>
    <dgm:pt modelId="{E0F3B6E6-DB3C-489B-97DC-8FB48E7F89AA}" type="sibTrans" cxnId="{43B14778-3260-4AFD-A54C-E8DB82EDAA39}">
      <dgm:prSet/>
      <dgm:spPr/>
      <dgm:t>
        <a:bodyPr/>
        <a:lstStyle/>
        <a:p>
          <a:endParaRPr lang="zh-CN" altLang="en-US" sz="1800" b="1"/>
        </a:p>
      </dgm:t>
    </dgm:pt>
    <dgm:pt modelId="{0D2E6DED-C378-4C6E-A851-B121323D74FB}">
      <dgm:prSet phldrT="[文本]" custT="1"/>
      <dgm:spPr/>
      <dgm:t>
        <a:bodyPr/>
        <a:lstStyle/>
        <a:p>
          <a:r>
            <a:rPr lang="en-US" sz="1800" b="1" dirty="0" err="1" smtClean="0"/>
            <a:t>uC</a:t>
          </a:r>
          <a:r>
            <a:rPr lang="en-US" sz="1800" b="1" dirty="0" smtClean="0"/>
            <a:t>/OS-III</a:t>
          </a:r>
          <a:r>
            <a:rPr lang="zh-CN" sz="1800" b="1" dirty="0" smtClean="0"/>
            <a:t>任务间通信与同步</a:t>
          </a:r>
          <a:endParaRPr lang="zh-CN" altLang="en-US" sz="1800" b="1" dirty="0"/>
        </a:p>
      </dgm:t>
    </dgm:pt>
    <dgm:pt modelId="{1E198C93-2142-41BC-AE6B-C67826953B35}" type="parTrans" cxnId="{9271CC49-99E1-4878-94C8-DCACA55E8592}">
      <dgm:prSet/>
      <dgm:spPr/>
      <dgm:t>
        <a:bodyPr/>
        <a:lstStyle/>
        <a:p>
          <a:endParaRPr lang="zh-CN" altLang="en-US" sz="1800" b="1"/>
        </a:p>
      </dgm:t>
    </dgm:pt>
    <dgm:pt modelId="{B919B92D-25BB-4A81-98B5-DAD185E64CFC}" type="sibTrans" cxnId="{9271CC49-99E1-4878-94C8-DCACA55E8592}">
      <dgm:prSet/>
      <dgm:spPr/>
      <dgm:t>
        <a:bodyPr/>
        <a:lstStyle/>
        <a:p>
          <a:endParaRPr lang="zh-CN" altLang="en-US" sz="1800" b="1"/>
        </a:p>
      </dgm:t>
    </dgm:pt>
    <dgm:pt modelId="{03400C72-95BD-49F6-A38D-1ACBFD7A76A2}">
      <dgm:prSet phldrT="[文本]" custT="1"/>
      <dgm:spPr/>
      <dgm:t>
        <a:bodyPr/>
        <a:lstStyle/>
        <a:p>
          <a:r>
            <a:rPr lang="en-US" sz="1800" b="1" dirty="0" err="1" smtClean="0"/>
            <a:t>uC</a:t>
          </a:r>
          <a:r>
            <a:rPr lang="en-US" sz="1800" b="1" dirty="0" smtClean="0"/>
            <a:t>/OS-III</a:t>
          </a:r>
          <a:r>
            <a:rPr lang="zh-CN" sz="1800" b="1" dirty="0" smtClean="0"/>
            <a:t>移植与应用</a:t>
          </a:r>
          <a:endParaRPr lang="zh-CN" altLang="en-US" sz="1800" b="1" dirty="0"/>
        </a:p>
      </dgm:t>
    </dgm:pt>
    <dgm:pt modelId="{C3E90EFD-471A-498C-A129-6C9DF1B0795A}" type="parTrans" cxnId="{A7DC8D76-44B3-4088-9E0E-A78816E2594A}">
      <dgm:prSet/>
      <dgm:spPr/>
      <dgm:t>
        <a:bodyPr/>
        <a:lstStyle/>
        <a:p>
          <a:endParaRPr lang="zh-CN" altLang="en-US" sz="1800" b="1"/>
        </a:p>
      </dgm:t>
    </dgm:pt>
    <dgm:pt modelId="{BD16DDFE-1BA7-4057-ABB6-52F550F8ECE7}" type="sibTrans" cxnId="{A7DC8D76-44B3-4088-9E0E-A78816E2594A}">
      <dgm:prSet/>
      <dgm:spPr/>
      <dgm:t>
        <a:bodyPr/>
        <a:lstStyle/>
        <a:p>
          <a:endParaRPr lang="zh-CN" altLang="en-US" sz="1800" b="1"/>
        </a:p>
      </dgm:t>
    </dgm:pt>
    <dgm:pt modelId="{7E9247AF-AA9C-4D22-BCED-F839C7A6184D}">
      <dgm:prSet phldrT="[文本]" custT="1"/>
      <dgm:spPr/>
      <dgm:t>
        <a:bodyPr/>
        <a:lstStyle/>
        <a:p>
          <a:r>
            <a:rPr lang="en-US" sz="1800" b="1" dirty="0" err="1" smtClean="0"/>
            <a:t>uC</a:t>
          </a:r>
          <a:r>
            <a:rPr lang="en-US" sz="1800" b="1" dirty="0" smtClean="0"/>
            <a:t>/OS-III</a:t>
          </a:r>
          <a:r>
            <a:rPr lang="zh-CN" sz="1800" b="1" dirty="0" smtClean="0"/>
            <a:t>源码下载</a:t>
          </a:r>
          <a:endParaRPr lang="zh-CN" altLang="en-US" sz="1800" b="1" dirty="0"/>
        </a:p>
      </dgm:t>
    </dgm:pt>
    <dgm:pt modelId="{50B66978-7B9C-41F3-8C16-67A38C934789}" type="parTrans" cxnId="{FB6AE0B5-B24D-4E8E-94C9-42C1860A8E7F}">
      <dgm:prSet/>
      <dgm:spPr/>
      <dgm:t>
        <a:bodyPr/>
        <a:lstStyle/>
        <a:p>
          <a:endParaRPr lang="zh-CN" altLang="en-US" sz="1800" b="1"/>
        </a:p>
      </dgm:t>
    </dgm:pt>
    <dgm:pt modelId="{FE868D97-150D-46BC-BEA4-15FD19E81523}" type="sibTrans" cxnId="{FB6AE0B5-B24D-4E8E-94C9-42C1860A8E7F}">
      <dgm:prSet/>
      <dgm:spPr/>
      <dgm:t>
        <a:bodyPr/>
        <a:lstStyle/>
        <a:p>
          <a:endParaRPr lang="zh-CN" altLang="en-US" sz="1800" b="1"/>
        </a:p>
      </dgm:t>
    </dgm:pt>
    <dgm:pt modelId="{FF406A5B-66DC-4FCF-9969-0A22DB52106B}">
      <dgm:prSet phldrT="[文本]" custT="1"/>
      <dgm:spPr/>
      <dgm:t>
        <a:bodyPr/>
        <a:lstStyle/>
        <a:p>
          <a:r>
            <a:rPr lang="en-US" sz="1800" b="1" dirty="0" err="1" smtClean="0"/>
            <a:t>uC</a:t>
          </a:r>
          <a:r>
            <a:rPr lang="en-US" sz="1800" b="1" dirty="0" smtClean="0"/>
            <a:t>/OS-III</a:t>
          </a:r>
          <a:r>
            <a:rPr lang="zh-CN" sz="1800" b="1" dirty="0" smtClean="0"/>
            <a:t>移植</a:t>
          </a:r>
          <a:endParaRPr lang="zh-CN" altLang="en-US" sz="1800" b="1" dirty="0"/>
        </a:p>
      </dgm:t>
    </dgm:pt>
    <dgm:pt modelId="{A4382ECF-BE11-4935-A70E-77DBB2597FDA}" type="parTrans" cxnId="{C035DEE6-44FB-40A7-A746-CA4A66FA5E3E}">
      <dgm:prSet/>
      <dgm:spPr/>
      <dgm:t>
        <a:bodyPr/>
        <a:lstStyle/>
        <a:p>
          <a:endParaRPr lang="zh-CN" altLang="en-US" sz="1800" b="1"/>
        </a:p>
      </dgm:t>
    </dgm:pt>
    <dgm:pt modelId="{375571D5-B224-4E0E-B245-280787B4B144}" type="sibTrans" cxnId="{C035DEE6-44FB-40A7-A746-CA4A66FA5E3E}">
      <dgm:prSet/>
      <dgm:spPr/>
      <dgm:t>
        <a:bodyPr/>
        <a:lstStyle/>
        <a:p>
          <a:endParaRPr lang="zh-CN" altLang="en-US" sz="1800" b="1"/>
        </a:p>
      </dgm:t>
    </dgm:pt>
    <dgm:pt modelId="{730BA189-E30A-4090-9AB2-A5313AF34ED3}">
      <dgm:prSet phldrT="[文本]" custT="1"/>
      <dgm:spPr/>
      <dgm:t>
        <a:bodyPr/>
        <a:lstStyle/>
        <a:p>
          <a:r>
            <a:rPr lang="en-US" sz="1800" b="1" dirty="0" err="1" smtClean="0"/>
            <a:t>uC</a:t>
          </a:r>
          <a:r>
            <a:rPr lang="en-US" sz="1800" b="1" dirty="0" smtClean="0"/>
            <a:t>/OS-III</a:t>
          </a:r>
          <a:r>
            <a:rPr lang="zh-CN" sz="1800" b="1" dirty="0" smtClean="0"/>
            <a:t>多任务应用实例</a:t>
          </a:r>
          <a:endParaRPr lang="zh-CN" altLang="en-US" sz="1800" b="1" dirty="0"/>
        </a:p>
      </dgm:t>
    </dgm:pt>
    <dgm:pt modelId="{47443638-1F55-4C3E-9436-E8DAD2CFBC9A}" type="parTrans" cxnId="{EC8669A1-2735-4F4E-AFB7-6EB56D66119E}">
      <dgm:prSet/>
      <dgm:spPr/>
      <dgm:t>
        <a:bodyPr/>
        <a:lstStyle/>
        <a:p>
          <a:endParaRPr lang="zh-CN" altLang="en-US" sz="1800" b="1"/>
        </a:p>
      </dgm:t>
    </dgm:pt>
    <dgm:pt modelId="{B00ADE5D-EAEF-45C9-B6D0-36C142C150ED}" type="sibTrans" cxnId="{EC8669A1-2735-4F4E-AFB7-6EB56D66119E}">
      <dgm:prSet/>
      <dgm:spPr/>
      <dgm:t>
        <a:bodyPr/>
        <a:lstStyle/>
        <a:p>
          <a:endParaRPr lang="zh-CN" altLang="en-US" sz="1800" b="1"/>
        </a:p>
      </dgm:t>
    </dgm:pt>
    <dgm:pt modelId="{6DEC6BC3-10A1-4901-BBC1-CE2EFA5314D0}" type="pres">
      <dgm:prSet presAssocID="{EF40C0EA-1AEF-410C-9704-BC9290FE6D97}" presName="Name0" presStyleCnt="0">
        <dgm:presLayoutVars>
          <dgm:dir/>
          <dgm:animLvl val="lvl"/>
          <dgm:resizeHandles val="exact"/>
        </dgm:presLayoutVars>
      </dgm:prSet>
      <dgm:spPr/>
      <dgm:t>
        <a:bodyPr/>
        <a:lstStyle/>
        <a:p>
          <a:endParaRPr lang="zh-CN" altLang="en-US"/>
        </a:p>
      </dgm:t>
    </dgm:pt>
    <dgm:pt modelId="{B81F684E-B787-4F45-92DE-C1B91F3FA12B}" type="pres">
      <dgm:prSet presAssocID="{8DE9A8F7-4B01-4D2E-84A9-52923386333E}" presName="composite" presStyleCnt="0"/>
      <dgm:spPr/>
    </dgm:pt>
    <dgm:pt modelId="{BF6B6F37-8911-4C64-A11A-BD41F6030960}" type="pres">
      <dgm:prSet presAssocID="{8DE9A8F7-4B01-4D2E-84A9-52923386333E}" presName="parTx" presStyleLbl="node1" presStyleIdx="0" presStyleCnt="4">
        <dgm:presLayoutVars>
          <dgm:chMax val="0"/>
          <dgm:chPref val="0"/>
          <dgm:bulletEnabled val="1"/>
        </dgm:presLayoutVars>
      </dgm:prSet>
      <dgm:spPr/>
      <dgm:t>
        <a:bodyPr/>
        <a:lstStyle/>
        <a:p>
          <a:endParaRPr lang="zh-CN" altLang="en-US"/>
        </a:p>
      </dgm:t>
    </dgm:pt>
    <dgm:pt modelId="{336B534F-81DD-4EBD-B28C-DA0109357411}" type="pres">
      <dgm:prSet presAssocID="{8DE9A8F7-4B01-4D2E-84A9-52923386333E}" presName="desTx" presStyleLbl="revTx" presStyleIdx="0" presStyleCnt="4">
        <dgm:presLayoutVars>
          <dgm:bulletEnabled val="1"/>
        </dgm:presLayoutVars>
      </dgm:prSet>
      <dgm:spPr/>
      <dgm:t>
        <a:bodyPr/>
        <a:lstStyle/>
        <a:p>
          <a:endParaRPr lang="zh-CN" altLang="en-US"/>
        </a:p>
      </dgm:t>
    </dgm:pt>
    <dgm:pt modelId="{77198FFB-AD03-44BB-8051-F46D7FDD62A6}" type="pres">
      <dgm:prSet presAssocID="{103BEA53-2C68-44B1-A37C-106F49A5B013}" presName="space" presStyleCnt="0"/>
      <dgm:spPr/>
    </dgm:pt>
    <dgm:pt modelId="{FFFF2AF7-A55A-4408-BBAB-F52859F8354C}" type="pres">
      <dgm:prSet presAssocID="{93C61C1E-B023-4437-8DE0-5442F057D6BE}" presName="composite" presStyleCnt="0"/>
      <dgm:spPr/>
    </dgm:pt>
    <dgm:pt modelId="{1C080614-C0D1-4FC6-BEE3-F64FAD047356}" type="pres">
      <dgm:prSet presAssocID="{93C61C1E-B023-4437-8DE0-5442F057D6BE}" presName="parTx" presStyleLbl="node1" presStyleIdx="1" presStyleCnt="4">
        <dgm:presLayoutVars>
          <dgm:chMax val="0"/>
          <dgm:chPref val="0"/>
          <dgm:bulletEnabled val="1"/>
        </dgm:presLayoutVars>
      </dgm:prSet>
      <dgm:spPr/>
      <dgm:t>
        <a:bodyPr/>
        <a:lstStyle/>
        <a:p>
          <a:endParaRPr lang="zh-CN" altLang="en-US"/>
        </a:p>
      </dgm:t>
    </dgm:pt>
    <dgm:pt modelId="{200832B0-BAC8-4D88-BA4F-A8F75568BB0D}" type="pres">
      <dgm:prSet presAssocID="{93C61C1E-B023-4437-8DE0-5442F057D6BE}" presName="desTx" presStyleLbl="revTx" presStyleIdx="1" presStyleCnt="4">
        <dgm:presLayoutVars>
          <dgm:bulletEnabled val="1"/>
        </dgm:presLayoutVars>
      </dgm:prSet>
      <dgm:spPr/>
      <dgm:t>
        <a:bodyPr/>
        <a:lstStyle/>
        <a:p>
          <a:endParaRPr lang="zh-CN" altLang="en-US"/>
        </a:p>
      </dgm:t>
    </dgm:pt>
    <dgm:pt modelId="{1B944532-04AD-43A4-914C-9744AB1979A3}" type="pres">
      <dgm:prSet presAssocID="{E21E7206-06F0-4182-9D37-28C856A60D49}" presName="space" presStyleCnt="0"/>
      <dgm:spPr/>
    </dgm:pt>
    <dgm:pt modelId="{85C89971-D46A-4F78-891D-9BFDEC155C5F}" type="pres">
      <dgm:prSet presAssocID="{9774653A-D84B-4772-AAFD-AA66D7938013}" presName="composite" presStyleCnt="0"/>
      <dgm:spPr/>
    </dgm:pt>
    <dgm:pt modelId="{A3760265-A986-4C60-B986-79004CA87CEF}" type="pres">
      <dgm:prSet presAssocID="{9774653A-D84B-4772-AAFD-AA66D7938013}" presName="parTx" presStyleLbl="node1" presStyleIdx="2" presStyleCnt="4">
        <dgm:presLayoutVars>
          <dgm:chMax val="0"/>
          <dgm:chPref val="0"/>
          <dgm:bulletEnabled val="1"/>
        </dgm:presLayoutVars>
      </dgm:prSet>
      <dgm:spPr/>
      <dgm:t>
        <a:bodyPr/>
        <a:lstStyle/>
        <a:p>
          <a:endParaRPr lang="zh-CN" altLang="en-US"/>
        </a:p>
      </dgm:t>
    </dgm:pt>
    <dgm:pt modelId="{DC43AB7A-8CAB-456B-938E-CA9F188E9472}" type="pres">
      <dgm:prSet presAssocID="{9774653A-D84B-4772-AAFD-AA66D7938013}" presName="desTx" presStyleLbl="revTx" presStyleIdx="2" presStyleCnt="4">
        <dgm:presLayoutVars>
          <dgm:bulletEnabled val="1"/>
        </dgm:presLayoutVars>
      </dgm:prSet>
      <dgm:spPr/>
      <dgm:t>
        <a:bodyPr/>
        <a:lstStyle/>
        <a:p>
          <a:endParaRPr lang="zh-CN" altLang="en-US"/>
        </a:p>
      </dgm:t>
    </dgm:pt>
    <dgm:pt modelId="{04BED509-B2B0-48FA-9AD6-B2164081ED2B}" type="pres">
      <dgm:prSet presAssocID="{E9587D88-F7DC-493A-9316-E5865BDBBF50}" presName="space" presStyleCnt="0"/>
      <dgm:spPr/>
    </dgm:pt>
    <dgm:pt modelId="{DB4FC829-CD6B-4E45-AD1A-EC83E5D826BE}" type="pres">
      <dgm:prSet presAssocID="{03400C72-95BD-49F6-A38D-1ACBFD7A76A2}" presName="composite" presStyleCnt="0"/>
      <dgm:spPr/>
    </dgm:pt>
    <dgm:pt modelId="{7A44C4D1-DE6B-4485-B99C-CA571EC96FD8}" type="pres">
      <dgm:prSet presAssocID="{03400C72-95BD-49F6-A38D-1ACBFD7A76A2}" presName="parTx" presStyleLbl="node1" presStyleIdx="3" presStyleCnt="4">
        <dgm:presLayoutVars>
          <dgm:chMax val="0"/>
          <dgm:chPref val="0"/>
          <dgm:bulletEnabled val="1"/>
        </dgm:presLayoutVars>
      </dgm:prSet>
      <dgm:spPr/>
      <dgm:t>
        <a:bodyPr/>
        <a:lstStyle/>
        <a:p>
          <a:endParaRPr lang="zh-CN" altLang="en-US"/>
        </a:p>
      </dgm:t>
    </dgm:pt>
    <dgm:pt modelId="{8940B980-7749-435D-92C9-5CB1609B096A}" type="pres">
      <dgm:prSet presAssocID="{03400C72-95BD-49F6-A38D-1ACBFD7A76A2}" presName="desTx" presStyleLbl="revTx" presStyleIdx="3" presStyleCnt="4">
        <dgm:presLayoutVars>
          <dgm:bulletEnabled val="1"/>
        </dgm:presLayoutVars>
      </dgm:prSet>
      <dgm:spPr/>
      <dgm:t>
        <a:bodyPr/>
        <a:lstStyle/>
        <a:p>
          <a:endParaRPr lang="zh-CN" altLang="en-US"/>
        </a:p>
      </dgm:t>
    </dgm:pt>
  </dgm:ptLst>
  <dgm:cxnLst>
    <dgm:cxn modelId="{382FFB5A-65F7-4826-AAF1-6BB6B65DC98B}" type="presOf" srcId="{0D2E6DED-C378-4C6E-A851-B121323D74FB}" destId="{DC43AB7A-8CAB-456B-938E-CA9F188E9472}" srcOrd="0" destOrd="2" presId="urn:microsoft.com/office/officeart/2005/8/layout/chevron1"/>
    <dgm:cxn modelId="{A0D5AB3A-5B66-4138-A85B-D0232A1988FE}" type="presOf" srcId="{AC30A714-0583-43B1-9207-C3209C6C8298}" destId="{336B534F-81DD-4EBD-B28C-DA0109357411}" srcOrd="0" destOrd="1" presId="urn:microsoft.com/office/officeart/2005/8/layout/chevron1"/>
    <dgm:cxn modelId="{FB4C5DFB-6749-451F-A36F-E71036E1C9E9}" type="presOf" srcId="{F8857BDA-BAF1-40CF-A191-C29BED76D092}" destId="{336B534F-81DD-4EBD-B28C-DA0109357411}" srcOrd="0" destOrd="0" presId="urn:microsoft.com/office/officeart/2005/8/layout/chevron1"/>
    <dgm:cxn modelId="{DD87817D-36A3-4392-8721-D7699209D78C}" type="presOf" srcId="{EF40C0EA-1AEF-410C-9704-BC9290FE6D97}" destId="{6DEC6BC3-10A1-4901-BBC1-CE2EFA5314D0}" srcOrd="0" destOrd="0" presId="urn:microsoft.com/office/officeart/2005/8/layout/chevron1"/>
    <dgm:cxn modelId="{A3C513E0-3D1E-4182-9E48-91DD264FCBF4}" srcId="{EF40C0EA-1AEF-410C-9704-BC9290FE6D97}" destId="{9774653A-D84B-4772-AAFD-AA66D7938013}" srcOrd="2" destOrd="0" parTransId="{7D2ED302-54AC-45C5-875B-CA3958846C88}" sibTransId="{E9587D88-F7DC-493A-9316-E5865BDBBF50}"/>
    <dgm:cxn modelId="{935E590E-05D0-48D0-85DA-66A2EA315D9B}" srcId="{EF40C0EA-1AEF-410C-9704-BC9290FE6D97}" destId="{8DE9A8F7-4B01-4D2E-84A9-52923386333E}" srcOrd="0" destOrd="0" parTransId="{9C4A2899-3F08-4283-8896-BF95FF390C3E}" sibTransId="{103BEA53-2C68-44B1-A37C-106F49A5B013}"/>
    <dgm:cxn modelId="{6069DD68-48C2-4702-9E42-7B6BF20EFA0E}" type="presOf" srcId="{03400C72-95BD-49F6-A38D-1ACBFD7A76A2}" destId="{7A44C4D1-DE6B-4485-B99C-CA571EC96FD8}" srcOrd="0" destOrd="0" presId="urn:microsoft.com/office/officeart/2005/8/layout/chevron1"/>
    <dgm:cxn modelId="{AD5A7E82-34F6-4F39-A74B-C73961DAC70D}" type="presOf" srcId="{730BA189-E30A-4090-9AB2-A5313AF34ED3}" destId="{8940B980-7749-435D-92C9-5CB1609B096A}" srcOrd="0" destOrd="2" presId="urn:microsoft.com/office/officeart/2005/8/layout/chevron1"/>
    <dgm:cxn modelId="{1D3E832D-A5F1-4783-9DD7-E9BC3FFB6BDB}" srcId="{9774653A-D84B-4772-AAFD-AA66D7938013}" destId="{F6731B4F-7A12-45A5-BFE6-A1FB686725E2}" srcOrd="0" destOrd="0" parTransId="{3E5A3634-70DB-46EF-9003-8379EF8E683F}" sibTransId="{3C252903-797E-476E-B350-82C0DB8106A7}"/>
    <dgm:cxn modelId="{A7CD9B5F-61FA-4F1E-B7A3-7332C3BC4A81}" type="presOf" srcId="{E3E433B4-0C92-40F9-B6E7-BBEE71C1DC08}" destId="{200832B0-BAC8-4D88-BA4F-A8F75568BB0D}" srcOrd="0" destOrd="2" presId="urn:microsoft.com/office/officeart/2005/8/layout/chevron1"/>
    <dgm:cxn modelId="{EC8669A1-2735-4F4E-AFB7-6EB56D66119E}" srcId="{03400C72-95BD-49F6-A38D-1ACBFD7A76A2}" destId="{730BA189-E30A-4090-9AB2-A5313AF34ED3}" srcOrd="2" destOrd="0" parTransId="{47443638-1F55-4C3E-9436-E8DAD2CFBC9A}" sibTransId="{B00ADE5D-EAEF-45C9-B6D0-36C142C150ED}"/>
    <dgm:cxn modelId="{4B8FA3A7-C4CF-4D53-85CE-D8002BC6BF8F}" type="presOf" srcId="{7E9247AF-AA9C-4D22-BCED-F839C7A6184D}" destId="{8940B980-7749-435D-92C9-5CB1609B096A}" srcOrd="0" destOrd="0" presId="urn:microsoft.com/office/officeart/2005/8/layout/chevron1"/>
    <dgm:cxn modelId="{3CC818AA-DB66-491F-A3BA-E11AC2098E20}" type="presOf" srcId="{348ACE7E-44A3-4C51-AC42-0FC61D7E875C}" destId="{DC43AB7A-8CAB-456B-938E-CA9F188E9472}" srcOrd="0" destOrd="1" presId="urn:microsoft.com/office/officeart/2005/8/layout/chevron1"/>
    <dgm:cxn modelId="{A882EF89-3C08-4320-A781-3649FFD415EB}" type="presOf" srcId="{93C61C1E-B023-4437-8DE0-5442F057D6BE}" destId="{1C080614-C0D1-4FC6-BEE3-F64FAD047356}" srcOrd="0" destOrd="0" presId="urn:microsoft.com/office/officeart/2005/8/layout/chevron1"/>
    <dgm:cxn modelId="{78186012-2A16-408D-B3A2-B00FE56AA6A0}" type="presOf" srcId="{8DE9A8F7-4B01-4D2E-84A9-52923386333E}" destId="{BF6B6F37-8911-4C64-A11A-BD41F6030960}" srcOrd="0" destOrd="0" presId="urn:microsoft.com/office/officeart/2005/8/layout/chevron1"/>
    <dgm:cxn modelId="{4AD904AD-CF03-4B1B-811F-A7707940B9BB}" type="presOf" srcId="{FA13F312-ADB1-4E68-AFB6-36BD0C46A31D}" destId="{200832B0-BAC8-4D88-BA4F-A8F75568BB0D}" srcOrd="0" destOrd="0" presId="urn:microsoft.com/office/officeart/2005/8/layout/chevron1"/>
    <dgm:cxn modelId="{7AA2D853-D5D2-4075-9759-27843B953074}" srcId="{93C61C1E-B023-4437-8DE0-5442F057D6BE}" destId="{FA13F312-ADB1-4E68-AFB6-36BD0C46A31D}" srcOrd="0" destOrd="0" parTransId="{5E9095FC-6766-4422-B5CC-436E299281A7}" sibTransId="{5978120C-D923-4C5B-81CC-832EB8068DBF}"/>
    <dgm:cxn modelId="{181A5B32-257F-4E66-80F0-90063F4A6DA7}" srcId="{93C61C1E-B023-4437-8DE0-5442F057D6BE}" destId="{E3E433B4-0C92-40F9-B6E7-BBEE71C1DC08}" srcOrd="2" destOrd="0" parTransId="{93C06A2C-8AF1-439B-942C-99EB12DB54CF}" sibTransId="{DEEFB661-F37C-4F16-96AC-CDD0513BFAE4}"/>
    <dgm:cxn modelId="{9271CC49-99E1-4878-94C8-DCACA55E8592}" srcId="{9774653A-D84B-4772-AAFD-AA66D7938013}" destId="{0D2E6DED-C378-4C6E-A851-B121323D74FB}" srcOrd="2" destOrd="0" parTransId="{1E198C93-2142-41BC-AE6B-C67826953B35}" sibTransId="{B919B92D-25BB-4A81-98B5-DAD185E64CFC}"/>
    <dgm:cxn modelId="{EA59D4A7-9B05-477E-A4B9-98B322B5F931}" type="presOf" srcId="{F6731B4F-7A12-45A5-BFE6-A1FB686725E2}" destId="{DC43AB7A-8CAB-456B-938E-CA9F188E9472}" srcOrd="0" destOrd="0" presId="urn:microsoft.com/office/officeart/2005/8/layout/chevron1"/>
    <dgm:cxn modelId="{FB6AE0B5-B24D-4E8E-94C9-42C1860A8E7F}" srcId="{03400C72-95BD-49F6-A38D-1ACBFD7A76A2}" destId="{7E9247AF-AA9C-4D22-BCED-F839C7A6184D}" srcOrd="0" destOrd="0" parTransId="{50B66978-7B9C-41F3-8C16-67A38C934789}" sibTransId="{FE868D97-150D-46BC-BEA4-15FD19E81523}"/>
    <dgm:cxn modelId="{089BAEE9-5458-461E-86FB-DD972C1080E6}" type="presOf" srcId="{FF406A5B-66DC-4FCF-9969-0A22DB52106B}" destId="{8940B980-7749-435D-92C9-5CB1609B096A}" srcOrd="0" destOrd="1" presId="urn:microsoft.com/office/officeart/2005/8/layout/chevron1"/>
    <dgm:cxn modelId="{C035DEE6-44FB-40A7-A746-CA4A66FA5E3E}" srcId="{03400C72-95BD-49F6-A38D-1ACBFD7A76A2}" destId="{FF406A5B-66DC-4FCF-9969-0A22DB52106B}" srcOrd="1" destOrd="0" parTransId="{A4382ECF-BE11-4935-A70E-77DBB2597FDA}" sibTransId="{375571D5-B224-4E0E-B245-280787B4B144}"/>
    <dgm:cxn modelId="{A7DC8D76-44B3-4088-9E0E-A78816E2594A}" srcId="{EF40C0EA-1AEF-410C-9704-BC9290FE6D97}" destId="{03400C72-95BD-49F6-A38D-1ACBFD7A76A2}" srcOrd="3" destOrd="0" parTransId="{C3E90EFD-471A-498C-A129-6C9DF1B0795A}" sibTransId="{BD16DDFE-1BA7-4057-ABB6-52F550F8ECE7}"/>
    <dgm:cxn modelId="{53CB0020-33A5-4AB1-84AA-09F8F3391693}" srcId="{93C61C1E-B023-4437-8DE0-5442F057D6BE}" destId="{28F01B1F-D52F-4E8F-BCF1-694D1EEA61F2}" srcOrd="1" destOrd="0" parTransId="{E01DCD87-7312-483E-B5B5-3367E82FE2FE}" sibTransId="{AACB9294-D886-4D63-9F3D-F768EF6F7226}"/>
    <dgm:cxn modelId="{C37CD9CD-B705-45F1-BA2B-D00FFFA75E9C}" type="presOf" srcId="{9774653A-D84B-4772-AAFD-AA66D7938013}" destId="{A3760265-A986-4C60-B986-79004CA87CEF}" srcOrd="0" destOrd="0" presId="urn:microsoft.com/office/officeart/2005/8/layout/chevron1"/>
    <dgm:cxn modelId="{43B14778-3260-4AFD-A54C-E8DB82EDAA39}" srcId="{9774653A-D84B-4772-AAFD-AA66D7938013}" destId="{348ACE7E-44A3-4C51-AC42-0FC61D7E875C}" srcOrd="1" destOrd="0" parTransId="{B5220C95-5BFC-473A-A9C1-7F4C6D7E1272}" sibTransId="{E0F3B6E6-DB3C-489B-97DC-8FB48E7F89AA}"/>
    <dgm:cxn modelId="{3D7D45D6-8BFE-4228-83AF-1C2029FBDDF3}" srcId="{8DE9A8F7-4B01-4D2E-84A9-52923386333E}" destId="{AC30A714-0583-43B1-9207-C3209C6C8298}" srcOrd="1" destOrd="0" parTransId="{DB20F67D-2A87-4C03-A1A6-0A751718CDC4}" sibTransId="{7138368E-02E8-4670-9E48-C3A6FF13BAD2}"/>
    <dgm:cxn modelId="{A3C5F8A1-774C-4D99-B2D8-F7DF349AC419}" type="presOf" srcId="{28F01B1F-D52F-4E8F-BCF1-694D1EEA61F2}" destId="{200832B0-BAC8-4D88-BA4F-A8F75568BB0D}" srcOrd="0" destOrd="1" presId="urn:microsoft.com/office/officeart/2005/8/layout/chevron1"/>
    <dgm:cxn modelId="{7522FD7A-F758-4F22-B490-74321D5929FE}" srcId="{EF40C0EA-1AEF-410C-9704-BC9290FE6D97}" destId="{93C61C1E-B023-4437-8DE0-5442F057D6BE}" srcOrd="1" destOrd="0" parTransId="{6F2717A4-D41B-4D68-91EA-6E73EFFBF985}" sibTransId="{E21E7206-06F0-4182-9D37-28C856A60D49}"/>
    <dgm:cxn modelId="{FCE006D7-4239-4CCA-8D69-F865686F4F01}" srcId="{8DE9A8F7-4B01-4D2E-84A9-52923386333E}" destId="{F8857BDA-BAF1-40CF-A191-C29BED76D092}" srcOrd="0" destOrd="0" parTransId="{48FD48A6-EDF9-42D5-B11C-98E022EEB4AE}" sibTransId="{21E2E9A0-44A9-4761-AF75-1B543BCA2FB1}"/>
    <dgm:cxn modelId="{DFA8F7AD-485B-476F-B70D-1E36E7A40216}" type="presParOf" srcId="{6DEC6BC3-10A1-4901-BBC1-CE2EFA5314D0}" destId="{B81F684E-B787-4F45-92DE-C1B91F3FA12B}" srcOrd="0" destOrd="0" presId="urn:microsoft.com/office/officeart/2005/8/layout/chevron1"/>
    <dgm:cxn modelId="{24CA9808-D7B5-4AF4-9F2A-26CBC4002AE8}" type="presParOf" srcId="{B81F684E-B787-4F45-92DE-C1B91F3FA12B}" destId="{BF6B6F37-8911-4C64-A11A-BD41F6030960}" srcOrd="0" destOrd="0" presId="urn:microsoft.com/office/officeart/2005/8/layout/chevron1"/>
    <dgm:cxn modelId="{1DF7CB7B-CD59-44AB-AC69-E9491C7044FC}" type="presParOf" srcId="{B81F684E-B787-4F45-92DE-C1B91F3FA12B}" destId="{336B534F-81DD-4EBD-B28C-DA0109357411}" srcOrd="1" destOrd="0" presId="urn:microsoft.com/office/officeart/2005/8/layout/chevron1"/>
    <dgm:cxn modelId="{7C261A7B-A95B-435E-919F-D3513671AF8D}" type="presParOf" srcId="{6DEC6BC3-10A1-4901-BBC1-CE2EFA5314D0}" destId="{77198FFB-AD03-44BB-8051-F46D7FDD62A6}" srcOrd="1" destOrd="0" presId="urn:microsoft.com/office/officeart/2005/8/layout/chevron1"/>
    <dgm:cxn modelId="{1CA51B3E-95E8-4BFC-93E6-6E0FC72B0275}" type="presParOf" srcId="{6DEC6BC3-10A1-4901-BBC1-CE2EFA5314D0}" destId="{FFFF2AF7-A55A-4408-BBAB-F52859F8354C}" srcOrd="2" destOrd="0" presId="urn:microsoft.com/office/officeart/2005/8/layout/chevron1"/>
    <dgm:cxn modelId="{EF07E8F8-AB18-4388-A699-7F98D874DD04}" type="presParOf" srcId="{FFFF2AF7-A55A-4408-BBAB-F52859F8354C}" destId="{1C080614-C0D1-4FC6-BEE3-F64FAD047356}" srcOrd="0" destOrd="0" presId="urn:microsoft.com/office/officeart/2005/8/layout/chevron1"/>
    <dgm:cxn modelId="{658D760E-B59E-48D4-AA32-7B2097546F7F}" type="presParOf" srcId="{FFFF2AF7-A55A-4408-BBAB-F52859F8354C}" destId="{200832B0-BAC8-4D88-BA4F-A8F75568BB0D}" srcOrd="1" destOrd="0" presId="urn:microsoft.com/office/officeart/2005/8/layout/chevron1"/>
    <dgm:cxn modelId="{9A92091F-2240-47FF-985E-9F4992DF54DF}" type="presParOf" srcId="{6DEC6BC3-10A1-4901-BBC1-CE2EFA5314D0}" destId="{1B944532-04AD-43A4-914C-9744AB1979A3}" srcOrd="3" destOrd="0" presId="urn:microsoft.com/office/officeart/2005/8/layout/chevron1"/>
    <dgm:cxn modelId="{44B24A9A-1852-449B-8CE6-E5C7DDBBC3E3}" type="presParOf" srcId="{6DEC6BC3-10A1-4901-BBC1-CE2EFA5314D0}" destId="{85C89971-D46A-4F78-891D-9BFDEC155C5F}" srcOrd="4" destOrd="0" presId="urn:microsoft.com/office/officeart/2005/8/layout/chevron1"/>
    <dgm:cxn modelId="{C361B1B6-3991-45F7-AB2E-52D1F25BCFC0}" type="presParOf" srcId="{85C89971-D46A-4F78-891D-9BFDEC155C5F}" destId="{A3760265-A986-4C60-B986-79004CA87CEF}" srcOrd="0" destOrd="0" presId="urn:microsoft.com/office/officeart/2005/8/layout/chevron1"/>
    <dgm:cxn modelId="{88EF6BC0-FFAF-40A3-9332-6E24E2664C10}" type="presParOf" srcId="{85C89971-D46A-4F78-891D-9BFDEC155C5F}" destId="{DC43AB7A-8CAB-456B-938E-CA9F188E9472}" srcOrd="1" destOrd="0" presId="urn:microsoft.com/office/officeart/2005/8/layout/chevron1"/>
    <dgm:cxn modelId="{D8A85097-64C1-4552-999C-A77DB323A7BF}" type="presParOf" srcId="{6DEC6BC3-10A1-4901-BBC1-CE2EFA5314D0}" destId="{04BED509-B2B0-48FA-9AD6-B2164081ED2B}" srcOrd="5" destOrd="0" presId="urn:microsoft.com/office/officeart/2005/8/layout/chevron1"/>
    <dgm:cxn modelId="{998F75B1-0BDB-4721-B15E-303645780DD3}" type="presParOf" srcId="{6DEC6BC3-10A1-4901-BBC1-CE2EFA5314D0}" destId="{DB4FC829-CD6B-4E45-AD1A-EC83E5D826BE}" srcOrd="6" destOrd="0" presId="urn:microsoft.com/office/officeart/2005/8/layout/chevron1"/>
    <dgm:cxn modelId="{429582ED-795D-4DE6-AE0A-453458A526D4}" type="presParOf" srcId="{DB4FC829-CD6B-4E45-AD1A-EC83E5D826BE}" destId="{7A44C4D1-DE6B-4485-B99C-CA571EC96FD8}" srcOrd="0" destOrd="0" presId="urn:microsoft.com/office/officeart/2005/8/layout/chevron1"/>
    <dgm:cxn modelId="{8C0FE13D-0A1B-4C00-AAFE-B951B8C2A03D}" type="presParOf" srcId="{DB4FC829-CD6B-4E45-AD1A-EC83E5D826BE}" destId="{8940B980-7749-435D-92C9-5CB1609B096A}"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928F62-77DF-4A10-A392-57EF4AD739BD}">
      <dsp:nvSpPr>
        <dsp:cNvPr id="0" name=""/>
        <dsp:cNvSpPr/>
      </dsp:nvSpPr>
      <dsp:spPr>
        <a:xfrm>
          <a:off x="-2444415" y="-379674"/>
          <a:ext cx="2935365" cy="2935365"/>
        </a:xfrm>
        <a:prstGeom prst="blockArc">
          <a:avLst>
            <a:gd name="adj1" fmla="val 18900000"/>
            <a:gd name="adj2" fmla="val 2700000"/>
            <a:gd name="adj3" fmla="val 736"/>
          </a:avLst>
        </a:pr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3F29F0-99B1-4077-A23A-57EF7D81D466}">
      <dsp:nvSpPr>
        <dsp:cNvPr id="0" name=""/>
        <dsp:cNvSpPr/>
      </dsp:nvSpPr>
      <dsp:spPr>
        <a:xfrm>
          <a:off x="388523" y="185722"/>
          <a:ext cx="5684515" cy="621644"/>
        </a:xfrm>
        <a:prstGeom prst="rect">
          <a:avLst/>
        </a:prstGeom>
        <a:solidFill>
          <a:schemeClr val="accent5">
            <a:lumMod val="75000"/>
          </a:schemeClr>
        </a:solidFill>
        <a:ln w="38100" cap="flat" cmpd="sng" algn="ctr">
          <a:no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93430" tIns="68580" rIns="68580" bIns="685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sz="2700" b="1" kern="1200" dirty="0" smtClean="0"/>
            <a:t>12.1.1 </a:t>
          </a:r>
          <a:r>
            <a:rPr lang="zh-CN" sz="2700" b="1" kern="1200" dirty="0" smtClean="0"/>
            <a:t>嵌入式系统的开发方式</a:t>
          </a:r>
          <a:endParaRPr lang="zh-CN" altLang="en-US" sz="2700" kern="1200" dirty="0"/>
        </a:p>
      </dsp:txBody>
      <dsp:txXfrm>
        <a:off x="388523" y="185722"/>
        <a:ext cx="5684515" cy="621644"/>
      </dsp:txXfrm>
    </dsp:sp>
    <dsp:sp modelId="{85D8C491-638D-4002-91D5-FC7ED7ABC4A4}">
      <dsp:nvSpPr>
        <dsp:cNvPr id="0" name=""/>
        <dsp:cNvSpPr/>
      </dsp:nvSpPr>
      <dsp:spPr>
        <a:xfrm>
          <a:off x="1" y="108015"/>
          <a:ext cx="777055" cy="777055"/>
        </a:xfrm>
        <a:prstGeom prst="donut">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7A0F1B3-353B-49F7-ABF1-B45FA165783D}">
      <dsp:nvSpPr>
        <dsp:cNvPr id="0" name=""/>
        <dsp:cNvSpPr/>
      </dsp:nvSpPr>
      <dsp:spPr>
        <a:xfrm>
          <a:off x="411484" y="1243506"/>
          <a:ext cx="5684515" cy="621644"/>
        </a:xfrm>
        <a:prstGeom prst="rect">
          <a:avLst/>
        </a:prstGeom>
        <a:solidFill>
          <a:schemeClr val="accent5">
            <a:lumMod val="75000"/>
          </a:schemeClr>
        </a:solidFill>
        <a:ln w="38100" cap="flat" cmpd="sng" algn="ctr">
          <a:no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93430" tIns="68580" rIns="68580" bIns="685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sz="2700" b="1" kern="1200" dirty="0" smtClean="0"/>
            <a:t>12.1.2 </a:t>
          </a:r>
          <a:r>
            <a:rPr lang="zh-CN" sz="2700" b="1" kern="1200" dirty="0" smtClean="0"/>
            <a:t>计算机系统的分层设计思想</a:t>
          </a:r>
          <a:endParaRPr lang="zh-CN" altLang="en-US" sz="2700" kern="1200" dirty="0"/>
        </a:p>
      </dsp:txBody>
      <dsp:txXfrm>
        <a:off x="411484" y="1243506"/>
        <a:ext cx="5684515" cy="621644"/>
      </dsp:txXfrm>
    </dsp:sp>
    <dsp:sp modelId="{CB036666-964E-41BF-BE39-DB2CA44EAA8C}">
      <dsp:nvSpPr>
        <dsp:cNvPr id="0" name=""/>
        <dsp:cNvSpPr/>
      </dsp:nvSpPr>
      <dsp:spPr>
        <a:xfrm>
          <a:off x="11478" y="1165800"/>
          <a:ext cx="777055" cy="777055"/>
        </a:xfrm>
        <a:prstGeom prst="donut">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443EBD-C6CC-4772-BE60-9E5A70302B7B}">
      <dsp:nvSpPr>
        <dsp:cNvPr id="0" name=""/>
        <dsp:cNvSpPr/>
      </dsp:nvSpPr>
      <dsp:spPr>
        <a:xfrm>
          <a:off x="1827122" y="1159538"/>
          <a:ext cx="397731" cy="855123"/>
        </a:xfrm>
        <a:custGeom>
          <a:avLst/>
          <a:gdLst/>
          <a:ahLst/>
          <a:cxnLst/>
          <a:rect l="0" t="0" r="0" b="0"/>
          <a:pathLst>
            <a:path>
              <a:moveTo>
                <a:pt x="0" y="0"/>
              </a:moveTo>
              <a:lnTo>
                <a:pt x="198865" y="0"/>
              </a:lnTo>
              <a:lnTo>
                <a:pt x="198865" y="855123"/>
              </a:lnTo>
              <a:lnTo>
                <a:pt x="397731" y="855123"/>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43CBE5-E0B7-4952-A69C-584907C83F5B}">
      <dsp:nvSpPr>
        <dsp:cNvPr id="0" name=""/>
        <dsp:cNvSpPr/>
      </dsp:nvSpPr>
      <dsp:spPr>
        <a:xfrm>
          <a:off x="1827122" y="1113818"/>
          <a:ext cx="397731" cy="91440"/>
        </a:xfrm>
        <a:custGeom>
          <a:avLst/>
          <a:gdLst/>
          <a:ahLst/>
          <a:cxnLst/>
          <a:rect l="0" t="0" r="0" b="0"/>
          <a:pathLst>
            <a:path>
              <a:moveTo>
                <a:pt x="0" y="45720"/>
              </a:moveTo>
              <a:lnTo>
                <a:pt x="397731" y="45720"/>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F843B2-8447-4158-AB8A-C7EDE11F0A34}">
      <dsp:nvSpPr>
        <dsp:cNvPr id="0" name=""/>
        <dsp:cNvSpPr/>
      </dsp:nvSpPr>
      <dsp:spPr>
        <a:xfrm>
          <a:off x="1827122" y="304414"/>
          <a:ext cx="397731" cy="855123"/>
        </a:xfrm>
        <a:custGeom>
          <a:avLst/>
          <a:gdLst/>
          <a:ahLst/>
          <a:cxnLst/>
          <a:rect l="0" t="0" r="0" b="0"/>
          <a:pathLst>
            <a:path>
              <a:moveTo>
                <a:pt x="0" y="855123"/>
              </a:moveTo>
              <a:lnTo>
                <a:pt x="198865" y="855123"/>
              </a:lnTo>
              <a:lnTo>
                <a:pt x="198865" y="0"/>
              </a:lnTo>
              <a:lnTo>
                <a:pt x="397731" y="0"/>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2810BB-00DF-4D84-83A5-5EEDB01B4EB6}">
      <dsp:nvSpPr>
        <dsp:cNvPr id="0" name=""/>
        <dsp:cNvSpPr/>
      </dsp:nvSpPr>
      <dsp:spPr>
        <a:xfrm>
          <a:off x="110194" y="734898"/>
          <a:ext cx="1716928" cy="849278"/>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t>嵌入式系统</a:t>
          </a:r>
          <a:endParaRPr lang="en-GB" altLang="zh-CN" sz="1800" b="1" kern="1200" dirty="0" smtClean="0"/>
        </a:p>
        <a:p>
          <a:pPr lvl="0" algn="ctr" defTabSz="800100" rtl="0">
            <a:lnSpc>
              <a:spcPct val="90000"/>
            </a:lnSpc>
            <a:spcBef>
              <a:spcPct val="0"/>
            </a:spcBef>
            <a:spcAft>
              <a:spcPct val="35000"/>
            </a:spcAft>
          </a:pPr>
          <a:r>
            <a:rPr lang="zh-CN" altLang="en-US" sz="1800" b="1" kern="1200" dirty="0" smtClean="0"/>
            <a:t>的开发方式</a:t>
          </a:r>
          <a:endParaRPr lang="zh-CN" altLang="en-US" sz="1800" b="1" kern="1200" dirty="0"/>
        </a:p>
      </dsp:txBody>
      <dsp:txXfrm>
        <a:off x="110194" y="734898"/>
        <a:ext cx="1716928" cy="849278"/>
      </dsp:txXfrm>
    </dsp:sp>
    <dsp:sp modelId="{08550A64-3A34-44F4-9A8C-984776537971}">
      <dsp:nvSpPr>
        <dsp:cNvPr id="0" name=""/>
        <dsp:cNvSpPr/>
      </dsp:nvSpPr>
      <dsp:spPr>
        <a:xfrm>
          <a:off x="2224854" y="1144"/>
          <a:ext cx="4937759" cy="606540"/>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t>轮询方式</a:t>
          </a:r>
          <a:endParaRPr lang="zh-CN" altLang="en-US" sz="1800" b="1" kern="1200" dirty="0"/>
        </a:p>
      </dsp:txBody>
      <dsp:txXfrm>
        <a:off x="2224854" y="1144"/>
        <a:ext cx="4937759" cy="606540"/>
      </dsp:txXfrm>
    </dsp:sp>
    <dsp:sp modelId="{6D70D986-D30E-40EE-86DA-7C8625D9A197}">
      <dsp:nvSpPr>
        <dsp:cNvPr id="0" name=""/>
        <dsp:cNvSpPr/>
      </dsp:nvSpPr>
      <dsp:spPr>
        <a:xfrm>
          <a:off x="2224854" y="856267"/>
          <a:ext cx="4937759" cy="606540"/>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t>前后台系统方式</a:t>
          </a:r>
          <a:endParaRPr lang="zh-CN" altLang="en-US" sz="1800" b="1" kern="1200" dirty="0"/>
        </a:p>
      </dsp:txBody>
      <dsp:txXfrm>
        <a:off x="2224854" y="856267"/>
        <a:ext cx="4937759" cy="606540"/>
      </dsp:txXfrm>
    </dsp:sp>
    <dsp:sp modelId="{FC42BF59-0DC2-4F45-99AD-0B1DFE9988EE}">
      <dsp:nvSpPr>
        <dsp:cNvPr id="0" name=""/>
        <dsp:cNvSpPr/>
      </dsp:nvSpPr>
      <dsp:spPr>
        <a:xfrm>
          <a:off x="2224854" y="1711390"/>
          <a:ext cx="4937759" cy="606540"/>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t>多任务系统（或者基于嵌入式操作系统的方式）</a:t>
          </a:r>
          <a:endParaRPr lang="zh-CN" altLang="en-US" sz="1800" b="1" kern="1200" dirty="0"/>
        </a:p>
      </dsp:txBody>
      <dsp:txXfrm>
        <a:off x="2224854" y="1711390"/>
        <a:ext cx="4937759" cy="6065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EBE843-B0C1-4AED-AECF-52C4A3887897}">
      <dsp:nvSpPr>
        <dsp:cNvPr id="0" name=""/>
        <dsp:cNvSpPr/>
      </dsp:nvSpPr>
      <dsp:spPr>
        <a:xfrm>
          <a:off x="15211" y="226038"/>
          <a:ext cx="1396209" cy="525498"/>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CN" sz="1600" b="1" kern="1200" dirty="0" smtClean="0"/>
            <a:t>进程管理（</a:t>
          </a:r>
          <a:r>
            <a:rPr lang="en-US" sz="1600" b="1" kern="1200" dirty="0" smtClean="0"/>
            <a:t>CPU</a:t>
          </a:r>
          <a:r>
            <a:rPr lang="zh-CN" sz="1600" b="1" kern="1200" dirty="0" smtClean="0"/>
            <a:t>管理）</a:t>
          </a:r>
          <a:endParaRPr lang="zh-CN" sz="1600" b="1" kern="1200" dirty="0"/>
        </a:p>
      </dsp:txBody>
      <dsp:txXfrm>
        <a:off x="30602" y="241429"/>
        <a:ext cx="1365427" cy="494716"/>
      </dsp:txXfrm>
    </dsp:sp>
    <dsp:sp modelId="{CCB02931-FFF6-413B-BC90-2EF527A1110C}">
      <dsp:nvSpPr>
        <dsp:cNvPr id="0" name=""/>
        <dsp:cNvSpPr/>
      </dsp:nvSpPr>
      <dsp:spPr>
        <a:xfrm>
          <a:off x="788" y="863555"/>
          <a:ext cx="1396209" cy="2761130"/>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zh-CN" altLang="zh-CN" sz="1600" b="1" kern="1200" dirty="0" smtClean="0"/>
            <a:t>进程控制；</a:t>
          </a:r>
        </a:p>
        <a:p>
          <a:pPr lvl="0" algn="l" defTabSz="711200">
            <a:lnSpc>
              <a:spcPct val="90000"/>
            </a:lnSpc>
            <a:spcBef>
              <a:spcPct val="0"/>
            </a:spcBef>
            <a:spcAft>
              <a:spcPct val="35000"/>
            </a:spcAft>
          </a:pPr>
          <a:r>
            <a:rPr lang="zh-CN" altLang="zh-CN" sz="1600" b="1" kern="1200" dirty="0" smtClean="0"/>
            <a:t>任务调度；</a:t>
          </a:r>
        </a:p>
        <a:p>
          <a:pPr lvl="0" algn="l" defTabSz="711200">
            <a:lnSpc>
              <a:spcPct val="90000"/>
            </a:lnSpc>
            <a:spcBef>
              <a:spcPct val="0"/>
            </a:spcBef>
            <a:spcAft>
              <a:spcPct val="35000"/>
            </a:spcAft>
          </a:pPr>
          <a:r>
            <a:rPr lang="zh-CN" altLang="zh-CN" sz="1600" b="1" kern="1200" dirty="0" smtClean="0"/>
            <a:t>任务同步；</a:t>
          </a:r>
        </a:p>
        <a:p>
          <a:pPr lvl="0" algn="l" defTabSz="711200">
            <a:lnSpc>
              <a:spcPct val="90000"/>
            </a:lnSpc>
            <a:spcBef>
              <a:spcPct val="0"/>
            </a:spcBef>
            <a:spcAft>
              <a:spcPct val="35000"/>
            </a:spcAft>
          </a:pPr>
          <a:r>
            <a:rPr lang="zh-CN" altLang="zh-CN" sz="1600" b="1" kern="1200" dirty="0" smtClean="0"/>
            <a:t>任务通信；</a:t>
          </a:r>
        </a:p>
        <a:p>
          <a:pPr lvl="0" algn="l" defTabSz="711200">
            <a:lnSpc>
              <a:spcPct val="90000"/>
            </a:lnSpc>
            <a:spcBef>
              <a:spcPct val="0"/>
            </a:spcBef>
            <a:spcAft>
              <a:spcPct val="35000"/>
            </a:spcAft>
          </a:pPr>
          <a:r>
            <a:rPr lang="zh-CN" altLang="zh-CN" sz="1600" b="1" kern="1200" dirty="0" smtClean="0"/>
            <a:t>目标：公平、非阻塞、优先级。</a:t>
          </a:r>
        </a:p>
        <a:p>
          <a:pPr lvl="0" algn="l" defTabSz="711200" rtl="0">
            <a:lnSpc>
              <a:spcPct val="90000"/>
            </a:lnSpc>
            <a:spcBef>
              <a:spcPct val="0"/>
            </a:spcBef>
            <a:spcAft>
              <a:spcPct val="35000"/>
            </a:spcAft>
          </a:pPr>
          <a:endParaRPr lang="zh-CN" sz="1600" b="1" kern="1200" dirty="0"/>
        </a:p>
      </dsp:txBody>
      <dsp:txXfrm>
        <a:off x="41682" y="904449"/>
        <a:ext cx="1314421" cy="2679342"/>
      </dsp:txXfrm>
    </dsp:sp>
    <dsp:sp modelId="{E452DE8B-15D2-42CF-97A2-FB70726F0CBD}">
      <dsp:nvSpPr>
        <dsp:cNvPr id="0" name=""/>
        <dsp:cNvSpPr/>
      </dsp:nvSpPr>
      <dsp:spPr>
        <a:xfrm>
          <a:off x="1633000" y="226038"/>
          <a:ext cx="1396209" cy="525498"/>
        </a:xfrm>
        <a:prstGeom prst="roundRect">
          <a:avLst>
            <a:gd name="adj" fmla="val 10000"/>
          </a:avLst>
        </a:prstGeom>
        <a:solidFill>
          <a:schemeClr val="accent1">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CN" altLang="en-US" sz="1600" b="1" kern="1200" dirty="0" smtClean="0"/>
            <a:t>存储管理</a:t>
          </a:r>
          <a:endParaRPr lang="zh-CN" altLang="en-US" sz="1600" b="1" kern="1200" dirty="0">
            <a:solidFill>
              <a:schemeClr val="bg1"/>
            </a:solidFill>
          </a:endParaRPr>
        </a:p>
      </dsp:txBody>
      <dsp:txXfrm>
        <a:off x="1648391" y="241429"/>
        <a:ext cx="1365427" cy="494716"/>
      </dsp:txXfrm>
    </dsp:sp>
    <dsp:sp modelId="{BD10B9A4-8EA5-4027-AFFC-EA8EEF93B10C}">
      <dsp:nvSpPr>
        <dsp:cNvPr id="0" name=""/>
        <dsp:cNvSpPr/>
      </dsp:nvSpPr>
      <dsp:spPr>
        <a:xfrm>
          <a:off x="1631562" y="863555"/>
          <a:ext cx="1396209" cy="2761130"/>
        </a:xfrm>
        <a:prstGeom prst="roundRect">
          <a:avLst>
            <a:gd name="adj" fmla="val 10000"/>
          </a:avLst>
        </a:prstGeom>
        <a:solidFill>
          <a:schemeClr val="accent1">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zh-CN" altLang="en-US" sz="1600" b="1" kern="1200" dirty="0" smtClean="0"/>
            <a:t>包括：</a:t>
          </a:r>
          <a:r>
            <a:rPr lang="zh-CN" sz="1600" b="1" kern="1200" dirty="0" smtClean="0"/>
            <a:t>内存分配、内存保护、地址映射和内存扩充</a:t>
          </a:r>
          <a:r>
            <a:rPr lang="zh-CN" altLang="en-US" sz="1600" b="1" kern="1200" dirty="0" smtClean="0">
              <a:solidFill>
                <a:schemeClr val="bg1"/>
              </a:solidFill>
            </a:rPr>
            <a:t>。</a:t>
          </a:r>
          <a:endParaRPr lang="en-US" altLang="zh-CN" sz="1600" b="1" kern="1200" dirty="0" smtClean="0">
            <a:solidFill>
              <a:schemeClr val="bg1"/>
            </a:solidFill>
          </a:endParaRPr>
        </a:p>
        <a:p>
          <a:pPr lvl="0" algn="l" defTabSz="711200" rtl="0">
            <a:lnSpc>
              <a:spcPct val="90000"/>
            </a:lnSpc>
            <a:spcBef>
              <a:spcPct val="0"/>
            </a:spcBef>
            <a:spcAft>
              <a:spcPct val="35000"/>
            </a:spcAft>
          </a:pPr>
          <a:r>
            <a:rPr lang="zh-CN" sz="1600" b="1" kern="1200" dirty="0" smtClean="0">
              <a:solidFill>
                <a:srgbClr val="D38583"/>
              </a:solidFill>
            </a:rPr>
            <a:t>嵌入式操作系统</a:t>
          </a:r>
          <a:r>
            <a:rPr lang="zh-CN" sz="1600" b="1" kern="1200" dirty="0" smtClean="0"/>
            <a:t>：实模式和保护模式。</a:t>
          </a:r>
          <a:endParaRPr lang="en-US" altLang="zh-CN" sz="1600" b="1" kern="1200" dirty="0" smtClean="0"/>
        </a:p>
        <a:p>
          <a:pPr lvl="0" algn="l" defTabSz="711200" rtl="0">
            <a:lnSpc>
              <a:spcPct val="90000"/>
            </a:lnSpc>
            <a:spcBef>
              <a:spcPct val="0"/>
            </a:spcBef>
            <a:spcAft>
              <a:spcPct val="35000"/>
            </a:spcAft>
          </a:pPr>
          <a:endParaRPr lang="zh-CN" sz="1600" b="1" kern="1200" dirty="0">
            <a:solidFill>
              <a:schemeClr val="bg1"/>
            </a:solidFill>
          </a:endParaRPr>
        </a:p>
      </dsp:txBody>
      <dsp:txXfrm>
        <a:off x="1672456" y="904449"/>
        <a:ext cx="1314421" cy="2679342"/>
      </dsp:txXfrm>
    </dsp:sp>
    <dsp:sp modelId="{000CFC81-6E43-42B3-847B-B1CB42F6C969}">
      <dsp:nvSpPr>
        <dsp:cNvPr id="0" name=""/>
        <dsp:cNvSpPr/>
      </dsp:nvSpPr>
      <dsp:spPr>
        <a:xfrm>
          <a:off x="3263773" y="226038"/>
          <a:ext cx="1396209" cy="525498"/>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CN" altLang="en-US" sz="1600" b="1" kern="1200" dirty="0" smtClean="0"/>
            <a:t>设备管理</a:t>
          </a:r>
          <a:endParaRPr lang="zh-CN" altLang="en-US" sz="1600" b="1" kern="1200" dirty="0"/>
        </a:p>
      </dsp:txBody>
      <dsp:txXfrm>
        <a:off x="3279164" y="241429"/>
        <a:ext cx="1365427" cy="494716"/>
      </dsp:txXfrm>
    </dsp:sp>
    <dsp:sp modelId="{01A8CAA3-55B2-46BD-A41C-4E89EAA277B0}">
      <dsp:nvSpPr>
        <dsp:cNvPr id="0" name=""/>
        <dsp:cNvSpPr/>
      </dsp:nvSpPr>
      <dsp:spPr>
        <a:xfrm>
          <a:off x="3262335" y="863555"/>
          <a:ext cx="1396209" cy="2761130"/>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zh-CN" sz="1600" b="1" kern="1200" dirty="0" smtClean="0"/>
            <a:t>进行缓冲管理、设备分配和处理等管理，目的是屏蔽不同设备的差异性</a:t>
          </a:r>
          <a:endParaRPr lang="zh-CN" sz="1600" b="1" kern="1200" dirty="0"/>
        </a:p>
      </dsp:txBody>
      <dsp:txXfrm>
        <a:off x="3303229" y="904449"/>
        <a:ext cx="1314421" cy="2679342"/>
      </dsp:txXfrm>
    </dsp:sp>
    <dsp:sp modelId="{2ED1E486-F869-478A-921D-4780E293D903}">
      <dsp:nvSpPr>
        <dsp:cNvPr id="0" name=""/>
        <dsp:cNvSpPr/>
      </dsp:nvSpPr>
      <dsp:spPr>
        <a:xfrm>
          <a:off x="4894546" y="226038"/>
          <a:ext cx="1396209" cy="525498"/>
        </a:xfrm>
        <a:prstGeom prst="roundRect">
          <a:avLst>
            <a:gd name="adj" fmla="val 10000"/>
          </a:avLst>
        </a:prstGeom>
        <a:solidFill>
          <a:schemeClr val="accent6">
            <a:lumMod val="5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CN" altLang="en-US" sz="1600" b="1" kern="1200" dirty="0" smtClean="0"/>
            <a:t>文件管理</a:t>
          </a:r>
          <a:endParaRPr lang="zh-CN" altLang="en-US" sz="1600" b="1" kern="1200" dirty="0"/>
        </a:p>
      </dsp:txBody>
      <dsp:txXfrm>
        <a:off x="4909937" y="241429"/>
        <a:ext cx="1365427" cy="494716"/>
      </dsp:txXfrm>
    </dsp:sp>
    <dsp:sp modelId="{56C8FB25-FB6D-4C3A-84DE-B2EE84797CCE}">
      <dsp:nvSpPr>
        <dsp:cNvPr id="0" name=""/>
        <dsp:cNvSpPr/>
      </dsp:nvSpPr>
      <dsp:spPr>
        <a:xfrm>
          <a:off x="4893108" y="863555"/>
          <a:ext cx="1396209" cy="2761130"/>
        </a:xfrm>
        <a:prstGeom prst="roundRect">
          <a:avLst>
            <a:gd name="adj" fmla="val 10000"/>
          </a:avLst>
        </a:prstGeom>
        <a:solidFill>
          <a:schemeClr val="accent6">
            <a:lumMod val="5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100000"/>
            </a:lnSpc>
            <a:spcBef>
              <a:spcPct val="0"/>
            </a:spcBef>
            <a:spcAft>
              <a:spcPct val="35000"/>
            </a:spcAft>
          </a:pPr>
          <a:r>
            <a:rPr lang="zh-CN" sz="1600" b="1" kern="1200" dirty="0" smtClean="0"/>
            <a:t>为用户提供文件存储空间的存储管理、目录管理、文件的读</a:t>
          </a:r>
          <a:r>
            <a:rPr lang="en-US" sz="1600" b="1" kern="1200" dirty="0" smtClean="0"/>
            <a:t>/</a:t>
          </a:r>
          <a:r>
            <a:rPr lang="zh-CN" sz="1600" b="1" kern="1200" dirty="0" smtClean="0"/>
            <a:t>写管理以及文件的共享与保护等功能</a:t>
          </a:r>
          <a:endParaRPr lang="zh-CN" altLang="en-US" sz="1600" b="1" kern="1200" dirty="0"/>
        </a:p>
      </dsp:txBody>
      <dsp:txXfrm>
        <a:off x="4934002" y="904449"/>
        <a:ext cx="1314421" cy="2679342"/>
      </dsp:txXfrm>
    </dsp:sp>
    <dsp:sp modelId="{51C64E43-FAB5-444E-B890-B3FC3CF86304}">
      <dsp:nvSpPr>
        <dsp:cNvPr id="0" name=""/>
        <dsp:cNvSpPr/>
      </dsp:nvSpPr>
      <dsp:spPr>
        <a:xfrm>
          <a:off x="6524670" y="226038"/>
          <a:ext cx="1396209" cy="525498"/>
        </a:xfrm>
        <a:prstGeom prst="roundRect">
          <a:avLst>
            <a:gd name="adj" fmla="val 10000"/>
          </a:avLst>
        </a:prstGeom>
        <a:solidFill>
          <a:schemeClr val="accent3">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100000"/>
            </a:lnSpc>
            <a:spcBef>
              <a:spcPct val="0"/>
            </a:spcBef>
            <a:spcAft>
              <a:spcPts val="0"/>
            </a:spcAft>
          </a:pPr>
          <a:r>
            <a:rPr lang="zh-CN" sz="1600" b="1" kern="1200" dirty="0" smtClean="0"/>
            <a:t>作业管理</a:t>
          </a:r>
          <a:endParaRPr lang="en-US" altLang="zh-CN" sz="1600" b="1" kern="1200" dirty="0" smtClean="0"/>
        </a:p>
        <a:p>
          <a:pPr lvl="0" algn="ctr" defTabSz="711200" rtl="0">
            <a:lnSpc>
              <a:spcPct val="100000"/>
            </a:lnSpc>
            <a:spcBef>
              <a:spcPct val="0"/>
            </a:spcBef>
            <a:spcAft>
              <a:spcPts val="0"/>
            </a:spcAft>
          </a:pPr>
          <a:r>
            <a:rPr lang="zh-CN" altLang="en-US" sz="1600" b="1" kern="1200" dirty="0" smtClean="0"/>
            <a:t>（接口管理）</a:t>
          </a:r>
          <a:endParaRPr lang="zh-CN" altLang="en-US" sz="1600" b="1" kern="1200" dirty="0"/>
        </a:p>
      </dsp:txBody>
      <dsp:txXfrm>
        <a:off x="6540061" y="241429"/>
        <a:ext cx="1365427" cy="494716"/>
      </dsp:txXfrm>
    </dsp:sp>
    <dsp:sp modelId="{18FDB096-A532-4698-B8DE-58D60ABFB90F}">
      <dsp:nvSpPr>
        <dsp:cNvPr id="0" name=""/>
        <dsp:cNvSpPr/>
      </dsp:nvSpPr>
      <dsp:spPr>
        <a:xfrm>
          <a:off x="6523881" y="863555"/>
          <a:ext cx="1396209" cy="2761130"/>
        </a:xfrm>
        <a:prstGeom prst="roundRect">
          <a:avLst>
            <a:gd name="adj" fmla="val 10000"/>
          </a:avLst>
        </a:prstGeom>
        <a:solidFill>
          <a:schemeClr val="accent3">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sz="1700" b="1" kern="1200" smtClean="0"/>
            <a:t>用户通过操作系统提供的接口来访问计算机的硬件资源。主要有命令接口、程序接口和图形用户接口</a:t>
          </a:r>
          <a:r>
            <a:rPr lang="en-US" sz="1700" b="1" kern="1200" smtClean="0"/>
            <a:t>GUI</a:t>
          </a:r>
          <a:r>
            <a:rPr lang="zh-CN" sz="1700" b="1" kern="1200" smtClean="0"/>
            <a:t>等</a:t>
          </a:r>
          <a:endParaRPr lang="zh-CN" altLang="en-US" sz="1700" b="1" kern="1200"/>
        </a:p>
      </dsp:txBody>
      <dsp:txXfrm>
        <a:off x="6564775" y="904449"/>
        <a:ext cx="1314421" cy="26793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63139A-6951-417F-9A0E-F6E33A6DF688}">
      <dsp:nvSpPr>
        <dsp:cNvPr id="0" name=""/>
        <dsp:cNvSpPr/>
      </dsp:nvSpPr>
      <dsp:spPr>
        <a:xfrm>
          <a:off x="1858058" y="2120463"/>
          <a:ext cx="393713" cy="1964507"/>
        </a:xfrm>
        <a:custGeom>
          <a:avLst/>
          <a:gdLst/>
          <a:ahLst/>
          <a:cxnLst/>
          <a:rect l="0" t="0" r="0" b="0"/>
          <a:pathLst>
            <a:path>
              <a:moveTo>
                <a:pt x="0" y="0"/>
              </a:moveTo>
              <a:lnTo>
                <a:pt x="292188" y="0"/>
              </a:lnTo>
              <a:lnTo>
                <a:pt x="292188" y="1964507"/>
              </a:lnTo>
              <a:lnTo>
                <a:pt x="393713" y="1964507"/>
              </a:lnTo>
            </a:path>
          </a:pathLst>
        </a:custGeom>
        <a:noFill/>
        <a:ln w="25400" cap="flat" cmpd="sng" algn="ctr">
          <a:solidFill>
            <a:schemeClr val="accent5">
              <a:lumMod val="75000"/>
            </a:schemeClr>
          </a:solidFill>
          <a:prstDash val="solid"/>
        </a:ln>
        <a:effectLst/>
      </dsp:spPr>
      <dsp:style>
        <a:lnRef idx="2">
          <a:scrgbClr r="0" g="0" b="0"/>
        </a:lnRef>
        <a:fillRef idx="0">
          <a:scrgbClr r="0" g="0" b="0"/>
        </a:fillRef>
        <a:effectRef idx="0">
          <a:scrgbClr r="0" g="0" b="0"/>
        </a:effectRef>
        <a:fontRef idx="minor"/>
      </dsp:style>
    </dsp:sp>
    <dsp:sp modelId="{E7C460FA-0B08-4485-B755-9067967CE72F}">
      <dsp:nvSpPr>
        <dsp:cNvPr id="0" name=""/>
        <dsp:cNvSpPr/>
      </dsp:nvSpPr>
      <dsp:spPr>
        <a:xfrm>
          <a:off x="1858058" y="2120463"/>
          <a:ext cx="393713" cy="1527950"/>
        </a:xfrm>
        <a:custGeom>
          <a:avLst/>
          <a:gdLst/>
          <a:ahLst/>
          <a:cxnLst/>
          <a:rect l="0" t="0" r="0" b="0"/>
          <a:pathLst>
            <a:path>
              <a:moveTo>
                <a:pt x="0" y="0"/>
              </a:moveTo>
              <a:lnTo>
                <a:pt x="292188" y="0"/>
              </a:lnTo>
              <a:lnTo>
                <a:pt x="292188" y="1527950"/>
              </a:lnTo>
              <a:lnTo>
                <a:pt x="393713" y="1527950"/>
              </a:lnTo>
            </a:path>
          </a:pathLst>
        </a:custGeom>
        <a:noFill/>
        <a:ln w="25400" cap="flat" cmpd="sng" algn="ctr">
          <a:solidFill>
            <a:schemeClr val="accent5">
              <a:lumMod val="75000"/>
            </a:schemeClr>
          </a:solidFill>
          <a:prstDash val="solid"/>
        </a:ln>
        <a:effectLst/>
      </dsp:spPr>
      <dsp:style>
        <a:lnRef idx="2">
          <a:scrgbClr r="0" g="0" b="0"/>
        </a:lnRef>
        <a:fillRef idx="0">
          <a:scrgbClr r="0" g="0" b="0"/>
        </a:fillRef>
        <a:effectRef idx="0">
          <a:scrgbClr r="0" g="0" b="0"/>
        </a:effectRef>
        <a:fontRef idx="minor"/>
      </dsp:style>
    </dsp:sp>
    <dsp:sp modelId="{DBCA5ED1-64CD-4D62-8F39-1290A4CB188C}">
      <dsp:nvSpPr>
        <dsp:cNvPr id="0" name=""/>
        <dsp:cNvSpPr/>
      </dsp:nvSpPr>
      <dsp:spPr>
        <a:xfrm>
          <a:off x="1858058" y="2120463"/>
          <a:ext cx="393713" cy="1091393"/>
        </a:xfrm>
        <a:custGeom>
          <a:avLst/>
          <a:gdLst/>
          <a:ahLst/>
          <a:cxnLst/>
          <a:rect l="0" t="0" r="0" b="0"/>
          <a:pathLst>
            <a:path>
              <a:moveTo>
                <a:pt x="0" y="0"/>
              </a:moveTo>
              <a:lnTo>
                <a:pt x="292188" y="0"/>
              </a:lnTo>
              <a:lnTo>
                <a:pt x="292188" y="1091393"/>
              </a:lnTo>
              <a:lnTo>
                <a:pt x="393713" y="1091393"/>
              </a:lnTo>
            </a:path>
          </a:pathLst>
        </a:custGeom>
        <a:noFill/>
        <a:ln w="25400" cap="flat" cmpd="sng" algn="ctr">
          <a:solidFill>
            <a:schemeClr val="accent5">
              <a:lumMod val="75000"/>
            </a:schemeClr>
          </a:solidFill>
          <a:prstDash val="solid"/>
        </a:ln>
        <a:effectLst/>
      </dsp:spPr>
      <dsp:style>
        <a:lnRef idx="2">
          <a:scrgbClr r="0" g="0" b="0"/>
        </a:lnRef>
        <a:fillRef idx="0">
          <a:scrgbClr r="0" g="0" b="0"/>
        </a:fillRef>
        <a:effectRef idx="0">
          <a:scrgbClr r="0" g="0" b="0"/>
        </a:effectRef>
        <a:fontRef idx="minor"/>
      </dsp:style>
    </dsp:sp>
    <dsp:sp modelId="{2729CDAA-6C94-4F40-BA42-AFA31608311F}">
      <dsp:nvSpPr>
        <dsp:cNvPr id="0" name=""/>
        <dsp:cNvSpPr/>
      </dsp:nvSpPr>
      <dsp:spPr>
        <a:xfrm>
          <a:off x="1858058" y="2120463"/>
          <a:ext cx="393713" cy="654835"/>
        </a:xfrm>
        <a:custGeom>
          <a:avLst/>
          <a:gdLst/>
          <a:ahLst/>
          <a:cxnLst/>
          <a:rect l="0" t="0" r="0" b="0"/>
          <a:pathLst>
            <a:path>
              <a:moveTo>
                <a:pt x="0" y="0"/>
              </a:moveTo>
              <a:lnTo>
                <a:pt x="292188" y="0"/>
              </a:lnTo>
              <a:lnTo>
                <a:pt x="292188" y="654835"/>
              </a:lnTo>
              <a:lnTo>
                <a:pt x="393713" y="654835"/>
              </a:lnTo>
            </a:path>
          </a:pathLst>
        </a:custGeom>
        <a:noFill/>
        <a:ln w="25400" cap="flat" cmpd="sng" algn="ctr">
          <a:solidFill>
            <a:schemeClr val="accent5">
              <a:lumMod val="75000"/>
            </a:schemeClr>
          </a:solidFill>
          <a:prstDash val="solid"/>
        </a:ln>
        <a:effectLst/>
      </dsp:spPr>
      <dsp:style>
        <a:lnRef idx="2">
          <a:scrgbClr r="0" g="0" b="0"/>
        </a:lnRef>
        <a:fillRef idx="0">
          <a:scrgbClr r="0" g="0" b="0"/>
        </a:fillRef>
        <a:effectRef idx="0">
          <a:scrgbClr r="0" g="0" b="0"/>
        </a:effectRef>
        <a:fontRef idx="minor"/>
      </dsp:style>
    </dsp:sp>
    <dsp:sp modelId="{B3319CB6-4462-4CF0-8CC0-1E661F7B54A2}">
      <dsp:nvSpPr>
        <dsp:cNvPr id="0" name=""/>
        <dsp:cNvSpPr/>
      </dsp:nvSpPr>
      <dsp:spPr>
        <a:xfrm>
          <a:off x="1858058" y="2120463"/>
          <a:ext cx="393713" cy="218278"/>
        </a:xfrm>
        <a:custGeom>
          <a:avLst/>
          <a:gdLst/>
          <a:ahLst/>
          <a:cxnLst/>
          <a:rect l="0" t="0" r="0" b="0"/>
          <a:pathLst>
            <a:path>
              <a:moveTo>
                <a:pt x="0" y="0"/>
              </a:moveTo>
              <a:lnTo>
                <a:pt x="292188" y="0"/>
              </a:lnTo>
              <a:lnTo>
                <a:pt x="292188" y="218278"/>
              </a:lnTo>
              <a:lnTo>
                <a:pt x="393713" y="218278"/>
              </a:lnTo>
            </a:path>
          </a:pathLst>
        </a:custGeom>
        <a:noFill/>
        <a:ln w="25400" cap="flat" cmpd="sng" algn="ctr">
          <a:solidFill>
            <a:schemeClr val="accent5">
              <a:lumMod val="75000"/>
            </a:schemeClr>
          </a:solidFill>
          <a:prstDash val="solid"/>
        </a:ln>
        <a:effectLst/>
      </dsp:spPr>
      <dsp:style>
        <a:lnRef idx="2">
          <a:scrgbClr r="0" g="0" b="0"/>
        </a:lnRef>
        <a:fillRef idx="0">
          <a:scrgbClr r="0" g="0" b="0"/>
        </a:fillRef>
        <a:effectRef idx="0">
          <a:scrgbClr r="0" g="0" b="0"/>
        </a:effectRef>
        <a:fontRef idx="minor"/>
      </dsp:style>
    </dsp:sp>
    <dsp:sp modelId="{8E3B9106-B5C7-4CCA-AD4F-58D04666AE3C}">
      <dsp:nvSpPr>
        <dsp:cNvPr id="0" name=""/>
        <dsp:cNvSpPr/>
      </dsp:nvSpPr>
      <dsp:spPr>
        <a:xfrm>
          <a:off x="1858058" y="1902184"/>
          <a:ext cx="393713" cy="218278"/>
        </a:xfrm>
        <a:custGeom>
          <a:avLst/>
          <a:gdLst/>
          <a:ahLst/>
          <a:cxnLst/>
          <a:rect l="0" t="0" r="0" b="0"/>
          <a:pathLst>
            <a:path>
              <a:moveTo>
                <a:pt x="0" y="218278"/>
              </a:moveTo>
              <a:lnTo>
                <a:pt x="292188" y="218278"/>
              </a:lnTo>
              <a:lnTo>
                <a:pt x="292188" y="0"/>
              </a:lnTo>
              <a:lnTo>
                <a:pt x="393713" y="0"/>
              </a:lnTo>
            </a:path>
          </a:pathLst>
        </a:custGeom>
        <a:noFill/>
        <a:ln w="25400" cap="flat" cmpd="sng" algn="ctr">
          <a:solidFill>
            <a:schemeClr val="accent5">
              <a:lumMod val="75000"/>
            </a:schemeClr>
          </a:solidFill>
          <a:prstDash val="solid"/>
        </a:ln>
        <a:effectLst/>
      </dsp:spPr>
      <dsp:style>
        <a:lnRef idx="2">
          <a:scrgbClr r="0" g="0" b="0"/>
        </a:lnRef>
        <a:fillRef idx="0">
          <a:scrgbClr r="0" g="0" b="0"/>
        </a:fillRef>
        <a:effectRef idx="0">
          <a:scrgbClr r="0" g="0" b="0"/>
        </a:effectRef>
        <a:fontRef idx="minor"/>
      </dsp:style>
    </dsp:sp>
    <dsp:sp modelId="{702175F8-4A15-4D51-B2C2-7F7A71A6436C}">
      <dsp:nvSpPr>
        <dsp:cNvPr id="0" name=""/>
        <dsp:cNvSpPr/>
      </dsp:nvSpPr>
      <dsp:spPr>
        <a:xfrm>
          <a:off x="1858058" y="1465627"/>
          <a:ext cx="393713" cy="654835"/>
        </a:xfrm>
        <a:custGeom>
          <a:avLst/>
          <a:gdLst/>
          <a:ahLst/>
          <a:cxnLst/>
          <a:rect l="0" t="0" r="0" b="0"/>
          <a:pathLst>
            <a:path>
              <a:moveTo>
                <a:pt x="0" y="654835"/>
              </a:moveTo>
              <a:lnTo>
                <a:pt x="292188" y="654835"/>
              </a:lnTo>
              <a:lnTo>
                <a:pt x="292188" y="0"/>
              </a:lnTo>
              <a:lnTo>
                <a:pt x="393713" y="0"/>
              </a:lnTo>
            </a:path>
          </a:pathLst>
        </a:custGeom>
        <a:noFill/>
        <a:ln w="25400" cap="flat" cmpd="sng" algn="ctr">
          <a:solidFill>
            <a:schemeClr val="accent5">
              <a:lumMod val="75000"/>
            </a:schemeClr>
          </a:solidFill>
          <a:prstDash val="solid"/>
        </a:ln>
        <a:effectLst/>
      </dsp:spPr>
      <dsp:style>
        <a:lnRef idx="2">
          <a:scrgbClr r="0" g="0" b="0"/>
        </a:lnRef>
        <a:fillRef idx="0">
          <a:scrgbClr r="0" g="0" b="0"/>
        </a:fillRef>
        <a:effectRef idx="0">
          <a:scrgbClr r="0" g="0" b="0"/>
        </a:effectRef>
        <a:fontRef idx="minor"/>
      </dsp:style>
    </dsp:sp>
    <dsp:sp modelId="{DF22BF9F-C7FA-4FFF-985C-3262E6775CC3}">
      <dsp:nvSpPr>
        <dsp:cNvPr id="0" name=""/>
        <dsp:cNvSpPr/>
      </dsp:nvSpPr>
      <dsp:spPr>
        <a:xfrm>
          <a:off x="1858058" y="1029069"/>
          <a:ext cx="393713" cy="1091393"/>
        </a:xfrm>
        <a:custGeom>
          <a:avLst/>
          <a:gdLst/>
          <a:ahLst/>
          <a:cxnLst/>
          <a:rect l="0" t="0" r="0" b="0"/>
          <a:pathLst>
            <a:path>
              <a:moveTo>
                <a:pt x="0" y="1091393"/>
              </a:moveTo>
              <a:lnTo>
                <a:pt x="292188" y="1091393"/>
              </a:lnTo>
              <a:lnTo>
                <a:pt x="292188" y="0"/>
              </a:lnTo>
              <a:lnTo>
                <a:pt x="393713" y="0"/>
              </a:lnTo>
            </a:path>
          </a:pathLst>
        </a:custGeom>
        <a:noFill/>
        <a:ln w="25400" cap="flat" cmpd="sng" algn="ctr">
          <a:solidFill>
            <a:schemeClr val="accent5">
              <a:lumMod val="75000"/>
            </a:schemeClr>
          </a:solidFill>
          <a:prstDash val="solid"/>
        </a:ln>
        <a:effectLst/>
      </dsp:spPr>
      <dsp:style>
        <a:lnRef idx="2">
          <a:scrgbClr r="0" g="0" b="0"/>
        </a:lnRef>
        <a:fillRef idx="0">
          <a:scrgbClr r="0" g="0" b="0"/>
        </a:fillRef>
        <a:effectRef idx="0">
          <a:scrgbClr r="0" g="0" b="0"/>
        </a:effectRef>
        <a:fontRef idx="minor"/>
      </dsp:style>
    </dsp:sp>
    <dsp:sp modelId="{91CF4D3A-6C4C-45EB-A54D-0FF99B670CE4}">
      <dsp:nvSpPr>
        <dsp:cNvPr id="0" name=""/>
        <dsp:cNvSpPr/>
      </dsp:nvSpPr>
      <dsp:spPr>
        <a:xfrm>
          <a:off x="1858058" y="592512"/>
          <a:ext cx="393713" cy="1527950"/>
        </a:xfrm>
        <a:custGeom>
          <a:avLst/>
          <a:gdLst/>
          <a:ahLst/>
          <a:cxnLst/>
          <a:rect l="0" t="0" r="0" b="0"/>
          <a:pathLst>
            <a:path>
              <a:moveTo>
                <a:pt x="0" y="1527950"/>
              </a:moveTo>
              <a:lnTo>
                <a:pt x="292188" y="1527950"/>
              </a:lnTo>
              <a:lnTo>
                <a:pt x="292188" y="0"/>
              </a:lnTo>
              <a:lnTo>
                <a:pt x="393713" y="0"/>
              </a:lnTo>
            </a:path>
          </a:pathLst>
        </a:custGeom>
        <a:noFill/>
        <a:ln w="25400" cap="flat" cmpd="sng" algn="ctr">
          <a:solidFill>
            <a:schemeClr val="accent5">
              <a:lumMod val="75000"/>
            </a:schemeClr>
          </a:solidFill>
          <a:prstDash val="solid"/>
        </a:ln>
        <a:effectLst/>
      </dsp:spPr>
      <dsp:style>
        <a:lnRef idx="2">
          <a:scrgbClr r="0" g="0" b="0"/>
        </a:lnRef>
        <a:fillRef idx="0">
          <a:scrgbClr r="0" g="0" b="0"/>
        </a:fillRef>
        <a:effectRef idx="0">
          <a:scrgbClr r="0" g="0" b="0"/>
        </a:effectRef>
        <a:fontRef idx="minor"/>
      </dsp:style>
    </dsp:sp>
    <dsp:sp modelId="{241E56D2-D213-4A44-9B30-D9C1F26B8A26}">
      <dsp:nvSpPr>
        <dsp:cNvPr id="0" name=""/>
        <dsp:cNvSpPr/>
      </dsp:nvSpPr>
      <dsp:spPr>
        <a:xfrm>
          <a:off x="1858058" y="155955"/>
          <a:ext cx="393713" cy="1964507"/>
        </a:xfrm>
        <a:custGeom>
          <a:avLst/>
          <a:gdLst/>
          <a:ahLst/>
          <a:cxnLst/>
          <a:rect l="0" t="0" r="0" b="0"/>
          <a:pathLst>
            <a:path>
              <a:moveTo>
                <a:pt x="0" y="1964507"/>
              </a:moveTo>
              <a:lnTo>
                <a:pt x="292188" y="1964507"/>
              </a:lnTo>
              <a:lnTo>
                <a:pt x="292188" y="0"/>
              </a:lnTo>
              <a:lnTo>
                <a:pt x="393713" y="0"/>
              </a:lnTo>
            </a:path>
          </a:pathLst>
        </a:custGeom>
        <a:noFill/>
        <a:ln w="25400" cap="flat" cmpd="sng" algn="ctr">
          <a:solidFill>
            <a:schemeClr val="accent5">
              <a:lumMod val="75000"/>
            </a:schemeClr>
          </a:solidFill>
          <a:prstDash val="solid"/>
        </a:ln>
        <a:effectLst/>
      </dsp:spPr>
      <dsp:style>
        <a:lnRef idx="2">
          <a:scrgbClr r="0" g="0" b="0"/>
        </a:lnRef>
        <a:fillRef idx="0">
          <a:scrgbClr r="0" g="0" b="0"/>
        </a:fillRef>
        <a:effectRef idx="0">
          <a:scrgbClr r="0" g="0" b="0"/>
        </a:effectRef>
        <a:fontRef idx="minor"/>
      </dsp:style>
    </dsp:sp>
    <dsp:sp modelId="{5D69A53C-FC71-4E24-ADCE-05F5EBABA05C}">
      <dsp:nvSpPr>
        <dsp:cNvPr id="0" name=""/>
        <dsp:cNvSpPr/>
      </dsp:nvSpPr>
      <dsp:spPr>
        <a:xfrm>
          <a:off x="216024" y="1884553"/>
          <a:ext cx="1642034" cy="471818"/>
        </a:xfrm>
        <a:prstGeom prst="rect">
          <a:avLst/>
        </a:prstGeom>
        <a:solidFill>
          <a:schemeClr val="accent5">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kern="1200" dirty="0" smtClean="0"/>
            <a:t>嵌入式操作系统</a:t>
          </a:r>
          <a:endParaRPr lang="zh-CN" sz="1800" kern="1200" dirty="0"/>
        </a:p>
      </dsp:txBody>
      <dsp:txXfrm>
        <a:off x="216024" y="1884553"/>
        <a:ext cx="1642034" cy="471818"/>
      </dsp:txXfrm>
    </dsp:sp>
    <dsp:sp modelId="{3EB0D1E2-15D8-4843-ABD9-43392D1DBBE0}">
      <dsp:nvSpPr>
        <dsp:cNvPr id="0" name=""/>
        <dsp:cNvSpPr/>
      </dsp:nvSpPr>
      <dsp:spPr>
        <a:xfrm>
          <a:off x="2251772" y="1129"/>
          <a:ext cx="1373987" cy="309651"/>
        </a:xfrm>
        <a:prstGeom prst="rect">
          <a:avLst/>
        </a:prstGeom>
        <a:solidFill>
          <a:srgbClr val="25647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kern="1200" smtClean="0"/>
            <a:t>VxWorks</a:t>
          </a:r>
          <a:endParaRPr lang="zh-CN" sz="1800" kern="1200" dirty="0"/>
        </a:p>
      </dsp:txBody>
      <dsp:txXfrm>
        <a:off x="2251772" y="1129"/>
        <a:ext cx="1373987" cy="309651"/>
      </dsp:txXfrm>
    </dsp:sp>
    <dsp:sp modelId="{4C5A1D15-11F8-4862-A4A1-797336C87FFC}">
      <dsp:nvSpPr>
        <dsp:cNvPr id="0" name=""/>
        <dsp:cNvSpPr/>
      </dsp:nvSpPr>
      <dsp:spPr>
        <a:xfrm>
          <a:off x="2251772" y="437686"/>
          <a:ext cx="1373987" cy="309651"/>
        </a:xfrm>
        <a:prstGeom prst="rect">
          <a:avLst/>
        </a:prstGeom>
        <a:solidFill>
          <a:srgbClr val="29708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kern="1200" dirty="0" err="1" smtClean="0"/>
            <a:t>uC</a:t>
          </a:r>
          <a:r>
            <a:rPr lang="en-US" sz="1800" kern="1200" dirty="0" smtClean="0"/>
            <a:t>/OS-III</a:t>
          </a:r>
          <a:endParaRPr lang="zh-CN" sz="1800" kern="1200" dirty="0"/>
        </a:p>
      </dsp:txBody>
      <dsp:txXfrm>
        <a:off x="2251772" y="437686"/>
        <a:ext cx="1373987" cy="309651"/>
      </dsp:txXfrm>
    </dsp:sp>
    <dsp:sp modelId="{E617EEB5-5E5E-4943-AF19-4CA010E58011}">
      <dsp:nvSpPr>
        <dsp:cNvPr id="0" name=""/>
        <dsp:cNvSpPr/>
      </dsp:nvSpPr>
      <dsp:spPr>
        <a:xfrm>
          <a:off x="2251772" y="874244"/>
          <a:ext cx="1373987" cy="309651"/>
        </a:xfrm>
        <a:prstGeom prst="rect">
          <a:avLst/>
        </a:prstGeom>
        <a:solidFill>
          <a:srgbClr val="2B758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kern="1200" dirty="0" smtClean="0"/>
            <a:t>RTOS</a:t>
          </a:r>
          <a:endParaRPr lang="zh-CN" sz="1800" kern="1200" dirty="0"/>
        </a:p>
      </dsp:txBody>
      <dsp:txXfrm>
        <a:off x="2251772" y="874244"/>
        <a:ext cx="1373987" cy="309651"/>
      </dsp:txXfrm>
    </dsp:sp>
    <dsp:sp modelId="{2DC7F996-FFE0-4EDD-B449-D2C33FD41C62}">
      <dsp:nvSpPr>
        <dsp:cNvPr id="0" name=""/>
        <dsp:cNvSpPr/>
      </dsp:nvSpPr>
      <dsp:spPr>
        <a:xfrm>
          <a:off x="2251772" y="1310801"/>
          <a:ext cx="1373987" cy="309651"/>
        </a:xfrm>
        <a:prstGeom prst="rect">
          <a:avLst/>
        </a:prstGeom>
        <a:solidFill>
          <a:srgbClr val="31849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kern="1200" smtClean="0"/>
            <a:t>QNX</a:t>
          </a:r>
          <a:endParaRPr lang="zh-CN" sz="1800" kern="1200"/>
        </a:p>
      </dsp:txBody>
      <dsp:txXfrm>
        <a:off x="2251772" y="1310801"/>
        <a:ext cx="1373987" cy="309651"/>
      </dsp:txXfrm>
    </dsp:sp>
    <dsp:sp modelId="{4E08EABF-6A12-440D-A6B3-1D782FC224E3}">
      <dsp:nvSpPr>
        <dsp:cNvPr id="0" name=""/>
        <dsp:cNvSpPr/>
      </dsp:nvSpPr>
      <dsp:spPr>
        <a:xfrm>
          <a:off x="2251772" y="1747358"/>
          <a:ext cx="1373987" cy="309651"/>
        </a:xfrm>
        <a:prstGeom prst="rect">
          <a:avLst/>
        </a:prstGeom>
        <a:solidFill>
          <a:srgbClr val="3693A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kern="1200" dirty="0" err="1" smtClean="0"/>
            <a:t>embOS</a:t>
          </a:r>
          <a:endParaRPr lang="zh-CN" sz="1800" kern="1200" dirty="0"/>
        </a:p>
      </dsp:txBody>
      <dsp:txXfrm>
        <a:off x="2251772" y="1747358"/>
        <a:ext cx="1373987" cy="309651"/>
      </dsp:txXfrm>
    </dsp:sp>
    <dsp:sp modelId="{8113AA9D-415C-441C-9EBE-E18C1FC52A3B}">
      <dsp:nvSpPr>
        <dsp:cNvPr id="0" name=""/>
        <dsp:cNvSpPr/>
      </dsp:nvSpPr>
      <dsp:spPr>
        <a:xfrm>
          <a:off x="2251772" y="2183916"/>
          <a:ext cx="1373987" cy="309651"/>
        </a:xfrm>
        <a:prstGeom prst="rect">
          <a:avLst/>
        </a:prstGeom>
        <a:solidFill>
          <a:srgbClr val="3BA0B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kern="1200" smtClean="0"/>
            <a:t>FreeRTOS</a:t>
          </a:r>
          <a:endParaRPr lang="zh-CN" sz="1800" kern="1200"/>
        </a:p>
      </dsp:txBody>
      <dsp:txXfrm>
        <a:off x="2251772" y="2183916"/>
        <a:ext cx="1373987" cy="309651"/>
      </dsp:txXfrm>
    </dsp:sp>
    <dsp:sp modelId="{F1A464BD-5975-47CF-8CEC-4281BDCC5D43}">
      <dsp:nvSpPr>
        <dsp:cNvPr id="0" name=""/>
        <dsp:cNvSpPr/>
      </dsp:nvSpPr>
      <dsp:spPr>
        <a:xfrm>
          <a:off x="2251772" y="2620473"/>
          <a:ext cx="1373987" cy="309651"/>
        </a:xfrm>
        <a:prstGeom prst="rect">
          <a:avLst/>
        </a:prstGeom>
        <a:solidFill>
          <a:srgbClr val="47AAC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kern="1200" dirty="0" smtClean="0"/>
            <a:t>WinCE</a:t>
          </a:r>
          <a:endParaRPr lang="zh-CN" sz="1800" kern="1200" dirty="0"/>
        </a:p>
      </dsp:txBody>
      <dsp:txXfrm>
        <a:off x="2251772" y="2620473"/>
        <a:ext cx="1373987" cy="309651"/>
      </dsp:txXfrm>
    </dsp:sp>
    <dsp:sp modelId="{CAD722CC-E8BA-4536-9BDF-96D1A23C37D7}">
      <dsp:nvSpPr>
        <dsp:cNvPr id="0" name=""/>
        <dsp:cNvSpPr/>
      </dsp:nvSpPr>
      <dsp:spPr>
        <a:xfrm>
          <a:off x="2251772" y="3057030"/>
          <a:ext cx="1373987" cy="309651"/>
        </a:xfrm>
        <a:prstGeom prst="rect">
          <a:avLst/>
        </a:prstGeom>
        <a:solidFill>
          <a:srgbClr val="53B0C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kern="1200" dirty="0" smtClean="0"/>
            <a:t>Linux</a:t>
          </a:r>
          <a:endParaRPr lang="zh-CN" sz="1800" kern="1200" dirty="0"/>
        </a:p>
      </dsp:txBody>
      <dsp:txXfrm>
        <a:off x="2251772" y="3057030"/>
        <a:ext cx="1373987" cy="309651"/>
      </dsp:txXfrm>
    </dsp:sp>
    <dsp:sp modelId="{BDDFF492-6B04-42CB-B200-063737A35C60}">
      <dsp:nvSpPr>
        <dsp:cNvPr id="0" name=""/>
        <dsp:cNvSpPr/>
      </dsp:nvSpPr>
      <dsp:spPr>
        <a:xfrm>
          <a:off x="2251772" y="3493587"/>
          <a:ext cx="1373987" cy="309651"/>
        </a:xfrm>
        <a:prstGeom prst="rect">
          <a:avLst/>
        </a:prstGeom>
        <a:solidFill>
          <a:srgbClr val="61B6C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kern="1200" dirty="0" smtClean="0"/>
            <a:t>Android</a:t>
          </a:r>
          <a:endParaRPr lang="zh-CN" sz="1800" kern="1200" dirty="0"/>
        </a:p>
      </dsp:txBody>
      <dsp:txXfrm>
        <a:off x="2251772" y="3493587"/>
        <a:ext cx="1373987" cy="309651"/>
      </dsp:txXfrm>
    </dsp:sp>
    <dsp:sp modelId="{18812D38-D665-4CF8-99A0-7197512F30EA}">
      <dsp:nvSpPr>
        <dsp:cNvPr id="0" name=""/>
        <dsp:cNvSpPr/>
      </dsp:nvSpPr>
      <dsp:spPr>
        <a:xfrm>
          <a:off x="2251772" y="3930145"/>
          <a:ext cx="1373987" cy="309651"/>
        </a:xfrm>
        <a:prstGeom prst="rect">
          <a:avLst/>
        </a:prstGeom>
        <a:solidFill>
          <a:srgbClr val="70BDD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kern="1200" dirty="0" err="1" smtClean="0"/>
            <a:t>iOS</a:t>
          </a:r>
          <a:endParaRPr lang="zh-CN" sz="1800" kern="1200" dirty="0"/>
        </a:p>
      </dsp:txBody>
      <dsp:txXfrm>
        <a:off x="2251772" y="3930145"/>
        <a:ext cx="1373987" cy="30965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0F6ED7-5F3C-4E19-878C-D64C7EFCFFD8}">
      <dsp:nvSpPr>
        <dsp:cNvPr id="0" name=""/>
        <dsp:cNvSpPr/>
      </dsp:nvSpPr>
      <dsp:spPr>
        <a:xfrm>
          <a:off x="4520267" y="1763505"/>
          <a:ext cx="437642" cy="91440"/>
        </a:xfrm>
        <a:custGeom>
          <a:avLst/>
          <a:gdLst/>
          <a:ahLst/>
          <a:cxnLst/>
          <a:rect l="0" t="0" r="0" b="0"/>
          <a:pathLst>
            <a:path>
              <a:moveTo>
                <a:pt x="0" y="45720"/>
              </a:moveTo>
              <a:lnTo>
                <a:pt x="200835" y="45720"/>
              </a:lnTo>
              <a:lnTo>
                <a:pt x="200835" y="46034"/>
              </a:lnTo>
              <a:lnTo>
                <a:pt x="437642" y="4603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D3034CB-CE9E-42E8-8C99-B52B8D45FCA7}">
      <dsp:nvSpPr>
        <dsp:cNvPr id="0" name=""/>
        <dsp:cNvSpPr/>
      </dsp:nvSpPr>
      <dsp:spPr>
        <a:xfrm>
          <a:off x="2363571" y="1156920"/>
          <a:ext cx="473613" cy="652305"/>
        </a:xfrm>
        <a:custGeom>
          <a:avLst/>
          <a:gdLst/>
          <a:ahLst/>
          <a:cxnLst/>
          <a:rect l="0" t="0" r="0" b="0"/>
          <a:pathLst>
            <a:path>
              <a:moveTo>
                <a:pt x="0" y="0"/>
              </a:moveTo>
              <a:lnTo>
                <a:pt x="236806" y="0"/>
              </a:lnTo>
              <a:lnTo>
                <a:pt x="236806" y="652305"/>
              </a:lnTo>
              <a:lnTo>
                <a:pt x="473613" y="652305"/>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8A0C43-0501-4C5D-86CA-4AB377BF592C}">
      <dsp:nvSpPr>
        <dsp:cNvPr id="0" name=""/>
        <dsp:cNvSpPr/>
      </dsp:nvSpPr>
      <dsp:spPr>
        <a:xfrm>
          <a:off x="4520267" y="458895"/>
          <a:ext cx="437642" cy="91440"/>
        </a:xfrm>
        <a:custGeom>
          <a:avLst/>
          <a:gdLst/>
          <a:ahLst/>
          <a:cxnLst/>
          <a:rect l="0" t="0" r="0" b="0"/>
          <a:pathLst>
            <a:path>
              <a:moveTo>
                <a:pt x="0" y="45720"/>
              </a:moveTo>
              <a:lnTo>
                <a:pt x="200835" y="45720"/>
              </a:lnTo>
              <a:lnTo>
                <a:pt x="200835" y="47814"/>
              </a:lnTo>
              <a:lnTo>
                <a:pt x="437642" y="4781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5455D1-7B65-4B43-982A-97A98845D2B3}">
      <dsp:nvSpPr>
        <dsp:cNvPr id="0" name=""/>
        <dsp:cNvSpPr/>
      </dsp:nvSpPr>
      <dsp:spPr>
        <a:xfrm>
          <a:off x="2363571" y="504615"/>
          <a:ext cx="473613" cy="652305"/>
        </a:xfrm>
        <a:custGeom>
          <a:avLst/>
          <a:gdLst/>
          <a:ahLst/>
          <a:cxnLst/>
          <a:rect l="0" t="0" r="0" b="0"/>
          <a:pathLst>
            <a:path>
              <a:moveTo>
                <a:pt x="0" y="652305"/>
              </a:moveTo>
              <a:lnTo>
                <a:pt x="236806" y="652305"/>
              </a:lnTo>
              <a:lnTo>
                <a:pt x="236806" y="0"/>
              </a:lnTo>
              <a:lnTo>
                <a:pt x="473613" y="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911080-3898-485C-A919-3B49219BA110}">
      <dsp:nvSpPr>
        <dsp:cNvPr id="0" name=""/>
        <dsp:cNvSpPr/>
      </dsp:nvSpPr>
      <dsp:spPr>
        <a:xfrm>
          <a:off x="437620" y="729666"/>
          <a:ext cx="1925950" cy="854507"/>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altLang="zh-CN" sz="1800" b="1" kern="1200" dirty="0" err="1" smtClean="0"/>
            <a:t>uC</a:t>
          </a:r>
          <a:r>
            <a:rPr lang="en-US" altLang="zh-CN" sz="1800" b="1" kern="1200" dirty="0" smtClean="0"/>
            <a:t>/OS-III</a:t>
          </a:r>
          <a:r>
            <a:rPr lang="zh-CN" altLang="zh-CN" sz="1800" b="1" kern="1200" dirty="0" smtClean="0"/>
            <a:t>的任务</a:t>
          </a:r>
          <a:endParaRPr lang="zh-CN" sz="1800" b="1" kern="1200" dirty="0"/>
        </a:p>
      </dsp:txBody>
      <dsp:txXfrm>
        <a:off x="437620" y="729666"/>
        <a:ext cx="1925950" cy="854507"/>
      </dsp:txXfrm>
    </dsp:sp>
    <dsp:sp modelId="{4680E471-83E8-4E93-AD10-C8945567FBE2}">
      <dsp:nvSpPr>
        <dsp:cNvPr id="0" name=""/>
        <dsp:cNvSpPr/>
      </dsp:nvSpPr>
      <dsp:spPr>
        <a:xfrm>
          <a:off x="2837185" y="143484"/>
          <a:ext cx="1683081" cy="722261"/>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zh-CN" sz="1800" b="1" kern="1200" dirty="0" smtClean="0"/>
            <a:t>系统任务</a:t>
          </a:r>
          <a:endParaRPr lang="zh-CN" altLang="en-US" sz="1800" b="1" kern="1200" dirty="0"/>
        </a:p>
      </dsp:txBody>
      <dsp:txXfrm>
        <a:off x="2837185" y="143484"/>
        <a:ext cx="1683081" cy="722261"/>
      </dsp:txXfrm>
    </dsp:sp>
    <dsp:sp modelId="{3A1A1038-3F51-4A06-8DCE-953FFD62970C}">
      <dsp:nvSpPr>
        <dsp:cNvPr id="0" name=""/>
        <dsp:cNvSpPr/>
      </dsp:nvSpPr>
      <dsp:spPr>
        <a:xfrm>
          <a:off x="4957910" y="2409"/>
          <a:ext cx="2885421" cy="1008601"/>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l" defTabSz="800100" rtl="0">
            <a:lnSpc>
              <a:spcPct val="90000"/>
            </a:lnSpc>
            <a:spcBef>
              <a:spcPct val="0"/>
            </a:spcBef>
            <a:spcAft>
              <a:spcPct val="35000"/>
            </a:spcAft>
          </a:pPr>
          <a:r>
            <a:rPr lang="en-GB" altLang="zh-CN" sz="1800" b="1" kern="1200" smtClean="0"/>
            <a:t>    </a:t>
          </a:r>
          <a:r>
            <a:rPr lang="zh-CN" altLang="zh-CN" sz="1800" b="1" kern="1200" smtClean="0"/>
            <a:t>由操作系统提供的任务，为应用程序提供服务或为系统本身提供服务</a:t>
          </a:r>
          <a:endParaRPr lang="zh-CN" sz="1800" b="1" kern="1200" dirty="0"/>
        </a:p>
      </dsp:txBody>
      <dsp:txXfrm>
        <a:off x="4957910" y="2409"/>
        <a:ext cx="2885421" cy="1008601"/>
      </dsp:txXfrm>
    </dsp:sp>
    <dsp:sp modelId="{DC608DF3-48D8-4642-BF23-77E6887818CC}">
      <dsp:nvSpPr>
        <dsp:cNvPr id="0" name=""/>
        <dsp:cNvSpPr/>
      </dsp:nvSpPr>
      <dsp:spPr>
        <a:xfrm>
          <a:off x="2837185" y="1448095"/>
          <a:ext cx="1683081" cy="722261"/>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zh-CN" sz="1800" b="1" kern="1200" dirty="0" smtClean="0"/>
            <a:t>用户任务</a:t>
          </a:r>
          <a:endParaRPr lang="zh-CN" altLang="en-US" sz="1800" b="1" kern="1200" dirty="0"/>
        </a:p>
      </dsp:txBody>
      <dsp:txXfrm>
        <a:off x="2837185" y="1448095"/>
        <a:ext cx="1683081" cy="722261"/>
      </dsp:txXfrm>
    </dsp:sp>
    <dsp:sp modelId="{09AEDA5C-F0FF-40C8-A282-BC1AAEBBF926}">
      <dsp:nvSpPr>
        <dsp:cNvPr id="0" name=""/>
        <dsp:cNvSpPr/>
      </dsp:nvSpPr>
      <dsp:spPr>
        <a:xfrm>
          <a:off x="4957910" y="1305239"/>
          <a:ext cx="2870573" cy="1008601"/>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l" defTabSz="800100" rtl="0">
            <a:lnSpc>
              <a:spcPct val="90000"/>
            </a:lnSpc>
            <a:spcBef>
              <a:spcPct val="0"/>
            </a:spcBef>
            <a:spcAft>
              <a:spcPct val="35000"/>
            </a:spcAft>
          </a:pPr>
          <a:r>
            <a:rPr lang="en-GB" altLang="zh-CN" sz="1800" b="1" kern="1200" smtClean="0"/>
            <a:t>     </a:t>
          </a:r>
          <a:r>
            <a:rPr lang="zh-CN" altLang="zh-CN" sz="1800" b="1" kern="1200" smtClean="0"/>
            <a:t>由用户编写的实现应用程序功能的任务</a:t>
          </a:r>
          <a:endParaRPr lang="zh-CN" sz="1800" b="1" kern="1200" dirty="0"/>
        </a:p>
      </dsp:txBody>
      <dsp:txXfrm>
        <a:off x="4957910" y="1305239"/>
        <a:ext cx="2870573" cy="100860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0E34C1-D022-414E-A434-1FC464134055}">
      <dsp:nvSpPr>
        <dsp:cNvPr id="0" name=""/>
        <dsp:cNvSpPr/>
      </dsp:nvSpPr>
      <dsp:spPr>
        <a:xfrm>
          <a:off x="2197369" y="1347512"/>
          <a:ext cx="1559423" cy="351278"/>
        </a:xfrm>
        <a:custGeom>
          <a:avLst/>
          <a:gdLst/>
          <a:ahLst/>
          <a:cxnLst/>
          <a:rect l="0" t="0" r="0" b="0"/>
          <a:pathLst>
            <a:path>
              <a:moveTo>
                <a:pt x="0" y="0"/>
              </a:moveTo>
              <a:lnTo>
                <a:pt x="0" y="233081"/>
              </a:lnTo>
              <a:lnTo>
                <a:pt x="1559423" y="233081"/>
              </a:lnTo>
              <a:lnTo>
                <a:pt x="1559423" y="35127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DBC3D9-8FF9-47B3-A776-987BB2732F6C}">
      <dsp:nvSpPr>
        <dsp:cNvPr id="0" name=""/>
        <dsp:cNvSpPr/>
      </dsp:nvSpPr>
      <dsp:spPr>
        <a:xfrm>
          <a:off x="2151649" y="1347512"/>
          <a:ext cx="91440" cy="371071"/>
        </a:xfrm>
        <a:custGeom>
          <a:avLst/>
          <a:gdLst/>
          <a:ahLst/>
          <a:cxnLst/>
          <a:rect l="0" t="0" r="0" b="0"/>
          <a:pathLst>
            <a:path>
              <a:moveTo>
                <a:pt x="45720" y="0"/>
              </a:moveTo>
              <a:lnTo>
                <a:pt x="45720" y="3710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C188F9-57E1-4F29-B1FA-A5E83483B709}">
      <dsp:nvSpPr>
        <dsp:cNvPr id="0" name=""/>
        <dsp:cNvSpPr/>
      </dsp:nvSpPr>
      <dsp:spPr>
        <a:xfrm>
          <a:off x="637945" y="1347512"/>
          <a:ext cx="1559423" cy="371071"/>
        </a:xfrm>
        <a:custGeom>
          <a:avLst/>
          <a:gdLst/>
          <a:ahLst/>
          <a:cxnLst/>
          <a:rect l="0" t="0" r="0" b="0"/>
          <a:pathLst>
            <a:path>
              <a:moveTo>
                <a:pt x="1559423" y="0"/>
              </a:moveTo>
              <a:lnTo>
                <a:pt x="1559423" y="252874"/>
              </a:lnTo>
              <a:lnTo>
                <a:pt x="0" y="252874"/>
              </a:lnTo>
              <a:lnTo>
                <a:pt x="0" y="3710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56A6C5-00BE-4469-8DD1-041560DC3640}">
      <dsp:nvSpPr>
        <dsp:cNvPr id="0" name=""/>
        <dsp:cNvSpPr/>
      </dsp:nvSpPr>
      <dsp:spPr>
        <a:xfrm>
          <a:off x="1559423" y="537321"/>
          <a:ext cx="1275891" cy="8101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54DAFF-B944-4C77-BAA8-C7AC7B6438B0}">
      <dsp:nvSpPr>
        <dsp:cNvPr id="0" name=""/>
        <dsp:cNvSpPr/>
      </dsp:nvSpPr>
      <dsp:spPr>
        <a:xfrm>
          <a:off x="1701189" y="671999"/>
          <a:ext cx="1275891" cy="81019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GB" sz="1800" b="1" kern="1200" dirty="0" err="1" smtClean="0"/>
            <a:t>uC</a:t>
          </a:r>
          <a:r>
            <a:rPr lang="en-GB" sz="1800" b="1" kern="1200" dirty="0" smtClean="0"/>
            <a:t>/OS-III</a:t>
          </a:r>
          <a:r>
            <a:rPr lang="zh-CN" sz="1800" b="1" kern="1200" dirty="0" smtClean="0"/>
            <a:t>的任务</a:t>
          </a:r>
          <a:endParaRPr lang="zh-CN" sz="1800" kern="1200" dirty="0"/>
        </a:p>
      </dsp:txBody>
      <dsp:txXfrm>
        <a:off x="1724919" y="695729"/>
        <a:ext cx="1228431" cy="762731"/>
      </dsp:txXfrm>
    </dsp:sp>
    <dsp:sp modelId="{D654BC3E-C78A-4880-A6C0-3C401814D8C8}">
      <dsp:nvSpPr>
        <dsp:cNvPr id="0" name=""/>
        <dsp:cNvSpPr/>
      </dsp:nvSpPr>
      <dsp:spPr>
        <a:xfrm>
          <a:off x="0" y="1718584"/>
          <a:ext cx="1275891" cy="1137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675C30-CC14-4390-BE97-939F32B47BFB}">
      <dsp:nvSpPr>
        <dsp:cNvPr id="0" name=""/>
        <dsp:cNvSpPr/>
      </dsp:nvSpPr>
      <dsp:spPr>
        <a:xfrm>
          <a:off x="141765" y="1853262"/>
          <a:ext cx="1275891" cy="11378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sz="1800" b="1" kern="1200" dirty="0" smtClean="0"/>
            <a:t>任务控制块（</a:t>
          </a:r>
          <a:r>
            <a:rPr lang="en-GB" sz="1800" b="1" kern="1200" dirty="0" smtClean="0"/>
            <a:t>Task Control Block, TCB</a:t>
          </a:r>
          <a:r>
            <a:rPr lang="zh-CN" sz="1800" b="1" kern="1200" dirty="0" smtClean="0"/>
            <a:t>）</a:t>
          </a:r>
          <a:endParaRPr lang="zh-CN" sz="1800" kern="1200" dirty="0"/>
        </a:p>
      </dsp:txBody>
      <dsp:txXfrm>
        <a:off x="175090" y="1886587"/>
        <a:ext cx="1209241" cy="1071150"/>
      </dsp:txXfrm>
    </dsp:sp>
    <dsp:sp modelId="{3E9EEF55-E17B-4179-B2C0-5B24979995BC}">
      <dsp:nvSpPr>
        <dsp:cNvPr id="0" name=""/>
        <dsp:cNvSpPr/>
      </dsp:nvSpPr>
      <dsp:spPr>
        <a:xfrm>
          <a:off x="1559423" y="1718584"/>
          <a:ext cx="1275891" cy="11378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4F26E0-3291-4971-9C73-23C797B2E37D}">
      <dsp:nvSpPr>
        <dsp:cNvPr id="0" name=""/>
        <dsp:cNvSpPr/>
      </dsp:nvSpPr>
      <dsp:spPr>
        <a:xfrm>
          <a:off x="1701189" y="1853262"/>
          <a:ext cx="1275891" cy="113780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b="1" kern="1200" dirty="0" smtClean="0"/>
            <a:t>任务堆栈</a:t>
          </a:r>
          <a:endParaRPr lang="zh-CN" altLang="en-US" sz="1800" kern="1200" dirty="0"/>
        </a:p>
      </dsp:txBody>
      <dsp:txXfrm>
        <a:off x="1734514" y="1886587"/>
        <a:ext cx="1209241" cy="1071158"/>
      </dsp:txXfrm>
    </dsp:sp>
    <dsp:sp modelId="{58BC618D-70B2-47DC-AFF9-7129CBF1A923}">
      <dsp:nvSpPr>
        <dsp:cNvPr id="0" name=""/>
        <dsp:cNvSpPr/>
      </dsp:nvSpPr>
      <dsp:spPr>
        <a:xfrm>
          <a:off x="3118846" y="1698791"/>
          <a:ext cx="1275891" cy="109990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B8D8B5-DC94-4396-B487-273627CFA8DA}">
      <dsp:nvSpPr>
        <dsp:cNvPr id="0" name=""/>
        <dsp:cNvSpPr/>
      </dsp:nvSpPr>
      <dsp:spPr>
        <a:xfrm>
          <a:off x="3260612" y="1833469"/>
          <a:ext cx="1275891" cy="109990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b="1" kern="1200" dirty="0" smtClean="0"/>
            <a:t>任务函数</a:t>
          </a:r>
          <a:endParaRPr lang="zh-CN" altLang="en-US" sz="1800" kern="1200" dirty="0"/>
        </a:p>
      </dsp:txBody>
      <dsp:txXfrm>
        <a:off x="3292827" y="1865684"/>
        <a:ext cx="1211461" cy="103547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618498-BE9F-40DA-9A79-1319D1D4B44D}">
      <dsp:nvSpPr>
        <dsp:cNvPr id="0" name=""/>
        <dsp:cNvSpPr/>
      </dsp:nvSpPr>
      <dsp:spPr>
        <a:xfrm>
          <a:off x="2587" y="1526"/>
          <a:ext cx="7195624" cy="4214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b="1" kern="1200" dirty="0" smtClean="0"/>
            <a:t>任务调度方式</a:t>
          </a:r>
          <a:endParaRPr lang="zh-CN" altLang="en-US" sz="1800" b="1" kern="1200" dirty="0"/>
        </a:p>
      </dsp:txBody>
      <dsp:txXfrm>
        <a:off x="14930" y="13869"/>
        <a:ext cx="7170938" cy="396726"/>
      </dsp:txXfrm>
    </dsp:sp>
    <dsp:sp modelId="{E0EFCD4E-5454-4279-AE2D-1234E2A7889F}">
      <dsp:nvSpPr>
        <dsp:cNvPr id="0" name=""/>
        <dsp:cNvSpPr/>
      </dsp:nvSpPr>
      <dsp:spPr>
        <a:xfrm>
          <a:off x="13918" y="480583"/>
          <a:ext cx="2266912" cy="58951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100000"/>
            </a:lnSpc>
            <a:spcBef>
              <a:spcPct val="0"/>
            </a:spcBef>
            <a:spcAft>
              <a:spcPts val="0"/>
            </a:spcAft>
          </a:pPr>
          <a:r>
            <a:rPr lang="zh-CN" altLang="en-US" sz="1800" b="1" kern="1200" dirty="0" smtClean="0"/>
            <a:t>基于优先级的</a:t>
          </a:r>
          <a:endParaRPr lang="en-US" altLang="zh-CN" sz="1800" b="1" kern="1200" dirty="0" smtClean="0"/>
        </a:p>
        <a:p>
          <a:pPr lvl="0" algn="ctr" defTabSz="800100" rtl="0">
            <a:lnSpc>
              <a:spcPct val="100000"/>
            </a:lnSpc>
            <a:spcBef>
              <a:spcPct val="0"/>
            </a:spcBef>
            <a:spcAft>
              <a:spcPts val="0"/>
            </a:spcAft>
          </a:pPr>
          <a:r>
            <a:rPr lang="zh-CN" altLang="en-US" sz="1800" b="1" kern="1200" dirty="0" smtClean="0"/>
            <a:t>抢占式调度</a:t>
          </a:r>
          <a:endParaRPr lang="zh-CN" altLang="en-US" sz="1800" b="1" kern="1200" dirty="0"/>
        </a:p>
      </dsp:txBody>
      <dsp:txXfrm>
        <a:off x="31184" y="497849"/>
        <a:ext cx="2232380" cy="554982"/>
      </dsp:txXfrm>
    </dsp:sp>
    <dsp:sp modelId="{8333A1AD-CC43-42B4-890B-5E97AE0B2310}">
      <dsp:nvSpPr>
        <dsp:cNvPr id="0" name=""/>
        <dsp:cNvSpPr/>
      </dsp:nvSpPr>
      <dsp:spPr>
        <a:xfrm>
          <a:off x="13918" y="1194136"/>
          <a:ext cx="2266912" cy="1912642"/>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zh-CN" sz="1800" b="1" kern="1200" smtClean="0"/>
            <a:t>内核总是将</a:t>
          </a:r>
          <a:r>
            <a:rPr lang="en-US" sz="1800" b="1" kern="1200" smtClean="0"/>
            <a:t>CPU</a:t>
          </a:r>
          <a:r>
            <a:rPr lang="zh-CN" sz="1800" b="1" kern="1200" smtClean="0"/>
            <a:t>分配给处于就绪态的优先级最高的任务运行，保证重要的突发事件及时得到处理。</a:t>
          </a:r>
          <a:endParaRPr lang="zh-CN" sz="1800" b="1" kern="1200" dirty="0"/>
        </a:p>
      </dsp:txBody>
      <dsp:txXfrm>
        <a:off x="69937" y="1250155"/>
        <a:ext cx="2154874" cy="1800604"/>
      </dsp:txXfrm>
    </dsp:sp>
    <dsp:sp modelId="{38E35ACA-7DE3-4733-B11A-81A3D5231C54}">
      <dsp:nvSpPr>
        <dsp:cNvPr id="0" name=""/>
        <dsp:cNvSpPr/>
      </dsp:nvSpPr>
      <dsp:spPr>
        <a:xfrm>
          <a:off x="2466943" y="480583"/>
          <a:ext cx="2266912" cy="58951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b="1" kern="1200" dirty="0" smtClean="0"/>
            <a:t>不可抢占式调度</a:t>
          </a:r>
          <a:endParaRPr lang="zh-CN" altLang="en-US" sz="1800" b="1" kern="1200" dirty="0"/>
        </a:p>
      </dsp:txBody>
      <dsp:txXfrm>
        <a:off x="2484209" y="497849"/>
        <a:ext cx="2232380" cy="554982"/>
      </dsp:txXfrm>
    </dsp:sp>
    <dsp:sp modelId="{5BFD359E-3A34-4999-A649-128C7BD094CF}">
      <dsp:nvSpPr>
        <dsp:cNvPr id="0" name=""/>
        <dsp:cNvSpPr/>
      </dsp:nvSpPr>
      <dsp:spPr>
        <a:xfrm>
          <a:off x="2466943" y="1194136"/>
          <a:ext cx="2266912" cy="1912642"/>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zh-CN" sz="1800" b="1" kern="1200" smtClean="0"/>
            <a:t>任务一旦获得</a:t>
          </a:r>
          <a:r>
            <a:rPr lang="en-US" sz="1800" b="1" kern="1200" smtClean="0"/>
            <a:t>CPU</a:t>
          </a:r>
          <a:r>
            <a:rPr lang="zh-CN" sz="1800" b="1" kern="1200" smtClean="0"/>
            <a:t>就独占其运行，除非由于某种原因使它放弃</a:t>
          </a:r>
          <a:r>
            <a:rPr lang="en-US" sz="1800" b="1" kern="1200" smtClean="0"/>
            <a:t>CPU</a:t>
          </a:r>
          <a:r>
            <a:rPr lang="zh-CN" sz="1800" b="1" kern="1200" smtClean="0"/>
            <a:t>的使用权。</a:t>
          </a:r>
          <a:endParaRPr lang="zh-CN" sz="1800" b="1" kern="1200" dirty="0"/>
        </a:p>
      </dsp:txBody>
      <dsp:txXfrm>
        <a:off x="2522962" y="1250155"/>
        <a:ext cx="2154874" cy="1800604"/>
      </dsp:txXfrm>
    </dsp:sp>
    <dsp:sp modelId="{90A307CB-C83F-4F70-B1FF-B9B155C618ED}">
      <dsp:nvSpPr>
        <dsp:cNvPr id="0" name=""/>
        <dsp:cNvSpPr/>
      </dsp:nvSpPr>
      <dsp:spPr>
        <a:xfrm>
          <a:off x="4924276" y="480583"/>
          <a:ext cx="2266912" cy="58951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b="1" kern="1200" dirty="0" smtClean="0"/>
            <a:t>时间片轮转调度</a:t>
          </a:r>
          <a:endParaRPr lang="zh-CN" altLang="en-US" sz="1800" b="1" kern="1200" dirty="0"/>
        </a:p>
      </dsp:txBody>
      <dsp:txXfrm>
        <a:off x="4941542" y="497849"/>
        <a:ext cx="2232380" cy="554982"/>
      </dsp:txXfrm>
    </dsp:sp>
    <dsp:sp modelId="{BFD23E6B-DA4E-4CF4-B5DD-3365B6CC0C46}">
      <dsp:nvSpPr>
        <dsp:cNvPr id="0" name=""/>
        <dsp:cNvSpPr/>
      </dsp:nvSpPr>
      <dsp:spPr>
        <a:xfrm>
          <a:off x="4924276" y="1194136"/>
          <a:ext cx="2266912" cy="1912642"/>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zh-CN" sz="1800" b="1" kern="1200" dirty="0" smtClean="0"/>
            <a:t>让优先级相同的处于就绪状态的任务按时间片轮流使用</a:t>
          </a:r>
          <a:r>
            <a:rPr lang="en-US" sz="1800" b="1" kern="1200" dirty="0" smtClean="0"/>
            <a:t>CPU</a:t>
          </a:r>
          <a:r>
            <a:rPr lang="zh-CN" sz="1800" b="1" kern="1200" dirty="0" smtClean="0"/>
            <a:t>，以防止同优先级的某一任务长时间独占</a:t>
          </a:r>
          <a:r>
            <a:rPr lang="en-US" sz="1800" b="1" kern="1200" dirty="0" smtClean="0"/>
            <a:t>CPU</a:t>
          </a:r>
          <a:r>
            <a:rPr lang="zh-CN" sz="1800" b="1" kern="1200" dirty="0" smtClean="0"/>
            <a:t>。</a:t>
          </a:r>
          <a:endParaRPr lang="zh-CN" sz="1800" b="1" kern="1200" dirty="0"/>
        </a:p>
      </dsp:txBody>
      <dsp:txXfrm>
        <a:off x="4980295" y="1250155"/>
        <a:ext cx="2154874" cy="180060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8E5F2D-3CBC-41FC-87D7-1900E3A8D7F9}">
      <dsp:nvSpPr>
        <dsp:cNvPr id="0" name=""/>
        <dsp:cNvSpPr/>
      </dsp:nvSpPr>
      <dsp:spPr>
        <a:xfrm>
          <a:off x="2195298" y="2518677"/>
          <a:ext cx="571756" cy="91440"/>
        </a:xfrm>
        <a:custGeom>
          <a:avLst/>
          <a:gdLst/>
          <a:ahLst/>
          <a:cxnLst/>
          <a:rect l="0" t="0" r="0" b="0"/>
          <a:pathLst>
            <a:path>
              <a:moveTo>
                <a:pt x="0" y="45720"/>
              </a:moveTo>
              <a:lnTo>
                <a:pt x="571756" y="45720"/>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0660DB-D20A-4C42-91C2-A401761255C7}">
      <dsp:nvSpPr>
        <dsp:cNvPr id="0" name=""/>
        <dsp:cNvSpPr/>
      </dsp:nvSpPr>
      <dsp:spPr>
        <a:xfrm>
          <a:off x="812589" y="1849417"/>
          <a:ext cx="571756" cy="714980"/>
        </a:xfrm>
        <a:custGeom>
          <a:avLst/>
          <a:gdLst/>
          <a:ahLst/>
          <a:cxnLst/>
          <a:rect l="0" t="0" r="0" b="0"/>
          <a:pathLst>
            <a:path>
              <a:moveTo>
                <a:pt x="0" y="0"/>
              </a:moveTo>
              <a:lnTo>
                <a:pt x="285878" y="0"/>
              </a:lnTo>
              <a:lnTo>
                <a:pt x="285878" y="714980"/>
              </a:lnTo>
              <a:lnTo>
                <a:pt x="571756" y="71498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0158CA-B1D2-4604-B947-F3FACC9E7D00}">
      <dsp:nvSpPr>
        <dsp:cNvPr id="0" name=""/>
        <dsp:cNvSpPr/>
      </dsp:nvSpPr>
      <dsp:spPr>
        <a:xfrm>
          <a:off x="2195298" y="1088717"/>
          <a:ext cx="571756" cy="91440"/>
        </a:xfrm>
        <a:custGeom>
          <a:avLst/>
          <a:gdLst/>
          <a:ahLst/>
          <a:cxnLst/>
          <a:rect l="0" t="0" r="0" b="0"/>
          <a:pathLst>
            <a:path>
              <a:moveTo>
                <a:pt x="0" y="45720"/>
              </a:moveTo>
              <a:lnTo>
                <a:pt x="571756" y="45720"/>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9DD4CD-187B-484D-89FD-488A70187703}">
      <dsp:nvSpPr>
        <dsp:cNvPr id="0" name=""/>
        <dsp:cNvSpPr/>
      </dsp:nvSpPr>
      <dsp:spPr>
        <a:xfrm>
          <a:off x="812589" y="1134437"/>
          <a:ext cx="571756" cy="714980"/>
        </a:xfrm>
        <a:custGeom>
          <a:avLst/>
          <a:gdLst/>
          <a:ahLst/>
          <a:cxnLst/>
          <a:rect l="0" t="0" r="0" b="0"/>
          <a:pathLst>
            <a:path>
              <a:moveTo>
                <a:pt x="0" y="714980"/>
              </a:moveTo>
              <a:lnTo>
                <a:pt x="285878" y="714980"/>
              </a:lnTo>
              <a:lnTo>
                <a:pt x="285878" y="0"/>
              </a:lnTo>
              <a:lnTo>
                <a:pt x="571756" y="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2D63A6-A906-4CDC-90B8-A85FC288ACBA}">
      <dsp:nvSpPr>
        <dsp:cNvPr id="0" name=""/>
        <dsp:cNvSpPr/>
      </dsp:nvSpPr>
      <dsp:spPr>
        <a:xfrm>
          <a:off x="1638" y="1413452"/>
          <a:ext cx="810951" cy="871929"/>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rtl="0">
            <a:lnSpc>
              <a:spcPct val="100000"/>
            </a:lnSpc>
            <a:spcBef>
              <a:spcPct val="0"/>
            </a:spcBef>
            <a:spcAft>
              <a:spcPts val="0"/>
            </a:spcAft>
          </a:pPr>
          <a:r>
            <a:rPr lang="zh-CN" altLang="en-US" sz="1800" b="1" kern="1200" dirty="0" smtClean="0"/>
            <a:t>任务</a:t>
          </a:r>
          <a:endParaRPr lang="en-US" altLang="zh-CN" sz="1800" b="1" kern="1200" dirty="0" smtClean="0"/>
        </a:p>
        <a:p>
          <a:pPr lvl="0" algn="ctr" defTabSz="800100" rtl="0">
            <a:lnSpc>
              <a:spcPct val="100000"/>
            </a:lnSpc>
            <a:spcBef>
              <a:spcPct val="0"/>
            </a:spcBef>
            <a:spcAft>
              <a:spcPts val="0"/>
            </a:spcAft>
          </a:pPr>
          <a:r>
            <a:rPr lang="zh-CN" altLang="en-US" sz="1800" b="1" kern="1200" dirty="0" smtClean="0"/>
            <a:t>切换</a:t>
          </a:r>
          <a:endParaRPr lang="zh-CN" altLang="en-US" sz="1800" b="1" kern="1200" dirty="0"/>
        </a:p>
      </dsp:txBody>
      <dsp:txXfrm>
        <a:off x="1638" y="1413452"/>
        <a:ext cx="810951" cy="871929"/>
      </dsp:txXfrm>
    </dsp:sp>
    <dsp:sp modelId="{C022446A-3CE3-403E-B6AE-E51AE332147E}">
      <dsp:nvSpPr>
        <dsp:cNvPr id="0" name=""/>
        <dsp:cNvSpPr/>
      </dsp:nvSpPr>
      <dsp:spPr>
        <a:xfrm>
          <a:off x="1384346" y="698472"/>
          <a:ext cx="810951" cy="8719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t>任务级切换</a:t>
          </a:r>
          <a:endParaRPr lang="zh-CN" altLang="en-US" sz="1800" b="1" kern="1200" dirty="0"/>
        </a:p>
      </dsp:txBody>
      <dsp:txXfrm>
        <a:off x="1384346" y="698472"/>
        <a:ext cx="810951" cy="871929"/>
      </dsp:txXfrm>
    </dsp:sp>
    <dsp:sp modelId="{A804C2F0-C622-40C7-A3C5-1AFEE5CA7776}">
      <dsp:nvSpPr>
        <dsp:cNvPr id="0" name=""/>
        <dsp:cNvSpPr/>
      </dsp:nvSpPr>
      <dsp:spPr>
        <a:xfrm>
          <a:off x="2767055" y="598130"/>
          <a:ext cx="2559898" cy="1072612"/>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b="1" kern="1200" dirty="0" smtClean="0"/>
            <a:t>任务级调度</a:t>
          </a:r>
          <a:r>
            <a:rPr lang="en-US" sz="1800" b="1" kern="1200" dirty="0" err="1" smtClean="0"/>
            <a:t>OSSched</a:t>
          </a:r>
          <a:r>
            <a:rPr lang="en-US" sz="1800" b="1" kern="1200" dirty="0" smtClean="0"/>
            <a:t>()</a:t>
          </a:r>
          <a:r>
            <a:rPr lang="zh-CN" sz="1800" b="1" kern="1200" dirty="0" smtClean="0"/>
            <a:t>调用</a:t>
          </a:r>
          <a:r>
            <a:rPr lang="en-US" sz="1800" b="1" kern="1200" dirty="0" err="1" smtClean="0"/>
            <a:t>OSCtxSw</a:t>
          </a:r>
          <a:r>
            <a:rPr lang="en-US" sz="1800" b="1" kern="1200" dirty="0" smtClean="0"/>
            <a:t>()</a:t>
          </a:r>
          <a:r>
            <a:rPr lang="zh-CN" sz="1800" b="1" kern="1200" dirty="0" smtClean="0"/>
            <a:t>函数实现任务的切换</a:t>
          </a:r>
          <a:endParaRPr lang="zh-CN" sz="1800" b="1" kern="1200" dirty="0"/>
        </a:p>
      </dsp:txBody>
      <dsp:txXfrm>
        <a:off x="2767055" y="598130"/>
        <a:ext cx="2559898" cy="1072612"/>
      </dsp:txXfrm>
    </dsp:sp>
    <dsp:sp modelId="{7290783C-4125-417B-BA2D-8145EF5FDF92}">
      <dsp:nvSpPr>
        <dsp:cNvPr id="0" name=""/>
        <dsp:cNvSpPr/>
      </dsp:nvSpPr>
      <dsp:spPr>
        <a:xfrm>
          <a:off x="1384346" y="2128433"/>
          <a:ext cx="810951" cy="8719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t>中断级切换</a:t>
          </a:r>
          <a:endParaRPr lang="zh-CN" altLang="en-US" sz="1800" b="1" kern="1200" dirty="0"/>
        </a:p>
      </dsp:txBody>
      <dsp:txXfrm>
        <a:off x="1384346" y="2128433"/>
        <a:ext cx="810951" cy="871929"/>
      </dsp:txXfrm>
    </dsp:sp>
    <dsp:sp modelId="{512A98DC-932A-4F2B-9627-EABE7280E3BC}">
      <dsp:nvSpPr>
        <dsp:cNvPr id="0" name=""/>
        <dsp:cNvSpPr/>
      </dsp:nvSpPr>
      <dsp:spPr>
        <a:xfrm>
          <a:off x="2767055" y="2028091"/>
          <a:ext cx="2559898" cy="1072612"/>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b="1" kern="1200" dirty="0" smtClean="0"/>
            <a:t>中断级调度</a:t>
          </a:r>
          <a:r>
            <a:rPr lang="en-US" sz="1800" b="1" kern="1200" dirty="0" err="1" smtClean="0"/>
            <a:t>OSIntExit</a:t>
          </a:r>
          <a:r>
            <a:rPr lang="en-US" sz="1800" b="1" kern="1200" dirty="0" smtClean="0"/>
            <a:t>()</a:t>
          </a:r>
          <a:r>
            <a:rPr lang="zh-CN" sz="1800" b="1" kern="1200" dirty="0" smtClean="0"/>
            <a:t>调用</a:t>
          </a:r>
          <a:r>
            <a:rPr lang="en-US" sz="1800" b="1" kern="1200" dirty="0" err="1" smtClean="0"/>
            <a:t>OSIntCtxSw</a:t>
          </a:r>
          <a:r>
            <a:rPr lang="en-US" sz="1800" b="1" kern="1200" dirty="0" smtClean="0"/>
            <a:t>()</a:t>
          </a:r>
          <a:r>
            <a:rPr lang="zh-CN" sz="1800" b="1" kern="1200" dirty="0" smtClean="0"/>
            <a:t>函数实现任务的切换。</a:t>
          </a:r>
          <a:endParaRPr lang="zh-CN" sz="1800" b="1" kern="1200" dirty="0"/>
        </a:p>
      </dsp:txBody>
      <dsp:txXfrm>
        <a:off x="2767055" y="2028091"/>
        <a:ext cx="2559898" cy="107261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B93E19-6BA5-485A-BD9F-FC88AF686BF6}">
      <dsp:nvSpPr>
        <dsp:cNvPr id="0" name=""/>
        <dsp:cNvSpPr/>
      </dsp:nvSpPr>
      <dsp:spPr>
        <a:xfrm>
          <a:off x="3436047" y="1056019"/>
          <a:ext cx="2031581" cy="483424"/>
        </a:xfrm>
        <a:custGeom>
          <a:avLst/>
          <a:gdLst/>
          <a:ahLst/>
          <a:cxnLst/>
          <a:rect l="0" t="0" r="0" b="0"/>
          <a:pathLst>
            <a:path>
              <a:moveTo>
                <a:pt x="0" y="0"/>
              </a:moveTo>
              <a:lnTo>
                <a:pt x="0" y="329439"/>
              </a:lnTo>
              <a:lnTo>
                <a:pt x="2031581" y="329439"/>
              </a:lnTo>
              <a:lnTo>
                <a:pt x="2031581" y="483424"/>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4D2142-C586-467F-BB5A-467A7B292366}">
      <dsp:nvSpPr>
        <dsp:cNvPr id="0" name=""/>
        <dsp:cNvSpPr/>
      </dsp:nvSpPr>
      <dsp:spPr>
        <a:xfrm>
          <a:off x="3390327" y="1056019"/>
          <a:ext cx="91440" cy="483424"/>
        </a:xfrm>
        <a:custGeom>
          <a:avLst/>
          <a:gdLst/>
          <a:ahLst/>
          <a:cxnLst/>
          <a:rect l="0" t="0" r="0" b="0"/>
          <a:pathLst>
            <a:path>
              <a:moveTo>
                <a:pt x="45720" y="0"/>
              </a:moveTo>
              <a:lnTo>
                <a:pt x="45720" y="483424"/>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E56A94-91C0-4BC3-8610-CBF09E3432C6}">
      <dsp:nvSpPr>
        <dsp:cNvPr id="0" name=""/>
        <dsp:cNvSpPr/>
      </dsp:nvSpPr>
      <dsp:spPr>
        <a:xfrm>
          <a:off x="1404465" y="1056019"/>
          <a:ext cx="2031581" cy="483424"/>
        </a:xfrm>
        <a:custGeom>
          <a:avLst/>
          <a:gdLst/>
          <a:ahLst/>
          <a:cxnLst/>
          <a:rect l="0" t="0" r="0" b="0"/>
          <a:pathLst>
            <a:path>
              <a:moveTo>
                <a:pt x="2031581" y="0"/>
              </a:moveTo>
              <a:lnTo>
                <a:pt x="2031581" y="329439"/>
              </a:lnTo>
              <a:lnTo>
                <a:pt x="0" y="329439"/>
              </a:lnTo>
              <a:lnTo>
                <a:pt x="0" y="483424"/>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6529DF-ABBD-4E85-9761-A82A91F3383B}">
      <dsp:nvSpPr>
        <dsp:cNvPr id="0" name=""/>
        <dsp:cNvSpPr/>
      </dsp:nvSpPr>
      <dsp:spPr>
        <a:xfrm>
          <a:off x="2604945" y="520"/>
          <a:ext cx="1662203" cy="1055499"/>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69F6BB-3966-48AA-BA2B-4333EDB2254D}">
      <dsp:nvSpPr>
        <dsp:cNvPr id="0" name=""/>
        <dsp:cNvSpPr/>
      </dsp:nvSpPr>
      <dsp:spPr>
        <a:xfrm>
          <a:off x="2789634" y="175975"/>
          <a:ext cx="1662203" cy="105549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1" kern="1200" dirty="0" err="1" smtClean="0"/>
            <a:t>uC</a:t>
          </a:r>
          <a:r>
            <a:rPr lang="en-US" sz="1800" b="1" kern="1200" dirty="0" smtClean="0"/>
            <a:t>/OS-III</a:t>
          </a:r>
          <a:r>
            <a:rPr lang="zh-CN" sz="1800" b="1" kern="1200" dirty="0" smtClean="0"/>
            <a:t>的时间管理</a:t>
          </a:r>
          <a:endParaRPr lang="zh-CN" sz="1800" b="1" kern="1200" dirty="0"/>
        </a:p>
      </dsp:txBody>
      <dsp:txXfrm>
        <a:off x="2820549" y="206890"/>
        <a:ext cx="1600373" cy="993669"/>
      </dsp:txXfrm>
    </dsp:sp>
    <dsp:sp modelId="{B870AACD-377F-4C75-9849-D77DEA3826DB}">
      <dsp:nvSpPr>
        <dsp:cNvPr id="0" name=""/>
        <dsp:cNvSpPr/>
      </dsp:nvSpPr>
      <dsp:spPr>
        <a:xfrm>
          <a:off x="573363" y="1539443"/>
          <a:ext cx="1662203" cy="1055499"/>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D52CE6-2703-42E6-89A8-B2A318D07E25}">
      <dsp:nvSpPr>
        <dsp:cNvPr id="0" name=""/>
        <dsp:cNvSpPr/>
      </dsp:nvSpPr>
      <dsp:spPr>
        <a:xfrm>
          <a:off x="758052" y="1714898"/>
          <a:ext cx="1662203" cy="1055499"/>
        </a:xfrm>
        <a:prstGeom prst="roundRect">
          <a:avLst>
            <a:gd name="adj" fmla="val 10000"/>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b="1" kern="1200" dirty="0" smtClean="0"/>
            <a:t>延时</a:t>
          </a:r>
          <a:endParaRPr lang="zh-CN" altLang="en-US" sz="1800" b="1" kern="1200" dirty="0"/>
        </a:p>
      </dsp:txBody>
      <dsp:txXfrm>
        <a:off x="788967" y="1745813"/>
        <a:ext cx="1600373" cy="993669"/>
      </dsp:txXfrm>
    </dsp:sp>
    <dsp:sp modelId="{F748B31F-0B1D-419B-86A9-A16F5E37B9E7}">
      <dsp:nvSpPr>
        <dsp:cNvPr id="0" name=""/>
        <dsp:cNvSpPr/>
      </dsp:nvSpPr>
      <dsp:spPr>
        <a:xfrm>
          <a:off x="2604945" y="1539443"/>
          <a:ext cx="1662203" cy="1055499"/>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7F084CD-517B-4B31-96D0-30B008ECE8AD}">
      <dsp:nvSpPr>
        <dsp:cNvPr id="0" name=""/>
        <dsp:cNvSpPr/>
      </dsp:nvSpPr>
      <dsp:spPr>
        <a:xfrm>
          <a:off x="2789634" y="1714898"/>
          <a:ext cx="1662203" cy="1055499"/>
        </a:xfrm>
        <a:prstGeom prst="roundRect">
          <a:avLst>
            <a:gd name="adj" fmla="val 10000"/>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b="1" kern="1200" dirty="0" smtClean="0"/>
            <a:t>取消延时</a:t>
          </a:r>
          <a:endParaRPr lang="zh-CN" altLang="en-US" sz="1800" b="1" kern="1200" dirty="0"/>
        </a:p>
      </dsp:txBody>
      <dsp:txXfrm>
        <a:off x="2820549" y="1745813"/>
        <a:ext cx="1600373" cy="993669"/>
      </dsp:txXfrm>
    </dsp:sp>
    <dsp:sp modelId="{8BE52E00-197A-4CF3-B79F-396A01A6C042}">
      <dsp:nvSpPr>
        <dsp:cNvPr id="0" name=""/>
        <dsp:cNvSpPr/>
      </dsp:nvSpPr>
      <dsp:spPr>
        <a:xfrm>
          <a:off x="4636527" y="1539443"/>
          <a:ext cx="1662203" cy="1055499"/>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33AE2A-3CBE-4053-AAE9-E2CE1F13EB1E}">
      <dsp:nvSpPr>
        <dsp:cNvPr id="0" name=""/>
        <dsp:cNvSpPr/>
      </dsp:nvSpPr>
      <dsp:spPr>
        <a:xfrm>
          <a:off x="4821216" y="1714898"/>
          <a:ext cx="1662203" cy="1055499"/>
        </a:xfrm>
        <a:prstGeom prst="roundRect">
          <a:avLst>
            <a:gd name="adj" fmla="val 10000"/>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b="1" kern="1200" smtClean="0"/>
            <a:t>获取</a:t>
          </a:r>
          <a:r>
            <a:rPr lang="zh-CN" altLang="en-US" sz="1800" b="1" kern="1200" dirty="0" smtClean="0"/>
            <a:t>和设置系统时间。</a:t>
          </a:r>
          <a:endParaRPr lang="zh-CN" altLang="en-US" sz="1800" b="1" kern="1200" dirty="0"/>
        </a:p>
      </dsp:txBody>
      <dsp:txXfrm>
        <a:off x="4852131" y="1745813"/>
        <a:ext cx="1600373" cy="99366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991E1D-0567-454C-A5DC-D9986E7406ED}">
      <dsp:nvSpPr>
        <dsp:cNvPr id="0" name=""/>
        <dsp:cNvSpPr/>
      </dsp:nvSpPr>
      <dsp:spPr>
        <a:xfrm>
          <a:off x="2958731" y="1280048"/>
          <a:ext cx="424097" cy="91440"/>
        </a:xfrm>
        <a:custGeom>
          <a:avLst/>
          <a:gdLst/>
          <a:ahLst/>
          <a:cxnLst/>
          <a:rect l="0" t="0" r="0" b="0"/>
          <a:pathLst>
            <a:path>
              <a:moveTo>
                <a:pt x="0" y="45720"/>
              </a:moveTo>
              <a:lnTo>
                <a:pt x="424097" y="45720"/>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65A5B9-8A06-44FA-8F59-7F363D602444}">
      <dsp:nvSpPr>
        <dsp:cNvPr id="0" name=""/>
        <dsp:cNvSpPr/>
      </dsp:nvSpPr>
      <dsp:spPr>
        <a:xfrm>
          <a:off x="1503865" y="839780"/>
          <a:ext cx="424097" cy="485988"/>
        </a:xfrm>
        <a:custGeom>
          <a:avLst/>
          <a:gdLst/>
          <a:ahLst/>
          <a:cxnLst/>
          <a:rect l="0" t="0" r="0" b="0"/>
          <a:pathLst>
            <a:path>
              <a:moveTo>
                <a:pt x="0" y="0"/>
              </a:moveTo>
              <a:lnTo>
                <a:pt x="212048" y="0"/>
              </a:lnTo>
              <a:lnTo>
                <a:pt x="212048" y="485988"/>
              </a:lnTo>
              <a:lnTo>
                <a:pt x="424097" y="48598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DC0E50-221D-458B-9648-847454BD2299}">
      <dsp:nvSpPr>
        <dsp:cNvPr id="0" name=""/>
        <dsp:cNvSpPr/>
      </dsp:nvSpPr>
      <dsp:spPr>
        <a:xfrm>
          <a:off x="2958731" y="307741"/>
          <a:ext cx="389639" cy="91440"/>
        </a:xfrm>
        <a:custGeom>
          <a:avLst/>
          <a:gdLst/>
          <a:ahLst/>
          <a:cxnLst/>
          <a:rect l="0" t="0" r="0" b="0"/>
          <a:pathLst>
            <a:path>
              <a:moveTo>
                <a:pt x="0" y="46049"/>
              </a:moveTo>
              <a:lnTo>
                <a:pt x="177590" y="46049"/>
              </a:lnTo>
              <a:lnTo>
                <a:pt x="177590" y="45720"/>
              </a:lnTo>
              <a:lnTo>
                <a:pt x="389639" y="45720"/>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1AFA73-FB01-4F44-B7A8-162D5606E295}">
      <dsp:nvSpPr>
        <dsp:cNvPr id="0" name=""/>
        <dsp:cNvSpPr/>
      </dsp:nvSpPr>
      <dsp:spPr>
        <a:xfrm>
          <a:off x="1503865" y="353791"/>
          <a:ext cx="424097" cy="485988"/>
        </a:xfrm>
        <a:custGeom>
          <a:avLst/>
          <a:gdLst/>
          <a:ahLst/>
          <a:cxnLst/>
          <a:rect l="0" t="0" r="0" b="0"/>
          <a:pathLst>
            <a:path>
              <a:moveTo>
                <a:pt x="0" y="485988"/>
              </a:moveTo>
              <a:lnTo>
                <a:pt x="212048" y="485988"/>
              </a:lnTo>
              <a:lnTo>
                <a:pt x="212048" y="0"/>
              </a:lnTo>
              <a:lnTo>
                <a:pt x="424097" y="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BFB875-907F-4CE7-A287-351F41141786}">
      <dsp:nvSpPr>
        <dsp:cNvPr id="0" name=""/>
        <dsp:cNvSpPr/>
      </dsp:nvSpPr>
      <dsp:spPr>
        <a:xfrm>
          <a:off x="473096" y="516405"/>
          <a:ext cx="1030768" cy="646748"/>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zh-CN" altLang="en-US" sz="1600" b="1" kern="1200" dirty="0" smtClean="0"/>
            <a:t>保护临界段代码</a:t>
          </a:r>
          <a:endParaRPr lang="zh-CN" altLang="en-US" sz="1600" kern="1200" dirty="0"/>
        </a:p>
      </dsp:txBody>
      <dsp:txXfrm>
        <a:off x="473096" y="516405"/>
        <a:ext cx="1030768" cy="646748"/>
      </dsp:txXfrm>
    </dsp:sp>
    <dsp:sp modelId="{CF118A13-FB0F-4C42-ABFC-810BBABC5D43}">
      <dsp:nvSpPr>
        <dsp:cNvPr id="0" name=""/>
        <dsp:cNvSpPr/>
      </dsp:nvSpPr>
      <dsp:spPr>
        <a:xfrm>
          <a:off x="1927962" y="30417"/>
          <a:ext cx="1030768" cy="646748"/>
        </a:xfrm>
        <a:prstGeom prst="rect">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zh-CN" altLang="en-US" sz="1600" b="1" kern="1200" dirty="0" smtClean="0"/>
            <a:t>关中断</a:t>
          </a:r>
          <a:endParaRPr lang="zh-CN" altLang="en-US" sz="1600" kern="1200" dirty="0"/>
        </a:p>
      </dsp:txBody>
      <dsp:txXfrm>
        <a:off x="1927962" y="30417"/>
        <a:ext cx="1030768" cy="646748"/>
      </dsp:txXfrm>
    </dsp:sp>
    <dsp:sp modelId="{CD355992-F91B-4A5B-9C95-E81803922BCD}">
      <dsp:nvSpPr>
        <dsp:cNvPr id="0" name=""/>
        <dsp:cNvSpPr/>
      </dsp:nvSpPr>
      <dsp:spPr>
        <a:xfrm>
          <a:off x="3348370" y="4"/>
          <a:ext cx="3704914" cy="706915"/>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zh-CN" sz="1600" b="1" kern="1200" dirty="0" smtClean="0"/>
            <a:t>当宏</a:t>
          </a:r>
          <a:r>
            <a:rPr lang="en-US" sz="1600" b="1" kern="1200" dirty="0" smtClean="0"/>
            <a:t>OS_CFG_ISR_POST_DEFERRED_EN</a:t>
          </a:r>
          <a:r>
            <a:rPr lang="zh-CN" sz="1600" b="1" kern="1200" dirty="0" smtClean="0"/>
            <a:t>为“</a:t>
          </a:r>
          <a:r>
            <a:rPr lang="en-US" sz="1600" b="1" kern="1200" dirty="0" smtClean="0"/>
            <a:t>0”</a:t>
          </a:r>
          <a:r>
            <a:rPr lang="zh-CN" sz="1600" b="1" kern="1200" dirty="0" smtClean="0"/>
            <a:t>时，</a:t>
          </a:r>
          <a:r>
            <a:rPr lang="en-US" sz="1600" b="1" kern="1200" dirty="0" err="1" smtClean="0"/>
            <a:t>uC</a:t>
          </a:r>
          <a:r>
            <a:rPr lang="en-US" sz="1600" b="1" kern="1200" dirty="0" smtClean="0"/>
            <a:t>/OS-III</a:t>
          </a:r>
          <a:r>
            <a:rPr lang="zh-CN" sz="1600" b="1" kern="1200" dirty="0" smtClean="0"/>
            <a:t>使用关中断的方式</a:t>
          </a:r>
          <a:endParaRPr lang="zh-CN" sz="1600" kern="1200" dirty="0"/>
        </a:p>
      </dsp:txBody>
      <dsp:txXfrm>
        <a:off x="3348370" y="4"/>
        <a:ext cx="3704914" cy="706915"/>
      </dsp:txXfrm>
    </dsp:sp>
    <dsp:sp modelId="{10FAFFB3-FF09-45E6-92EC-29ACC71F2F9C}">
      <dsp:nvSpPr>
        <dsp:cNvPr id="0" name=""/>
        <dsp:cNvSpPr/>
      </dsp:nvSpPr>
      <dsp:spPr>
        <a:xfrm>
          <a:off x="1927962" y="1002393"/>
          <a:ext cx="1030768" cy="646748"/>
        </a:xfrm>
        <a:prstGeom prst="rect">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zh-CN" altLang="en-US" sz="1600" b="1" kern="1200" dirty="0" smtClean="0"/>
            <a:t>锁定调度器</a:t>
          </a:r>
          <a:endParaRPr lang="zh-CN" altLang="en-US" sz="1600" kern="1200" dirty="0"/>
        </a:p>
      </dsp:txBody>
      <dsp:txXfrm>
        <a:off x="1927962" y="1002393"/>
        <a:ext cx="1030768" cy="646748"/>
      </dsp:txXfrm>
    </dsp:sp>
    <dsp:sp modelId="{F0622B0A-C706-4038-A2E8-BC061A32BA31}">
      <dsp:nvSpPr>
        <dsp:cNvPr id="0" name=""/>
        <dsp:cNvSpPr/>
      </dsp:nvSpPr>
      <dsp:spPr>
        <a:xfrm>
          <a:off x="3382828" y="972310"/>
          <a:ext cx="3704914" cy="706915"/>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zh-CN" sz="1600" b="1" kern="1200" dirty="0" smtClean="0"/>
            <a:t>当宏</a:t>
          </a:r>
          <a:r>
            <a:rPr lang="en-US" sz="1600" b="1" kern="1200" dirty="0" smtClean="0"/>
            <a:t>OS_CFG_ISR_POST_DEFERRED_EN</a:t>
          </a:r>
          <a:r>
            <a:rPr lang="zh-CN" sz="1600" b="1" kern="1200" dirty="0" smtClean="0"/>
            <a:t>为“</a:t>
          </a:r>
          <a:r>
            <a:rPr lang="en-US" sz="1600" b="1" kern="1200" dirty="0" smtClean="0"/>
            <a:t>1”</a:t>
          </a:r>
          <a:r>
            <a:rPr lang="zh-CN" sz="1600" b="1" kern="1200" dirty="0" smtClean="0"/>
            <a:t>时，采用给调度器上锁的方式</a:t>
          </a:r>
          <a:endParaRPr lang="zh-CN" sz="1600" kern="1200" dirty="0"/>
        </a:p>
      </dsp:txBody>
      <dsp:txXfrm>
        <a:off x="3382828" y="972310"/>
        <a:ext cx="3704914" cy="70691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F61102-63D7-42F5-BA53-D0124296EF2C}">
      <dsp:nvSpPr>
        <dsp:cNvPr id="0" name=""/>
        <dsp:cNvSpPr/>
      </dsp:nvSpPr>
      <dsp:spPr>
        <a:xfrm rot="5400000">
          <a:off x="254025" y="624760"/>
          <a:ext cx="762818" cy="1269313"/>
        </a:xfrm>
        <a:prstGeom prst="corner">
          <a:avLst>
            <a:gd name="adj1" fmla="val 16120"/>
            <a:gd name="adj2" fmla="val 1611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36E9AE-579F-434E-90A3-342DD377435C}">
      <dsp:nvSpPr>
        <dsp:cNvPr id="0" name=""/>
        <dsp:cNvSpPr/>
      </dsp:nvSpPr>
      <dsp:spPr>
        <a:xfrm>
          <a:off x="126692" y="1004011"/>
          <a:ext cx="1145942" cy="1004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zh-CN" sz="1800" b="1" kern="1200" dirty="0" smtClean="0"/>
            <a:t>复制</a:t>
          </a:r>
          <a:r>
            <a:rPr lang="en-US" sz="1800" b="1" kern="1200" dirty="0" err="1" smtClean="0"/>
            <a:t>uC</a:t>
          </a:r>
          <a:r>
            <a:rPr lang="en-US" sz="1800" b="1" kern="1200" dirty="0" smtClean="0"/>
            <a:t>/OS-III</a:t>
          </a:r>
          <a:r>
            <a:rPr lang="zh-CN" sz="1800" b="1" kern="1200" dirty="0" smtClean="0"/>
            <a:t>源文件</a:t>
          </a:r>
          <a:endParaRPr lang="zh-CN" sz="1800" kern="1200" dirty="0"/>
        </a:p>
      </dsp:txBody>
      <dsp:txXfrm>
        <a:off x="126692" y="1004011"/>
        <a:ext cx="1145942" cy="1004486"/>
      </dsp:txXfrm>
    </dsp:sp>
    <dsp:sp modelId="{34C91C8A-04D5-4192-AA59-99D77419A1CC}">
      <dsp:nvSpPr>
        <dsp:cNvPr id="0" name=""/>
        <dsp:cNvSpPr/>
      </dsp:nvSpPr>
      <dsp:spPr>
        <a:xfrm>
          <a:off x="1056419" y="531312"/>
          <a:ext cx="216215" cy="216215"/>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205C4E-8670-47F2-AE74-32CCC7425359}">
      <dsp:nvSpPr>
        <dsp:cNvPr id="0" name=""/>
        <dsp:cNvSpPr/>
      </dsp:nvSpPr>
      <dsp:spPr>
        <a:xfrm rot="5400000">
          <a:off x="1656883" y="277622"/>
          <a:ext cx="762818" cy="1269313"/>
        </a:xfrm>
        <a:prstGeom prst="corner">
          <a:avLst>
            <a:gd name="adj1" fmla="val 16120"/>
            <a:gd name="adj2" fmla="val 1611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960AFB-BA88-4390-A9E3-4DF3C88ADD2B}">
      <dsp:nvSpPr>
        <dsp:cNvPr id="0" name=""/>
        <dsp:cNvSpPr/>
      </dsp:nvSpPr>
      <dsp:spPr>
        <a:xfrm>
          <a:off x="1529550" y="656873"/>
          <a:ext cx="1145942" cy="1004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zh-CN" sz="1800" b="1" kern="1200" dirty="0" smtClean="0"/>
            <a:t>将</a:t>
          </a:r>
          <a:r>
            <a:rPr lang="en-US" sz="1800" b="1" kern="1200" dirty="0" err="1" smtClean="0"/>
            <a:t>uC</a:t>
          </a:r>
          <a:r>
            <a:rPr lang="en-US" sz="1800" b="1" kern="1200" dirty="0" smtClean="0"/>
            <a:t>/OS-III</a:t>
          </a:r>
          <a:r>
            <a:rPr lang="zh-CN" sz="1800" b="1" kern="1200" dirty="0" smtClean="0"/>
            <a:t>源文件添加进工程</a:t>
          </a:r>
          <a:endParaRPr lang="zh-CN" sz="1800" kern="1200" dirty="0"/>
        </a:p>
      </dsp:txBody>
      <dsp:txXfrm>
        <a:off x="1529550" y="656873"/>
        <a:ext cx="1145942" cy="1004486"/>
      </dsp:txXfrm>
    </dsp:sp>
    <dsp:sp modelId="{06E58D26-D0A0-4D24-BE30-02E1AE523AAC}">
      <dsp:nvSpPr>
        <dsp:cNvPr id="0" name=""/>
        <dsp:cNvSpPr/>
      </dsp:nvSpPr>
      <dsp:spPr>
        <a:xfrm>
          <a:off x="2459277" y="184173"/>
          <a:ext cx="216215" cy="216215"/>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364E24-43FF-4085-B3FF-ABF12E2A7E01}">
      <dsp:nvSpPr>
        <dsp:cNvPr id="0" name=""/>
        <dsp:cNvSpPr/>
      </dsp:nvSpPr>
      <dsp:spPr>
        <a:xfrm rot="5400000">
          <a:off x="3059741" y="-69516"/>
          <a:ext cx="762818" cy="1269313"/>
        </a:xfrm>
        <a:prstGeom prst="corner">
          <a:avLst>
            <a:gd name="adj1" fmla="val 16120"/>
            <a:gd name="adj2" fmla="val 1611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C7AD67-BE5A-4FB8-9656-C0B3627DD62A}">
      <dsp:nvSpPr>
        <dsp:cNvPr id="0" name=""/>
        <dsp:cNvSpPr/>
      </dsp:nvSpPr>
      <dsp:spPr>
        <a:xfrm>
          <a:off x="2932408" y="309734"/>
          <a:ext cx="1145942" cy="1004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zh-CN" altLang="en-US" sz="1800" b="1" kern="1200" smtClean="0"/>
            <a:t>修改</a:t>
          </a:r>
          <a:r>
            <a:rPr lang="zh-CN" altLang="en-US" sz="1800" b="1" kern="1200" dirty="0" smtClean="0"/>
            <a:t>相应的源文件，</a:t>
          </a:r>
          <a:endParaRPr lang="zh-CN" altLang="en-US" sz="1800" kern="1200" dirty="0"/>
        </a:p>
      </dsp:txBody>
      <dsp:txXfrm>
        <a:off x="2932408" y="309734"/>
        <a:ext cx="1145942" cy="100448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233AD5-DC93-4F33-A602-B4AC82BB23D0}">
      <dsp:nvSpPr>
        <dsp:cNvPr id="0" name=""/>
        <dsp:cNvSpPr/>
      </dsp:nvSpPr>
      <dsp:spPr>
        <a:xfrm>
          <a:off x="583264" y="0"/>
          <a:ext cx="6610334" cy="2176016"/>
        </a:xfrm>
        <a:prstGeom prst="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215C77-9F40-43E7-8489-CA7AD6516DE9}">
      <dsp:nvSpPr>
        <dsp:cNvPr id="0" name=""/>
        <dsp:cNvSpPr/>
      </dsp:nvSpPr>
      <dsp:spPr>
        <a:xfrm>
          <a:off x="2278" y="652804"/>
          <a:ext cx="1371583" cy="870406"/>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b="1" kern="1200" dirty="0" smtClean="0"/>
            <a:t>用户任务</a:t>
          </a:r>
          <a:r>
            <a:rPr lang="en-US" altLang="zh-CN" sz="1800" b="1" kern="1200" dirty="0" smtClean="0"/>
            <a:t>1</a:t>
          </a:r>
          <a:endParaRPr lang="zh-CN" altLang="en-US" sz="1800" b="1" kern="1200" dirty="0"/>
        </a:p>
      </dsp:txBody>
      <dsp:txXfrm>
        <a:off x="44768" y="695294"/>
        <a:ext cx="1286603" cy="785426"/>
      </dsp:txXfrm>
    </dsp:sp>
    <dsp:sp modelId="{4D2F705A-820D-4294-B1E3-6D9083E734D9}">
      <dsp:nvSpPr>
        <dsp:cNvPr id="0" name=""/>
        <dsp:cNvSpPr/>
      </dsp:nvSpPr>
      <dsp:spPr>
        <a:xfrm>
          <a:off x="1602459" y="652804"/>
          <a:ext cx="1371583" cy="870406"/>
        </a:xfrm>
        <a:prstGeom prst="roundRect">
          <a:avLst/>
        </a:prstGeom>
        <a:solidFill>
          <a:schemeClr val="accent4">
            <a:hueOff val="-1116192"/>
            <a:satOff val="6725"/>
            <a:lumOff val="53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b="1" kern="1200" dirty="0" smtClean="0"/>
            <a:t>用户任务</a:t>
          </a:r>
          <a:r>
            <a:rPr lang="en-US" altLang="zh-CN" sz="1800" b="1" kern="1200" dirty="0" smtClean="0"/>
            <a:t>2</a:t>
          </a:r>
          <a:endParaRPr lang="zh-CN" altLang="en-US" sz="1800" b="1" kern="1200" dirty="0"/>
        </a:p>
      </dsp:txBody>
      <dsp:txXfrm>
        <a:off x="1644949" y="695294"/>
        <a:ext cx="1286603" cy="785426"/>
      </dsp:txXfrm>
    </dsp:sp>
    <dsp:sp modelId="{1A56124F-9795-4DC2-9FDA-742701F6AE58}">
      <dsp:nvSpPr>
        <dsp:cNvPr id="0" name=""/>
        <dsp:cNvSpPr/>
      </dsp:nvSpPr>
      <dsp:spPr>
        <a:xfrm>
          <a:off x="3202640" y="652804"/>
          <a:ext cx="1371583" cy="870406"/>
        </a:xfrm>
        <a:prstGeom prst="roundRect">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b="1" kern="1200" dirty="0" smtClean="0"/>
            <a:t>用户任务</a:t>
          </a:r>
          <a:r>
            <a:rPr lang="en-US" altLang="zh-CN" sz="1800" b="1" kern="1200" dirty="0" smtClean="0"/>
            <a:t>3</a:t>
          </a:r>
          <a:endParaRPr lang="zh-CN" altLang="en-US" sz="1800" b="1" kern="1200" dirty="0"/>
        </a:p>
      </dsp:txBody>
      <dsp:txXfrm>
        <a:off x="3245130" y="695294"/>
        <a:ext cx="1286603" cy="785426"/>
      </dsp:txXfrm>
    </dsp:sp>
    <dsp:sp modelId="{C6F63C44-A504-4C9F-AD06-BAD0D37C8DE9}">
      <dsp:nvSpPr>
        <dsp:cNvPr id="0" name=""/>
        <dsp:cNvSpPr/>
      </dsp:nvSpPr>
      <dsp:spPr>
        <a:xfrm>
          <a:off x="4802821" y="652804"/>
          <a:ext cx="1371583" cy="870406"/>
        </a:xfrm>
        <a:prstGeom prst="roundRect">
          <a:avLst/>
        </a:prstGeom>
        <a:solidFill>
          <a:schemeClr val="accent4">
            <a:hueOff val="-3348577"/>
            <a:satOff val="20174"/>
            <a:lumOff val="161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altLang="zh-CN" sz="1800" b="1" kern="1200" dirty="0" smtClean="0"/>
            <a:t>……</a:t>
          </a:r>
          <a:endParaRPr lang="zh-CN" altLang="en-US" sz="1800" b="1" kern="1200" dirty="0"/>
        </a:p>
      </dsp:txBody>
      <dsp:txXfrm>
        <a:off x="4845311" y="695294"/>
        <a:ext cx="1286603" cy="785426"/>
      </dsp:txXfrm>
    </dsp:sp>
    <dsp:sp modelId="{4D884F13-2805-4B45-AD3A-6FDBF8931EC7}">
      <dsp:nvSpPr>
        <dsp:cNvPr id="0" name=""/>
        <dsp:cNvSpPr/>
      </dsp:nvSpPr>
      <dsp:spPr>
        <a:xfrm>
          <a:off x="6403001" y="652804"/>
          <a:ext cx="1371583" cy="870406"/>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altLang="zh-CN" sz="1800" b="1" kern="1200" dirty="0" smtClean="0"/>
            <a:t>main()</a:t>
          </a:r>
          <a:endParaRPr lang="zh-CN" altLang="en-US" sz="1800" b="1" kern="1200" dirty="0"/>
        </a:p>
      </dsp:txBody>
      <dsp:txXfrm>
        <a:off x="6445491" y="695294"/>
        <a:ext cx="1286603" cy="78542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6B6F37-8911-4C64-A11A-BD41F6030960}">
      <dsp:nvSpPr>
        <dsp:cNvPr id="0" name=""/>
        <dsp:cNvSpPr/>
      </dsp:nvSpPr>
      <dsp:spPr>
        <a:xfrm>
          <a:off x="3778" y="686883"/>
          <a:ext cx="2159544" cy="863817"/>
        </a:xfrm>
        <a:prstGeom prst="chevron">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zh-CN" altLang="en-US" sz="1800" b="1" kern="1200" dirty="0" smtClean="0"/>
            <a:t>概述</a:t>
          </a:r>
          <a:endParaRPr lang="zh-CN" altLang="en-US" sz="1800" b="1" kern="1200" dirty="0"/>
        </a:p>
      </dsp:txBody>
      <dsp:txXfrm>
        <a:off x="435687" y="686883"/>
        <a:ext cx="1295727" cy="863817"/>
      </dsp:txXfrm>
    </dsp:sp>
    <dsp:sp modelId="{336B534F-81DD-4EBD-B28C-DA0109357411}">
      <dsp:nvSpPr>
        <dsp:cNvPr id="0" name=""/>
        <dsp:cNvSpPr/>
      </dsp:nvSpPr>
      <dsp:spPr>
        <a:xfrm>
          <a:off x="3778" y="1658678"/>
          <a:ext cx="1727635" cy="171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smtClean="0"/>
            <a:t>嵌入式系统的开发方式</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dirty="0" smtClean="0"/>
            <a:t>计算机系统的分层设计思想</a:t>
          </a:r>
          <a:endParaRPr lang="zh-CN" altLang="en-US" sz="1800" b="1" kern="1200" dirty="0"/>
        </a:p>
      </dsp:txBody>
      <dsp:txXfrm>
        <a:off x="3778" y="1658678"/>
        <a:ext cx="1727635" cy="1718437"/>
      </dsp:txXfrm>
    </dsp:sp>
    <dsp:sp modelId="{1C080614-C0D1-4FC6-BEE3-F64FAD047356}">
      <dsp:nvSpPr>
        <dsp:cNvPr id="0" name=""/>
        <dsp:cNvSpPr/>
      </dsp:nvSpPr>
      <dsp:spPr>
        <a:xfrm>
          <a:off x="1947322" y="686883"/>
          <a:ext cx="2159544" cy="863817"/>
        </a:xfrm>
        <a:prstGeom prst="chevron">
          <a:avLst/>
        </a:prstGeom>
        <a:solidFill>
          <a:schemeClr val="accent4">
            <a:hueOff val="-1488257"/>
            <a:satOff val="8966"/>
            <a:lumOff val="7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zh-CN" altLang="en-US" sz="1800" b="1" kern="1200" dirty="0" smtClean="0"/>
            <a:t>嵌入式操作系统的概念</a:t>
          </a:r>
          <a:endParaRPr lang="zh-CN" altLang="en-US" sz="1800" b="1" kern="1200" dirty="0"/>
        </a:p>
      </dsp:txBody>
      <dsp:txXfrm>
        <a:off x="2379231" y="686883"/>
        <a:ext cx="1295727" cy="863817"/>
      </dsp:txXfrm>
    </dsp:sp>
    <dsp:sp modelId="{200832B0-BAC8-4D88-BA4F-A8F75568BB0D}">
      <dsp:nvSpPr>
        <dsp:cNvPr id="0" name=""/>
        <dsp:cNvSpPr/>
      </dsp:nvSpPr>
      <dsp:spPr>
        <a:xfrm>
          <a:off x="1947322" y="1658678"/>
          <a:ext cx="1727635" cy="171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smtClean="0"/>
            <a:t>计算机操作系统</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smtClean="0"/>
            <a:t>嵌入式操作系统</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dirty="0" smtClean="0"/>
            <a:t>嵌入式操作系统的分类</a:t>
          </a:r>
          <a:endParaRPr lang="zh-CN" altLang="en-US" sz="1800" b="1" kern="1200" dirty="0"/>
        </a:p>
      </dsp:txBody>
      <dsp:txXfrm>
        <a:off x="1947322" y="1658678"/>
        <a:ext cx="1727635" cy="1718437"/>
      </dsp:txXfrm>
    </dsp:sp>
    <dsp:sp modelId="{A3760265-A986-4C60-B986-79004CA87CEF}">
      <dsp:nvSpPr>
        <dsp:cNvPr id="0" name=""/>
        <dsp:cNvSpPr/>
      </dsp:nvSpPr>
      <dsp:spPr>
        <a:xfrm>
          <a:off x="3890867" y="686883"/>
          <a:ext cx="2159544" cy="863817"/>
        </a:xfrm>
        <a:prstGeom prst="chevron">
          <a:avLst/>
        </a:prstGeom>
        <a:solidFill>
          <a:schemeClr val="accent4">
            <a:hueOff val="-2976513"/>
            <a:satOff val="17933"/>
            <a:lumOff val="1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zh-CN" sz="1800" b="1" kern="1200" dirty="0" smtClean="0"/>
            <a:t>嵌入式实时操作系统</a:t>
          </a:r>
          <a:r>
            <a:rPr lang="en-US" sz="1800" b="1" kern="1200" dirty="0" err="1" smtClean="0"/>
            <a:t>uC</a:t>
          </a:r>
          <a:r>
            <a:rPr lang="en-US" sz="1800" b="1" kern="1200" dirty="0" smtClean="0"/>
            <a:t>/OS-III</a:t>
          </a:r>
          <a:endParaRPr lang="zh-CN" altLang="en-US" sz="1800" b="1" kern="1200" dirty="0"/>
        </a:p>
      </dsp:txBody>
      <dsp:txXfrm>
        <a:off x="4322776" y="686883"/>
        <a:ext cx="1295727" cy="863817"/>
      </dsp:txXfrm>
    </dsp:sp>
    <dsp:sp modelId="{DC43AB7A-8CAB-456B-938E-CA9F188E9472}">
      <dsp:nvSpPr>
        <dsp:cNvPr id="0" name=""/>
        <dsp:cNvSpPr/>
      </dsp:nvSpPr>
      <dsp:spPr>
        <a:xfrm>
          <a:off x="3890867" y="1658678"/>
          <a:ext cx="1727635" cy="171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00100">
            <a:lnSpc>
              <a:spcPct val="90000"/>
            </a:lnSpc>
            <a:spcBef>
              <a:spcPct val="0"/>
            </a:spcBef>
            <a:spcAft>
              <a:spcPct val="15000"/>
            </a:spcAft>
            <a:buChar char="••"/>
          </a:pPr>
          <a:r>
            <a:rPr lang="en-US" sz="1800" b="1" kern="1200" dirty="0" err="1" smtClean="0"/>
            <a:t>uC</a:t>
          </a:r>
          <a:r>
            <a:rPr lang="en-US" sz="1800" b="1" kern="1200" dirty="0" smtClean="0"/>
            <a:t>/OS-III</a:t>
          </a:r>
          <a:r>
            <a:rPr lang="zh-CN" sz="1800" b="1" kern="1200" dirty="0" smtClean="0"/>
            <a:t>的任务</a:t>
          </a:r>
          <a:endParaRPr lang="zh-CN" altLang="en-US" sz="1800" b="1" kern="1200" dirty="0"/>
        </a:p>
        <a:p>
          <a:pPr marL="171450" lvl="1" indent="-171450" algn="l" defTabSz="800100">
            <a:lnSpc>
              <a:spcPct val="90000"/>
            </a:lnSpc>
            <a:spcBef>
              <a:spcPct val="0"/>
            </a:spcBef>
            <a:spcAft>
              <a:spcPct val="15000"/>
            </a:spcAft>
            <a:buChar char="••"/>
          </a:pPr>
          <a:r>
            <a:rPr lang="en-US" sz="1800" b="1" kern="1200" dirty="0" err="1" smtClean="0"/>
            <a:t>uC</a:t>
          </a:r>
          <a:r>
            <a:rPr lang="en-US" sz="1800" b="1" kern="1200" dirty="0" smtClean="0"/>
            <a:t>/OS-III</a:t>
          </a:r>
          <a:r>
            <a:rPr lang="zh-CN" sz="1800" b="1" kern="1200" dirty="0" smtClean="0"/>
            <a:t>时钟和中断</a:t>
          </a:r>
          <a:endParaRPr lang="zh-CN" altLang="en-US" sz="1800" b="1" kern="1200" dirty="0"/>
        </a:p>
        <a:p>
          <a:pPr marL="171450" lvl="1" indent="-171450" algn="l" defTabSz="800100">
            <a:lnSpc>
              <a:spcPct val="90000"/>
            </a:lnSpc>
            <a:spcBef>
              <a:spcPct val="0"/>
            </a:spcBef>
            <a:spcAft>
              <a:spcPct val="15000"/>
            </a:spcAft>
            <a:buChar char="••"/>
          </a:pPr>
          <a:r>
            <a:rPr lang="en-US" sz="1800" b="1" kern="1200" dirty="0" err="1" smtClean="0"/>
            <a:t>uC</a:t>
          </a:r>
          <a:r>
            <a:rPr lang="en-US" sz="1800" b="1" kern="1200" dirty="0" smtClean="0"/>
            <a:t>/OS-III</a:t>
          </a:r>
          <a:r>
            <a:rPr lang="zh-CN" sz="1800" b="1" kern="1200" dirty="0" smtClean="0"/>
            <a:t>任务间通信与同步</a:t>
          </a:r>
          <a:endParaRPr lang="zh-CN" altLang="en-US" sz="1800" b="1" kern="1200" dirty="0"/>
        </a:p>
      </dsp:txBody>
      <dsp:txXfrm>
        <a:off x="3890867" y="1658678"/>
        <a:ext cx="1727635" cy="1718437"/>
      </dsp:txXfrm>
    </dsp:sp>
    <dsp:sp modelId="{7A44C4D1-DE6B-4485-B99C-CA571EC96FD8}">
      <dsp:nvSpPr>
        <dsp:cNvPr id="0" name=""/>
        <dsp:cNvSpPr/>
      </dsp:nvSpPr>
      <dsp:spPr>
        <a:xfrm>
          <a:off x="5834411" y="686883"/>
          <a:ext cx="2159544" cy="863817"/>
        </a:xfrm>
        <a:prstGeom prst="chevron">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b="1" kern="1200" dirty="0" err="1" smtClean="0"/>
            <a:t>uC</a:t>
          </a:r>
          <a:r>
            <a:rPr lang="en-US" sz="1800" b="1" kern="1200" dirty="0" smtClean="0"/>
            <a:t>/OS-III</a:t>
          </a:r>
          <a:r>
            <a:rPr lang="zh-CN" sz="1800" b="1" kern="1200" dirty="0" smtClean="0"/>
            <a:t>移植与应用</a:t>
          </a:r>
          <a:endParaRPr lang="zh-CN" altLang="en-US" sz="1800" b="1" kern="1200" dirty="0"/>
        </a:p>
      </dsp:txBody>
      <dsp:txXfrm>
        <a:off x="6266320" y="686883"/>
        <a:ext cx="1295727" cy="863817"/>
      </dsp:txXfrm>
    </dsp:sp>
    <dsp:sp modelId="{8940B980-7749-435D-92C9-5CB1609B096A}">
      <dsp:nvSpPr>
        <dsp:cNvPr id="0" name=""/>
        <dsp:cNvSpPr/>
      </dsp:nvSpPr>
      <dsp:spPr>
        <a:xfrm>
          <a:off x="5834411" y="1658678"/>
          <a:ext cx="1727635" cy="171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00100">
            <a:lnSpc>
              <a:spcPct val="90000"/>
            </a:lnSpc>
            <a:spcBef>
              <a:spcPct val="0"/>
            </a:spcBef>
            <a:spcAft>
              <a:spcPct val="15000"/>
            </a:spcAft>
            <a:buChar char="••"/>
          </a:pPr>
          <a:r>
            <a:rPr lang="en-US" sz="1800" b="1" kern="1200" dirty="0" err="1" smtClean="0"/>
            <a:t>uC</a:t>
          </a:r>
          <a:r>
            <a:rPr lang="en-US" sz="1800" b="1" kern="1200" dirty="0" smtClean="0"/>
            <a:t>/OS-III</a:t>
          </a:r>
          <a:r>
            <a:rPr lang="zh-CN" sz="1800" b="1" kern="1200" dirty="0" smtClean="0"/>
            <a:t>源码下载</a:t>
          </a:r>
          <a:endParaRPr lang="zh-CN" altLang="en-US" sz="1800" b="1" kern="1200" dirty="0"/>
        </a:p>
        <a:p>
          <a:pPr marL="171450" lvl="1" indent="-171450" algn="l" defTabSz="800100">
            <a:lnSpc>
              <a:spcPct val="90000"/>
            </a:lnSpc>
            <a:spcBef>
              <a:spcPct val="0"/>
            </a:spcBef>
            <a:spcAft>
              <a:spcPct val="15000"/>
            </a:spcAft>
            <a:buChar char="••"/>
          </a:pPr>
          <a:r>
            <a:rPr lang="en-US" sz="1800" b="1" kern="1200" dirty="0" err="1" smtClean="0"/>
            <a:t>uC</a:t>
          </a:r>
          <a:r>
            <a:rPr lang="en-US" sz="1800" b="1" kern="1200" dirty="0" smtClean="0"/>
            <a:t>/OS-III</a:t>
          </a:r>
          <a:r>
            <a:rPr lang="zh-CN" sz="1800" b="1" kern="1200" dirty="0" smtClean="0"/>
            <a:t>移植</a:t>
          </a:r>
          <a:endParaRPr lang="zh-CN" altLang="en-US" sz="1800" b="1" kern="1200" dirty="0"/>
        </a:p>
        <a:p>
          <a:pPr marL="171450" lvl="1" indent="-171450" algn="l" defTabSz="800100">
            <a:lnSpc>
              <a:spcPct val="90000"/>
            </a:lnSpc>
            <a:spcBef>
              <a:spcPct val="0"/>
            </a:spcBef>
            <a:spcAft>
              <a:spcPct val="15000"/>
            </a:spcAft>
            <a:buChar char="••"/>
          </a:pPr>
          <a:r>
            <a:rPr lang="en-US" sz="1800" b="1" kern="1200" dirty="0" err="1" smtClean="0"/>
            <a:t>uC</a:t>
          </a:r>
          <a:r>
            <a:rPr lang="en-US" sz="1800" b="1" kern="1200" dirty="0" smtClean="0"/>
            <a:t>/OS-III</a:t>
          </a:r>
          <a:r>
            <a:rPr lang="zh-CN" sz="1800" b="1" kern="1200" dirty="0" smtClean="0"/>
            <a:t>多任务应用实例</a:t>
          </a:r>
          <a:endParaRPr lang="zh-CN" altLang="en-US" sz="1800" b="1" kern="1200" dirty="0"/>
        </a:p>
      </dsp:txBody>
      <dsp:txXfrm>
        <a:off x="5834411" y="1658678"/>
        <a:ext cx="1727635" cy="1718437"/>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9B75F8-F665-47F5-9F1B-1750F29F1993}" type="datetimeFigureOut">
              <a:rPr lang="zh-CN" altLang="en-US" smtClean="0"/>
              <a:pPr/>
              <a:t>2020-06-16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C9018E-597F-42E6-A78B-4790A7F98695}" type="slidenum">
              <a:rPr lang="zh-CN" altLang="en-US" smtClean="0"/>
              <a:pPr/>
              <a:t>‹#›</a:t>
            </a:fld>
            <a:endParaRPr lang="zh-CN" altLang="en-US"/>
          </a:p>
        </p:txBody>
      </p:sp>
    </p:spTree>
    <p:extLst>
      <p:ext uri="{BB962C8B-B14F-4D97-AF65-F5344CB8AC3E}">
        <p14:creationId xmlns:p14="http://schemas.microsoft.com/office/powerpoint/2010/main" val="1438152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49532B1-D51B-4065-979B-CDD6B40756D2}" type="slidenum">
              <a:rPr lang="zh-CN" altLang="en-US" smtClean="0"/>
              <a:t>20</a:t>
            </a:fld>
            <a:endParaRPr lang="zh-CN" altLang="en-US"/>
          </a:p>
        </p:txBody>
      </p:sp>
    </p:spTree>
    <p:extLst>
      <p:ext uri="{BB962C8B-B14F-4D97-AF65-F5344CB8AC3E}">
        <p14:creationId xmlns:p14="http://schemas.microsoft.com/office/powerpoint/2010/main" val="221439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46</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47</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48</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49</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50</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51</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52</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53</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54</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55</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56</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57</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69</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70</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71</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72</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73</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74</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75</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76</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77</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78</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79</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80</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81</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82</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83</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84</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85</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86</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87</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88</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89</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90</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91</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92</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93</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94</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95</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96</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97</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98</a:t>
            </a:fld>
            <a:endParaRPr lang="zh-CN" altLang="en-US"/>
          </a:p>
        </p:txBody>
      </p:sp>
    </p:spTree>
    <p:extLst>
      <p:ext uri="{BB962C8B-B14F-4D97-AF65-F5344CB8AC3E}">
        <p14:creationId xmlns:p14="http://schemas.microsoft.com/office/powerpoint/2010/main" val="7687537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99</a:t>
            </a:fld>
            <a:endParaRPr lang="zh-CN" altLang="en-US"/>
          </a:p>
        </p:txBody>
      </p:sp>
    </p:spTree>
    <p:extLst>
      <p:ext uri="{BB962C8B-B14F-4D97-AF65-F5344CB8AC3E}">
        <p14:creationId xmlns:p14="http://schemas.microsoft.com/office/powerpoint/2010/main" val="768753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76624648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E0303ED4-6D35-4936-8F1D-2BFA02A5954C}" type="datetime1">
              <a:rPr lang="zh-CN" altLang="en-US" smtClean="0"/>
              <a:pPr/>
              <a:t>2020-06-16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dirty="0"/>
          </a:p>
        </p:txBody>
      </p:sp>
    </p:spTree>
    <p:extLst>
      <p:ext uri="{BB962C8B-B14F-4D97-AF65-F5344CB8AC3E}">
        <p14:creationId xmlns:p14="http://schemas.microsoft.com/office/powerpoint/2010/main" val="399749390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E84BC83-D5B1-4099-81B4-285E02FA4662}" type="datetime1">
              <a:rPr lang="zh-CN" altLang="en-US" smtClean="0"/>
              <a:pPr/>
              <a:t>2020-06-16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72970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696E9670-03CB-400D-B89C-FFDF56546E4E}" type="datetime1">
              <a:rPr lang="zh-CN" altLang="en-US" smtClean="0"/>
              <a:pPr/>
              <a:t>2020-06-16</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143906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4767264"/>
            <a:ext cx="2133600" cy="273844"/>
          </a:xfrm>
          <a:prstGeom prst="rect">
            <a:avLst/>
          </a:prstGeom>
        </p:spPr>
        <p:txBody>
          <a:bodyPr/>
          <a:lstStyle/>
          <a:p>
            <a:fld id="{34DAC681-D595-4E46-86B4-51373C345208}" type="datetime1">
              <a:rPr lang="zh-CN" altLang="en-US" smtClean="0"/>
              <a:pPr/>
              <a:t>2020-06-16</a:t>
            </a:fld>
            <a:endParaRPr lang="zh-CN" altLang="en-US"/>
          </a:p>
        </p:txBody>
      </p:sp>
      <p:sp>
        <p:nvSpPr>
          <p:cNvPr id="8" name="页脚占位符 7"/>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516454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4767264"/>
            <a:ext cx="2133600" cy="273844"/>
          </a:xfrm>
          <a:prstGeom prst="rect">
            <a:avLst/>
          </a:prstGeom>
        </p:spPr>
        <p:txBody>
          <a:bodyPr/>
          <a:lstStyle/>
          <a:p>
            <a:fld id="{62271D13-05CB-4F61-A11D-B1BB9949186E}" type="datetime1">
              <a:rPr lang="zh-CN" altLang="en-US" smtClean="0"/>
              <a:pPr/>
              <a:t>2020-06-16</a:t>
            </a:fld>
            <a:endParaRPr lang="zh-CN" altLang="en-US"/>
          </a:p>
        </p:txBody>
      </p:sp>
      <p:sp>
        <p:nvSpPr>
          <p:cNvPr id="4" name="页脚占位符 3"/>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422467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4"/>
            <a:ext cx="2133600" cy="273844"/>
          </a:xfrm>
          <a:prstGeom prst="rect">
            <a:avLst/>
          </a:prstGeom>
        </p:spPr>
        <p:txBody>
          <a:bodyPr/>
          <a:lstStyle/>
          <a:p>
            <a:fld id="{53350156-42C2-4360-9E68-662ED17B302E}" type="datetime1">
              <a:rPr lang="zh-CN" altLang="en-US" smtClean="0"/>
              <a:pPr/>
              <a:t>2020-06-16</a:t>
            </a:fld>
            <a:endParaRPr lang="zh-CN" altLang="en-US"/>
          </a:p>
        </p:txBody>
      </p:sp>
      <p:sp>
        <p:nvSpPr>
          <p:cNvPr id="3" name="页脚占位符 2"/>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1079077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7"/>
            <a:ext cx="3008313" cy="8715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BB4B2511-DE66-4D08-B475-E0AAD2239DE8}" type="datetime1">
              <a:rPr lang="zh-CN" altLang="en-US" smtClean="0"/>
              <a:pPr/>
              <a:t>2020-06-16</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798512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E40BB5AF-008F-4B40-AE7A-CF5D0548797E}" type="datetime1">
              <a:rPr lang="zh-CN" altLang="en-US" smtClean="0"/>
              <a:pPr/>
              <a:t>2020-06-16</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61373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9676586C-F451-45CC-A493-5C0832D23875}" type="datetime1">
              <a:rPr lang="zh-CN" altLang="en-US" smtClean="0"/>
              <a:pPr/>
              <a:t>2020-06-16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190913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D6B59EFE-7A72-4E43-A7CC-C03175B781B1}" type="datetime1">
              <a:rPr lang="zh-CN" altLang="en-US" smtClean="0"/>
              <a:pPr/>
              <a:t>2020-06-16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248154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28651" y="523365"/>
            <a:ext cx="2702378" cy="444103"/>
          </a:xfrm>
          <a:prstGeom prst="rect">
            <a:avLst/>
          </a:prstGeom>
        </p:spPr>
        <p:txBody>
          <a:bodyPr lIns="68580" tIns="34290" rIns="68580" bIns="34290" anchor="b"/>
          <a:lstStyle>
            <a:lvl1pPr algn="ctr">
              <a:defRPr sz="2400"/>
            </a:lvl1pPr>
          </a:lstStyle>
          <a:p>
            <a:endParaRPr lang="zh-CN" altLang="en-US" dirty="0"/>
          </a:p>
        </p:txBody>
      </p:sp>
    </p:spTree>
    <p:extLst>
      <p:ext uri="{BB962C8B-B14F-4D97-AF65-F5344CB8AC3E}">
        <p14:creationId xmlns:p14="http://schemas.microsoft.com/office/powerpoint/2010/main" val="2091589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5020022"/>
            <a:ext cx="9144000" cy="123478"/>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2" name="矩形 11"/>
          <p:cNvSpPr/>
          <p:nvPr userDrawn="1"/>
        </p:nvSpPr>
        <p:spPr>
          <a:xfrm>
            <a:off x="9036496" y="1275606"/>
            <a:ext cx="107504" cy="2592288"/>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57502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6.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7.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2.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0.gif"/><Relationship Id="rId7" Type="http://schemas.openxmlformats.org/officeDocument/2006/relationships/diagramColors" Target="../diagrams/colors1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7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7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32.emf"/><Relationship Id="rId4" Type="http://schemas.openxmlformats.org/officeDocument/2006/relationships/oleObject" Target="../embeddings/oleObject8.bin"/></Relationships>
</file>

<file path=ppt/slides/_rels/slide8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779662"/>
            <a:ext cx="284380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202167" y="2211710"/>
            <a:ext cx="1628972" cy="646331"/>
          </a:xfrm>
          <a:prstGeom prst="rect">
            <a:avLst/>
          </a:prstGeom>
        </p:spPr>
        <p:txBody>
          <a:bodyPr wrap="none">
            <a:spAutoFit/>
          </a:bodyPr>
          <a:lstStyle/>
          <a:p>
            <a:r>
              <a:rPr lang="zh-CN" altLang="en-US" sz="3600" b="1" dirty="0" smtClean="0">
                <a:solidFill>
                  <a:schemeClr val="bg1"/>
                </a:solidFill>
                <a:latin typeface="华文隶书" pitchFamily="2" charset="-122"/>
                <a:ea typeface="华文隶书" pitchFamily="2" charset="-122"/>
              </a:rPr>
              <a:t>第</a:t>
            </a:r>
            <a:r>
              <a:rPr lang="en-US" altLang="zh-CN" sz="3600" b="1" dirty="0" smtClean="0">
                <a:solidFill>
                  <a:schemeClr val="bg1"/>
                </a:solidFill>
                <a:latin typeface="华文隶书" pitchFamily="2" charset="-122"/>
                <a:ea typeface="华文隶书" pitchFamily="2" charset="-122"/>
              </a:rPr>
              <a:t>12</a:t>
            </a:r>
            <a:r>
              <a:rPr lang="zh-CN" altLang="en-US" sz="3600" b="1" dirty="0" smtClean="0">
                <a:solidFill>
                  <a:schemeClr val="bg1"/>
                </a:solidFill>
                <a:latin typeface="华文隶书" pitchFamily="2" charset="-122"/>
                <a:ea typeface="华文隶书" pitchFamily="2" charset="-122"/>
              </a:rPr>
              <a:t>章 </a:t>
            </a:r>
            <a:endParaRPr lang="zh-CN" altLang="en-US" sz="3600" dirty="0">
              <a:solidFill>
                <a:schemeClr val="bg1"/>
              </a:solidFill>
            </a:endParaRPr>
          </a:p>
        </p:txBody>
      </p:sp>
      <p:sp>
        <p:nvSpPr>
          <p:cNvPr id="7" name="矩形 6"/>
          <p:cNvSpPr/>
          <p:nvPr/>
        </p:nvSpPr>
        <p:spPr>
          <a:xfrm>
            <a:off x="2843808" y="1779662"/>
            <a:ext cx="5148064"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714744" y="2139733"/>
            <a:ext cx="3500462" cy="646331"/>
          </a:xfrm>
          <a:prstGeom prst="rect">
            <a:avLst/>
          </a:prstGeom>
          <a:solidFill>
            <a:schemeClr val="bg1"/>
          </a:solidFill>
        </p:spPr>
        <p:txBody>
          <a:bodyPr wrap="square">
            <a:spAutoFit/>
          </a:bodyPr>
          <a:lstStyle/>
          <a:p>
            <a:r>
              <a:rPr lang="zh-CN" altLang="en-US" sz="3600" b="1" dirty="0" smtClean="0">
                <a:solidFill>
                  <a:schemeClr val="accent1">
                    <a:lumMod val="75000"/>
                  </a:schemeClr>
                </a:solidFill>
                <a:latin typeface="华文隶书" pitchFamily="2" charset="-122"/>
                <a:ea typeface="华文隶书" pitchFamily="2" charset="-122"/>
              </a:rPr>
              <a:t>嵌入式操作系统</a:t>
            </a:r>
            <a:endParaRPr lang="zh-CN" altLang="zh-CN" sz="3600" b="1" dirty="0">
              <a:solidFill>
                <a:schemeClr val="accent1">
                  <a:lumMod val="75000"/>
                </a:schemeClr>
              </a:solidFill>
              <a:latin typeface="华文隶书" pitchFamily="2" charset="-122"/>
              <a:ea typeface="华文隶书" pitchFamily="2" charset="-122"/>
            </a:endParaRPr>
          </a:p>
        </p:txBody>
      </p:sp>
      <p:sp>
        <p:nvSpPr>
          <p:cNvPr id="10" name="矩形 9"/>
          <p:cNvSpPr/>
          <p:nvPr/>
        </p:nvSpPr>
        <p:spPr>
          <a:xfrm>
            <a:off x="7991872" y="1779662"/>
            <a:ext cx="115212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菱形 12"/>
          <p:cNvSpPr/>
          <p:nvPr/>
        </p:nvSpPr>
        <p:spPr>
          <a:xfrm>
            <a:off x="7812360" y="4155926"/>
            <a:ext cx="936104" cy="581892"/>
          </a:xfrm>
          <a:prstGeom prst="diamond">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7344308" y="4136372"/>
            <a:ext cx="936104" cy="58189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275856" y="1784578"/>
            <a:ext cx="1914862" cy="97743"/>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
        <p:nvSpPr>
          <p:cNvPr id="11" name="十字箭头标注 10"/>
          <p:cNvSpPr/>
          <p:nvPr/>
        </p:nvSpPr>
        <p:spPr>
          <a:xfrm>
            <a:off x="395536" y="339502"/>
            <a:ext cx="1296144" cy="720080"/>
          </a:xfrm>
          <a:prstGeom prst="quadArrowCallou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GB" altLang="zh-CN" sz="1200" b="1" dirty="0" smtClean="0"/>
              <a:t>STM32</a:t>
            </a:r>
            <a:endParaRPr lang="zh-CN" altLang="en-US" sz="1200" b="1" dirty="0"/>
          </a:p>
        </p:txBody>
      </p:sp>
      <p:sp>
        <p:nvSpPr>
          <p:cNvPr id="18" name="矩形 17"/>
          <p:cNvSpPr/>
          <p:nvPr/>
        </p:nvSpPr>
        <p:spPr>
          <a:xfrm>
            <a:off x="5508104" y="3050071"/>
            <a:ext cx="1914862" cy="97743"/>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992716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1582" y="381893"/>
            <a:ext cx="3336282" cy="461665"/>
          </a:xfrm>
          <a:prstGeom prst="rect">
            <a:avLst/>
          </a:prstGeom>
        </p:spPr>
        <p:txBody>
          <a:bodyPr wrap="square">
            <a:spAutoFit/>
          </a:bodyPr>
          <a:lstStyle/>
          <a:p>
            <a:r>
              <a:rPr lang="zh-CN" altLang="zh-CN" sz="2400" b="1" dirty="0">
                <a:solidFill>
                  <a:schemeClr val="bg1"/>
                </a:solidFill>
                <a:latin typeface="微软雅黑" pitchFamily="34" charset="-122"/>
                <a:ea typeface="微软雅黑" pitchFamily="34" charset="-122"/>
              </a:rPr>
              <a:t>本章知识与能力要求</a:t>
            </a:r>
          </a:p>
        </p:txBody>
      </p:sp>
      <p:sp>
        <p:nvSpPr>
          <p:cNvPr id="5" name="矩形 4"/>
          <p:cNvSpPr/>
          <p:nvPr/>
        </p:nvSpPr>
        <p:spPr>
          <a:xfrm>
            <a:off x="1357290" y="1500180"/>
            <a:ext cx="7000924" cy="2323713"/>
          </a:xfrm>
          <a:prstGeom prst="rect">
            <a:avLst/>
          </a:prstGeom>
        </p:spPr>
        <p:txBody>
          <a:bodyPr wrap="square">
            <a:spAutoFit/>
          </a:bodyPr>
          <a:lstStyle/>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理解和掌握操作系统基本概念和功能；</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理解和掌握</a:t>
            </a:r>
            <a:r>
              <a:rPr lang="en-US" altLang="zh-CN" sz="2000" b="1" dirty="0" err="1" smtClean="0">
                <a:ea typeface="华文楷体" pitchFamily="2" charset="-122"/>
                <a:cs typeface="Times New Roman" pitchFamily="18" charset="0"/>
              </a:rPr>
              <a:t>uC</a:t>
            </a:r>
            <a:r>
              <a:rPr lang="en-US" altLang="zh-CN" sz="2000" b="1" dirty="0" smtClean="0">
                <a:ea typeface="华文楷体" pitchFamily="2" charset="-122"/>
                <a:cs typeface="Times New Roman" pitchFamily="18" charset="0"/>
              </a:rPr>
              <a:t>/OS-III</a:t>
            </a:r>
            <a:r>
              <a:rPr lang="zh-CN" altLang="en-US" sz="2000" b="1" dirty="0" smtClean="0">
                <a:ea typeface="华文楷体" pitchFamily="2" charset="-122"/>
                <a:cs typeface="Times New Roman" pitchFamily="18" charset="0"/>
              </a:rPr>
              <a:t>的任务、任务组成和任务优先级；</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理解和掌握</a:t>
            </a:r>
            <a:r>
              <a:rPr lang="en-US" altLang="zh-CN" sz="2000" b="1" dirty="0" err="1" smtClean="0">
                <a:ea typeface="华文楷体" pitchFamily="2" charset="-122"/>
                <a:cs typeface="Times New Roman" pitchFamily="18" charset="0"/>
              </a:rPr>
              <a:t>uC</a:t>
            </a:r>
            <a:r>
              <a:rPr lang="en-US" altLang="zh-CN" sz="2000" b="1" dirty="0" smtClean="0">
                <a:ea typeface="华文楷体" pitchFamily="2" charset="-122"/>
                <a:cs typeface="Times New Roman" pitchFamily="18" charset="0"/>
              </a:rPr>
              <a:t>/OS-III</a:t>
            </a:r>
            <a:r>
              <a:rPr lang="zh-CN" altLang="en-US" sz="2000" b="1" dirty="0" smtClean="0">
                <a:ea typeface="华文楷体" pitchFamily="2" charset="-122"/>
                <a:cs typeface="Times New Roman" pitchFamily="18" charset="0"/>
              </a:rPr>
              <a:t>的时钟和中断；</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掌握将</a:t>
            </a:r>
            <a:r>
              <a:rPr lang="en-US" altLang="zh-CN" sz="2000" b="1" dirty="0" err="1" smtClean="0">
                <a:ea typeface="华文楷体" pitchFamily="2" charset="-122"/>
                <a:cs typeface="Times New Roman" pitchFamily="18" charset="0"/>
              </a:rPr>
              <a:t>uC</a:t>
            </a:r>
            <a:r>
              <a:rPr lang="en-US" altLang="zh-CN" sz="2000" b="1" dirty="0" smtClean="0">
                <a:ea typeface="华文楷体" pitchFamily="2" charset="-122"/>
                <a:cs typeface="Times New Roman" pitchFamily="18" charset="0"/>
              </a:rPr>
              <a:t>/OS-III</a:t>
            </a:r>
            <a:r>
              <a:rPr lang="zh-CN" altLang="en-US" sz="2000" b="1" dirty="0" smtClean="0">
                <a:ea typeface="华文楷体" pitchFamily="2" charset="-122"/>
                <a:cs typeface="Times New Roman" pitchFamily="18" charset="0"/>
              </a:rPr>
              <a:t>移植到</a:t>
            </a:r>
            <a:r>
              <a:rPr lang="en-US" altLang="zh-CN" sz="2000" b="1" dirty="0" smtClean="0">
                <a:ea typeface="华文楷体" pitchFamily="2" charset="-122"/>
                <a:cs typeface="Times New Roman" pitchFamily="18" charset="0"/>
              </a:rPr>
              <a:t>STM32F103</a:t>
            </a:r>
            <a:r>
              <a:rPr lang="zh-CN" altLang="en-US" sz="2000" b="1" dirty="0" smtClean="0">
                <a:ea typeface="华文楷体" pitchFamily="2" charset="-122"/>
                <a:cs typeface="Times New Roman" pitchFamily="18" charset="0"/>
              </a:rPr>
              <a:t>系列微控制器的方法；</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掌握基于</a:t>
            </a:r>
            <a:r>
              <a:rPr lang="en-US" altLang="zh-CN" sz="2000" b="1" dirty="0" err="1" smtClean="0">
                <a:ea typeface="华文楷体" pitchFamily="2" charset="-122"/>
                <a:cs typeface="Times New Roman" pitchFamily="18" charset="0"/>
              </a:rPr>
              <a:t>uC</a:t>
            </a:r>
            <a:r>
              <a:rPr lang="en-US" altLang="zh-CN" sz="2000" b="1" dirty="0" smtClean="0">
                <a:ea typeface="华文楷体" pitchFamily="2" charset="-122"/>
                <a:cs typeface="Times New Roman" pitchFamily="18" charset="0"/>
              </a:rPr>
              <a:t>/OS-III</a:t>
            </a:r>
            <a:r>
              <a:rPr lang="zh-CN" altLang="en-US" sz="2000" b="1" dirty="0" smtClean="0">
                <a:ea typeface="华文楷体" pitchFamily="2" charset="-122"/>
                <a:cs typeface="Times New Roman" pitchFamily="18" charset="0"/>
              </a:rPr>
              <a:t>的多任务应用。</a:t>
            </a:r>
            <a:endParaRPr lang="zh-CN" altLang="en-US" sz="2000" b="1" dirty="0">
              <a:ea typeface="华文楷体" pitchFamily="2" charset="-122"/>
              <a:cs typeface="Times New Roman" pitchFamily="18" charset="0"/>
            </a:endParaRPr>
          </a:p>
        </p:txBody>
      </p:sp>
    </p:spTree>
    <p:extLst>
      <p:ext uri="{BB962C8B-B14F-4D97-AF65-F5344CB8AC3E}">
        <p14:creationId xmlns:p14="http://schemas.microsoft.com/office/powerpoint/2010/main" val="30362084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 y="339503"/>
            <a:ext cx="354115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07504" y="381893"/>
            <a:ext cx="3424335"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第</a:t>
            </a:r>
            <a:r>
              <a:rPr lang="en-US" altLang="zh-CN" sz="2400" b="1" dirty="0">
                <a:solidFill>
                  <a:schemeClr val="bg1"/>
                </a:solidFill>
                <a:latin typeface="微软雅黑" pitchFamily="34" charset="-122"/>
                <a:ea typeface="微软雅黑" pitchFamily="34" charset="-122"/>
              </a:rPr>
              <a:t>12</a:t>
            </a:r>
            <a:r>
              <a:rPr lang="zh-CN" altLang="en-US" sz="2400" b="1" dirty="0">
                <a:solidFill>
                  <a:schemeClr val="bg1"/>
                </a:solidFill>
                <a:latin typeface="微软雅黑" pitchFamily="34" charset="-122"/>
                <a:ea typeface="微软雅黑" pitchFamily="34" charset="-122"/>
              </a:rPr>
              <a:t>章 嵌入式操作系统</a:t>
            </a:r>
            <a:endParaRPr lang="zh-CN" altLang="zh-CN" sz="2400" b="1" dirty="0">
              <a:solidFill>
                <a:schemeClr val="bg1"/>
              </a:solidFill>
              <a:latin typeface="微软雅黑" pitchFamily="34" charset="-122"/>
              <a:ea typeface="微软雅黑" pitchFamily="34"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圆柱形 21"/>
          <p:cNvSpPr/>
          <p:nvPr/>
        </p:nvSpPr>
        <p:spPr>
          <a:xfrm>
            <a:off x="1857356" y="1417657"/>
            <a:ext cx="828092" cy="504056"/>
          </a:xfrm>
          <a:prstGeom prst="can">
            <a:avLst/>
          </a:prstGeom>
          <a:solidFill>
            <a:schemeClr val="accent5">
              <a:lumMod val="20000"/>
              <a:lumOff val="8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smtClean="0"/>
          </a:p>
        </p:txBody>
      </p:sp>
      <p:sp>
        <p:nvSpPr>
          <p:cNvPr id="24" name="圆柱形 23"/>
          <p:cNvSpPr/>
          <p:nvPr/>
        </p:nvSpPr>
        <p:spPr>
          <a:xfrm>
            <a:off x="2156240" y="2215391"/>
            <a:ext cx="828092" cy="504056"/>
          </a:xfrm>
          <a:prstGeom prst="can">
            <a:avLst/>
          </a:prstGeom>
          <a:solidFill>
            <a:schemeClr val="accent5">
              <a:lumMod val="20000"/>
              <a:lumOff val="8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smtClean="0"/>
          </a:p>
        </p:txBody>
      </p:sp>
      <p:sp>
        <p:nvSpPr>
          <p:cNvPr id="26" name="圆柱形 25"/>
          <p:cNvSpPr/>
          <p:nvPr/>
        </p:nvSpPr>
        <p:spPr>
          <a:xfrm>
            <a:off x="2452656" y="3039508"/>
            <a:ext cx="828092" cy="504056"/>
          </a:xfrm>
          <a:prstGeom prst="can">
            <a:avLst/>
          </a:prstGeom>
          <a:solidFill>
            <a:schemeClr val="accent5">
              <a:lumMod val="20000"/>
              <a:lumOff val="8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smtClean="0"/>
          </a:p>
        </p:txBody>
      </p:sp>
      <p:sp>
        <p:nvSpPr>
          <p:cNvPr id="27" name="TextBox 26"/>
          <p:cNvSpPr txBox="1"/>
          <p:nvPr/>
        </p:nvSpPr>
        <p:spPr>
          <a:xfrm>
            <a:off x="2542666" y="3151472"/>
            <a:ext cx="648072" cy="400110"/>
          </a:xfrm>
          <a:prstGeom prst="rect">
            <a:avLst/>
          </a:prstGeom>
          <a:noFill/>
        </p:spPr>
        <p:txBody>
          <a:bodyPr wrap="square" rtlCol="0">
            <a:spAutoFit/>
          </a:bodyPr>
          <a:lstStyle/>
          <a:p>
            <a:pPr algn="ctr"/>
            <a:r>
              <a:rPr lang="en-US" altLang="zh-CN" sz="2000" b="1" dirty="0" smtClean="0"/>
              <a:t>12.3</a:t>
            </a:r>
            <a:endParaRPr lang="zh-CN" altLang="en-US" sz="2000" b="1" dirty="0"/>
          </a:p>
        </p:txBody>
      </p:sp>
      <p:sp>
        <p:nvSpPr>
          <p:cNvPr id="28" name="圆柱形 27"/>
          <p:cNvSpPr/>
          <p:nvPr/>
        </p:nvSpPr>
        <p:spPr>
          <a:xfrm>
            <a:off x="2749072" y="3850059"/>
            <a:ext cx="828092" cy="504056"/>
          </a:xfrm>
          <a:prstGeom prst="can">
            <a:avLst/>
          </a:prstGeom>
          <a:solidFill>
            <a:schemeClr val="accent5">
              <a:lumMod val="20000"/>
              <a:lumOff val="8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smtClean="0"/>
          </a:p>
        </p:txBody>
      </p:sp>
      <p:sp>
        <p:nvSpPr>
          <p:cNvPr id="29" name="TextBox 28"/>
          <p:cNvSpPr txBox="1"/>
          <p:nvPr/>
        </p:nvSpPr>
        <p:spPr>
          <a:xfrm>
            <a:off x="2839082" y="3957590"/>
            <a:ext cx="648072" cy="400110"/>
          </a:xfrm>
          <a:prstGeom prst="rect">
            <a:avLst/>
          </a:prstGeom>
          <a:noFill/>
        </p:spPr>
        <p:txBody>
          <a:bodyPr wrap="square" rtlCol="0">
            <a:spAutoFit/>
          </a:bodyPr>
          <a:lstStyle/>
          <a:p>
            <a:pPr algn="ctr"/>
            <a:r>
              <a:rPr lang="en-US" altLang="zh-CN" sz="2000" b="1" dirty="0" smtClean="0"/>
              <a:t>12.4</a:t>
            </a:r>
            <a:endParaRPr lang="zh-CN" altLang="en-US" sz="2000" b="1" dirty="0"/>
          </a:p>
        </p:txBody>
      </p:sp>
      <p:sp>
        <p:nvSpPr>
          <p:cNvPr id="32" name="TextBox 31"/>
          <p:cNvSpPr txBox="1"/>
          <p:nvPr/>
        </p:nvSpPr>
        <p:spPr>
          <a:xfrm>
            <a:off x="2289404" y="2319337"/>
            <a:ext cx="648072" cy="400110"/>
          </a:xfrm>
          <a:prstGeom prst="rect">
            <a:avLst/>
          </a:prstGeom>
          <a:noFill/>
        </p:spPr>
        <p:txBody>
          <a:bodyPr wrap="square" rtlCol="0">
            <a:spAutoFit/>
          </a:bodyPr>
          <a:lstStyle/>
          <a:p>
            <a:pPr algn="ctr"/>
            <a:r>
              <a:rPr lang="en-US" altLang="zh-CN" sz="2000" b="1" dirty="0" smtClean="0"/>
              <a:t>12.2</a:t>
            </a:r>
            <a:endParaRPr lang="zh-CN" altLang="en-US" sz="2000" b="1" dirty="0"/>
          </a:p>
        </p:txBody>
      </p:sp>
      <p:sp>
        <p:nvSpPr>
          <p:cNvPr id="33" name="TextBox 32"/>
          <p:cNvSpPr txBox="1"/>
          <p:nvPr/>
        </p:nvSpPr>
        <p:spPr>
          <a:xfrm>
            <a:off x="1965368" y="1521603"/>
            <a:ext cx="648072" cy="400110"/>
          </a:xfrm>
          <a:prstGeom prst="rect">
            <a:avLst/>
          </a:prstGeom>
          <a:noFill/>
        </p:spPr>
        <p:txBody>
          <a:bodyPr wrap="square" rtlCol="0">
            <a:spAutoFit/>
          </a:bodyPr>
          <a:lstStyle/>
          <a:p>
            <a:pPr algn="ctr"/>
            <a:r>
              <a:rPr lang="en-US" sz="2000" b="1" dirty="0" smtClean="0"/>
              <a:t>12.1</a:t>
            </a:r>
            <a:endParaRPr lang="zh-CN" altLang="en-US" sz="2000" b="1" dirty="0"/>
          </a:p>
        </p:txBody>
      </p:sp>
      <p:sp>
        <p:nvSpPr>
          <p:cNvPr id="35" name="圆柱形 34"/>
          <p:cNvSpPr/>
          <p:nvPr/>
        </p:nvSpPr>
        <p:spPr>
          <a:xfrm>
            <a:off x="3189504" y="1417657"/>
            <a:ext cx="3661102" cy="504056"/>
          </a:xfrm>
          <a:prstGeom prst="can">
            <a:avLst>
              <a:gd name="adj" fmla="val 13750"/>
            </a:avLst>
          </a:prstGeom>
          <a:solidFill>
            <a:schemeClr val="accent5">
              <a:lumMod val="20000"/>
              <a:lumOff val="8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zh-CN" altLang="en-US" sz="2000" b="1" dirty="0" smtClean="0">
                <a:solidFill>
                  <a:schemeClr val="tx1"/>
                </a:solidFill>
              </a:rPr>
              <a:t>概述</a:t>
            </a:r>
            <a:endParaRPr lang="zh-CN" altLang="en-US" sz="2000" dirty="0">
              <a:solidFill>
                <a:schemeClr val="tx1"/>
              </a:solidFill>
            </a:endParaRPr>
          </a:p>
        </p:txBody>
      </p:sp>
      <p:sp>
        <p:nvSpPr>
          <p:cNvPr id="36" name="圆柱形 35"/>
          <p:cNvSpPr/>
          <p:nvPr/>
        </p:nvSpPr>
        <p:spPr>
          <a:xfrm>
            <a:off x="3477536" y="2215391"/>
            <a:ext cx="3661102" cy="504056"/>
          </a:xfrm>
          <a:prstGeom prst="can">
            <a:avLst>
              <a:gd name="adj" fmla="val 13750"/>
            </a:avLst>
          </a:prstGeom>
          <a:solidFill>
            <a:schemeClr val="accent5">
              <a:lumMod val="20000"/>
              <a:lumOff val="8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zh-CN" altLang="en-US" sz="2000" b="1" dirty="0" smtClean="0">
                <a:solidFill>
                  <a:schemeClr val="tx1"/>
                </a:solidFill>
              </a:rPr>
              <a:t>嵌入式操作系统的概念</a:t>
            </a:r>
          </a:p>
        </p:txBody>
      </p:sp>
      <p:sp>
        <p:nvSpPr>
          <p:cNvPr id="37" name="圆柱形 36"/>
          <p:cNvSpPr/>
          <p:nvPr/>
        </p:nvSpPr>
        <p:spPr>
          <a:xfrm>
            <a:off x="3801572" y="3039508"/>
            <a:ext cx="3661102" cy="504056"/>
          </a:xfrm>
          <a:prstGeom prst="can">
            <a:avLst>
              <a:gd name="adj" fmla="val 13750"/>
            </a:avLst>
          </a:prstGeom>
          <a:solidFill>
            <a:schemeClr val="accent5">
              <a:lumMod val="20000"/>
              <a:lumOff val="8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zh-CN" altLang="en-US" sz="2000" b="1" dirty="0" smtClean="0">
                <a:solidFill>
                  <a:schemeClr val="tx1"/>
                </a:solidFill>
              </a:rPr>
              <a:t>嵌入式实时操作系统</a:t>
            </a:r>
            <a:r>
              <a:rPr lang="en-US" altLang="zh-CN" sz="2000" b="1" dirty="0" err="1" smtClean="0">
                <a:solidFill>
                  <a:schemeClr val="tx1"/>
                </a:solidFill>
              </a:rPr>
              <a:t>uC</a:t>
            </a:r>
            <a:r>
              <a:rPr lang="en-US" altLang="zh-CN" sz="2000" b="1" dirty="0" smtClean="0">
                <a:solidFill>
                  <a:schemeClr val="tx1"/>
                </a:solidFill>
              </a:rPr>
              <a:t>/OS-III</a:t>
            </a:r>
            <a:endParaRPr lang="zh-CN" altLang="en-US" sz="2000" b="1" dirty="0">
              <a:solidFill>
                <a:schemeClr val="tx1"/>
              </a:solidFill>
            </a:endParaRPr>
          </a:p>
        </p:txBody>
      </p:sp>
      <p:sp>
        <p:nvSpPr>
          <p:cNvPr id="38" name="圆柱形 37"/>
          <p:cNvSpPr/>
          <p:nvPr/>
        </p:nvSpPr>
        <p:spPr>
          <a:xfrm>
            <a:off x="4125608" y="3850059"/>
            <a:ext cx="3661102" cy="504056"/>
          </a:xfrm>
          <a:prstGeom prst="can">
            <a:avLst>
              <a:gd name="adj" fmla="val 13750"/>
            </a:avLst>
          </a:prstGeom>
          <a:solidFill>
            <a:schemeClr val="accent5">
              <a:lumMod val="20000"/>
              <a:lumOff val="8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en-US" altLang="zh-CN" sz="2000" b="1" dirty="0" err="1" smtClean="0">
                <a:solidFill>
                  <a:schemeClr val="tx1"/>
                </a:solidFill>
              </a:rPr>
              <a:t>uC</a:t>
            </a:r>
            <a:r>
              <a:rPr lang="en-US" altLang="zh-CN" sz="2000" b="1" dirty="0" smtClean="0">
                <a:solidFill>
                  <a:schemeClr val="tx1"/>
                </a:solidFill>
              </a:rPr>
              <a:t>/OS-III</a:t>
            </a:r>
            <a:r>
              <a:rPr lang="zh-CN" altLang="en-US" sz="2000" b="1" dirty="0" smtClean="0">
                <a:solidFill>
                  <a:schemeClr val="tx1"/>
                </a:solidFill>
              </a:rPr>
              <a:t>移植与应用</a:t>
            </a:r>
            <a:endParaRPr lang="zh-CN" altLang="en-US" sz="2000" b="1" dirty="0">
              <a:solidFill>
                <a:schemeClr val="tx1"/>
              </a:solidFill>
            </a:endParaRPr>
          </a:p>
        </p:txBody>
      </p:sp>
      <p:cxnSp>
        <p:nvCxnSpPr>
          <p:cNvPr id="41" name="直接连接符 40"/>
          <p:cNvCxnSpPr>
            <a:endCxn id="35" idx="2"/>
          </p:cNvCxnSpPr>
          <p:nvPr/>
        </p:nvCxnSpPr>
        <p:spPr>
          <a:xfrm>
            <a:off x="2714302" y="1669685"/>
            <a:ext cx="475202" cy="1588"/>
          </a:xfrm>
          <a:prstGeom prst="line">
            <a:avLst/>
          </a:prstGeom>
          <a:ln w="2857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24" idx="4"/>
            <a:endCxn id="36" idx="2"/>
          </p:cNvCxnSpPr>
          <p:nvPr/>
        </p:nvCxnSpPr>
        <p:spPr>
          <a:xfrm>
            <a:off x="2984332" y="2467419"/>
            <a:ext cx="493204" cy="1588"/>
          </a:xfrm>
          <a:prstGeom prst="line">
            <a:avLst/>
          </a:prstGeom>
          <a:ln w="2857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26" idx="4"/>
            <a:endCxn id="37" idx="2"/>
          </p:cNvCxnSpPr>
          <p:nvPr/>
        </p:nvCxnSpPr>
        <p:spPr>
          <a:xfrm>
            <a:off x="3280748" y="3291536"/>
            <a:ext cx="520824" cy="1588"/>
          </a:xfrm>
          <a:prstGeom prst="line">
            <a:avLst/>
          </a:prstGeom>
          <a:ln w="2857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38" idx="2"/>
          </p:cNvCxnSpPr>
          <p:nvPr/>
        </p:nvCxnSpPr>
        <p:spPr>
          <a:xfrm>
            <a:off x="3577164" y="4102087"/>
            <a:ext cx="548444" cy="1588"/>
          </a:xfrm>
          <a:prstGeom prst="line">
            <a:avLst/>
          </a:prstGeom>
          <a:ln w="2857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2737100" y="1723655"/>
            <a:ext cx="475202" cy="1588"/>
          </a:xfrm>
          <a:prstGeom prst="line">
            <a:avLst/>
          </a:prstGeom>
          <a:ln w="28575">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3007130" y="2521389"/>
            <a:ext cx="493204" cy="1588"/>
          </a:xfrm>
          <a:prstGeom prst="line">
            <a:avLst/>
          </a:prstGeom>
          <a:ln w="28575">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3303546" y="3345506"/>
            <a:ext cx="520824" cy="1588"/>
          </a:xfrm>
          <a:prstGeom prst="line">
            <a:avLst/>
          </a:prstGeom>
          <a:ln w="28575">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599962" y="4156057"/>
            <a:ext cx="548444" cy="1588"/>
          </a:xfrm>
          <a:prstGeom prst="line">
            <a:avLst/>
          </a:prstGeom>
          <a:ln w="28575">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49676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169167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1547218"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12.1 </a:t>
            </a:r>
            <a:r>
              <a:rPr lang="zh-CN" altLang="en-US" sz="2400" b="1" dirty="0">
                <a:solidFill>
                  <a:schemeClr val="bg1"/>
                </a:solidFill>
                <a:latin typeface="微软雅黑" pitchFamily="34" charset="-122"/>
                <a:ea typeface="微软雅黑" pitchFamily="34" charset="-122"/>
              </a:rPr>
              <a:t>概述</a:t>
            </a:r>
            <a:endParaRPr lang="zh-CN" altLang="zh-CN" sz="2400" b="1" dirty="0">
              <a:solidFill>
                <a:schemeClr val="bg1"/>
              </a:solidFill>
              <a:latin typeface="微软雅黑" pitchFamily="34" charset="-122"/>
              <a:ea typeface="微软雅黑"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图示 2"/>
          <p:cNvGraphicFramePr/>
          <p:nvPr>
            <p:extLst>
              <p:ext uri="{D42A27DB-BD31-4B8C-83A1-F6EECF244321}">
                <p14:modId xmlns:p14="http://schemas.microsoft.com/office/powerpoint/2010/main" val="166021805"/>
              </p:ext>
            </p:extLst>
          </p:nvPr>
        </p:nvGraphicFramePr>
        <p:xfrm>
          <a:off x="1835696" y="1635646"/>
          <a:ext cx="6096000" cy="2176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6403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435597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4132863" cy="461665"/>
          </a:xfrm>
          <a:prstGeom prst="rect">
            <a:avLst/>
          </a:prstGeom>
        </p:spPr>
        <p:txBody>
          <a:bodyPr wrap="none">
            <a:spAutoFit/>
          </a:bodyPr>
          <a:lstStyle/>
          <a:p>
            <a:r>
              <a:rPr lang="en-US" altLang="zh-CN" sz="2400" b="1" dirty="0">
                <a:solidFill>
                  <a:schemeClr val="bg1"/>
                </a:solidFill>
              </a:rPr>
              <a:t>12.1.1 </a:t>
            </a:r>
            <a:r>
              <a:rPr lang="zh-CN" altLang="en-US" sz="2400" b="1" dirty="0">
                <a:solidFill>
                  <a:schemeClr val="bg1"/>
                </a:solidFill>
              </a:rPr>
              <a:t>嵌入式系统的开发方式</a:t>
            </a:r>
          </a:p>
        </p:txBody>
      </p:sp>
      <p:graphicFrame>
        <p:nvGraphicFramePr>
          <p:cNvPr id="7" name="图示 6"/>
          <p:cNvGraphicFramePr/>
          <p:nvPr>
            <p:extLst>
              <p:ext uri="{D42A27DB-BD31-4B8C-83A1-F6EECF244321}">
                <p14:modId xmlns:p14="http://schemas.microsoft.com/office/powerpoint/2010/main" val="4073268115"/>
              </p:ext>
            </p:extLst>
          </p:nvPr>
        </p:nvGraphicFramePr>
        <p:xfrm>
          <a:off x="899592" y="1779662"/>
          <a:ext cx="7272808" cy="23190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267423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435597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4132863" cy="461665"/>
          </a:xfrm>
          <a:prstGeom prst="rect">
            <a:avLst/>
          </a:prstGeom>
        </p:spPr>
        <p:txBody>
          <a:bodyPr wrap="none">
            <a:spAutoFit/>
          </a:bodyPr>
          <a:lstStyle/>
          <a:p>
            <a:r>
              <a:rPr lang="en-US" altLang="zh-CN" sz="2400" b="1" dirty="0">
                <a:solidFill>
                  <a:schemeClr val="bg1"/>
                </a:solidFill>
              </a:rPr>
              <a:t>12.1.1 </a:t>
            </a:r>
            <a:r>
              <a:rPr lang="zh-CN" altLang="en-US" sz="2400" b="1" dirty="0">
                <a:solidFill>
                  <a:schemeClr val="bg1"/>
                </a:solidFill>
              </a:rPr>
              <a:t>嵌入式系统的开发方式</a:t>
            </a:r>
          </a:p>
        </p:txBody>
      </p:sp>
      <p:sp>
        <p:nvSpPr>
          <p:cNvPr id="2" name="矩形 1"/>
          <p:cNvSpPr/>
          <p:nvPr/>
        </p:nvSpPr>
        <p:spPr>
          <a:xfrm>
            <a:off x="396998" y="855482"/>
            <a:ext cx="1114408" cy="369332"/>
          </a:xfrm>
          <a:prstGeom prst="rect">
            <a:avLst/>
          </a:prstGeom>
        </p:spPr>
        <p:txBody>
          <a:bodyPr wrap="none">
            <a:spAutoFit/>
          </a:bodyPr>
          <a:lstStyle/>
          <a:p>
            <a:r>
              <a:rPr lang="zh-CN" altLang="zh-CN" b="1" dirty="0">
                <a:solidFill>
                  <a:srgbClr val="C00000"/>
                </a:solidFill>
              </a:rPr>
              <a:t>轮询方式</a:t>
            </a:r>
            <a:endParaRPr lang="zh-CN" altLang="en-US" dirty="0">
              <a:solidFill>
                <a:srgbClr val="C00000"/>
              </a:solidFill>
            </a:endParaRPr>
          </a:p>
        </p:txBody>
      </p:sp>
      <p:sp>
        <p:nvSpPr>
          <p:cNvPr id="6" name="矩形 5"/>
          <p:cNvSpPr/>
          <p:nvPr/>
        </p:nvSpPr>
        <p:spPr>
          <a:xfrm>
            <a:off x="4716016" y="816372"/>
            <a:ext cx="4032448" cy="413190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pPr>
            <a:r>
              <a:rPr lang="zh-CN" altLang="en-US" b="1" dirty="0" smtClean="0"/>
              <a:t>按键</a:t>
            </a:r>
            <a:r>
              <a:rPr lang="zh-CN" altLang="en-US" b="1" dirty="0"/>
              <a:t>控制</a:t>
            </a:r>
            <a:r>
              <a:rPr lang="en-US" altLang="zh-CN" b="1" dirty="0"/>
              <a:t>LED</a:t>
            </a:r>
            <a:r>
              <a:rPr lang="zh-CN" altLang="en-US" b="1" dirty="0"/>
              <a:t>灯亮灭，程序代码如下：</a:t>
            </a:r>
          </a:p>
          <a:p>
            <a:pPr>
              <a:lnSpc>
                <a:spcPct val="125000"/>
              </a:lnSpc>
            </a:pPr>
            <a:r>
              <a:rPr lang="en-US" altLang="zh-CN" sz="1600" b="1" dirty="0" err="1"/>
              <a:t>int</a:t>
            </a:r>
            <a:r>
              <a:rPr lang="en-US" altLang="zh-CN" sz="1600" b="1" dirty="0"/>
              <a:t> main(void)</a:t>
            </a:r>
          </a:p>
          <a:p>
            <a:pPr>
              <a:lnSpc>
                <a:spcPct val="125000"/>
              </a:lnSpc>
            </a:pPr>
            <a:r>
              <a:rPr lang="en-US" altLang="zh-CN" sz="1600" b="1" dirty="0"/>
              <a:t>{</a:t>
            </a:r>
          </a:p>
          <a:p>
            <a:pPr>
              <a:lnSpc>
                <a:spcPct val="125000"/>
              </a:lnSpc>
            </a:pPr>
            <a:r>
              <a:rPr lang="en-US" altLang="zh-CN" sz="1600" b="1" dirty="0" smtClean="0"/>
              <a:t>      </a:t>
            </a:r>
            <a:r>
              <a:rPr lang="en-US" altLang="zh-CN" sz="1600" b="1" dirty="0" err="1" smtClean="0"/>
              <a:t>LED_Init</a:t>
            </a:r>
            <a:r>
              <a:rPr lang="en-US" altLang="zh-CN" sz="1600" b="1" dirty="0"/>
              <a:t>(); //LED</a:t>
            </a:r>
            <a:r>
              <a:rPr lang="zh-CN" altLang="en-US" sz="1600" b="1" dirty="0"/>
              <a:t>初始化</a:t>
            </a:r>
          </a:p>
          <a:p>
            <a:pPr>
              <a:lnSpc>
                <a:spcPct val="125000"/>
              </a:lnSpc>
            </a:pPr>
            <a:r>
              <a:rPr lang="en-US" altLang="zh-CN" sz="1600" b="1" dirty="0" smtClean="0"/>
              <a:t>      </a:t>
            </a:r>
            <a:r>
              <a:rPr lang="en-US" altLang="zh-CN" sz="1600" b="1" dirty="0" err="1" smtClean="0"/>
              <a:t>KEY_Init</a:t>
            </a:r>
            <a:r>
              <a:rPr lang="en-US" altLang="zh-CN" sz="1600" b="1" dirty="0"/>
              <a:t>();  //</a:t>
            </a:r>
            <a:r>
              <a:rPr lang="zh-CN" altLang="en-US" sz="1600" b="1" dirty="0"/>
              <a:t>按键</a:t>
            </a:r>
            <a:r>
              <a:rPr lang="en-US" altLang="zh-CN" sz="1600" b="1" dirty="0"/>
              <a:t>S1</a:t>
            </a:r>
            <a:r>
              <a:rPr lang="zh-CN" altLang="en-US" sz="1600" b="1" dirty="0"/>
              <a:t>初始化</a:t>
            </a:r>
          </a:p>
          <a:p>
            <a:pPr>
              <a:lnSpc>
                <a:spcPct val="125000"/>
              </a:lnSpc>
            </a:pPr>
            <a:r>
              <a:rPr lang="en-US" altLang="zh-CN" sz="1600" b="1" dirty="0" smtClean="0"/>
              <a:t>      while(1</a:t>
            </a:r>
            <a:r>
              <a:rPr lang="en-US" altLang="zh-CN" sz="1600" b="1" dirty="0"/>
              <a:t>)</a:t>
            </a:r>
          </a:p>
          <a:p>
            <a:pPr>
              <a:lnSpc>
                <a:spcPct val="125000"/>
              </a:lnSpc>
            </a:pPr>
            <a:r>
              <a:rPr lang="en-US" altLang="zh-CN" sz="1600" b="1" dirty="0" smtClean="0"/>
              <a:t>      {   if</a:t>
            </a:r>
            <a:r>
              <a:rPr lang="en-US" altLang="zh-CN" sz="1600" b="1" dirty="0"/>
              <a:t>( !S1)   //</a:t>
            </a:r>
            <a:r>
              <a:rPr lang="zh-CN" altLang="en-US" sz="1600" b="1" dirty="0"/>
              <a:t>查询按键</a:t>
            </a:r>
            <a:r>
              <a:rPr lang="en-US" altLang="zh-CN" sz="1600" b="1" dirty="0"/>
              <a:t>S1</a:t>
            </a:r>
            <a:r>
              <a:rPr lang="zh-CN" altLang="en-US" sz="1600" b="1" dirty="0"/>
              <a:t>是否按下</a:t>
            </a:r>
          </a:p>
          <a:p>
            <a:pPr>
              <a:lnSpc>
                <a:spcPct val="125000"/>
              </a:lnSpc>
            </a:pPr>
            <a:r>
              <a:rPr lang="en-US" altLang="zh-CN" sz="1600" b="1" dirty="0" smtClean="0"/>
              <a:t>          {Delay(1000000</a:t>
            </a:r>
            <a:r>
              <a:rPr lang="en-US" altLang="zh-CN" sz="1600" b="1" dirty="0"/>
              <a:t>);  //</a:t>
            </a:r>
            <a:r>
              <a:rPr lang="zh-CN" altLang="en-US" sz="1600" b="1" dirty="0"/>
              <a:t>延迟一段时间</a:t>
            </a:r>
          </a:p>
          <a:p>
            <a:pPr>
              <a:lnSpc>
                <a:spcPct val="125000"/>
              </a:lnSpc>
            </a:pPr>
            <a:r>
              <a:rPr lang="zh-CN" altLang="en-US" sz="1600" b="1" dirty="0" smtClean="0"/>
              <a:t>            </a:t>
            </a:r>
            <a:r>
              <a:rPr lang="en-US" altLang="zh-CN" sz="1600" b="1" dirty="0" err="1" smtClean="0"/>
              <a:t>GPIO_ResetBits</a:t>
            </a:r>
            <a:r>
              <a:rPr lang="en-US" altLang="zh-CN" sz="1600" b="1" dirty="0" smtClean="0"/>
              <a:t>(GPIOB,GPIO_Pin_5</a:t>
            </a:r>
            <a:r>
              <a:rPr lang="en-US" altLang="zh-CN" sz="1600" b="1" dirty="0"/>
              <a:t>); </a:t>
            </a:r>
            <a:endParaRPr lang="en-US" altLang="zh-CN" sz="1600" b="1" dirty="0" smtClean="0"/>
          </a:p>
          <a:p>
            <a:pPr>
              <a:lnSpc>
                <a:spcPct val="125000"/>
              </a:lnSpc>
            </a:pPr>
            <a:r>
              <a:rPr lang="en-US" altLang="zh-CN" sz="1600" b="1" dirty="0"/>
              <a:t> </a:t>
            </a:r>
            <a:r>
              <a:rPr lang="en-US" altLang="zh-CN" sz="1600" b="1" dirty="0" smtClean="0"/>
              <a:t>               //</a:t>
            </a:r>
            <a:r>
              <a:rPr lang="zh-CN" altLang="en-US" sz="1600" b="1" dirty="0"/>
              <a:t>点亮</a:t>
            </a:r>
            <a:r>
              <a:rPr lang="en-US" altLang="zh-CN" sz="1600" b="1" dirty="0"/>
              <a:t>LED</a:t>
            </a:r>
            <a:r>
              <a:rPr lang="zh-CN" altLang="en-US" sz="1600" b="1" dirty="0" smtClean="0"/>
              <a:t>灯</a:t>
            </a:r>
            <a:endParaRPr lang="en-US" altLang="zh-CN" sz="1600" b="1" dirty="0" smtClean="0"/>
          </a:p>
          <a:p>
            <a:pPr>
              <a:lnSpc>
                <a:spcPct val="125000"/>
              </a:lnSpc>
            </a:pPr>
            <a:r>
              <a:rPr lang="en-US" altLang="zh-CN" sz="1600" b="1" dirty="0"/>
              <a:t> </a:t>
            </a:r>
            <a:r>
              <a:rPr lang="en-US" altLang="zh-CN" sz="1600" b="1" dirty="0" smtClean="0"/>
              <a:t>          }</a:t>
            </a:r>
            <a:endParaRPr lang="en-US" altLang="zh-CN" sz="1600" b="1" dirty="0"/>
          </a:p>
          <a:p>
            <a:pPr>
              <a:lnSpc>
                <a:spcPct val="125000"/>
              </a:lnSpc>
            </a:pPr>
            <a:r>
              <a:rPr lang="en-US" altLang="zh-CN" sz="1600" b="1" dirty="0" smtClean="0"/>
              <a:t>      }</a:t>
            </a:r>
            <a:endParaRPr lang="en-US" altLang="zh-CN" sz="1600" b="1" dirty="0"/>
          </a:p>
          <a:p>
            <a:pPr>
              <a:lnSpc>
                <a:spcPct val="125000"/>
              </a:lnSpc>
            </a:pPr>
            <a:r>
              <a:rPr lang="en-US" altLang="zh-CN" sz="1600" b="1" dirty="0"/>
              <a:t>}</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570397290"/>
              </p:ext>
            </p:extLst>
          </p:nvPr>
        </p:nvGraphicFramePr>
        <p:xfrm>
          <a:off x="1115616" y="1924859"/>
          <a:ext cx="2392043" cy="2787774"/>
        </p:xfrm>
        <a:graphic>
          <a:graphicData uri="http://schemas.openxmlformats.org/presentationml/2006/ole">
            <mc:AlternateContent xmlns:mc="http://schemas.openxmlformats.org/markup-compatibility/2006">
              <mc:Choice xmlns:v="urn:schemas-microsoft-com:vml" Requires="v">
                <p:oleObj spid="_x0000_s103509" name="Visio" r:id="rId3" imgW="1413848" imgH="1647503" progId="Visio.Drawing.11">
                  <p:embed/>
                </p:oleObj>
              </mc:Choice>
              <mc:Fallback>
                <p:oleObj name="Visio" r:id="rId3" imgW="1413848" imgH="1647503" progId="Visio.Drawing.11">
                  <p:embed/>
                  <p:pic>
                    <p:nvPicPr>
                      <p:cNvPr id="0" name="Object 1"/>
                      <p:cNvPicPr>
                        <a:picLocks noChangeAspect="1" noChangeArrowheads="1"/>
                      </p:cNvPicPr>
                      <p:nvPr/>
                    </p:nvPicPr>
                    <p:blipFill>
                      <a:blip r:embed="rId4"/>
                      <a:srcRect/>
                      <a:stretch>
                        <a:fillRect/>
                      </a:stretch>
                    </p:blipFill>
                    <p:spPr bwMode="auto">
                      <a:xfrm>
                        <a:off x="1115616" y="1924859"/>
                        <a:ext cx="2392043" cy="2787774"/>
                      </a:xfrm>
                      <a:prstGeom prst="rect">
                        <a:avLst/>
                      </a:prstGeom>
                      <a:noFill/>
                    </p:spPr>
                  </p:pic>
                </p:oleObj>
              </mc:Fallback>
            </mc:AlternateContent>
          </a:graphicData>
        </a:graphic>
      </p:graphicFrame>
      <p:sp>
        <p:nvSpPr>
          <p:cNvPr id="9" name="矩形 8"/>
          <p:cNvSpPr/>
          <p:nvPr/>
        </p:nvSpPr>
        <p:spPr>
          <a:xfrm>
            <a:off x="427450" y="1168464"/>
            <a:ext cx="3456384" cy="754694"/>
          </a:xfrm>
          <a:prstGeom prst="rect">
            <a:avLst/>
          </a:prstGeom>
        </p:spPr>
        <p:txBody>
          <a:bodyPr wrap="square">
            <a:spAutoFit/>
          </a:bodyPr>
          <a:lstStyle/>
          <a:p>
            <a:pPr>
              <a:lnSpc>
                <a:spcPct val="125000"/>
              </a:lnSpc>
            </a:pPr>
            <a:r>
              <a:rPr lang="en-US" altLang="zh-CN" b="1" dirty="0" smtClean="0"/>
              <a:t>     CPU</a:t>
            </a:r>
            <a:r>
              <a:rPr lang="zh-CN" altLang="zh-CN" b="1" dirty="0"/>
              <a:t>通过程序不断查询</a:t>
            </a:r>
            <a:r>
              <a:rPr lang="en-US" altLang="zh-CN" b="1" dirty="0"/>
              <a:t>I/O</a:t>
            </a:r>
            <a:r>
              <a:rPr lang="zh-CN" altLang="zh-CN" b="1" dirty="0"/>
              <a:t>设备是否准备</a:t>
            </a:r>
            <a:r>
              <a:rPr lang="zh-CN" altLang="zh-CN" b="1" dirty="0" smtClean="0"/>
              <a:t>就绪</a:t>
            </a:r>
            <a:r>
              <a:rPr lang="zh-CN" altLang="en-US" b="1" dirty="0"/>
              <a:t>，效率较低。</a:t>
            </a:r>
          </a:p>
        </p:txBody>
      </p:sp>
    </p:spTree>
    <p:extLst>
      <p:ext uri="{BB962C8B-B14F-4D97-AF65-F5344CB8AC3E}">
        <p14:creationId xmlns:p14="http://schemas.microsoft.com/office/powerpoint/2010/main" val="31742267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435597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4132863" cy="461665"/>
          </a:xfrm>
          <a:prstGeom prst="rect">
            <a:avLst/>
          </a:prstGeom>
        </p:spPr>
        <p:txBody>
          <a:bodyPr wrap="none">
            <a:spAutoFit/>
          </a:bodyPr>
          <a:lstStyle/>
          <a:p>
            <a:r>
              <a:rPr lang="en-US" altLang="zh-CN" sz="2400" b="1" dirty="0">
                <a:solidFill>
                  <a:schemeClr val="bg1"/>
                </a:solidFill>
              </a:rPr>
              <a:t>12.1.1 </a:t>
            </a:r>
            <a:r>
              <a:rPr lang="zh-CN" altLang="en-US" sz="2400" b="1" dirty="0">
                <a:solidFill>
                  <a:schemeClr val="bg1"/>
                </a:solidFill>
              </a:rPr>
              <a:t>嵌入式系统的开发方式</a:t>
            </a:r>
          </a:p>
        </p:txBody>
      </p:sp>
      <p:sp>
        <p:nvSpPr>
          <p:cNvPr id="2" name="矩形 1"/>
          <p:cNvSpPr/>
          <p:nvPr/>
        </p:nvSpPr>
        <p:spPr>
          <a:xfrm>
            <a:off x="582511" y="1020466"/>
            <a:ext cx="1811714" cy="369332"/>
          </a:xfrm>
          <a:prstGeom prst="rect">
            <a:avLst/>
          </a:prstGeom>
        </p:spPr>
        <p:txBody>
          <a:bodyPr wrap="none">
            <a:spAutoFit/>
          </a:bodyPr>
          <a:lstStyle/>
          <a:p>
            <a:r>
              <a:rPr lang="zh-CN" altLang="en-US" b="1" dirty="0">
                <a:solidFill>
                  <a:srgbClr val="C00000"/>
                </a:solidFill>
              </a:rPr>
              <a:t>前后台系统方式</a:t>
            </a:r>
            <a:endParaRPr lang="zh-CN" altLang="en-US" dirty="0">
              <a:solidFill>
                <a:srgbClr val="C00000"/>
              </a:solidFill>
            </a:endParaRPr>
          </a:p>
        </p:txBody>
      </p:sp>
      <p:sp>
        <p:nvSpPr>
          <p:cNvPr id="6" name="矩形 5"/>
          <p:cNvSpPr/>
          <p:nvPr/>
        </p:nvSpPr>
        <p:spPr>
          <a:xfrm>
            <a:off x="4499992" y="555526"/>
            <a:ext cx="4176464" cy="440120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pPr>
            <a:r>
              <a:rPr lang="en-US" altLang="zh-CN" sz="1400" b="1" dirty="0" err="1" smtClean="0"/>
              <a:t>int</a:t>
            </a:r>
            <a:r>
              <a:rPr lang="en-US" altLang="zh-CN" sz="1400" b="1" dirty="0" smtClean="0"/>
              <a:t> </a:t>
            </a:r>
            <a:r>
              <a:rPr lang="en-US" altLang="zh-CN" sz="1400" b="1" dirty="0"/>
              <a:t>main(void)</a:t>
            </a:r>
          </a:p>
          <a:p>
            <a:pPr>
              <a:lnSpc>
                <a:spcPct val="125000"/>
              </a:lnSpc>
            </a:pPr>
            <a:r>
              <a:rPr lang="en-US" altLang="zh-CN" sz="1400" b="1" dirty="0"/>
              <a:t>{</a:t>
            </a:r>
          </a:p>
          <a:p>
            <a:pPr>
              <a:lnSpc>
                <a:spcPct val="125000"/>
              </a:lnSpc>
            </a:pPr>
            <a:r>
              <a:rPr lang="en-US" altLang="zh-CN" sz="1400" b="1" dirty="0"/>
              <a:t>    </a:t>
            </a:r>
            <a:r>
              <a:rPr lang="en-US" altLang="zh-CN" sz="1400" b="1" dirty="0" err="1"/>
              <a:t>LED_Init</a:t>
            </a:r>
            <a:r>
              <a:rPr lang="en-US" altLang="zh-CN" sz="1400" b="1" dirty="0"/>
              <a:t>();   //LED</a:t>
            </a:r>
            <a:r>
              <a:rPr lang="zh-CN" altLang="en-US" sz="1400" b="1" dirty="0"/>
              <a:t>初始化</a:t>
            </a:r>
          </a:p>
          <a:p>
            <a:pPr>
              <a:lnSpc>
                <a:spcPct val="125000"/>
              </a:lnSpc>
            </a:pPr>
            <a:r>
              <a:rPr lang="zh-CN" altLang="en-US" sz="1400" b="1" dirty="0"/>
              <a:t>    </a:t>
            </a:r>
            <a:r>
              <a:rPr lang="en-US" altLang="zh-CN" sz="1400" b="1" dirty="0" err="1"/>
              <a:t>GPIO_ResetBits</a:t>
            </a:r>
            <a:r>
              <a:rPr lang="en-US" altLang="zh-CN" sz="1400" b="1" dirty="0"/>
              <a:t>(GPIOB,GPIO_Pin_5); </a:t>
            </a:r>
          </a:p>
          <a:p>
            <a:pPr>
              <a:lnSpc>
                <a:spcPct val="125000"/>
              </a:lnSpc>
            </a:pPr>
            <a:r>
              <a:rPr lang="en-US" altLang="zh-CN" sz="1400" b="1" dirty="0"/>
              <a:t>    </a:t>
            </a:r>
            <a:r>
              <a:rPr lang="en-US" altLang="zh-CN" sz="1400" b="1" dirty="0" err="1"/>
              <a:t>EXTI_Key_Init</a:t>
            </a:r>
            <a:r>
              <a:rPr lang="en-US" altLang="zh-CN" sz="1400" b="1" dirty="0"/>
              <a:t>();  //</a:t>
            </a:r>
            <a:r>
              <a:rPr lang="zh-CN" altLang="en-US" sz="1400" b="1" dirty="0"/>
              <a:t>按键外部中断初始化</a:t>
            </a:r>
          </a:p>
          <a:p>
            <a:pPr>
              <a:lnSpc>
                <a:spcPct val="125000"/>
              </a:lnSpc>
            </a:pPr>
            <a:r>
              <a:rPr lang="zh-CN" altLang="en-US" sz="1400" b="1" dirty="0"/>
              <a:t>    </a:t>
            </a:r>
            <a:r>
              <a:rPr lang="en-US" altLang="zh-CN" sz="1400" b="1" dirty="0"/>
              <a:t>while(1</a:t>
            </a:r>
            <a:r>
              <a:rPr lang="en-US" altLang="zh-CN" sz="1400" b="1" dirty="0" smtClean="0"/>
              <a:t>)    </a:t>
            </a:r>
            <a:r>
              <a:rPr lang="en-US" altLang="zh-CN" sz="1400" b="1" dirty="0"/>
              <a:t>{  }</a:t>
            </a:r>
          </a:p>
          <a:p>
            <a:pPr>
              <a:lnSpc>
                <a:spcPct val="125000"/>
              </a:lnSpc>
            </a:pPr>
            <a:r>
              <a:rPr lang="en-US" altLang="zh-CN" sz="1400" b="1" dirty="0"/>
              <a:t>}</a:t>
            </a:r>
          </a:p>
          <a:p>
            <a:pPr>
              <a:lnSpc>
                <a:spcPct val="125000"/>
              </a:lnSpc>
            </a:pPr>
            <a:r>
              <a:rPr lang="en-US" altLang="zh-CN" sz="1400" b="1" dirty="0"/>
              <a:t>void EXTI3_IRQHandler(void)</a:t>
            </a:r>
          </a:p>
          <a:p>
            <a:pPr>
              <a:lnSpc>
                <a:spcPct val="125000"/>
              </a:lnSpc>
            </a:pPr>
            <a:r>
              <a:rPr lang="en-US" altLang="zh-CN" sz="1400" b="1" dirty="0"/>
              <a:t>{</a:t>
            </a:r>
          </a:p>
          <a:p>
            <a:pPr>
              <a:lnSpc>
                <a:spcPct val="125000"/>
              </a:lnSpc>
            </a:pPr>
            <a:r>
              <a:rPr lang="en-US" altLang="zh-CN" sz="1400" b="1" dirty="0"/>
              <a:t>    if( </a:t>
            </a:r>
            <a:r>
              <a:rPr lang="en-US" altLang="zh-CN" sz="1400" b="1" dirty="0" err="1"/>
              <a:t>EXTI_GetITStatus</a:t>
            </a:r>
            <a:r>
              <a:rPr lang="en-US" altLang="zh-CN" sz="1400" b="1" dirty="0"/>
              <a:t>(EXTI_Line3) != RESET)</a:t>
            </a:r>
          </a:p>
          <a:p>
            <a:pPr>
              <a:lnSpc>
                <a:spcPct val="125000"/>
              </a:lnSpc>
            </a:pPr>
            <a:r>
              <a:rPr lang="en-US" altLang="zh-CN" sz="1400" b="1" dirty="0"/>
              <a:t>  </a:t>
            </a:r>
            <a:r>
              <a:rPr lang="en-US" altLang="zh-CN" sz="1400" b="1" dirty="0" smtClean="0"/>
              <a:t>{ </a:t>
            </a:r>
            <a:r>
              <a:rPr lang="en-US" altLang="zh-CN" sz="1400" b="1" dirty="0" err="1" smtClean="0"/>
              <a:t>GPIO_WriteBit</a:t>
            </a:r>
            <a:r>
              <a:rPr lang="en-US" altLang="zh-CN" sz="1400" b="1" dirty="0" smtClean="0"/>
              <a:t>(GPIOB,GPIO_Pin_5</a:t>
            </a:r>
            <a:r>
              <a:rPr lang="en-US" altLang="zh-CN" sz="1400" b="1" dirty="0"/>
              <a:t>,(</a:t>
            </a:r>
            <a:r>
              <a:rPr lang="en-US" altLang="zh-CN" sz="1400" b="1" dirty="0" err="1"/>
              <a:t>BitAction</a:t>
            </a:r>
            <a:r>
              <a:rPr lang="en-US" altLang="zh-CN" sz="1400" b="1" dirty="0"/>
              <a:t>)((</a:t>
            </a:r>
            <a:r>
              <a:rPr lang="en-US" altLang="zh-CN" sz="1400" b="1" dirty="0" smtClean="0"/>
              <a:t>1-   </a:t>
            </a:r>
          </a:p>
          <a:p>
            <a:pPr>
              <a:lnSpc>
                <a:spcPct val="125000"/>
              </a:lnSpc>
            </a:pPr>
            <a:r>
              <a:rPr lang="en-US" altLang="zh-CN" sz="1400" b="1" dirty="0"/>
              <a:t> </a:t>
            </a:r>
            <a:r>
              <a:rPr lang="en-US" altLang="zh-CN" sz="1400" b="1" dirty="0" smtClean="0"/>
              <a:t>    </a:t>
            </a:r>
            <a:r>
              <a:rPr lang="en-US" altLang="zh-CN" sz="1400" b="1" dirty="0" err="1" smtClean="0"/>
              <a:t>GPIO_ReadOutputDataBit</a:t>
            </a:r>
            <a:r>
              <a:rPr lang="en-US" altLang="zh-CN" sz="1400" b="1" dirty="0" smtClean="0"/>
              <a:t>(GPIOB,GPIO_Pin_5</a:t>
            </a:r>
            <a:r>
              <a:rPr lang="en-US" altLang="zh-CN" sz="1400" b="1" dirty="0"/>
              <a:t>)))); </a:t>
            </a:r>
            <a:endParaRPr lang="en-US" altLang="zh-CN" sz="1400" b="1" dirty="0" smtClean="0"/>
          </a:p>
          <a:p>
            <a:pPr>
              <a:lnSpc>
                <a:spcPct val="125000"/>
              </a:lnSpc>
            </a:pPr>
            <a:r>
              <a:rPr lang="en-US" altLang="zh-CN" sz="1400" b="1" dirty="0" smtClean="0"/>
              <a:t>         //</a:t>
            </a:r>
            <a:r>
              <a:rPr lang="en-US" altLang="zh-CN" sz="1400" b="1" dirty="0"/>
              <a:t>LED</a:t>
            </a:r>
            <a:r>
              <a:rPr lang="zh-CN" altLang="en-US" sz="1400" b="1" dirty="0"/>
              <a:t>灯状态翻转</a:t>
            </a:r>
          </a:p>
          <a:p>
            <a:pPr>
              <a:lnSpc>
                <a:spcPct val="125000"/>
              </a:lnSpc>
            </a:pPr>
            <a:r>
              <a:rPr lang="zh-CN" altLang="en-US" sz="1400" b="1" dirty="0"/>
              <a:t>     </a:t>
            </a:r>
            <a:r>
              <a:rPr lang="en-US" altLang="zh-CN" sz="1400" b="1" dirty="0" err="1" smtClean="0"/>
              <a:t>EXTI_ClearITPendingBit</a:t>
            </a:r>
            <a:r>
              <a:rPr lang="en-US" altLang="zh-CN" sz="1400" b="1" dirty="0" smtClean="0"/>
              <a:t>(EXTI_Line3</a:t>
            </a:r>
            <a:r>
              <a:rPr lang="en-US" altLang="zh-CN" sz="1400" b="1" dirty="0"/>
              <a:t>);</a:t>
            </a:r>
          </a:p>
          <a:p>
            <a:pPr>
              <a:lnSpc>
                <a:spcPct val="125000"/>
              </a:lnSpc>
            </a:pPr>
            <a:r>
              <a:rPr lang="en-US" altLang="zh-CN" sz="1400" b="1" dirty="0"/>
              <a:t>  }</a:t>
            </a:r>
          </a:p>
          <a:p>
            <a:pPr>
              <a:lnSpc>
                <a:spcPct val="125000"/>
              </a:lnSpc>
            </a:pPr>
            <a:r>
              <a:rPr lang="en-US" altLang="zh-CN" sz="1400" b="1" dirty="0"/>
              <a:t>}	</a:t>
            </a:r>
          </a:p>
        </p:txBody>
      </p:sp>
      <p:sp>
        <p:nvSpPr>
          <p:cNvPr id="9" name="矩形 8"/>
          <p:cNvSpPr/>
          <p:nvPr/>
        </p:nvSpPr>
        <p:spPr>
          <a:xfrm>
            <a:off x="576552" y="1500922"/>
            <a:ext cx="3419384" cy="2939266"/>
          </a:xfrm>
          <a:prstGeom prst="rect">
            <a:avLst/>
          </a:prstGeom>
        </p:spPr>
        <p:txBody>
          <a:bodyPr wrap="square">
            <a:spAutoFit/>
          </a:bodyPr>
          <a:lstStyle/>
          <a:p>
            <a:pPr marL="285750" indent="-285750">
              <a:lnSpc>
                <a:spcPct val="125000"/>
              </a:lnSpc>
              <a:spcBef>
                <a:spcPts val="600"/>
              </a:spcBef>
              <a:buBlip>
                <a:blip r:embed="rId2"/>
              </a:buBlip>
            </a:pPr>
            <a:r>
              <a:rPr lang="zh-CN" altLang="en-US" b="1" dirty="0" smtClean="0"/>
              <a:t>通常</a:t>
            </a:r>
            <a:r>
              <a:rPr lang="zh-CN" altLang="en-US" b="1" dirty="0"/>
              <a:t>由一个大循环和若干中断组成，</a:t>
            </a:r>
            <a:r>
              <a:rPr lang="zh-CN" altLang="en-US" b="1" dirty="0" smtClean="0">
                <a:solidFill>
                  <a:srgbClr val="FF0000"/>
                </a:solidFill>
              </a:rPr>
              <a:t>大循环是</a:t>
            </a:r>
            <a:r>
              <a:rPr lang="zh-CN" altLang="en-US" b="1" dirty="0">
                <a:solidFill>
                  <a:srgbClr val="FF0000"/>
                </a:solidFill>
              </a:rPr>
              <a:t>后台</a:t>
            </a:r>
            <a:r>
              <a:rPr lang="zh-CN" altLang="en-US" b="1" dirty="0"/>
              <a:t>，一般由</a:t>
            </a:r>
            <a:r>
              <a:rPr lang="en-US" altLang="zh-CN" b="1" dirty="0"/>
              <a:t>main()</a:t>
            </a:r>
            <a:r>
              <a:rPr lang="zh-CN" altLang="en-US" b="1" dirty="0"/>
              <a:t>函数中的</a:t>
            </a:r>
            <a:r>
              <a:rPr lang="en-US" altLang="zh-CN" b="1" dirty="0"/>
              <a:t>while(1)</a:t>
            </a:r>
            <a:r>
              <a:rPr lang="zh-CN" altLang="en-US" b="1" dirty="0"/>
              <a:t>死循环构成，</a:t>
            </a:r>
            <a:r>
              <a:rPr lang="zh-CN" altLang="en-US" b="1" dirty="0">
                <a:solidFill>
                  <a:srgbClr val="FF0000"/>
                </a:solidFill>
              </a:rPr>
              <a:t>中断是前台</a:t>
            </a:r>
            <a:r>
              <a:rPr lang="zh-CN" altLang="en-US" b="1" dirty="0"/>
              <a:t>，由各种中断服务程序</a:t>
            </a:r>
            <a:r>
              <a:rPr lang="zh-CN" altLang="en-US" b="1" dirty="0" smtClean="0"/>
              <a:t>组成。</a:t>
            </a:r>
            <a:endParaRPr lang="en-US" altLang="zh-CN" b="1" dirty="0" smtClean="0"/>
          </a:p>
          <a:p>
            <a:pPr marL="285750" indent="-285750">
              <a:lnSpc>
                <a:spcPct val="125000"/>
              </a:lnSpc>
              <a:spcBef>
                <a:spcPts val="600"/>
              </a:spcBef>
              <a:buBlip>
                <a:blip r:embed="rId2"/>
              </a:buBlip>
            </a:pPr>
            <a:r>
              <a:rPr lang="zh-CN" altLang="en-US" b="1" dirty="0" smtClean="0"/>
              <a:t>前</a:t>
            </a:r>
            <a:r>
              <a:rPr lang="zh-CN" altLang="en-US" b="1" dirty="0"/>
              <a:t>后台方式程序流程比较简单</a:t>
            </a:r>
            <a:r>
              <a:rPr lang="zh-CN" altLang="en-US" b="1" dirty="0" smtClean="0"/>
              <a:t>，常</a:t>
            </a:r>
            <a:r>
              <a:rPr lang="zh-CN" altLang="en-US" b="1" dirty="0"/>
              <a:t>应用于单片机裸机应用程序的</a:t>
            </a:r>
            <a:r>
              <a:rPr lang="zh-CN" altLang="en-US" b="1" dirty="0" smtClean="0"/>
              <a:t>开发。</a:t>
            </a:r>
          </a:p>
        </p:txBody>
      </p:sp>
      <p:sp>
        <p:nvSpPr>
          <p:cNvPr id="7" name="矩形 6"/>
          <p:cNvSpPr/>
          <p:nvPr/>
        </p:nvSpPr>
        <p:spPr>
          <a:xfrm>
            <a:off x="4499992" y="108975"/>
            <a:ext cx="2167581" cy="408445"/>
          </a:xfrm>
          <a:prstGeom prst="rect">
            <a:avLst/>
          </a:prstGeom>
        </p:spPr>
        <p:txBody>
          <a:bodyPr wrap="none">
            <a:spAutoFit/>
          </a:bodyPr>
          <a:lstStyle/>
          <a:p>
            <a:pPr>
              <a:lnSpc>
                <a:spcPct val="125000"/>
              </a:lnSpc>
            </a:pPr>
            <a:r>
              <a:rPr lang="zh-CN" altLang="en-US" b="1" dirty="0"/>
              <a:t>按键控制</a:t>
            </a:r>
            <a:r>
              <a:rPr lang="en-US" altLang="zh-CN" b="1" dirty="0"/>
              <a:t>LED</a:t>
            </a:r>
            <a:r>
              <a:rPr lang="zh-CN" altLang="en-US" b="1" dirty="0"/>
              <a:t>灯亮灭</a:t>
            </a:r>
          </a:p>
        </p:txBody>
      </p:sp>
    </p:spTree>
    <p:extLst>
      <p:ext uri="{BB962C8B-B14F-4D97-AF65-F5344CB8AC3E}">
        <p14:creationId xmlns:p14="http://schemas.microsoft.com/office/powerpoint/2010/main" val="29003694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435597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4132863" cy="461665"/>
          </a:xfrm>
          <a:prstGeom prst="rect">
            <a:avLst/>
          </a:prstGeom>
        </p:spPr>
        <p:txBody>
          <a:bodyPr wrap="none">
            <a:spAutoFit/>
          </a:bodyPr>
          <a:lstStyle/>
          <a:p>
            <a:r>
              <a:rPr lang="en-US" altLang="zh-CN" sz="2400" b="1" dirty="0">
                <a:solidFill>
                  <a:schemeClr val="bg1"/>
                </a:solidFill>
              </a:rPr>
              <a:t>12.1.1 </a:t>
            </a:r>
            <a:r>
              <a:rPr lang="zh-CN" altLang="en-US" sz="2400" b="1" dirty="0">
                <a:solidFill>
                  <a:schemeClr val="bg1"/>
                </a:solidFill>
              </a:rPr>
              <a:t>嵌入式系统的开发方式</a:t>
            </a:r>
          </a:p>
        </p:txBody>
      </p:sp>
      <p:sp>
        <p:nvSpPr>
          <p:cNvPr id="2" name="矩形 1"/>
          <p:cNvSpPr/>
          <p:nvPr/>
        </p:nvSpPr>
        <p:spPr>
          <a:xfrm>
            <a:off x="456549" y="1131590"/>
            <a:ext cx="2819308" cy="646331"/>
          </a:xfrm>
          <a:prstGeom prst="rect">
            <a:avLst/>
          </a:prstGeom>
        </p:spPr>
        <p:txBody>
          <a:bodyPr wrap="square">
            <a:spAutoFit/>
          </a:bodyPr>
          <a:lstStyle/>
          <a:p>
            <a:r>
              <a:rPr lang="zh-CN" altLang="en-US" b="1" dirty="0">
                <a:solidFill>
                  <a:srgbClr val="C00000"/>
                </a:solidFill>
              </a:rPr>
              <a:t>多任务系统</a:t>
            </a:r>
            <a:r>
              <a:rPr lang="en-US" altLang="zh-CN" b="1" dirty="0">
                <a:solidFill>
                  <a:srgbClr val="C00000"/>
                </a:solidFill>
              </a:rPr>
              <a:t>/</a:t>
            </a:r>
            <a:r>
              <a:rPr lang="zh-CN" altLang="en-US" b="1" dirty="0">
                <a:solidFill>
                  <a:srgbClr val="C00000"/>
                </a:solidFill>
              </a:rPr>
              <a:t>基于嵌入式操作系统的方式</a:t>
            </a:r>
            <a:endParaRPr lang="zh-CN" altLang="en-US" dirty="0">
              <a:solidFill>
                <a:srgbClr val="C00000"/>
              </a:solidFill>
            </a:endParaRPr>
          </a:p>
        </p:txBody>
      </p:sp>
      <p:sp>
        <p:nvSpPr>
          <p:cNvPr id="9" name="矩形 8"/>
          <p:cNvSpPr/>
          <p:nvPr/>
        </p:nvSpPr>
        <p:spPr>
          <a:xfrm>
            <a:off x="576553" y="1995686"/>
            <a:ext cx="2699304" cy="232371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285750" indent="-285750">
              <a:lnSpc>
                <a:spcPct val="125000"/>
              </a:lnSpc>
              <a:spcBef>
                <a:spcPts val="600"/>
              </a:spcBef>
              <a:buBlip>
                <a:blip r:embed="rId3"/>
              </a:buBlip>
            </a:pPr>
            <a:r>
              <a:rPr lang="zh-CN" altLang="en-US" b="1" dirty="0"/>
              <a:t>引入操作系统</a:t>
            </a:r>
            <a:r>
              <a:rPr lang="zh-CN" altLang="en-US" b="1" dirty="0" smtClean="0"/>
              <a:t>层</a:t>
            </a:r>
            <a:endParaRPr lang="en-US" altLang="zh-CN" b="1" dirty="0" smtClean="0"/>
          </a:p>
          <a:p>
            <a:pPr marL="285750" indent="-285750">
              <a:lnSpc>
                <a:spcPct val="125000"/>
              </a:lnSpc>
              <a:spcBef>
                <a:spcPts val="600"/>
              </a:spcBef>
              <a:buBlip>
                <a:blip r:embed="rId3"/>
              </a:buBlip>
            </a:pPr>
            <a:r>
              <a:rPr lang="zh-CN" altLang="en-US" b="1" dirty="0" smtClean="0"/>
              <a:t>由</a:t>
            </a:r>
            <a:r>
              <a:rPr lang="zh-CN" altLang="en-US" b="1" dirty="0"/>
              <a:t>操作系统对嵌入式平台的硬件资源进行统一管理和</a:t>
            </a:r>
            <a:r>
              <a:rPr lang="zh-CN" altLang="en-US" b="1" dirty="0" smtClean="0"/>
              <a:t>分配</a:t>
            </a:r>
            <a:endParaRPr lang="en-US" altLang="zh-CN" b="1" dirty="0" smtClean="0"/>
          </a:p>
          <a:p>
            <a:pPr marL="285750" indent="-285750">
              <a:lnSpc>
                <a:spcPct val="125000"/>
              </a:lnSpc>
              <a:spcBef>
                <a:spcPts val="600"/>
              </a:spcBef>
              <a:buBlip>
                <a:blip r:embed="rId3"/>
              </a:buBlip>
            </a:pPr>
            <a:r>
              <a:rPr lang="zh-CN" altLang="en-US" b="1" dirty="0" smtClean="0"/>
              <a:t>这种</a:t>
            </a:r>
            <a:r>
              <a:rPr lang="zh-CN" altLang="en-US" b="1" dirty="0"/>
              <a:t>方式实时性好，开发效率</a:t>
            </a:r>
            <a:r>
              <a:rPr lang="zh-CN" altLang="en-US" b="1" dirty="0" smtClean="0"/>
              <a:t>高。</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3968012674"/>
              </p:ext>
            </p:extLst>
          </p:nvPr>
        </p:nvGraphicFramePr>
        <p:xfrm>
          <a:off x="3563888" y="1347614"/>
          <a:ext cx="5355838" cy="3096344"/>
        </p:xfrm>
        <a:graphic>
          <a:graphicData uri="http://schemas.openxmlformats.org/presentationml/2006/ole">
            <mc:AlternateContent xmlns:mc="http://schemas.openxmlformats.org/markup-compatibility/2006">
              <mc:Choice xmlns:v="urn:schemas-microsoft-com:vml" Requires="v">
                <p:oleObj spid="_x0000_s104529" name="Visio" r:id="rId4" imgW="3661555" imgH="2103641" progId="Visio.Drawing.11">
                  <p:embed/>
                </p:oleObj>
              </mc:Choice>
              <mc:Fallback>
                <p:oleObj name="Visio" r:id="rId4" imgW="3661555" imgH="2103641" progId="Visio.Drawing.11">
                  <p:embed/>
                  <p:pic>
                    <p:nvPicPr>
                      <p:cNvPr id="0" name="Object 1"/>
                      <p:cNvPicPr>
                        <a:picLocks noChangeAspect="1" noChangeArrowheads="1"/>
                      </p:cNvPicPr>
                      <p:nvPr/>
                    </p:nvPicPr>
                    <p:blipFill>
                      <a:blip r:embed="rId5"/>
                      <a:srcRect/>
                      <a:stretch>
                        <a:fillRect/>
                      </a:stretch>
                    </p:blipFill>
                    <p:spPr bwMode="auto">
                      <a:xfrm>
                        <a:off x="3563888" y="1347614"/>
                        <a:ext cx="5355838" cy="3096344"/>
                      </a:xfrm>
                      <a:prstGeom prst="rect">
                        <a:avLst/>
                      </a:prstGeom>
                      <a:noFill/>
                    </p:spPr>
                  </p:pic>
                </p:oleObj>
              </mc:Fallback>
            </mc:AlternateContent>
          </a:graphicData>
        </a:graphic>
      </p:graphicFrame>
    </p:spTree>
    <p:extLst>
      <p:ext uri="{BB962C8B-B14F-4D97-AF65-F5344CB8AC3E}">
        <p14:creationId xmlns:p14="http://schemas.microsoft.com/office/powerpoint/2010/main" val="8374313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右箭头 7"/>
          <p:cNvSpPr/>
          <p:nvPr/>
        </p:nvSpPr>
        <p:spPr>
          <a:xfrm>
            <a:off x="2771800" y="1858081"/>
            <a:ext cx="1368152" cy="864096"/>
          </a:xfrm>
          <a:prstGeom prst="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smtClean="0"/>
              <a:t>应用接口</a:t>
            </a:r>
          </a:p>
        </p:txBody>
      </p:sp>
      <p:sp>
        <p:nvSpPr>
          <p:cNvPr id="5" name="圆角矩形 4"/>
          <p:cNvSpPr/>
          <p:nvPr/>
        </p:nvSpPr>
        <p:spPr>
          <a:xfrm>
            <a:off x="971600" y="1270814"/>
            <a:ext cx="1830209" cy="1944216"/>
          </a:xfrm>
          <a:prstGeom prst="roundRect">
            <a:avLst/>
          </a:prstGeom>
          <a:solidFill>
            <a:schemeClr val="tx1">
              <a:lumMod val="65000"/>
              <a:lumOff val="35000"/>
            </a:schemeClr>
          </a:solidFill>
        </p:spPr>
        <p:style>
          <a:lnRef idx="2">
            <a:schemeClr val="accent5"/>
          </a:lnRef>
          <a:fillRef idx="1">
            <a:schemeClr val="lt1"/>
          </a:fillRef>
          <a:effectRef idx="0">
            <a:schemeClr val="accent5"/>
          </a:effectRef>
          <a:fontRef idx="minor">
            <a:schemeClr val="dk1"/>
          </a:fontRef>
        </p:style>
        <p:txBody>
          <a:bodyPr rtlCol="0" anchor="t"/>
          <a:lstStyle/>
          <a:p>
            <a:pPr algn="ctr"/>
            <a:r>
              <a:rPr lang="zh-CN" altLang="en-US" sz="1600" b="1" dirty="0" smtClean="0">
                <a:solidFill>
                  <a:schemeClr val="bg1">
                    <a:lumMod val="95000"/>
                  </a:schemeClr>
                </a:solidFill>
              </a:rPr>
              <a:t>操作系统</a:t>
            </a: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矩形 23"/>
          <p:cNvSpPr/>
          <p:nvPr/>
        </p:nvSpPr>
        <p:spPr>
          <a:xfrm>
            <a:off x="1" y="339503"/>
            <a:ext cx="49320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5" name="矩形 24"/>
          <p:cNvSpPr/>
          <p:nvPr/>
        </p:nvSpPr>
        <p:spPr>
          <a:xfrm>
            <a:off x="107504" y="381893"/>
            <a:ext cx="4902304" cy="461665"/>
          </a:xfrm>
          <a:prstGeom prst="rect">
            <a:avLst/>
          </a:prstGeom>
        </p:spPr>
        <p:txBody>
          <a:bodyPr wrap="none">
            <a:spAutoFit/>
          </a:bodyPr>
          <a:lstStyle/>
          <a:p>
            <a:r>
              <a:rPr lang="en-US" altLang="zh-CN" sz="2400" b="1" dirty="0">
                <a:solidFill>
                  <a:schemeClr val="bg1"/>
                </a:solidFill>
              </a:rPr>
              <a:t>12.1.2 </a:t>
            </a:r>
            <a:r>
              <a:rPr lang="zh-CN" altLang="en-US" sz="2400" b="1" dirty="0">
                <a:solidFill>
                  <a:schemeClr val="bg1"/>
                </a:solidFill>
              </a:rPr>
              <a:t>计算机系统的分层设计思想</a:t>
            </a:r>
            <a:endParaRPr lang="zh-CN" altLang="zh-CN" sz="2400" b="1" dirty="0">
              <a:solidFill>
                <a:schemeClr val="bg1"/>
              </a:solidFill>
            </a:endParaRPr>
          </a:p>
        </p:txBody>
      </p:sp>
      <p:sp>
        <p:nvSpPr>
          <p:cNvPr id="2" name="矩形 1"/>
          <p:cNvSpPr/>
          <p:nvPr/>
        </p:nvSpPr>
        <p:spPr>
          <a:xfrm>
            <a:off x="5508104" y="1338029"/>
            <a:ext cx="2880320" cy="21698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25000"/>
              </a:lnSpc>
              <a:buBlip>
                <a:blip r:embed="rId2"/>
              </a:buBlip>
            </a:pPr>
            <a:r>
              <a:rPr lang="zh-CN" altLang="en-US" b="1" dirty="0" smtClean="0"/>
              <a:t>把</a:t>
            </a:r>
            <a:r>
              <a:rPr lang="zh-CN" altLang="en-US" b="1" dirty="0"/>
              <a:t>一个庞大而复杂的问题分解为若干个较小且易于处理的局部小</a:t>
            </a:r>
            <a:r>
              <a:rPr lang="zh-CN" altLang="en-US" b="1" dirty="0" smtClean="0"/>
              <a:t>问题；</a:t>
            </a:r>
            <a:endParaRPr lang="en-US" altLang="zh-CN" b="1" dirty="0" smtClean="0"/>
          </a:p>
          <a:p>
            <a:pPr marL="285750" indent="-285750">
              <a:lnSpc>
                <a:spcPct val="125000"/>
              </a:lnSpc>
              <a:buBlip>
                <a:blip r:embed="rId2"/>
              </a:buBlip>
            </a:pPr>
            <a:r>
              <a:rPr lang="zh-CN" altLang="en-US" b="1" dirty="0" smtClean="0"/>
              <a:t>局部</a:t>
            </a:r>
            <a:r>
              <a:rPr lang="zh-CN" altLang="en-US" b="1" dirty="0"/>
              <a:t>小问题的功能部件的</a:t>
            </a:r>
            <a:r>
              <a:rPr lang="zh-CN" altLang="en-US" b="1" dirty="0" smtClean="0"/>
              <a:t>叠加完成</a:t>
            </a:r>
            <a:r>
              <a:rPr lang="zh-CN" altLang="en-US" b="1" dirty="0"/>
              <a:t>整个</a:t>
            </a:r>
            <a:r>
              <a:rPr lang="zh-CN" altLang="en-US" b="1" dirty="0" smtClean="0"/>
              <a:t>系统功能。</a:t>
            </a:r>
            <a:endParaRPr lang="zh-CN" altLang="en-US" b="1" dirty="0"/>
          </a:p>
        </p:txBody>
      </p:sp>
      <p:sp>
        <p:nvSpPr>
          <p:cNvPr id="4" name="矩形 3"/>
          <p:cNvSpPr/>
          <p:nvPr/>
        </p:nvSpPr>
        <p:spPr>
          <a:xfrm>
            <a:off x="1251876" y="1841518"/>
            <a:ext cx="1333910" cy="50405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smtClean="0">
                <a:solidFill>
                  <a:schemeClr val="tx1"/>
                </a:solidFill>
              </a:rPr>
              <a:t>硬件资源</a:t>
            </a:r>
          </a:p>
        </p:txBody>
      </p:sp>
      <p:sp>
        <p:nvSpPr>
          <p:cNvPr id="10" name="矩形 9"/>
          <p:cNvSpPr/>
          <p:nvPr/>
        </p:nvSpPr>
        <p:spPr>
          <a:xfrm>
            <a:off x="1251876" y="2422942"/>
            <a:ext cx="1333910" cy="50405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smtClean="0">
                <a:solidFill>
                  <a:schemeClr val="tx1"/>
                </a:solidFill>
              </a:rPr>
              <a:t>软件资源</a:t>
            </a:r>
          </a:p>
        </p:txBody>
      </p:sp>
      <p:sp>
        <p:nvSpPr>
          <p:cNvPr id="9" name="圆柱形 8"/>
          <p:cNvSpPr/>
          <p:nvPr/>
        </p:nvSpPr>
        <p:spPr>
          <a:xfrm>
            <a:off x="4211960" y="1841518"/>
            <a:ext cx="432048" cy="932375"/>
          </a:xfrm>
          <a:prstGeom prst="can">
            <a:avLst/>
          </a:prstGeom>
          <a:solidFill>
            <a:schemeClr val="accent2">
              <a:lumMod val="20000"/>
              <a:lumOff val="8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smtClean="0">
                <a:solidFill>
                  <a:schemeClr val="tx1"/>
                </a:solidFill>
              </a:rPr>
              <a:t>用户</a:t>
            </a:r>
          </a:p>
        </p:txBody>
      </p:sp>
      <p:sp>
        <p:nvSpPr>
          <p:cNvPr id="11" name="矩形 10"/>
          <p:cNvSpPr/>
          <p:nvPr/>
        </p:nvSpPr>
        <p:spPr>
          <a:xfrm>
            <a:off x="971600" y="3795886"/>
            <a:ext cx="7128792" cy="784830"/>
          </a:xfrm>
          <a:prstGeom prst="rect">
            <a:avLst/>
          </a:prstGeom>
        </p:spPr>
        <p:txBody>
          <a:bodyPr wrap="square">
            <a:spAutoFit/>
          </a:bodyPr>
          <a:lstStyle/>
          <a:p>
            <a:pPr lvl="0">
              <a:lnSpc>
                <a:spcPct val="125000"/>
              </a:lnSpc>
            </a:pPr>
            <a:r>
              <a:rPr lang="zh-CN" altLang="en-US" b="1" dirty="0" smtClean="0">
                <a:solidFill>
                  <a:prstClr val="black"/>
                </a:solidFill>
              </a:rPr>
              <a:t>     分层</a:t>
            </a:r>
            <a:r>
              <a:rPr lang="zh-CN" altLang="en-US" b="1" dirty="0">
                <a:solidFill>
                  <a:prstClr val="black"/>
                </a:solidFill>
              </a:rPr>
              <a:t>设计</a:t>
            </a:r>
            <a:r>
              <a:rPr lang="zh-CN" altLang="en-US" b="1" dirty="0" smtClean="0">
                <a:solidFill>
                  <a:prstClr val="black"/>
                </a:solidFill>
              </a:rPr>
              <a:t>思想应用</a:t>
            </a:r>
            <a:r>
              <a:rPr lang="zh-CN" altLang="en-US" b="1" dirty="0">
                <a:solidFill>
                  <a:prstClr val="black"/>
                </a:solidFill>
              </a:rPr>
              <a:t>在了计算机的各个领域，比如计算机系统的层次结构、计算机网络的分层结构等。</a:t>
            </a:r>
          </a:p>
        </p:txBody>
      </p:sp>
    </p:spTree>
    <p:extLst>
      <p:ext uri="{BB962C8B-B14F-4D97-AF65-F5344CB8AC3E}">
        <p14:creationId xmlns:p14="http://schemas.microsoft.com/office/powerpoint/2010/main" val="18415129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矩形 23"/>
          <p:cNvSpPr/>
          <p:nvPr/>
        </p:nvSpPr>
        <p:spPr>
          <a:xfrm>
            <a:off x="1" y="339503"/>
            <a:ext cx="49320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5" name="矩形 24"/>
          <p:cNvSpPr/>
          <p:nvPr/>
        </p:nvSpPr>
        <p:spPr>
          <a:xfrm>
            <a:off x="107504" y="381893"/>
            <a:ext cx="4902304" cy="461665"/>
          </a:xfrm>
          <a:prstGeom prst="rect">
            <a:avLst/>
          </a:prstGeom>
        </p:spPr>
        <p:txBody>
          <a:bodyPr wrap="none">
            <a:spAutoFit/>
          </a:bodyPr>
          <a:lstStyle/>
          <a:p>
            <a:r>
              <a:rPr lang="en-US" altLang="zh-CN" sz="2400" b="1" dirty="0">
                <a:solidFill>
                  <a:schemeClr val="bg1"/>
                </a:solidFill>
              </a:rPr>
              <a:t>12.1.2 </a:t>
            </a:r>
            <a:r>
              <a:rPr lang="zh-CN" altLang="en-US" sz="2400" b="1" dirty="0">
                <a:solidFill>
                  <a:schemeClr val="bg1"/>
                </a:solidFill>
              </a:rPr>
              <a:t>计算机系统的分层设计思想</a:t>
            </a:r>
            <a:endParaRPr lang="zh-CN" altLang="zh-CN" sz="2400" b="1" dirty="0">
              <a:solidFill>
                <a:schemeClr val="bg1"/>
              </a:solidFill>
            </a:endParaRPr>
          </a:p>
        </p:txBody>
      </p:sp>
      <p:sp>
        <p:nvSpPr>
          <p:cNvPr id="2" name="矩形 1"/>
          <p:cNvSpPr/>
          <p:nvPr/>
        </p:nvSpPr>
        <p:spPr>
          <a:xfrm>
            <a:off x="4265047" y="987574"/>
            <a:ext cx="4608511" cy="3901068"/>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p>
            <a:pPr marL="285750" indent="-285750">
              <a:lnSpc>
                <a:spcPct val="125000"/>
              </a:lnSpc>
              <a:buBlip>
                <a:blip r:embed="rId3"/>
              </a:buBlip>
            </a:pPr>
            <a:r>
              <a:rPr lang="zh-CN" altLang="en-US" b="1" dirty="0"/>
              <a:t>第</a:t>
            </a:r>
            <a:r>
              <a:rPr lang="en-US" altLang="zh-CN" b="1" dirty="0"/>
              <a:t>0</a:t>
            </a:r>
            <a:r>
              <a:rPr lang="zh-CN" altLang="en-US" b="1" dirty="0" smtClean="0"/>
              <a:t>层</a:t>
            </a:r>
            <a:r>
              <a:rPr lang="zh-CN" altLang="en-US" b="1" dirty="0"/>
              <a:t>：</a:t>
            </a:r>
            <a:r>
              <a:rPr lang="zh-CN" altLang="en-US" b="1" dirty="0" smtClean="0"/>
              <a:t>最</a:t>
            </a:r>
            <a:r>
              <a:rPr lang="zh-CN" altLang="en-US" b="1" dirty="0"/>
              <a:t>底层硬件，由逻辑门电路、电子线路等组成</a:t>
            </a:r>
            <a:r>
              <a:rPr lang="zh-CN" altLang="en-US" b="1" dirty="0" smtClean="0"/>
              <a:t>；</a:t>
            </a:r>
            <a:endParaRPr lang="en-US" altLang="zh-CN" b="1" dirty="0" smtClean="0"/>
          </a:p>
          <a:p>
            <a:pPr marL="285750" indent="-285750">
              <a:lnSpc>
                <a:spcPct val="125000"/>
              </a:lnSpc>
              <a:buBlip>
                <a:blip r:embed="rId3"/>
              </a:buBlip>
            </a:pPr>
            <a:r>
              <a:rPr lang="zh-CN" altLang="en-US" b="1" dirty="0" smtClean="0"/>
              <a:t>第</a:t>
            </a:r>
            <a:r>
              <a:rPr lang="en-US" altLang="zh-CN" b="1" dirty="0"/>
              <a:t>1</a:t>
            </a:r>
            <a:r>
              <a:rPr lang="zh-CN" altLang="en-US" b="1" dirty="0" smtClean="0"/>
              <a:t>层：微程序</a:t>
            </a:r>
            <a:r>
              <a:rPr lang="zh-CN" altLang="en-US" b="1" dirty="0"/>
              <a:t>级，由硬件直接</a:t>
            </a:r>
            <a:r>
              <a:rPr lang="zh-CN" altLang="en-US" b="1" dirty="0" smtClean="0"/>
              <a:t>执行；</a:t>
            </a:r>
            <a:endParaRPr lang="en-US" altLang="zh-CN" b="1" dirty="0" smtClean="0"/>
          </a:p>
          <a:p>
            <a:pPr marL="285750" indent="-285750">
              <a:lnSpc>
                <a:spcPct val="125000"/>
              </a:lnSpc>
              <a:buBlip>
                <a:blip r:embed="rId3"/>
              </a:buBlip>
            </a:pPr>
            <a:r>
              <a:rPr lang="zh-CN" altLang="en-US" b="1" dirty="0" smtClean="0"/>
              <a:t>第</a:t>
            </a:r>
            <a:r>
              <a:rPr lang="en-US" altLang="zh-CN" b="1" dirty="0"/>
              <a:t>2</a:t>
            </a:r>
            <a:r>
              <a:rPr lang="zh-CN" altLang="en-US" b="1" dirty="0" smtClean="0"/>
              <a:t>层：传统</a:t>
            </a:r>
            <a:r>
              <a:rPr lang="zh-CN" altLang="en-US" b="1" dirty="0"/>
              <a:t>的机器语言</a:t>
            </a:r>
            <a:r>
              <a:rPr lang="zh-CN" altLang="en-US" b="1" dirty="0" smtClean="0"/>
              <a:t>指令集；</a:t>
            </a:r>
            <a:endParaRPr lang="en-US" altLang="zh-CN" b="1" dirty="0" smtClean="0"/>
          </a:p>
          <a:p>
            <a:pPr marL="285750" indent="-285750">
              <a:lnSpc>
                <a:spcPct val="125000"/>
              </a:lnSpc>
              <a:buBlip>
                <a:blip r:embed="rId3"/>
              </a:buBlip>
            </a:pPr>
            <a:r>
              <a:rPr lang="zh-CN" altLang="en-US" b="1" dirty="0" smtClean="0"/>
              <a:t>第</a:t>
            </a:r>
            <a:r>
              <a:rPr lang="en-US" altLang="zh-CN" b="1" dirty="0"/>
              <a:t>3</a:t>
            </a:r>
            <a:r>
              <a:rPr lang="zh-CN" altLang="en-US" b="1" dirty="0" smtClean="0"/>
              <a:t>层：系统软件，其</a:t>
            </a:r>
            <a:r>
              <a:rPr lang="zh-CN" altLang="en-US" b="1" dirty="0"/>
              <a:t>核心是操作系统</a:t>
            </a:r>
            <a:r>
              <a:rPr lang="zh-CN" altLang="en-US" b="1" dirty="0" smtClean="0"/>
              <a:t>；</a:t>
            </a:r>
            <a:endParaRPr lang="en-US" altLang="zh-CN" b="1" dirty="0" smtClean="0"/>
          </a:p>
          <a:p>
            <a:pPr marL="285750" indent="-285750">
              <a:lnSpc>
                <a:spcPct val="125000"/>
              </a:lnSpc>
              <a:buBlip>
                <a:blip r:embed="rId3"/>
              </a:buBlip>
            </a:pPr>
            <a:r>
              <a:rPr lang="zh-CN" altLang="en-US" b="1" dirty="0" smtClean="0"/>
              <a:t>第</a:t>
            </a:r>
            <a:r>
              <a:rPr lang="en-US" altLang="zh-CN" b="1" dirty="0"/>
              <a:t>4</a:t>
            </a:r>
            <a:r>
              <a:rPr lang="zh-CN" altLang="en-US" b="1" dirty="0" smtClean="0"/>
              <a:t>层：汇编语言</a:t>
            </a:r>
            <a:r>
              <a:rPr lang="zh-CN" altLang="en-US" b="1" dirty="0"/>
              <a:t>层，由汇编编译程序支持和执行</a:t>
            </a:r>
            <a:r>
              <a:rPr lang="zh-CN" altLang="en-US" b="1" dirty="0" smtClean="0"/>
              <a:t>；</a:t>
            </a:r>
            <a:endParaRPr lang="en-US" altLang="zh-CN" b="1" dirty="0" smtClean="0"/>
          </a:p>
          <a:p>
            <a:pPr marL="285750" indent="-285750">
              <a:lnSpc>
                <a:spcPct val="125000"/>
              </a:lnSpc>
              <a:buBlip>
                <a:blip r:embed="rId3"/>
              </a:buBlip>
            </a:pPr>
            <a:r>
              <a:rPr lang="zh-CN" altLang="en-US" b="1" dirty="0" smtClean="0"/>
              <a:t>第</a:t>
            </a:r>
            <a:r>
              <a:rPr lang="en-US" altLang="zh-CN" b="1" dirty="0"/>
              <a:t>5</a:t>
            </a:r>
            <a:r>
              <a:rPr lang="zh-CN" altLang="en-US" b="1" dirty="0" smtClean="0"/>
              <a:t>层：高级语言</a:t>
            </a:r>
            <a:r>
              <a:rPr lang="zh-CN" altLang="en-US" b="1" dirty="0"/>
              <a:t>层，由各种高级语言编译程序支持和执行</a:t>
            </a:r>
            <a:r>
              <a:rPr lang="zh-CN" altLang="en-US" b="1" dirty="0" smtClean="0"/>
              <a:t>；</a:t>
            </a:r>
            <a:endParaRPr lang="en-US" altLang="zh-CN" b="1" dirty="0" smtClean="0"/>
          </a:p>
          <a:p>
            <a:pPr marL="285750" indent="-285750">
              <a:lnSpc>
                <a:spcPct val="125000"/>
              </a:lnSpc>
              <a:buBlip>
                <a:blip r:embed="rId3"/>
              </a:buBlip>
            </a:pPr>
            <a:r>
              <a:rPr lang="zh-CN" altLang="en-US" b="1" dirty="0" smtClean="0"/>
              <a:t>第</a:t>
            </a:r>
            <a:r>
              <a:rPr lang="en-US" altLang="zh-CN" b="1" dirty="0"/>
              <a:t>6</a:t>
            </a:r>
            <a:r>
              <a:rPr lang="zh-CN" altLang="en-US" b="1" dirty="0" smtClean="0"/>
              <a:t>层：用户</a:t>
            </a:r>
            <a:r>
              <a:rPr lang="zh-CN" altLang="en-US" b="1" dirty="0"/>
              <a:t>层，采用各种面向问题的应用语言。</a:t>
            </a:r>
          </a:p>
        </p:txBody>
      </p:sp>
      <p:sp>
        <p:nvSpPr>
          <p:cNvPr id="3" name="矩形 2"/>
          <p:cNvSpPr/>
          <p:nvPr/>
        </p:nvSpPr>
        <p:spPr>
          <a:xfrm>
            <a:off x="5364088" y="428059"/>
            <a:ext cx="2509020" cy="369332"/>
          </a:xfrm>
          <a:prstGeom prst="rect">
            <a:avLst/>
          </a:prstGeom>
        </p:spPr>
        <p:txBody>
          <a:bodyPr wrap="none">
            <a:spAutoFit/>
          </a:bodyPr>
          <a:lstStyle/>
          <a:p>
            <a:r>
              <a:rPr lang="zh-CN" altLang="zh-CN" b="1" dirty="0">
                <a:solidFill>
                  <a:srgbClr val="C00000"/>
                </a:solidFill>
              </a:rPr>
              <a:t>计算机系统的层次结构</a:t>
            </a:r>
            <a:endParaRPr lang="zh-CN" altLang="en-US" dirty="0">
              <a:solidFill>
                <a:srgbClr val="C00000"/>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1996581707"/>
              </p:ext>
            </p:extLst>
          </p:nvPr>
        </p:nvGraphicFramePr>
        <p:xfrm>
          <a:off x="467544" y="1059582"/>
          <a:ext cx="3710358" cy="2952328"/>
        </p:xfrm>
        <a:graphic>
          <a:graphicData uri="http://schemas.openxmlformats.org/presentationml/2006/ole">
            <mc:AlternateContent xmlns:mc="http://schemas.openxmlformats.org/markup-compatibility/2006">
              <mc:Choice xmlns:v="urn:schemas-microsoft-com:vml" Requires="v">
                <p:oleObj spid="_x0000_s106572" name="Visio" r:id="rId4" imgW="2665650" imgH="2115805" progId="Visio.Drawing.11">
                  <p:embed/>
                </p:oleObj>
              </mc:Choice>
              <mc:Fallback>
                <p:oleObj name="Visio" r:id="rId4" imgW="2665650" imgH="2115805"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4" y="1059582"/>
                        <a:ext cx="3710358" cy="2952328"/>
                      </a:xfrm>
                      <a:prstGeom prst="rect">
                        <a:avLst/>
                      </a:prstGeom>
                      <a:noFill/>
                    </p:spPr>
                  </p:pic>
                </p:oleObj>
              </mc:Fallback>
            </mc:AlternateContent>
          </a:graphicData>
        </a:graphic>
      </p:graphicFrame>
      <p:sp>
        <p:nvSpPr>
          <p:cNvPr id="13" name="矩形 12"/>
          <p:cNvSpPr/>
          <p:nvPr/>
        </p:nvSpPr>
        <p:spPr>
          <a:xfrm>
            <a:off x="179512" y="3975312"/>
            <a:ext cx="3672408" cy="923330"/>
          </a:xfrm>
          <a:prstGeom prst="rect">
            <a:avLst/>
          </a:prstGeom>
        </p:spPr>
        <p:txBody>
          <a:bodyPr wrap="square">
            <a:spAutoFit/>
          </a:bodyPr>
          <a:lstStyle/>
          <a:p>
            <a:r>
              <a:rPr lang="zh-CN" altLang="en-US" b="1" dirty="0" smtClean="0"/>
              <a:t>      计算机系统</a:t>
            </a:r>
            <a:r>
              <a:rPr lang="zh-CN" altLang="en-US" b="1" dirty="0"/>
              <a:t>层次结构中下层为上层提供服务，上层是下层的抽象和功能实现。</a:t>
            </a:r>
          </a:p>
        </p:txBody>
      </p:sp>
    </p:spTree>
    <p:extLst>
      <p:ext uri="{BB962C8B-B14F-4D97-AF65-F5344CB8AC3E}">
        <p14:creationId xmlns:p14="http://schemas.microsoft.com/office/powerpoint/2010/main" val="28670410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矩形 23"/>
          <p:cNvSpPr/>
          <p:nvPr/>
        </p:nvSpPr>
        <p:spPr>
          <a:xfrm>
            <a:off x="1" y="339503"/>
            <a:ext cx="49320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5" name="矩形 24"/>
          <p:cNvSpPr/>
          <p:nvPr/>
        </p:nvSpPr>
        <p:spPr>
          <a:xfrm>
            <a:off x="107504" y="381893"/>
            <a:ext cx="4902304" cy="461665"/>
          </a:xfrm>
          <a:prstGeom prst="rect">
            <a:avLst/>
          </a:prstGeom>
        </p:spPr>
        <p:txBody>
          <a:bodyPr wrap="none">
            <a:spAutoFit/>
          </a:bodyPr>
          <a:lstStyle/>
          <a:p>
            <a:r>
              <a:rPr lang="en-US" altLang="zh-CN" sz="2400" b="1" dirty="0">
                <a:solidFill>
                  <a:schemeClr val="bg1"/>
                </a:solidFill>
              </a:rPr>
              <a:t>12.1.2 </a:t>
            </a:r>
            <a:r>
              <a:rPr lang="zh-CN" altLang="en-US" sz="2400" b="1" dirty="0">
                <a:solidFill>
                  <a:schemeClr val="bg1"/>
                </a:solidFill>
              </a:rPr>
              <a:t>计算机系统的分层设计思想</a:t>
            </a:r>
            <a:endParaRPr lang="zh-CN" altLang="zh-CN" sz="2400" b="1" dirty="0">
              <a:solidFill>
                <a:schemeClr val="bg1"/>
              </a:solidFill>
            </a:endParaRPr>
          </a:p>
        </p:txBody>
      </p:sp>
      <p:sp>
        <p:nvSpPr>
          <p:cNvPr id="3" name="矩形 2"/>
          <p:cNvSpPr/>
          <p:nvPr/>
        </p:nvSpPr>
        <p:spPr>
          <a:xfrm>
            <a:off x="5364088" y="428059"/>
            <a:ext cx="2509020" cy="369332"/>
          </a:xfrm>
          <a:prstGeom prst="rect">
            <a:avLst/>
          </a:prstGeom>
        </p:spPr>
        <p:txBody>
          <a:bodyPr wrap="none">
            <a:spAutoFit/>
          </a:bodyPr>
          <a:lstStyle/>
          <a:p>
            <a:r>
              <a:rPr lang="zh-CN" altLang="en-US" b="1" dirty="0">
                <a:solidFill>
                  <a:srgbClr val="C00000"/>
                </a:solidFill>
              </a:rPr>
              <a:t>计算机网络的分层结构</a:t>
            </a:r>
            <a:endParaRPr lang="zh-CN" altLang="en-US" dirty="0">
              <a:solidFill>
                <a:srgbClr val="C00000"/>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矩形 12"/>
          <p:cNvSpPr/>
          <p:nvPr/>
        </p:nvSpPr>
        <p:spPr>
          <a:xfrm>
            <a:off x="3327047" y="4341954"/>
            <a:ext cx="2489906" cy="369332"/>
          </a:xfrm>
          <a:prstGeom prst="rect">
            <a:avLst/>
          </a:prstGeom>
        </p:spPr>
        <p:txBody>
          <a:bodyPr wrap="square">
            <a:spAutoFit/>
          </a:bodyPr>
          <a:lstStyle/>
          <a:p>
            <a:pPr algn="ctr"/>
            <a:r>
              <a:rPr lang="en-US" altLang="zh-CN" b="1" dirty="0" smtClean="0"/>
              <a:t>OSI</a:t>
            </a:r>
            <a:r>
              <a:rPr lang="zh-CN" altLang="zh-CN" b="1" dirty="0"/>
              <a:t>的</a:t>
            </a:r>
            <a:r>
              <a:rPr lang="en-US" altLang="zh-CN" b="1" dirty="0"/>
              <a:t>7</a:t>
            </a:r>
            <a:r>
              <a:rPr lang="zh-CN" altLang="zh-CN" b="1" dirty="0"/>
              <a:t>层网络模型</a:t>
            </a:r>
            <a:endParaRPr lang="zh-CN" altLang="en-US" b="1"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830455006"/>
              </p:ext>
            </p:extLst>
          </p:nvPr>
        </p:nvGraphicFramePr>
        <p:xfrm>
          <a:off x="1115616" y="1185120"/>
          <a:ext cx="7425553" cy="2952328"/>
        </p:xfrm>
        <a:graphic>
          <a:graphicData uri="http://schemas.openxmlformats.org/presentationml/2006/ole">
            <mc:AlternateContent xmlns:mc="http://schemas.openxmlformats.org/markup-compatibility/2006">
              <mc:Choice xmlns:v="urn:schemas-microsoft-com:vml" Requires="v">
                <p:oleObj spid="_x0000_s107596" name="Visio" r:id="rId3" imgW="3949523" imgH="1575873" progId="Visio.Drawing.11">
                  <p:embed/>
                </p:oleObj>
              </mc:Choice>
              <mc:Fallback>
                <p:oleObj name="Visio" r:id="rId3" imgW="3949523" imgH="1575873"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1185120"/>
                        <a:ext cx="7425553" cy="2952328"/>
                      </a:xfrm>
                      <a:prstGeom prst="rect">
                        <a:avLst/>
                      </a:prstGeom>
                      <a:noFill/>
                    </p:spPr>
                  </p:pic>
                </p:oleObj>
              </mc:Fallback>
            </mc:AlternateContent>
          </a:graphicData>
        </a:graphic>
      </p:graphicFrame>
    </p:spTree>
    <p:extLst>
      <p:ext uri="{BB962C8B-B14F-4D97-AF65-F5344CB8AC3E}">
        <p14:creationId xmlns:p14="http://schemas.microsoft.com/office/powerpoint/2010/main" val="23418451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矩形 23"/>
          <p:cNvSpPr/>
          <p:nvPr/>
        </p:nvSpPr>
        <p:spPr>
          <a:xfrm>
            <a:off x="1" y="339503"/>
            <a:ext cx="49320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5" name="矩形 24"/>
          <p:cNvSpPr/>
          <p:nvPr/>
        </p:nvSpPr>
        <p:spPr>
          <a:xfrm>
            <a:off x="107504" y="381893"/>
            <a:ext cx="4902304" cy="461665"/>
          </a:xfrm>
          <a:prstGeom prst="rect">
            <a:avLst/>
          </a:prstGeom>
        </p:spPr>
        <p:txBody>
          <a:bodyPr wrap="none">
            <a:spAutoFit/>
          </a:bodyPr>
          <a:lstStyle/>
          <a:p>
            <a:r>
              <a:rPr lang="en-US" altLang="zh-CN" sz="2400" b="1" dirty="0">
                <a:solidFill>
                  <a:schemeClr val="bg1"/>
                </a:solidFill>
              </a:rPr>
              <a:t>12.1.2 </a:t>
            </a:r>
            <a:r>
              <a:rPr lang="zh-CN" altLang="en-US" sz="2400" b="1" dirty="0">
                <a:solidFill>
                  <a:schemeClr val="bg1"/>
                </a:solidFill>
              </a:rPr>
              <a:t>计算机系统的分层设计思想</a:t>
            </a:r>
            <a:endParaRPr lang="zh-CN" altLang="zh-CN" sz="2400" b="1" dirty="0">
              <a:solidFill>
                <a:schemeClr val="bg1"/>
              </a:solidFill>
            </a:endParaRPr>
          </a:p>
        </p:txBody>
      </p:sp>
      <p:sp>
        <p:nvSpPr>
          <p:cNvPr id="2" name="矩形 1"/>
          <p:cNvSpPr/>
          <p:nvPr/>
        </p:nvSpPr>
        <p:spPr>
          <a:xfrm>
            <a:off x="4525040" y="987574"/>
            <a:ext cx="3954679" cy="3901068"/>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通用计算机存储器结构分为</a:t>
            </a:r>
            <a:r>
              <a:rPr lang="zh-CN" altLang="en-US" b="1" dirty="0"/>
              <a:t>四层</a:t>
            </a:r>
            <a:r>
              <a:rPr lang="zh-CN" altLang="en-US" b="1" dirty="0" smtClean="0"/>
              <a:t>：</a:t>
            </a:r>
            <a:endParaRPr lang="en-US" altLang="zh-CN" b="1" dirty="0" smtClean="0"/>
          </a:p>
          <a:p>
            <a:pPr marL="285750" indent="-285750">
              <a:lnSpc>
                <a:spcPct val="125000"/>
              </a:lnSpc>
              <a:buClr>
                <a:schemeClr val="accent5">
                  <a:lumMod val="75000"/>
                </a:schemeClr>
              </a:buClr>
              <a:buFont typeface="Wingdings" pitchFamily="2" charset="2"/>
              <a:buChar char="Ø"/>
            </a:pPr>
            <a:r>
              <a:rPr lang="en-US" altLang="zh-CN" b="1" dirty="0" smtClean="0"/>
              <a:t>CPU</a:t>
            </a:r>
            <a:r>
              <a:rPr lang="zh-CN" altLang="en-US" b="1" dirty="0" smtClean="0"/>
              <a:t>寄存器：在</a:t>
            </a:r>
            <a:r>
              <a:rPr lang="en-US" altLang="zh-CN" b="1" dirty="0"/>
              <a:t>CPU</a:t>
            </a:r>
            <a:r>
              <a:rPr lang="zh-CN" altLang="en-US" b="1" dirty="0"/>
              <a:t>芯片内，寄存器中</a:t>
            </a:r>
            <a:r>
              <a:rPr lang="zh-CN" altLang="en-US" b="1" dirty="0" smtClean="0"/>
              <a:t>的数据直接</a:t>
            </a:r>
            <a:r>
              <a:rPr lang="zh-CN" altLang="en-US" b="1" dirty="0"/>
              <a:t>在</a:t>
            </a:r>
            <a:r>
              <a:rPr lang="en-US" altLang="zh-CN" b="1" dirty="0"/>
              <a:t>CPU</a:t>
            </a:r>
            <a:r>
              <a:rPr lang="zh-CN" altLang="en-US" b="1" dirty="0"/>
              <a:t>内部参与运算，速度最快、容量最小；</a:t>
            </a:r>
            <a:endParaRPr lang="en-US" altLang="zh-CN" b="1" dirty="0" smtClean="0"/>
          </a:p>
          <a:p>
            <a:pPr marL="285750" indent="-285750">
              <a:lnSpc>
                <a:spcPct val="125000"/>
              </a:lnSpc>
              <a:buClr>
                <a:schemeClr val="accent5">
                  <a:lumMod val="75000"/>
                </a:schemeClr>
              </a:buClr>
              <a:buFont typeface="Wingdings" pitchFamily="2" charset="2"/>
              <a:buChar char="Ø"/>
            </a:pPr>
            <a:r>
              <a:rPr lang="zh-CN" altLang="en-US" b="1" dirty="0" smtClean="0"/>
              <a:t>高速缓冲存储器</a:t>
            </a:r>
            <a:r>
              <a:rPr lang="zh-CN" altLang="en-US" b="1" dirty="0"/>
              <a:t>（</a:t>
            </a:r>
            <a:r>
              <a:rPr lang="en-US" altLang="zh-CN" b="1" dirty="0"/>
              <a:t>Cache</a:t>
            </a:r>
            <a:r>
              <a:rPr lang="zh-CN" altLang="en-US" b="1" dirty="0" smtClean="0"/>
              <a:t>）：比</a:t>
            </a:r>
            <a:r>
              <a:rPr lang="zh-CN" altLang="en-US" b="1" dirty="0"/>
              <a:t>主存速度更快、容量更</a:t>
            </a:r>
            <a:r>
              <a:rPr lang="zh-CN" altLang="en-US" b="1" dirty="0" smtClean="0"/>
              <a:t>小；</a:t>
            </a:r>
            <a:endParaRPr lang="en-US" altLang="zh-CN" b="1" dirty="0" smtClean="0"/>
          </a:p>
          <a:p>
            <a:pPr marL="285750" indent="-285750">
              <a:lnSpc>
                <a:spcPct val="125000"/>
              </a:lnSpc>
              <a:buClr>
                <a:schemeClr val="accent5">
                  <a:lumMod val="75000"/>
                </a:schemeClr>
              </a:buClr>
              <a:buFont typeface="Wingdings" pitchFamily="2" charset="2"/>
              <a:buChar char="Ø"/>
            </a:pPr>
            <a:r>
              <a:rPr lang="zh-CN" altLang="en-US" b="1" dirty="0" smtClean="0"/>
              <a:t>主存储器：存放</a:t>
            </a:r>
            <a:r>
              <a:rPr lang="zh-CN" altLang="en-US" b="1" dirty="0"/>
              <a:t>将要参与运行的程序和</a:t>
            </a:r>
            <a:r>
              <a:rPr lang="zh-CN" altLang="en-US" b="1" dirty="0" smtClean="0"/>
              <a:t>数据；</a:t>
            </a:r>
            <a:endParaRPr lang="en-US" altLang="zh-CN" b="1" dirty="0" smtClean="0"/>
          </a:p>
          <a:p>
            <a:pPr marL="285750" indent="-285750">
              <a:lnSpc>
                <a:spcPct val="125000"/>
              </a:lnSpc>
              <a:buClr>
                <a:schemeClr val="accent5">
                  <a:lumMod val="75000"/>
                </a:schemeClr>
              </a:buClr>
              <a:buFont typeface="Wingdings" pitchFamily="2" charset="2"/>
              <a:buChar char="Ø"/>
            </a:pPr>
            <a:r>
              <a:rPr lang="zh-CN" altLang="en-US" b="1" dirty="0" smtClean="0"/>
              <a:t>辅助存储器：容量</a:t>
            </a:r>
            <a:r>
              <a:rPr lang="zh-CN" altLang="en-US" b="1" dirty="0"/>
              <a:t>大、价位低，但速度慢，用来存放暂时未用到的程序和数据</a:t>
            </a:r>
            <a:r>
              <a:rPr lang="zh-CN" altLang="en-US" b="1" dirty="0" smtClean="0"/>
              <a:t>。</a:t>
            </a:r>
            <a:endParaRPr lang="zh-CN" altLang="en-US" b="1" dirty="0"/>
          </a:p>
        </p:txBody>
      </p:sp>
      <p:sp>
        <p:nvSpPr>
          <p:cNvPr id="3" name="矩形 2"/>
          <p:cNvSpPr/>
          <p:nvPr/>
        </p:nvSpPr>
        <p:spPr>
          <a:xfrm>
            <a:off x="5364088" y="428059"/>
            <a:ext cx="2276585" cy="369332"/>
          </a:xfrm>
          <a:prstGeom prst="rect">
            <a:avLst/>
          </a:prstGeom>
        </p:spPr>
        <p:txBody>
          <a:bodyPr wrap="none">
            <a:spAutoFit/>
          </a:bodyPr>
          <a:lstStyle/>
          <a:p>
            <a:r>
              <a:rPr lang="zh-CN" altLang="en-US" b="1" dirty="0">
                <a:solidFill>
                  <a:srgbClr val="C00000"/>
                </a:solidFill>
              </a:rPr>
              <a:t>存储系统的层次结构</a:t>
            </a:r>
            <a:endParaRPr lang="zh-CN" altLang="en-US" dirty="0">
              <a:solidFill>
                <a:srgbClr val="C00000"/>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矩形 12"/>
          <p:cNvSpPr/>
          <p:nvPr/>
        </p:nvSpPr>
        <p:spPr>
          <a:xfrm>
            <a:off x="1259632" y="3932991"/>
            <a:ext cx="2091112" cy="369332"/>
          </a:xfrm>
          <a:prstGeom prst="rect">
            <a:avLst/>
          </a:prstGeom>
        </p:spPr>
        <p:txBody>
          <a:bodyPr wrap="square">
            <a:spAutoFit/>
          </a:bodyPr>
          <a:lstStyle/>
          <a:p>
            <a:r>
              <a:rPr lang="zh-CN" altLang="zh-CN" b="1" dirty="0"/>
              <a:t>存储器层次结构图</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053672223"/>
              </p:ext>
            </p:extLst>
          </p:nvPr>
        </p:nvGraphicFramePr>
        <p:xfrm>
          <a:off x="624661" y="1491630"/>
          <a:ext cx="3540175" cy="2304256"/>
        </p:xfrm>
        <a:graphic>
          <a:graphicData uri="http://schemas.openxmlformats.org/presentationml/2006/ole">
            <mc:AlternateContent xmlns:mc="http://schemas.openxmlformats.org/markup-compatibility/2006">
              <mc:Choice xmlns:v="urn:schemas-microsoft-com:vml" Requires="v">
                <p:oleObj spid="_x0000_s108621" name="Visio" r:id="rId3" imgW="1613029" imgH="1036954" progId="Visio.Drawing.11">
                  <p:embed/>
                </p:oleObj>
              </mc:Choice>
              <mc:Fallback>
                <p:oleObj name="Visio" r:id="rId3" imgW="1613029" imgH="1036954" progId="Visio.Drawing.11">
                  <p:embed/>
                  <p:pic>
                    <p:nvPicPr>
                      <p:cNvPr id="0" name="Object 1"/>
                      <p:cNvPicPr>
                        <a:picLocks noChangeAspect="1" noChangeArrowheads="1"/>
                      </p:cNvPicPr>
                      <p:nvPr/>
                    </p:nvPicPr>
                    <p:blipFill>
                      <a:blip r:embed="rId4"/>
                      <a:srcRect/>
                      <a:stretch>
                        <a:fillRect/>
                      </a:stretch>
                    </p:blipFill>
                    <p:spPr bwMode="auto">
                      <a:xfrm>
                        <a:off x="624661" y="1491630"/>
                        <a:ext cx="3540175" cy="2304256"/>
                      </a:xfrm>
                      <a:prstGeom prst="rect">
                        <a:avLst/>
                      </a:prstGeom>
                      <a:noFill/>
                    </p:spPr>
                  </p:pic>
                </p:oleObj>
              </mc:Fallback>
            </mc:AlternateContent>
          </a:graphicData>
        </a:graphic>
      </p:graphicFrame>
    </p:spTree>
    <p:extLst>
      <p:ext uri="{BB962C8B-B14F-4D97-AF65-F5344CB8AC3E}">
        <p14:creationId xmlns:p14="http://schemas.microsoft.com/office/powerpoint/2010/main" val="8004963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矩形 23"/>
          <p:cNvSpPr/>
          <p:nvPr/>
        </p:nvSpPr>
        <p:spPr>
          <a:xfrm>
            <a:off x="1" y="339503"/>
            <a:ext cx="49320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5" name="矩形 24"/>
          <p:cNvSpPr/>
          <p:nvPr/>
        </p:nvSpPr>
        <p:spPr>
          <a:xfrm>
            <a:off x="107504" y="381893"/>
            <a:ext cx="4902304" cy="461665"/>
          </a:xfrm>
          <a:prstGeom prst="rect">
            <a:avLst/>
          </a:prstGeom>
        </p:spPr>
        <p:txBody>
          <a:bodyPr wrap="none">
            <a:spAutoFit/>
          </a:bodyPr>
          <a:lstStyle/>
          <a:p>
            <a:r>
              <a:rPr lang="en-US" altLang="zh-CN" sz="2400" b="1" dirty="0">
                <a:solidFill>
                  <a:schemeClr val="bg1"/>
                </a:solidFill>
              </a:rPr>
              <a:t>12.1.2 </a:t>
            </a:r>
            <a:r>
              <a:rPr lang="zh-CN" altLang="en-US" sz="2400" b="1" dirty="0">
                <a:solidFill>
                  <a:schemeClr val="bg1"/>
                </a:solidFill>
              </a:rPr>
              <a:t>计算机系统的分层设计思想</a:t>
            </a:r>
            <a:endParaRPr lang="zh-CN" altLang="zh-CN" sz="2400" b="1" dirty="0">
              <a:solidFill>
                <a:schemeClr val="bg1"/>
              </a:solidFill>
            </a:endParaRPr>
          </a:p>
        </p:txBody>
      </p:sp>
      <p:sp>
        <p:nvSpPr>
          <p:cNvPr id="2" name="矩形 1"/>
          <p:cNvSpPr/>
          <p:nvPr/>
        </p:nvSpPr>
        <p:spPr>
          <a:xfrm>
            <a:off x="4912753" y="987574"/>
            <a:ext cx="3691695" cy="3901068"/>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zh-CN" b="1" dirty="0"/>
              <a:t>嵌入式</a:t>
            </a:r>
            <a:r>
              <a:rPr lang="zh-CN" altLang="zh-CN" b="1" dirty="0" smtClean="0"/>
              <a:t>系统</a:t>
            </a:r>
            <a:r>
              <a:rPr lang="zh-CN" altLang="en-US" b="1" dirty="0" smtClean="0"/>
              <a:t>结构</a:t>
            </a:r>
            <a:r>
              <a:rPr lang="zh-CN" altLang="zh-CN" b="1" dirty="0" smtClean="0"/>
              <a:t>分为</a:t>
            </a:r>
            <a:r>
              <a:rPr lang="en-US" altLang="zh-CN" b="1" dirty="0"/>
              <a:t>4</a:t>
            </a:r>
            <a:r>
              <a:rPr lang="zh-CN" altLang="zh-CN" b="1" dirty="0" smtClean="0"/>
              <a:t>层</a:t>
            </a:r>
            <a:endParaRPr lang="en-US" altLang="zh-CN" b="1" dirty="0" smtClean="0"/>
          </a:p>
          <a:p>
            <a:pPr marL="285750" indent="-285750">
              <a:lnSpc>
                <a:spcPct val="125000"/>
              </a:lnSpc>
              <a:buFont typeface="Wingdings" pitchFamily="2" charset="2"/>
              <a:buChar char="Ø"/>
            </a:pPr>
            <a:r>
              <a:rPr lang="zh-CN" altLang="zh-CN" b="1" dirty="0" smtClean="0">
                <a:solidFill>
                  <a:schemeClr val="accent5">
                    <a:lumMod val="75000"/>
                  </a:schemeClr>
                </a:solidFill>
              </a:rPr>
              <a:t>硬件层</a:t>
            </a:r>
            <a:endParaRPr lang="en-US" altLang="zh-CN" b="1" dirty="0" smtClean="0">
              <a:solidFill>
                <a:schemeClr val="accent5">
                  <a:lumMod val="75000"/>
                </a:schemeClr>
              </a:solidFill>
            </a:endParaRPr>
          </a:p>
          <a:p>
            <a:pPr>
              <a:lnSpc>
                <a:spcPct val="125000"/>
              </a:lnSpc>
            </a:pPr>
            <a:r>
              <a:rPr lang="en-US" altLang="zh-CN" b="1" dirty="0"/>
              <a:t> </a:t>
            </a:r>
            <a:r>
              <a:rPr lang="en-US" altLang="zh-CN" b="1" dirty="0" smtClean="0"/>
              <a:t>     </a:t>
            </a:r>
            <a:r>
              <a:rPr lang="zh-CN" altLang="zh-CN" b="1" dirty="0" smtClean="0"/>
              <a:t>操作系统</a:t>
            </a:r>
            <a:r>
              <a:rPr lang="zh-CN" altLang="zh-CN" b="1" dirty="0"/>
              <a:t>和硬件之间的部分称为硬件抽象层（</a:t>
            </a:r>
            <a:r>
              <a:rPr lang="en-US" altLang="zh-CN" b="1" dirty="0"/>
              <a:t>Hardware Abstraction Layer</a:t>
            </a:r>
            <a:r>
              <a:rPr lang="zh-CN" altLang="zh-CN" b="1" dirty="0"/>
              <a:t>，</a:t>
            </a:r>
            <a:r>
              <a:rPr lang="en-US" altLang="zh-CN" b="1" dirty="0"/>
              <a:t>HAL</a:t>
            </a:r>
            <a:r>
              <a:rPr lang="zh-CN" altLang="zh-CN" b="1" dirty="0" smtClean="0"/>
              <a:t>）</a:t>
            </a:r>
            <a:endParaRPr lang="en-US" altLang="zh-CN" b="1" dirty="0" smtClean="0"/>
          </a:p>
          <a:p>
            <a:pPr marL="285750" indent="-285750">
              <a:lnSpc>
                <a:spcPct val="125000"/>
              </a:lnSpc>
              <a:buFont typeface="Wingdings" pitchFamily="2" charset="2"/>
              <a:buChar char="Ø"/>
            </a:pPr>
            <a:r>
              <a:rPr lang="zh-CN" altLang="zh-CN" b="1" dirty="0" smtClean="0">
                <a:solidFill>
                  <a:schemeClr val="accent5">
                    <a:lumMod val="75000"/>
                  </a:schemeClr>
                </a:solidFill>
              </a:rPr>
              <a:t>操作系统层</a:t>
            </a:r>
            <a:endParaRPr lang="en-US" altLang="zh-CN" b="1" dirty="0" smtClean="0">
              <a:solidFill>
                <a:schemeClr val="accent5">
                  <a:lumMod val="75000"/>
                </a:schemeClr>
              </a:solidFill>
            </a:endParaRPr>
          </a:p>
          <a:p>
            <a:pPr marL="285750" indent="-285750">
              <a:lnSpc>
                <a:spcPct val="125000"/>
              </a:lnSpc>
              <a:buFont typeface="Wingdings" pitchFamily="2" charset="2"/>
              <a:buChar char="Ø"/>
            </a:pPr>
            <a:r>
              <a:rPr lang="zh-CN" altLang="zh-CN" b="1" dirty="0" smtClean="0">
                <a:solidFill>
                  <a:schemeClr val="accent5">
                    <a:lumMod val="75000"/>
                  </a:schemeClr>
                </a:solidFill>
              </a:rPr>
              <a:t>驱动层</a:t>
            </a:r>
            <a:endParaRPr lang="en-US" altLang="zh-CN" b="1" dirty="0" smtClean="0">
              <a:solidFill>
                <a:schemeClr val="accent5">
                  <a:lumMod val="75000"/>
                </a:schemeClr>
              </a:solidFill>
            </a:endParaRPr>
          </a:p>
          <a:p>
            <a:pPr marL="285750" indent="-285750">
              <a:lnSpc>
                <a:spcPct val="125000"/>
              </a:lnSpc>
              <a:buFont typeface="Wingdings" pitchFamily="2" charset="2"/>
              <a:buChar char="Ø"/>
            </a:pPr>
            <a:r>
              <a:rPr lang="zh-CN" altLang="zh-CN" b="1" dirty="0" smtClean="0">
                <a:solidFill>
                  <a:schemeClr val="accent5">
                    <a:lumMod val="75000"/>
                  </a:schemeClr>
                </a:solidFill>
              </a:rPr>
              <a:t>应用层</a:t>
            </a:r>
            <a:endParaRPr lang="en-US" altLang="zh-CN" b="1" dirty="0" smtClean="0">
              <a:solidFill>
                <a:schemeClr val="accent5">
                  <a:lumMod val="75000"/>
                </a:schemeClr>
              </a:solidFill>
            </a:endParaRPr>
          </a:p>
          <a:p>
            <a:pPr>
              <a:lnSpc>
                <a:spcPct val="125000"/>
              </a:lnSpc>
            </a:pPr>
            <a:r>
              <a:rPr lang="en-US" altLang="zh-CN" b="1" dirty="0" smtClean="0"/>
              <a:t>    </a:t>
            </a:r>
            <a:r>
              <a:rPr lang="zh-CN" altLang="zh-CN" b="1" dirty="0" smtClean="0"/>
              <a:t>分层</a:t>
            </a:r>
            <a:r>
              <a:rPr lang="zh-CN" altLang="zh-CN" b="1" dirty="0"/>
              <a:t>的设计思想使得每一层只需知道下层抽象的接口，不需要了解其内部运行</a:t>
            </a:r>
            <a:r>
              <a:rPr lang="zh-CN" altLang="zh-CN" b="1" dirty="0" smtClean="0"/>
              <a:t>机制。</a:t>
            </a:r>
            <a:endParaRPr lang="zh-CN" altLang="en-US" b="1" dirty="0"/>
          </a:p>
        </p:txBody>
      </p:sp>
      <p:sp>
        <p:nvSpPr>
          <p:cNvPr id="3" name="矩形 2"/>
          <p:cNvSpPr/>
          <p:nvPr/>
        </p:nvSpPr>
        <p:spPr>
          <a:xfrm>
            <a:off x="5364088" y="428059"/>
            <a:ext cx="2276585" cy="369332"/>
          </a:xfrm>
          <a:prstGeom prst="rect">
            <a:avLst/>
          </a:prstGeom>
        </p:spPr>
        <p:txBody>
          <a:bodyPr wrap="none">
            <a:spAutoFit/>
          </a:bodyPr>
          <a:lstStyle/>
          <a:p>
            <a:r>
              <a:rPr lang="zh-CN" altLang="en-US" b="1" dirty="0">
                <a:solidFill>
                  <a:srgbClr val="C00000"/>
                </a:solidFill>
              </a:rPr>
              <a:t>嵌入式系统层次结构</a:t>
            </a:r>
            <a:endParaRPr lang="zh-CN" altLang="en-US" dirty="0">
              <a:solidFill>
                <a:srgbClr val="C00000"/>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矩形 12"/>
          <p:cNvSpPr/>
          <p:nvPr/>
        </p:nvSpPr>
        <p:spPr>
          <a:xfrm>
            <a:off x="1302009" y="4088248"/>
            <a:ext cx="2520280" cy="369332"/>
          </a:xfrm>
          <a:prstGeom prst="rect">
            <a:avLst/>
          </a:prstGeom>
        </p:spPr>
        <p:txBody>
          <a:bodyPr wrap="square">
            <a:spAutoFit/>
          </a:bodyPr>
          <a:lstStyle/>
          <a:p>
            <a:r>
              <a:rPr lang="zh-CN" altLang="zh-CN" b="1" dirty="0"/>
              <a:t>嵌入式系统的层次结构</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3622800657"/>
              </p:ext>
            </p:extLst>
          </p:nvPr>
        </p:nvGraphicFramePr>
        <p:xfrm>
          <a:off x="549733" y="1491630"/>
          <a:ext cx="4082031" cy="2427734"/>
        </p:xfrm>
        <a:graphic>
          <a:graphicData uri="http://schemas.openxmlformats.org/presentationml/2006/ole">
            <mc:AlternateContent xmlns:mc="http://schemas.openxmlformats.org/markup-compatibility/2006">
              <mc:Choice xmlns:v="urn:schemas-microsoft-com:vml" Requires="v">
                <p:oleObj spid="_x0000_s109642" name="Visio" r:id="rId3" imgW="1810859" imgH="1072769" progId="Visio.Drawing.11">
                  <p:embed/>
                </p:oleObj>
              </mc:Choice>
              <mc:Fallback>
                <p:oleObj name="Visio" r:id="rId3" imgW="1810859" imgH="1072769" progId="Visio.Drawing.11">
                  <p:embed/>
                  <p:pic>
                    <p:nvPicPr>
                      <p:cNvPr id="0" name="Object 1"/>
                      <p:cNvPicPr>
                        <a:picLocks noChangeAspect="1" noChangeArrowheads="1"/>
                      </p:cNvPicPr>
                      <p:nvPr/>
                    </p:nvPicPr>
                    <p:blipFill>
                      <a:blip r:embed="rId4"/>
                      <a:srcRect/>
                      <a:stretch>
                        <a:fillRect/>
                      </a:stretch>
                    </p:blipFill>
                    <p:spPr bwMode="auto">
                      <a:xfrm>
                        <a:off x="549733" y="1491630"/>
                        <a:ext cx="4082031" cy="2427734"/>
                      </a:xfrm>
                      <a:prstGeom prst="rect">
                        <a:avLst/>
                      </a:prstGeom>
                      <a:noFill/>
                    </p:spPr>
                  </p:pic>
                </p:oleObj>
              </mc:Fallback>
            </mc:AlternateContent>
          </a:graphicData>
        </a:graphic>
      </p:graphicFrame>
    </p:spTree>
    <p:extLst>
      <p:ext uri="{BB962C8B-B14F-4D97-AF65-F5344CB8AC3E}">
        <p14:creationId xmlns:p14="http://schemas.microsoft.com/office/powerpoint/2010/main" val="11079303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367116"/>
            <a:ext cx="405111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96069"/>
            <a:ext cx="4009431"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12.2 </a:t>
            </a:r>
            <a:r>
              <a:rPr lang="zh-CN" altLang="en-US" sz="2400" b="1" dirty="0">
                <a:solidFill>
                  <a:schemeClr val="bg1"/>
                </a:solidFill>
                <a:latin typeface="微软雅黑" pitchFamily="34" charset="-122"/>
                <a:ea typeface="微软雅黑" pitchFamily="34" charset="-122"/>
              </a:rPr>
              <a:t>嵌入式操作系统的概念</a:t>
            </a:r>
            <a:endParaRPr lang="zh-CN" altLang="zh-CN" sz="2400" b="1" dirty="0">
              <a:solidFill>
                <a:schemeClr val="bg1"/>
              </a:solidFill>
              <a:latin typeface="微软雅黑" pitchFamily="34" charset="-122"/>
              <a:ea typeface="微软雅黑" pitchFamily="34" charset="-122"/>
            </a:endParaRPr>
          </a:p>
        </p:txBody>
      </p:sp>
      <p:sp>
        <p:nvSpPr>
          <p:cNvPr id="23" name="七角星 22"/>
          <p:cNvSpPr/>
          <p:nvPr/>
        </p:nvSpPr>
        <p:spPr>
          <a:xfrm>
            <a:off x="1763688" y="1563638"/>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1</a:t>
            </a:r>
            <a:endParaRPr lang="zh-CN" altLang="en-US" sz="2800" b="1" dirty="0" smtClean="0"/>
          </a:p>
        </p:txBody>
      </p:sp>
      <p:sp>
        <p:nvSpPr>
          <p:cNvPr id="3" name="矩形 2"/>
          <p:cNvSpPr/>
          <p:nvPr/>
        </p:nvSpPr>
        <p:spPr>
          <a:xfrm>
            <a:off x="2920963" y="1620837"/>
            <a:ext cx="3204723" cy="461665"/>
          </a:xfrm>
          <a:prstGeom prst="rect">
            <a:avLst/>
          </a:prstGeom>
        </p:spPr>
        <p:txBody>
          <a:bodyPr wrap="none">
            <a:spAutoFit/>
          </a:bodyPr>
          <a:lstStyle/>
          <a:p>
            <a:r>
              <a:rPr lang="en-US" altLang="zh-CN" sz="2400" b="1" dirty="0"/>
              <a:t>12.2.1 </a:t>
            </a:r>
            <a:r>
              <a:rPr lang="zh-CN" altLang="zh-CN" sz="2400" b="1" dirty="0"/>
              <a:t>计算机操作系统</a:t>
            </a:r>
            <a:endParaRPr lang="zh-CN" altLang="zh-CN" sz="2400" dirty="0"/>
          </a:p>
        </p:txBody>
      </p:sp>
      <p:sp>
        <p:nvSpPr>
          <p:cNvPr id="24" name="七角星 23"/>
          <p:cNvSpPr/>
          <p:nvPr/>
        </p:nvSpPr>
        <p:spPr>
          <a:xfrm>
            <a:off x="2218090" y="2571750"/>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2</a:t>
            </a:r>
            <a:endParaRPr lang="zh-CN" altLang="en-US" sz="2800" b="1" dirty="0" smtClean="0"/>
          </a:p>
        </p:txBody>
      </p:sp>
      <p:sp>
        <p:nvSpPr>
          <p:cNvPr id="28" name="矩形 27"/>
          <p:cNvSpPr/>
          <p:nvPr/>
        </p:nvSpPr>
        <p:spPr>
          <a:xfrm>
            <a:off x="3370218" y="2628949"/>
            <a:ext cx="3204723" cy="461665"/>
          </a:xfrm>
          <a:prstGeom prst="rect">
            <a:avLst/>
          </a:prstGeom>
        </p:spPr>
        <p:txBody>
          <a:bodyPr wrap="none">
            <a:spAutoFit/>
          </a:bodyPr>
          <a:lstStyle/>
          <a:p>
            <a:r>
              <a:rPr lang="en-US" altLang="zh-CN" sz="2400" b="1" dirty="0"/>
              <a:t>12.2.2 </a:t>
            </a:r>
            <a:r>
              <a:rPr lang="zh-CN" altLang="zh-CN" sz="2400" b="1" dirty="0"/>
              <a:t>嵌入式操作系统</a:t>
            </a:r>
            <a:endParaRPr lang="zh-CN" altLang="zh-CN" sz="2400" dirty="0"/>
          </a:p>
        </p:txBody>
      </p:sp>
      <p:sp>
        <p:nvSpPr>
          <p:cNvPr id="32" name="七角星 31"/>
          <p:cNvSpPr/>
          <p:nvPr/>
        </p:nvSpPr>
        <p:spPr>
          <a:xfrm>
            <a:off x="2826977" y="3579862"/>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3</a:t>
            </a:r>
            <a:endParaRPr lang="zh-CN" altLang="en-US" sz="2800" b="1" dirty="0" smtClean="0"/>
          </a:p>
        </p:txBody>
      </p:sp>
      <p:sp>
        <p:nvSpPr>
          <p:cNvPr id="33" name="矩形 32"/>
          <p:cNvSpPr/>
          <p:nvPr/>
        </p:nvSpPr>
        <p:spPr>
          <a:xfrm>
            <a:off x="3988977" y="3637061"/>
            <a:ext cx="4132863" cy="461665"/>
          </a:xfrm>
          <a:prstGeom prst="rect">
            <a:avLst/>
          </a:prstGeom>
        </p:spPr>
        <p:txBody>
          <a:bodyPr wrap="none">
            <a:spAutoFit/>
          </a:bodyPr>
          <a:lstStyle/>
          <a:p>
            <a:r>
              <a:rPr lang="en-US" altLang="zh-CN" sz="2400" b="1" dirty="0"/>
              <a:t>12.2.3 </a:t>
            </a:r>
            <a:r>
              <a:rPr lang="zh-CN" altLang="zh-CN" sz="2400" b="1" dirty="0"/>
              <a:t>嵌入式操作系统的分类</a:t>
            </a:r>
            <a:endParaRPr lang="zh-CN" altLang="zh-CN" sz="2400" dirty="0"/>
          </a:p>
        </p:txBody>
      </p:sp>
    </p:spTree>
    <p:extLst>
      <p:ext uri="{BB962C8B-B14F-4D97-AF65-F5344CB8AC3E}">
        <p14:creationId xmlns:p14="http://schemas.microsoft.com/office/powerpoint/2010/main" val="22214041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204723" cy="461665"/>
          </a:xfrm>
          <a:prstGeom prst="rect">
            <a:avLst/>
          </a:prstGeom>
        </p:spPr>
        <p:txBody>
          <a:bodyPr wrap="none">
            <a:spAutoFit/>
          </a:bodyPr>
          <a:lstStyle/>
          <a:p>
            <a:r>
              <a:rPr lang="en-US" altLang="zh-CN" sz="2400" b="1" dirty="0">
                <a:solidFill>
                  <a:schemeClr val="bg1"/>
                </a:solidFill>
              </a:rPr>
              <a:t>12.2.1 </a:t>
            </a:r>
            <a:r>
              <a:rPr lang="zh-CN" altLang="en-US" sz="2400" b="1" dirty="0">
                <a:solidFill>
                  <a:schemeClr val="bg1"/>
                </a:solidFill>
              </a:rPr>
              <a:t>计算机操作系统</a:t>
            </a:r>
          </a:p>
        </p:txBody>
      </p:sp>
      <p:sp>
        <p:nvSpPr>
          <p:cNvPr id="6" name="矩形 5"/>
          <p:cNvSpPr/>
          <p:nvPr/>
        </p:nvSpPr>
        <p:spPr>
          <a:xfrm>
            <a:off x="936062" y="987574"/>
            <a:ext cx="7449809" cy="438582"/>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a:solidFill>
                  <a:schemeClr val="tx1"/>
                </a:solidFill>
              </a:rPr>
              <a:t>从用户的角度来看</a:t>
            </a:r>
            <a:r>
              <a:rPr lang="zh-CN" altLang="en-US" b="1" dirty="0" smtClean="0">
                <a:solidFill>
                  <a:schemeClr val="tx1"/>
                </a:solidFill>
              </a:rPr>
              <a:t>操作系统</a:t>
            </a:r>
            <a:r>
              <a:rPr lang="zh-CN" altLang="en-US" b="1" dirty="0">
                <a:solidFill>
                  <a:schemeClr val="tx1"/>
                </a:solidFill>
              </a:rPr>
              <a:t>（</a:t>
            </a:r>
            <a:r>
              <a:rPr lang="en-US" altLang="zh-CN" b="1" dirty="0">
                <a:solidFill>
                  <a:schemeClr val="tx1"/>
                </a:solidFill>
              </a:rPr>
              <a:t>Operation System</a:t>
            </a:r>
            <a:r>
              <a:rPr lang="zh-CN" altLang="en-US" b="1" dirty="0">
                <a:solidFill>
                  <a:schemeClr val="tx1"/>
                </a:solidFill>
              </a:rPr>
              <a:t>，</a:t>
            </a:r>
            <a:r>
              <a:rPr lang="en-US" altLang="zh-CN" b="1" dirty="0" smtClean="0">
                <a:solidFill>
                  <a:schemeClr val="tx1"/>
                </a:solidFill>
              </a:rPr>
              <a:t>OS</a:t>
            </a:r>
            <a:r>
              <a:rPr lang="zh-CN" altLang="en-US" b="1" dirty="0" smtClean="0">
                <a:solidFill>
                  <a:schemeClr val="tx1"/>
                </a:solidFill>
              </a:rPr>
              <a:t>）的</a:t>
            </a:r>
            <a:r>
              <a:rPr lang="zh-CN" altLang="en-US" b="1" dirty="0">
                <a:solidFill>
                  <a:schemeClr val="tx1"/>
                </a:solidFill>
              </a:rPr>
              <a:t>作用主要</a:t>
            </a:r>
            <a:r>
              <a:rPr lang="zh-CN" altLang="en-US" b="1" dirty="0" smtClean="0">
                <a:solidFill>
                  <a:schemeClr val="tx1"/>
                </a:solidFill>
              </a:rPr>
              <a:t>有：</a:t>
            </a:r>
            <a:endParaRPr lang="zh-CN" altLang="en-US" b="1" dirty="0">
              <a:solidFill>
                <a:schemeClr val="tx1"/>
              </a:solidFill>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1144901" y="1841701"/>
            <a:ext cx="3067059" cy="2516073"/>
          </a:xfrm>
          <a:prstGeom prst="rect">
            <a:avLst/>
          </a:prstGeom>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25000"/>
              </a:lnSpc>
              <a:buFont typeface="Wingdings" pitchFamily="2" charset="2"/>
              <a:buChar char="Ø"/>
            </a:pPr>
            <a:r>
              <a:rPr lang="zh-CN" altLang="en-US" b="1" dirty="0" smtClean="0">
                <a:solidFill>
                  <a:prstClr val="black"/>
                </a:solidFill>
              </a:rPr>
              <a:t>对</a:t>
            </a:r>
            <a:r>
              <a:rPr lang="zh-CN" altLang="en-US" b="1" dirty="0">
                <a:solidFill>
                  <a:prstClr val="black"/>
                </a:solidFill>
              </a:rPr>
              <a:t>计算机底层硬件进行封装和功能的扩充</a:t>
            </a:r>
            <a:r>
              <a:rPr lang="zh-CN" altLang="en-US" b="1" dirty="0" smtClean="0">
                <a:solidFill>
                  <a:prstClr val="black"/>
                </a:solidFill>
              </a:rPr>
              <a:t>。</a:t>
            </a:r>
            <a:endParaRPr lang="en-US" altLang="zh-CN" b="1" dirty="0" smtClean="0">
              <a:solidFill>
                <a:prstClr val="black"/>
              </a:solidFill>
            </a:endParaRPr>
          </a:p>
          <a:p>
            <a:pPr marL="285750" indent="-285750">
              <a:lnSpc>
                <a:spcPct val="125000"/>
              </a:lnSpc>
              <a:buFont typeface="Wingdings" pitchFamily="2" charset="2"/>
              <a:buChar char="Ø"/>
            </a:pPr>
            <a:r>
              <a:rPr lang="zh-CN" altLang="en-US" b="1" dirty="0" smtClean="0">
                <a:solidFill>
                  <a:prstClr val="black"/>
                </a:solidFill>
              </a:rPr>
              <a:t>操作系统对硬件进行了封装和隔离，只对用户提供一个简单有效的抽象接口，即用户与计算机之间的接口。</a:t>
            </a:r>
          </a:p>
        </p:txBody>
      </p:sp>
      <p:sp>
        <p:nvSpPr>
          <p:cNvPr id="9" name="矩形 8"/>
          <p:cNvSpPr/>
          <p:nvPr/>
        </p:nvSpPr>
        <p:spPr>
          <a:xfrm>
            <a:off x="4860032" y="1855877"/>
            <a:ext cx="3364865" cy="2516073"/>
          </a:xfrm>
          <a:prstGeom prst="rect">
            <a:avLst/>
          </a:prstGeom>
          <a:ln>
            <a:solidFill>
              <a:schemeClr val="accent4">
                <a:lumMod val="75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25000"/>
              </a:lnSpc>
              <a:buFont typeface="Wingdings" pitchFamily="2" charset="2"/>
              <a:buChar char="Ø"/>
            </a:pPr>
            <a:r>
              <a:rPr lang="zh-CN" altLang="en-US" b="1" dirty="0" smtClean="0">
                <a:solidFill>
                  <a:prstClr val="black"/>
                </a:solidFill>
              </a:rPr>
              <a:t>管理计算机资源；</a:t>
            </a:r>
            <a:endParaRPr lang="en-US" altLang="zh-CN" b="1" dirty="0" smtClean="0">
              <a:solidFill>
                <a:prstClr val="black"/>
              </a:solidFill>
            </a:endParaRPr>
          </a:p>
          <a:p>
            <a:pPr marL="285750" indent="-285750">
              <a:lnSpc>
                <a:spcPct val="125000"/>
              </a:lnSpc>
              <a:buFont typeface="Wingdings" pitchFamily="2" charset="2"/>
              <a:buChar char="Ø"/>
            </a:pPr>
            <a:r>
              <a:rPr lang="zh-CN" altLang="en-US" b="1" dirty="0" smtClean="0">
                <a:solidFill>
                  <a:prstClr val="black"/>
                </a:solidFill>
              </a:rPr>
              <a:t>程序运行时可使用的软、硬件环境统称为资源；</a:t>
            </a:r>
            <a:endParaRPr lang="en-US" altLang="zh-CN" b="1" dirty="0" smtClean="0">
              <a:solidFill>
                <a:prstClr val="black"/>
              </a:solidFill>
            </a:endParaRPr>
          </a:p>
          <a:p>
            <a:pPr marL="285750" indent="-285750">
              <a:lnSpc>
                <a:spcPct val="125000"/>
              </a:lnSpc>
              <a:buFont typeface="Wingdings" pitchFamily="2" charset="2"/>
              <a:buChar char="Ø"/>
            </a:pPr>
            <a:r>
              <a:rPr lang="zh-CN" altLang="en-US" b="1" dirty="0" smtClean="0">
                <a:solidFill>
                  <a:prstClr val="black"/>
                </a:solidFill>
              </a:rPr>
              <a:t>硬件：资源可以</a:t>
            </a:r>
            <a:r>
              <a:rPr lang="en-US" altLang="zh-CN" b="1" dirty="0" smtClean="0">
                <a:solidFill>
                  <a:prstClr val="black"/>
                </a:solidFill>
              </a:rPr>
              <a:t>CPU</a:t>
            </a:r>
            <a:r>
              <a:rPr lang="zh-CN" altLang="en-US" b="1" dirty="0" smtClean="0">
                <a:solidFill>
                  <a:prstClr val="black"/>
                </a:solidFill>
              </a:rPr>
              <a:t>、寄存器和</a:t>
            </a:r>
            <a:r>
              <a:rPr lang="en-US" altLang="zh-CN" b="1" dirty="0" smtClean="0">
                <a:solidFill>
                  <a:prstClr val="black"/>
                </a:solidFill>
              </a:rPr>
              <a:t>I/O</a:t>
            </a:r>
            <a:r>
              <a:rPr lang="zh-CN" altLang="en-US" b="1" dirty="0" smtClean="0">
                <a:solidFill>
                  <a:prstClr val="black"/>
                </a:solidFill>
              </a:rPr>
              <a:t>设备；</a:t>
            </a:r>
            <a:endParaRPr lang="en-US" altLang="zh-CN" b="1" dirty="0" smtClean="0">
              <a:solidFill>
                <a:prstClr val="black"/>
              </a:solidFill>
            </a:endParaRPr>
          </a:p>
          <a:p>
            <a:pPr marL="285750" indent="-285750">
              <a:lnSpc>
                <a:spcPct val="125000"/>
              </a:lnSpc>
              <a:buFont typeface="Wingdings" pitchFamily="2" charset="2"/>
              <a:buChar char="Ø"/>
            </a:pPr>
            <a:r>
              <a:rPr lang="zh-CN" altLang="en-US" b="1" dirty="0" smtClean="0">
                <a:solidFill>
                  <a:prstClr val="black"/>
                </a:solidFill>
              </a:rPr>
              <a:t>软件：资源可以是一个变量、一个结构或一个数组等。</a:t>
            </a:r>
            <a:endParaRPr lang="zh-CN" altLang="en-US" b="1" dirty="0">
              <a:solidFill>
                <a:prstClr val="black"/>
              </a:solidFill>
            </a:endParaRPr>
          </a:p>
        </p:txBody>
      </p:sp>
      <p:sp>
        <p:nvSpPr>
          <p:cNvPr id="13" name="圆柱形 12"/>
          <p:cNvSpPr/>
          <p:nvPr/>
        </p:nvSpPr>
        <p:spPr>
          <a:xfrm>
            <a:off x="755576" y="1779662"/>
            <a:ext cx="396510" cy="1008112"/>
          </a:xfrm>
          <a:prstGeom prst="can">
            <a:avLst/>
          </a:prstGeom>
          <a:ln w="19050">
            <a:solidFill>
              <a:schemeClr val="accent2">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tx1"/>
                </a:solidFill>
              </a:rPr>
              <a:t>作用</a:t>
            </a:r>
            <a:r>
              <a:rPr lang="en-US" altLang="zh-CN" b="1" dirty="0" smtClean="0">
                <a:solidFill>
                  <a:schemeClr val="tx1"/>
                </a:solidFill>
              </a:rPr>
              <a:t>1</a:t>
            </a:r>
            <a:endParaRPr lang="zh-CN" altLang="en-US" b="1" dirty="0" smtClean="0">
              <a:solidFill>
                <a:schemeClr val="tx1"/>
              </a:solidFill>
            </a:endParaRPr>
          </a:p>
        </p:txBody>
      </p:sp>
      <p:sp>
        <p:nvSpPr>
          <p:cNvPr id="14" name="圆柱形 13"/>
          <p:cNvSpPr/>
          <p:nvPr/>
        </p:nvSpPr>
        <p:spPr>
          <a:xfrm>
            <a:off x="4463522" y="1819309"/>
            <a:ext cx="396510" cy="1008112"/>
          </a:xfrm>
          <a:prstGeom prst="can">
            <a:avLst/>
          </a:prstGeom>
          <a:ln w="19050">
            <a:solidFill>
              <a:schemeClr val="accent4">
                <a:lumMod val="75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tx1"/>
                </a:solidFill>
              </a:rPr>
              <a:t>作用</a:t>
            </a:r>
            <a:r>
              <a:rPr lang="en-US" altLang="zh-CN" b="1" dirty="0" smtClean="0">
                <a:solidFill>
                  <a:schemeClr val="tx1"/>
                </a:solidFill>
              </a:rPr>
              <a:t>2</a:t>
            </a:r>
            <a:endParaRPr lang="zh-CN" altLang="en-US" b="1" dirty="0" smtClean="0">
              <a:solidFill>
                <a:schemeClr val="tx1"/>
              </a:solidFill>
            </a:endParaRPr>
          </a:p>
        </p:txBody>
      </p:sp>
    </p:spTree>
    <p:extLst>
      <p:ext uri="{BB962C8B-B14F-4D97-AF65-F5344CB8AC3E}">
        <p14:creationId xmlns:p14="http://schemas.microsoft.com/office/powerpoint/2010/main" val="22862353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67116"/>
            <a:ext cx="340304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96069"/>
            <a:ext cx="3353803"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9.1 STM32</a:t>
            </a:r>
            <a:r>
              <a:rPr lang="zh-CN" altLang="en-US" sz="2400" b="1" dirty="0">
                <a:solidFill>
                  <a:schemeClr val="bg1"/>
                </a:solidFill>
                <a:latin typeface="微软雅黑" pitchFamily="34" charset="-122"/>
                <a:ea typeface="微软雅黑" pitchFamily="34" charset="-122"/>
              </a:rPr>
              <a:t>定时器模块</a:t>
            </a:r>
            <a:endParaRPr lang="zh-CN" altLang="zh-CN" sz="2400" b="1" dirty="0">
              <a:solidFill>
                <a:schemeClr val="bg1"/>
              </a:solidFill>
              <a:latin typeface="微软雅黑" pitchFamily="34" charset="-122"/>
              <a:ea typeface="微软雅黑" pitchFamily="34" charset="-122"/>
            </a:endParaRPr>
          </a:p>
        </p:txBody>
      </p:sp>
      <p:sp>
        <p:nvSpPr>
          <p:cNvPr id="6" name="矩形 5"/>
          <p:cNvSpPr/>
          <p:nvPr/>
        </p:nvSpPr>
        <p:spPr>
          <a:xfrm>
            <a:off x="3851920" y="483518"/>
            <a:ext cx="3960440" cy="443583"/>
          </a:xfrm>
          <a:prstGeom prst="rect">
            <a:avLst/>
          </a:prstGeom>
        </p:spPr>
        <p:txBody>
          <a:bodyPr wrap="square">
            <a:spAutoFit/>
          </a:bodyPr>
          <a:lstStyle/>
          <a:p>
            <a:pPr lvl="0" algn="ctr">
              <a:lnSpc>
                <a:spcPct val="125000"/>
              </a:lnSpc>
            </a:pPr>
            <a:r>
              <a:rPr lang="zh-CN" altLang="en-US" sz="2000" b="1" dirty="0">
                <a:solidFill>
                  <a:srgbClr val="C00000"/>
                </a:solidFill>
              </a:rPr>
              <a:t>操作系统主要有五大管理功能</a:t>
            </a:r>
          </a:p>
        </p:txBody>
      </p:sp>
      <p:graphicFrame>
        <p:nvGraphicFramePr>
          <p:cNvPr id="9" name="图示 8"/>
          <p:cNvGraphicFramePr/>
          <p:nvPr>
            <p:extLst>
              <p:ext uri="{D42A27DB-BD31-4B8C-83A1-F6EECF244321}">
                <p14:modId xmlns:p14="http://schemas.microsoft.com/office/powerpoint/2010/main" val="1341433712"/>
              </p:ext>
            </p:extLst>
          </p:nvPr>
        </p:nvGraphicFramePr>
        <p:xfrm>
          <a:off x="683568" y="1059582"/>
          <a:ext cx="7920880" cy="36248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矩形 6"/>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8" name="矩形 7"/>
          <p:cNvSpPr/>
          <p:nvPr/>
        </p:nvSpPr>
        <p:spPr>
          <a:xfrm>
            <a:off x="125188" y="360766"/>
            <a:ext cx="3204723" cy="461665"/>
          </a:xfrm>
          <a:prstGeom prst="rect">
            <a:avLst/>
          </a:prstGeom>
        </p:spPr>
        <p:txBody>
          <a:bodyPr wrap="none">
            <a:spAutoFit/>
          </a:bodyPr>
          <a:lstStyle/>
          <a:p>
            <a:r>
              <a:rPr lang="en-US" altLang="zh-CN" sz="2400" b="1" dirty="0">
                <a:solidFill>
                  <a:schemeClr val="bg1"/>
                </a:solidFill>
              </a:rPr>
              <a:t>12.2.1 </a:t>
            </a:r>
            <a:r>
              <a:rPr lang="zh-CN" altLang="en-US" sz="2400" b="1" dirty="0">
                <a:solidFill>
                  <a:schemeClr val="bg1"/>
                </a:solidFill>
              </a:rPr>
              <a:t>计算机操作系统</a:t>
            </a:r>
          </a:p>
        </p:txBody>
      </p:sp>
    </p:spTree>
    <p:extLst>
      <p:ext uri="{BB962C8B-B14F-4D97-AF65-F5344CB8AC3E}">
        <p14:creationId xmlns:p14="http://schemas.microsoft.com/office/powerpoint/2010/main" val="5733319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67116"/>
            <a:ext cx="340304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96069"/>
            <a:ext cx="3353803"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9.1 STM32</a:t>
            </a:r>
            <a:r>
              <a:rPr lang="zh-CN" altLang="en-US" sz="2400" b="1" dirty="0">
                <a:solidFill>
                  <a:schemeClr val="bg1"/>
                </a:solidFill>
                <a:latin typeface="微软雅黑" pitchFamily="34" charset="-122"/>
                <a:ea typeface="微软雅黑" pitchFamily="34" charset="-122"/>
              </a:rPr>
              <a:t>定时器模块</a:t>
            </a:r>
            <a:endParaRPr lang="zh-CN" altLang="zh-CN" sz="2400" b="1" dirty="0">
              <a:solidFill>
                <a:schemeClr val="bg1"/>
              </a:solidFill>
              <a:latin typeface="微软雅黑" pitchFamily="34" charset="-122"/>
              <a:ea typeface="微软雅黑" pitchFamily="34" charset="-122"/>
            </a:endParaRPr>
          </a:p>
        </p:txBody>
      </p:sp>
      <p:sp>
        <p:nvSpPr>
          <p:cNvPr id="7" name="矩形 6"/>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8" name="矩形 7"/>
          <p:cNvSpPr/>
          <p:nvPr/>
        </p:nvSpPr>
        <p:spPr>
          <a:xfrm>
            <a:off x="125188" y="360766"/>
            <a:ext cx="3204723" cy="461665"/>
          </a:xfrm>
          <a:prstGeom prst="rect">
            <a:avLst/>
          </a:prstGeom>
        </p:spPr>
        <p:txBody>
          <a:bodyPr wrap="none">
            <a:spAutoFit/>
          </a:bodyPr>
          <a:lstStyle/>
          <a:p>
            <a:r>
              <a:rPr lang="en-US" altLang="zh-CN" sz="2400" b="1" dirty="0">
                <a:solidFill>
                  <a:schemeClr val="bg1"/>
                </a:solidFill>
              </a:rPr>
              <a:t>12.2.2 </a:t>
            </a:r>
            <a:r>
              <a:rPr lang="zh-CN" altLang="en-US" sz="2400" b="1" dirty="0">
                <a:solidFill>
                  <a:schemeClr val="bg1"/>
                </a:solidFill>
              </a:rPr>
              <a:t>嵌入式操作系统</a:t>
            </a:r>
          </a:p>
        </p:txBody>
      </p:sp>
      <p:sp>
        <p:nvSpPr>
          <p:cNvPr id="2" name="矩形 1"/>
          <p:cNvSpPr/>
          <p:nvPr/>
        </p:nvSpPr>
        <p:spPr>
          <a:xfrm>
            <a:off x="755576" y="1275606"/>
            <a:ext cx="3312368" cy="1100942"/>
          </a:xfrm>
          <a:prstGeom prst="rect">
            <a:avLst/>
          </a:prstGeom>
          <a:solidFill>
            <a:schemeClr val="accent2">
              <a:lumMod val="20000"/>
              <a:lumOff val="80000"/>
            </a:schemeClr>
          </a:solidFill>
        </p:spPr>
        <p:txBody>
          <a:bodyPr wrap="square">
            <a:spAutoFit/>
          </a:bodyPr>
          <a:lstStyle/>
          <a:p>
            <a:pPr>
              <a:lnSpc>
                <a:spcPct val="125000"/>
              </a:lnSpc>
            </a:pPr>
            <a:r>
              <a:rPr lang="zh-CN" altLang="en-US" b="1" dirty="0" smtClean="0"/>
              <a:t>     嵌入式</a:t>
            </a:r>
            <a:r>
              <a:rPr lang="zh-CN" altLang="en-US" b="1" dirty="0"/>
              <a:t>操作系统（</a:t>
            </a:r>
            <a:r>
              <a:rPr lang="en-US" altLang="zh-CN" b="1" dirty="0"/>
              <a:t>Embedded Operating System</a:t>
            </a:r>
            <a:r>
              <a:rPr lang="zh-CN" altLang="en-US" b="1" dirty="0"/>
              <a:t>，</a:t>
            </a:r>
            <a:r>
              <a:rPr lang="en-US" altLang="zh-CN" b="1" dirty="0"/>
              <a:t>EOS</a:t>
            </a:r>
            <a:r>
              <a:rPr lang="zh-CN" altLang="en-US" b="1" dirty="0"/>
              <a:t>）是指用于嵌入式系统的操作系统</a:t>
            </a:r>
            <a:r>
              <a:rPr lang="zh-CN" altLang="en-US" b="1" dirty="0" smtClean="0"/>
              <a:t>。</a:t>
            </a:r>
            <a:endParaRPr lang="en-US" altLang="zh-CN" b="1" dirty="0" smtClean="0"/>
          </a:p>
        </p:txBody>
      </p:sp>
      <p:graphicFrame>
        <p:nvGraphicFramePr>
          <p:cNvPr id="12" name="图示 11"/>
          <p:cNvGraphicFramePr/>
          <p:nvPr>
            <p:extLst>
              <p:ext uri="{D42A27DB-BD31-4B8C-83A1-F6EECF244321}">
                <p14:modId xmlns:p14="http://schemas.microsoft.com/office/powerpoint/2010/main" val="3222867369"/>
              </p:ext>
            </p:extLst>
          </p:nvPr>
        </p:nvGraphicFramePr>
        <p:xfrm>
          <a:off x="4427984" y="629357"/>
          <a:ext cx="4032448" cy="42409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矩形 10"/>
          <p:cNvSpPr/>
          <p:nvPr/>
        </p:nvSpPr>
        <p:spPr>
          <a:xfrm>
            <a:off x="755576" y="2587352"/>
            <a:ext cx="3312368" cy="1823576"/>
          </a:xfrm>
          <a:prstGeom prst="rect">
            <a:avLst/>
          </a:prstGeom>
          <a:solidFill>
            <a:schemeClr val="accent5">
              <a:lumMod val="20000"/>
              <a:lumOff val="80000"/>
            </a:schemeClr>
          </a:solidFill>
        </p:spPr>
        <p:txBody>
          <a:bodyPr wrap="square">
            <a:spAutoFit/>
          </a:bodyPr>
          <a:lstStyle/>
          <a:p>
            <a:pPr>
              <a:lnSpc>
                <a:spcPct val="125000"/>
              </a:lnSpc>
            </a:pPr>
            <a:r>
              <a:rPr lang="zh-CN" altLang="en-US" b="1" dirty="0" smtClean="0"/>
              <a:t>    一般</a:t>
            </a:r>
            <a:r>
              <a:rPr lang="zh-CN" altLang="en-US" b="1" dirty="0"/>
              <a:t>会有一个</a:t>
            </a:r>
            <a:r>
              <a:rPr lang="zh-CN" altLang="en-US" b="1" dirty="0">
                <a:solidFill>
                  <a:srgbClr val="C00000"/>
                </a:solidFill>
              </a:rPr>
              <a:t>内核</a:t>
            </a:r>
            <a:r>
              <a:rPr lang="zh-CN" altLang="en-US" b="1" dirty="0"/>
              <a:t>（</a:t>
            </a:r>
            <a:r>
              <a:rPr lang="en-US" altLang="zh-CN" b="1" dirty="0"/>
              <a:t>Kernel</a:t>
            </a:r>
            <a:r>
              <a:rPr lang="zh-CN" altLang="en-US" b="1" dirty="0"/>
              <a:t>），内核是指系统的一个组件，包含了操作系统的最基本、最主要功能，比如任务管理、存储管理、</a:t>
            </a:r>
            <a:r>
              <a:rPr lang="en-US" altLang="zh-CN" b="1" dirty="0"/>
              <a:t>I/O</a:t>
            </a:r>
            <a:r>
              <a:rPr lang="zh-CN" altLang="en-US" b="1" dirty="0"/>
              <a:t>设备管理</a:t>
            </a:r>
            <a:r>
              <a:rPr lang="zh-CN" altLang="en-US" b="1" dirty="0" smtClean="0"/>
              <a:t>等。</a:t>
            </a:r>
            <a:endParaRPr lang="zh-CN" altLang="en-US" b="1" dirty="0"/>
          </a:p>
        </p:txBody>
      </p:sp>
    </p:spTree>
    <p:extLst>
      <p:ext uri="{BB962C8B-B14F-4D97-AF65-F5344CB8AC3E}">
        <p14:creationId xmlns:p14="http://schemas.microsoft.com/office/powerpoint/2010/main" val="31191679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67116"/>
            <a:ext cx="340304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96069"/>
            <a:ext cx="3353803"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9.1 STM32</a:t>
            </a:r>
            <a:r>
              <a:rPr lang="zh-CN" altLang="en-US" sz="2400" b="1" dirty="0">
                <a:solidFill>
                  <a:schemeClr val="bg1"/>
                </a:solidFill>
                <a:latin typeface="微软雅黑" pitchFamily="34" charset="-122"/>
                <a:ea typeface="微软雅黑" pitchFamily="34" charset="-122"/>
              </a:rPr>
              <a:t>定时器模块</a:t>
            </a:r>
            <a:endParaRPr lang="zh-CN" altLang="zh-CN" sz="2400" b="1" dirty="0">
              <a:solidFill>
                <a:schemeClr val="bg1"/>
              </a:solidFill>
              <a:latin typeface="微软雅黑" pitchFamily="34" charset="-122"/>
              <a:ea typeface="微软雅黑" pitchFamily="34" charset="-122"/>
            </a:endParaRPr>
          </a:p>
        </p:txBody>
      </p:sp>
      <p:sp>
        <p:nvSpPr>
          <p:cNvPr id="7" name="矩形 6"/>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8" name="矩形 7"/>
          <p:cNvSpPr/>
          <p:nvPr/>
        </p:nvSpPr>
        <p:spPr>
          <a:xfrm>
            <a:off x="125188" y="360766"/>
            <a:ext cx="3204723" cy="461665"/>
          </a:xfrm>
          <a:prstGeom prst="rect">
            <a:avLst/>
          </a:prstGeom>
        </p:spPr>
        <p:txBody>
          <a:bodyPr wrap="none">
            <a:spAutoFit/>
          </a:bodyPr>
          <a:lstStyle/>
          <a:p>
            <a:r>
              <a:rPr lang="en-US" altLang="zh-CN" sz="2400" b="1" dirty="0">
                <a:solidFill>
                  <a:schemeClr val="bg1"/>
                </a:solidFill>
              </a:rPr>
              <a:t>12.2.2 </a:t>
            </a:r>
            <a:r>
              <a:rPr lang="zh-CN" altLang="en-US" sz="2400" b="1" dirty="0">
                <a:solidFill>
                  <a:schemeClr val="bg1"/>
                </a:solidFill>
              </a:rPr>
              <a:t>嵌入式操作系统</a:t>
            </a:r>
          </a:p>
        </p:txBody>
      </p:sp>
      <p:sp>
        <p:nvSpPr>
          <p:cNvPr id="3" name="矩形 2"/>
          <p:cNvSpPr/>
          <p:nvPr/>
        </p:nvSpPr>
        <p:spPr>
          <a:xfrm>
            <a:off x="683567" y="3654457"/>
            <a:ext cx="2646343" cy="830997"/>
          </a:xfrm>
          <a:prstGeom prst="rect">
            <a:avLst/>
          </a:prstGeom>
        </p:spPr>
        <p:txBody>
          <a:bodyPr wrap="square">
            <a:spAutoFit/>
          </a:bodyPr>
          <a:lstStyle/>
          <a:p>
            <a:pPr lvl="0"/>
            <a:r>
              <a:rPr lang="zh-CN" altLang="en-US" sz="1600" b="1" dirty="0" smtClean="0">
                <a:solidFill>
                  <a:prstClr val="black"/>
                </a:solidFill>
              </a:rPr>
              <a:t>为</a:t>
            </a:r>
            <a:r>
              <a:rPr lang="zh-CN" altLang="en-US" sz="1600" b="1" dirty="0">
                <a:solidFill>
                  <a:prstClr val="black"/>
                </a:solidFill>
              </a:rPr>
              <a:t>满足多种硬件平台的统一性，要求嵌入式操作系统具有一定的可移植性。</a:t>
            </a:r>
          </a:p>
        </p:txBody>
      </p:sp>
      <p:grpSp>
        <p:nvGrpSpPr>
          <p:cNvPr id="2" name="组合 1"/>
          <p:cNvGrpSpPr/>
          <p:nvPr/>
        </p:nvGrpSpPr>
        <p:grpSpPr>
          <a:xfrm>
            <a:off x="3249889" y="1221607"/>
            <a:ext cx="2263695" cy="3310656"/>
            <a:chOff x="4385888" y="1554190"/>
            <a:chExt cx="3025871" cy="4480456"/>
          </a:xfrm>
        </p:grpSpPr>
        <p:sp>
          <p:nvSpPr>
            <p:cNvPr id="9" name="Freeform 7"/>
            <p:cNvSpPr>
              <a:spLocks/>
            </p:cNvSpPr>
            <p:nvPr/>
          </p:nvSpPr>
          <p:spPr bwMode="auto">
            <a:xfrm>
              <a:off x="5509510" y="1554190"/>
              <a:ext cx="1170173" cy="4480456"/>
            </a:xfrm>
            <a:custGeom>
              <a:avLst/>
              <a:gdLst>
                <a:gd name="T0" fmla="*/ 0 w 777"/>
                <a:gd name="T1" fmla="*/ 2974 h 2974"/>
                <a:gd name="T2" fmla="*/ 507 w 777"/>
                <a:gd name="T3" fmla="*/ 2467 h 2974"/>
                <a:gd name="T4" fmla="*/ 388 w 777"/>
                <a:gd name="T5" fmla="*/ 2138 h 2974"/>
                <a:gd name="T6" fmla="*/ 277 w 777"/>
                <a:gd name="T7" fmla="*/ 1818 h 2974"/>
                <a:gd name="T8" fmla="*/ 398 w 777"/>
                <a:gd name="T9" fmla="*/ 1488 h 2974"/>
                <a:gd name="T10" fmla="*/ 507 w 777"/>
                <a:gd name="T11" fmla="*/ 1171 h 2974"/>
                <a:gd name="T12" fmla="*/ 390 w 777"/>
                <a:gd name="T13" fmla="*/ 844 h 2974"/>
                <a:gd name="T14" fmla="*/ 267 w 777"/>
                <a:gd name="T15" fmla="*/ 511 h 2974"/>
                <a:gd name="T16" fmla="*/ 777 w 777"/>
                <a:gd name="T17" fmla="*/ 0 h 2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7" h="2974">
                  <a:moveTo>
                    <a:pt x="0" y="2974"/>
                  </a:moveTo>
                  <a:cubicBezTo>
                    <a:pt x="280" y="2974"/>
                    <a:pt x="507" y="2747"/>
                    <a:pt x="507" y="2467"/>
                  </a:cubicBezTo>
                  <a:cubicBezTo>
                    <a:pt x="507" y="2342"/>
                    <a:pt x="459" y="2227"/>
                    <a:pt x="388" y="2138"/>
                  </a:cubicBezTo>
                  <a:cubicBezTo>
                    <a:pt x="317" y="2049"/>
                    <a:pt x="277" y="1939"/>
                    <a:pt x="277" y="1818"/>
                  </a:cubicBezTo>
                  <a:cubicBezTo>
                    <a:pt x="277" y="1692"/>
                    <a:pt x="326" y="1577"/>
                    <a:pt x="398" y="1488"/>
                  </a:cubicBezTo>
                  <a:cubicBezTo>
                    <a:pt x="469" y="1400"/>
                    <a:pt x="507" y="1290"/>
                    <a:pt x="507" y="1171"/>
                  </a:cubicBezTo>
                  <a:cubicBezTo>
                    <a:pt x="507" y="1047"/>
                    <a:pt x="465" y="933"/>
                    <a:pt x="390" y="844"/>
                  </a:cubicBezTo>
                  <a:cubicBezTo>
                    <a:pt x="315" y="754"/>
                    <a:pt x="267" y="638"/>
                    <a:pt x="267" y="511"/>
                  </a:cubicBezTo>
                  <a:cubicBezTo>
                    <a:pt x="267" y="229"/>
                    <a:pt x="496" y="0"/>
                    <a:pt x="777" y="0"/>
                  </a:cubicBezTo>
                </a:path>
              </a:pathLst>
            </a:custGeom>
            <a:noFill/>
            <a:ln w="12700" cap="flat">
              <a:solidFill>
                <a:schemeClr val="bg1">
                  <a:lumMod val="65000"/>
                </a:schemeClr>
              </a:solidFill>
              <a:prstDash val="solid"/>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0" name="Oval 12"/>
            <p:cNvSpPr>
              <a:spLocks noChangeArrowheads="1"/>
            </p:cNvSpPr>
            <p:nvPr/>
          </p:nvSpPr>
          <p:spPr bwMode="auto">
            <a:xfrm>
              <a:off x="5851315" y="2027361"/>
              <a:ext cx="163888" cy="164526"/>
            </a:xfrm>
            <a:prstGeom prst="ellipse">
              <a:avLst/>
            </a:prstGeom>
            <a:solidFill>
              <a:schemeClr val="accent4">
                <a:lumMod val="75000"/>
              </a:schemeClr>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1" name="Oval 13"/>
            <p:cNvSpPr>
              <a:spLocks noChangeArrowheads="1"/>
            </p:cNvSpPr>
            <p:nvPr/>
          </p:nvSpPr>
          <p:spPr bwMode="auto">
            <a:xfrm>
              <a:off x="6218628" y="3249188"/>
              <a:ext cx="164526" cy="163888"/>
            </a:xfrm>
            <a:prstGeom prst="ellipse">
              <a:avLst/>
            </a:prstGeom>
            <a:solidFill>
              <a:schemeClr val="accent5">
                <a:lumMod val="75000"/>
              </a:schemeClr>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2" name="Oval 14"/>
            <p:cNvSpPr>
              <a:spLocks noChangeArrowheads="1"/>
            </p:cNvSpPr>
            <p:nvPr/>
          </p:nvSpPr>
          <p:spPr bwMode="auto">
            <a:xfrm>
              <a:off x="5842387" y="4171297"/>
              <a:ext cx="163888" cy="163888"/>
            </a:xfrm>
            <a:prstGeom prst="ellipse">
              <a:avLst/>
            </a:prstGeom>
            <a:solidFill>
              <a:schemeClr val="accent4">
                <a:lumMod val="75000"/>
              </a:schemeClr>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3" name="Oval 15"/>
            <p:cNvSpPr>
              <a:spLocks noChangeArrowheads="1"/>
            </p:cNvSpPr>
            <p:nvPr/>
          </p:nvSpPr>
          <p:spPr bwMode="auto">
            <a:xfrm>
              <a:off x="6173352" y="5461995"/>
              <a:ext cx="164526" cy="163888"/>
            </a:xfrm>
            <a:prstGeom prst="ellipse">
              <a:avLst/>
            </a:prstGeom>
            <a:solidFill>
              <a:schemeClr val="accent5">
                <a:lumMod val="75000"/>
              </a:schemeClr>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4" name="Line 16"/>
            <p:cNvSpPr>
              <a:spLocks noChangeShapeType="1"/>
            </p:cNvSpPr>
            <p:nvPr/>
          </p:nvSpPr>
          <p:spPr bwMode="auto">
            <a:xfrm flipH="1">
              <a:off x="4822710" y="2110262"/>
              <a:ext cx="1028605" cy="0"/>
            </a:xfrm>
            <a:prstGeom prst="line">
              <a:avLst/>
            </a:prstGeom>
            <a:noFill/>
            <a:ln w="12700" cap="flat">
              <a:solidFill>
                <a:schemeClr val="bg1">
                  <a:lumMod val="65000"/>
                </a:schemeClr>
              </a:solidFill>
              <a:prstDash val="solid"/>
              <a:miter lim="800000"/>
              <a:headEnd type="none" w="med" len="med"/>
              <a:tailEnd type="oval"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5" name="Line 17"/>
            <p:cNvSpPr>
              <a:spLocks noChangeShapeType="1"/>
            </p:cNvSpPr>
            <p:nvPr/>
          </p:nvSpPr>
          <p:spPr bwMode="auto">
            <a:xfrm flipH="1">
              <a:off x="6383154" y="3330175"/>
              <a:ext cx="1028605" cy="0"/>
            </a:xfrm>
            <a:prstGeom prst="line">
              <a:avLst/>
            </a:prstGeom>
            <a:noFill/>
            <a:ln w="12700" cap="flat">
              <a:solidFill>
                <a:schemeClr val="bg1">
                  <a:lumMod val="65000"/>
                </a:schemeClr>
              </a:solidFill>
              <a:prstDash val="solid"/>
              <a:miter lim="800000"/>
              <a:headEnd type="oval" w="med" len="med"/>
              <a:tailEnd type="non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6" name="Line 18"/>
            <p:cNvSpPr>
              <a:spLocks noChangeShapeType="1"/>
            </p:cNvSpPr>
            <p:nvPr/>
          </p:nvSpPr>
          <p:spPr bwMode="auto">
            <a:xfrm flipH="1">
              <a:off x="4385888" y="4253560"/>
              <a:ext cx="1457775" cy="0"/>
            </a:xfrm>
            <a:prstGeom prst="line">
              <a:avLst/>
            </a:prstGeom>
            <a:noFill/>
            <a:ln w="12700" cap="flat">
              <a:solidFill>
                <a:schemeClr val="bg1">
                  <a:lumMod val="65000"/>
                </a:schemeClr>
              </a:solidFill>
              <a:prstDash val="solid"/>
              <a:miter lim="800000"/>
              <a:headEnd type="none" w="med" len="med"/>
              <a:tailEnd type="oval"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7" name="Line 19"/>
            <p:cNvSpPr>
              <a:spLocks noChangeShapeType="1"/>
            </p:cNvSpPr>
            <p:nvPr/>
          </p:nvSpPr>
          <p:spPr bwMode="auto">
            <a:xfrm flipH="1">
              <a:off x="6335965" y="5544896"/>
              <a:ext cx="1027329" cy="0"/>
            </a:xfrm>
            <a:prstGeom prst="line">
              <a:avLst/>
            </a:prstGeom>
            <a:noFill/>
            <a:ln w="12700" cap="flat">
              <a:solidFill>
                <a:schemeClr val="bg1">
                  <a:lumMod val="65000"/>
                </a:schemeClr>
              </a:solidFill>
              <a:prstDash val="solid"/>
              <a:miter lim="800000"/>
              <a:headEnd type="oval" w="med" len="med"/>
              <a:tailEnd type="non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8" name="椭圆 17"/>
            <p:cNvSpPr/>
            <p:nvPr/>
          </p:nvSpPr>
          <p:spPr>
            <a:xfrm>
              <a:off x="6095314" y="1730777"/>
              <a:ext cx="1186434" cy="1186862"/>
            </a:xfrm>
            <a:prstGeom prst="ellipse">
              <a:avLst/>
            </a:prstGeom>
            <a:solidFill>
              <a:schemeClr val="accent4">
                <a:lumMod val="75000"/>
              </a:schemeClr>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dirty="0" smtClean="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rPr>
                <a:t>微型化</a:t>
              </a:r>
              <a:endParaRPr lang="zh-CN" altLang="en-US" sz="1600" dirty="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9" name="椭圆 18"/>
            <p:cNvSpPr/>
            <p:nvPr/>
          </p:nvSpPr>
          <p:spPr>
            <a:xfrm>
              <a:off x="4917964" y="2723990"/>
              <a:ext cx="1186434" cy="1186862"/>
            </a:xfrm>
            <a:prstGeom prst="ellipse">
              <a:avLst/>
            </a:prstGeom>
            <a:solidFill>
              <a:schemeClr val="accent5">
                <a:lumMod val="75000"/>
              </a:schemeClr>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dirty="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rPr>
                <a:t>可裁剪性</a:t>
              </a:r>
            </a:p>
          </p:txBody>
        </p:sp>
        <p:sp>
          <p:nvSpPr>
            <p:cNvPr id="20" name="椭圆 19"/>
            <p:cNvSpPr/>
            <p:nvPr/>
          </p:nvSpPr>
          <p:spPr>
            <a:xfrm>
              <a:off x="6094596" y="3659810"/>
              <a:ext cx="1186434" cy="1186862"/>
            </a:xfrm>
            <a:prstGeom prst="ellipse">
              <a:avLst/>
            </a:prstGeom>
            <a:solidFill>
              <a:schemeClr val="accent4">
                <a:lumMod val="75000"/>
              </a:schemeClr>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100" b="1" dirty="0">
                  <a:solidFill>
                    <a:schemeClr val="bg1"/>
                  </a:solidFill>
                </a:rPr>
                <a:t>实时性强和可靠性高</a:t>
              </a:r>
              <a:endParaRPr lang="zh-CN" altLang="en-US" sz="1100" b="1" dirty="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21" name="椭圆 20"/>
            <p:cNvSpPr/>
            <p:nvPr/>
          </p:nvSpPr>
          <p:spPr>
            <a:xfrm>
              <a:off x="4915775" y="4677892"/>
              <a:ext cx="1186434" cy="1186862"/>
            </a:xfrm>
            <a:prstGeom prst="ellipse">
              <a:avLst/>
            </a:prstGeom>
            <a:solidFill>
              <a:schemeClr val="accent5">
                <a:lumMod val="75000"/>
              </a:schemeClr>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dirty="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rPr>
                <a:t>易移植</a:t>
              </a:r>
            </a:p>
          </p:txBody>
        </p:sp>
      </p:grpSp>
      <p:sp>
        <p:nvSpPr>
          <p:cNvPr id="6" name="矩形 5"/>
          <p:cNvSpPr/>
          <p:nvPr/>
        </p:nvSpPr>
        <p:spPr>
          <a:xfrm>
            <a:off x="3923928" y="360766"/>
            <a:ext cx="4536504" cy="646331"/>
          </a:xfrm>
          <a:prstGeom prst="rect">
            <a:avLst/>
          </a:prstGeom>
        </p:spPr>
        <p:txBody>
          <a:bodyPr wrap="square">
            <a:spAutoFit/>
          </a:bodyPr>
          <a:lstStyle/>
          <a:p>
            <a:pPr lvl="0"/>
            <a:r>
              <a:rPr lang="zh-CN" altLang="en-US" b="1" dirty="0" smtClean="0">
                <a:solidFill>
                  <a:prstClr val="black"/>
                </a:solidFill>
              </a:rPr>
              <a:t>    相比</a:t>
            </a:r>
            <a:r>
              <a:rPr lang="en-US" altLang="zh-CN" b="1" dirty="0" smtClean="0">
                <a:solidFill>
                  <a:prstClr val="black"/>
                </a:solidFill>
              </a:rPr>
              <a:t>PC</a:t>
            </a:r>
            <a:r>
              <a:rPr lang="zh-CN" altLang="en-US" b="1" dirty="0">
                <a:solidFill>
                  <a:prstClr val="black"/>
                </a:solidFill>
              </a:rPr>
              <a:t>机</a:t>
            </a:r>
            <a:r>
              <a:rPr lang="zh-CN" altLang="en-US" b="1" dirty="0" smtClean="0">
                <a:solidFill>
                  <a:prstClr val="black"/>
                </a:solidFill>
              </a:rPr>
              <a:t>操作系统，嵌入式</a:t>
            </a:r>
            <a:r>
              <a:rPr lang="zh-CN" altLang="en-US" b="1" dirty="0">
                <a:solidFill>
                  <a:prstClr val="black"/>
                </a:solidFill>
              </a:rPr>
              <a:t>操作系统具有</a:t>
            </a:r>
            <a:r>
              <a:rPr lang="zh-CN" altLang="en-US" b="1" dirty="0" smtClean="0">
                <a:solidFill>
                  <a:prstClr val="black"/>
                </a:solidFill>
              </a:rPr>
              <a:t>以下的</a:t>
            </a:r>
            <a:r>
              <a:rPr lang="zh-CN" altLang="en-US" b="1" dirty="0">
                <a:solidFill>
                  <a:prstClr val="black"/>
                </a:solidFill>
              </a:rPr>
              <a:t>特点：</a:t>
            </a:r>
          </a:p>
        </p:txBody>
      </p:sp>
      <p:sp>
        <p:nvSpPr>
          <p:cNvPr id="22" name="矩形 21"/>
          <p:cNvSpPr/>
          <p:nvPr/>
        </p:nvSpPr>
        <p:spPr>
          <a:xfrm>
            <a:off x="5724128" y="1206785"/>
            <a:ext cx="2874840" cy="1200329"/>
          </a:xfrm>
          <a:prstGeom prst="rect">
            <a:avLst/>
          </a:prstGeom>
        </p:spPr>
        <p:txBody>
          <a:bodyPr wrap="square">
            <a:spAutoFit/>
          </a:bodyPr>
          <a:lstStyle/>
          <a:p>
            <a:pPr lvl="0"/>
            <a:r>
              <a:rPr lang="zh-CN" altLang="en-US" b="1" dirty="0">
                <a:solidFill>
                  <a:prstClr val="black"/>
                </a:solidFill>
              </a:rPr>
              <a:t>嵌入式系统体积</a:t>
            </a:r>
            <a:r>
              <a:rPr lang="zh-CN" altLang="en-US" b="1" dirty="0" smtClean="0">
                <a:solidFill>
                  <a:prstClr val="black"/>
                </a:solidFill>
              </a:rPr>
              <a:t>小，系统</a:t>
            </a:r>
            <a:r>
              <a:rPr lang="zh-CN" altLang="en-US" b="1" dirty="0">
                <a:solidFill>
                  <a:prstClr val="black"/>
                </a:solidFill>
              </a:rPr>
              <a:t>资源受限</a:t>
            </a:r>
            <a:r>
              <a:rPr lang="zh-CN" altLang="en-US" b="1" dirty="0" smtClean="0">
                <a:solidFill>
                  <a:prstClr val="black"/>
                </a:solidFill>
              </a:rPr>
              <a:t>，要求</a:t>
            </a:r>
            <a:r>
              <a:rPr lang="zh-CN" altLang="en-US" b="1" dirty="0">
                <a:solidFill>
                  <a:prstClr val="black"/>
                </a:solidFill>
              </a:rPr>
              <a:t>嵌入式操作系统本身不能占用过多的存储空间和资源。</a:t>
            </a:r>
          </a:p>
        </p:txBody>
      </p:sp>
      <p:sp>
        <p:nvSpPr>
          <p:cNvPr id="23" name="矩形 22"/>
          <p:cNvSpPr/>
          <p:nvPr/>
        </p:nvSpPr>
        <p:spPr>
          <a:xfrm>
            <a:off x="608091" y="1812724"/>
            <a:ext cx="2892366" cy="1200329"/>
          </a:xfrm>
          <a:prstGeom prst="rect">
            <a:avLst/>
          </a:prstGeom>
        </p:spPr>
        <p:txBody>
          <a:bodyPr wrap="square">
            <a:spAutoFit/>
          </a:bodyPr>
          <a:lstStyle/>
          <a:p>
            <a:pPr lvl="0"/>
            <a:r>
              <a:rPr lang="zh-CN" altLang="en-US" b="1" dirty="0" smtClean="0">
                <a:solidFill>
                  <a:prstClr val="black"/>
                </a:solidFill>
              </a:rPr>
              <a:t>嵌入式</a:t>
            </a:r>
            <a:r>
              <a:rPr lang="zh-CN" altLang="en-US" b="1" dirty="0">
                <a:solidFill>
                  <a:prstClr val="black"/>
                </a:solidFill>
              </a:rPr>
              <a:t>系统应用环境差异很大，功能要求也各不相同，</a:t>
            </a:r>
            <a:r>
              <a:rPr lang="zh-CN" altLang="en-US" b="1" dirty="0" smtClean="0">
                <a:solidFill>
                  <a:prstClr val="black"/>
                </a:solidFill>
              </a:rPr>
              <a:t>所以能够</a:t>
            </a:r>
            <a:r>
              <a:rPr lang="zh-CN" altLang="en-US" b="1" dirty="0">
                <a:solidFill>
                  <a:prstClr val="black"/>
                </a:solidFill>
              </a:rPr>
              <a:t>根据实际需求删减不需要的功能。</a:t>
            </a:r>
          </a:p>
        </p:txBody>
      </p:sp>
      <p:sp>
        <p:nvSpPr>
          <p:cNvPr id="24" name="矩形 23"/>
          <p:cNvSpPr/>
          <p:nvPr/>
        </p:nvSpPr>
        <p:spPr>
          <a:xfrm>
            <a:off x="5747149" y="2777472"/>
            <a:ext cx="2713283" cy="923330"/>
          </a:xfrm>
          <a:prstGeom prst="rect">
            <a:avLst/>
          </a:prstGeom>
        </p:spPr>
        <p:txBody>
          <a:bodyPr wrap="square">
            <a:spAutoFit/>
          </a:bodyPr>
          <a:lstStyle/>
          <a:p>
            <a:r>
              <a:rPr lang="zh-CN" altLang="en-US" b="1" dirty="0" smtClean="0">
                <a:solidFill>
                  <a:prstClr val="black"/>
                </a:solidFill>
              </a:rPr>
              <a:t>对</a:t>
            </a:r>
            <a:r>
              <a:rPr lang="zh-CN" altLang="en-US" b="1" dirty="0">
                <a:solidFill>
                  <a:prstClr val="black"/>
                </a:solidFill>
              </a:rPr>
              <a:t>实时性要求较高，且要求具备一定的抗干扰能力，可靠性高。</a:t>
            </a:r>
            <a:endParaRPr lang="zh-CN" altLang="en-US" b="1" dirty="0"/>
          </a:p>
        </p:txBody>
      </p:sp>
    </p:spTree>
    <p:extLst>
      <p:ext uri="{BB962C8B-B14F-4D97-AF65-F5344CB8AC3E}">
        <p14:creationId xmlns:p14="http://schemas.microsoft.com/office/powerpoint/2010/main" val="35049854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435597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4132863" cy="461665"/>
          </a:xfrm>
          <a:prstGeom prst="rect">
            <a:avLst/>
          </a:prstGeom>
        </p:spPr>
        <p:txBody>
          <a:bodyPr wrap="none">
            <a:spAutoFit/>
          </a:bodyPr>
          <a:lstStyle/>
          <a:p>
            <a:r>
              <a:rPr lang="en-US" altLang="zh-CN" sz="2400" b="1" dirty="0">
                <a:solidFill>
                  <a:schemeClr val="bg1"/>
                </a:solidFill>
              </a:rPr>
              <a:t>12.2.3 </a:t>
            </a:r>
            <a:r>
              <a:rPr lang="zh-CN" altLang="en-US" sz="2400" b="1" dirty="0">
                <a:solidFill>
                  <a:schemeClr val="bg1"/>
                </a:solidFill>
              </a:rPr>
              <a:t>嵌入式操作系统的分类</a:t>
            </a:r>
          </a:p>
        </p:txBody>
      </p:sp>
      <p:sp>
        <p:nvSpPr>
          <p:cNvPr id="10" name="矩形 9"/>
          <p:cNvSpPr/>
          <p:nvPr/>
        </p:nvSpPr>
        <p:spPr>
          <a:xfrm>
            <a:off x="755576" y="2551040"/>
            <a:ext cx="1142057" cy="438582"/>
          </a:xfrm>
          <a:prstGeom prst="rect">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algn="ctr">
              <a:lnSpc>
                <a:spcPct val="125000"/>
              </a:lnSpc>
            </a:pPr>
            <a:r>
              <a:rPr lang="zh-CN" altLang="en-US" b="1" dirty="0" smtClean="0"/>
              <a:t>操作系统</a:t>
            </a:r>
            <a:endParaRPr lang="zh-CN" altLang="en-US" b="1" dirty="0"/>
          </a:p>
        </p:txBody>
      </p:sp>
      <p:sp>
        <p:nvSpPr>
          <p:cNvPr id="11" name="圆角矩形 10"/>
          <p:cNvSpPr/>
          <p:nvPr/>
        </p:nvSpPr>
        <p:spPr>
          <a:xfrm>
            <a:off x="2185665" y="1283759"/>
            <a:ext cx="1299756" cy="607520"/>
          </a:xfrm>
          <a:prstGeom prst="roundRect">
            <a:avLst/>
          </a:prstGeom>
          <a:scene3d>
            <a:camera prst="orthographicFront">
              <a:rot lat="0" lon="0" rev="0"/>
            </a:camera>
            <a:lightRig rig="threePt" dir="t">
              <a:rot lat="0" lon="0" rev="1200000"/>
            </a:lightRig>
          </a:scene3d>
          <a:sp3d>
            <a:bevelT w="63500" h="25400" prst="coolSlant"/>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任务多少</a:t>
            </a:r>
            <a:endParaRPr lang="zh-CN" altLang="en-US" b="1" dirty="0">
              <a:solidFill>
                <a:schemeClr val="bg1"/>
              </a:solidFill>
            </a:endParaRPr>
          </a:p>
        </p:txBody>
      </p:sp>
      <p:sp>
        <p:nvSpPr>
          <p:cNvPr id="12" name="圆角矩形 11"/>
          <p:cNvSpPr/>
          <p:nvPr/>
        </p:nvSpPr>
        <p:spPr>
          <a:xfrm>
            <a:off x="2185664" y="2468286"/>
            <a:ext cx="1306216" cy="607520"/>
          </a:xfrm>
          <a:prstGeom prst="roundRect">
            <a:avLst/>
          </a:prstGeom>
          <a:scene3d>
            <a:camera prst="orthographicFront">
              <a:rot lat="0" lon="0" rev="0"/>
            </a:camera>
            <a:lightRig rig="threePt" dir="t">
              <a:rot lat="0" lon="0" rev="1200000"/>
            </a:lightRig>
          </a:scene3d>
          <a:sp3d>
            <a:bevelT w="63500" h="25400" prst="coolSlant"/>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是否具有实时性</a:t>
            </a:r>
            <a:endParaRPr lang="zh-CN" altLang="en-US" b="1" dirty="0">
              <a:solidFill>
                <a:schemeClr val="bg1"/>
              </a:solidFill>
            </a:endParaRPr>
          </a:p>
        </p:txBody>
      </p:sp>
      <p:cxnSp>
        <p:nvCxnSpPr>
          <p:cNvPr id="13" name="直接连接符 12"/>
          <p:cNvCxnSpPr>
            <a:stCxn id="11" idx="1"/>
            <a:endCxn id="10" idx="3"/>
          </p:cNvCxnSpPr>
          <p:nvPr/>
        </p:nvCxnSpPr>
        <p:spPr>
          <a:xfrm flipH="1">
            <a:off x="1897633" y="1587519"/>
            <a:ext cx="288032" cy="1182812"/>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2" idx="1"/>
            <a:endCxn id="10" idx="3"/>
          </p:cNvCxnSpPr>
          <p:nvPr/>
        </p:nvCxnSpPr>
        <p:spPr>
          <a:xfrm flipH="1" flipV="1">
            <a:off x="1897633" y="2770331"/>
            <a:ext cx="288031" cy="1715"/>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795898" y="1131590"/>
            <a:ext cx="1665245" cy="33855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sz="1600" b="1" dirty="0"/>
              <a:t>单</a:t>
            </a:r>
            <a:r>
              <a:rPr lang="zh-CN" altLang="en-US" sz="1600" b="1" dirty="0" smtClean="0"/>
              <a:t>任务操作系统</a:t>
            </a:r>
            <a:endParaRPr lang="en-US" altLang="zh-CN" sz="1600" b="1" dirty="0"/>
          </a:p>
        </p:txBody>
      </p:sp>
      <p:cxnSp>
        <p:nvCxnSpPr>
          <p:cNvPr id="16" name="直接连接符 15"/>
          <p:cNvCxnSpPr>
            <a:stCxn id="15" idx="1"/>
            <a:endCxn id="11" idx="3"/>
          </p:cNvCxnSpPr>
          <p:nvPr/>
        </p:nvCxnSpPr>
        <p:spPr>
          <a:xfrm flipH="1">
            <a:off x="3485421" y="1300867"/>
            <a:ext cx="310477" cy="286652"/>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3779912" y="2376990"/>
            <a:ext cx="2292131" cy="33855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zh-CN" sz="1600" b="1" dirty="0"/>
              <a:t>实时嵌入式操作系统</a:t>
            </a:r>
            <a:endParaRPr lang="en-US" altLang="zh-CN" sz="1600" b="1" dirty="0"/>
          </a:p>
        </p:txBody>
      </p:sp>
      <p:cxnSp>
        <p:nvCxnSpPr>
          <p:cNvPr id="18" name="直接连接符 17"/>
          <p:cNvCxnSpPr>
            <a:stCxn id="17" idx="1"/>
            <a:endCxn id="12" idx="3"/>
          </p:cNvCxnSpPr>
          <p:nvPr/>
        </p:nvCxnSpPr>
        <p:spPr>
          <a:xfrm flipH="1">
            <a:off x="3491880" y="2546267"/>
            <a:ext cx="288032" cy="225779"/>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6430032" y="1808014"/>
            <a:ext cx="1944216" cy="147732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zh-CN" altLang="zh-CN" b="1" dirty="0"/>
              <a:t>能够及时响应外部事件的请求，且在规定的</a:t>
            </a:r>
            <a:r>
              <a:rPr lang="zh-CN" altLang="zh-CN" b="1" dirty="0" smtClean="0"/>
              <a:t>时间内</a:t>
            </a:r>
            <a:r>
              <a:rPr lang="zh-CN" altLang="zh-CN" b="1" dirty="0"/>
              <a:t>完成对外部事件的处理</a:t>
            </a:r>
            <a:endParaRPr lang="zh-CN" altLang="en-US" b="1" dirty="0"/>
          </a:p>
        </p:txBody>
      </p:sp>
      <p:cxnSp>
        <p:nvCxnSpPr>
          <p:cNvPr id="22" name="直接连接符 21"/>
          <p:cNvCxnSpPr>
            <a:stCxn id="19" idx="1"/>
            <a:endCxn id="17" idx="3"/>
          </p:cNvCxnSpPr>
          <p:nvPr/>
        </p:nvCxnSpPr>
        <p:spPr>
          <a:xfrm flipH="1" flipV="1">
            <a:off x="6072043" y="2546267"/>
            <a:ext cx="357989" cy="411"/>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3811542" y="1696741"/>
            <a:ext cx="1665245" cy="33855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sz="1600" b="1" dirty="0" smtClean="0"/>
              <a:t>多任务操作系统</a:t>
            </a:r>
            <a:endParaRPr lang="en-US" altLang="zh-CN" sz="1600" b="1" dirty="0"/>
          </a:p>
        </p:txBody>
      </p:sp>
      <p:cxnSp>
        <p:nvCxnSpPr>
          <p:cNvPr id="30" name="直接连接符 29"/>
          <p:cNvCxnSpPr>
            <a:stCxn id="29" idx="1"/>
            <a:endCxn id="11" idx="3"/>
          </p:cNvCxnSpPr>
          <p:nvPr/>
        </p:nvCxnSpPr>
        <p:spPr>
          <a:xfrm flipH="1" flipV="1">
            <a:off x="3485421" y="1587519"/>
            <a:ext cx="326121" cy="278499"/>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3795898" y="2984943"/>
            <a:ext cx="2292131" cy="33855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en-US" sz="1600" b="1" dirty="0"/>
              <a:t>非</a:t>
            </a:r>
            <a:r>
              <a:rPr lang="zh-CN" altLang="zh-CN" sz="1600" b="1" dirty="0" smtClean="0"/>
              <a:t>实时</a:t>
            </a:r>
            <a:r>
              <a:rPr lang="zh-CN" altLang="zh-CN" sz="1600" b="1" dirty="0"/>
              <a:t>嵌入式操作系统</a:t>
            </a:r>
            <a:endParaRPr lang="en-US" altLang="zh-CN" sz="1600" b="1" dirty="0"/>
          </a:p>
        </p:txBody>
      </p:sp>
      <p:cxnSp>
        <p:nvCxnSpPr>
          <p:cNvPr id="34" name="直接连接符 33"/>
          <p:cNvCxnSpPr>
            <a:stCxn id="33" idx="1"/>
            <a:endCxn id="12" idx="3"/>
          </p:cNvCxnSpPr>
          <p:nvPr/>
        </p:nvCxnSpPr>
        <p:spPr>
          <a:xfrm flipH="1" flipV="1">
            <a:off x="3491880" y="2772046"/>
            <a:ext cx="304018" cy="382174"/>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9" name="圆角矩形 48"/>
          <p:cNvSpPr/>
          <p:nvPr/>
        </p:nvSpPr>
        <p:spPr>
          <a:xfrm>
            <a:off x="2192124" y="3848266"/>
            <a:ext cx="1299756" cy="607520"/>
          </a:xfrm>
          <a:prstGeom prst="roundRect">
            <a:avLst/>
          </a:prstGeom>
          <a:scene3d>
            <a:camera prst="orthographicFront">
              <a:rot lat="0" lon="0" rev="0"/>
            </a:camera>
            <a:lightRig rig="threePt" dir="t">
              <a:rot lat="0" lon="0" rev="1200000"/>
            </a:lightRig>
          </a:scene3d>
          <a:sp3d>
            <a:bevelT w="63500" h="25400" prst="coolSlant"/>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zh-CN" b="1" dirty="0"/>
              <a:t>应用领域的</a:t>
            </a:r>
            <a:r>
              <a:rPr lang="zh-CN" altLang="zh-CN" b="1" dirty="0" smtClean="0"/>
              <a:t>不同</a:t>
            </a:r>
            <a:endParaRPr lang="zh-CN" altLang="en-US" b="1" dirty="0">
              <a:solidFill>
                <a:schemeClr val="bg1"/>
              </a:solidFill>
            </a:endParaRPr>
          </a:p>
        </p:txBody>
      </p:sp>
      <p:sp>
        <p:nvSpPr>
          <p:cNvPr id="50" name="矩形 49"/>
          <p:cNvSpPr/>
          <p:nvPr/>
        </p:nvSpPr>
        <p:spPr>
          <a:xfrm>
            <a:off x="3802357" y="3696097"/>
            <a:ext cx="1665245" cy="33855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sz="1600" b="1" dirty="0"/>
              <a:t>通用操作系统</a:t>
            </a:r>
            <a:endParaRPr lang="en-US" altLang="zh-CN" sz="1600" b="1" dirty="0"/>
          </a:p>
        </p:txBody>
      </p:sp>
      <p:cxnSp>
        <p:nvCxnSpPr>
          <p:cNvPr id="51" name="直接连接符 50"/>
          <p:cNvCxnSpPr>
            <a:stCxn id="50" idx="1"/>
            <a:endCxn id="49" idx="3"/>
          </p:cNvCxnSpPr>
          <p:nvPr/>
        </p:nvCxnSpPr>
        <p:spPr>
          <a:xfrm flipH="1">
            <a:off x="3491880" y="3865374"/>
            <a:ext cx="310477" cy="286652"/>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3818001" y="4261248"/>
            <a:ext cx="1665245" cy="33855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sz="1600" b="1" dirty="0"/>
              <a:t>嵌入式操作系统</a:t>
            </a:r>
            <a:endParaRPr lang="en-US" altLang="zh-CN" sz="1600" b="1" dirty="0"/>
          </a:p>
        </p:txBody>
      </p:sp>
      <p:cxnSp>
        <p:nvCxnSpPr>
          <p:cNvPr id="53" name="直接连接符 52"/>
          <p:cNvCxnSpPr>
            <a:stCxn id="52" idx="1"/>
            <a:endCxn id="49" idx="3"/>
          </p:cNvCxnSpPr>
          <p:nvPr/>
        </p:nvCxnSpPr>
        <p:spPr>
          <a:xfrm flipH="1" flipV="1">
            <a:off x="3491880" y="4152026"/>
            <a:ext cx="326121" cy="278499"/>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49" idx="1"/>
            <a:endCxn id="10" idx="3"/>
          </p:cNvCxnSpPr>
          <p:nvPr/>
        </p:nvCxnSpPr>
        <p:spPr>
          <a:xfrm flipH="1" flipV="1">
            <a:off x="1897633" y="2770331"/>
            <a:ext cx="294491" cy="1381695"/>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49397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右箭头 10"/>
          <p:cNvSpPr/>
          <p:nvPr/>
        </p:nvSpPr>
        <p:spPr>
          <a:xfrm>
            <a:off x="960603" y="955338"/>
            <a:ext cx="3446176" cy="1760428"/>
          </a:xfrm>
          <a:prstGeom prst="rightArrow">
            <a:avLst>
              <a:gd name="adj1" fmla="val 81481"/>
              <a:gd name="adj2" fmla="val 5000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2" name="左箭头 11"/>
          <p:cNvSpPr/>
          <p:nvPr/>
        </p:nvSpPr>
        <p:spPr>
          <a:xfrm>
            <a:off x="4705348" y="1851670"/>
            <a:ext cx="3827744" cy="1774560"/>
          </a:xfrm>
          <a:prstGeom prst="leftArrow">
            <a:avLst>
              <a:gd name="adj1" fmla="val 81485"/>
              <a:gd name="adj2" fmla="val 5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3" name="右箭头 12"/>
          <p:cNvSpPr/>
          <p:nvPr/>
        </p:nvSpPr>
        <p:spPr>
          <a:xfrm>
            <a:off x="960603" y="3071835"/>
            <a:ext cx="3446176" cy="1660155"/>
          </a:xfrm>
          <a:prstGeom prst="rightArrow">
            <a:avLst>
              <a:gd name="adj1" fmla="val 81481"/>
              <a:gd name="adj2" fmla="val 5000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4" name="椭圆 13"/>
          <p:cNvSpPr/>
          <p:nvPr/>
        </p:nvSpPr>
        <p:spPr>
          <a:xfrm>
            <a:off x="4136258" y="1327068"/>
            <a:ext cx="862944" cy="862944"/>
          </a:xfrm>
          <a:prstGeom prst="ellipse">
            <a:avLst/>
          </a:prstGeom>
          <a:solidFill>
            <a:schemeClr val="accent4">
              <a:lumMod val="75000"/>
            </a:schemeClr>
          </a:solidFill>
          <a:ln w="25400">
            <a:noFill/>
          </a:ln>
          <a:effectLst>
            <a:outerShdw blurRad="2286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3300">
              <a:solidFill>
                <a:srgbClr val="FEFABC"/>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5" name="椭圆 14"/>
          <p:cNvSpPr/>
          <p:nvPr/>
        </p:nvSpPr>
        <p:spPr>
          <a:xfrm>
            <a:off x="4136258" y="2316530"/>
            <a:ext cx="862944" cy="862944"/>
          </a:xfrm>
          <a:prstGeom prst="ellipse">
            <a:avLst/>
          </a:prstGeom>
          <a:solidFill>
            <a:schemeClr val="accent5">
              <a:lumMod val="75000"/>
            </a:schemeClr>
          </a:solidFill>
          <a:ln w="25400">
            <a:noFill/>
          </a:ln>
          <a:effectLst>
            <a:outerShdw blurRad="2286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3300">
              <a:solidFill>
                <a:srgbClr val="FEFABC"/>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6" name="椭圆 15"/>
          <p:cNvSpPr/>
          <p:nvPr/>
        </p:nvSpPr>
        <p:spPr>
          <a:xfrm>
            <a:off x="4136258" y="3305993"/>
            <a:ext cx="862944" cy="862944"/>
          </a:xfrm>
          <a:prstGeom prst="ellipse">
            <a:avLst/>
          </a:prstGeom>
          <a:solidFill>
            <a:schemeClr val="accent3">
              <a:lumMod val="50000"/>
            </a:schemeClr>
          </a:solidFill>
          <a:ln w="25400">
            <a:noFill/>
          </a:ln>
          <a:effectLst>
            <a:outerShdw blurRad="2286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3300">
              <a:solidFill>
                <a:srgbClr val="FEFABC"/>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7" name="Freeform 5"/>
          <p:cNvSpPr>
            <a:spLocks noEditPoints="1"/>
          </p:cNvSpPr>
          <p:nvPr/>
        </p:nvSpPr>
        <p:spPr bwMode="auto">
          <a:xfrm>
            <a:off x="4429885" y="3554222"/>
            <a:ext cx="275693" cy="366485"/>
          </a:xfrm>
          <a:custGeom>
            <a:avLst/>
            <a:gdLst>
              <a:gd name="T0" fmla="*/ 192 w 209"/>
              <a:gd name="T1" fmla="*/ 18 h 280"/>
              <a:gd name="T2" fmla="*/ 209 w 209"/>
              <a:gd name="T3" fmla="*/ 18 h 280"/>
              <a:gd name="T4" fmla="*/ 209 w 209"/>
              <a:gd name="T5" fmla="*/ 0 h 280"/>
              <a:gd name="T6" fmla="*/ 0 w 209"/>
              <a:gd name="T7" fmla="*/ 0 h 280"/>
              <a:gd name="T8" fmla="*/ 0 w 209"/>
              <a:gd name="T9" fmla="*/ 18 h 280"/>
              <a:gd name="T10" fmla="*/ 17 w 209"/>
              <a:gd name="T11" fmla="*/ 18 h 280"/>
              <a:gd name="T12" fmla="*/ 17 w 209"/>
              <a:gd name="T13" fmla="*/ 35 h 280"/>
              <a:gd name="T14" fmla="*/ 25 w 209"/>
              <a:gd name="T15" fmla="*/ 35 h 280"/>
              <a:gd name="T16" fmla="*/ 53 w 209"/>
              <a:gd name="T17" fmla="*/ 131 h 280"/>
              <a:gd name="T18" fmla="*/ 67 w 209"/>
              <a:gd name="T19" fmla="*/ 140 h 280"/>
              <a:gd name="T20" fmla="*/ 53 w 209"/>
              <a:gd name="T21" fmla="*/ 149 h 280"/>
              <a:gd name="T22" fmla="*/ 25 w 209"/>
              <a:gd name="T23" fmla="*/ 245 h 280"/>
              <a:gd name="T24" fmla="*/ 17 w 209"/>
              <a:gd name="T25" fmla="*/ 245 h 280"/>
              <a:gd name="T26" fmla="*/ 17 w 209"/>
              <a:gd name="T27" fmla="*/ 263 h 280"/>
              <a:gd name="T28" fmla="*/ 0 w 209"/>
              <a:gd name="T29" fmla="*/ 263 h 280"/>
              <a:gd name="T30" fmla="*/ 0 w 209"/>
              <a:gd name="T31" fmla="*/ 280 h 280"/>
              <a:gd name="T32" fmla="*/ 209 w 209"/>
              <a:gd name="T33" fmla="*/ 280 h 280"/>
              <a:gd name="T34" fmla="*/ 209 w 209"/>
              <a:gd name="T35" fmla="*/ 263 h 280"/>
              <a:gd name="T36" fmla="*/ 192 w 209"/>
              <a:gd name="T37" fmla="*/ 263 h 280"/>
              <a:gd name="T38" fmla="*/ 192 w 209"/>
              <a:gd name="T39" fmla="*/ 245 h 280"/>
              <a:gd name="T40" fmla="*/ 184 w 209"/>
              <a:gd name="T41" fmla="*/ 245 h 280"/>
              <a:gd name="T42" fmla="*/ 156 w 209"/>
              <a:gd name="T43" fmla="*/ 149 h 280"/>
              <a:gd name="T44" fmla="*/ 141 w 209"/>
              <a:gd name="T45" fmla="*/ 140 h 280"/>
              <a:gd name="T46" fmla="*/ 156 w 209"/>
              <a:gd name="T47" fmla="*/ 131 h 280"/>
              <a:gd name="T48" fmla="*/ 184 w 209"/>
              <a:gd name="T49" fmla="*/ 35 h 280"/>
              <a:gd name="T50" fmla="*/ 192 w 209"/>
              <a:gd name="T51" fmla="*/ 35 h 280"/>
              <a:gd name="T52" fmla="*/ 192 w 209"/>
              <a:gd name="T53" fmla="*/ 18 h 280"/>
              <a:gd name="T54" fmla="*/ 145 w 209"/>
              <a:gd name="T55" fmla="*/ 117 h 280"/>
              <a:gd name="T56" fmla="*/ 122 w 209"/>
              <a:gd name="T57" fmla="*/ 129 h 280"/>
              <a:gd name="T58" fmla="*/ 122 w 209"/>
              <a:gd name="T59" fmla="*/ 151 h 280"/>
              <a:gd name="T60" fmla="*/ 145 w 209"/>
              <a:gd name="T61" fmla="*/ 163 h 280"/>
              <a:gd name="T62" fmla="*/ 166 w 209"/>
              <a:gd name="T63" fmla="*/ 242 h 280"/>
              <a:gd name="T64" fmla="*/ 165 w 209"/>
              <a:gd name="T65" fmla="*/ 245 h 280"/>
              <a:gd name="T66" fmla="*/ 147 w 209"/>
              <a:gd name="T67" fmla="*/ 245 h 280"/>
              <a:gd name="T68" fmla="*/ 134 w 209"/>
              <a:gd name="T69" fmla="*/ 204 h 280"/>
              <a:gd name="T70" fmla="*/ 113 w 209"/>
              <a:gd name="T71" fmla="*/ 194 h 280"/>
              <a:gd name="T72" fmla="*/ 113 w 209"/>
              <a:gd name="T73" fmla="*/ 122 h 280"/>
              <a:gd name="T74" fmla="*/ 142 w 209"/>
              <a:gd name="T75" fmla="*/ 109 h 280"/>
              <a:gd name="T76" fmla="*/ 158 w 209"/>
              <a:gd name="T77" fmla="*/ 88 h 280"/>
              <a:gd name="T78" fmla="*/ 51 w 209"/>
              <a:gd name="T79" fmla="*/ 88 h 280"/>
              <a:gd name="T80" fmla="*/ 67 w 209"/>
              <a:gd name="T81" fmla="*/ 109 h 280"/>
              <a:gd name="T82" fmla="*/ 96 w 209"/>
              <a:gd name="T83" fmla="*/ 122 h 280"/>
              <a:gd name="T84" fmla="*/ 96 w 209"/>
              <a:gd name="T85" fmla="*/ 194 h 280"/>
              <a:gd name="T86" fmla="*/ 75 w 209"/>
              <a:gd name="T87" fmla="*/ 204 h 280"/>
              <a:gd name="T88" fmla="*/ 62 w 209"/>
              <a:gd name="T89" fmla="*/ 245 h 280"/>
              <a:gd name="T90" fmla="*/ 44 w 209"/>
              <a:gd name="T91" fmla="*/ 245 h 280"/>
              <a:gd name="T92" fmla="*/ 43 w 209"/>
              <a:gd name="T93" fmla="*/ 242 h 280"/>
              <a:gd name="T94" fmla="*/ 64 w 209"/>
              <a:gd name="T95" fmla="*/ 163 h 280"/>
              <a:gd name="T96" fmla="*/ 87 w 209"/>
              <a:gd name="T97" fmla="*/ 151 h 280"/>
              <a:gd name="T98" fmla="*/ 87 w 209"/>
              <a:gd name="T99" fmla="*/ 129 h 280"/>
              <a:gd name="T100" fmla="*/ 64 w 209"/>
              <a:gd name="T101" fmla="*/ 117 h 280"/>
              <a:gd name="T102" fmla="*/ 43 w 209"/>
              <a:gd name="T103" fmla="*/ 39 h 280"/>
              <a:gd name="T104" fmla="*/ 44 w 209"/>
              <a:gd name="T105" fmla="*/ 35 h 280"/>
              <a:gd name="T106" fmla="*/ 165 w 209"/>
              <a:gd name="T107" fmla="*/ 35 h 280"/>
              <a:gd name="T108" fmla="*/ 166 w 209"/>
              <a:gd name="T109" fmla="*/ 39 h 280"/>
              <a:gd name="T110" fmla="*/ 145 w 209"/>
              <a:gd name="T111" fmla="*/ 117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9" h="280">
                <a:moveTo>
                  <a:pt x="192" y="18"/>
                </a:moveTo>
                <a:cubicBezTo>
                  <a:pt x="209" y="18"/>
                  <a:pt x="209" y="18"/>
                  <a:pt x="209" y="18"/>
                </a:cubicBezTo>
                <a:cubicBezTo>
                  <a:pt x="209" y="0"/>
                  <a:pt x="209" y="0"/>
                  <a:pt x="209" y="0"/>
                </a:cubicBezTo>
                <a:cubicBezTo>
                  <a:pt x="0" y="0"/>
                  <a:pt x="0" y="0"/>
                  <a:pt x="0" y="0"/>
                </a:cubicBezTo>
                <a:cubicBezTo>
                  <a:pt x="0" y="18"/>
                  <a:pt x="0" y="18"/>
                  <a:pt x="0" y="18"/>
                </a:cubicBezTo>
                <a:cubicBezTo>
                  <a:pt x="17" y="18"/>
                  <a:pt x="17" y="18"/>
                  <a:pt x="17" y="18"/>
                </a:cubicBezTo>
                <a:cubicBezTo>
                  <a:pt x="17" y="35"/>
                  <a:pt x="17" y="35"/>
                  <a:pt x="17" y="35"/>
                </a:cubicBezTo>
                <a:cubicBezTo>
                  <a:pt x="25" y="35"/>
                  <a:pt x="25" y="35"/>
                  <a:pt x="25" y="35"/>
                </a:cubicBezTo>
                <a:cubicBezTo>
                  <a:pt x="13" y="70"/>
                  <a:pt x="24" y="109"/>
                  <a:pt x="53" y="131"/>
                </a:cubicBezTo>
                <a:cubicBezTo>
                  <a:pt x="58" y="135"/>
                  <a:pt x="62" y="138"/>
                  <a:pt x="67" y="140"/>
                </a:cubicBezTo>
                <a:cubicBezTo>
                  <a:pt x="62" y="143"/>
                  <a:pt x="58" y="145"/>
                  <a:pt x="53" y="149"/>
                </a:cubicBezTo>
                <a:cubicBezTo>
                  <a:pt x="24" y="171"/>
                  <a:pt x="13" y="211"/>
                  <a:pt x="25" y="245"/>
                </a:cubicBezTo>
                <a:cubicBezTo>
                  <a:pt x="17" y="245"/>
                  <a:pt x="17" y="245"/>
                  <a:pt x="17" y="245"/>
                </a:cubicBezTo>
                <a:cubicBezTo>
                  <a:pt x="17" y="263"/>
                  <a:pt x="17" y="263"/>
                  <a:pt x="17" y="263"/>
                </a:cubicBezTo>
                <a:cubicBezTo>
                  <a:pt x="0" y="263"/>
                  <a:pt x="0" y="263"/>
                  <a:pt x="0" y="263"/>
                </a:cubicBezTo>
                <a:cubicBezTo>
                  <a:pt x="0" y="280"/>
                  <a:pt x="0" y="280"/>
                  <a:pt x="0" y="280"/>
                </a:cubicBezTo>
                <a:cubicBezTo>
                  <a:pt x="209" y="280"/>
                  <a:pt x="209" y="280"/>
                  <a:pt x="209" y="280"/>
                </a:cubicBezTo>
                <a:cubicBezTo>
                  <a:pt x="209" y="263"/>
                  <a:pt x="209" y="263"/>
                  <a:pt x="209" y="263"/>
                </a:cubicBezTo>
                <a:cubicBezTo>
                  <a:pt x="192" y="263"/>
                  <a:pt x="192" y="263"/>
                  <a:pt x="192" y="263"/>
                </a:cubicBezTo>
                <a:cubicBezTo>
                  <a:pt x="192" y="245"/>
                  <a:pt x="192" y="245"/>
                  <a:pt x="192" y="245"/>
                </a:cubicBezTo>
                <a:cubicBezTo>
                  <a:pt x="184" y="245"/>
                  <a:pt x="184" y="245"/>
                  <a:pt x="184" y="245"/>
                </a:cubicBezTo>
                <a:cubicBezTo>
                  <a:pt x="196" y="211"/>
                  <a:pt x="185" y="171"/>
                  <a:pt x="156" y="149"/>
                </a:cubicBezTo>
                <a:cubicBezTo>
                  <a:pt x="151" y="145"/>
                  <a:pt x="147" y="143"/>
                  <a:pt x="141" y="140"/>
                </a:cubicBezTo>
                <a:cubicBezTo>
                  <a:pt x="147" y="138"/>
                  <a:pt x="151" y="135"/>
                  <a:pt x="156" y="131"/>
                </a:cubicBezTo>
                <a:cubicBezTo>
                  <a:pt x="185" y="109"/>
                  <a:pt x="196" y="70"/>
                  <a:pt x="184" y="35"/>
                </a:cubicBezTo>
                <a:cubicBezTo>
                  <a:pt x="192" y="35"/>
                  <a:pt x="192" y="35"/>
                  <a:pt x="192" y="35"/>
                </a:cubicBezTo>
                <a:lnTo>
                  <a:pt x="192" y="18"/>
                </a:lnTo>
                <a:close/>
                <a:moveTo>
                  <a:pt x="145" y="117"/>
                </a:moveTo>
                <a:cubicBezTo>
                  <a:pt x="138" y="123"/>
                  <a:pt x="130" y="127"/>
                  <a:pt x="122" y="129"/>
                </a:cubicBezTo>
                <a:cubicBezTo>
                  <a:pt x="122" y="151"/>
                  <a:pt x="122" y="151"/>
                  <a:pt x="122" y="151"/>
                </a:cubicBezTo>
                <a:cubicBezTo>
                  <a:pt x="130" y="154"/>
                  <a:pt x="138" y="157"/>
                  <a:pt x="145" y="163"/>
                </a:cubicBezTo>
                <a:cubicBezTo>
                  <a:pt x="169" y="181"/>
                  <a:pt x="178" y="214"/>
                  <a:pt x="166" y="242"/>
                </a:cubicBezTo>
                <a:cubicBezTo>
                  <a:pt x="165" y="245"/>
                  <a:pt x="165" y="245"/>
                  <a:pt x="165" y="245"/>
                </a:cubicBezTo>
                <a:cubicBezTo>
                  <a:pt x="147" y="245"/>
                  <a:pt x="147" y="245"/>
                  <a:pt x="147" y="245"/>
                </a:cubicBezTo>
                <a:cubicBezTo>
                  <a:pt x="150" y="230"/>
                  <a:pt x="146" y="215"/>
                  <a:pt x="134" y="204"/>
                </a:cubicBezTo>
                <a:cubicBezTo>
                  <a:pt x="128" y="198"/>
                  <a:pt x="121" y="195"/>
                  <a:pt x="113" y="194"/>
                </a:cubicBezTo>
                <a:cubicBezTo>
                  <a:pt x="113" y="122"/>
                  <a:pt x="113" y="122"/>
                  <a:pt x="113" y="122"/>
                </a:cubicBezTo>
                <a:cubicBezTo>
                  <a:pt x="124" y="120"/>
                  <a:pt x="134" y="116"/>
                  <a:pt x="142" y="109"/>
                </a:cubicBezTo>
                <a:cubicBezTo>
                  <a:pt x="149" y="103"/>
                  <a:pt x="155" y="96"/>
                  <a:pt x="158" y="88"/>
                </a:cubicBezTo>
                <a:cubicBezTo>
                  <a:pt x="51" y="88"/>
                  <a:pt x="51" y="88"/>
                  <a:pt x="51" y="88"/>
                </a:cubicBezTo>
                <a:cubicBezTo>
                  <a:pt x="54" y="96"/>
                  <a:pt x="60" y="103"/>
                  <a:pt x="67" y="109"/>
                </a:cubicBezTo>
                <a:cubicBezTo>
                  <a:pt x="75" y="116"/>
                  <a:pt x="85" y="120"/>
                  <a:pt x="96" y="122"/>
                </a:cubicBezTo>
                <a:cubicBezTo>
                  <a:pt x="96" y="194"/>
                  <a:pt x="96" y="194"/>
                  <a:pt x="96" y="194"/>
                </a:cubicBezTo>
                <a:cubicBezTo>
                  <a:pt x="88" y="195"/>
                  <a:pt x="81" y="198"/>
                  <a:pt x="75" y="204"/>
                </a:cubicBezTo>
                <a:cubicBezTo>
                  <a:pt x="63" y="215"/>
                  <a:pt x="59" y="230"/>
                  <a:pt x="62" y="245"/>
                </a:cubicBezTo>
                <a:cubicBezTo>
                  <a:pt x="44" y="245"/>
                  <a:pt x="44" y="245"/>
                  <a:pt x="44" y="245"/>
                </a:cubicBezTo>
                <a:cubicBezTo>
                  <a:pt x="43" y="242"/>
                  <a:pt x="43" y="242"/>
                  <a:pt x="43" y="242"/>
                </a:cubicBezTo>
                <a:cubicBezTo>
                  <a:pt x="31" y="214"/>
                  <a:pt x="40" y="181"/>
                  <a:pt x="64" y="163"/>
                </a:cubicBezTo>
                <a:cubicBezTo>
                  <a:pt x="71" y="157"/>
                  <a:pt x="79" y="154"/>
                  <a:pt x="87" y="151"/>
                </a:cubicBezTo>
                <a:cubicBezTo>
                  <a:pt x="87" y="129"/>
                  <a:pt x="87" y="129"/>
                  <a:pt x="87" y="129"/>
                </a:cubicBezTo>
                <a:cubicBezTo>
                  <a:pt x="79" y="127"/>
                  <a:pt x="71" y="123"/>
                  <a:pt x="64" y="117"/>
                </a:cubicBezTo>
                <a:cubicBezTo>
                  <a:pt x="40" y="99"/>
                  <a:pt x="31" y="67"/>
                  <a:pt x="43" y="39"/>
                </a:cubicBezTo>
                <a:cubicBezTo>
                  <a:pt x="44" y="35"/>
                  <a:pt x="44" y="35"/>
                  <a:pt x="44" y="35"/>
                </a:cubicBezTo>
                <a:cubicBezTo>
                  <a:pt x="165" y="35"/>
                  <a:pt x="165" y="35"/>
                  <a:pt x="165" y="35"/>
                </a:cubicBezTo>
                <a:cubicBezTo>
                  <a:pt x="166" y="39"/>
                  <a:pt x="166" y="39"/>
                  <a:pt x="166" y="39"/>
                </a:cubicBezTo>
                <a:cubicBezTo>
                  <a:pt x="178" y="67"/>
                  <a:pt x="169" y="99"/>
                  <a:pt x="145" y="117"/>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8" name="Freeform 6"/>
          <p:cNvSpPr>
            <a:spLocks noEditPoints="1"/>
          </p:cNvSpPr>
          <p:nvPr/>
        </p:nvSpPr>
        <p:spPr bwMode="auto">
          <a:xfrm>
            <a:off x="4394176" y="2564483"/>
            <a:ext cx="347108" cy="367038"/>
          </a:xfrm>
          <a:custGeom>
            <a:avLst/>
            <a:gdLst>
              <a:gd name="T0" fmla="*/ 205 w 263"/>
              <a:gd name="T1" fmla="*/ 70 h 280"/>
              <a:gd name="T2" fmla="*/ 117 w 263"/>
              <a:gd name="T3" fmla="*/ 70 h 280"/>
              <a:gd name="T4" fmla="*/ 119 w 263"/>
              <a:gd name="T5" fmla="*/ 53 h 280"/>
              <a:gd name="T6" fmla="*/ 207 w 263"/>
              <a:gd name="T7" fmla="*/ 53 h 280"/>
              <a:gd name="T8" fmla="*/ 205 w 263"/>
              <a:gd name="T9" fmla="*/ 70 h 280"/>
              <a:gd name="T10" fmla="*/ 146 w 263"/>
              <a:gd name="T11" fmla="*/ 140 h 280"/>
              <a:gd name="T12" fmla="*/ 182 w 263"/>
              <a:gd name="T13" fmla="*/ 140 h 280"/>
              <a:gd name="T14" fmla="*/ 184 w 263"/>
              <a:gd name="T15" fmla="*/ 123 h 280"/>
              <a:gd name="T16" fmla="*/ 148 w 263"/>
              <a:gd name="T17" fmla="*/ 123 h 280"/>
              <a:gd name="T18" fmla="*/ 146 w 263"/>
              <a:gd name="T19" fmla="*/ 140 h 280"/>
              <a:gd name="T20" fmla="*/ 263 w 263"/>
              <a:gd name="T21" fmla="*/ 0 h 280"/>
              <a:gd name="T22" fmla="*/ 245 w 263"/>
              <a:gd name="T23" fmla="*/ 237 h 280"/>
              <a:gd name="T24" fmla="*/ 201 w 263"/>
              <a:gd name="T25" fmla="*/ 280 h 280"/>
              <a:gd name="T26" fmla="*/ 44 w 263"/>
              <a:gd name="T27" fmla="*/ 280 h 280"/>
              <a:gd name="T28" fmla="*/ 0 w 263"/>
              <a:gd name="T29" fmla="*/ 236 h 280"/>
              <a:gd name="T30" fmla="*/ 0 w 263"/>
              <a:gd name="T31" fmla="*/ 193 h 280"/>
              <a:gd name="T32" fmla="*/ 54 w 263"/>
              <a:gd name="T33" fmla="*/ 193 h 280"/>
              <a:gd name="T34" fmla="*/ 71 w 263"/>
              <a:gd name="T35" fmla="*/ 0 h 280"/>
              <a:gd name="T36" fmla="*/ 263 w 263"/>
              <a:gd name="T37" fmla="*/ 0 h 280"/>
              <a:gd name="T38" fmla="*/ 166 w 263"/>
              <a:gd name="T39" fmla="*/ 263 h 280"/>
              <a:gd name="T40" fmla="*/ 158 w 263"/>
              <a:gd name="T41" fmla="*/ 236 h 280"/>
              <a:gd name="T42" fmla="*/ 158 w 263"/>
              <a:gd name="T43" fmla="*/ 210 h 280"/>
              <a:gd name="T44" fmla="*/ 18 w 263"/>
              <a:gd name="T45" fmla="*/ 210 h 280"/>
              <a:gd name="T46" fmla="*/ 18 w 263"/>
              <a:gd name="T47" fmla="*/ 236 h 280"/>
              <a:gd name="T48" fmla="*/ 44 w 263"/>
              <a:gd name="T49" fmla="*/ 263 h 280"/>
              <a:gd name="T50" fmla="*/ 166 w 263"/>
              <a:gd name="T51" fmla="*/ 263 h 280"/>
              <a:gd name="T52" fmla="*/ 244 w 263"/>
              <a:gd name="T53" fmla="*/ 18 h 280"/>
              <a:gd name="T54" fmla="*/ 87 w 263"/>
              <a:gd name="T55" fmla="*/ 18 h 280"/>
              <a:gd name="T56" fmla="*/ 71 w 263"/>
              <a:gd name="T57" fmla="*/ 193 h 280"/>
              <a:gd name="T58" fmla="*/ 175 w 263"/>
              <a:gd name="T59" fmla="*/ 193 h 280"/>
              <a:gd name="T60" fmla="*/ 175 w 263"/>
              <a:gd name="T61" fmla="*/ 236 h 280"/>
              <a:gd name="T62" fmla="*/ 201 w 263"/>
              <a:gd name="T63" fmla="*/ 263 h 280"/>
              <a:gd name="T64" fmla="*/ 228 w 263"/>
              <a:gd name="T65" fmla="*/ 236 h 280"/>
              <a:gd name="T66" fmla="*/ 244 w 263"/>
              <a:gd name="T67" fmla="*/ 18 h 280"/>
              <a:gd name="T68" fmla="*/ 131 w 263"/>
              <a:gd name="T69" fmla="*/ 123 h 280"/>
              <a:gd name="T70" fmla="*/ 113 w 263"/>
              <a:gd name="T71" fmla="*/ 123 h 280"/>
              <a:gd name="T72" fmla="*/ 111 w 263"/>
              <a:gd name="T73" fmla="*/ 140 h 280"/>
              <a:gd name="T74" fmla="*/ 130 w 263"/>
              <a:gd name="T75" fmla="*/ 140 h 280"/>
              <a:gd name="T76" fmla="*/ 131 w 263"/>
              <a:gd name="T77" fmla="*/ 123 h 280"/>
              <a:gd name="T78" fmla="*/ 203 w 263"/>
              <a:gd name="T79" fmla="*/ 105 h 280"/>
              <a:gd name="T80" fmla="*/ 204 w 263"/>
              <a:gd name="T81" fmla="*/ 88 h 280"/>
              <a:gd name="T82" fmla="*/ 116 w 263"/>
              <a:gd name="T83" fmla="*/ 88 h 280"/>
              <a:gd name="T84" fmla="*/ 114 w 263"/>
              <a:gd name="T85" fmla="*/ 105 h 280"/>
              <a:gd name="T86" fmla="*/ 203 w 263"/>
              <a:gd name="T87" fmla="*/ 105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63" h="280">
                <a:moveTo>
                  <a:pt x="205" y="70"/>
                </a:moveTo>
                <a:cubicBezTo>
                  <a:pt x="117" y="70"/>
                  <a:pt x="117" y="70"/>
                  <a:pt x="117" y="70"/>
                </a:cubicBezTo>
                <a:cubicBezTo>
                  <a:pt x="119" y="53"/>
                  <a:pt x="119" y="53"/>
                  <a:pt x="119" y="53"/>
                </a:cubicBezTo>
                <a:cubicBezTo>
                  <a:pt x="207" y="53"/>
                  <a:pt x="207" y="53"/>
                  <a:pt x="207" y="53"/>
                </a:cubicBezTo>
                <a:lnTo>
                  <a:pt x="205" y="70"/>
                </a:lnTo>
                <a:close/>
                <a:moveTo>
                  <a:pt x="146" y="140"/>
                </a:moveTo>
                <a:cubicBezTo>
                  <a:pt x="182" y="140"/>
                  <a:pt x="182" y="140"/>
                  <a:pt x="182" y="140"/>
                </a:cubicBezTo>
                <a:cubicBezTo>
                  <a:pt x="184" y="123"/>
                  <a:pt x="184" y="123"/>
                  <a:pt x="184" y="123"/>
                </a:cubicBezTo>
                <a:cubicBezTo>
                  <a:pt x="148" y="123"/>
                  <a:pt x="148" y="123"/>
                  <a:pt x="148" y="123"/>
                </a:cubicBezTo>
                <a:lnTo>
                  <a:pt x="146" y="140"/>
                </a:lnTo>
                <a:close/>
                <a:moveTo>
                  <a:pt x="263" y="0"/>
                </a:moveTo>
                <a:cubicBezTo>
                  <a:pt x="245" y="237"/>
                  <a:pt x="245" y="237"/>
                  <a:pt x="245" y="237"/>
                </a:cubicBezTo>
                <a:cubicBezTo>
                  <a:pt x="245" y="261"/>
                  <a:pt x="226" y="280"/>
                  <a:pt x="201" y="280"/>
                </a:cubicBezTo>
                <a:cubicBezTo>
                  <a:pt x="44" y="280"/>
                  <a:pt x="44" y="280"/>
                  <a:pt x="44" y="280"/>
                </a:cubicBezTo>
                <a:cubicBezTo>
                  <a:pt x="20" y="280"/>
                  <a:pt x="0" y="261"/>
                  <a:pt x="0" y="236"/>
                </a:cubicBezTo>
                <a:cubicBezTo>
                  <a:pt x="0" y="193"/>
                  <a:pt x="0" y="193"/>
                  <a:pt x="0" y="193"/>
                </a:cubicBezTo>
                <a:cubicBezTo>
                  <a:pt x="54" y="193"/>
                  <a:pt x="54" y="193"/>
                  <a:pt x="54" y="193"/>
                </a:cubicBezTo>
                <a:cubicBezTo>
                  <a:pt x="71" y="0"/>
                  <a:pt x="71" y="0"/>
                  <a:pt x="71" y="0"/>
                </a:cubicBezTo>
                <a:lnTo>
                  <a:pt x="263" y="0"/>
                </a:lnTo>
                <a:close/>
                <a:moveTo>
                  <a:pt x="166" y="263"/>
                </a:moveTo>
                <a:cubicBezTo>
                  <a:pt x="161" y="255"/>
                  <a:pt x="158" y="246"/>
                  <a:pt x="158" y="236"/>
                </a:cubicBezTo>
                <a:cubicBezTo>
                  <a:pt x="158" y="210"/>
                  <a:pt x="158" y="210"/>
                  <a:pt x="158" y="210"/>
                </a:cubicBezTo>
                <a:cubicBezTo>
                  <a:pt x="18" y="210"/>
                  <a:pt x="18" y="210"/>
                  <a:pt x="18" y="210"/>
                </a:cubicBezTo>
                <a:cubicBezTo>
                  <a:pt x="18" y="236"/>
                  <a:pt x="18" y="236"/>
                  <a:pt x="18" y="236"/>
                </a:cubicBezTo>
                <a:cubicBezTo>
                  <a:pt x="18" y="251"/>
                  <a:pt x="30" y="263"/>
                  <a:pt x="44" y="263"/>
                </a:cubicBezTo>
                <a:lnTo>
                  <a:pt x="166" y="263"/>
                </a:lnTo>
                <a:close/>
                <a:moveTo>
                  <a:pt x="244" y="18"/>
                </a:moveTo>
                <a:cubicBezTo>
                  <a:pt x="87" y="18"/>
                  <a:pt x="87" y="18"/>
                  <a:pt x="87" y="18"/>
                </a:cubicBezTo>
                <a:cubicBezTo>
                  <a:pt x="71" y="193"/>
                  <a:pt x="71" y="193"/>
                  <a:pt x="71" y="193"/>
                </a:cubicBezTo>
                <a:cubicBezTo>
                  <a:pt x="175" y="193"/>
                  <a:pt x="175" y="193"/>
                  <a:pt x="175" y="193"/>
                </a:cubicBezTo>
                <a:cubicBezTo>
                  <a:pt x="175" y="236"/>
                  <a:pt x="175" y="236"/>
                  <a:pt x="175" y="236"/>
                </a:cubicBezTo>
                <a:cubicBezTo>
                  <a:pt x="175" y="251"/>
                  <a:pt x="187" y="263"/>
                  <a:pt x="201" y="263"/>
                </a:cubicBezTo>
                <a:cubicBezTo>
                  <a:pt x="216" y="263"/>
                  <a:pt x="228" y="251"/>
                  <a:pt x="228" y="236"/>
                </a:cubicBezTo>
                <a:lnTo>
                  <a:pt x="244" y="18"/>
                </a:lnTo>
                <a:close/>
                <a:moveTo>
                  <a:pt x="131" y="123"/>
                </a:moveTo>
                <a:cubicBezTo>
                  <a:pt x="113" y="123"/>
                  <a:pt x="113" y="123"/>
                  <a:pt x="113" y="123"/>
                </a:cubicBezTo>
                <a:cubicBezTo>
                  <a:pt x="111" y="140"/>
                  <a:pt x="111" y="140"/>
                  <a:pt x="111" y="140"/>
                </a:cubicBezTo>
                <a:cubicBezTo>
                  <a:pt x="130" y="140"/>
                  <a:pt x="130" y="140"/>
                  <a:pt x="130" y="140"/>
                </a:cubicBezTo>
                <a:lnTo>
                  <a:pt x="131" y="123"/>
                </a:lnTo>
                <a:close/>
                <a:moveTo>
                  <a:pt x="203" y="105"/>
                </a:moveTo>
                <a:cubicBezTo>
                  <a:pt x="204" y="88"/>
                  <a:pt x="204" y="88"/>
                  <a:pt x="204" y="88"/>
                </a:cubicBezTo>
                <a:cubicBezTo>
                  <a:pt x="116" y="88"/>
                  <a:pt x="116" y="88"/>
                  <a:pt x="116" y="88"/>
                </a:cubicBezTo>
                <a:cubicBezTo>
                  <a:pt x="114" y="105"/>
                  <a:pt x="114" y="105"/>
                  <a:pt x="114" y="105"/>
                </a:cubicBezTo>
                <a:cubicBezTo>
                  <a:pt x="203" y="105"/>
                  <a:pt x="203" y="105"/>
                  <a:pt x="203" y="105"/>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9" name="Freeform 7"/>
          <p:cNvSpPr>
            <a:spLocks noEditPoints="1"/>
          </p:cNvSpPr>
          <p:nvPr/>
        </p:nvSpPr>
        <p:spPr bwMode="auto">
          <a:xfrm>
            <a:off x="4429053" y="1575299"/>
            <a:ext cx="277355" cy="366484"/>
          </a:xfrm>
          <a:custGeom>
            <a:avLst/>
            <a:gdLst>
              <a:gd name="T0" fmla="*/ 105 w 210"/>
              <a:gd name="T1" fmla="*/ 0 h 280"/>
              <a:gd name="T2" fmla="*/ 0 w 210"/>
              <a:gd name="T3" fmla="*/ 105 h 280"/>
              <a:gd name="T4" fmla="*/ 105 w 210"/>
              <a:gd name="T5" fmla="*/ 280 h 280"/>
              <a:gd name="T6" fmla="*/ 210 w 210"/>
              <a:gd name="T7" fmla="*/ 105 h 280"/>
              <a:gd name="T8" fmla="*/ 105 w 210"/>
              <a:gd name="T9" fmla="*/ 0 h 280"/>
              <a:gd name="T10" fmla="*/ 105 w 210"/>
              <a:gd name="T11" fmla="*/ 175 h 280"/>
              <a:gd name="T12" fmla="*/ 35 w 210"/>
              <a:gd name="T13" fmla="*/ 105 h 280"/>
              <a:gd name="T14" fmla="*/ 105 w 210"/>
              <a:gd name="T15" fmla="*/ 35 h 280"/>
              <a:gd name="T16" fmla="*/ 175 w 210"/>
              <a:gd name="T17" fmla="*/ 105 h 280"/>
              <a:gd name="T18" fmla="*/ 105 w 210"/>
              <a:gd name="T19" fmla="*/ 175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0" h="280">
                <a:moveTo>
                  <a:pt x="105" y="0"/>
                </a:moveTo>
                <a:cubicBezTo>
                  <a:pt x="47" y="0"/>
                  <a:pt x="0" y="47"/>
                  <a:pt x="0" y="105"/>
                </a:cubicBezTo>
                <a:cubicBezTo>
                  <a:pt x="0" y="163"/>
                  <a:pt x="88" y="280"/>
                  <a:pt x="105" y="280"/>
                </a:cubicBezTo>
                <a:cubicBezTo>
                  <a:pt x="123" y="280"/>
                  <a:pt x="210" y="163"/>
                  <a:pt x="210" y="105"/>
                </a:cubicBezTo>
                <a:cubicBezTo>
                  <a:pt x="210" y="47"/>
                  <a:pt x="163" y="0"/>
                  <a:pt x="105" y="0"/>
                </a:cubicBezTo>
                <a:close/>
                <a:moveTo>
                  <a:pt x="105" y="175"/>
                </a:moveTo>
                <a:cubicBezTo>
                  <a:pt x="67" y="175"/>
                  <a:pt x="35" y="143"/>
                  <a:pt x="35" y="105"/>
                </a:cubicBezTo>
                <a:cubicBezTo>
                  <a:pt x="35" y="66"/>
                  <a:pt x="67" y="35"/>
                  <a:pt x="105" y="35"/>
                </a:cubicBezTo>
                <a:cubicBezTo>
                  <a:pt x="144" y="35"/>
                  <a:pt x="175" y="66"/>
                  <a:pt x="175" y="105"/>
                </a:cubicBezTo>
                <a:cubicBezTo>
                  <a:pt x="175" y="143"/>
                  <a:pt x="144" y="175"/>
                  <a:pt x="105" y="175"/>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20" name="文本框 19"/>
          <p:cNvSpPr txBox="1"/>
          <p:nvPr/>
        </p:nvSpPr>
        <p:spPr>
          <a:xfrm>
            <a:off x="1125965" y="1188900"/>
            <a:ext cx="1172437" cy="315471"/>
          </a:xfrm>
          <a:prstGeom prst="rect">
            <a:avLst/>
          </a:prstGeom>
          <a:noFill/>
          <a:effectLst/>
        </p:spPr>
        <p:txBody>
          <a:bodyPr wrap="none" lIns="68580" tIns="34290" rIns="68580" bIns="34290" rtlCol="0" anchor="ctr">
            <a:spAutoFit/>
          </a:bodyPr>
          <a:lstStyle>
            <a:defPPr>
              <a:defRPr lang="zh-CN"/>
            </a:defPPr>
            <a:lvl1pPr algn="ctr">
              <a:defRPr sz="1600" b="1">
                <a:gradFill>
                  <a:gsLst>
                    <a:gs pos="0">
                      <a:srgbClr val="FFC9C3"/>
                    </a:gs>
                    <a:gs pos="100000">
                      <a:srgbClr val="FFF6F5"/>
                    </a:gs>
                  </a:gsLst>
                  <a:lin ang="16200000" scaled="0"/>
                </a:gradFill>
                <a:effectLst>
                  <a:outerShdw blurRad="101600" dist="63500" dir="5400000" algn="ctr" rotWithShape="0">
                    <a:srgbClr val="BE1414">
                      <a:alpha val="62000"/>
                    </a:srgbClr>
                  </a:outerShdw>
                </a:effectLst>
                <a:latin typeface="微软雅黑" panose="020B0503020204020204" pitchFamily="34" charset="-122"/>
                <a:ea typeface="微软雅黑" panose="020B0503020204020204" pitchFamily="34" charset="-122"/>
              </a:defRPr>
            </a:lvl1pPr>
          </a:lstStyle>
          <a:p>
            <a:pPr algn="l"/>
            <a:r>
              <a:rPr lang="zh-CN" altLang="en-US" dirty="0">
                <a:solidFill>
                  <a:srgbClr val="C00000"/>
                </a:solidFill>
                <a:effectLst/>
                <a:latin typeface="黑体" pitchFamily="49" charset="-122"/>
                <a:ea typeface="黑体" pitchFamily="49" charset="-122"/>
                <a:sym typeface="思源黑体旧字形 ExtraLight" panose="020B0200000000000000" pitchFamily="34" charset="-128"/>
              </a:rPr>
              <a:t>多任务管理</a:t>
            </a:r>
          </a:p>
        </p:txBody>
      </p:sp>
      <p:sp>
        <p:nvSpPr>
          <p:cNvPr id="21" name="TextBox 11"/>
          <p:cNvSpPr txBox="1"/>
          <p:nvPr/>
        </p:nvSpPr>
        <p:spPr>
          <a:xfrm>
            <a:off x="1125966" y="1510438"/>
            <a:ext cx="2543174" cy="992579"/>
          </a:xfrm>
          <a:prstGeom prst="rect">
            <a:avLst/>
          </a:prstGeom>
          <a:noFill/>
        </p:spPr>
        <p:txBody>
          <a:bodyPr wrap="square" lIns="68580" tIns="34290" rIns="68580" bIns="34290" rtlCol="0">
            <a:spAutoFit/>
          </a:bodyPr>
          <a:lstStyle/>
          <a:p>
            <a:pPr marL="285750" lvl="0" indent="-285750">
              <a:lnSpc>
                <a:spcPct val="125000"/>
              </a:lnSpc>
              <a:buBlip>
                <a:blip r:embed="rId3"/>
              </a:buBlip>
            </a:pPr>
            <a:r>
              <a:rPr lang="zh-CN" altLang="zh-CN" sz="1600" b="1" dirty="0" smtClean="0">
                <a:solidFill>
                  <a:prstClr val="black"/>
                </a:solidFill>
              </a:rPr>
              <a:t>围绕</a:t>
            </a:r>
            <a:r>
              <a:rPr lang="zh-CN" altLang="zh-CN" sz="1600" b="1" dirty="0">
                <a:solidFill>
                  <a:prstClr val="black"/>
                </a:solidFill>
              </a:rPr>
              <a:t>多任务进行的</a:t>
            </a:r>
            <a:r>
              <a:rPr lang="zh-CN" altLang="en-US" sz="1600" b="1" dirty="0">
                <a:solidFill>
                  <a:prstClr val="black"/>
                </a:solidFill>
              </a:rPr>
              <a:t>；</a:t>
            </a:r>
            <a:endParaRPr lang="en-US" altLang="zh-CN" sz="1600" b="1" dirty="0">
              <a:solidFill>
                <a:prstClr val="black"/>
              </a:solidFill>
            </a:endParaRPr>
          </a:p>
          <a:p>
            <a:pPr marL="285750" lvl="0" indent="-285750">
              <a:lnSpc>
                <a:spcPct val="125000"/>
              </a:lnSpc>
              <a:buBlip>
                <a:blip r:embed="rId3"/>
              </a:buBlip>
            </a:pPr>
            <a:r>
              <a:rPr lang="zh-CN" altLang="zh-CN" sz="1600" b="1" dirty="0" smtClean="0">
                <a:solidFill>
                  <a:prstClr val="black"/>
                </a:solidFill>
              </a:rPr>
              <a:t>将要</a:t>
            </a:r>
            <a:r>
              <a:rPr lang="zh-CN" altLang="zh-CN" sz="1600" b="1" dirty="0">
                <a:solidFill>
                  <a:prstClr val="black"/>
                </a:solidFill>
              </a:rPr>
              <a:t>解决的系统功能问题分解成若干个任务。</a:t>
            </a:r>
          </a:p>
        </p:txBody>
      </p:sp>
      <p:sp>
        <p:nvSpPr>
          <p:cNvPr id="22" name="文本框 21"/>
          <p:cNvSpPr txBox="1"/>
          <p:nvPr/>
        </p:nvSpPr>
        <p:spPr>
          <a:xfrm>
            <a:off x="5386194" y="2061216"/>
            <a:ext cx="1586012" cy="315471"/>
          </a:xfrm>
          <a:prstGeom prst="rect">
            <a:avLst/>
          </a:prstGeom>
          <a:noFill/>
          <a:effectLst/>
        </p:spPr>
        <p:txBody>
          <a:bodyPr wrap="none" lIns="68580" tIns="34290" rIns="68580" bIns="34290" rtlCol="0" anchor="ctr">
            <a:spAutoFit/>
          </a:bodyPr>
          <a:lstStyle>
            <a:defPPr>
              <a:defRPr lang="zh-CN"/>
            </a:defPPr>
            <a:lvl1pPr algn="ctr">
              <a:defRPr sz="1600" b="1">
                <a:gradFill>
                  <a:gsLst>
                    <a:gs pos="0">
                      <a:srgbClr val="FFC9C3"/>
                    </a:gs>
                    <a:gs pos="100000">
                      <a:srgbClr val="FFF6F5"/>
                    </a:gs>
                  </a:gsLst>
                  <a:lin ang="16200000" scaled="0"/>
                </a:gradFill>
                <a:effectLst>
                  <a:outerShdw blurRad="101600" dist="63500" dir="5400000" algn="ctr" rotWithShape="0">
                    <a:srgbClr val="BE1414">
                      <a:alpha val="62000"/>
                    </a:srgbClr>
                  </a:outerShdw>
                </a:effectLst>
                <a:latin typeface="微软雅黑" panose="020B0503020204020204" pitchFamily="34" charset="-122"/>
                <a:ea typeface="微软雅黑" panose="020B0503020204020204" pitchFamily="34" charset="-122"/>
              </a:defRPr>
            </a:lvl1pPr>
          </a:lstStyle>
          <a:p>
            <a:pPr algn="l"/>
            <a:r>
              <a:rPr lang="zh-CN" altLang="en-US" dirty="0">
                <a:solidFill>
                  <a:schemeClr val="tx1">
                    <a:lumMod val="85000"/>
                    <a:lumOff val="15000"/>
                  </a:schemeClr>
                </a:solidFill>
                <a:effectLst/>
                <a:latin typeface="黑体" pitchFamily="49" charset="-122"/>
                <a:ea typeface="黑体" pitchFamily="49" charset="-122"/>
                <a:sym typeface="思源黑体旧字形 ExtraLight" panose="020B0200000000000000" pitchFamily="34" charset="-128"/>
              </a:rPr>
              <a:t>时间片轮转思想</a:t>
            </a:r>
          </a:p>
        </p:txBody>
      </p:sp>
      <p:sp>
        <p:nvSpPr>
          <p:cNvPr id="25" name="TextBox 11"/>
          <p:cNvSpPr txBox="1"/>
          <p:nvPr/>
        </p:nvSpPr>
        <p:spPr>
          <a:xfrm>
            <a:off x="5386194" y="2382755"/>
            <a:ext cx="3074238" cy="992579"/>
          </a:xfrm>
          <a:prstGeom prst="rect">
            <a:avLst/>
          </a:prstGeom>
          <a:noFill/>
        </p:spPr>
        <p:txBody>
          <a:bodyPr wrap="square" lIns="68580" tIns="34290" rIns="68580" bIns="34290" rtlCol="0">
            <a:spAutoFit/>
          </a:bodyPr>
          <a:lstStyle/>
          <a:p>
            <a:pPr marL="285750" indent="-285750">
              <a:lnSpc>
                <a:spcPct val="125000"/>
              </a:lnSpc>
              <a:buBlip>
                <a:blip r:embed="rId3"/>
              </a:buBlip>
            </a:pPr>
            <a:r>
              <a:rPr lang="zh-CN" altLang="zh-CN" sz="1600" b="1" dirty="0">
                <a:solidFill>
                  <a:prstClr val="black"/>
                </a:solidFill>
              </a:rPr>
              <a:t>按一定的</a:t>
            </a:r>
            <a:r>
              <a:rPr lang="zh-CN" altLang="zh-CN" sz="1600" b="1" dirty="0" smtClean="0">
                <a:solidFill>
                  <a:prstClr val="black"/>
                </a:solidFill>
              </a:rPr>
              <a:t>时钟节拍</a:t>
            </a:r>
            <a:r>
              <a:rPr lang="zh-CN" altLang="zh-CN" sz="1600" b="1" dirty="0">
                <a:solidFill>
                  <a:prstClr val="black"/>
                </a:solidFill>
              </a:rPr>
              <a:t>分时处理任务</a:t>
            </a:r>
            <a:r>
              <a:rPr lang="zh-CN" altLang="en-US" sz="1600" b="1" dirty="0">
                <a:solidFill>
                  <a:prstClr val="black"/>
                </a:solidFill>
              </a:rPr>
              <a:t>；</a:t>
            </a:r>
            <a:endParaRPr lang="en-US" altLang="zh-CN" sz="1600" b="1" dirty="0">
              <a:solidFill>
                <a:prstClr val="black"/>
              </a:solidFill>
            </a:endParaRPr>
          </a:p>
          <a:p>
            <a:pPr marL="285750" indent="-285750">
              <a:lnSpc>
                <a:spcPct val="125000"/>
              </a:lnSpc>
              <a:buBlip>
                <a:blip r:embed="rId3"/>
              </a:buBlip>
            </a:pPr>
            <a:r>
              <a:rPr lang="zh-CN" altLang="zh-CN" sz="1600" b="1" dirty="0" smtClean="0">
                <a:solidFill>
                  <a:prstClr val="black"/>
                </a:solidFill>
              </a:rPr>
              <a:t>按时间片分时</a:t>
            </a:r>
            <a:r>
              <a:rPr lang="zh-CN" altLang="zh-CN" sz="1600" b="1" dirty="0">
                <a:solidFill>
                  <a:prstClr val="black"/>
                </a:solidFill>
              </a:rPr>
              <a:t>轮流</a:t>
            </a:r>
            <a:r>
              <a:rPr lang="zh-CN" altLang="zh-CN" sz="1600" b="1" dirty="0" smtClean="0">
                <a:solidFill>
                  <a:prstClr val="black"/>
                </a:solidFill>
              </a:rPr>
              <a:t>执行任务</a:t>
            </a:r>
            <a:r>
              <a:rPr lang="zh-CN" altLang="en-US" sz="1600" b="1" dirty="0" smtClean="0">
                <a:solidFill>
                  <a:prstClr val="black"/>
                </a:solidFill>
              </a:rPr>
              <a:t>。</a:t>
            </a:r>
            <a:endParaRPr lang="en-US" altLang="zh-CN" sz="1600" b="1" dirty="0">
              <a:solidFill>
                <a:prstClr val="black"/>
              </a:solidFill>
            </a:endParaRPr>
          </a:p>
        </p:txBody>
      </p:sp>
      <p:sp>
        <p:nvSpPr>
          <p:cNvPr id="26" name="文本框 25"/>
          <p:cNvSpPr txBox="1"/>
          <p:nvPr/>
        </p:nvSpPr>
        <p:spPr>
          <a:xfrm>
            <a:off x="1125965" y="3286757"/>
            <a:ext cx="1586012" cy="315471"/>
          </a:xfrm>
          <a:prstGeom prst="rect">
            <a:avLst/>
          </a:prstGeom>
          <a:noFill/>
          <a:effectLst/>
        </p:spPr>
        <p:txBody>
          <a:bodyPr wrap="none" lIns="68580" tIns="34290" rIns="68580" bIns="34290" rtlCol="0" anchor="ctr">
            <a:spAutoFit/>
          </a:bodyPr>
          <a:lstStyle>
            <a:defPPr>
              <a:defRPr lang="zh-CN"/>
            </a:defPPr>
            <a:lvl1pPr algn="ctr">
              <a:defRPr sz="1600" b="1">
                <a:gradFill>
                  <a:gsLst>
                    <a:gs pos="0">
                      <a:srgbClr val="FFC9C3"/>
                    </a:gs>
                    <a:gs pos="100000">
                      <a:srgbClr val="FFF6F5"/>
                    </a:gs>
                  </a:gsLst>
                  <a:lin ang="16200000" scaled="0"/>
                </a:gradFill>
                <a:effectLst>
                  <a:outerShdw blurRad="101600" dist="63500" dir="5400000" algn="ctr" rotWithShape="0">
                    <a:srgbClr val="BE1414">
                      <a:alpha val="62000"/>
                    </a:srgbClr>
                  </a:outerShdw>
                </a:effectLst>
                <a:latin typeface="微软雅黑" panose="020B0503020204020204" pitchFamily="34" charset="-122"/>
                <a:ea typeface="微软雅黑" panose="020B0503020204020204" pitchFamily="34" charset="-122"/>
              </a:defRPr>
            </a:lvl1pPr>
          </a:lstStyle>
          <a:p>
            <a:pPr algn="l"/>
            <a:r>
              <a:rPr lang="zh-CN" altLang="en-US" dirty="0" smtClean="0">
                <a:solidFill>
                  <a:srgbClr val="C00000"/>
                </a:solidFill>
                <a:effectLst/>
                <a:latin typeface="黑体" pitchFamily="49" charset="-122"/>
                <a:ea typeface="黑体" pitchFamily="49" charset="-122"/>
                <a:sym typeface="思源黑体旧字形 ExtraLight" panose="020B0200000000000000" pitchFamily="34" charset="-128"/>
              </a:rPr>
              <a:t>优先级分配问题</a:t>
            </a:r>
            <a:endParaRPr lang="zh-CN" altLang="en-US" dirty="0">
              <a:solidFill>
                <a:srgbClr val="C00000"/>
              </a:solidFill>
              <a:effectLst/>
              <a:latin typeface="黑体" pitchFamily="49" charset="-122"/>
              <a:ea typeface="黑体" pitchFamily="49" charset="-122"/>
              <a:sym typeface="思源黑体旧字形 ExtraLight" panose="020B0200000000000000" pitchFamily="34" charset="-128"/>
            </a:endParaRPr>
          </a:p>
        </p:txBody>
      </p:sp>
      <p:sp>
        <p:nvSpPr>
          <p:cNvPr id="30" name="TextBox 11"/>
          <p:cNvSpPr txBox="1"/>
          <p:nvPr/>
        </p:nvSpPr>
        <p:spPr>
          <a:xfrm>
            <a:off x="1125966" y="3608295"/>
            <a:ext cx="2543174" cy="992579"/>
          </a:xfrm>
          <a:prstGeom prst="rect">
            <a:avLst/>
          </a:prstGeom>
          <a:noFill/>
        </p:spPr>
        <p:txBody>
          <a:bodyPr wrap="square" lIns="68580" tIns="34290" rIns="68580" bIns="34290" rtlCol="0">
            <a:spAutoFit/>
          </a:bodyPr>
          <a:lstStyle/>
          <a:p>
            <a:pPr>
              <a:lnSpc>
                <a:spcPct val="125000"/>
              </a:lnSpc>
            </a:pPr>
            <a:r>
              <a:rPr lang="zh-CN" altLang="en-US" sz="1600" b="1" dirty="0">
                <a:solidFill>
                  <a:prstClr val="black"/>
                </a:solidFill>
                <a:sym typeface="思源黑体旧字形 ExtraLight" panose="020B0200000000000000" pitchFamily="34" charset="-128"/>
              </a:rPr>
              <a:t>考虑实时性问题，优先级高的任务可以打断低优先级任务的</a:t>
            </a:r>
            <a:r>
              <a:rPr lang="zh-CN" altLang="en-US" sz="1600" b="1" dirty="0" smtClean="0">
                <a:solidFill>
                  <a:prstClr val="black"/>
                </a:solidFill>
                <a:sym typeface="思源黑体旧字形 ExtraLight" panose="020B0200000000000000" pitchFamily="34" charset="-128"/>
              </a:rPr>
              <a:t>执行。</a:t>
            </a:r>
            <a:endParaRPr lang="zh-CN" altLang="en-US" sz="1600" b="1" dirty="0">
              <a:solidFill>
                <a:prstClr val="black"/>
              </a:solidFill>
              <a:sym typeface="思源黑体旧字形 ExtraLight" panose="020B0200000000000000" pitchFamily="34" charset="-128"/>
            </a:endParaRPr>
          </a:p>
        </p:txBody>
      </p:sp>
      <p:sp>
        <p:nvSpPr>
          <p:cNvPr id="24" name="矩形 23"/>
          <p:cNvSpPr/>
          <p:nvPr/>
        </p:nvSpPr>
        <p:spPr>
          <a:xfrm>
            <a:off x="2" y="339503"/>
            <a:ext cx="435597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7" name="矩形 26"/>
          <p:cNvSpPr/>
          <p:nvPr/>
        </p:nvSpPr>
        <p:spPr>
          <a:xfrm>
            <a:off x="125188" y="360766"/>
            <a:ext cx="4132863" cy="461665"/>
          </a:xfrm>
          <a:prstGeom prst="rect">
            <a:avLst/>
          </a:prstGeom>
        </p:spPr>
        <p:txBody>
          <a:bodyPr wrap="none">
            <a:spAutoFit/>
          </a:bodyPr>
          <a:lstStyle/>
          <a:p>
            <a:r>
              <a:rPr lang="en-US" altLang="zh-CN" sz="2400" b="1" dirty="0">
                <a:solidFill>
                  <a:schemeClr val="bg1"/>
                </a:solidFill>
              </a:rPr>
              <a:t>12.2.3 </a:t>
            </a:r>
            <a:r>
              <a:rPr lang="zh-CN" altLang="en-US" sz="2400" b="1" dirty="0">
                <a:solidFill>
                  <a:schemeClr val="bg1"/>
                </a:solidFill>
              </a:rPr>
              <a:t>嵌入式操作系统的分类</a:t>
            </a:r>
          </a:p>
        </p:txBody>
      </p:sp>
      <p:sp>
        <p:nvSpPr>
          <p:cNvPr id="2" name="矩形 1"/>
          <p:cNvSpPr/>
          <p:nvPr/>
        </p:nvSpPr>
        <p:spPr>
          <a:xfrm>
            <a:off x="4732921" y="352939"/>
            <a:ext cx="4081992" cy="646331"/>
          </a:xfrm>
          <a:prstGeom prst="rect">
            <a:avLst/>
          </a:prstGeom>
        </p:spPr>
        <p:txBody>
          <a:bodyPr wrap="square">
            <a:spAutoFit/>
          </a:bodyPr>
          <a:lstStyle/>
          <a:p>
            <a:r>
              <a:rPr lang="en-US" altLang="zh-CN" b="1" dirty="0" smtClean="0">
                <a:solidFill>
                  <a:schemeClr val="accent5">
                    <a:lumMod val="75000"/>
                  </a:schemeClr>
                </a:solidFill>
              </a:rPr>
              <a:t>     </a:t>
            </a:r>
            <a:r>
              <a:rPr lang="en-US" altLang="zh-CN" b="1" dirty="0" err="1" smtClean="0">
                <a:solidFill>
                  <a:schemeClr val="accent5">
                    <a:lumMod val="75000"/>
                  </a:schemeClr>
                </a:solidFill>
              </a:rPr>
              <a:t>uC</a:t>
            </a:r>
            <a:r>
              <a:rPr lang="en-US" altLang="zh-CN" b="1" dirty="0" smtClean="0">
                <a:solidFill>
                  <a:schemeClr val="accent5">
                    <a:lumMod val="75000"/>
                  </a:schemeClr>
                </a:solidFill>
              </a:rPr>
              <a:t>/OS-III</a:t>
            </a:r>
            <a:r>
              <a:rPr lang="zh-CN" altLang="zh-CN" b="1" dirty="0">
                <a:solidFill>
                  <a:schemeClr val="accent5">
                    <a:lumMod val="75000"/>
                  </a:schemeClr>
                </a:solidFill>
              </a:rPr>
              <a:t>就是一个基于优先级的抢占式多任务实时操作系统。</a:t>
            </a:r>
            <a:endParaRPr lang="zh-CN" altLang="en-US" b="1" dirty="0">
              <a:solidFill>
                <a:schemeClr val="accent5">
                  <a:lumMod val="75000"/>
                </a:schemeClr>
              </a:solidFill>
            </a:endParaRPr>
          </a:p>
        </p:txBody>
      </p:sp>
    </p:spTree>
    <p:extLst>
      <p:ext uri="{BB962C8B-B14F-4D97-AF65-F5344CB8AC3E}">
        <p14:creationId xmlns:p14="http://schemas.microsoft.com/office/powerpoint/2010/main" val="27946857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0-#ppt_w/2"/>
                                          </p:val>
                                        </p:tav>
                                        <p:tav tm="100000">
                                          <p:val>
                                            <p:strVal val="#ppt_x"/>
                                          </p:val>
                                        </p:tav>
                                      </p:tavLst>
                                    </p:anim>
                                    <p:anim calcmode="lin" valueType="num">
                                      <p:cBhvr additive="base">
                                        <p:cTn id="8" dur="1000" fill="hold"/>
                                        <p:tgtEl>
                                          <p:spTgt spid="11"/>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1000" fill="hold"/>
                                        <p:tgtEl>
                                          <p:spTgt spid="14"/>
                                        </p:tgtEl>
                                        <p:attrNameLst>
                                          <p:attrName>ppt_w</p:attrName>
                                        </p:attrNameLst>
                                      </p:cBhvr>
                                      <p:tavLst>
                                        <p:tav tm="0">
                                          <p:val>
                                            <p:fltVal val="0"/>
                                          </p:val>
                                        </p:tav>
                                        <p:tav tm="100000">
                                          <p:val>
                                            <p:strVal val="#ppt_w"/>
                                          </p:val>
                                        </p:tav>
                                      </p:tavLst>
                                    </p:anim>
                                    <p:anim calcmode="lin" valueType="num">
                                      <p:cBhvr>
                                        <p:cTn id="12" dur="1000" fill="hold"/>
                                        <p:tgtEl>
                                          <p:spTgt spid="14"/>
                                        </p:tgtEl>
                                        <p:attrNameLst>
                                          <p:attrName>ppt_h</p:attrName>
                                        </p:attrNameLst>
                                      </p:cBhvr>
                                      <p:tavLst>
                                        <p:tav tm="0">
                                          <p:val>
                                            <p:fltVal val="0"/>
                                          </p:val>
                                        </p:tav>
                                        <p:tav tm="100000">
                                          <p:val>
                                            <p:strVal val="#ppt_h"/>
                                          </p:val>
                                        </p:tav>
                                      </p:tavLst>
                                    </p:anim>
                                    <p:animEffect transition="in" filter="fade">
                                      <p:cBhvr>
                                        <p:cTn id="13" dur="1000"/>
                                        <p:tgtEl>
                                          <p:spTgt spid="14"/>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p:cTn id="16" dur="1000" fill="hold"/>
                                        <p:tgtEl>
                                          <p:spTgt spid="19"/>
                                        </p:tgtEl>
                                        <p:attrNameLst>
                                          <p:attrName>ppt_w</p:attrName>
                                        </p:attrNameLst>
                                      </p:cBhvr>
                                      <p:tavLst>
                                        <p:tav tm="0">
                                          <p:val>
                                            <p:fltVal val="0"/>
                                          </p:val>
                                        </p:tav>
                                        <p:tav tm="100000">
                                          <p:val>
                                            <p:strVal val="#ppt_w"/>
                                          </p:val>
                                        </p:tav>
                                      </p:tavLst>
                                    </p:anim>
                                    <p:anim calcmode="lin" valueType="num">
                                      <p:cBhvr>
                                        <p:cTn id="17" dur="1000" fill="hold"/>
                                        <p:tgtEl>
                                          <p:spTgt spid="19"/>
                                        </p:tgtEl>
                                        <p:attrNameLst>
                                          <p:attrName>ppt_h</p:attrName>
                                        </p:attrNameLst>
                                      </p:cBhvr>
                                      <p:tavLst>
                                        <p:tav tm="0">
                                          <p:val>
                                            <p:fltVal val="0"/>
                                          </p:val>
                                        </p:tav>
                                        <p:tav tm="100000">
                                          <p:val>
                                            <p:strVal val="#ppt_h"/>
                                          </p:val>
                                        </p:tav>
                                      </p:tavLst>
                                    </p:anim>
                                    <p:animEffect transition="in" filter="fade">
                                      <p:cBhvr>
                                        <p:cTn id="18" dur="1000"/>
                                        <p:tgtEl>
                                          <p:spTgt spid="19"/>
                                        </p:tgtEl>
                                      </p:cBhvr>
                                    </p:animEffect>
                                  </p:childTnLst>
                                </p:cTn>
                              </p:par>
                            </p:childTnLst>
                          </p:cTn>
                        </p:par>
                        <p:par>
                          <p:cTn id="19" fill="hold">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par>
                                <p:cTn id="24" presetID="53" presetClass="entr" presetSubtype="16" fill="hold" grpId="0" nodeType="withEffect">
                                  <p:stCondLst>
                                    <p:cond delay="0"/>
                                  </p:stCondLst>
                                  <p:iterate type="lt">
                                    <p:tmPct val="10000"/>
                                  </p:iterate>
                                  <p:childTnLst>
                                    <p:set>
                                      <p:cBhvr>
                                        <p:cTn id="25" dur="1" fill="hold">
                                          <p:stCondLst>
                                            <p:cond delay="0"/>
                                          </p:stCondLst>
                                        </p:cTn>
                                        <p:tgtEl>
                                          <p:spTgt spid="21"/>
                                        </p:tgtEl>
                                        <p:attrNameLst>
                                          <p:attrName>style.visibility</p:attrName>
                                        </p:attrNameLst>
                                      </p:cBhvr>
                                      <p:to>
                                        <p:strVal val="visible"/>
                                      </p:to>
                                    </p:set>
                                    <p:anim calcmode="lin" valueType="num">
                                      <p:cBhvr>
                                        <p:cTn id="26" dur="300" fill="hold"/>
                                        <p:tgtEl>
                                          <p:spTgt spid="21"/>
                                        </p:tgtEl>
                                        <p:attrNameLst>
                                          <p:attrName>ppt_w</p:attrName>
                                        </p:attrNameLst>
                                      </p:cBhvr>
                                      <p:tavLst>
                                        <p:tav tm="0">
                                          <p:val>
                                            <p:fltVal val="0"/>
                                          </p:val>
                                        </p:tav>
                                        <p:tav tm="100000">
                                          <p:val>
                                            <p:strVal val="#ppt_w"/>
                                          </p:val>
                                        </p:tav>
                                      </p:tavLst>
                                    </p:anim>
                                    <p:anim calcmode="lin" valueType="num">
                                      <p:cBhvr>
                                        <p:cTn id="27" dur="300" fill="hold"/>
                                        <p:tgtEl>
                                          <p:spTgt spid="21"/>
                                        </p:tgtEl>
                                        <p:attrNameLst>
                                          <p:attrName>ppt_h</p:attrName>
                                        </p:attrNameLst>
                                      </p:cBhvr>
                                      <p:tavLst>
                                        <p:tav tm="0">
                                          <p:val>
                                            <p:fltVal val="0"/>
                                          </p:val>
                                        </p:tav>
                                        <p:tav tm="100000">
                                          <p:val>
                                            <p:strVal val="#ppt_h"/>
                                          </p:val>
                                        </p:tav>
                                      </p:tavLst>
                                    </p:anim>
                                    <p:animEffect transition="in" filter="fade">
                                      <p:cBhvr>
                                        <p:cTn id="28" dur="300"/>
                                        <p:tgtEl>
                                          <p:spTgt spid="21"/>
                                        </p:tgtEl>
                                      </p:cBhvr>
                                    </p:animEffect>
                                  </p:childTnLst>
                                </p:cTn>
                              </p:par>
                            </p:childTnLst>
                          </p:cTn>
                        </p:par>
                        <p:par>
                          <p:cTn id="29" fill="hold">
                            <p:stCondLst>
                              <p:cond delay="2140"/>
                            </p:stCondLst>
                            <p:childTnLst>
                              <p:par>
                                <p:cTn id="30" presetID="2" presetClass="entr" presetSubtype="2" decel="100000"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1000" fill="hold"/>
                                        <p:tgtEl>
                                          <p:spTgt spid="12"/>
                                        </p:tgtEl>
                                        <p:attrNameLst>
                                          <p:attrName>ppt_x</p:attrName>
                                        </p:attrNameLst>
                                      </p:cBhvr>
                                      <p:tavLst>
                                        <p:tav tm="0">
                                          <p:val>
                                            <p:strVal val="1+#ppt_w/2"/>
                                          </p:val>
                                        </p:tav>
                                        <p:tav tm="100000">
                                          <p:val>
                                            <p:strVal val="#ppt_x"/>
                                          </p:val>
                                        </p:tav>
                                      </p:tavLst>
                                    </p:anim>
                                    <p:anim calcmode="lin" valueType="num">
                                      <p:cBhvr additive="base">
                                        <p:cTn id="33" dur="1000" fill="hold"/>
                                        <p:tgtEl>
                                          <p:spTgt spid="12"/>
                                        </p:tgtEl>
                                        <p:attrNameLst>
                                          <p:attrName>ppt_y</p:attrName>
                                        </p:attrNameLst>
                                      </p:cBhvr>
                                      <p:tavLst>
                                        <p:tav tm="0">
                                          <p:val>
                                            <p:strVal val="#ppt_y"/>
                                          </p:val>
                                        </p:tav>
                                        <p:tav tm="100000">
                                          <p:val>
                                            <p:strVal val="#ppt_y"/>
                                          </p:val>
                                        </p:tav>
                                      </p:tavLst>
                                    </p:anim>
                                  </p:childTnLst>
                                </p:cTn>
                              </p:par>
                              <p:par>
                                <p:cTn id="34" presetID="53" presetClass="entr" presetSubtype="16"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1000" fill="hold"/>
                                        <p:tgtEl>
                                          <p:spTgt spid="15"/>
                                        </p:tgtEl>
                                        <p:attrNameLst>
                                          <p:attrName>ppt_w</p:attrName>
                                        </p:attrNameLst>
                                      </p:cBhvr>
                                      <p:tavLst>
                                        <p:tav tm="0">
                                          <p:val>
                                            <p:fltVal val="0"/>
                                          </p:val>
                                        </p:tav>
                                        <p:tav tm="100000">
                                          <p:val>
                                            <p:strVal val="#ppt_w"/>
                                          </p:val>
                                        </p:tav>
                                      </p:tavLst>
                                    </p:anim>
                                    <p:anim calcmode="lin" valueType="num">
                                      <p:cBhvr>
                                        <p:cTn id="37" dur="1000" fill="hold"/>
                                        <p:tgtEl>
                                          <p:spTgt spid="15"/>
                                        </p:tgtEl>
                                        <p:attrNameLst>
                                          <p:attrName>ppt_h</p:attrName>
                                        </p:attrNameLst>
                                      </p:cBhvr>
                                      <p:tavLst>
                                        <p:tav tm="0">
                                          <p:val>
                                            <p:fltVal val="0"/>
                                          </p:val>
                                        </p:tav>
                                        <p:tav tm="100000">
                                          <p:val>
                                            <p:strVal val="#ppt_h"/>
                                          </p:val>
                                        </p:tav>
                                      </p:tavLst>
                                    </p:anim>
                                    <p:animEffect transition="in" filter="fade">
                                      <p:cBhvr>
                                        <p:cTn id="38" dur="1000"/>
                                        <p:tgtEl>
                                          <p:spTgt spid="15"/>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p:cTn id="41" dur="1000" fill="hold"/>
                                        <p:tgtEl>
                                          <p:spTgt spid="18"/>
                                        </p:tgtEl>
                                        <p:attrNameLst>
                                          <p:attrName>ppt_w</p:attrName>
                                        </p:attrNameLst>
                                      </p:cBhvr>
                                      <p:tavLst>
                                        <p:tav tm="0">
                                          <p:val>
                                            <p:fltVal val="0"/>
                                          </p:val>
                                        </p:tav>
                                        <p:tav tm="100000">
                                          <p:val>
                                            <p:strVal val="#ppt_w"/>
                                          </p:val>
                                        </p:tav>
                                      </p:tavLst>
                                    </p:anim>
                                    <p:anim calcmode="lin" valueType="num">
                                      <p:cBhvr>
                                        <p:cTn id="42" dur="1000" fill="hold"/>
                                        <p:tgtEl>
                                          <p:spTgt spid="18"/>
                                        </p:tgtEl>
                                        <p:attrNameLst>
                                          <p:attrName>ppt_h</p:attrName>
                                        </p:attrNameLst>
                                      </p:cBhvr>
                                      <p:tavLst>
                                        <p:tav tm="0">
                                          <p:val>
                                            <p:fltVal val="0"/>
                                          </p:val>
                                        </p:tav>
                                        <p:tav tm="100000">
                                          <p:val>
                                            <p:strVal val="#ppt_h"/>
                                          </p:val>
                                        </p:tav>
                                      </p:tavLst>
                                    </p:anim>
                                    <p:animEffect transition="in" filter="fade">
                                      <p:cBhvr>
                                        <p:cTn id="43" dur="1000"/>
                                        <p:tgtEl>
                                          <p:spTgt spid="18"/>
                                        </p:tgtEl>
                                      </p:cBhvr>
                                    </p:animEffect>
                                  </p:childTnLst>
                                </p:cTn>
                              </p:par>
                            </p:childTnLst>
                          </p:cTn>
                        </p:par>
                        <p:par>
                          <p:cTn id="44" fill="hold">
                            <p:stCondLst>
                              <p:cond delay="3140"/>
                            </p:stCondLst>
                            <p:childTnLst>
                              <p:par>
                                <p:cTn id="45" presetID="2" presetClass="entr" presetSubtype="4"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additive="base">
                                        <p:cTn id="47" dur="500" fill="hold"/>
                                        <p:tgtEl>
                                          <p:spTgt spid="22"/>
                                        </p:tgtEl>
                                        <p:attrNameLst>
                                          <p:attrName>ppt_x</p:attrName>
                                        </p:attrNameLst>
                                      </p:cBhvr>
                                      <p:tavLst>
                                        <p:tav tm="0">
                                          <p:val>
                                            <p:strVal val="#ppt_x"/>
                                          </p:val>
                                        </p:tav>
                                        <p:tav tm="100000">
                                          <p:val>
                                            <p:strVal val="#ppt_x"/>
                                          </p:val>
                                        </p:tav>
                                      </p:tavLst>
                                    </p:anim>
                                    <p:anim calcmode="lin" valueType="num">
                                      <p:cBhvr additive="base">
                                        <p:cTn id="48" dur="500" fill="hold"/>
                                        <p:tgtEl>
                                          <p:spTgt spid="22"/>
                                        </p:tgtEl>
                                        <p:attrNameLst>
                                          <p:attrName>ppt_y</p:attrName>
                                        </p:attrNameLst>
                                      </p:cBhvr>
                                      <p:tavLst>
                                        <p:tav tm="0">
                                          <p:val>
                                            <p:strVal val="1+#ppt_h/2"/>
                                          </p:val>
                                        </p:tav>
                                        <p:tav tm="100000">
                                          <p:val>
                                            <p:strVal val="#ppt_y"/>
                                          </p:val>
                                        </p:tav>
                                      </p:tavLst>
                                    </p:anim>
                                  </p:childTnLst>
                                </p:cTn>
                              </p:par>
                              <p:par>
                                <p:cTn id="49" presetID="53" presetClass="entr" presetSubtype="16" fill="hold" grpId="0" nodeType="withEffect">
                                  <p:stCondLst>
                                    <p:cond delay="0"/>
                                  </p:stCondLst>
                                  <p:iterate type="lt">
                                    <p:tmPct val="10000"/>
                                  </p:iterate>
                                  <p:childTnLst>
                                    <p:set>
                                      <p:cBhvr>
                                        <p:cTn id="50" dur="1" fill="hold">
                                          <p:stCondLst>
                                            <p:cond delay="0"/>
                                          </p:stCondLst>
                                        </p:cTn>
                                        <p:tgtEl>
                                          <p:spTgt spid="25"/>
                                        </p:tgtEl>
                                        <p:attrNameLst>
                                          <p:attrName>style.visibility</p:attrName>
                                        </p:attrNameLst>
                                      </p:cBhvr>
                                      <p:to>
                                        <p:strVal val="visible"/>
                                      </p:to>
                                    </p:set>
                                    <p:anim calcmode="lin" valueType="num">
                                      <p:cBhvr>
                                        <p:cTn id="51" dur="300" fill="hold"/>
                                        <p:tgtEl>
                                          <p:spTgt spid="25"/>
                                        </p:tgtEl>
                                        <p:attrNameLst>
                                          <p:attrName>ppt_w</p:attrName>
                                        </p:attrNameLst>
                                      </p:cBhvr>
                                      <p:tavLst>
                                        <p:tav tm="0">
                                          <p:val>
                                            <p:fltVal val="0"/>
                                          </p:val>
                                        </p:tav>
                                        <p:tav tm="100000">
                                          <p:val>
                                            <p:strVal val="#ppt_w"/>
                                          </p:val>
                                        </p:tav>
                                      </p:tavLst>
                                    </p:anim>
                                    <p:anim calcmode="lin" valueType="num">
                                      <p:cBhvr>
                                        <p:cTn id="52" dur="300" fill="hold"/>
                                        <p:tgtEl>
                                          <p:spTgt spid="25"/>
                                        </p:tgtEl>
                                        <p:attrNameLst>
                                          <p:attrName>ppt_h</p:attrName>
                                        </p:attrNameLst>
                                      </p:cBhvr>
                                      <p:tavLst>
                                        <p:tav tm="0">
                                          <p:val>
                                            <p:fltVal val="0"/>
                                          </p:val>
                                        </p:tav>
                                        <p:tav tm="100000">
                                          <p:val>
                                            <p:strVal val="#ppt_h"/>
                                          </p:val>
                                        </p:tav>
                                      </p:tavLst>
                                    </p:anim>
                                    <p:animEffect transition="in" filter="fade">
                                      <p:cBhvr>
                                        <p:cTn id="53" dur="300"/>
                                        <p:tgtEl>
                                          <p:spTgt spid="25"/>
                                        </p:tgtEl>
                                      </p:cBhvr>
                                    </p:animEffect>
                                  </p:childTnLst>
                                </p:cTn>
                              </p:par>
                            </p:childTnLst>
                          </p:cTn>
                        </p:par>
                        <p:par>
                          <p:cTn id="54" fill="hold">
                            <p:stCondLst>
                              <p:cond delay="4250"/>
                            </p:stCondLst>
                            <p:childTnLst>
                              <p:par>
                                <p:cTn id="55" presetID="2" presetClass="entr" presetSubtype="8" decel="100000" fill="hold" grpId="0" nodeType="after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1000" fill="hold"/>
                                        <p:tgtEl>
                                          <p:spTgt spid="13"/>
                                        </p:tgtEl>
                                        <p:attrNameLst>
                                          <p:attrName>ppt_x</p:attrName>
                                        </p:attrNameLst>
                                      </p:cBhvr>
                                      <p:tavLst>
                                        <p:tav tm="0">
                                          <p:val>
                                            <p:strVal val="0-#ppt_w/2"/>
                                          </p:val>
                                        </p:tav>
                                        <p:tav tm="100000">
                                          <p:val>
                                            <p:strVal val="#ppt_x"/>
                                          </p:val>
                                        </p:tav>
                                      </p:tavLst>
                                    </p:anim>
                                    <p:anim calcmode="lin" valueType="num">
                                      <p:cBhvr additive="base">
                                        <p:cTn id="58" dur="1000" fill="hold"/>
                                        <p:tgtEl>
                                          <p:spTgt spid="13"/>
                                        </p:tgtEl>
                                        <p:attrNameLst>
                                          <p:attrName>ppt_y</p:attrName>
                                        </p:attrNameLst>
                                      </p:cBhvr>
                                      <p:tavLst>
                                        <p:tav tm="0">
                                          <p:val>
                                            <p:strVal val="#ppt_y"/>
                                          </p:val>
                                        </p:tav>
                                        <p:tav tm="100000">
                                          <p:val>
                                            <p:strVal val="#ppt_y"/>
                                          </p:val>
                                        </p:tav>
                                      </p:tavLst>
                                    </p:anim>
                                  </p:childTnLst>
                                </p:cTn>
                              </p:par>
                              <p:par>
                                <p:cTn id="59" presetID="53" presetClass="entr" presetSubtype="16"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p:cTn id="61" dur="1000" fill="hold"/>
                                        <p:tgtEl>
                                          <p:spTgt spid="16"/>
                                        </p:tgtEl>
                                        <p:attrNameLst>
                                          <p:attrName>ppt_w</p:attrName>
                                        </p:attrNameLst>
                                      </p:cBhvr>
                                      <p:tavLst>
                                        <p:tav tm="0">
                                          <p:val>
                                            <p:fltVal val="0"/>
                                          </p:val>
                                        </p:tav>
                                        <p:tav tm="100000">
                                          <p:val>
                                            <p:strVal val="#ppt_w"/>
                                          </p:val>
                                        </p:tav>
                                      </p:tavLst>
                                    </p:anim>
                                    <p:anim calcmode="lin" valueType="num">
                                      <p:cBhvr>
                                        <p:cTn id="62" dur="1000" fill="hold"/>
                                        <p:tgtEl>
                                          <p:spTgt spid="16"/>
                                        </p:tgtEl>
                                        <p:attrNameLst>
                                          <p:attrName>ppt_h</p:attrName>
                                        </p:attrNameLst>
                                      </p:cBhvr>
                                      <p:tavLst>
                                        <p:tav tm="0">
                                          <p:val>
                                            <p:fltVal val="0"/>
                                          </p:val>
                                        </p:tav>
                                        <p:tav tm="100000">
                                          <p:val>
                                            <p:strVal val="#ppt_h"/>
                                          </p:val>
                                        </p:tav>
                                      </p:tavLst>
                                    </p:anim>
                                    <p:animEffect transition="in" filter="fade">
                                      <p:cBhvr>
                                        <p:cTn id="63" dur="1000"/>
                                        <p:tgtEl>
                                          <p:spTgt spid="16"/>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p:cTn id="66" dur="1000" fill="hold"/>
                                        <p:tgtEl>
                                          <p:spTgt spid="17"/>
                                        </p:tgtEl>
                                        <p:attrNameLst>
                                          <p:attrName>ppt_w</p:attrName>
                                        </p:attrNameLst>
                                      </p:cBhvr>
                                      <p:tavLst>
                                        <p:tav tm="0">
                                          <p:val>
                                            <p:fltVal val="0"/>
                                          </p:val>
                                        </p:tav>
                                        <p:tav tm="100000">
                                          <p:val>
                                            <p:strVal val="#ppt_w"/>
                                          </p:val>
                                        </p:tav>
                                      </p:tavLst>
                                    </p:anim>
                                    <p:anim calcmode="lin" valueType="num">
                                      <p:cBhvr>
                                        <p:cTn id="67" dur="1000" fill="hold"/>
                                        <p:tgtEl>
                                          <p:spTgt spid="17"/>
                                        </p:tgtEl>
                                        <p:attrNameLst>
                                          <p:attrName>ppt_h</p:attrName>
                                        </p:attrNameLst>
                                      </p:cBhvr>
                                      <p:tavLst>
                                        <p:tav tm="0">
                                          <p:val>
                                            <p:fltVal val="0"/>
                                          </p:val>
                                        </p:tav>
                                        <p:tav tm="100000">
                                          <p:val>
                                            <p:strVal val="#ppt_h"/>
                                          </p:val>
                                        </p:tav>
                                      </p:tavLst>
                                    </p:anim>
                                    <p:animEffect transition="in" filter="fade">
                                      <p:cBhvr>
                                        <p:cTn id="68" dur="1000"/>
                                        <p:tgtEl>
                                          <p:spTgt spid="17"/>
                                        </p:tgtEl>
                                      </p:cBhvr>
                                    </p:animEffect>
                                  </p:childTnLst>
                                </p:cTn>
                              </p:par>
                            </p:childTnLst>
                          </p:cTn>
                        </p:par>
                        <p:par>
                          <p:cTn id="69" fill="hold">
                            <p:stCondLst>
                              <p:cond delay="5250"/>
                            </p:stCondLst>
                            <p:childTnLst>
                              <p:par>
                                <p:cTn id="70" presetID="2" presetClass="entr" presetSubtype="4" fill="hold" grpId="0" nodeType="afterEffect">
                                  <p:stCondLst>
                                    <p:cond delay="0"/>
                                  </p:stCondLst>
                                  <p:childTnLst>
                                    <p:set>
                                      <p:cBhvr>
                                        <p:cTn id="71" dur="1" fill="hold">
                                          <p:stCondLst>
                                            <p:cond delay="0"/>
                                          </p:stCondLst>
                                        </p:cTn>
                                        <p:tgtEl>
                                          <p:spTgt spid="26"/>
                                        </p:tgtEl>
                                        <p:attrNameLst>
                                          <p:attrName>style.visibility</p:attrName>
                                        </p:attrNameLst>
                                      </p:cBhvr>
                                      <p:to>
                                        <p:strVal val="visible"/>
                                      </p:to>
                                    </p:set>
                                    <p:anim calcmode="lin" valueType="num">
                                      <p:cBhvr additive="base">
                                        <p:cTn id="72" dur="500" fill="hold"/>
                                        <p:tgtEl>
                                          <p:spTgt spid="26"/>
                                        </p:tgtEl>
                                        <p:attrNameLst>
                                          <p:attrName>ppt_x</p:attrName>
                                        </p:attrNameLst>
                                      </p:cBhvr>
                                      <p:tavLst>
                                        <p:tav tm="0">
                                          <p:val>
                                            <p:strVal val="#ppt_x"/>
                                          </p:val>
                                        </p:tav>
                                        <p:tav tm="100000">
                                          <p:val>
                                            <p:strVal val="#ppt_x"/>
                                          </p:val>
                                        </p:tav>
                                      </p:tavLst>
                                    </p:anim>
                                    <p:anim calcmode="lin" valueType="num">
                                      <p:cBhvr additive="base">
                                        <p:cTn id="73" dur="500" fill="hold"/>
                                        <p:tgtEl>
                                          <p:spTgt spid="26"/>
                                        </p:tgtEl>
                                        <p:attrNameLst>
                                          <p:attrName>ppt_y</p:attrName>
                                        </p:attrNameLst>
                                      </p:cBhvr>
                                      <p:tavLst>
                                        <p:tav tm="0">
                                          <p:val>
                                            <p:strVal val="1+#ppt_h/2"/>
                                          </p:val>
                                        </p:tav>
                                        <p:tav tm="100000">
                                          <p:val>
                                            <p:strVal val="#ppt_y"/>
                                          </p:val>
                                        </p:tav>
                                      </p:tavLst>
                                    </p:anim>
                                  </p:childTnLst>
                                </p:cTn>
                              </p:par>
                              <p:par>
                                <p:cTn id="74" presetID="53" presetClass="entr" presetSubtype="16" fill="hold" grpId="0" nodeType="withEffect">
                                  <p:stCondLst>
                                    <p:cond delay="0"/>
                                  </p:stCondLst>
                                  <p:iterate type="lt">
                                    <p:tmPct val="10000"/>
                                  </p:iterate>
                                  <p:childTnLst>
                                    <p:set>
                                      <p:cBhvr>
                                        <p:cTn id="75" dur="1" fill="hold">
                                          <p:stCondLst>
                                            <p:cond delay="0"/>
                                          </p:stCondLst>
                                        </p:cTn>
                                        <p:tgtEl>
                                          <p:spTgt spid="30"/>
                                        </p:tgtEl>
                                        <p:attrNameLst>
                                          <p:attrName>style.visibility</p:attrName>
                                        </p:attrNameLst>
                                      </p:cBhvr>
                                      <p:to>
                                        <p:strVal val="visible"/>
                                      </p:to>
                                    </p:set>
                                    <p:anim calcmode="lin" valueType="num">
                                      <p:cBhvr>
                                        <p:cTn id="76" dur="300" fill="hold"/>
                                        <p:tgtEl>
                                          <p:spTgt spid="30"/>
                                        </p:tgtEl>
                                        <p:attrNameLst>
                                          <p:attrName>ppt_w</p:attrName>
                                        </p:attrNameLst>
                                      </p:cBhvr>
                                      <p:tavLst>
                                        <p:tav tm="0">
                                          <p:val>
                                            <p:fltVal val="0"/>
                                          </p:val>
                                        </p:tav>
                                        <p:tav tm="100000">
                                          <p:val>
                                            <p:strVal val="#ppt_w"/>
                                          </p:val>
                                        </p:tav>
                                      </p:tavLst>
                                    </p:anim>
                                    <p:anim calcmode="lin" valueType="num">
                                      <p:cBhvr>
                                        <p:cTn id="77" dur="300" fill="hold"/>
                                        <p:tgtEl>
                                          <p:spTgt spid="30"/>
                                        </p:tgtEl>
                                        <p:attrNameLst>
                                          <p:attrName>ppt_h</p:attrName>
                                        </p:attrNameLst>
                                      </p:cBhvr>
                                      <p:tavLst>
                                        <p:tav tm="0">
                                          <p:val>
                                            <p:fltVal val="0"/>
                                          </p:val>
                                        </p:tav>
                                        <p:tav tm="100000">
                                          <p:val>
                                            <p:strVal val="#ppt_h"/>
                                          </p:val>
                                        </p:tav>
                                      </p:tavLst>
                                    </p:anim>
                                    <p:animEffect transition="in" filter="fade">
                                      <p:cBhvr>
                                        <p:cTn id="78" dur="3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p:bldP spid="21" grpId="0"/>
      <p:bldP spid="22" grpId="0"/>
      <p:bldP spid="25" grpId="0"/>
      <p:bldP spid="26" grpId="0"/>
      <p:bldP spid="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339503"/>
            <a:ext cx="516863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5133136"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12.3 </a:t>
            </a:r>
            <a:r>
              <a:rPr lang="zh-CN" altLang="en-US" sz="2400" b="1" dirty="0">
                <a:solidFill>
                  <a:schemeClr val="bg1"/>
                </a:solidFill>
                <a:latin typeface="微软雅黑" pitchFamily="34" charset="-122"/>
                <a:ea typeface="微软雅黑" pitchFamily="34" charset="-122"/>
              </a:rPr>
              <a:t>嵌入式实时操作系统</a:t>
            </a:r>
            <a:r>
              <a:rPr lang="en-GB" altLang="zh-CN" sz="2400" b="1" dirty="0" err="1">
                <a:solidFill>
                  <a:schemeClr val="bg1"/>
                </a:solidFill>
                <a:latin typeface="微软雅黑" pitchFamily="34" charset="-122"/>
                <a:ea typeface="微软雅黑" pitchFamily="34" charset="-122"/>
              </a:rPr>
              <a:t>uC</a:t>
            </a:r>
            <a:r>
              <a:rPr lang="en-GB" altLang="zh-CN" sz="2400" b="1" dirty="0">
                <a:solidFill>
                  <a:schemeClr val="bg1"/>
                </a:solidFill>
                <a:latin typeface="微软雅黑" pitchFamily="34" charset="-122"/>
                <a:ea typeface="微软雅黑" pitchFamily="34" charset="-122"/>
              </a:rPr>
              <a:t>/OS-III</a:t>
            </a:r>
            <a:endParaRPr lang="zh-CN" altLang="zh-CN" sz="2400" b="1" dirty="0">
              <a:solidFill>
                <a:schemeClr val="bg1"/>
              </a:solidFill>
              <a:latin typeface="微软雅黑" pitchFamily="34" charset="-122"/>
              <a:ea typeface="微软雅黑" pitchFamily="34" charset="-122"/>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Freeform 6"/>
          <p:cNvSpPr>
            <a:spLocks/>
          </p:cNvSpPr>
          <p:nvPr/>
        </p:nvSpPr>
        <p:spPr bwMode="auto">
          <a:xfrm>
            <a:off x="1859085" y="1503589"/>
            <a:ext cx="745953" cy="686830"/>
          </a:xfrm>
          <a:custGeom>
            <a:avLst/>
            <a:gdLst>
              <a:gd name="T0" fmla="*/ 593 w 593"/>
              <a:gd name="T1" fmla="*/ 248 h 546"/>
              <a:gd name="T2" fmla="*/ 295 w 593"/>
              <a:gd name="T3" fmla="*/ 546 h 546"/>
              <a:gd name="T4" fmla="*/ 0 w 593"/>
              <a:gd name="T5" fmla="*/ 248 h 546"/>
              <a:gd name="T6" fmla="*/ 0 w 593"/>
              <a:gd name="T7" fmla="*/ 0 h 546"/>
              <a:gd name="T8" fmla="*/ 295 w 593"/>
              <a:gd name="T9" fmla="*/ 298 h 546"/>
              <a:gd name="T10" fmla="*/ 593 w 593"/>
              <a:gd name="T11" fmla="*/ 0 h 546"/>
              <a:gd name="T12" fmla="*/ 593 w 593"/>
              <a:gd name="T13" fmla="*/ 248 h 546"/>
            </a:gdLst>
            <a:ahLst/>
            <a:cxnLst>
              <a:cxn ang="0">
                <a:pos x="T0" y="T1"/>
              </a:cxn>
              <a:cxn ang="0">
                <a:pos x="T2" y="T3"/>
              </a:cxn>
              <a:cxn ang="0">
                <a:pos x="T4" y="T5"/>
              </a:cxn>
              <a:cxn ang="0">
                <a:pos x="T6" y="T7"/>
              </a:cxn>
              <a:cxn ang="0">
                <a:pos x="T8" y="T9"/>
              </a:cxn>
              <a:cxn ang="0">
                <a:pos x="T10" y="T11"/>
              </a:cxn>
              <a:cxn ang="0">
                <a:pos x="T12" y="T13"/>
              </a:cxn>
            </a:cxnLst>
            <a:rect l="0" t="0" r="r" b="b"/>
            <a:pathLst>
              <a:path w="593" h="546">
                <a:moveTo>
                  <a:pt x="593" y="248"/>
                </a:moveTo>
                <a:lnTo>
                  <a:pt x="295" y="546"/>
                </a:lnTo>
                <a:lnTo>
                  <a:pt x="0" y="248"/>
                </a:lnTo>
                <a:lnTo>
                  <a:pt x="0" y="0"/>
                </a:lnTo>
                <a:lnTo>
                  <a:pt x="295" y="298"/>
                </a:lnTo>
                <a:lnTo>
                  <a:pt x="593" y="0"/>
                </a:lnTo>
                <a:lnTo>
                  <a:pt x="593" y="248"/>
                </a:lnTo>
                <a:close/>
              </a:path>
            </a:pathLst>
          </a:custGeom>
          <a:solidFill>
            <a:schemeClr val="accent5">
              <a:lumMod val="75000"/>
            </a:schemeClr>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FEFABC"/>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16" name="Freeform 7"/>
          <p:cNvSpPr>
            <a:spLocks/>
          </p:cNvSpPr>
          <p:nvPr/>
        </p:nvSpPr>
        <p:spPr bwMode="auto">
          <a:xfrm>
            <a:off x="1847035" y="2504852"/>
            <a:ext cx="745953" cy="685572"/>
          </a:xfrm>
          <a:custGeom>
            <a:avLst/>
            <a:gdLst>
              <a:gd name="T0" fmla="*/ 593 w 593"/>
              <a:gd name="T1" fmla="*/ 248 h 545"/>
              <a:gd name="T2" fmla="*/ 295 w 593"/>
              <a:gd name="T3" fmla="*/ 545 h 545"/>
              <a:gd name="T4" fmla="*/ 0 w 593"/>
              <a:gd name="T5" fmla="*/ 248 h 545"/>
              <a:gd name="T6" fmla="*/ 0 w 593"/>
              <a:gd name="T7" fmla="*/ 0 h 545"/>
              <a:gd name="T8" fmla="*/ 295 w 593"/>
              <a:gd name="T9" fmla="*/ 297 h 545"/>
              <a:gd name="T10" fmla="*/ 593 w 593"/>
              <a:gd name="T11" fmla="*/ 0 h 545"/>
              <a:gd name="T12" fmla="*/ 593 w 593"/>
              <a:gd name="T13" fmla="*/ 248 h 545"/>
            </a:gdLst>
            <a:ahLst/>
            <a:cxnLst>
              <a:cxn ang="0">
                <a:pos x="T0" y="T1"/>
              </a:cxn>
              <a:cxn ang="0">
                <a:pos x="T2" y="T3"/>
              </a:cxn>
              <a:cxn ang="0">
                <a:pos x="T4" y="T5"/>
              </a:cxn>
              <a:cxn ang="0">
                <a:pos x="T6" y="T7"/>
              </a:cxn>
              <a:cxn ang="0">
                <a:pos x="T8" y="T9"/>
              </a:cxn>
              <a:cxn ang="0">
                <a:pos x="T10" y="T11"/>
              </a:cxn>
              <a:cxn ang="0">
                <a:pos x="T12" y="T13"/>
              </a:cxn>
            </a:cxnLst>
            <a:rect l="0" t="0" r="r" b="b"/>
            <a:pathLst>
              <a:path w="593" h="545">
                <a:moveTo>
                  <a:pt x="593" y="248"/>
                </a:moveTo>
                <a:lnTo>
                  <a:pt x="295" y="545"/>
                </a:lnTo>
                <a:lnTo>
                  <a:pt x="0" y="248"/>
                </a:lnTo>
                <a:lnTo>
                  <a:pt x="0" y="0"/>
                </a:lnTo>
                <a:lnTo>
                  <a:pt x="295" y="297"/>
                </a:lnTo>
                <a:lnTo>
                  <a:pt x="593" y="0"/>
                </a:lnTo>
                <a:lnTo>
                  <a:pt x="593" y="248"/>
                </a:lnTo>
                <a:close/>
              </a:path>
            </a:pathLst>
          </a:custGeom>
          <a:solidFill>
            <a:schemeClr val="accent3">
              <a:lumMod val="75000"/>
            </a:schemeClr>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FEFABC"/>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17" name="Freeform 8"/>
          <p:cNvSpPr>
            <a:spLocks/>
          </p:cNvSpPr>
          <p:nvPr/>
        </p:nvSpPr>
        <p:spPr bwMode="auto">
          <a:xfrm>
            <a:off x="1835696" y="3482172"/>
            <a:ext cx="745953" cy="686830"/>
          </a:xfrm>
          <a:custGeom>
            <a:avLst/>
            <a:gdLst>
              <a:gd name="T0" fmla="*/ 593 w 593"/>
              <a:gd name="T1" fmla="*/ 248 h 546"/>
              <a:gd name="T2" fmla="*/ 295 w 593"/>
              <a:gd name="T3" fmla="*/ 546 h 546"/>
              <a:gd name="T4" fmla="*/ 0 w 593"/>
              <a:gd name="T5" fmla="*/ 248 h 546"/>
              <a:gd name="T6" fmla="*/ 0 w 593"/>
              <a:gd name="T7" fmla="*/ 0 h 546"/>
              <a:gd name="T8" fmla="*/ 295 w 593"/>
              <a:gd name="T9" fmla="*/ 298 h 546"/>
              <a:gd name="T10" fmla="*/ 593 w 593"/>
              <a:gd name="T11" fmla="*/ 0 h 546"/>
              <a:gd name="T12" fmla="*/ 593 w 593"/>
              <a:gd name="T13" fmla="*/ 248 h 546"/>
            </a:gdLst>
            <a:ahLst/>
            <a:cxnLst>
              <a:cxn ang="0">
                <a:pos x="T0" y="T1"/>
              </a:cxn>
              <a:cxn ang="0">
                <a:pos x="T2" y="T3"/>
              </a:cxn>
              <a:cxn ang="0">
                <a:pos x="T4" y="T5"/>
              </a:cxn>
              <a:cxn ang="0">
                <a:pos x="T6" y="T7"/>
              </a:cxn>
              <a:cxn ang="0">
                <a:pos x="T8" y="T9"/>
              </a:cxn>
              <a:cxn ang="0">
                <a:pos x="T10" y="T11"/>
              </a:cxn>
              <a:cxn ang="0">
                <a:pos x="T12" y="T13"/>
              </a:cxn>
            </a:cxnLst>
            <a:rect l="0" t="0" r="r" b="b"/>
            <a:pathLst>
              <a:path w="593" h="546">
                <a:moveTo>
                  <a:pt x="593" y="248"/>
                </a:moveTo>
                <a:lnTo>
                  <a:pt x="295" y="546"/>
                </a:lnTo>
                <a:lnTo>
                  <a:pt x="0" y="248"/>
                </a:lnTo>
                <a:lnTo>
                  <a:pt x="0" y="0"/>
                </a:lnTo>
                <a:lnTo>
                  <a:pt x="295" y="298"/>
                </a:lnTo>
                <a:lnTo>
                  <a:pt x="593" y="0"/>
                </a:lnTo>
                <a:lnTo>
                  <a:pt x="593" y="248"/>
                </a:lnTo>
                <a:close/>
              </a:path>
            </a:pathLst>
          </a:custGeom>
          <a:solidFill>
            <a:schemeClr val="accent6">
              <a:lumMod val="75000"/>
            </a:schemeClr>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FEFABC"/>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18" name="Freeform 13"/>
          <p:cNvSpPr>
            <a:spLocks/>
          </p:cNvSpPr>
          <p:nvPr/>
        </p:nvSpPr>
        <p:spPr bwMode="auto">
          <a:xfrm>
            <a:off x="2082101" y="2523390"/>
            <a:ext cx="275822" cy="173728"/>
          </a:xfrm>
          <a:custGeom>
            <a:avLst/>
            <a:gdLst/>
            <a:ahLst/>
            <a:cxnLst/>
            <a:rect l="l" t="t" r="r" b="b"/>
            <a:pathLst>
              <a:path w="686185" h="432198">
                <a:moveTo>
                  <a:pt x="101600" y="338535"/>
                </a:moveTo>
                <a:lnTo>
                  <a:pt x="101600" y="432198"/>
                </a:lnTo>
                <a:lnTo>
                  <a:pt x="30163" y="432198"/>
                </a:lnTo>
                <a:lnTo>
                  <a:pt x="30163" y="402036"/>
                </a:lnTo>
                <a:close/>
                <a:moveTo>
                  <a:pt x="206375" y="236935"/>
                </a:moveTo>
                <a:lnTo>
                  <a:pt x="206375" y="432198"/>
                </a:lnTo>
                <a:lnTo>
                  <a:pt x="134938" y="432198"/>
                </a:lnTo>
                <a:lnTo>
                  <a:pt x="134938" y="305198"/>
                </a:lnTo>
                <a:close/>
                <a:moveTo>
                  <a:pt x="520700" y="187723"/>
                </a:moveTo>
                <a:lnTo>
                  <a:pt x="520700" y="432198"/>
                </a:lnTo>
                <a:lnTo>
                  <a:pt x="446088" y="432198"/>
                </a:lnTo>
                <a:lnTo>
                  <a:pt x="446088" y="255986"/>
                </a:lnTo>
                <a:close/>
                <a:moveTo>
                  <a:pt x="341313" y="176610"/>
                </a:moveTo>
                <a:lnTo>
                  <a:pt x="363538" y="198835"/>
                </a:lnTo>
                <a:lnTo>
                  <a:pt x="415925" y="255985"/>
                </a:lnTo>
                <a:lnTo>
                  <a:pt x="415925" y="432198"/>
                </a:lnTo>
                <a:lnTo>
                  <a:pt x="363538" y="432198"/>
                </a:lnTo>
                <a:lnTo>
                  <a:pt x="341313" y="432198"/>
                </a:lnTo>
                <a:close/>
                <a:moveTo>
                  <a:pt x="311150" y="140098"/>
                </a:moveTo>
                <a:lnTo>
                  <a:pt x="311150" y="143273"/>
                </a:lnTo>
                <a:lnTo>
                  <a:pt x="311150" y="432198"/>
                </a:lnTo>
                <a:lnTo>
                  <a:pt x="239713" y="432198"/>
                </a:lnTo>
                <a:lnTo>
                  <a:pt x="239713" y="206773"/>
                </a:lnTo>
                <a:close/>
                <a:moveTo>
                  <a:pt x="625475" y="90885"/>
                </a:moveTo>
                <a:lnTo>
                  <a:pt x="625475" y="432198"/>
                </a:lnTo>
                <a:lnTo>
                  <a:pt x="550863" y="432198"/>
                </a:lnTo>
                <a:lnTo>
                  <a:pt x="550863" y="157560"/>
                </a:lnTo>
                <a:close/>
                <a:moveTo>
                  <a:pt x="666509" y="976"/>
                </a:moveTo>
                <a:cubicBezTo>
                  <a:pt x="681486" y="-2777"/>
                  <a:pt x="688975" y="4730"/>
                  <a:pt x="685231" y="15991"/>
                </a:cubicBezTo>
                <a:cubicBezTo>
                  <a:pt x="681486" y="31005"/>
                  <a:pt x="677742" y="49774"/>
                  <a:pt x="673998" y="61034"/>
                </a:cubicBezTo>
                <a:lnTo>
                  <a:pt x="670253" y="64788"/>
                </a:lnTo>
                <a:cubicBezTo>
                  <a:pt x="666509" y="76049"/>
                  <a:pt x="659020" y="79803"/>
                  <a:pt x="651531" y="68542"/>
                </a:cubicBezTo>
                <a:cubicBezTo>
                  <a:pt x="644042" y="64788"/>
                  <a:pt x="640298" y="61034"/>
                  <a:pt x="640298" y="57281"/>
                </a:cubicBezTo>
                <a:cubicBezTo>
                  <a:pt x="640287" y="57291"/>
                  <a:pt x="638821" y="58656"/>
                  <a:pt x="430610" y="252470"/>
                </a:cubicBezTo>
                <a:cubicBezTo>
                  <a:pt x="430599" y="252458"/>
                  <a:pt x="429766" y="251578"/>
                  <a:pt x="363210" y="181151"/>
                </a:cubicBezTo>
                <a:cubicBezTo>
                  <a:pt x="363202" y="181142"/>
                  <a:pt x="362552" y="180444"/>
                  <a:pt x="310787" y="124846"/>
                </a:cubicBezTo>
                <a:cubicBezTo>
                  <a:pt x="310773" y="124860"/>
                  <a:pt x="308720" y="126761"/>
                  <a:pt x="14977" y="398861"/>
                </a:cubicBezTo>
                <a:cubicBezTo>
                  <a:pt x="14973" y="398858"/>
                  <a:pt x="14886" y="398792"/>
                  <a:pt x="13105" y="397454"/>
                </a:cubicBezTo>
                <a:lnTo>
                  <a:pt x="0" y="387600"/>
                </a:lnTo>
                <a:cubicBezTo>
                  <a:pt x="15" y="387586"/>
                  <a:pt x="2181" y="385572"/>
                  <a:pt x="310787" y="98571"/>
                </a:cubicBezTo>
                <a:cubicBezTo>
                  <a:pt x="310796" y="98580"/>
                  <a:pt x="311449" y="99281"/>
                  <a:pt x="363210" y="154875"/>
                </a:cubicBezTo>
                <a:cubicBezTo>
                  <a:pt x="363221" y="154887"/>
                  <a:pt x="364066" y="155781"/>
                  <a:pt x="430610" y="226194"/>
                </a:cubicBezTo>
                <a:cubicBezTo>
                  <a:pt x="430620" y="226185"/>
                  <a:pt x="432012" y="224897"/>
                  <a:pt x="625320" y="46020"/>
                </a:cubicBezTo>
                <a:cubicBezTo>
                  <a:pt x="621576" y="42266"/>
                  <a:pt x="621576" y="38513"/>
                  <a:pt x="617831" y="34759"/>
                </a:cubicBezTo>
                <a:lnTo>
                  <a:pt x="614087" y="31005"/>
                </a:lnTo>
                <a:cubicBezTo>
                  <a:pt x="606598" y="23498"/>
                  <a:pt x="610342" y="15991"/>
                  <a:pt x="621576" y="12237"/>
                </a:cubicBezTo>
                <a:cubicBezTo>
                  <a:pt x="636553" y="8484"/>
                  <a:pt x="655275" y="4730"/>
                  <a:pt x="666509" y="976"/>
                </a:cubicBezTo>
                <a:close/>
              </a:path>
            </a:pathLst>
          </a:custGeom>
          <a:solidFill>
            <a:schemeClr val="accent3">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19" name="Freeform 20"/>
          <p:cNvSpPr>
            <a:spLocks/>
          </p:cNvSpPr>
          <p:nvPr/>
        </p:nvSpPr>
        <p:spPr bwMode="auto">
          <a:xfrm>
            <a:off x="2132661" y="1503589"/>
            <a:ext cx="198801" cy="233226"/>
          </a:xfrm>
          <a:custGeom>
            <a:avLst/>
            <a:gdLst/>
            <a:ahLst/>
            <a:cxnLst/>
            <a:rect l="l" t="t" r="r" b="b"/>
            <a:pathLst>
              <a:path w="422194" h="495300">
                <a:moveTo>
                  <a:pt x="221309" y="211137"/>
                </a:moveTo>
                <a:cubicBezTo>
                  <a:pt x="228811" y="211137"/>
                  <a:pt x="236313" y="218615"/>
                  <a:pt x="236313" y="226093"/>
                </a:cubicBezTo>
                <a:cubicBezTo>
                  <a:pt x="236313" y="229832"/>
                  <a:pt x="236313" y="233571"/>
                  <a:pt x="232562" y="237310"/>
                </a:cubicBezTo>
                <a:cubicBezTo>
                  <a:pt x="232562" y="237310"/>
                  <a:pt x="232562" y="237310"/>
                  <a:pt x="243815" y="349480"/>
                </a:cubicBezTo>
                <a:cubicBezTo>
                  <a:pt x="243815" y="349480"/>
                  <a:pt x="243815" y="349480"/>
                  <a:pt x="221309" y="409304"/>
                </a:cubicBezTo>
                <a:cubicBezTo>
                  <a:pt x="221309" y="409304"/>
                  <a:pt x="221309" y="409304"/>
                  <a:pt x="262570" y="304612"/>
                </a:cubicBezTo>
                <a:cubicBezTo>
                  <a:pt x="262570" y="304612"/>
                  <a:pt x="262570" y="304612"/>
                  <a:pt x="300080" y="214876"/>
                </a:cubicBezTo>
                <a:cubicBezTo>
                  <a:pt x="300080" y="214876"/>
                  <a:pt x="300080" y="214876"/>
                  <a:pt x="333838" y="214876"/>
                </a:cubicBezTo>
                <a:cubicBezTo>
                  <a:pt x="352593" y="218615"/>
                  <a:pt x="390103" y="226093"/>
                  <a:pt x="408858" y="270961"/>
                </a:cubicBezTo>
                <a:cubicBezTo>
                  <a:pt x="423862" y="297134"/>
                  <a:pt x="423862" y="409304"/>
                  <a:pt x="420111" y="495300"/>
                </a:cubicBezTo>
                <a:cubicBezTo>
                  <a:pt x="420111" y="495300"/>
                  <a:pt x="420111" y="495300"/>
                  <a:pt x="352593" y="495300"/>
                </a:cubicBezTo>
                <a:cubicBezTo>
                  <a:pt x="352593" y="495300"/>
                  <a:pt x="352593" y="495300"/>
                  <a:pt x="348842" y="330785"/>
                </a:cubicBezTo>
                <a:cubicBezTo>
                  <a:pt x="348842" y="330785"/>
                  <a:pt x="348842" y="329850"/>
                  <a:pt x="347436" y="329383"/>
                </a:cubicBezTo>
                <a:lnTo>
                  <a:pt x="337589" y="330785"/>
                </a:lnTo>
                <a:lnTo>
                  <a:pt x="333838" y="327046"/>
                </a:lnTo>
                <a:cubicBezTo>
                  <a:pt x="333838" y="327046"/>
                  <a:pt x="333838" y="327046"/>
                  <a:pt x="337589" y="495300"/>
                </a:cubicBezTo>
                <a:cubicBezTo>
                  <a:pt x="337589" y="495300"/>
                  <a:pt x="337589" y="495300"/>
                  <a:pt x="213807" y="495300"/>
                </a:cubicBezTo>
                <a:cubicBezTo>
                  <a:pt x="213807" y="495300"/>
                  <a:pt x="213807" y="495300"/>
                  <a:pt x="86273" y="495300"/>
                </a:cubicBezTo>
                <a:cubicBezTo>
                  <a:pt x="86273" y="495300"/>
                  <a:pt x="86273" y="495300"/>
                  <a:pt x="86273" y="330785"/>
                </a:cubicBezTo>
                <a:cubicBezTo>
                  <a:pt x="75050" y="327056"/>
                  <a:pt x="75020" y="330765"/>
                  <a:pt x="75020" y="330785"/>
                </a:cubicBezTo>
                <a:cubicBezTo>
                  <a:pt x="75020" y="330785"/>
                  <a:pt x="75020" y="330785"/>
                  <a:pt x="71269" y="495300"/>
                </a:cubicBezTo>
                <a:cubicBezTo>
                  <a:pt x="71269" y="495300"/>
                  <a:pt x="71269" y="495300"/>
                  <a:pt x="0" y="495300"/>
                </a:cubicBezTo>
                <a:cubicBezTo>
                  <a:pt x="0" y="409304"/>
                  <a:pt x="0" y="297134"/>
                  <a:pt x="11253" y="270961"/>
                </a:cubicBezTo>
                <a:cubicBezTo>
                  <a:pt x="22506" y="233571"/>
                  <a:pt x="56265" y="218615"/>
                  <a:pt x="86273" y="214876"/>
                </a:cubicBezTo>
                <a:cubicBezTo>
                  <a:pt x="86273" y="214876"/>
                  <a:pt x="86273" y="214876"/>
                  <a:pt x="142538" y="214876"/>
                </a:cubicBezTo>
                <a:cubicBezTo>
                  <a:pt x="142538" y="214876"/>
                  <a:pt x="142538" y="214876"/>
                  <a:pt x="180048" y="300873"/>
                </a:cubicBezTo>
                <a:cubicBezTo>
                  <a:pt x="180048" y="300873"/>
                  <a:pt x="180048" y="300873"/>
                  <a:pt x="195052" y="345741"/>
                </a:cubicBezTo>
                <a:cubicBezTo>
                  <a:pt x="195052" y="345741"/>
                  <a:pt x="195052" y="345741"/>
                  <a:pt x="206305" y="237310"/>
                </a:cubicBezTo>
                <a:cubicBezTo>
                  <a:pt x="206305" y="233571"/>
                  <a:pt x="202554" y="229832"/>
                  <a:pt x="202554" y="226093"/>
                </a:cubicBezTo>
                <a:cubicBezTo>
                  <a:pt x="202554" y="222354"/>
                  <a:pt x="206305" y="214876"/>
                  <a:pt x="213807" y="214876"/>
                </a:cubicBezTo>
                <a:cubicBezTo>
                  <a:pt x="213807" y="211137"/>
                  <a:pt x="217558" y="211137"/>
                  <a:pt x="221309" y="211137"/>
                </a:cubicBezTo>
                <a:close/>
                <a:moveTo>
                  <a:pt x="213438" y="0"/>
                </a:moveTo>
                <a:lnTo>
                  <a:pt x="220954" y="0"/>
                </a:lnTo>
                <a:cubicBezTo>
                  <a:pt x="269810" y="0"/>
                  <a:pt x="311150" y="41474"/>
                  <a:pt x="311150" y="90488"/>
                </a:cubicBezTo>
                <a:cubicBezTo>
                  <a:pt x="311150" y="139502"/>
                  <a:pt x="269810" y="180975"/>
                  <a:pt x="220954" y="180975"/>
                </a:cubicBezTo>
                <a:cubicBezTo>
                  <a:pt x="217196" y="180975"/>
                  <a:pt x="213438" y="180975"/>
                  <a:pt x="213438" y="177205"/>
                </a:cubicBezTo>
                <a:cubicBezTo>
                  <a:pt x="164582" y="173435"/>
                  <a:pt x="127000" y="135731"/>
                  <a:pt x="127000" y="90488"/>
                </a:cubicBezTo>
                <a:cubicBezTo>
                  <a:pt x="127000" y="41474"/>
                  <a:pt x="164582" y="3771"/>
                  <a:pt x="213438" y="0"/>
                </a:cubicBezTo>
                <a:close/>
              </a:path>
            </a:pathLst>
          </a:custGeom>
          <a:solidFill>
            <a:schemeClr val="accent5">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20" name="Freeform 22"/>
          <p:cNvSpPr>
            <a:spLocks noEditPoints="1"/>
          </p:cNvSpPr>
          <p:nvPr/>
        </p:nvSpPr>
        <p:spPr bwMode="auto">
          <a:xfrm>
            <a:off x="2134150" y="3503695"/>
            <a:ext cx="149045" cy="258424"/>
          </a:xfrm>
          <a:custGeom>
            <a:avLst/>
            <a:gdLst>
              <a:gd name="T0" fmla="*/ 45 w 105"/>
              <a:gd name="T1" fmla="*/ 139 h 182"/>
              <a:gd name="T2" fmla="*/ 45 w 105"/>
              <a:gd name="T3" fmla="*/ 96 h 182"/>
              <a:gd name="T4" fmla="*/ 14 w 105"/>
              <a:gd name="T5" fmla="*/ 79 h 182"/>
              <a:gd name="T6" fmla="*/ 4 w 105"/>
              <a:gd name="T7" fmla="*/ 51 h 182"/>
              <a:gd name="T8" fmla="*/ 15 w 105"/>
              <a:gd name="T9" fmla="*/ 23 h 182"/>
              <a:gd name="T10" fmla="*/ 45 w 105"/>
              <a:gd name="T11" fmla="*/ 10 h 182"/>
              <a:gd name="T12" fmla="*/ 45 w 105"/>
              <a:gd name="T13" fmla="*/ 0 h 182"/>
              <a:gd name="T14" fmla="*/ 60 w 105"/>
              <a:gd name="T15" fmla="*/ 0 h 182"/>
              <a:gd name="T16" fmla="*/ 60 w 105"/>
              <a:gd name="T17" fmla="*/ 10 h 182"/>
              <a:gd name="T18" fmla="*/ 87 w 105"/>
              <a:gd name="T19" fmla="*/ 21 h 182"/>
              <a:gd name="T20" fmla="*/ 100 w 105"/>
              <a:gd name="T21" fmla="*/ 45 h 182"/>
              <a:gd name="T22" fmla="*/ 73 w 105"/>
              <a:gd name="T23" fmla="*/ 49 h 182"/>
              <a:gd name="T24" fmla="*/ 60 w 105"/>
              <a:gd name="T25" fmla="*/ 32 h 182"/>
              <a:gd name="T26" fmla="*/ 60 w 105"/>
              <a:gd name="T27" fmla="*/ 72 h 182"/>
              <a:gd name="T28" fmla="*/ 95 w 105"/>
              <a:gd name="T29" fmla="*/ 89 h 182"/>
              <a:gd name="T30" fmla="*/ 105 w 105"/>
              <a:gd name="T31" fmla="*/ 116 h 182"/>
              <a:gd name="T32" fmla="*/ 93 w 105"/>
              <a:gd name="T33" fmla="*/ 147 h 182"/>
              <a:gd name="T34" fmla="*/ 60 w 105"/>
              <a:gd name="T35" fmla="*/ 163 h 182"/>
              <a:gd name="T36" fmla="*/ 60 w 105"/>
              <a:gd name="T37" fmla="*/ 182 h 182"/>
              <a:gd name="T38" fmla="*/ 45 w 105"/>
              <a:gd name="T39" fmla="*/ 182 h 182"/>
              <a:gd name="T40" fmla="*/ 45 w 105"/>
              <a:gd name="T41" fmla="*/ 163 h 182"/>
              <a:gd name="T42" fmla="*/ 14 w 105"/>
              <a:gd name="T43" fmla="*/ 150 h 182"/>
              <a:gd name="T44" fmla="*/ 0 w 105"/>
              <a:gd name="T45" fmla="*/ 119 h 182"/>
              <a:gd name="T46" fmla="*/ 28 w 105"/>
              <a:gd name="T47" fmla="*/ 116 h 182"/>
              <a:gd name="T48" fmla="*/ 34 w 105"/>
              <a:gd name="T49" fmla="*/ 130 h 182"/>
              <a:gd name="T50" fmla="*/ 45 w 105"/>
              <a:gd name="T51" fmla="*/ 139 h 182"/>
              <a:gd name="T52" fmla="*/ 45 w 105"/>
              <a:gd name="T53" fmla="*/ 32 h 182"/>
              <a:gd name="T54" fmla="*/ 35 w 105"/>
              <a:gd name="T55" fmla="*/ 39 h 182"/>
              <a:gd name="T56" fmla="*/ 31 w 105"/>
              <a:gd name="T57" fmla="*/ 50 h 182"/>
              <a:gd name="T58" fmla="*/ 34 w 105"/>
              <a:gd name="T59" fmla="*/ 60 h 182"/>
              <a:gd name="T60" fmla="*/ 45 w 105"/>
              <a:gd name="T61" fmla="*/ 67 h 182"/>
              <a:gd name="T62" fmla="*/ 45 w 105"/>
              <a:gd name="T63" fmla="*/ 32 h 182"/>
              <a:gd name="T64" fmla="*/ 60 w 105"/>
              <a:gd name="T65" fmla="*/ 140 h 182"/>
              <a:gd name="T66" fmla="*/ 73 w 105"/>
              <a:gd name="T67" fmla="*/ 133 h 182"/>
              <a:gd name="T68" fmla="*/ 78 w 105"/>
              <a:gd name="T69" fmla="*/ 120 h 182"/>
              <a:gd name="T70" fmla="*/ 74 w 105"/>
              <a:gd name="T71" fmla="*/ 108 h 182"/>
              <a:gd name="T72" fmla="*/ 60 w 105"/>
              <a:gd name="T73" fmla="*/ 101 h 182"/>
              <a:gd name="T74" fmla="*/ 60 w 105"/>
              <a:gd name="T75" fmla="*/ 14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5" h="182">
                <a:moveTo>
                  <a:pt x="45" y="139"/>
                </a:moveTo>
                <a:cubicBezTo>
                  <a:pt x="45" y="96"/>
                  <a:pt x="45" y="96"/>
                  <a:pt x="45" y="96"/>
                </a:cubicBezTo>
                <a:cubicBezTo>
                  <a:pt x="31" y="92"/>
                  <a:pt x="20" y="87"/>
                  <a:pt x="14" y="79"/>
                </a:cubicBezTo>
                <a:cubicBezTo>
                  <a:pt x="7" y="71"/>
                  <a:pt x="4" y="62"/>
                  <a:pt x="4" y="51"/>
                </a:cubicBezTo>
                <a:cubicBezTo>
                  <a:pt x="4" y="40"/>
                  <a:pt x="8" y="30"/>
                  <a:pt x="15" y="23"/>
                </a:cubicBezTo>
                <a:cubicBezTo>
                  <a:pt x="22" y="15"/>
                  <a:pt x="32" y="11"/>
                  <a:pt x="45" y="10"/>
                </a:cubicBezTo>
                <a:cubicBezTo>
                  <a:pt x="45" y="0"/>
                  <a:pt x="45" y="0"/>
                  <a:pt x="45" y="0"/>
                </a:cubicBezTo>
                <a:cubicBezTo>
                  <a:pt x="60" y="0"/>
                  <a:pt x="60" y="0"/>
                  <a:pt x="60" y="0"/>
                </a:cubicBezTo>
                <a:cubicBezTo>
                  <a:pt x="60" y="10"/>
                  <a:pt x="60" y="10"/>
                  <a:pt x="60" y="10"/>
                </a:cubicBezTo>
                <a:cubicBezTo>
                  <a:pt x="72" y="11"/>
                  <a:pt x="81" y="15"/>
                  <a:pt x="87" y="21"/>
                </a:cubicBezTo>
                <a:cubicBezTo>
                  <a:pt x="94" y="27"/>
                  <a:pt x="99" y="35"/>
                  <a:pt x="100" y="45"/>
                </a:cubicBezTo>
                <a:cubicBezTo>
                  <a:pt x="73" y="49"/>
                  <a:pt x="73" y="49"/>
                  <a:pt x="73" y="49"/>
                </a:cubicBezTo>
                <a:cubicBezTo>
                  <a:pt x="71" y="41"/>
                  <a:pt x="67" y="35"/>
                  <a:pt x="60" y="32"/>
                </a:cubicBezTo>
                <a:cubicBezTo>
                  <a:pt x="60" y="72"/>
                  <a:pt x="60" y="72"/>
                  <a:pt x="60" y="72"/>
                </a:cubicBezTo>
                <a:cubicBezTo>
                  <a:pt x="77" y="76"/>
                  <a:pt x="89" y="82"/>
                  <a:pt x="95" y="89"/>
                </a:cubicBezTo>
                <a:cubicBezTo>
                  <a:pt x="102" y="96"/>
                  <a:pt x="105" y="105"/>
                  <a:pt x="105" y="116"/>
                </a:cubicBezTo>
                <a:cubicBezTo>
                  <a:pt x="105" y="128"/>
                  <a:pt x="101" y="139"/>
                  <a:pt x="93" y="147"/>
                </a:cubicBezTo>
                <a:cubicBezTo>
                  <a:pt x="85" y="156"/>
                  <a:pt x="74" y="161"/>
                  <a:pt x="60" y="163"/>
                </a:cubicBezTo>
                <a:cubicBezTo>
                  <a:pt x="60" y="182"/>
                  <a:pt x="60" y="182"/>
                  <a:pt x="60" y="182"/>
                </a:cubicBezTo>
                <a:cubicBezTo>
                  <a:pt x="45" y="182"/>
                  <a:pt x="45" y="182"/>
                  <a:pt x="45" y="182"/>
                </a:cubicBezTo>
                <a:cubicBezTo>
                  <a:pt x="45" y="163"/>
                  <a:pt x="45" y="163"/>
                  <a:pt x="45" y="163"/>
                </a:cubicBezTo>
                <a:cubicBezTo>
                  <a:pt x="32" y="162"/>
                  <a:pt x="22" y="157"/>
                  <a:pt x="14" y="150"/>
                </a:cubicBezTo>
                <a:cubicBezTo>
                  <a:pt x="7" y="143"/>
                  <a:pt x="2" y="132"/>
                  <a:pt x="0" y="119"/>
                </a:cubicBezTo>
                <a:cubicBezTo>
                  <a:pt x="28" y="116"/>
                  <a:pt x="28" y="116"/>
                  <a:pt x="28" y="116"/>
                </a:cubicBezTo>
                <a:cubicBezTo>
                  <a:pt x="29" y="122"/>
                  <a:pt x="31" y="126"/>
                  <a:pt x="34" y="130"/>
                </a:cubicBezTo>
                <a:cubicBezTo>
                  <a:pt x="37" y="134"/>
                  <a:pt x="41" y="137"/>
                  <a:pt x="45" y="139"/>
                </a:cubicBezTo>
                <a:close/>
                <a:moveTo>
                  <a:pt x="45" y="32"/>
                </a:moveTo>
                <a:cubicBezTo>
                  <a:pt x="40" y="33"/>
                  <a:pt x="37" y="36"/>
                  <a:pt x="35" y="39"/>
                </a:cubicBezTo>
                <a:cubicBezTo>
                  <a:pt x="32" y="42"/>
                  <a:pt x="31" y="46"/>
                  <a:pt x="31" y="50"/>
                </a:cubicBezTo>
                <a:cubicBezTo>
                  <a:pt x="31" y="53"/>
                  <a:pt x="32" y="57"/>
                  <a:pt x="34" y="60"/>
                </a:cubicBezTo>
                <a:cubicBezTo>
                  <a:pt x="36" y="63"/>
                  <a:pt x="40" y="65"/>
                  <a:pt x="45" y="67"/>
                </a:cubicBezTo>
                <a:lnTo>
                  <a:pt x="45" y="32"/>
                </a:lnTo>
                <a:close/>
                <a:moveTo>
                  <a:pt x="60" y="140"/>
                </a:moveTo>
                <a:cubicBezTo>
                  <a:pt x="66" y="139"/>
                  <a:pt x="70" y="137"/>
                  <a:pt x="73" y="133"/>
                </a:cubicBezTo>
                <a:cubicBezTo>
                  <a:pt x="77" y="129"/>
                  <a:pt x="78" y="125"/>
                  <a:pt x="78" y="120"/>
                </a:cubicBezTo>
                <a:cubicBezTo>
                  <a:pt x="78" y="115"/>
                  <a:pt x="77" y="111"/>
                  <a:pt x="74" y="108"/>
                </a:cubicBezTo>
                <a:cubicBezTo>
                  <a:pt x="71" y="105"/>
                  <a:pt x="67" y="102"/>
                  <a:pt x="60" y="101"/>
                </a:cubicBezTo>
                <a:lnTo>
                  <a:pt x="60" y="140"/>
                </a:lnTo>
                <a:close/>
              </a:path>
            </a:pathLst>
          </a:custGeom>
          <a:solidFill>
            <a:schemeClr val="accent6">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21" name="TextBox 28"/>
          <p:cNvSpPr txBox="1"/>
          <p:nvPr/>
        </p:nvSpPr>
        <p:spPr>
          <a:xfrm>
            <a:off x="2902218" y="1652239"/>
            <a:ext cx="2754280" cy="389530"/>
          </a:xfrm>
          <a:prstGeom prst="rect">
            <a:avLst/>
          </a:prstGeom>
          <a:noFill/>
        </p:spPr>
        <p:txBody>
          <a:bodyPr wrap="none" tIns="0" bIns="0" rtlCol="0" anchor="t">
            <a:spAutoFit/>
          </a:bodyPr>
          <a:lstStyle/>
          <a:p>
            <a:pPr>
              <a:lnSpc>
                <a:spcPct val="150000"/>
              </a:lnSpc>
            </a:pPr>
            <a:r>
              <a:rPr lang="en-GB" altLang="zh-CN" sz="2000" b="1" dirty="0">
                <a:solidFill>
                  <a:schemeClr val="accent5">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12.3.1 </a:t>
            </a:r>
            <a:r>
              <a:rPr lang="en-GB" altLang="zh-CN" sz="2000" b="1" dirty="0" err="1">
                <a:solidFill>
                  <a:schemeClr val="accent5">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uC</a:t>
            </a:r>
            <a:r>
              <a:rPr lang="en-GB" altLang="zh-CN" sz="2000" b="1" dirty="0">
                <a:solidFill>
                  <a:schemeClr val="accent5">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/OS-III</a:t>
            </a:r>
            <a:r>
              <a:rPr lang="zh-CN" altLang="en-US" sz="2000" b="1" dirty="0">
                <a:solidFill>
                  <a:schemeClr val="accent5">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的任务</a:t>
            </a:r>
          </a:p>
        </p:txBody>
      </p:sp>
      <p:cxnSp>
        <p:nvCxnSpPr>
          <p:cNvPr id="23" name="直接箭头连接符 22"/>
          <p:cNvCxnSpPr/>
          <p:nvPr/>
        </p:nvCxnSpPr>
        <p:spPr>
          <a:xfrm>
            <a:off x="2232062" y="2190420"/>
            <a:ext cx="4918628" cy="0"/>
          </a:xfrm>
          <a:prstGeom prst="straightConnector1">
            <a:avLst/>
          </a:prstGeom>
          <a:noFill/>
          <a:ln w="6350" cap="flat" cmpd="sng" algn="ctr">
            <a:solidFill>
              <a:sysClr val="window" lastClr="FFFFFF">
                <a:lumMod val="65000"/>
              </a:sysClr>
            </a:solidFill>
            <a:prstDash val="solid"/>
            <a:miter lim="800000"/>
            <a:headEnd type="oval" w="med" len="med"/>
            <a:tailEnd type="triangle" w="med" len="med"/>
          </a:ln>
          <a:effectLst/>
        </p:spPr>
      </p:cxnSp>
      <p:cxnSp>
        <p:nvCxnSpPr>
          <p:cNvPr id="24" name="直接箭头连接符 23"/>
          <p:cNvCxnSpPr>
            <a:stCxn id="16" idx="1"/>
          </p:cNvCxnSpPr>
          <p:nvPr/>
        </p:nvCxnSpPr>
        <p:spPr>
          <a:xfrm>
            <a:off x="2218125" y="3190424"/>
            <a:ext cx="5076581" cy="0"/>
          </a:xfrm>
          <a:prstGeom prst="straightConnector1">
            <a:avLst/>
          </a:prstGeom>
          <a:noFill/>
          <a:ln w="6350" cap="flat" cmpd="sng" algn="ctr">
            <a:solidFill>
              <a:sysClr val="window" lastClr="FFFFFF">
                <a:lumMod val="65000"/>
              </a:sysClr>
            </a:solidFill>
            <a:prstDash val="solid"/>
            <a:miter lim="800000"/>
            <a:headEnd type="oval" w="med" len="med"/>
            <a:tailEnd type="triangle" w="med" len="med"/>
          </a:ln>
          <a:effectLst/>
        </p:spPr>
      </p:cxnSp>
      <p:cxnSp>
        <p:nvCxnSpPr>
          <p:cNvPr id="25" name="直接箭头连接符 24"/>
          <p:cNvCxnSpPr>
            <a:stCxn id="17" idx="1"/>
          </p:cNvCxnSpPr>
          <p:nvPr/>
        </p:nvCxnSpPr>
        <p:spPr>
          <a:xfrm>
            <a:off x="2206786" y="4169002"/>
            <a:ext cx="5231936" cy="0"/>
          </a:xfrm>
          <a:prstGeom prst="straightConnector1">
            <a:avLst/>
          </a:prstGeom>
          <a:noFill/>
          <a:ln w="6350" cap="flat" cmpd="sng" algn="ctr">
            <a:solidFill>
              <a:sysClr val="window" lastClr="FFFFFF">
                <a:lumMod val="65000"/>
              </a:sysClr>
            </a:solidFill>
            <a:prstDash val="solid"/>
            <a:miter lim="800000"/>
            <a:headEnd type="oval" w="med" len="med"/>
            <a:tailEnd type="triangle" w="med" len="med"/>
          </a:ln>
          <a:effectLst/>
        </p:spPr>
      </p:cxnSp>
      <p:sp>
        <p:nvSpPr>
          <p:cNvPr id="26" name="TextBox 28"/>
          <p:cNvSpPr txBox="1"/>
          <p:nvPr/>
        </p:nvSpPr>
        <p:spPr>
          <a:xfrm>
            <a:off x="2920796" y="2652873"/>
            <a:ext cx="3270447" cy="389530"/>
          </a:xfrm>
          <a:prstGeom prst="rect">
            <a:avLst/>
          </a:prstGeom>
          <a:noFill/>
        </p:spPr>
        <p:txBody>
          <a:bodyPr wrap="none" tIns="0" bIns="0" rtlCol="0" anchor="t">
            <a:spAutoFit/>
          </a:bodyPr>
          <a:lstStyle/>
          <a:p>
            <a:pPr>
              <a:lnSpc>
                <a:spcPct val="150000"/>
              </a:lnSpc>
            </a:pPr>
            <a:r>
              <a:rPr lang="en-US" altLang="zh-CN" sz="2000" b="1" dirty="0">
                <a:solidFill>
                  <a:schemeClr val="accent3">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12.3.2 </a:t>
            </a:r>
            <a:r>
              <a:rPr lang="en-US" altLang="zh-CN" sz="2000" b="1" dirty="0" err="1">
                <a:solidFill>
                  <a:schemeClr val="accent3">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uC</a:t>
            </a:r>
            <a:r>
              <a:rPr lang="en-US" altLang="zh-CN" sz="2000" b="1" dirty="0">
                <a:solidFill>
                  <a:schemeClr val="accent3">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/OS-III</a:t>
            </a:r>
            <a:r>
              <a:rPr lang="zh-CN" altLang="en-US" sz="2000" b="1" dirty="0">
                <a:solidFill>
                  <a:schemeClr val="accent3">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时钟和中断</a:t>
            </a:r>
          </a:p>
        </p:txBody>
      </p:sp>
      <p:sp>
        <p:nvSpPr>
          <p:cNvPr id="27" name="TextBox 28"/>
          <p:cNvSpPr txBox="1"/>
          <p:nvPr/>
        </p:nvSpPr>
        <p:spPr>
          <a:xfrm>
            <a:off x="2940498" y="3630822"/>
            <a:ext cx="4044697" cy="389530"/>
          </a:xfrm>
          <a:prstGeom prst="rect">
            <a:avLst/>
          </a:prstGeom>
          <a:noFill/>
        </p:spPr>
        <p:txBody>
          <a:bodyPr wrap="none" tIns="0" bIns="0" rtlCol="0" anchor="t">
            <a:spAutoFit/>
          </a:bodyPr>
          <a:lstStyle/>
          <a:p>
            <a:pPr>
              <a:lnSpc>
                <a:spcPct val="150000"/>
              </a:lnSpc>
            </a:pPr>
            <a:r>
              <a:rPr lang="en-US" altLang="zh-CN" sz="2000" b="1" dirty="0">
                <a:solidFill>
                  <a:schemeClr val="accent6">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12.3.3 </a:t>
            </a:r>
            <a:r>
              <a:rPr lang="en-US" altLang="zh-CN" sz="2000" b="1" dirty="0" err="1">
                <a:solidFill>
                  <a:schemeClr val="accent6">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uC</a:t>
            </a:r>
            <a:r>
              <a:rPr lang="en-US" altLang="zh-CN" sz="2000" b="1" dirty="0">
                <a:solidFill>
                  <a:schemeClr val="accent6">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/OS-III</a:t>
            </a:r>
            <a:r>
              <a:rPr lang="zh-CN" altLang="en-US" sz="2000" b="1" dirty="0">
                <a:solidFill>
                  <a:schemeClr val="accent6">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任务间通信与同步</a:t>
            </a:r>
          </a:p>
        </p:txBody>
      </p:sp>
    </p:spTree>
    <p:extLst>
      <p:ext uri="{BB962C8B-B14F-4D97-AF65-F5344CB8AC3E}">
        <p14:creationId xmlns:p14="http://schemas.microsoft.com/office/powerpoint/2010/main" val="3117189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8"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par>
                                <p:cTn id="11" presetID="22" presetClass="entr" presetSubtype="8"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par>
                                <p:cTn id="14" presetID="2" presetClass="entr" presetSubtype="2" decel="10000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1000" fill="hold"/>
                                        <p:tgtEl>
                                          <p:spTgt spid="21"/>
                                        </p:tgtEl>
                                        <p:attrNameLst>
                                          <p:attrName>ppt_x</p:attrName>
                                        </p:attrNameLst>
                                      </p:cBhvr>
                                      <p:tavLst>
                                        <p:tav tm="0">
                                          <p:val>
                                            <p:strVal val="1+#ppt_w/2"/>
                                          </p:val>
                                        </p:tav>
                                        <p:tav tm="100000">
                                          <p:val>
                                            <p:strVal val="#ppt_x"/>
                                          </p:val>
                                        </p:tav>
                                      </p:tavLst>
                                    </p:anim>
                                    <p:anim calcmode="lin" valueType="num">
                                      <p:cBhvr additive="base">
                                        <p:cTn id="17" dur="1000" fill="hold"/>
                                        <p:tgtEl>
                                          <p:spTgt spid="21"/>
                                        </p:tgtEl>
                                        <p:attrNameLst>
                                          <p:attrName>ppt_y</p:attrName>
                                        </p:attrNameLst>
                                      </p:cBhvr>
                                      <p:tavLst>
                                        <p:tav tm="0">
                                          <p:val>
                                            <p:strVal val="#ppt_y"/>
                                          </p:val>
                                        </p:tav>
                                        <p:tav tm="100000">
                                          <p:val>
                                            <p:strVal val="#ppt_y"/>
                                          </p:val>
                                        </p:tav>
                                      </p:tavLst>
                                    </p:anim>
                                  </p:childTnLst>
                                </p:cTn>
                              </p:par>
                              <p:par>
                                <p:cTn id="18" presetID="2" presetClass="entr" presetSubtype="2" decel="10000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 calcmode="lin" valueType="num">
                                      <p:cBhvr additive="base">
                                        <p:cTn id="20" dur="1000" fill="hold"/>
                                        <p:tgtEl>
                                          <p:spTgt spid="26"/>
                                        </p:tgtEl>
                                        <p:attrNameLst>
                                          <p:attrName>ppt_x</p:attrName>
                                        </p:attrNameLst>
                                      </p:cBhvr>
                                      <p:tavLst>
                                        <p:tav tm="0">
                                          <p:val>
                                            <p:strVal val="1+#ppt_w/2"/>
                                          </p:val>
                                        </p:tav>
                                        <p:tav tm="100000">
                                          <p:val>
                                            <p:strVal val="#ppt_x"/>
                                          </p:val>
                                        </p:tav>
                                      </p:tavLst>
                                    </p:anim>
                                    <p:anim calcmode="lin" valueType="num">
                                      <p:cBhvr additive="base">
                                        <p:cTn id="21" dur="1000" fill="hold"/>
                                        <p:tgtEl>
                                          <p:spTgt spid="26"/>
                                        </p:tgtEl>
                                        <p:attrNameLst>
                                          <p:attrName>ppt_y</p:attrName>
                                        </p:attrNameLst>
                                      </p:cBhvr>
                                      <p:tavLst>
                                        <p:tav tm="0">
                                          <p:val>
                                            <p:strVal val="#ppt_y"/>
                                          </p:val>
                                        </p:tav>
                                        <p:tav tm="100000">
                                          <p:val>
                                            <p:strVal val="#ppt_y"/>
                                          </p:val>
                                        </p:tav>
                                      </p:tavLst>
                                    </p:anim>
                                  </p:childTnLst>
                                </p:cTn>
                              </p:par>
                              <p:par>
                                <p:cTn id="22" presetID="2" presetClass="entr" presetSubtype="2" decel="10000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1000" fill="hold"/>
                                        <p:tgtEl>
                                          <p:spTgt spid="27"/>
                                        </p:tgtEl>
                                        <p:attrNameLst>
                                          <p:attrName>ppt_x</p:attrName>
                                        </p:attrNameLst>
                                      </p:cBhvr>
                                      <p:tavLst>
                                        <p:tav tm="0">
                                          <p:val>
                                            <p:strVal val="1+#ppt_w/2"/>
                                          </p:val>
                                        </p:tav>
                                        <p:tav tm="100000">
                                          <p:val>
                                            <p:strVal val="#ppt_x"/>
                                          </p:val>
                                        </p:tav>
                                      </p:tavLst>
                                    </p:anim>
                                    <p:anim calcmode="lin" valueType="num">
                                      <p:cBhvr additive="base">
                                        <p:cTn id="25" dur="10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339503"/>
            <a:ext cx="516863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5133136"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12.3 </a:t>
            </a:r>
            <a:r>
              <a:rPr lang="zh-CN" altLang="en-US" sz="2400" b="1" dirty="0">
                <a:solidFill>
                  <a:schemeClr val="bg1"/>
                </a:solidFill>
                <a:latin typeface="微软雅黑" pitchFamily="34" charset="-122"/>
                <a:ea typeface="微软雅黑" pitchFamily="34" charset="-122"/>
              </a:rPr>
              <a:t>嵌入式实时操作系统</a:t>
            </a:r>
            <a:r>
              <a:rPr lang="en-GB" altLang="zh-CN" sz="2400" b="1" dirty="0" err="1">
                <a:solidFill>
                  <a:schemeClr val="bg1"/>
                </a:solidFill>
                <a:latin typeface="微软雅黑" pitchFamily="34" charset="-122"/>
                <a:ea typeface="微软雅黑" pitchFamily="34" charset="-122"/>
              </a:rPr>
              <a:t>uC</a:t>
            </a:r>
            <a:r>
              <a:rPr lang="en-GB" altLang="zh-CN" sz="2400" b="1" dirty="0">
                <a:solidFill>
                  <a:schemeClr val="bg1"/>
                </a:solidFill>
                <a:latin typeface="微软雅黑" pitchFamily="34" charset="-122"/>
                <a:ea typeface="微软雅黑" pitchFamily="34" charset="-122"/>
              </a:rPr>
              <a:t>/OS-III</a:t>
            </a:r>
            <a:endParaRPr lang="zh-CN" altLang="zh-CN" sz="2400" b="1" dirty="0">
              <a:solidFill>
                <a:schemeClr val="bg1"/>
              </a:solidFill>
              <a:latin typeface="微软雅黑" pitchFamily="34" charset="-122"/>
              <a:ea typeface="微软雅黑" pitchFamily="34" charset="-122"/>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8" name="Line 25"/>
          <p:cNvSpPr>
            <a:spLocks noChangeShapeType="1"/>
          </p:cNvSpPr>
          <p:nvPr/>
        </p:nvSpPr>
        <p:spPr bwMode="auto">
          <a:xfrm flipH="1">
            <a:off x="3356862" y="2644763"/>
            <a:ext cx="705335" cy="580994"/>
          </a:xfrm>
          <a:prstGeom prst="line">
            <a:avLst/>
          </a:prstGeom>
          <a:noFill/>
          <a:ln w="38100">
            <a:solidFill>
              <a:srgbClr val="A6A6A6"/>
            </a:solidFill>
            <a:prstDash val="sysDot"/>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31" name="Line 26"/>
          <p:cNvSpPr>
            <a:spLocks noChangeShapeType="1"/>
          </p:cNvSpPr>
          <p:nvPr/>
        </p:nvSpPr>
        <p:spPr bwMode="auto">
          <a:xfrm>
            <a:off x="4616157" y="2972692"/>
            <a:ext cx="46558" cy="610519"/>
          </a:xfrm>
          <a:prstGeom prst="line">
            <a:avLst/>
          </a:prstGeom>
          <a:noFill/>
          <a:ln w="38100">
            <a:solidFill>
              <a:srgbClr val="A6A6A6"/>
            </a:solidFill>
            <a:prstDash val="sysDot"/>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34" name="Line 27"/>
          <p:cNvSpPr>
            <a:spLocks noChangeShapeType="1"/>
          </p:cNvSpPr>
          <p:nvPr/>
        </p:nvSpPr>
        <p:spPr bwMode="auto">
          <a:xfrm>
            <a:off x="5220571" y="2597314"/>
            <a:ext cx="655972" cy="628443"/>
          </a:xfrm>
          <a:prstGeom prst="line">
            <a:avLst/>
          </a:prstGeom>
          <a:noFill/>
          <a:ln w="38100">
            <a:solidFill>
              <a:srgbClr val="A6A6A6"/>
            </a:solidFill>
            <a:prstDash val="sysDot"/>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37" name="Line 29"/>
          <p:cNvSpPr>
            <a:spLocks noChangeShapeType="1"/>
          </p:cNvSpPr>
          <p:nvPr/>
        </p:nvSpPr>
        <p:spPr bwMode="auto">
          <a:xfrm flipH="1">
            <a:off x="5398276" y="2095403"/>
            <a:ext cx="957632" cy="0"/>
          </a:xfrm>
          <a:prstGeom prst="line">
            <a:avLst/>
          </a:prstGeom>
          <a:noFill/>
          <a:ln w="38100">
            <a:solidFill>
              <a:srgbClr val="A6A6A6"/>
            </a:solidFill>
            <a:prstDash val="sysDot"/>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39" name="Oval 62"/>
          <p:cNvSpPr>
            <a:spLocks noChangeArrowheads="1"/>
          </p:cNvSpPr>
          <p:nvPr/>
        </p:nvSpPr>
        <p:spPr bwMode="auto">
          <a:xfrm>
            <a:off x="3986499" y="2778677"/>
            <a:ext cx="1259291" cy="388032"/>
          </a:xfrm>
          <a:prstGeom prst="ellipse">
            <a:avLst/>
          </a:prstGeom>
          <a:gradFill rotWithShape="1">
            <a:gsLst>
              <a:gs pos="0">
                <a:srgbClr val="000000">
                  <a:alpha val="7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endParaRPr lang="zh-CN" altLang="en-US" sz="1600">
              <a:solidFill>
                <a:srgbClr val="000000"/>
              </a:solidFill>
              <a:latin typeface="微软雅黑" panose="020B0503020204020204" pitchFamily="34" charset="-122"/>
              <a:ea typeface="微软雅黑" panose="020B0503020204020204" pitchFamily="34" charset="-122"/>
            </a:endParaRPr>
          </a:p>
        </p:txBody>
      </p:sp>
      <p:sp>
        <p:nvSpPr>
          <p:cNvPr id="40" name="AutoShape 40"/>
          <p:cNvSpPr>
            <a:spLocks noChangeAspect="1" noChangeArrowheads="1" noTextEdit="1"/>
          </p:cNvSpPr>
          <p:nvPr/>
        </p:nvSpPr>
        <p:spPr bwMode="auto">
          <a:xfrm>
            <a:off x="4008440" y="1478558"/>
            <a:ext cx="2019472" cy="1233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2" name="Line 28"/>
          <p:cNvSpPr>
            <a:spLocks noChangeShapeType="1"/>
          </p:cNvSpPr>
          <p:nvPr/>
        </p:nvSpPr>
        <p:spPr bwMode="auto">
          <a:xfrm flipH="1">
            <a:off x="2766701" y="2095403"/>
            <a:ext cx="1057452" cy="0"/>
          </a:xfrm>
          <a:prstGeom prst="line">
            <a:avLst/>
          </a:prstGeom>
          <a:noFill/>
          <a:ln w="38100">
            <a:solidFill>
              <a:srgbClr val="A6A6A6"/>
            </a:solidFill>
            <a:prstDash val="sysDot"/>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grpSp>
        <p:nvGrpSpPr>
          <p:cNvPr id="44" name="Group 23"/>
          <p:cNvGrpSpPr>
            <a:grpSpLocks/>
          </p:cNvGrpSpPr>
          <p:nvPr/>
        </p:nvGrpSpPr>
        <p:grpSpPr bwMode="auto">
          <a:xfrm>
            <a:off x="3658525" y="1174881"/>
            <a:ext cx="1915262" cy="1841044"/>
            <a:chOff x="0" y="0"/>
            <a:chExt cx="2514600" cy="2514600"/>
          </a:xfrm>
        </p:grpSpPr>
        <p:sp>
          <p:nvSpPr>
            <p:cNvPr id="45" name="Freeform 42"/>
            <p:cNvSpPr>
              <a:spLocks noChangeArrowheads="1"/>
            </p:cNvSpPr>
            <p:nvPr/>
          </p:nvSpPr>
          <p:spPr bwMode="auto">
            <a:xfrm>
              <a:off x="452225" y="452225"/>
              <a:ext cx="1610151" cy="1610151"/>
            </a:xfrm>
            <a:custGeom>
              <a:avLst/>
              <a:gdLst>
                <a:gd name="T0" fmla="*/ 2147483646 w 720"/>
                <a:gd name="T1" fmla="*/ 2147483646 h 720"/>
                <a:gd name="T2" fmla="*/ 2147483646 w 720"/>
                <a:gd name="T3" fmla="*/ 2147483646 h 720"/>
                <a:gd name="T4" fmla="*/ 2147483646 w 720"/>
                <a:gd name="T5" fmla="*/ 2147483646 h 720"/>
                <a:gd name="T6" fmla="*/ 2147483646 w 720"/>
                <a:gd name="T7" fmla="*/ 2147483646 h 720"/>
                <a:gd name="T8" fmla="*/ 2147483646 w 720"/>
                <a:gd name="T9" fmla="*/ 2147483646 h 720"/>
                <a:gd name="T10" fmla="*/ 2147483646 w 720"/>
                <a:gd name="T11" fmla="*/ 2147483646 h 720"/>
                <a:gd name="T12" fmla="*/ 2147483646 w 720"/>
                <a:gd name="T13" fmla="*/ 2147483646 h 720"/>
                <a:gd name="T14" fmla="*/ 2147483646 w 720"/>
                <a:gd name="T15" fmla="*/ 2147483646 h 720"/>
                <a:gd name="T16" fmla="*/ 2147483646 w 720"/>
                <a:gd name="T17" fmla="*/ 2147483646 h 720"/>
                <a:gd name="T18" fmla="*/ 2147483646 w 720"/>
                <a:gd name="T19" fmla="*/ 2147483646 h 720"/>
                <a:gd name="T20" fmla="*/ 2147483646 w 720"/>
                <a:gd name="T21" fmla="*/ 2147483646 h 720"/>
                <a:gd name="T22" fmla="*/ 2147483646 w 720"/>
                <a:gd name="T23" fmla="*/ 2147483646 h 720"/>
                <a:gd name="T24" fmla="*/ 2147483646 w 720"/>
                <a:gd name="T25" fmla="*/ 2147483646 h 720"/>
                <a:gd name="T26" fmla="*/ 2147483646 w 720"/>
                <a:gd name="T27" fmla="*/ 2147483646 h 720"/>
                <a:gd name="T28" fmla="*/ 2147483646 w 720"/>
                <a:gd name="T29" fmla="*/ 2147483646 h 720"/>
                <a:gd name="T30" fmla="*/ 2147483646 w 720"/>
                <a:gd name="T31" fmla="*/ 2147483646 h 720"/>
                <a:gd name="T32" fmla="*/ 2147483646 w 720"/>
                <a:gd name="T33" fmla="*/ 2147483646 h 720"/>
                <a:gd name="T34" fmla="*/ 0 w 720"/>
                <a:gd name="T35" fmla="*/ 2147483646 h 720"/>
                <a:gd name="T36" fmla="*/ 2147483646 w 720"/>
                <a:gd name="T37" fmla="*/ 2147483646 h 720"/>
                <a:gd name="T38" fmla="*/ 2147483646 w 720"/>
                <a:gd name="T39" fmla="*/ 2147483646 h 720"/>
                <a:gd name="T40" fmla="*/ 2147483646 w 720"/>
                <a:gd name="T41" fmla="*/ 2147483646 h 720"/>
                <a:gd name="T42" fmla="*/ 2147483646 w 720"/>
                <a:gd name="T43" fmla="*/ 2147483646 h 720"/>
                <a:gd name="T44" fmla="*/ 2147483646 w 720"/>
                <a:gd name="T45" fmla="*/ 2147483646 h 720"/>
                <a:gd name="T46" fmla="*/ 2147483646 w 720"/>
                <a:gd name="T47" fmla="*/ 2147483646 h 720"/>
                <a:gd name="T48" fmla="*/ 2147483646 w 720"/>
                <a:gd name="T49" fmla="*/ 2147483646 h 720"/>
                <a:gd name="T50" fmla="*/ 2147483646 w 720"/>
                <a:gd name="T51" fmla="*/ 0 h 720"/>
                <a:gd name="T52" fmla="*/ 2147483646 w 720"/>
                <a:gd name="T53" fmla="*/ 2147483646 h 720"/>
                <a:gd name="T54" fmla="*/ 2147483646 w 720"/>
                <a:gd name="T55" fmla="*/ 2147483646 h 720"/>
                <a:gd name="T56" fmla="*/ 2147483646 w 720"/>
                <a:gd name="T57" fmla="*/ 2147483646 h 720"/>
                <a:gd name="T58" fmla="*/ 2147483646 w 720"/>
                <a:gd name="T59" fmla="*/ 2147483646 h 720"/>
                <a:gd name="T60" fmla="*/ 2147483646 w 720"/>
                <a:gd name="T61" fmla="*/ 2147483646 h 720"/>
                <a:gd name="T62" fmla="*/ 2147483646 w 720"/>
                <a:gd name="T63" fmla="*/ 2147483646 h 720"/>
                <a:gd name="T64" fmla="*/ 2147483646 w 720"/>
                <a:gd name="T65" fmla="*/ 2147483646 h 720"/>
                <a:gd name="T66" fmla="*/ 2147483646 w 720"/>
                <a:gd name="T67" fmla="*/ 2147483646 h 720"/>
                <a:gd name="T68" fmla="*/ 2147483646 w 720"/>
                <a:gd name="T69" fmla="*/ 2147483646 h 72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0"/>
                <a:gd name="T106" fmla="*/ 0 h 720"/>
                <a:gd name="T107" fmla="*/ 720 w 720"/>
                <a:gd name="T108" fmla="*/ 720 h 72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0" h="720">
                  <a:moveTo>
                    <a:pt x="720" y="360"/>
                  </a:moveTo>
                  <a:lnTo>
                    <a:pt x="720" y="360"/>
                  </a:lnTo>
                  <a:lnTo>
                    <a:pt x="718" y="397"/>
                  </a:lnTo>
                  <a:lnTo>
                    <a:pt x="712" y="432"/>
                  </a:lnTo>
                  <a:lnTo>
                    <a:pt x="704" y="468"/>
                  </a:lnTo>
                  <a:lnTo>
                    <a:pt x="691" y="500"/>
                  </a:lnTo>
                  <a:lnTo>
                    <a:pt x="676" y="532"/>
                  </a:lnTo>
                  <a:lnTo>
                    <a:pt x="659" y="561"/>
                  </a:lnTo>
                  <a:lnTo>
                    <a:pt x="638" y="588"/>
                  </a:lnTo>
                  <a:lnTo>
                    <a:pt x="614" y="614"/>
                  </a:lnTo>
                  <a:lnTo>
                    <a:pt x="588" y="638"/>
                  </a:lnTo>
                  <a:lnTo>
                    <a:pt x="561" y="659"/>
                  </a:lnTo>
                  <a:lnTo>
                    <a:pt x="532" y="676"/>
                  </a:lnTo>
                  <a:lnTo>
                    <a:pt x="500" y="691"/>
                  </a:lnTo>
                  <a:lnTo>
                    <a:pt x="468" y="704"/>
                  </a:lnTo>
                  <a:lnTo>
                    <a:pt x="432" y="712"/>
                  </a:lnTo>
                  <a:lnTo>
                    <a:pt x="397" y="718"/>
                  </a:lnTo>
                  <a:lnTo>
                    <a:pt x="360" y="720"/>
                  </a:lnTo>
                  <a:lnTo>
                    <a:pt x="323" y="718"/>
                  </a:lnTo>
                  <a:lnTo>
                    <a:pt x="288" y="712"/>
                  </a:lnTo>
                  <a:lnTo>
                    <a:pt x="253" y="704"/>
                  </a:lnTo>
                  <a:lnTo>
                    <a:pt x="220" y="691"/>
                  </a:lnTo>
                  <a:lnTo>
                    <a:pt x="188" y="676"/>
                  </a:lnTo>
                  <a:lnTo>
                    <a:pt x="159" y="659"/>
                  </a:lnTo>
                  <a:lnTo>
                    <a:pt x="132" y="638"/>
                  </a:lnTo>
                  <a:lnTo>
                    <a:pt x="106" y="614"/>
                  </a:lnTo>
                  <a:lnTo>
                    <a:pt x="82" y="588"/>
                  </a:lnTo>
                  <a:lnTo>
                    <a:pt x="61" y="561"/>
                  </a:lnTo>
                  <a:lnTo>
                    <a:pt x="44" y="532"/>
                  </a:lnTo>
                  <a:lnTo>
                    <a:pt x="29" y="500"/>
                  </a:lnTo>
                  <a:lnTo>
                    <a:pt x="16" y="468"/>
                  </a:lnTo>
                  <a:lnTo>
                    <a:pt x="8" y="432"/>
                  </a:lnTo>
                  <a:lnTo>
                    <a:pt x="2" y="397"/>
                  </a:lnTo>
                  <a:lnTo>
                    <a:pt x="0" y="360"/>
                  </a:lnTo>
                  <a:lnTo>
                    <a:pt x="2" y="323"/>
                  </a:lnTo>
                  <a:lnTo>
                    <a:pt x="8" y="288"/>
                  </a:lnTo>
                  <a:lnTo>
                    <a:pt x="16" y="252"/>
                  </a:lnTo>
                  <a:lnTo>
                    <a:pt x="29" y="220"/>
                  </a:lnTo>
                  <a:lnTo>
                    <a:pt x="44" y="188"/>
                  </a:lnTo>
                  <a:lnTo>
                    <a:pt x="61" y="159"/>
                  </a:lnTo>
                  <a:lnTo>
                    <a:pt x="82" y="132"/>
                  </a:lnTo>
                  <a:lnTo>
                    <a:pt x="106" y="106"/>
                  </a:lnTo>
                  <a:lnTo>
                    <a:pt x="132" y="82"/>
                  </a:lnTo>
                  <a:lnTo>
                    <a:pt x="159" y="61"/>
                  </a:lnTo>
                  <a:lnTo>
                    <a:pt x="188" y="44"/>
                  </a:lnTo>
                  <a:lnTo>
                    <a:pt x="220" y="29"/>
                  </a:lnTo>
                  <a:lnTo>
                    <a:pt x="253" y="16"/>
                  </a:lnTo>
                  <a:lnTo>
                    <a:pt x="288" y="8"/>
                  </a:lnTo>
                  <a:lnTo>
                    <a:pt x="323" y="2"/>
                  </a:lnTo>
                  <a:lnTo>
                    <a:pt x="360" y="0"/>
                  </a:lnTo>
                  <a:lnTo>
                    <a:pt x="397" y="2"/>
                  </a:lnTo>
                  <a:lnTo>
                    <a:pt x="432" y="8"/>
                  </a:lnTo>
                  <a:lnTo>
                    <a:pt x="468" y="16"/>
                  </a:lnTo>
                  <a:lnTo>
                    <a:pt x="500" y="29"/>
                  </a:lnTo>
                  <a:lnTo>
                    <a:pt x="532" y="44"/>
                  </a:lnTo>
                  <a:lnTo>
                    <a:pt x="561" y="61"/>
                  </a:lnTo>
                  <a:lnTo>
                    <a:pt x="588" y="82"/>
                  </a:lnTo>
                  <a:lnTo>
                    <a:pt x="614" y="106"/>
                  </a:lnTo>
                  <a:lnTo>
                    <a:pt x="638" y="132"/>
                  </a:lnTo>
                  <a:lnTo>
                    <a:pt x="659" y="159"/>
                  </a:lnTo>
                  <a:lnTo>
                    <a:pt x="676" y="188"/>
                  </a:lnTo>
                  <a:lnTo>
                    <a:pt x="691" y="220"/>
                  </a:lnTo>
                  <a:lnTo>
                    <a:pt x="704" y="252"/>
                  </a:lnTo>
                  <a:lnTo>
                    <a:pt x="712" y="288"/>
                  </a:lnTo>
                  <a:lnTo>
                    <a:pt x="718" y="323"/>
                  </a:lnTo>
                  <a:lnTo>
                    <a:pt x="720" y="360"/>
                  </a:lnTo>
                  <a:close/>
                </a:path>
              </a:pathLst>
            </a:custGeom>
            <a:solidFill>
              <a:schemeClr val="accent5">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000" b="1" dirty="0" err="1"/>
                <a:t>uC</a:t>
              </a:r>
              <a:r>
                <a:rPr lang="en-US" altLang="zh-CN" sz="2000" b="1" dirty="0"/>
                <a:t>/OS-II</a:t>
              </a:r>
              <a:endParaRPr lang="zh-CN" altLang="en-US" sz="2000" b="1" dirty="0">
                <a:latin typeface="微软雅黑" panose="020B0503020204020204" pitchFamily="34" charset="-122"/>
                <a:ea typeface="微软雅黑" panose="020B0503020204020204" pitchFamily="34" charset="-122"/>
              </a:endParaRPr>
            </a:p>
          </p:txBody>
        </p:sp>
        <p:sp>
          <p:nvSpPr>
            <p:cNvPr id="46" name="Freeform 43"/>
            <p:cNvSpPr>
              <a:spLocks noEditPoints="1"/>
            </p:cNvSpPr>
            <p:nvPr/>
          </p:nvSpPr>
          <p:spPr bwMode="auto">
            <a:xfrm>
              <a:off x="0" y="0"/>
              <a:ext cx="2514600" cy="2514600"/>
            </a:xfrm>
            <a:custGeom>
              <a:avLst/>
              <a:gdLst>
                <a:gd name="T0" fmla="*/ 30029783 w 1124"/>
                <a:gd name="T1" fmla="*/ 2147483646 h 1124"/>
                <a:gd name="T2" fmla="*/ 225224489 w 1124"/>
                <a:gd name="T3" fmla="*/ 1721724696 h 1124"/>
                <a:gd name="T4" fmla="*/ 560561165 w 1124"/>
                <a:gd name="T5" fmla="*/ 1131133748 h 1124"/>
                <a:gd name="T6" fmla="*/ 1021021562 w 1124"/>
                <a:gd name="T7" fmla="*/ 645645922 h 1124"/>
                <a:gd name="T8" fmla="*/ 1591594146 w 1124"/>
                <a:gd name="T9" fmla="*/ 280281701 h 1124"/>
                <a:gd name="T10" fmla="*/ 2147483646 w 1124"/>
                <a:gd name="T11" fmla="*/ 55054975 h 1124"/>
                <a:gd name="T12" fmla="*/ 2147483646 w 1124"/>
                <a:gd name="T13" fmla="*/ 0 h 1124"/>
                <a:gd name="T14" fmla="*/ 2147483646 w 1124"/>
                <a:gd name="T15" fmla="*/ 55054975 h 1124"/>
                <a:gd name="T16" fmla="*/ 2147483646 w 1124"/>
                <a:gd name="T17" fmla="*/ 280281701 h 1124"/>
                <a:gd name="T18" fmla="*/ 2147483646 w 1124"/>
                <a:gd name="T19" fmla="*/ 645645922 h 1124"/>
                <a:gd name="T20" fmla="*/ 2147483646 w 1124"/>
                <a:gd name="T21" fmla="*/ 1131133748 h 1124"/>
                <a:gd name="T22" fmla="*/ 2147483646 w 1124"/>
                <a:gd name="T23" fmla="*/ 1721724696 h 1124"/>
                <a:gd name="T24" fmla="*/ 2147483646 w 1124"/>
                <a:gd name="T25" fmla="*/ 2147483646 h 1124"/>
                <a:gd name="T26" fmla="*/ 2147483646 w 1124"/>
                <a:gd name="T27" fmla="*/ 2147483646 h 1124"/>
                <a:gd name="T28" fmla="*/ 2147483646 w 1124"/>
                <a:gd name="T29" fmla="*/ 2147483646 h 1124"/>
                <a:gd name="T30" fmla="*/ 2147483646 w 1124"/>
                <a:gd name="T31" fmla="*/ 2147483646 h 1124"/>
                <a:gd name="T32" fmla="*/ 2147483646 w 1124"/>
                <a:gd name="T33" fmla="*/ 2147483646 h 1124"/>
                <a:gd name="T34" fmla="*/ 2147483646 w 1124"/>
                <a:gd name="T35" fmla="*/ 2147483646 h 1124"/>
                <a:gd name="T36" fmla="*/ 2147483646 w 1124"/>
                <a:gd name="T37" fmla="*/ 2147483646 h 1124"/>
                <a:gd name="T38" fmla="*/ 2147483646 w 1124"/>
                <a:gd name="T39" fmla="*/ 2147483646 h 1124"/>
                <a:gd name="T40" fmla="*/ 2147483646 w 1124"/>
                <a:gd name="T41" fmla="*/ 2147483646 h 1124"/>
                <a:gd name="T42" fmla="*/ 1976981205 w 1124"/>
                <a:gd name="T43" fmla="*/ 2147483646 h 1124"/>
                <a:gd name="T44" fmla="*/ 1356358237 w 1124"/>
                <a:gd name="T45" fmla="*/ 2147483646 h 1124"/>
                <a:gd name="T46" fmla="*/ 825826856 w 1124"/>
                <a:gd name="T47" fmla="*/ 2147483646 h 1124"/>
                <a:gd name="T48" fmla="*/ 410410014 w 1124"/>
                <a:gd name="T49" fmla="*/ 2147483646 h 1124"/>
                <a:gd name="T50" fmla="*/ 130130550 w 1124"/>
                <a:gd name="T51" fmla="*/ 2147483646 h 1124"/>
                <a:gd name="T52" fmla="*/ 0 w 1124"/>
                <a:gd name="T53" fmla="*/ 2147483646 h 1124"/>
                <a:gd name="T54" fmla="*/ 1086087956 w 1124"/>
                <a:gd name="T55" fmla="*/ 1246248288 h 1124"/>
                <a:gd name="T56" fmla="*/ 765767290 w 1124"/>
                <a:gd name="T57" fmla="*/ 1701704095 h 1124"/>
                <a:gd name="T58" fmla="*/ 555556574 w 1124"/>
                <a:gd name="T59" fmla="*/ 2147483646 h 1124"/>
                <a:gd name="T60" fmla="*/ 480480998 w 1124"/>
                <a:gd name="T61" fmla="*/ 2147483646 h 1124"/>
                <a:gd name="T62" fmla="*/ 505506190 w 1124"/>
                <a:gd name="T63" fmla="*/ 2147483646 h 1124"/>
                <a:gd name="T64" fmla="*/ 665666523 w 1124"/>
                <a:gd name="T65" fmla="*/ 2147483646 h 1124"/>
                <a:gd name="T66" fmla="*/ 950952815 w 1124"/>
                <a:gd name="T67" fmla="*/ 2147483646 h 1124"/>
                <a:gd name="T68" fmla="*/ 1166168122 w 1124"/>
                <a:gd name="T69" fmla="*/ 2147483646 h 1124"/>
                <a:gd name="T70" fmla="*/ 1606610156 w 1124"/>
                <a:gd name="T71" fmla="*/ 2147483646 h 1124"/>
                <a:gd name="T72" fmla="*/ 2122125527 w 1124"/>
                <a:gd name="T73" fmla="*/ 2147483646 h 1124"/>
                <a:gd name="T74" fmla="*/ 2147483646 w 1124"/>
                <a:gd name="T75" fmla="*/ 2147483646 h 1124"/>
                <a:gd name="T76" fmla="*/ 2147483646 w 1124"/>
                <a:gd name="T77" fmla="*/ 2147483646 h 1124"/>
                <a:gd name="T78" fmla="*/ 2147483646 w 1124"/>
                <a:gd name="T79" fmla="*/ 2147483646 h 1124"/>
                <a:gd name="T80" fmla="*/ 2147483646 w 1124"/>
                <a:gd name="T81" fmla="*/ 2147483646 h 1124"/>
                <a:gd name="T82" fmla="*/ 2147483646 w 1124"/>
                <a:gd name="T83" fmla="*/ 2147483646 h 1124"/>
                <a:gd name="T84" fmla="*/ 2147483646 w 1124"/>
                <a:gd name="T85" fmla="*/ 2147483646 h 1124"/>
                <a:gd name="T86" fmla="*/ 2147483646 w 1124"/>
                <a:gd name="T87" fmla="*/ 2147483646 h 1124"/>
                <a:gd name="T88" fmla="*/ 2147483646 w 1124"/>
                <a:gd name="T89" fmla="*/ 2147483646 h 1124"/>
                <a:gd name="T90" fmla="*/ 2147483646 w 1124"/>
                <a:gd name="T91" fmla="*/ 2147483646 h 1124"/>
                <a:gd name="T92" fmla="*/ 2147483646 w 1124"/>
                <a:gd name="T93" fmla="*/ 2122125527 h 1124"/>
                <a:gd name="T94" fmla="*/ 2147483646 w 1124"/>
                <a:gd name="T95" fmla="*/ 1606610156 h 1124"/>
                <a:gd name="T96" fmla="*/ 2147483646 w 1124"/>
                <a:gd name="T97" fmla="*/ 1166168122 h 1124"/>
                <a:gd name="T98" fmla="*/ 2147483646 w 1124"/>
                <a:gd name="T99" fmla="*/ 950952815 h 1124"/>
                <a:gd name="T100" fmla="*/ 2147483646 w 1124"/>
                <a:gd name="T101" fmla="*/ 665666523 h 1124"/>
                <a:gd name="T102" fmla="*/ 2147483646 w 1124"/>
                <a:gd name="T103" fmla="*/ 505506190 h 1124"/>
                <a:gd name="T104" fmla="*/ 2147483646 w 1124"/>
                <a:gd name="T105" fmla="*/ 480480998 h 1124"/>
                <a:gd name="T106" fmla="*/ 2147483646 w 1124"/>
                <a:gd name="T107" fmla="*/ 555556574 h 1124"/>
                <a:gd name="T108" fmla="*/ 1701704095 w 1124"/>
                <a:gd name="T109" fmla="*/ 765767290 h 1124"/>
                <a:gd name="T110" fmla="*/ 1246248288 w 1124"/>
                <a:gd name="T111" fmla="*/ 1086087956 h 11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24"/>
                <a:gd name="T169" fmla="*/ 0 h 1124"/>
                <a:gd name="T170" fmla="*/ 1124 w 1124"/>
                <a:gd name="T171" fmla="*/ 1124 h 112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24" h="1124">
                  <a:moveTo>
                    <a:pt x="0" y="562"/>
                  </a:moveTo>
                  <a:lnTo>
                    <a:pt x="0" y="562"/>
                  </a:lnTo>
                  <a:lnTo>
                    <a:pt x="0" y="533"/>
                  </a:lnTo>
                  <a:lnTo>
                    <a:pt x="3" y="504"/>
                  </a:lnTo>
                  <a:lnTo>
                    <a:pt x="6" y="477"/>
                  </a:lnTo>
                  <a:lnTo>
                    <a:pt x="11" y="448"/>
                  </a:lnTo>
                  <a:lnTo>
                    <a:pt x="18" y="422"/>
                  </a:lnTo>
                  <a:lnTo>
                    <a:pt x="26" y="395"/>
                  </a:lnTo>
                  <a:lnTo>
                    <a:pt x="34" y="369"/>
                  </a:lnTo>
                  <a:lnTo>
                    <a:pt x="45" y="344"/>
                  </a:lnTo>
                  <a:lnTo>
                    <a:pt x="56" y="318"/>
                  </a:lnTo>
                  <a:lnTo>
                    <a:pt x="67" y="294"/>
                  </a:lnTo>
                  <a:lnTo>
                    <a:pt x="82" y="271"/>
                  </a:lnTo>
                  <a:lnTo>
                    <a:pt x="96" y="247"/>
                  </a:lnTo>
                  <a:lnTo>
                    <a:pt x="112" y="226"/>
                  </a:lnTo>
                  <a:lnTo>
                    <a:pt x="128" y="204"/>
                  </a:lnTo>
                  <a:lnTo>
                    <a:pt x="146" y="185"/>
                  </a:lnTo>
                  <a:lnTo>
                    <a:pt x="165" y="165"/>
                  </a:lnTo>
                  <a:lnTo>
                    <a:pt x="185" y="146"/>
                  </a:lnTo>
                  <a:lnTo>
                    <a:pt x="204" y="129"/>
                  </a:lnTo>
                  <a:lnTo>
                    <a:pt x="226" y="113"/>
                  </a:lnTo>
                  <a:lnTo>
                    <a:pt x="247" y="96"/>
                  </a:lnTo>
                  <a:lnTo>
                    <a:pt x="271" y="82"/>
                  </a:lnTo>
                  <a:lnTo>
                    <a:pt x="294" y="68"/>
                  </a:lnTo>
                  <a:lnTo>
                    <a:pt x="318" y="56"/>
                  </a:lnTo>
                  <a:lnTo>
                    <a:pt x="344" y="45"/>
                  </a:lnTo>
                  <a:lnTo>
                    <a:pt x="369" y="34"/>
                  </a:lnTo>
                  <a:lnTo>
                    <a:pt x="395" y="26"/>
                  </a:lnTo>
                  <a:lnTo>
                    <a:pt x="422" y="18"/>
                  </a:lnTo>
                  <a:lnTo>
                    <a:pt x="448" y="11"/>
                  </a:lnTo>
                  <a:lnTo>
                    <a:pt x="477" y="7"/>
                  </a:lnTo>
                  <a:lnTo>
                    <a:pt x="504" y="3"/>
                  </a:lnTo>
                  <a:lnTo>
                    <a:pt x="533" y="0"/>
                  </a:lnTo>
                  <a:lnTo>
                    <a:pt x="562" y="0"/>
                  </a:lnTo>
                  <a:lnTo>
                    <a:pt x="591" y="0"/>
                  </a:lnTo>
                  <a:lnTo>
                    <a:pt x="620" y="3"/>
                  </a:lnTo>
                  <a:lnTo>
                    <a:pt x="647" y="7"/>
                  </a:lnTo>
                  <a:lnTo>
                    <a:pt x="676" y="11"/>
                  </a:lnTo>
                  <a:lnTo>
                    <a:pt x="702" y="18"/>
                  </a:lnTo>
                  <a:lnTo>
                    <a:pt x="729" y="26"/>
                  </a:lnTo>
                  <a:lnTo>
                    <a:pt x="755" y="34"/>
                  </a:lnTo>
                  <a:lnTo>
                    <a:pt x="781" y="45"/>
                  </a:lnTo>
                  <a:lnTo>
                    <a:pt x="806" y="56"/>
                  </a:lnTo>
                  <a:lnTo>
                    <a:pt x="830" y="68"/>
                  </a:lnTo>
                  <a:lnTo>
                    <a:pt x="853" y="82"/>
                  </a:lnTo>
                  <a:lnTo>
                    <a:pt x="877" y="96"/>
                  </a:lnTo>
                  <a:lnTo>
                    <a:pt x="898" y="113"/>
                  </a:lnTo>
                  <a:lnTo>
                    <a:pt x="920" y="129"/>
                  </a:lnTo>
                  <a:lnTo>
                    <a:pt x="940" y="146"/>
                  </a:lnTo>
                  <a:lnTo>
                    <a:pt x="959" y="165"/>
                  </a:lnTo>
                  <a:lnTo>
                    <a:pt x="978" y="185"/>
                  </a:lnTo>
                  <a:lnTo>
                    <a:pt x="996" y="204"/>
                  </a:lnTo>
                  <a:lnTo>
                    <a:pt x="1012" y="226"/>
                  </a:lnTo>
                  <a:lnTo>
                    <a:pt x="1028" y="247"/>
                  </a:lnTo>
                  <a:lnTo>
                    <a:pt x="1042" y="271"/>
                  </a:lnTo>
                  <a:lnTo>
                    <a:pt x="1057" y="294"/>
                  </a:lnTo>
                  <a:lnTo>
                    <a:pt x="1068" y="318"/>
                  </a:lnTo>
                  <a:lnTo>
                    <a:pt x="1079" y="344"/>
                  </a:lnTo>
                  <a:lnTo>
                    <a:pt x="1090" y="369"/>
                  </a:lnTo>
                  <a:lnTo>
                    <a:pt x="1099" y="395"/>
                  </a:lnTo>
                  <a:lnTo>
                    <a:pt x="1107" y="422"/>
                  </a:lnTo>
                  <a:lnTo>
                    <a:pt x="1113" y="448"/>
                  </a:lnTo>
                  <a:lnTo>
                    <a:pt x="1118" y="477"/>
                  </a:lnTo>
                  <a:lnTo>
                    <a:pt x="1121" y="504"/>
                  </a:lnTo>
                  <a:lnTo>
                    <a:pt x="1124" y="533"/>
                  </a:lnTo>
                  <a:lnTo>
                    <a:pt x="1124" y="562"/>
                  </a:lnTo>
                  <a:lnTo>
                    <a:pt x="1124" y="591"/>
                  </a:lnTo>
                  <a:lnTo>
                    <a:pt x="1121" y="620"/>
                  </a:lnTo>
                  <a:lnTo>
                    <a:pt x="1118" y="647"/>
                  </a:lnTo>
                  <a:lnTo>
                    <a:pt x="1113" y="676"/>
                  </a:lnTo>
                  <a:lnTo>
                    <a:pt x="1107" y="702"/>
                  </a:lnTo>
                  <a:lnTo>
                    <a:pt x="1099" y="729"/>
                  </a:lnTo>
                  <a:lnTo>
                    <a:pt x="1090" y="755"/>
                  </a:lnTo>
                  <a:lnTo>
                    <a:pt x="1079" y="780"/>
                  </a:lnTo>
                  <a:lnTo>
                    <a:pt x="1068" y="806"/>
                  </a:lnTo>
                  <a:lnTo>
                    <a:pt x="1057" y="830"/>
                  </a:lnTo>
                  <a:lnTo>
                    <a:pt x="1042" y="853"/>
                  </a:lnTo>
                  <a:lnTo>
                    <a:pt x="1028" y="877"/>
                  </a:lnTo>
                  <a:lnTo>
                    <a:pt x="1012" y="898"/>
                  </a:lnTo>
                  <a:lnTo>
                    <a:pt x="996" y="920"/>
                  </a:lnTo>
                  <a:lnTo>
                    <a:pt x="978" y="939"/>
                  </a:lnTo>
                  <a:lnTo>
                    <a:pt x="959" y="959"/>
                  </a:lnTo>
                  <a:lnTo>
                    <a:pt x="940" y="978"/>
                  </a:lnTo>
                  <a:lnTo>
                    <a:pt x="920" y="996"/>
                  </a:lnTo>
                  <a:lnTo>
                    <a:pt x="898" y="1012"/>
                  </a:lnTo>
                  <a:lnTo>
                    <a:pt x="877" y="1028"/>
                  </a:lnTo>
                  <a:lnTo>
                    <a:pt x="853" y="1042"/>
                  </a:lnTo>
                  <a:lnTo>
                    <a:pt x="830" y="1057"/>
                  </a:lnTo>
                  <a:lnTo>
                    <a:pt x="806" y="1068"/>
                  </a:lnTo>
                  <a:lnTo>
                    <a:pt x="781" y="1079"/>
                  </a:lnTo>
                  <a:lnTo>
                    <a:pt x="755" y="1090"/>
                  </a:lnTo>
                  <a:lnTo>
                    <a:pt x="729" y="1098"/>
                  </a:lnTo>
                  <a:lnTo>
                    <a:pt x="702" y="1106"/>
                  </a:lnTo>
                  <a:lnTo>
                    <a:pt x="676" y="1113"/>
                  </a:lnTo>
                  <a:lnTo>
                    <a:pt x="647" y="1118"/>
                  </a:lnTo>
                  <a:lnTo>
                    <a:pt x="620" y="1121"/>
                  </a:lnTo>
                  <a:lnTo>
                    <a:pt x="591" y="1124"/>
                  </a:lnTo>
                  <a:lnTo>
                    <a:pt x="562" y="1124"/>
                  </a:lnTo>
                  <a:lnTo>
                    <a:pt x="533" y="1124"/>
                  </a:lnTo>
                  <a:lnTo>
                    <a:pt x="504" y="1121"/>
                  </a:lnTo>
                  <a:lnTo>
                    <a:pt x="477" y="1118"/>
                  </a:lnTo>
                  <a:lnTo>
                    <a:pt x="448" y="1113"/>
                  </a:lnTo>
                  <a:lnTo>
                    <a:pt x="422" y="1106"/>
                  </a:lnTo>
                  <a:lnTo>
                    <a:pt x="395" y="1098"/>
                  </a:lnTo>
                  <a:lnTo>
                    <a:pt x="369" y="1090"/>
                  </a:lnTo>
                  <a:lnTo>
                    <a:pt x="344" y="1079"/>
                  </a:lnTo>
                  <a:lnTo>
                    <a:pt x="318" y="1068"/>
                  </a:lnTo>
                  <a:lnTo>
                    <a:pt x="294" y="1057"/>
                  </a:lnTo>
                  <a:lnTo>
                    <a:pt x="271" y="1042"/>
                  </a:lnTo>
                  <a:lnTo>
                    <a:pt x="247" y="1028"/>
                  </a:lnTo>
                  <a:lnTo>
                    <a:pt x="226" y="1012"/>
                  </a:lnTo>
                  <a:lnTo>
                    <a:pt x="204" y="996"/>
                  </a:lnTo>
                  <a:lnTo>
                    <a:pt x="185" y="978"/>
                  </a:lnTo>
                  <a:lnTo>
                    <a:pt x="165" y="959"/>
                  </a:lnTo>
                  <a:lnTo>
                    <a:pt x="146" y="939"/>
                  </a:lnTo>
                  <a:lnTo>
                    <a:pt x="128" y="920"/>
                  </a:lnTo>
                  <a:lnTo>
                    <a:pt x="112" y="898"/>
                  </a:lnTo>
                  <a:lnTo>
                    <a:pt x="96" y="877"/>
                  </a:lnTo>
                  <a:lnTo>
                    <a:pt x="82" y="853"/>
                  </a:lnTo>
                  <a:lnTo>
                    <a:pt x="67" y="830"/>
                  </a:lnTo>
                  <a:lnTo>
                    <a:pt x="56" y="806"/>
                  </a:lnTo>
                  <a:lnTo>
                    <a:pt x="45" y="780"/>
                  </a:lnTo>
                  <a:lnTo>
                    <a:pt x="34" y="755"/>
                  </a:lnTo>
                  <a:lnTo>
                    <a:pt x="26" y="729"/>
                  </a:lnTo>
                  <a:lnTo>
                    <a:pt x="18" y="702"/>
                  </a:lnTo>
                  <a:lnTo>
                    <a:pt x="11" y="676"/>
                  </a:lnTo>
                  <a:lnTo>
                    <a:pt x="6" y="647"/>
                  </a:lnTo>
                  <a:lnTo>
                    <a:pt x="3" y="620"/>
                  </a:lnTo>
                  <a:lnTo>
                    <a:pt x="0" y="591"/>
                  </a:lnTo>
                  <a:lnTo>
                    <a:pt x="0" y="562"/>
                  </a:lnTo>
                  <a:close/>
                  <a:moveTo>
                    <a:pt x="233" y="233"/>
                  </a:moveTo>
                  <a:lnTo>
                    <a:pt x="233" y="233"/>
                  </a:lnTo>
                  <a:lnTo>
                    <a:pt x="217" y="249"/>
                  </a:lnTo>
                  <a:lnTo>
                    <a:pt x="202" y="267"/>
                  </a:lnTo>
                  <a:lnTo>
                    <a:pt x="190" y="284"/>
                  </a:lnTo>
                  <a:lnTo>
                    <a:pt x="177" y="302"/>
                  </a:lnTo>
                  <a:lnTo>
                    <a:pt x="164" y="321"/>
                  </a:lnTo>
                  <a:lnTo>
                    <a:pt x="153" y="340"/>
                  </a:lnTo>
                  <a:lnTo>
                    <a:pt x="143" y="360"/>
                  </a:lnTo>
                  <a:lnTo>
                    <a:pt x="133" y="381"/>
                  </a:lnTo>
                  <a:lnTo>
                    <a:pt x="125" y="402"/>
                  </a:lnTo>
                  <a:lnTo>
                    <a:pt x="117" y="424"/>
                  </a:lnTo>
                  <a:lnTo>
                    <a:pt x="111" y="446"/>
                  </a:lnTo>
                  <a:lnTo>
                    <a:pt x="106" y="469"/>
                  </a:lnTo>
                  <a:lnTo>
                    <a:pt x="101" y="491"/>
                  </a:lnTo>
                  <a:lnTo>
                    <a:pt x="98" y="514"/>
                  </a:lnTo>
                  <a:lnTo>
                    <a:pt x="96" y="538"/>
                  </a:lnTo>
                  <a:lnTo>
                    <a:pt x="96" y="562"/>
                  </a:lnTo>
                  <a:lnTo>
                    <a:pt x="96" y="586"/>
                  </a:lnTo>
                  <a:lnTo>
                    <a:pt x="98" y="610"/>
                  </a:lnTo>
                  <a:lnTo>
                    <a:pt x="101" y="633"/>
                  </a:lnTo>
                  <a:lnTo>
                    <a:pt x="106" y="655"/>
                  </a:lnTo>
                  <a:lnTo>
                    <a:pt x="111" y="678"/>
                  </a:lnTo>
                  <a:lnTo>
                    <a:pt x="117" y="700"/>
                  </a:lnTo>
                  <a:lnTo>
                    <a:pt x="125" y="723"/>
                  </a:lnTo>
                  <a:lnTo>
                    <a:pt x="133" y="743"/>
                  </a:lnTo>
                  <a:lnTo>
                    <a:pt x="143" y="764"/>
                  </a:lnTo>
                  <a:lnTo>
                    <a:pt x="153" y="784"/>
                  </a:lnTo>
                  <a:lnTo>
                    <a:pt x="164" y="803"/>
                  </a:lnTo>
                  <a:lnTo>
                    <a:pt x="177" y="822"/>
                  </a:lnTo>
                  <a:lnTo>
                    <a:pt x="190" y="840"/>
                  </a:lnTo>
                  <a:lnTo>
                    <a:pt x="202" y="857"/>
                  </a:lnTo>
                  <a:lnTo>
                    <a:pt x="217" y="875"/>
                  </a:lnTo>
                  <a:lnTo>
                    <a:pt x="233" y="891"/>
                  </a:lnTo>
                  <a:lnTo>
                    <a:pt x="249" y="907"/>
                  </a:lnTo>
                  <a:lnTo>
                    <a:pt x="267" y="922"/>
                  </a:lnTo>
                  <a:lnTo>
                    <a:pt x="284" y="935"/>
                  </a:lnTo>
                  <a:lnTo>
                    <a:pt x="302" y="947"/>
                  </a:lnTo>
                  <a:lnTo>
                    <a:pt x="321" y="960"/>
                  </a:lnTo>
                  <a:lnTo>
                    <a:pt x="340" y="971"/>
                  </a:lnTo>
                  <a:lnTo>
                    <a:pt x="360" y="981"/>
                  </a:lnTo>
                  <a:lnTo>
                    <a:pt x="381" y="991"/>
                  </a:lnTo>
                  <a:lnTo>
                    <a:pt x="402" y="999"/>
                  </a:lnTo>
                  <a:lnTo>
                    <a:pt x="424" y="1007"/>
                  </a:lnTo>
                  <a:lnTo>
                    <a:pt x="445" y="1013"/>
                  </a:lnTo>
                  <a:lnTo>
                    <a:pt x="469" y="1018"/>
                  </a:lnTo>
                  <a:lnTo>
                    <a:pt x="491" y="1023"/>
                  </a:lnTo>
                  <a:lnTo>
                    <a:pt x="514" y="1024"/>
                  </a:lnTo>
                  <a:lnTo>
                    <a:pt x="538" y="1028"/>
                  </a:lnTo>
                  <a:lnTo>
                    <a:pt x="562" y="1028"/>
                  </a:lnTo>
                  <a:lnTo>
                    <a:pt x="586" y="1028"/>
                  </a:lnTo>
                  <a:lnTo>
                    <a:pt x="610" y="1024"/>
                  </a:lnTo>
                  <a:lnTo>
                    <a:pt x="633" y="1023"/>
                  </a:lnTo>
                  <a:lnTo>
                    <a:pt x="655" y="1018"/>
                  </a:lnTo>
                  <a:lnTo>
                    <a:pt x="678" y="1013"/>
                  </a:lnTo>
                  <a:lnTo>
                    <a:pt x="700" y="1007"/>
                  </a:lnTo>
                  <a:lnTo>
                    <a:pt x="723" y="999"/>
                  </a:lnTo>
                  <a:lnTo>
                    <a:pt x="744" y="991"/>
                  </a:lnTo>
                  <a:lnTo>
                    <a:pt x="764" y="981"/>
                  </a:lnTo>
                  <a:lnTo>
                    <a:pt x="784" y="971"/>
                  </a:lnTo>
                  <a:lnTo>
                    <a:pt x="803" y="960"/>
                  </a:lnTo>
                  <a:lnTo>
                    <a:pt x="822" y="947"/>
                  </a:lnTo>
                  <a:lnTo>
                    <a:pt x="840" y="935"/>
                  </a:lnTo>
                  <a:lnTo>
                    <a:pt x="858" y="922"/>
                  </a:lnTo>
                  <a:lnTo>
                    <a:pt x="875" y="907"/>
                  </a:lnTo>
                  <a:lnTo>
                    <a:pt x="891" y="891"/>
                  </a:lnTo>
                  <a:lnTo>
                    <a:pt x="907" y="875"/>
                  </a:lnTo>
                  <a:lnTo>
                    <a:pt x="922" y="857"/>
                  </a:lnTo>
                  <a:lnTo>
                    <a:pt x="935" y="840"/>
                  </a:lnTo>
                  <a:lnTo>
                    <a:pt x="948" y="822"/>
                  </a:lnTo>
                  <a:lnTo>
                    <a:pt x="960" y="803"/>
                  </a:lnTo>
                  <a:lnTo>
                    <a:pt x="972" y="784"/>
                  </a:lnTo>
                  <a:lnTo>
                    <a:pt x="981" y="764"/>
                  </a:lnTo>
                  <a:lnTo>
                    <a:pt x="991" y="743"/>
                  </a:lnTo>
                  <a:lnTo>
                    <a:pt x="999" y="723"/>
                  </a:lnTo>
                  <a:lnTo>
                    <a:pt x="1007" y="700"/>
                  </a:lnTo>
                  <a:lnTo>
                    <a:pt x="1013" y="678"/>
                  </a:lnTo>
                  <a:lnTo>
                    <a:pt x="1018" y="655"/>
                  </a:lnTo>
                  <a:lnTo>
                    <a:pt x="1023" y="633"/>
                  </a:lnTo>
                  <a:lnTo>
                    <a:pt x="1025" y="610"/>
                  </a:lnTo>
                  <a:lnTo>
                    <a:pt x="1028" y="586"/>
                  </a:lnTo>
                  <a:lnTo>
                    <a:pt x="1028" y="562"/>
                  </a:lnTo>
                  <a:lnTo>
                    <a:pt x="1028" y="538"/>
                  </a:lnTo>
                  <a:lnTo>
                    <a:pt x="1025" y="514"/>
                  </a:lnTo>
                  <a:lnTo>
                    <a:pt x="1023" y="491"/>
                  </a:lnTo>
                  <a:lnTo>
                    <a:pt x="1018" y="469"/>
                  </a:lnTo>
                  <a:lnTo>
                    <a:pt x="1013" y="446"/>
                  </a:lnTo>
                  <a:lnTo>
                    <a:pt x="1007" y="424"/>
                  </a:lnTo>
                  <a:lnTo>
                    <a:pt x="999" y="402"/>
                  </a:lnTo>
                  <a:lnTo>
                    <a:pt x="991" y="381"/>
                  </a:lnTo>
                  <a:lnTo>
                    <a:pt x="981" y="360"/>
                  </a:lnTo>
                  <a:lnTo>
                    <a:pt x="972" y="340"/>
                  </a:lnTo>
                  <a:lnTo>
                    <a:pt x="960" y="321"/>
                  </a:lnTo>
                  <a:lnTo>
                    <a:pt x="948" y="302"/>
                  </a:lnTo>
                  <a:lnTo>
                    <a:pt x="935" y="284"/>
                  </a:lnTo>
                  <a:lnTo>
                    <a:pt x="922" y="267"/>
                  </a:lnTo>
                  <a:lnTo>
                    <a:pt x="907" y="249"/>
                  </a:lnTo>
                  <a:lnTo>
                    <a:pt x="891" y="233"/>
                  </a:lnTo>
                  <a:lnTo>
                    <a:pt x="875" y="217"/>
                  </a:lnTo>
                  <a:lnTo>
                    <a:pt x="858" y="202"/>
                  </a:lnTo>
                  <a:lnTo>
                    <a:pt x="840" y="190"/>
                  </a:lnTo>
                  <a:lnTo>
                    <a:pt x="822" y="177"/>
                  </a:lnTo>
                  <a:lnTo>
                    <a:pt x="803" y="164"/>
                  </a:lnTo>
                  <a:lnTo>
                    <a:pt x="784" y="153"/>
                  </a:lnTo>
                  <a:lnTo>
                    <a:pt x="764" y="143"/>
                  </a:lnTo>
                  <a:lnTo>
                    <a:pt x="744" y="133"/>
                  </a:lnTo>
                  <a:lnTo>
                    <a:pt x="723" y="125"/>
                  </a:lnTo>
                  <a:lnTo>
                    <a:pt x="700" y="117"/>
                  </a:lnTo>
                  <a:lnTo>
                    <a:pt x="678" y="111"/>
                  </a:lnTo>
                  <a:lnTo>
                    <a:pt x="655" y="106"/>
                  </a:lnTo>
                  <a:lnTo>
                    <a:pt x="633" y="101"/>
                  </a:lnTo>
                  <a:lnTo>
                    <a:pt x="610" y="100"/>
                  </a:lnTo>
                  <a:lnTo>
                    <a:pt x="586" y="96"/>
                  </a:lnTo>
                  <a:lnTo>
                    <a:pt x="562" y="96"/>
                  </a:lnTo>
                  <a:lnTo>
                    <a:pt x="538" y="96"/>
                  </a:lnTo>
                  <a:lnTo>
                    <a:pt x="514" y="100"/>
                  </a:lnTo>
                  <a:lnTo>
                    <a:pt x="491" y="101"/>
                  </a:lnTo>
                  <a:lnTo>
                    <a:pt x="469" y="106"/>
                  </a:lnTo>
                  <a:lnTo>
                    <a:pt x="445" y="111"/>
                  </a:lnTo>
                  <a:lnTo>
                    <a:pt x="424" y="117"/>
                  </a:lnTo>
                  <a:lnTo>
                    <a:pt x="402" y="125"/>
                  </a:lnTo>
                  <a:lnTo>
                    <a:pt x="381" y="133"/>
                  </a:lnTo>
                  <a:lnTo>
                    <a:pt x="360" y="143"/>
                  </a:lnTo>
                  <a:lnTo>
                    <a:pt x="340" y="153"/>
                  </a:lnTo>
                  <a:lnTo>
                    <a:pt x="321" y="164"/>
                  </a:lnTo>
                  <a:lnTo>
                    <a:pt x="302" y="177"/>
                  </a:lnTo>
                  <a:lnTo>
                    <a:pt x="284" y="190"/>
                  </a:lnTo>
                  <a:lnTo>
                    <a:pt x="267" y="202"/>
                  </a:lnTo>
                  <a:lnTo>
                    <a:pt x="249" y="217"/>
                  </a:lnTo>
                  <a:lnTo>
                    <a:pt x="233" y="233"/>
                  </a:lnTo>
                  <a:close/>
                </a:path>
              </a:pathLst>
            </a:custGeom>
            <a:solidFill>
              <a:schemeClr val="accent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9" name="矩形 8"/>
          <p:cNvSpPr/>
          <p:nvPr/>
        </p:nvSpPr>
        <p:spPr>
          <a:xfrm>
            <a:off x="323528" y="1582080"/>
            <a:ext cx="2278536" cy="1200329"/>
          </a:xfrm>
          <a:prstGeom prst="rect">
            <a:avLst/>
          </a:prstGeom>
          <a:ln>
            <a:solidFill>
              <a:schemeClr val="accent2">
                <a:lumMod val="40000"/>
                <a:lumOff val="6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b="1" dirty="0" smtClean="0"/>
              <a:t>    </a:t>
            </a:r>
            <a:r>
              <a:rPr lang="zh-CN" altLang="zh-CN" b="1" dirty="0" smtClean="0"/>
              <a:t>可</a:t>
            </a:r>
            <a:r>
              <a:rPr lang="zh-CN" altLang="zh-CN" b="1" dirty="0"/>
              <a:t>移植、可裁剪、可固化的基于优先级的抢占式多实时任务操作系统内核</a:t>
            </a:r>
            <a:endParaRPr lang="zh-CN" altLang="en-US" b="1" dirty="0"/>
          </a:p>
        </p:txBody>
      </p:sp>
      <p:sp>
        <p:nvSpPr>
          <p:cNvPr id="10" name="矩形 9"/>
          <p:cNvSpPr/>
          <p:nvPr/>
        </p:nvSpPr>
        <p:spPr>
          <a:xfrm>
            <a:off x="3491880" y="3825921"/>
            <a:ext cx="2565634" cy="646331"/>
          </a:xfrm>
          <a:prstGeom prst="rect">
            <a:avLst/>
          </a:prstGeom>
          <a:ln>
            <a:solidFill>
              <a:schemeClr val="accent2">
                <a:lumMod val="40000"/>
                <a:lumOff val="6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b="1" dirty="0" smtClean="0">
                <a:solidFill>
                  <a:prstClr val="black"/>
                </a:solidFill>
              </a:rPr>
              <a:t>    </a:t>
            </a:r>
            <a:r>
              <a:rPr lang="zh-CN" altLang="zh-CN" b="1" dirty="0" smtClean="0">
                <a:solidFill>
                  <a:prstClr val="black"/>
                </a:solidFill>
              </a:rPr>
              <a:t>采用</a:t>
            </a:r>
            <a:r>
              <a:rPr lang="en-US" altLang="zh-CN" b="1" dirty="0">
                <a:solidFill>
                  <a:prstClr val="black"/>
                </a:solidFill>
              </a:rPr>
              <a:t>C</a:t>
            </a:r>
            <a:r>
              <a:rPr lang="zh-CN" altLang="zh-CN" b="1" dirty="0">
                <a:solidFill>
                  <a:prstClr val="black"/>
                </a:solidFill>
              </a:rPr>
              <a:t>语言编写而成，被设计用于</a:t>
            </a:r>
            <a:r>
              <a:rPr lang="en-US" altLang="zh-CN" b="1" dirty="0">
                <a:solidFill>
                  <a:prstClr val="black"/>
                </a:solidFill>
              </a:rPr>
              <a:t>32</a:t>
            </a:r>
            <a:r>
              <a:rPr lang="zh-CN" altLang="zh-CN" b="1" dirty="0">
                <a:solidFill>
                  <a:prstClr val="black"/>
                </a:solidFill>
              </a:rPr>
              <a:t>位处理器</a:t>
            </a:r>
            <a:endParaRPr lang="zh-CN" altLang="en-US" b="1" dirty="0"/>
          </a:p>
        </p:txBody>
      </p:sp>
      <p:sp>
        <p:nvSpPr>
          <p:cNvPr id="11" name="矩形 10"/>
          <p:cNvSpPr/>
          <p:nvPr/>
        </p:nvSpPr>
        <p:spPr>
          <a:xfrm>
            <a:off x="611560" y="3225757"/>
            <a:ext cx="2516946" cy="1200329"/>
          </a:xfrm>
          <a:prstGeom prst="rect">
            <a:avLst/>
          </a:prstGeom>
          <a:solidFill>
            <a:schemeClr val="accent5">
              <a:lumMod val="20000"/>
              <a:lumOff val="80000"/>
            </a:schemeClr>
          </a:solidFill>
        </p:spPr>
        <p:txBody>
          <a:bodyPr wrap="square">
            <a:spAutoFit/>
          </a:bodyPr>
          <a:lstStyle/>
          <a:p>
            <a:r>
              <a:rPr lang="en-US" altLang="zh-CN" b="1" dirty="0" smtClean="0"/>
              <a:t>     </a:t>
            </a:r>
            <a:r>
              <a:rPr lang="zh-CN" altLang="zh-CN" b="1" dirty="0" smtClean="0"/>
              <a:t>包含</a:t>
            </a:r>
            <a:r>
              <a:rPr lang="zh-CN" altLang="zh-CN" b="1" dirty="0"/>
              <a:t>了任务调度、任务管理、时间管理、内存管理、任务间的通信和同步等基本功能</a:t>
            </a:r>
            <a:endParaRPr lang="zh-CN" altLang="en-US" b="1" dirty="0"/>
          </a:p>
        </p:txBody>
      </p:sp>
      <p:sp>
        <p:nvSpPr>
          <p:cNvPr id="14" name="矩形 13"/>
          <p:cNvSpPr/>
          <p:nvPr/>
        </p:nvSpPr>
        <p:spPr>
          <a:xfrm>
            <a:off x="6516216" y="1511918"/>
            <a:ext cx="2232248" cy="1477328"/>
          </a:xfrm>
          <a:prstGeom prst="rect">
            <a:avLst/>
          </a:prstGeom>
          <a:ln>
            <a:solidFill>
              <a:schemeClr val="accent2">
                <a:lumMod val="40000"/>
                <a:lumOff val="6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b="1" dirty="0" smtClean="0">
                <a:solidFill>
                  <a:prstClr val="black"/>
                </a:solidFill>
              </a:rPr>
              <a:t>    </a:t>
            </a:r>
            <a:r>
              <a:rPr lang="zh-CN" altLang="zh-CN" b="1" dirty="0" smtClean="0">
                <a:solidFill>
                  <a:prstClr val="black"/>
                </a:solidFill>
              </a:rPr>
              <a:t>对</a:t>
            </a:r>
            <a:r>
              <a:rPr lang="zh-CN" altLang="zh-CN" b="1" dirty="0">
                <a:solidFill>
                  <a:prstClr val="black"/>
                </a:solidFill>
              </a:rPr>
              <a:t>任务数量无限制，对优先级数量也无限制</a:t>
            </a:r>
            <a:r>
              <a:rPr lang="zh-CN" altLang="zh-CN" b="1" dirty="0" smtClean="0">
                <a:solidFill>
                  <a:prstClr val="black"/>
                </a:solidFill>
              </a:rPr>
              <a:t>，</a:t>
            </a:r>
            <a:r>
              <a:rPr lang="zh-CN" altLang="zh-CN" b="1" dirty="0">
                <a:solidFill>
                  <a:prstClr val="black"/>
                </a:solidFill>
              </a:rPr>
              <a:t>总是执行优先级最高、最重要的</a:t>
            </a:r>
            <a:r>
              <a:rPr lang="zh-CN" altLang="zh-CN" b="1" dirty="0" smtClean="0">
                <a:solidFill>
                  <a:prstClr val="black"/>
                </a:solidFill>
              </a:rPr>
              <a:t>任务</a:t>
            </a:r>
            <a:endParaRPr lang="zh-CN" altLang="en-US" b="1" dirty="0"/>
          </a:p>
        </p:txBody>
      </p:sp>
      <p:sp>
        <p:nvSpPr>
          <p:cNvPr id="47" name="矩形 46"/>
          <p:cNvSpPr/>
          <p:nvPr/>
        </p:nvSpPr>
        <p:spPr>
          <a:xfrm>
            <a:off x="6205003" y="3225757"/>
            <a:ext cx="2759485" cy="1477328"/>
          </a:xfrm>
          <a:prstGeom prst="rect">
            <a:avLst/>
          </a:prstGeom>
          <a:solidFill>
            <a:schemeClr val="accent5">
              <a:lumMod val="20000"/>
              <a:lumOff val="80000"/>
            </a:schemeClr>
          </a:solidFill>
        </p:spPr>
        <p:txBody>
          <a:bodyPr wrap="square">
            <a:spAutoFit/>
          </a:bodyPr>
          <a:lstStyle/>
          <a:p>
            <a:pPr lvl="0"/>
            <a:r>
              <a:rPr lang="en-US" altLang="zh-CN" b="1" dirty="0" smtClean="0">
                <a:solidFill>
                  <a:prstClr val="black"/>
                </a:solidFill>
              </a:rPr>
              <a:t>    </a:t>
            </a:r>
            <a:r>
              <a:rPr lang="zh-CN" altLang="zh-CN" b="1" dirty="0" smtClean="0">
                <a:solidFill>
                  <a:prstClr val="black"/>
                </a:solidFill>
              </a:rPr>
              <a:t>允许</a:t>
            </a:r>
            <a:r>
              <a:rPr lang="zh-CN" altLang="zh-CN" b="1" dirty="0">
                <a:solidFill>
                  <a:prstClr val="black"/>
                </a:solidFill>
              </a:rPr>
              <a:t>多个任务拥有相同的优先级</a:t>
            </a:r>
            <a:r>
              <a:rPr lang="zh-CN" altLang="zh-CN" b="1" dirty="0" smtClean="0">
                <a:solidFill>
                  <a:prstClr val="black"/>
                </a:solidFill>
              </a:rPr>
              <a:t>，对于</a:t>
            </a:r>
            <a:r>
              <a:rPr lang="zh-CN" altLang="zh-CN" b="1" dirty="0">
                <a:solidFill>
                  <a:prstClr val="black"/>
                </a:solidFill>
              </a:rPr>
              <a:t>具有相同优先级的多个任务则采用时间片轮转调度法按时间片分配给每个</a:t>
            </a:r>
            <a:r>
              <a:rPr lang="zh-CN" altLang="zh-CN" b="1" dirty="0" smtClean="0">
                <a:solidFill>
                  <a:prstClr val="black"/>
                </a:solidFill>
              </a:rPr>
              <a:t>任务</a:t>
            </a:r>
            <a:endParaRPr lang="zh-CN" altLang="zh-CN" b="1" dirty="0">
              <a:solidFill>
                <a:prstClr val="black"/>
              </a:solidFill>
            </a:endParaRPr>
          </a:p>
        </p:txBody>
      </p:sp>
    </p:spTree>
    <p:extLst>
      <p:ext uri="{BB962C8B-B14F-4D97-AF65-F5344CB8AC3E}">
        <p14:creationId xmlns:p14="http://schemas.microsoft.com/office/powerpoint/2010/main" val="23240257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239852" y="1527634"/>
            <a:ext cx="4572000" cy="369332"/>
          </a:xfrm>
          <a:prstGeom prst="rect">
            <a:avLst/>
          </a:prstGeom>
        </p:spPr>
        <p:txBody>
          <a:bodyPr>
            <a:spAutoFit/>
          </a:bodyPr>
          <a:lstStyle/>
          <a:p>
            <a:r>
              <a:rPr lang="zh-CN" altLang="en-US" dirty="0"/>
              <a:t>	</a:t>
            </a:r>
          </a:p>
        </p:txBody>
      </p:sp>
      <p:graphicFrame>
        <p:nvGraphicFramePr>
          <p:cNvPr id="10" name="图示 9"/>
          <p:cNvGraphicFramePr/>
          <p:nvPr>
            <p:extLst>
              <p:ext uri="{D42A27DB-BD31-4B8C-83A1-F6EECF244321}">
                <p14:modId xmlns:p14="http://schemas.microsoft.com/office/powerpoint/2010/main" val="2133797824"/>
              </p:ext>
            </p:extLst>
          </p:nvPr>
        </p:nvGraphicFramePr>
        <p:xfrm>
          <a:off x="487209" y="1626061"/>
          <a:ext cx="8316924" cy="23138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44218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2" name="矩形 1"/>
          <p:cNvSpPr/>
          <p:nvPr/>
        </p:nvSpPr>
        <p:spPr>
          <a:xfrm>
            <a:off x="1066597" y="1059582"/>
            <a:ext cx="2209259" cy="369332"/>
          </a:xfrm>
          <a:prstGeom prst="rect">
            <a:avLst/>
          </a:prstGeom>
        </p:spPr>
        <p:txBody>
          <a:bodyPr wrap="none">
            <a:spAutoFit/>
          </a:bodyPr>
          <a:lstStyle/>
          <a:p>
            <a:r>
              <a:rPr lang="en-US" altLang="zh-CN" b="1" dirty="0" err="1">
                <a:solidFill>
                  <a:srgbClr val="C00000"/>
                </a:solidFill>
              </a:rPr>
              <a:t>uC</a:t>
            </a:r>
            <a:r>
              <a:rPr lang="en-US" altLang="zh-CN" b="1" dirty="0">
                <a:solidFill>
                  <a:srgbClr val="C00000"/>
                </a:solidFill>
              </a:rPr>
              <a:t>/OS-III</a:t>
            </a:r>
            <a:r>
              <a:rPr lang="zh-CN" altLang="zh-CN" b="1" dirty="0">
                <a:solidFill>
                  <a:srgbClr val="C00000"/>
                </a:solidFill>
              </a:rPr>
              <a:t>任务的状态</a:t>
            </a:r>
            <a:endParaRPr lang="zh-CN" altLang="en-US" dirty="0">
              <a:solidFill>
                <a:srgbClr val="C00000"/>
              </a:solidFill>
            </a:endParaRPr>
          </a:p>
        </p:txBody>
      </p:sp>
      <p:sp>
        <p:nvSpPr>
          <p:cNvPr id="6" name="矩形 5"/>
          <p:cNvSpPr/>
          <p:nvPr/>
        </p:nvSpPr>
        <p:spPr>
          <a:xfrm>
            <a:off x="971600" y="1560746"/>
            <a:ext cx="2520280" cy="2862322"/>
          </a:xfrm>
          <a:prstGeom prst="rect">
            <a:avLst/>
          </a:prstGeom>
        </p:spPr>
        <p:txBody>
          <a:bodyPr wrap="square">
            <a:spAutoFit/>
          </a:bodyPr>
          <a:lstStyle/>
          <a:p>
            <a:pPr>
              <a:lnSpc>
                <a:spcPct val="125000"/>
              </a:lnSpc>
            </a:pPr>
            <a:r>
              <a:rPr lang="en-US" altLang="zh-CN" b="1" dirty="0" smtClean="0"/>
              <a:t>     </a:t>
            </a:r>
            <a:r>
              <a:rPr lang="en-US" altLang="zh-CN" b="1" dirty="0" err="1" smtClean="0"/>
              <a:t>uC</a:t>
            </a:r>
            <a:r>
              <a:rPr lang="en-US" altLang="zh-CN" b="1" dirty="0" smtClean="0"/>
              <a:t>/OS-III</a:t>
            </a:r>
            <a:r>
              <a:rPr lang="zh-CN" altLang="zh-CN" b="1" dirty="0"/>
              <a:t>中每个任务都是一个无限循环，每个任务都有五种状态</a:t>
            </a:r>
            <a:r>
              <a:rPr lang="zh-CN" altLang="zh-CN" b="1" dirty="0" smtClean="0"/>
              <a:t>：</a:t>
            </a:r>
            <a:endParaRPr lang="en-GB" altLang="zh-CN" b="1" dirty="0" smtClean="0"/>
          </a:p>
          <a:p>
            <a:pPr marL="285750" indent="-285750">
              <a:lnSpc>
                <a:spcPct val="125000"/>
              </a:lnSpc>
              <a:buClr>
                <a:schemeClr val="accent5">
                  <a:lumMod val="75000"/>
                </a:schemeClr>
              </a:buClr>
              <a:buFont typeface="Wingdings" pitchFamily="2" charset="2"/>
              <a:buChar char="Ø"/>
            </a:pPr>
            <a:r>
              <a:rPr lang="zh-CN" altLang="zh-CN" b="1" dirty="0" smtClean="0"/>
              <a:t>休眠态</a:t>
            </a:r>
            <a:endParaRPr lang="en-GB" altLang="zh-CN" b="1" dirty="0" smtClean="0"/>
          </a:p>
          <a:p>
            <a:pPr marL="285750" indent="-285750">
              <a:lnSpc>
                <a:spcPct val="125000"/>
              </a:lnSpc>
              <a:buClr>
                <a:schemeClr val="accent5">
                  <a:lumMod val="75000"/>
                </a:schemeClr>
              </a:buClr>
              <a:buFont typeface="Wingdings" pitchFamily="2" charset="2"/>
              <a:buChar char="Ø"/>
            </a:pPr>
            <a:r>
              <a:rPr lang="zh-CN" altLang="zh-CN" b="1" dirty="0" smtClean="0"/>
              <a:t>就绪态</a:t>
            </a:r>
            <a:endParaRPr lang="en-GB" altLang="zh-CN" b="1" dirty="0" smtClean="0"/>
          </a:p>
          <a:p>
            <a:pPr marL="285750" indent="-285750">
              <a:lnSpc>
                <a:spcPct val="125000"/>
              </a:lnSpc>
              <a:buClr>
                <a:schemeClr val="accent5">
                  <a:lumMod val="75000"/>
                </a:schemeClr>
              </a:buClr>
              <a:buFont typeface="Wingdings" pitchFamily="2" charset="2"/>
              <a:buChar char="Ø"/>
            </a:pPr>
            <a:r>
              <a:rPr lang="zh-CN" altLang="zh-CN" b="1" dirty="0" smtClean="0"/>
              <a:t>运行态</a:t>
            </a:r>
            <a:endParaRPr lang="en-GB" altLang="zh-CN" b="1" dirty="0" smtClean="0"/>
          </a:p>
          <a:p>
            <a:pPr marL="285750" indent="-285750">
              <a:lnSpc>
                <a:spcPct val="125000"/>
              </a:lnSpc>
              <a:buClr>
                <a:schemeClr val="accent5">
                  <a:lumMod val="75000"/>
                </a:schemeClr>
              </a:buClr>
              <a:buFont typeface="Wingdings" pitchFamily="2" charset="2"/>
              <a:buChar char="Ø"/>
            </a:pPr>
            <a:r>
              <a:rPr lang="zh-CN" altLang="zh-CN" b="1" dirty="0" smtClean="0"/>
              <a:t>挂起态</a:t>
            </a:r>
            <a:endParaRPr lang="en-GB" altLang="zh-CN" b="1" dirty="0" smtClean="0"/>
          </a:p>
          <a:p>
            <a:pPr marL="285750" indent="-285750">
              <a:lnSpc>
                <a:spcPct val="125000"/>
              </a:lnSpc>
              <a:buClr>
                <a:schemeClr val="accent5">
                  <a:lumMod val="75000"/>
                </a:schemeClr>
              </a:buClr>
              <a:buFont typeface="Wingdings" pitchFamily="2" charset="2"/>
              <a:buChar char="Ø"/>
            </a:pPr>
            <a:r>
              <a:rPr lang="zh-CN" altLang="zh-CN" b="1" dirty="0" smtClean="0"/>
              <a:t>中断</a:t>
            </a:r>
            <a:r>
              <a:rPr lang="zh-CN" altLang="zh-CN" b="1" dirty="0"/>
              <a:t>服务态</a:t>
            </a:r>
            <a:endParaRPr lang="zh-CN" altLang="en-US" b="1" dirty="0"/>
          </a:p>
        </p:txBody>
      </p:sp>
      <p:pic>
        <p:nvPicPr>
          <p:cNvPr id="8" name="图片 7" descr="https://images2017.cnblogs.com/blog/1100576/201707/1100576-20170730132506005-2077788382.png"/>
          <p:cNvPicPr/>
          <p:nvPr/>
        </p:nvPicPr>
        <p:blipFill>
          <a:blip r:embed="rId2">
            <a:extLst>
              <a:ext uri="{28A0092B-C50C-407E-A947-70E740481C1C}">
                <a14:useLocalDpi xmlns:a14="http://schemas.microsoft.com/office/drawing/2010/main" val="0"/>
              </a:ext>
            </a:extLst>
          </a:blip>
          <a:srcRect/>
          <a:stretch>
            <a:fillRect/>
          </a:stretch>
        </p:blipFill>
        <p:spPr bwMode="auto">
          <a:xfrm>
            <a:off x="3779912" y="483517"/>
            <a:ext cx="4464496" cy="4362697"/>
          </a:xfrm>
          <a:prstGeom prst="rect">
            <a:avLst/>
          </a:prstGeom>
          <a:noFill/>
          <a:ln>
            <a:noFill/>
          </a:ln>
        </p:spPr>
      </p:pic>
    </p:spTree>
    <p:extLst>
      <p:ext uri="{BB962C8B-B14F-4D97-AF65-F5344CB8AC3E}">
        <p14:creationId xmlns:p14="http://schemas.microsoft.com/office/powerpoint/2010/main" val="7974692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7" name="矩形 6"/>
          <p:cNvSpPr/>
          <p:nvPr/>
        </p:nvSpPr>
        <p:spPr>
          <a:xfrm>
            <a:off x="395536" y="1131590"/>
            <a:ext cx="1584176" cy="568629"/>
          </a:xfrm>
          <a:prstGeom prst="rect">
            <a:avLst/>
          </a:prstGeom>
          <a:solidFill>
            <a:schemeClr val="tx2">
              <a:lumMod val="75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zh-CN" b="1" dirty="0"/>
              <a:t>休眠态（</a:t>
            </a:r>
            <a:r>
              <a:rPr lang="en-US" altLang="zh-CN" b="1" dirty="0"/>
              <a:t>Dormant</a:t>
            </a:r>
            <a:r>
              <a:rPr lang="zh-CN" altLang="zh-CN" b="1" dirty="0"/>
              <a:t>）</a:t>
            </a:r>
            <a:endParaRPr lang="zh-CN" altLang="en-US" b="1" dirty="0" smtClean="0"/>
          </a:p>
        </p:txBody>
      </p:sp>
      <p:sp>
        <p:nvSpPr>
          <p:cNvPr id="9" name="矩形 8"/>
          <p:cNvSpPr/>
          <p:nvPr/>
        </p:nvSpPr>
        <p:spPr>
          <a:xfrm>
            <a:off x="395536" y="1779662"/>
            <a:ext cx="1584176" cy="3096344"/>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任务只是以任务函数的方式存在</a:t>
            </a:r>
            <a:r>
              <a:rPr lang="zh-CN" altLang="en-US" b="1" dirty="0" smtClean="0"/>
              <a:t>，并</a:t>
            </a:r>
            <a:r>
              <a:rPr lang="zh-CN" altLang="en-US" b="1" dirty="0"/>
              <a:t>未用</a:t>
            </a:r>
            <a:r>
              <a:rPr lang="en-US" altLang="zh-CN" b="1" dirty="0" err="1"/>
              <a:t>OSTaskCreate</a:t>
            </a:r>
            <a:r>
              <a:rPr lang="en-US" altLang="zh-CN" b="1" dirty="0"/>
              <a:t>()</a:t>
            </a:r>
            <a:r>
              <a:rPr lang="zh-CN" altLang="en-US" b="1" dirty="0"/>
              <a:t>函数创建这个任务，</a:t>
            </a:r>
            <a:r>
              <a:rPr lang="zh-CN" altLang="en-US" b="1" dirty="0" smtClean="0"/>
              <a:t>任务不会被内核</a:t>
            </a:r>
            <a:r>
              <a:rPr lang="zh-CN" altLang="en-US" b="1" dirty="0"/>
              <a:t>调度，也无法得到</a:t>
            </a:r>
            <a:r>
              <a:rPr lang="en-US" altLang="zh-CN" b="1" dirty="0"/>
              <a:t>CPU</a:t>
            </a:r>
            <a:r>
              <a:rPr lang="zh-CN" altLang="en-US" b="1" dirty="0"/>
              <a:t>的运行。</a:t>
            </a:r>
            <a:endParaRPr lang="zh-CN" altLang="en-US" b="1" dirty="0" smtClean="0">
              <a:solidFill>
                <a:srgbClr val="C00000"/>
              </a:solidFill>
            </a:endParaRPr>
          </a:p>
        </p:txBody>
      </p:sp>
      <p:sp>
        <p:nvSpPr>
          <p:cNvPr id="14" name="矩形 13"/>
          <p:cNvSpPr/>
          <p:nvPr/>
        </p:nvSpPr>
        <p:spPr>
          <a:xfrm>
            <a:off x="2195736" y="1131590"/>
            <a:ext cx="1584176" cy="568629"/>
          </a:xfrm>
          <a:prstGeom prst="rect">
            <a:avLst/>
          </a:prstGeom>
          <a:solidFill>
            <a:schemeClr val="accent4">
              <a:lumMod val="75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zh-CN" b="1" dirty="0"/>
              <a:t>就绪态（</a:t>
            </a:r>
            <a:r>
              <a:rPr lang="en-US" altLang="zh-CN" b="1" dirty="0"/>
              <a:t>Ready</a:t>
            </a:r>
            <a:r>
              <a:rPr lang="zh-CN" altLang="zh-CN" b="1" dirty="0"/>
              <a:t>）</a:t>
            </a:r>
            <a:endParaRPr lang="zh-CN" altLang="en-US" b="1" dirty="0" smtClean="0"/>
          </a:p>
        </p:txBody>
      </p:sp>
      <p:sp>
        <p:nvSpPr>
          <p:cNvPr id="15" name="矩形 14"/>
          <p:cNvSpPr/>
          <p:nvPr/>
        </p:nvSpPr>
        <p:spPr>
          <a:xfrm>
            <a:off x="2195736" y="1779662"/>
            <a:ext cx="1584176" cy="3096344"/>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任务具备了运行的条件</a:t>
            </a:r>
            <a:r>
              <a:rPr lang="zh-CN" altLang="en-US" b="1" dirty="0" smtClean="0"/>
              <a:t>，并</a:t>
            </a:r>
            <a:r>
              <a:rPr lang="zh-CN" altLang="en-US" b="1" dirty="0"/>
              <a:t>根据任务的优先级在系统的就绪表中排队，等待获得</a:t>
            </a:r>
            <a:r>
              <a:rPr lang="en-US" altLang="zh-CN" b="1" dirty="0"/>
              <a:t>CPU</a:t>
            </a:r>
            <a:r>
              <a:rPr lang="zh-CN" altLang="en-US" b="1" dirty="0"/>
              <a:t>的使用权。</a:t>
            </a:r>
            <a:endParaRPr lang="zh-CN" altLang="en-US" b="1" dirty="0" smtClean="0">
              <a:solidFill>
                <a:srgbClr val="C00000"/>
              </a:solidFill>
            </a:endParaRPr>
          </a:p>
        </p:txBody>
      </p:sp>
      <p:sp>
        <p:nvSpPr>
          <p:cNvPr id="16" name="矩形 15"/>
          <p:cNvSpPr/>
          <p:nvPr/>
        </p:nvSpPr>
        <p:spPr>
          <a:xfrm>
            <a:off x="3923928" y="1131590"/>
            <a:ext cx="1584176" cy="568629"/>
          </a:xfrm>
          <a:prstGeom prst="rect">
            <a:avLst/>
          </a:prstGeom>
          <a:solidFill>
            <a:schemeClr val="accent3">
              <a:lumMod val="50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zh-CN" b="1" dirty="0"/>
              <a:t>运行态（</a:t>
            </a:r>
            <a:r>
              <a:rPr lang="en-US" altLang="zh-CN" b="1" dirty="0"/>
              <a:t>Running</a:t>
            </a:r>
            <a:r>
              <a:rPr lang="zh-CN" altLang="zh-CN" b="1" dirty="0"/>
              <a:t>）</a:t>
            </a:r>
            <a:endParaRPr lang="zh-CN" altLang="en-US" b="1" dirty="0" smtClean="0"/>
          </a:p>
        </p:txBody>
      </p:sp>
      <p:sp>
        <p:nvSpPr>
          <p:cNvPr id="17" name="矩形 16"/>
          <p:cNvSpPr/>
          <p:nvPr/>
        </p:nvSpPr>
        <p:spPr>
          <a:xfrm>
            <a:off x="3923928" y="1779662"/>
            <a:ext cx="1584176" cy="3096344"/>
          </a:xfrm>
          <a:prstGeom prst="rect">
            <a:avLst/>
          </a:prstGeom>
          <a:solidFill>
            <a:schemeClr val="accent3">
              <a:lumMod val="20000"/>
              <a:lumOff val="80000"/>
            </a:schemeClr>
          </a:solidFill>
          <a:ln>
            <a:solidFill>
              <a:schemeClr val="accent3">
                <a:lumMod val="50000"/>
              </a:schemeClr>
            </a:solidFill>
          </a:ln>
        </p:spPr>
        <p:style>
          <a:lnRef idx="2">
            <a:schemeClr val="accent5"/>
          </a:lnRef>
          <a:fillRef idx="1">
            <a:schemeClr val="lt1"/>
          </a:fillRef>
          <a:effectRef idx="0">
            <a:schemeClr val="accent5"/>
          </a:effectRef>
          <a:fontRef idx="minor">
            <a:schemeClr val="dk1"/>
          </a:fontRef>
        </p:style>
        <p:txBody>
          <a:bodyPr rtlCol="0" anchor="t"/>
          <a:lstStyle/>
          <a:p>
            <a:pPr>
              <a:lnSpc>
                <a:spcPct val="125000"/>
              </a:lnSpc>
            </a:pPr>
            <a:r>
              <a:rPr lang="zh-CN" altLang="en-US" b="1" dirty="0" smtClean="0"/>
              <a:t>正在</a:t>
            </a:r>
            <a:r>
              <a:rPr lang="zh-CN" altLang="en-US" b="1" dirty="0"/>
              <a:t>运行的任务</a:t>
            </a:r>
            <a:r>
              <a:rPr lang="zh-CN" altLang="en-US" b="1" dirty="0" smtClean="0"/>
              <a:t>。任意</a:t>
            </a:r>
            <a:r>
              <a:rPr lang="zh-CN" altLang="en-US" b="1" dirty="0"/>
              <a:t>时刻只能有一个任务处于运行态</a:t>
            </a:r>
            <a:r>
              <a:rPr lang="zh-CN" altLang="en-US" b="1" dirty="0" smtClean="0"/>
              <a:t>，调度</a:t>
            </a:r>
            <a:r>
              <a:rPr lang="zh-CN" altLang="en-US" b="1" dirty="0"/>
              <a:t>器根据任务的优先级，使优先级最高的任务得到运行。</a:t>
            </a:r>
            <a:endParaRPr lang="zh-CN" altLang="en-US" b="1" dirty="0" smtClean="0">
              <a:solidFill>
                <a:srgbClr val="C00000"/>
              </a:solidFill>
            </a:endParaRPr>
          </a:p>
        </p:txBody>
      </p:sp>
      <p:sp>
        <p:nvSpPr>
          <p:cNvPr id="18" name="矩形 17"/>
          <p:cNvSpPr/>
          <p:nvPr/>
        </p:nvSpPr>
        <p:spPr>
          <a:xfrm>
            <a:off x="5652120" y="1131589"/>
            <a:ext cx="1584176" cy="568629"/>
          </a:xfrm>
          <a:prstGeom prst="rect">
            <a:avLst/>
          </a:prstGeom>
          <a:solidFill>
            <a:schemeClr val="accent2">
              <a:lumMod val="75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b="1" dirty="0"/>
              <a:t>等待态（</a:t>
            </a:r>
            <a:r>
              <a:rPr lang="en-GB" altLang="zh-CN" b="1" dirty="0"/>
              <a:t>Pending</a:t>
            </a:r>
            <a:r>
              <a:rPr lang="zh-CN" altLang="en-GB" b="1" dirty="0"/>
              <a:t>）</a:t>
            </a:r>
            <a:endParaRPr lang="zh-CN" altLang="en-US" b="1" dirty="0" smtClean="0"/>
          </a:p>
        </p:txBody>
      </p:sp>
      <p:sp>
        <p:nvSpPr>
          <p:cNvPr id="19" name="矩形 18"/>
          <p:cNvSpPr/>
          <p:nvPr/>
        </p:nvSpPr>
        <p:spPr>
          <a:xfrm>
            <a:off x="5652120" y="1779661"/>
            <a:ext cx="1584176" cy="3096344"/>
          </a:xfrm>
          <a:prstGeom prst="rect">
            <a:avLst/>
          </a:prstGeom>
          <a:solidFill>
            <a:schemeClr val="accent2">
              <a:lumMod val="20000"/>
              <a:lumOff val="80000"/>
            </a:schemeClr>
          </a:solidFill>
          <a:ln>
            <a:solidFill>
              <a:schemeClr val="accent2">
                <a:lumMod val="75000"/>
              </a:schemeClr>
            </a:solidFill>
          </a:ln>
        </p:spPr>
        <p:style>
          <a:lnRef idx="2">
            <a:schemeClr val="accent5"/>
          </a:lnRef>
          <a:fillRef idx="1">
            <a:schemeClr val="lt1"/>
          </a:fillRef>
          <a:effectRef idx="0">
            <a:schemeClr val="accent5"/>
          </a:effectRef>
          <a:fontRef idx="minor">
            <a:schemeClr val="dk1"/>
          </a:fontRef>
        </p:style>
        <p:txBody>
          <a:bodyPr rtlCol="0" anchor="t"/>
          <a:lstStyle/>
          <a:p>
            <a:pPr>
              <a:lnSpc>
                <a:spcPct val="125000"/>
              </a:lnSpc>
            </a:pPr>
            <a:r>
              <a:rPr lang="zh-CN" altLang="en-US" b="1" dirty="0" smtClean="0"/>
              <a:t>正在</a:t>
            </a:r>
            <a:r>
              <a:rPr lang="zh-CN" altLang="en-US" b="1" dirty="0"/>
              <a:t>运行的任务需要等待某个事件或某个条件满足时才能继续运行</a:t>
            </a:r>
            <a:r>
              <a:rPr lang="zh-CN" altLang="en-US" b="1" dirty="0" smtClean="0"/>
              <a:t>，暂时</a:t>
            </a:r>
            <a:r>
              <a:rPr lang="zh-CN" altLang="en-US" b="1" dirty="0"/>
              <a:t>让出</a:t>
            </a:r>
            <a:r>
              <a:rPr lang="en-US" altLang="zh-CN" b="1" dirty="0"/>
              <a:t>CPU</a:t>
            </a:r>
            <a:r>
              <a:rPr lang="zh-CN" altLang="en-US" b="1" dirty="0"/>
              <a:t>的使用权，进入等待事件状态</a:t>
            </a:r>
            <a:r>
              <a:rPr lang="zh-CN" altLang="en-US" b="1" dirty="0" smtClean="0"/>
              <a:t>。</a:t>
            </a:r>
            <a:endParaRPr lang="zh-CN" altLang="en-US" b="1" dirty="0" smtClean="0">
              <a:solidFill>
                <a:srgbClr val="C00000"/>
              </a:solidFill>
            </a:endParaRPr>
          </a:p>
        </p:txBody>
      </p:sp>
      <p:sp>
        <p:nvSpPr>
          <p:cNvPr id="20" name="矩形 19"/>
          <p:cNvSpPr/>
          <p:nvPr/>
        </p:nvSpPr>
        <p:spPr>
          <a:xfrm>
            <a:off x="7380312" y="1131590"/>
            <a:ext cx="1584176" cy="568629"/>
          </a:xfrm>
          <a:prstGeom prst="rect">
            <a:avLst/>
          </a:prstGeom>
          <a:solidFill>
            <a:schemeClr val="accent5">
              <a:lumMod val="75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zh-CN" b="1" dirty="0"/>
              <a:t>中断服务态（</a:t>
            </a:r>
            <a:r>
              <a:rPr lang="en-US" altLang="zh-CN" b="1" dirty="0"/>
              <a:t>Interrupted</a:t>
            </a:r>
            <a:r>
              <a:rPr lang="zh-CN" altLang="zh-CN" b="1" dirty="0"/>
              <a:t>）</a:t>
            </a:r>
            <a:endParaRPr lang="zh-CN" altLang="en-US" b="1" dirty="0" smtClean="0"/>
          </a:p>
        </p:txBody>
      </p:sp>
      <p:sp>
        <p:nvSpPr>
          <p:cNvPr id="21" name="矩形 20"/>
          <p:cNvSpPr/>
          <p:nvPr/>
        </p:nvSpPr>
        <p:spPr>
          <a:xfrm>
            <a:off x="7380312" y="1779662"/>
            <a:ext cx="1584176" cy="3096344"/>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t"/>
          <a:lstStyle/>
          <a:p>
            <a:pPr>
              <a:lnSpc>
                <a:spcPct val="125000"/>
              </a:lnSpc>
            </a:pPr>
            <a:r>
              <a:rPr lang="zh-CN" altLang="en-US" b="1" dirty="0">
                <a:solidFill>
                  <a:schemeClr val="tx1"/>
                </a:solidFill>
              </a:rPr>
              <a:t>正在执行的任务被中断打断，</a:t>
            </a:r>
            <a:r>
              <a:rPr lang="en-US" altLang="zh-CN" b="1" dirty="0" smtClean="0">
                <a:solidFill>
                  <a:schemeClr val="tx1"/>
                </a:solidFill>
              </a:rPr>
              <a:t>CPU</a:t>
            </a:r>
            <a:r>
              <a:rPr lang="zh-CN" altLang="en-US" b="1" dirty="0" smtClean="0">
                <a:solidFill>
                  <a:schemeClr val="tx1"/>
                </a:solidFill>
              </a:rPr>
              <a:t>转去</a:t>
            </a:r>
            <a:r>
              <a:rPr lang="zh-CN" altLang="en-US" b="1" dirty="0">
                <a:solidFill>
                  <a:schemeClr val="tx1"/>
                </a:solidFill>
              </a:rPr>
              <a:t>执行中断服务程序</a:t>
            </a:r>
            <a:r>
              <a:rPr lang="zh-CN" altLang="en-US" b="1" dirty="0" smtClean="0">
                <a:solidFill>
                  <a:schemeClr val="tx1"/>
                </a:solidFill>
              </a:rPr>
              <a:t>，此时</a:t>
            </a:r>
            <a:r>
              <a:rPr lang="zh-CN" altLang="en-US" b="1" dirty="0">
                <a:solidFill>
                  <a:schemeClr val="tx1"/>
                </a:solidFill>
              </a:rPr>
              <a:t>这个任务就会被挂起，进入中断服务状态。</a:t>
            </a:r>
            <a:endParaRPr lang="zh-CN" altLang="en-US" b="1" dirty="0" smtClean="0">
              <a:solidFill>
                <a:schemeClr val="tx1"/>
              </a:solidFill>
            </a:endParaRPr>
          </a:p>
        </p:txBody>
      </p:sp>
      <p:sp>
        <p:nvSpPr>
          <p:cNvPr id="22" name="矩形 21"/>
          <p:cNvSpPr/>
          <p:nvPr/>
        </p:nvSpPr>
        <p:spPr>
          <a:xfrm>
            <a:off x="395536" y="1789672"/>
            <a:ext cx="1584176" cy="3096344"/>
          </a:xfrm>
          <a:prstGeom prst="rect">
            <a:avLst/>
          </a:prstGeom>
          <a:solidFill>
            <a:schemeClr val="tx2">
              <a:lumMod val="20000"/>
              <a:lumOff val="80000"/>
            </a:schemeClr>
          </a:solidFill>
          <a:ln>
            <a:solidFill>
              <a:schemeClr val="tx2">
                <a:lumMod val="75000"/>
              </a:schemeClr>
            </a:solidFill>
          </a:ln>
        </p:spPr>
        <p:style>
          <a:lnRef idx="2">
            <a:schemeClr val="accent5"/>
          </a:lnRef>
          <a:fillRef idx="1">
            <a:schemeClr val="lt1"/>
          </a:fillRef>
          <a:effectRef idx="0">
            <a:schemeClr val="accent5"/>
          </a:effectRef>
          <a:fontRef idx="minor">
            <a:schemeClr val="dk1"/>
          </a:fontRef>
        </p:style>
        <p:txBody>
          <a:bodyPr rtlCol="0" anchor="t"/>
          <a:lstStyle/>
          <a:p>
            <a:pPr>
              <a:lnSpc>
                <a:spcPct val="125000"/>
              </a:lnSpc>
            </a:pPr>
            <a:r>
              <a:rPr lang="zh-CN" altLang="en-US" b="1" dirty="0"/>
              <a:t>任务只是以任务函数的方式存在</a:t>
            </a:r>
            <a:r>
              <a:rPr lang="zh-CN" altLang="en-US" b="1" dirty="0" smtClean="0"/>
              <a:t>，并</a:t>
            </a:r>
            <a:r>
              <a:rPr lang="zh-CN" altLang="en-US" b="1" dirty="0"/>
              <a:t>未用</a:t>
            </a:r>
            <a:r>
              <a:rPr lang="en-US" altLang="zh-CN" b="1" dirty="0" err="1"/>
              <a:t>OSTaskCreate</a:t>
            </a:r>
            <a:r>
              <a:rPr lang="en-US" altLang="zh-CN" b="1" dirty="0"/>
              <a:t>()</a:t>
            </a:r>
            <a:r>
              <a:rPr lang="zh-CN" altLang="en-US" b="1" dirty="0"/>
              <a:t>函数创建这个任务，</a:t>
            </a:r>
            <a:r>
              <a:rPr lang="zh-CN" altLang="en-US" b="1" dirty="0" smtClean="0"/>
              <a:t>任务不会被内核</a:t>
            </a:r>
            <a:r>
              <a:rPr lang="zh-CN" altLang="en-US" b="1" dirty="0"/>
              <a:t>调度，也无法得到</a:t>
            </a:r>
            <a:r>
              <a:rPr lang="en-US" altLang="zh-CN" b="1" dirty="0"/>
              <a:t>CPU</a:t>
            </a:r>
            <a:r>
              <a:rPr lang="zh-CN" altLang="en-US" b="1" dirty="0"/>
              <a:t>的运行。</a:t>
            </a:r>
            <a:endParaRPr lang="zh-CN" altLang="en-US" b="1" dirty="0" smtClean="0">
              <a:solidFill>
                <a:srgbClr val="C00000"/>
              </a:solidFill>
            </a:endParaRPr>
          </a:p>
        </p:txBody>
      </p:sp>
      <p:sp>
        <p:nvSpPr>
          <p:cNvPr id="23" name="矩形 22"/>
          <p:cNvSpPr/>
          <p:nvPr/>
        </p:nvSpPr>
        <p:spPr>
          <a:xfrm>
            <a:off x="2195736" y="1789672"/>
            <a:ext cx="1584176" cy="3096344"/>
          </a:xfrm>
          <a:prstGeom prst="rect">
            <a:avLst/>
          </a:prstGeom>
          <a:solidFill>
            <a:schemeClr val="accent4">
              <a:lumMod val="20000"/>
              <a:lumOff val="80000"/>
            </a:schemeClr>
          </a:solidFill>
          <a:ln>
            <a:solidFill>
              <a:schemeClr val="accent4">
                <a:lumMod val="75000"/>
              </a:schemeClr>
            </a:solidFill>
          </a:ln>
        </p:spPr>
        <p:style>
          <a:lnRef idx="2">
            <a:schemeClr val="accent5"/>
          </a:lnRef>
          <a:fillRef idx="1">
            <a:schemeClr val="lt1"/>
          </a:fillRef>
          <a:effectRef idx="0">
            <a:schemeClr val="accent5"/>
          </a:effectRef>
          <a:fontRef idx="minor">
            <a:schemeClr val="dk1"/>
          </a:fontRef>
        </p:style>
        <p:txBody>
          <a:bodyPr rtlCol="0" anchor="t"/>
          <a:lstStyle/>
          <a:p>
            <a:pPr>
              <a:lnSpc>
                <a:spcPct val="125000"/>
              </a:lnSpc>
            </a:pPr>
            <a:r>
              <a:rPr lang="zh-CN" altLang="en-US" b="1" dirty="0"/>
              <a:t>任务具备了运行的条件</a:t>
            </a:r>
            <a:r>
              <a:rPr lang="zh-CN" altLang="en-US" b="1" dirty="0" smtClean="0"/>
              <a:t>，并</a:t>
            </a:r>
            <a:r>
              <a:rPr lang="zh-CN" altLang="en-US" b="1" dirty="0"/>
              <a:t>根据任务的优先级在系统的就绪表中排队，等待获得</a:t>
            </a:r>
            <a:r>
              <a:rPr lang="en-US" altLang="zh-CN" b="1" dirty="0"/>
              <a:t>CPU</a:t>
            </a:r>
            <a:r>
              <a:rPr lang="zh-CN" altLang="en-US" b="1" dirty="0"/>
              <a:t>的使用权。</a:t>
            </a:r>
            <a:endParaRPr lang="zh-CN" altLang="en-US" b="1" dirty="0" smtClean="0">
              <a:solidFill>
                <a:srgbClr val="C00000"/>
              </a:solidFill>
            </a:endParaRPr>
          </a:p>
        </p:txBody>
      </p:sp>
      <p:sp>
        <p:nvSpPr>
          <p:cNvPr id="3" name="矩形 2"/>
          <p:cNvSpPr/>
          <p:nvPr/>
        </p:nvSpPr>
        <p:spPr>
          <a:xfrm>
            <a:off x="4403474" y="406932"/>
            <a:ext cx="2209259" cy="369332"/>
          </a:xfrm>
          <a:prstGeom prst="rect">
            <a:avLst/>
          </a:prstGeom>
        </p:spPr>
        <p:txBody>
          <a:bodyPr wrap="none">
            <a:spAutoFit/>
          </a:bodyPr>
          <a:lstStyle/>
          <a:p>
            <a:r>
              <a:rPr lang="en-US" altLang="zh-CN" b="1" dirty="0" err="1">
                <a:solidFill>
                  <a:srgbClr val="C00000"/>
                </a:solidFill>
              </a:rPr>
              <a:t>uC</a:t>
            </a:r>
            <a:r>
              <a:rPr lang="en-US" altLang="zh-CN" b="1" dirty="0">
                <a:solidFill>
                  <a:srgbClr val="C00000"/>
                </a:solidFill>
              </a:rPr>
              <a:t>/OS-III</a:t>
            </a:r>
            <a:r>
              <a:rPr lang="zh-CN" altLang="zh-CN" b="1" dirty="0">
                <a:solidFill>
                  <a:srgbClr val="C00000"/>
                </a:solidFill>
              </a:rPr>
              <a:t>任务的状态</a:t>
            </a:r>
            <a:endParaRPr lang="zh-CN" altLang="en-US" dirty="0">
              <a:solidFill>
                <a:srgbClr val="C00000"/>
              </a:solidFill>
            </a:endParaRPr>
          </a:p>
        </p:txBody>
      </p:sp>
    </p:spTree>
    <p:extLst>
      <p:ext uri="{BB962C8B-B14F-4D97-AF65-F5344CB8AC3E}">
        <p14:creationId xmlns:p14="http://schemas.microsoft.com/office/powerpoint/2010/main" val="9671100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22" name="矩形 21"/>
          <p:cNvSpPr/>
          <p:nvPr/>
        </p:nvSpPr>
        <p:spPr>
          <a:xfrm>
            <a:off x="827584" y="1131590"/>
            <a:ext cx="2600597" cy="3600400"/>
          </a:xfrm>
          <a:prstGeom prst="rect">
            <a:avLst/>
          </a:prstGeom>
          <a:solidFill>
            <a:schemeClr val="tx2">
              <a:lumMod val="20000"/>
              <a:lumOff val="80000"/>
            </a:schemeClr>
          </a:solidFill>
          <a:ln>
            <a:solidFill>
              <a:schemeClr val="tx2">
                <a:lumMod val="75000"/>
              </a:schemeClr>
            </a:solidFill>
          </a:ln>
        </p:spPr>
        <p:style>
          <a:lnRef idx="2">
            <a:schemeClr val="accent5"/>
          </a:lnRef>
          <a:fillRef idx="1">
            <a:schemeClr val="lt1"/>
          </a:fillRef>
          <a:effectRef idx="0">
            <a:schemeClr val="accent5"/>
          </a:effectRef>
          <a:fontRef idx="minor">
            <a:schemeClr val="dk1"/>
          </a:fontRef>
        </p:style>
        <p:txBody>
          <a:bodyPr rtlCol="0" anchor="t"/>
          <a:lstStyle/>
          <a:p>
            <a:pPr>
              <a:lnSpc>
                <a:spcPct val="125000"/>
              </a:lnSpc>
            </a:pPr>
            <a:r>
              <a:rPr lang="zh-CN" altLang="en-US" b="1" dirty="0" smtClean="0"/>
              <a:t>      任务</a:t>
            </a:r>
            <a:r>
              <a:rPr lang="zh-CN" altLang="en-US" b="1" dirty="0"/>
              <a:t>就是程序实体，</a:t>
            </a:r>
            <a:r>
              <a:rPr lang="en-US" altLang="zh-CN" b="1" dirty="0" err="1"/>
              <a:t>uC</a:t>
            </a:r>
            <a:r>
              <a:rPr lang="en-US" altLang="zh-CN" b="1" dirty="0"/>
              <a:t>/OS-III</a:t>
            </a:r>
            <a:r>
              <a:rPr lang="zh-CN" altLang="en-US" b="1" dirty="0"/>
              <a:t>通过管理和调度这些任务来实现应用程序功能</a:t>
            </a:r>
            <a:r>
              <a:rPr lang="zh-CN" altLang="en-US" b="1" dirty="0" smtClean="0"/>
              <a:t>。</a:t>
            </a:r>
            <a:endParaRPr lang="en-US" altLang="zh-CN" b="1" dirty="0" smtClean="0"/>
          </a:p>
          <a:p>
            <a:pPr>
              <a:lnSpc>
                <a:spcPct val="125000"/>
              </a:lnSpc>
            </a:pPr>
            <a:r>
              <a:rPr lang="en-US" altLang="zh-CN" b="1" dirty="0"/>
              <a:t> </a:t>
            </a:r>
            <a:r>
              <a:rPr lang="en-US" altLang="zh-CN" b="1" dirty="0" smtClean="0"/>
              <a:t>    </a:t>
            </a:r>
            <a:r>
              <a:rPr lang="zh-CN" altLang="en-US" b="1" dirty="0" smtClean="0"/>
              <a:t>任务</a:t>
            </a:r>
            <a:r>
              <a:rPr lang="zh-CN" altLang="en-US" b="1" dirty="0"/>
              <a:t>可看作是一个简单的程序，每个任务被赋予一定的优先级</a:t>
            </a:r>
            <a:r>
              <a:rPr lang="zh-CN" altLang="en-US" b="1" dirty="0" smtClean="0"/>
              <a:t>，有对应的</a:t>
            </a:r>
            <a:r>
              <a:rPr lang="en-US" altLang="zh-CN" b="1" dirty="0" smtClean="0"/>
              <a:t>CPU</a:t>
            </a:r>
            <a:r>
              <a:rPr lang="zh-CN" altLang="en-US" b="1" dirty="0"/>
              <a:t>寄存器</a:t>
            </a:r>
            <a:r>
              <a:rPr lang="zh-CN" altLang="en-US" b="1" dirty="0" smtClean="0"/>
              <a:t>和堆栈</a:t>
            </a:r>
            <a:r>
              <a:rPr lang="zh-CN" altLang="en-US" b="1" dirty="0"/>
              <a:t>空间，以保证任务运行所需的系统资源。</a:t>
            </a:r>
            <a:endParaRPr lang="zh-CN" altLang="en-US" b="1" dirty="0" smtClean="0">
              <a:solidFill>
                <a:srgbClr val="C00000"/>
              </a:solidFill>
            </a:endParaRPr>
          </a:p>
        </p:txBody>
      </p:sp>
      <p:sp>
        <p:nvSpPr>
          <p:cNvPr id="3" name="矩形 2"/>
          <p:cNvSpPr/>
          <p:nvPr/>
        </p:nvSpPr>
        <p:spPr>
          <a:xfrm>
            <a:off x="5148064" y="861367"/>
            <a:ext cx="2209259" cy="369332"/>
          </a:xfrm>
          <a:prstGeom prst="rect">
            <a:avLst/>
          </a:prstGeom>
        </p:spPr>
        <p:txBody>
          <a:bodyPr wrap="none">
            <a:spAutoFit/>
          </a:bodyPr>
          <a:lstStyle/>
          <a:p>
            <a:r>
              <a:rPr lang="en-US" altLang="zh-CN" b="1" dirty="0" err="1">
                <a:solidFill>
                  <a:srgbClr val="C00000"/>
                </a:solidFill>
              </a:rPr>
              <a:t>uC</a:t>
            </a:r>
            <a:r>
              <a:rPr lang="en-US" altLang="zh-CN" b="1" dirty="0">
                <a:solidFill>
                  <a:srgbClr val="C00000"/>
                </a:solidFill>
              </a:rPr>
              <a:t>/OS-III</a:t>
            </a:r>
            <a:r>
              <a:rPr lang="zh-CN" altLang="zh-CN" b="1" dirty="0">
                <a:solidFill>
                  <a:srgbClr val="C00000"/>
                </a:solidFill>
              </a:rPr>
              <a:t>任务的组成</a:t>
            </a:r>
            <a:endParaRPr lang="zh-CN" altLang="en-US" dirty="0">
              <a:solidFill>
                <a:srgbClr val="C00000"/>
              </a:solidFill>
            </a:endParaRPr>
          </a:p>
        </p:txBody>
      </p:sp>
      <p:graphicFrame>
        <p:nvGraphicFramePr>
          <p:cNvPr id="6" name="图示 5"/>
          <p:cNvGraphicFramePr/>
          <p:nvPr>
            <p:extLst>
              <p:ext uri="{D42A27DB-BD31-4B8C-83A1-F6EECF244321}">
                <p14:modId xmlns:p14="http://schemas.microsoft.com/office/powerpoint/2010/main" val="1146428835"/>
              </p:ext>
            </p:extLst>
          </p:nvPr>
        </p:nvGraphicFramePr>
        <p:xfrm>
          <a:off x="3995936" y="1098438"/>
          <a:ext cx="4536504" cy="35283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29104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1346844" cy="369332"/>
          </a:xfrm>
          <a:prstGeom prst="rect">
            <a:avLst/>
          </a:prstGeom>
        </p:spPr>
        <p:txBody>
          <a:bodyPr wrap="none">
            <a:spAutoFit/>
          </a:bodyPr>
          <a:lstStyle/>
          <a:p>
            <a:r>
              <a:rPr lang="zh-CN" altLang="en-US" b="1" dirty="0">
                <a:solidFill>
                  <a:srgbClr val="C00000"/>
                </a:solidFill>
              </a:rPr>
              <a:t>任务控制块</a:t>
            </a:r>
            <a:endParaRPr lang="zh-CN" altLang="en-US" dirty="0">
              <a:solidFill>
                <a:srgbClr val="C00000"/>
              </a:solidFill>
            </a:endParaRPr>
          </a:p>
        </p:txBody>
      </p:sp>
      <p:grpSp>
        <p:nvGrpSpPr>
          <p:cNvPr id="9" name="Group 36"/>
          <p:cNvGrpSpPr/>
          <p:nvPr/>
        </p:nvGrpSpPr>
        <p:grpSpPr>
          <a:xfrm>
            <a:off x="785565" y="1278038"/>
            <a:ext cx="531759" cy="526894"/>
            <a:chOff x="2438400" y="1455513"/>
            <a:chExt cx="638468" cy="632627"/>
          </a:xfrm>
        </p:grpSpPr>
        <p:sp>
          <p:nvSpPr>
            <p:cNvPr id="13" name="Oval 37"/>
            <p:cNvSpPr/>
            <p:nvPr/>
          </p:nvSpPr>
          <p:spPr>
            <a:xfrm rot="18900000">
              <a:off x="2438400" y="1455513"/>
              <a:ext cx="638468" cy="632627"/>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14" name="Group 38"/>
            <p:cNvGrpSpPr/>
            <p:nvPr/>
          </p:nvGrpSpPr>
          <p:grpSpPr>
            <a:xfrm>
              <a:off x="2588327" y="1602519"/>
              <a:ext cx="338614" cy="338615"/>
              <a:chOff x="3959226" y="841373"/>
              <a:chExt cx="273050" cy="266701"/>
            </a:xfrm>
            <a:solidFill>
              <a:schemeClr val="bg1"/>
            </a:solidFill>
          </p:grpSpPr>
          <p:sp>
            <p:nvSpPr>
              <p:cNvPr id="15" name="Freeform: Shape 39"/>
              <p:cNvSpPr>
                <a:spLocks/>
              </p:cNvSpPr>
              <p:nvPr/>
            </p:nvSpPr>
            <p:spPr bwMode="auto">
              <a:xfrm>
                <a:off x="3978276" y="841373"/>
                <a:ext cx="238125" cy="74613"/>
              </a:xfrm>
              <a:custGeom>
                <a:avLst/>
                <a:gdLst/>
                <a:ahLst/>
                <a:cxnLst>
                  <a:cxn ang="0">
                    <a:pos x="101" y="30"/>
                  </a:cxn>
                  <a:cxn ang="0">
                    <a:pos x="96" y="32"/>
                  </a:cxn>
                  <a:cxn ang="0">
                    <a:pos x="55" y="13"/>
                  </a:cxn>
                  <a:cxn ang="0">
                    <a:pos x="49" y="13"/>
                  </a:cxn>
                  <a:cxn ang="0">
                    <a:pos x="7" y="32"/>
                  </a:cxn>
                  <a:cxn ang="0">
                    <a:pos x="2" y="30"/>
                  </a:cxn>
                  <a:cxn ang="0">
                    <a:pos x="1" y="26"/>
                  </a:cxn>
                  <a:cxn ang="0">
                    <a:pos x="2" y="21"/>
                  </a:cxn>
                  <a:cxn ang="0">
                    <a:pos x="49" y="0"/>
                  </a:cxn>
                  <a:cxn ang="0">
                    <a:pos x="55" y="0"/>
                  </a:cxn>
                  <a:cxn ang="0">
                    <a:pos x="101" y="21"/>
                  </a:cxn>
                  <a:cxn ang="0">
                    <a:pos x="103" y="26"/>
                  </a:cxn>
                  <a:cxn ang="0">
                    <a:pos x="101" y="30"/>
                  </a:cxn>
                </a:cxnLst>
                <a:rect l="0" t="0" r="r" b="b"/>
                <a:pathLst>
                  <a:path w="104" h="32">
                    <a:moveTo>
                      <a:pt x="101" y="30"/>
                    </a:moveTo>
                    <a:cubicBezTo>
                      <a:pt x="100" y="32"/>
                      <a:pt x="98" y="32"/>
                      <a:pt x="96" y="32"/>
                    </a:cubicBezTo>
                    <a:cubicBezTo>
                      <a:pt x="55" y="13"/>
                      <a:pt x="55" y="13"/>
                      <a:pt x="55" y="13"/>
                    </a:cubicBezTo>
                    <a:cubicBezTo>
                      <a:pt x="53" y="12"/>
                      <a:pt x="50" y="12"/>
                      <a:pt x="49" y="13"/>
                    </a:cubicBezTo>
                    <a:cubicBezTo>
                      <a:pt x="7" y="32"/>
                      <a:pt x="7" y="32"/>
                      <a:pt x="7" y="32"/>
                    </a:cubicBezTo>
                    <a:cubicBezTo>
                      <a:pt x="5" y="32"/>
                      <a:pt x="3" y="32"/>
                      <a:pt x="2" y="30"/>
                    </a:cubicBezTo>
                    <a:cubicBezTo>
                      <a:pt x="1" y="26"/>
                      <a:pt x="1" y="26"/>
                      <a:pt x="1" y="26"/>
                    </a:cubicBezTo>
                    <a:cubicBezTo>
                      <a:pt x="0" y="24"/>
                      <a:pt x="1" y="22"/>
                      <a:pt x="2" y="21"/>
                    </a:cubicBezTo>
                    <a:cubicBezTo>
                      <a:pt x="49" y="0"/>
                      <a:pt x="49" y="0"/>
                      <a:pt x="49" y="0"/>
                    </a:cubicBezTo>
                    <a:cubicBezTo>
                      <a:pt x="50" y="0"/>
                      <a:pt x="53" y="0"/>
                      <a:pt x="55" y="0"/>
                    </a:cubicBezTo>
                    <a:cubicBezTo>
                      <a:pt x="101" y="21"/>
                      <a:pt x="101" y="21"/>
                      <a:pt x="101" y="21"/>
                    </a:cubicBezTo>
                    <a:cubicBezTo>
                      <a:pt x="103" y="22"/>
                      <a:pt x="104" y="24"/>
                      <a:pt x="103" y="26"/>
                    </a:cubicBezTo>
                    <a:lnTo>
                      <a:pt x="101" y="30"/>
                    </a:lnTo>
                    <a:close/>
                  </a:path>
                </a:pathLst>
              </a:custGeom>
              <a:grpFill/>
              <a:ln w="9525">
                <a:noFill/>
                <a:round/>
                <a:headEnd/>
                <a:tailEnd/>
              </a:ln>
            </p:spPr>
            <p:txBody>
              <a:bodyPr anchor="ctr"/>
              <a:lstStyle/>
              <a:p>
                <a:pPr algn="ctr"/>
                <a:endParaRPr>
                  <a:cs typeface="+mn-ea"/>
                  <a:sym typeface="+mn-lt"/>
                </a:endParaRPr>
              </a:p>
            </p:txBody>
          </p:sp>
          <p:sp>
            <p:nvSpPr>
              <p:cNvPr id="16" name="Freeform: Shape 40"/>
              <p:cNvSpPr>
                <a:spLocks/>
              </p:cNvSpPr>
              <p:nvPr/>
            </p:nvSpPr>
            <p:spPr bwMode="auto">
              <a:xfrm>
                <a:off x="4008438" y="928686"/>
                <a:ext cx="31750" cy="96838"/>
              </a:xfrm>
              <a:custGeom>
                <a:avLst/>
                <a:gdLst/>
                <a:ahLst/>
                <a:cxnLst>
                  <a:cxn ang="0">
                    <a:pos x="14" y="39"/>
                  </a:cxn>
                  <a:cxn ang="0">
                    <a:pos x="11" y="42"/>
                  </a:cxn>
                  <a:cxn ang="0">
                    <a:pos x="3" y="42"/>
                  </a:cxn>
                  <a:cxn ang="0">
                    <a:pos x="0" y="39"/>
                  </a:cxn>
                  <a:cxn ang="0">
                    <a:pos x="0" y="3"/>
                  </a:cxn>
                  <a:cxn ang="0">
                    <a:pos x="3" y="0"/>
                  </a:cxn>
                  <a:cxn ang="0">
                    <a:pos x="11" y="0"/>
                  </a:cxn>
                  <a:cxn ang="0">
                    <a:pos x="14" y="3"/>
                  </a:cxn>
                  <a:cxn ang="0">
                    <a:pos x="14" y="39"/>
                  </a:cxn>
                </a:cxnLst>
                <a:rect l="0" t="0" r="r" b="b"/>
                <a:pathLst>
                  <a:path w="14" h="42">
                    <a:moveTo>
                      <a:pt x="14" y="39"/>
                    </a:moveTo>
                    <a:cubicBezTo>
                      <a:pt x="14" y="41"/>
                      <a:pt x="12" y="42"/>
                      <a:pt x="11" y="42"/>
                    </a:cubicBezTo>
                    <a:cubicBezTo>
                      <a:pt x="3" y="42"/>
                      <a:pt x="3" y="42"/>
                      <a:pt x="3" y="42"/>
                    </a:cubicBezTo>
                    <a:cubicBezTo>
                      <a:pt x="1" y="42"/>
                      <a:pt x="0" y="41"/>
                      <a:pt x="0" y="39"/>
                    </a:cubicBezTo>
                    <a:cubicBezTo>
                      <a:pt x="0" y="3"/>
                      <a:pt x="0" y="3"/>
                      <a:pt x="0" y="3"/>
                    </a:cubicBezTo>
                    <a:cubicBezTo>
                      <a:pt x="0" y="2"/>
                      <a:pt x="1" y="0"/>
                      <a:pt x="3" y="0"/>
                    </a:cubicBezTo>
                    <a:cubicBezTo>
                      <a:pt x="11" y="0"/>
                      <a:pt x="11" y="0"/>
                      <a:pt x="11" y="0"/>
                    </a:cubicBezTo>
                    <a:cubicBezTo>
                      <a:pt x="12" y="0"/>
                      <a:pt x="14" y="2"/>
                      <a:pt x="14" y="3"/>
                    </a:cubicBezTo>
                    <a:lnTo>
                      <a:pt x="14" y="39"/>
                    </a:lnTo>
                    <a:close/>
                  </a:path>
                </a:pathLst>
              </a:custGeom>
              <a:grpFill/>
              <a:ln w="9525">
                <a:noFill/>
                <a:round/>
                <a:headEnd/>
                <a:tailEnd/>
              </a:ln>
            </p:spPr>
            <p:txBody>
              <a:bodyPr anchor="ctr"/>
              <a:lstStyle/>
              <a:p>
                <a:pPr algn="ctr"/>
                <a:endParaRPr>
                  <a:cs typeface="+mn-ea"/>
                  <a:sym typeface="+mn-lt"/>
                </a:endParaRPr>
              </a:p>
            </p:txBody>
          </p:sp>
          <p:sp>
            <p:nvSpPr>
              <p:cNvPr id="17" name="Freeform: Shape 41"/>
              <p:cNvSpPr>
                <a:spLocks/>
              </p:cNvSpPr>
              <p:nvPr/>
            </p:nvSpPr>
            <p:spPr bwMode="auto">
              <a:xfrm>
                <a:off x="4081463" y="928686"/>
                <a:ext cx="31750" cy="96838"/>
              </a:xfrm>
              <a:custGeom>
                <a:avLst/>
                <a:gdLst/>
                <a:ahLst/>
                <a:cxnLst>
                  <a:cxn ang="0">
                    <a:pos x="14" y="39"/>
                  </a:cxn>
                  <a:cxn ang="0">
                    <a:pos x="11" y="42"/>
                  </a:cxn>
                  <a:cxn ang="0">
                    <a:pos x="3" y="42"/>
                  </a:cxn>
                  <a:cxn ang="0">
                    <a:pos x="0" y="39"/>
                  </a:cxn>
                  <a:cxn ang="0">
                    <a:pos x="0" y="3"/>
                  </a:cxn>
                  <a:cxn ang="0">
                    <a:pos x="3" y="0"/>
                  </a:cxn>
                  <a:cxn ang="0">
                    <a:pos x="11" y="0"/>
                  </a:cxn>
                  <a:cxn ang="0">
                    <a:pos x="14" y="3"/>
                  </a:cxn>
                  <a:cxn ang="0">
                    <a:pos x="14" y="39"/>
                  </a:cxn>
                </a:cxnLst>
                <a:rect l="0" t="0" r="r" b="b"/>
                <a:pathLst>
                  <a:path w="14" h="42">
                    <a:moveTo>
                      <a:pt x="14" y="39"/>
                    </a:moveTo>
                    <a:cubicBezTo>
                      <a:pt x="14" y="41"/>
                      <a:pt x="12" y="42"/>
                      <a:pt x="11" y="42"/>
                    </a:cubicBezTo>
                    <a:cubicBezTo>
                      <a:pt x="3" y="42"/>
                      <a:pt x="3" y="42"/>
                      <a:pt x="3" y="42"/>
                    </a:cubicBezTo>
                    <a:cubicBezTo>
                      <a:pt x="1" y="42"/>
                      <a:pt x="0" y="41"/>
                      <a:pt x="0" y="39"/>
                    </a:cubicBezTo>
                    <a:cubicBezTo>
                      <a:pt x="0" y="3"/>
                      <a:pt x="0" y="3"/>
                      <a:pt x="0" y="3"/>
                    </a:cubicBezTo>
                    <a:cubicBezTo>
                      <a:pt x="0" y="2"/>
                      <a:pt x="1" y="0"/>
                      <a:pt x="3" y="0"/>
                    </a:cubicBezTo>
                    <a:cubicBezTo>
                      <a:pt x="11" y="0"/>
                      <a:pt x="11" y="0"/>
                      <a:pt x="11" y="0"/>
                    </a:cubicBezTo>
                    <a:cubicBezTo>
                      <a:pt x="12" y="0"/>
                      <a:pt x="14" y="2"/>
                      <a:pt x="14" y="3"/>
                    </a:cubicBezTo>
                    <a:lnTo>
                      <a:pt x="14" y="39"/>
                    </a:lnTo>
                    <a:close/>
                  </a:path>
                </a:pathLst>
              </a:custGeom>
              <a:grpFill/>
              <a:ln w="9525">
                <a:noFill/>
                <a:round/>
                <a:headEnd/>
                <a:tailEnd/>
              </a:ln>
            </p:spPr>
            <p:txBody>
              <a:bodyPr anchor="ctr"/>
              <a:lstStyle/>
              <a:p>
                <a:pPr algn="ctr"/>
                <a:endParaRPr>
                  <a:cs typeface="+mn-ea"/>
                  <a:sym typeface="+mn-lt"/>
                </a:endParaRPr>
              </a:p>
            </p:txBody>
          </p:sp>
          <p:sp>
            <p:nvSpPr>
              <p:cNvPr id="18" name="Freeform: Shape 42"/>
              <p:cNvSpPr>
                <a:spLocks/>
              </p:cNvSpPr>
              <p:nvPr/>
            </p:nvSpPr>
            <p:spPr bwMode="auto">
              <a:xfrm>
                <a:off x="4154488" y="928686"/>
                <a:ext cx="30163" cy="96838"/>
              </a:xfrm>
              <a:custGeom>
                <a:avLst/>
                <a:gdLst/>
                <a:ahLst/>
                <a:cxnLst>
                  <a:cxn ang="0">
                    <a:pos x="13" y="39"/>
                  </a:cxn>
                  <a:cxn ang="0">
                    <a:pos x="11" y="42"/>
                  </a:cxn>
                  <a:cxn ang="0">
                    <a:pos x="3" y="42"/>
                  </a:cxn>
                  <a:cxn ang="0">
                    <a:pos x="0" y="39"/>
                  </a:cxn>
                  <a:cxn ang="0">
                    <a:pos x="0" y="3"/>
                  </a:cxn>
                  <a:cxn ang="0">
                    <a:pos x="3" y="0"/>
                  </a:cxn>
                  <a:cxn ang="0">
                    <a:pos x="11" y="0"/>
                  </a:cxn>
                  <a:cxn ang="0">
                    <a:pos x="13" y="3"/>
                  </a:cxn>
                  <a:cxn ang="0">
                    <a:pos x="13" y="39"/>
                  </a:cxn>
                </a:cxnLst>
                <a:rect l="0" t="0" r="r" b="b"/>
                <a:pathLst>
                  <a:path w="13" h="42">
                    <a:moveTo>
                      <a:pt x="13" y="39"/>
                    </a:moveTo>
                    <a:cubicBezTo>
                      <a:pt x="13" y="41"/>
                      <a:pt x="12" y="42"/>
                      <a:pt x="11" y="42"/>
                    </a:cubicBezTo>
                    <a:cubicBezTo>
                      <a:pt x="3" y="42"/>
                      <a:pt x="3" y="42"/>
                      <a:pt x="3" y="42"/>
                    </a:cubicBezTo>
                    <a:cubicBezTo>
                      <a:pt x="1" y="42"/>
                      <a:pt x="0" y="41"/>
                      <a:pt x="0" y="39"/>
                    </a:cubicBezTo>
                    <a:cubicBezTo>
                      <a:pt x="0" y="3"/>
                      <a:pt x="0" y="3"/>
                      <a:pt x="0" y="3"/>
                    </a:cubicBezTo>
                    <a:cubicBezTo>
                      <a:pt x="0" y="2"/>
                      <a:pt x="1" y="0"/>
                      <a:pt x="3" y="0"/>
                    </a:cubicBezTo>
                    <a:cubicBezTo>
                      <a:pt x="11" y="0"/>
                      <a:pt x="11" y="0"/>
                      <a:pt x="11" y="0"/>
                    </a:cubicBezTo>
                    <a:cubicBezTo>
                      <a:pt x="12" y="0"/>
                      <a:pt x="13" y="2"/>
                      <a:pt x="13" y="3"/>
                    </a:cubicBezTo>
                    <a:lnTo>
                      <a:pt x="13" y="39"/>
                    </a:lnTo>
                    <a:close/>
                  </a:path>
                </a:pathLst>
              </a:custGeom>
              <a:grpFill/>
              <a:ln w="9525">
                <a:noFill/>
                <a:round/>
                <a:headEnd/>
                <a:tailEnd/>
              </a:ln>
            </p:spPr>
            <p:txBody>
              <a:bodyPr anchor="ctr"/>
              <a:lstStyle/>
              <a:p>
                <a:pPr algn="ctr"/>
                <a:endParaRPr>
                  <a:cs typeface="+mn-ea"/>
                  <a:sym typeface="+mn-lt"/>
                </a:endParaRPr>
              </a:p>
            </p:txBody>
          </p:sp>
          <p:sp>
            <p:nvSpPr>
              <p:cNvPr id="19" name="Freeform: Shape 43"/>
              <p:cNvSpPr>
                <a:spLocks/>
              </p:cNvSpPr>
              <p:nvPr/>
            </p:nvSpPr>
            <p:spPr bwMode="auto">
              <a:xfrm>
                <a:off x="3978276" y="1046161"/>
                <a:ext cx="236538" cy="22225"/>
              </a:xfrm>
              <a:custGeom>
                <a:avLst/>
                <a:gdLst/>
                <a:ahLst/>
                <a:cxnLst>
                  <a:cxn ang="0">
                    <a:pos x="103" y="7"/>
                  </a:cxn>
                  <a:cxn ang="0">
                    <a:pos x="100" y="10"/>
                  </a:cxn>
                  <a:cxn ang="0">
                    <a:pos x="4" y="10"/>
                  </a:cxn>
                  <a:cxn ang="0">
                    <a:pos x="0" y="7"/>
                  </a:cxn>
                  <a:cxn ang="0">
                    <a:pos x="0" y="3"/>
                  </a:cxn>
                  <a:cxn ang="0">
                    <a:pos x="4" y="0"/>
                  </a:cxn>
                  <a:cxn ang="0">
                    <a:pos x="100" y="0"/>
                  </a:cxn>
                  <a:cxn ang="0">
                    <a:pos x="103" y="3"/>
                  </a:cxn>
                  <a:cxn ang="0">
                    <a:pos x="103" y="7"/>
                  </a:cxn>
                </a:cxnLst>
                <a:rect l="0" t="0" r="r" b="b"/>
                <a:pathLst>
                  <a:path w="103" h="10">
                    <a:moveTo>
                      <a:pt x="103" y="7"/>
                    </a:moveTo>
                    <a:cubicBezTo>
                      <a:pt x="103" y="9"/>
                      <a:pt x="102" y="10"/>
                      <a:pt x="100" y="10"/>
                    </a:cubicBezTo>
                    <a:cubicBezTo>
                      <a:pt x="4" y="10"/>
                      <a:pt x="4" y="10"/>
                      <a:pt x="4" y="10"/>
                    </a:cubicBezTo>
                    <a:cubicBezTo>
                      <a:pt x="2" y="10"/>
                      <a:pt x="0" y="9"/>
                      <a:pt x="0" y="7"/>
                    </a:cubicBezTo>
                    <a:cubicBezTo>
                      <a:pt x="0" y="3"/>
                      <a:pt x="0" y="3"/>
                      <a:pt x="0" y="3"/>
                    </a:cubicBezTo>
                    <a:cubicBezTo>
                      <a:pt x="0" y="1"/>
                      <a:pt x="2" y="0"/>
                      <a:pt x="4" y="0"/>
                    </a:cubicBezTo>
                    <a:cubicBezTo>
                      <a:pt x="100" y="0"/>
                      <a:pt x="100" y="0"/>
                      <a:pt x="100" y="0"/>
                    </a:cubicBezTo>
                    <a:cubicBezTo>
                      <a:pt x="102" y="0"/>
                      <a:pt x="103" y="1"/>
                      <a:pt x="103" y="3"/>
                    </a:cubicBezTo>
                    <a:lnTo>
                      <a:pt x="103" y="7"/>
                    </a:lnTo>
                    <a:close/>
                  </a:path>
                </a:pathLst>
              </a:custGeom>
              <a:grpFill/>
              <a:ln w="9525">
                <a:noFill/>
                <a:round/>
                <a:headEnd/>
                <a:tailEnd/>
              </a:ln>
            </p:spPr>
            <p:txBody>
              <a:bodyPr anchor="ctr"/>
              <a:lstStyle/>
              <a:p>
                <a:pPr algn="ctr"/>
                <a:endParaRPr>
                  <a:cs typeface="+mn-ea"/>
                  <a:sym typeface="+mn-lt"/>
                </a:endParaRPr>
              </a:p>
            </p:txBody>
          </p:sp>
          <p:sp>
            <p:nvSpPr>
              <p:cNvPr id="20" name="Freeform: Shape 44"/>
              <p:cNvSpPr>
                <a:spLocks/>
              </p:cNvSpPr>
              <p:nvPr/>
            </p:nvSpPr>
            <p:spPr bwMode="auto">
              <a:xfrm>
                <a:off x="3959226" y="1082674"/>
                <a:ext cx="273050" cy="25400"/>
              </a:xfrm>
              <a:custGeom>
                <a:avLst/>
                <a:gdLst/>
                <a:ahLst/>
                <a:cxnLst>
                  <a:cxn ang="0">
                    <a:pos x="119" y="8"/>
                  </a:cxn>
                  <a:cxn ang="0">
                    <a:pos x="116" y="11"/>
                  </a:cxn>
                  <a:cxn ang="0">
                    <a:pos x="4" y="11"/>
                  </a:cxn>
                  <a:cxn ang="0">
                    <a:pos x="0" y="8"/>
                  </a:cxn>
                  <a:cxn ang="0">
                    <a:pos x="0" y="4"/>
                  </a:cxn>
                  <a:cxn ang="0">
                    <a:pos x="4" y="0"/>
                  </a:cxn>
                  <a:cxn ang="0">
                    <a:pos x="116" y="0"/>
                  </a:cxn>
                  <a:cxn ang="0">
                    <a:pos x="119" y="4"/>
                  </a:cxn>
                  <a:cxn ang="0">
                    <a:pos x="119" y="8"/>
                  </a:cxn>
                </a:cxnLst>
                <a:rect l="0" t="0" r="r" b="b"/>
                <a:pathLst>
                  <a:path w="119" h="11">
                    <a:moveTo>
                      <a:pt x="119" y="8"/>
                    </a:moveTo>
                    <a:cubicBezTo>
                      <a:pt x="119" y="9"/>
                      <a:pt x="117" y="11"/>
                      <a:pt x="116" y="11"/>
                    </a:cubicBezTo>
                    <a:cubicBezTo>
                      <a:pt x="4" y="11"/>
                      <a:pt x="4" y="11"/>
                      <a:pt x="4" y="11"/>
                    </a:cubicBezTo>
                    <a:cubicBezTo>
                      <a:pt x="2" y="11"/>
                      <a:pt x="0" y="9"/>
                      <a:pt x="0" y="8"/>
                    </a:cubicBezTo>
                    <a:cubicBezTo>
                      <a:pt x="0" y="4"/>
                      <a:pt x="0" y="4"/>
                      <a:pt x="0" y="4"/>
                    </a:cubicBezTo>
                    <a:cubicBezTo>
                      <a:pt x="0" y="2"/>
                      <a:pt x="2" y="0"/>
                      <a:pt x="4" y="0"/>
                    </a:cubicBezTo>
                    <a:cubicBezTo>
                      <a:pt x="116" y="0"/>
                      <a:pt x="116" y="0"/>
                      <a:pt x="116" y="0"/>
                    </a:cubicBezTo>
                    <a:cubicBezTo>
                      <a:pt x="117" y="0"/>
                      <a:pt x="119" y="2"/>
                      <a:pt x="119" y="4"/>
                    </a:cubicBezTo>
                    <a:lnTo>
                      <a:pt x="119" y="8"/>
                    </a:lnTo>
                    <a:close/>
                  </a:path>
                </a:pathLst>
              </a:custGeom>
              <a:grpFill/>
              <a:ln w="9525">
                <a:noFill/>
                <a:round/>
                <a:headEnd/>
                <a:tailEnd/>
              </a:ln>
            </p:spPr>
            <p:txBody>
              <a:bodyPr anchor="ctr"/>
              <a:lstStyle/>
              <a:p>
                <a:pPr algn="ctr"/>
                <a:endParaRPr>
                  <a:cs typeface="+mn-ea"/>
                  <a:sym typeface="+mn-lt"/>
                </a:endParaRPr>
              </a:p>
            </p:txBody>
          </p:sp>
        </p:grpSp>
      </p:grpSp>
      <p:grpSp>
        <p:nvGrpSpPr>
          <p:cNvPr id="23" name="Group 50"/>
          <p:cNvGrpSpPr/>
          <p:nvPr/>
        </p:nvGrpSpPr>
        <p:grpSpPr>
          <a:xfrm>
            <a:off x="785565" y="2618698"/>
            <a:ext cx="531759" cy="526894"/>
            <a:chOff x="2438400" y="2680880"/>
            <a:chExt cx="638468" cy="632627"/>
          </a:xfrm>
        </p:grpSpPr>
        <p:sp>
          <p:nvSpPr>
            <p:cNvPr id="27" name="Oval 51"/>
            <p:cNvSpPr/>
            <p:nvPr/>
          </p:nvSpPr>
          <p:spPr>
            <a:xfrm rot="18900000">
              <a:off x="2438400" y="2680880"/>
              <a:ext cx="638468" cy="632627"/>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28" name="Group 52"/>
            <p:cNvGrpSpPr/>
            <p:nvPr/>
          </p:nvGrpSpPr>
          <p:grpSpPr>
            <a:xfrm>
              <a:off x="2565879" y="2816091"/>
              <a:ext cx="383510" cy="362204"/>
              <a:chOff x="5530851" y="1866899"/>
              <a:chExt cx="285750" cy="269875"/>
            </a:xfrm>
            <a:solidFill>
              <a:schemeClr val="bg1"/>
            </a:solidFill>
          </p:grpSpPr>
          <p:sp>
            <p:nvSpPr>
              <p:cNvPr id="29" name="Oval 53"/>
              <p:cNvSpPr>
                <a:spLocks/>
              </p:cNvSpPr>
              <p:nvPr/>
            </p:nvSpPr>
            <p:spPr bwMode="auto">
              <a:xfrm>
                <a:off x="5661026" y="1912936"/>
                <a:ext cx="68263" cy="68263"/>
              </a:xfrm>
              <a:prstGeom prst="ellipse">
                <a:avLst/>
              </a:prstGeom>
              <a:grpFill/>
              <a:ln w="9525">
                <a:noFill/>
                <a:round/>
                <a:headEnd/>
                <a:tailEnd/>
              </a:ln>
            </p:spPr>
            <p:txBody>
              <a:bodyPr anchor="ctr"/>
              <a:lstStyle/>
              <a:p>
                <a:pPr algn="ctr"/>
                <a:endParaRPr>
                  <a:cs typeface="+mn-ea"/>
                  <a:sym typeface="+mn-lt"/>
                </a:endParaRPr>
              </a:p>
            </p:txBody>
          </p:sp>
          <p:sp>
            <p:nvSpPr>
              <p:cNvPr id="30" name="Freeform: Shape 54"/>
              <p:cNvSpPr>
                <a:spLocks/>
              </p:cNvSpPr>
              <p:nvPr/>
            </p:nvSpPr>
            <p:spPr bwMode="auto">
              <a:xfrm>
                <a:off x="5530851" y="1866899"/>
                <a:ext cx="285750" cy="269875"/>
              </a:xfrm>
              <a:custGeom>
                <a:avLst/>
                <a:gdLst/>
                <a:ahLst/>
                <a:cxnLst>
                  <a:cxn ang="0">
                    <a:pos x="100" y="75"/>
                  </a:cxn>
                  <a:cxn ang="0">
                    <a:pos x="97" y="77"/>
                  </a:cxn>
                  <a:cxn ang="0">
                    <a:pos x="96" y="77"/>
                  </a:cxn>
                  <a:cxn ang="0">
                    <a:pos x="90" y="57"/>
                  </a:cxn>
                  <a:cxn ang="0">
                    <a:pos x="84" y="53"/>
                  </a:cxn>
                  <a:cxn ang="0">
                    <a:pos x="82" y="53"/>
                  </a:cxn>
                  <a:cxn ang="0">
                    <a:pos x="60" y="53"/>
                  </a:cxn>
                  <a:cxn ang="0">
                    <a:pos x="55" y="57"/>
                  </a:cxn>
                  <a:cxn ang="0">
                    <a:pos x="48" y="76"/>
                  </a:cxn>
                  <a:cxn ang="0">
                    <a:pos x="47" y="76"/>
                  </a:cxn>
                  <a:cxn ang="0">
                    <a:pos x="46" y="75"/>
                  </a:cxn>
                  <a:cxn ang="0">
                    <a:pos x="46" y="20"/>
                  </a:cxn>
                  <a:cxn ang="0">
                    <a:pos x="73" y="9"/>
                  </a:cxn>
                  <a:cxn ang="0">
                    <a:pos x="100" y="20"/>
                  </a:cxn>
                  <a:cxn ang="0">
                    <a:pos x="111" y="48"/>
                  </a:cxn>
                  <a:cxn ang="0">
                    <a:pos x="100" y="75"/>
                  </a:cxn>
                  <a:cxn ang="0">
                    <a:pos x="78" y="78"/>
                  </a:cxn>
                  <a:cxn ang="0">
                    <a:pos x="73" y="83"/>
                  </a:cxn>
                  <a:cxn ang="0">
                    <a:pos x="71" y="83"/>
                  </a:cxn>
                  <a:cxn ang="0">
                    <a:pos x="66" y="78"/>
                  </a:cxn>
                  <a:cxn ang="0">
                    <a:pos x="66" y="76"/>
                  </a:cxn>
                  <a:cxn ang="0">
                    <a:pos x="68" y="63"/>
                  </a:cxn>
                  <a:cxn ang="0">
                    <a:pos x="68" y="60"/>
                  </a:cxn>
                  <a:cxn ang="0">
                    <a:pos x="69" y="59"/>
                  </a:cxn>
                  <a:cxn ang="0">
                    <a:pos x="75" y="59"/>
                  </a:cxn>
                  <a:cxn ang="0">
                    <a:pos x="76" y="60"/>
                  </a:cxn>
                  <a:cxn ang="0">
                    <a:pos x="76" y="63"/>
                  </a:cxn>
                  <a:cxn ang="0">
                    <a:pos x="79" y="76"/>
                  </a:cxn>
                  <a:cxn ang="0">
                    <a:pos x="78" y="78"/>
                  </a:cxn>
                  <a:cxn ang="0">
                    <a:pos x="106" y="14"/>
                  </a:cxn>
                  <a:cxn ang="0">
                    <a:pos x="73" y="0"/>
                  </a:cxn>
                  <a:cxn ang="0">
                    <a:pos x="39" y="14"/>
                  </a:cxn>
                  <a:cxn ang="0">
                    <a:pos x="25" y="42"/>
                  </a:cxn>
                  <a:cxn ang="0">
                    <a:pos x="32" y="71"/>
                  </a:cxn>
                  <a:cxn ang="0">
                    <a:pos x="31" y="76"/>
                  </a:cxn>
                  <a:cxn ang="0">
                    <a:pos x="6" y="101"/>
                  </a:cxn>
                  <a:cxn ang="0">
                    <a:pos x="4" y="115"/>
                  </a:cxn>
                  <a:cxn ang="0">
                    <a:pos x="5" y="116"/>
                  </a:cxn>
                  <a:cxn ang="0">
                    <a:pos x="10" y="118"/>
                  </a:cxn>
                  <a:cxn ang="0">
                    <a:pos x="19" y="114"/>
                  </a:cxn>
                  <a:cxn ang="0">
                    <a:pos x="44" y="89"/>
                  </a:cxn>
                  <a:cxn ang="0">
                    <a:pos x="44" y="89"/>
                  </a:cxn>
                  <a:cxn ang="0">
                    <a:pos x="47" y="88"/>
                  </a:cxn>
                  <a:cxn ang="0">
                    <a:pos x="49" y="88"/>
                  </a:cxn>
                  <a:cxn ang="0">
                    <a:pos x="54" y="91"/>
                  </a:cxn>
                  <a:cxn ang="0">
                    <a:pos x="57" y="92"/>
                  </a:cxn>
                  <a:cxn ang="0">
                    <a:pos x="61" y="94"/>
                  </a:cxn>
                  <a:cxn ang="0">
                    <a:pos x="73" y="95"/>
                  </a:cxn>
                  <a:cxn ang="0">
                    <a:pos x="88" y="93"/>
                  </a:cxn>
                  <a:cxn ang="0">
                    <a:pos x="90" y="92"/>
                  </a:cxn>
                  <a:cxn ang="0">
                    <a:pos x="100" y="87"/>
                  </a:cxn>
                  <a:cxn ang="0">
                    <a:pos x="106" y="81"/>
                  </a:cxn>
                  <a:cxn ang="0">
                    <a:pos x="106" y="14"/>
                  </a:cxn>
                </a:cxnLst>
                <a:rect l="0" t="0" r="r" b="b"/>
                <a:pathLst>
                  <a:path w="125" h="118">
                    <a:moveTo>
                      <a:pt x="100" y="75"/>
                    </a:moveTo>
                    <a:cubicBezTo>
                      <a:pt x="99" y="75"/>
                      <a:pt x="98" y="76"/>
                      <a:pt x="97" y="77"/>
                    </a:cubicBezTo>
                    <a:cubicBezTo>
                      <a:pt x="97" y="77"/>
                      <a:pt x="97" y="77"/>
                      <a:pt x="96" y="77"/>
                    </a:cubicBezTo>
                    <a:cubicBezTo>
                      <a:pt x="90" y="57"/>
                      <a:pt x="90" y="57"/>
                      <a:pt x="90" y="57"/>
                    </a:cubicBezTo>
                    <a:cubicBezTo>
                      <a:pt x="89" y="55"/>
                      <a:pt x="86" y="53"/>
                      <a:pt x="84" y="53"/>
                    </a:cubicBezTo>
                    <a:cubicBezTo>
                      <a:pt x="83" y="53"/>
                      <a:pt x="83" y="53"/>
                      <a:pt x="82" y="53"/>
                    </a:cubicBezTo>
                    <a:cubicBezTo>
                      <a:pt x="60" y="53"/>
                      <a:pt x="60" y="53"/>
                      <a:pt x="60" y="53"/>
                    </a:cubicBezTo>
                    <a:cubicBezTo>
                      <a:pt x="58" y="53"/>
                      <a:pt x="55" y="55"/>
                      <a:pt x="55" y="57"/>
                    </a:cubicBezTo>
                    <a:cubicBezTo>
                      <a:pt x="48" y="76"/>
                      <a:pt x="48" y="76"/>
                      <a:pt x="48" y="76"/>
                    </a:cubicBezTo>
                    <a:cubicBezTo>
                      <a:pt x="48" y="77"/>
                      <a:pt x="48" y="77"/>
                      <a:pt x="47" y="76"/>
                    </a:cubicBezTo>
                    <a:cubicBezTo>
                      <a:pt x="47" y="76"/>
                      <a:pt x="46" y="75"/>
                      <a:pt x="46" y="75"/>
                    </a:cubicBezTo>
                    <a:cubicBezTo>
                      <a:pt x="31" y="60"/>
                      <a:pt x="31" y="35"/>
                      <a:pt x="46" y="20"/>
                    </a:cubicBezTo>
                    <a:cubicBezTo>
                      <a:pt x="53" y="13"/>
                      <a:pt x="62" y="9"/>
                      <a:pt x="73" y="9"/>
                    </a:cubicBezTo>
                    <a:cubicBezTo>
                      <a:pt x="83" y="9"/>
                      <a:pt x="93" y="13"/>
                      <a:pt x="100" y="20"/>
                    </a:cubicBezTo>
                    <a:cubicBezTo>
                      <a:pt x="107" y="28"/>
                      <a:pt x="111" y="37"/>
                      <a:pt x="111" y="48"/>
                    </a:cubicBezTo>
                    <a:cubicBezTo>
                      <a:pt x="111" y="58"/>
                      <a:pt x="107" y="67"/>
                      <a:pt x="100" y="75"/>
                    </a:cubicBezTo>
                    <a:moveTo>
                      <a:pt x="78" y="78"/>
                    </a:moveTo>
                    <a:cubicBezTo>
                      <a:pt x="73" y="83"/>
                      <a:pt x="73" y="83"/>
                      <a:pt x="73" y="83"/>
                    </a:cubicBezTo>
                    <a:cubicBezTo>
                      <a:pt x="73" y="83"/>
                      <a:pt x="72" y="83"/>
                      <a:pt x="71" y="83"/>
                    </a:cubicBezTo>
                    <a:cubicBezTo>
                      <a:pt x="66" y="78"/>
                      <a:pt x="66" y="78"/>
                      <a:pt x="66" y="78"/>
                    </a:cubicBezTo>
                    <a:cubicBezTo>
                      <a:pt x="66" y="78"/>
                      <a:pt x="65" y="77"/>
                      <a:pt x="66" y="76"/>
                    </a:cubicBezTo>
                    <a:cubicBezTo>
                      <a:pt x="66" y="76"/>
                      <a:pt x="68" y="66"/>
                      <a:pt x="68" y="63"/>
                    </a:cubicBezTo>
                    <a:cubicBezTo>
                      <a:pt x="68" y="63"/>
                      <a:pt x="68" y="60"/>
                      <a:pt x="68" y="60"/>
                    </a:cubicBezTo>
                    <a:cubicBezTo>
                      <a:pt x="68" y="60"/>
                      <a:pt x="69" y="59"/>
                      <a:pt x="69" y="59"/>
                    </a:cubicBezTo>
                    <a:cubicBezTo>
                      <a:pt x="75" y="59"/>
                      <a:pt x="75" y="59"/>
                      <a:pt x="75" y="59"/>
                    </a:cubicBezTo>
                    <a:cubicBezTo>
                      <a:pt x="76" y="59"/>
                      <a:pt x="76" y="60"/>
                      <a:pt x="76" y="60"/>
                    </a:cubicBezTo>
                    <a:cubicBezTo>
                      <a:pt x="76" y="60"/>
                      <a:pt x="76" y="63"/>
                      <a:pt x="76" y="63"/>
                    </a:cubicBezTo>
                    <a:cubicBezTo>
                      <a:pt x="77" y="66"/>
                      <a:pt x="79" y="76"/>
                      <a:pt x="79" y="76"/>
                    </a:cubicBezTo>
                    <a:cubicBezTo>
                      <a:pt x="79" y="77"/>
                      <a:pt x="79" y="78"/>
                      <a:pt x="78" y="78"/>
                    </a:cubicBezTo>
                    <a:moveTo>
                      <a:pt x="106" y="14"/>
                    </a:moveTo>
                    <a:cubicBezTo>
                      <a:pt x="97" y="5"/>
                      <a:pt x="85" y="0"/>
                      <a:pt x="73" y="0"/>
                    </a:cubicBezTo>
                    <a:cubicBezTo>
                      <a:pt x="60" y="0"/>
                      <a:pt x="48" y="5"/>
                      <a:pt x="39" y="14"/>
                    </a:cubicBezTo>
                    <a:cubicBezTo>
                      <a:pt x="31" y="21"/>
                      <a:pt x="26" y="31"/>
                      <a:pt x="25" y="42"/>
                    </a:cubicBezTo>
                    <a:cubicBezTo>
                      <a:pt x="24" y="52"/>
                      <a:pt x="26" y="62"/>
                      <a:pt x="32" y="71"/>
                    </a:cubicBezTo>
                    <a:cubicBezTo>
                      <a:pt x="32" y="73"/>
                      <a:pt x="33" y="75"/>
                      <a:pt x="31" y="76"/>
                    </a:cubicBezTo>
                    <a:cubicBezTo>
                      <a:pt x="6" y="101"/>
                      <a:pt x="6" y="101"/>
                      <a:pt x="6" y="101"/>
                    </a:cubicBezTo>
                    <a:cubicBezTo>
                      <a:pt x="2" y="105"/>
                      <a:pt x="0" y="111"/>
                      <a:pt x="4" y="115"/>
                    </a:cubicBezTo>
                    <a:cubicBezTo>
                      <a:pt x="5" y="116"/>
                      <a:pt x="5" y="116"/>
                      <a:pt x="5" y="116"/>
                    </a:cubicBezTo>
                    <a:cubicBezTo>
                      <a:pt x="6" y="117"/>
                      <a:pt x="8" y="118"/>
                      <a:pt x="10" y="118"/>
                    </a:cubicBezTo>
                    <a:cubicBezTo>
                      <a:pt x="13" y="118"/>
                      <a:pt x="16" y="117"/>
                      <a:pt x="19" y="114"/>
                    </a:cubicBezTo>
                    <a:cubicBezTo>
                      <a:pt x="44" y="89"/>
                      <a:pt x="44" y="89"/>
                      <a:pt x="44" y="89"/>
                    </a:cubicBezTo>
                    <a:cubicBezTo>
                      <a:pt x="44" y="89"/>
                      <a:pt x="44" y="89"/>
                      <a:pt x="44" y="89"/>
                    </a:cubicBezTo>
                    <a:cubicBezTo>
                      <a:pt x="45" y="88"/>
                      <a:pt x="46" y="88"/>
                      <a:pt x="47" y="88"/>
                    </a:cubicBezTo>
                    <a:cubicBezTo>
                      <a:pt x="48" y="88"/>
                      <a:pt x="49" y="88"/>
                      <a:pt x="49" y="88"/>
                    </a:cubicBezTo>
                    <a:cubicBezTo>
                      <a:pt x="51" y="90"/>
                      <a:pt x="52" y="90"/>
                      <a:pt x="54" y="91"/>
                    </a:cubicBezTo>
                    <a:cubicBezTo>
                      <a:pt x="55" y="92"/>
                      <a:pt x="56" y="92"/>
                      <a:pt x="57" y="92"/>
                    </a:cubicBezTo>
                    <a:cubicBezTo>
                      <a:pt x="58" y="93"/>
                      <a:pt x="59" y="93"/>
                      <a:pt x="61" y="94"/>
                    </a:cubicBezTo>
                    <a:cubicBezTo>
                      <a:pt x="65" y="95"/>
                      <a:pt x="69" y="95"/>
                      <a:pt x="73" y="95"/>
                    </a:cubicBezTo>
                    <a:cubicBezTo>
                      <a:pt x="78" y="95"/>
                      <a:pt x="83" y="94"/>
                      <a:pt x="88" y="93"/>
                    </a:cubicBezTo>
                    <a:cubicBezTo>
                      <a:pt x="89" y="93"/>
                      <a:pt x="89" y="92"/>
                      <a:pt x="90" y="92"/>
                    </a:cubicBezTo>
                    <a:cubicBezTo>
                      <a:pt x="94" y="91"/>
                      <a:pt x="97" y="89"/>
                      <a:pt x="100" y="87"/>
                    </a:cubicBezTo>
                    <a:cubicBezTo>
                      <a:pt x="102" y="85"/>
                      <a:pt x="104" y="83"/>
                      <a:pt x="106" y="81"/>
                    </a:cubicBezTo>
                    <a:cubicBezTo>
                      <a:pt x="125" y="63"/>
                      <a:pt x="125" y="32"/>
                      <a:pt x="106" y="14"/>
                    </a:cubicBezTo>
                  </a:path>
                </a:pathLst>
              </a:custGeom>
              <a:grpFill/>
              <a:ln w="9525">
                <a:noFill/>
                <a:round/>
                <a:headEnd/>
                <a:tailEnd/>
              </a:ln>
            </p:spPr>
            <p:txBody>
              <a:bodyPr anchor="ctr"/>
              <a:lstStyle/>
              <a:p>
                <a:pPr algn="ctr"/>
                <a:endParaRPr>
                  <a:cs typeface="+mn-ea"/>
                  <a:sym typeface="+mn-lt"/>
                </a:endParaRPr>
              </a:p>
            </p:txBody>
          </p:sp>
        </p:grpSp>
      </p:grpSp>
      <p:grpSp>
        <p:nvGrpSpPr>
          <p:cNvPr id="32" name="Group 55"/>
          <p:cNvGrpSpPr/>
          <p:nvPr/>
        </p:nvGrpSpPr>
        <p:grpSpPr>
          <a:xfrm>
            <a:off x="785565" y="3928483"/>
            <a:ext cx="531759" cy="526894"/>
            <a:chOff x="2438400" y="3906247"/>
            <a:chExt cx="638468" cy="632627"/>
          </a:xfrm>
        </p:grpSpPr>
        <p:sp>
          <p:nvSpPr>
            <p:cNvPr id="36" name="Oval 56"/>
            <p:cNvSpPr/>
            <p:nvPr/>
          </p:nvSpPr>
          <p:spPr>
            <a:xfrm rot="18900000">
              <a:off x="2438400" y="3906247"/>
              <a:ext cx="638468" cy="63262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37" name="Group 57"/>
            <p:cNvGrpSpPr/>
            <p:nvPr/>
          </p:nvGrpSpPr>
          <p:grpSpPr>
            <a:xfrm>
              <a:off x="2598452" y="4071806"/>
              <a:ext cx="318371" cy="301515"/>
              <a:chOff x="5133976" y="846136"/>
              <a:chExt cx="269875" cy="255588"/>
            </a:xfrm>
            <a:solidFill>
              <a:schemeClr val="bg1"/>
            </a:solidFill>
          </p:grpSpPr>
          <p:sp>
            <p:nvSpPr>
              <p:cNvPr id="38" name="Freeform: Shape 63"/>
              <p:cNvSpPr>
                <a:spLocks/>
              </p:cNvSpPr>
              <p:nvPr/>
            </p:nvSpPr>
            <p:spPr bwMode="auto">
              <a:xfrm>
                <a:off x="5191126" y="995361"/>
                <a:ext cx="34925" cy="39688"/>
              </a:xfrm>
              <a:custGeom>
                <a:avLst/>
                <a:gdLst/>
                <a:ahLst/>
                <a:cxnLst>
                  <a:cxn ang="0">
                    <a:pos x="12" y="0"/>
                  </a:cxn>
                  <a:cxn ang="0">
                    <a:pos x="3" y="0"/>
                  </a:cxn>
                  <a:cxn ang="0">
                    <a:pos x="0" y="3"/>
                  </a:cxn>
                  <a:cxn ang="0">
                    <a:pos x="0" y="14"/>
                  </a:cxn>
                  <a:cxn ang="0">
                    <a:pos x="3" y="17"/>
                  </a:cxn>
                  <a:cxn ang="0">
                    <a:pos x="12" y="17"/>
                  </a:cxn>
                  <a:cxn ang="0">
                    <a:pos x="15" y="14"/>
                  </a:cxn>
                  <a:cxn ang="0">
                    <a:pos x="15" y="3"/>
                  </a:cxn>
                  <a:cxn ang="0">
                    <a:pos x="12" y="0"/>
                  </a:cxn>
                </a:cxnLst>
                <a:rect l="0" t="0" r="r" b="b"/>
                <a:pathLst>
                  <a:path w="15" h="17">
                    <a:moveTo>
                      <a:pt x="12" y="0"/>
                    </a:moveTo>
                    <a:cubicBezTo>
                      <a:pt x="3" y="0"/>
                      <a:pt x="3" y="0"/>
                      <a:pt x="3" y="0"/>
                    </a:cubicBezTo>
                    <a:cubicBezTo>
                      <a:pt x="2" y="0"/>
                      <a:pt x="0" y="1"/>
                      <a:pt x="0" y="3"/>
                    </a:cubicBezTo>
                    <a:cubicBezTo>
                      <a:pt x="0" y="14"/>
                      <a:pt x="0" y="14"/>
                      <a:pt x="0" y="14"/>
                    </a:cubicBezTo>
                    <a:cubicBezTo>
                      <a:pt x="0" y="16"/>
                      <a:pt x="2" y="17"/>
                      <a:pt x="3" y="17"/>
                    </a:cubicBezTo>
                    <a:cubicBezTo>
                      <a:pt x="12" y="17"/>
                      <a:pt x="12" y="17"/>
                      <a:pt x="12" y="17"/>
                    </a:cubicBezTo>
                    <a:cubicBezTo>
                      <a:pt x="14" y="17"/>
                      <a:pt x="15" y="16"/>
                      <a:pt x="15" y="14"/>
                    </a:cubicBezTo>
                    <a:cubicBezTo>
                      <a:pt x="15" y="3"/>
                      <a:pt x="15" y="3"/>
                      <a:pt x="15" y="3"/>
                    </a:cubicBezTo>
                    <a:cubicBezTo>
                      <a:pt x="15" y="1"/>
                      <a:pt x="14" y="0"/>
                      <a:pt x="12" y="0"/>
                    </a:cubicBezTo>
                  </a:path>
                </a:pathLst>
              </a:custGeom>
              <a:grpFill/>
              <a:ln w="9525">
                <a:noFill/>
                <a:round/>
                <a:headEnd/>
                <a:tailEnd/>
              </a:ln>
            </p:spPr>
            <p:txBody>
              <a:bodyPr anchor="ctr"/>
              <a:lstStyle/>
              <a:p>
                <a:pPr algn="ctr"/>
                <a:endParaRPr>
                  <a:cs typeface="+mn-ea"/>
                  <a:sym typeface="+mn-lt"/>
                </a:endParaRPr>
              </a:p>
            </p:txBody>
          </p:sp>
          <p:sp>
            <p:nvSpPr>
              <p:cNvPr id="39" name="Freeform: Shape 64"/>
              <p:cNvSpPr>
                <a:spLocks/>
              </p:cNvSpPr>
              <p:nvPr/>
            </p:nvSpPr>
            <p:spPr bwMode="auto">
              <a:xfrm>
                <a:off x="5308601" y="1052511"/>
                <a:ext cx="74613" cy="4763"/>
              </a:xfrm>
              <a:custGeom>
                <a:avLst/>
                <a:gdLst/>
                <a:ahLst/>
                <a:cxnLst>
                  <a:cxn ang="0">
                    <a:pos x="33" y="1"/>
                  </a:cxn>
                  <a:cxn ang="0">
                    <a:pos x="32" y="2"/>
                  </a:cxn>
                  <a:cxn ang="0">
                    <a:pos x="1" y="2"/>
                  </a:cxn>
                  <a:cxn ang="0">
                    <a:pos x="0" y="1"/>
                  </a:cxn>
                  <a:cxn ang="0">
                    <a:pos x="0" y="1"/>
                  </a:cxn>
                  <a:cxn ang="0">
                    <a:pos x="1" y="0"/>
                  </a:cxn>
                  <a:cxn ang="0">
                    <a:pos x="32" y="0"/>
                  </a:cxn>
                  <a:cxn ang="0">
                    <a:pos x="33" y="1"/>
                  </a:cxn>
                </a:cxnLst>
                <a:rect l="0" t="0" r="r" b="b"/>
                <a:pathLst>
                  <a:path w="33" h="2">
                    <a:moveTo>
                      <a:pt x="33" y="1"/>
                    </a:moveTo>
                    <a:cubicBezTo>
                      <a:pt x="33" y="2"/>
                      <a:pt x="32" y="2"/>
                      <a:pt x="32" y="2"/>
                    </a:cubicBezTo>
                    <a:cubicBezTo>
                      <a:pt x="1" y="2"/>
                      <a:pt x="1" y="2"/>
                      <a:pt x="1" y="2"/>
                    </a:cubicBezTo>
                    <a:cubicBezTo>
                      <a:pt x="1" y="2"/>
                      <a:pt x="0" y="2"/>
                      <a:pt x="0" y="1"/>
                    </a:cubicBezTo>
                    <a:cubicBezTo>
                      <a:pt x="0" y="1"/>
                      <a:pt x="0" y="1"/>
                      <a:pt x="0" y="1"/>
                    </a:cubicBezTo>
                    <a:cubicBezTo>
                      <a:pt x="0" y="0"/>
                      <a:pt x="1" y="0"/>
                      <a:pt x="1" y="0"/>
                    </a:cubicBezTo>
                    <a:cubicBezTo>
                      <a:pt x="32" y="0"/>
                      <a:pt x="32" y="0"/>
                      <a:pt x="32" y="0"/>
                    </a:cubicBezTo>
                    <a:cubicBezTo>
                      <a:pt x="32" y="0"/>
                      <a:pt x="33" y="0"/>
                      <a:pt x="33" y="1"/>
                    </a:cubicBezTo>
                    <a:close/>
                  </a:path>
                </a:pathLst>
              </a:custGeom>
              <a:grpFill/>
              <a:ln w="9525">
                <a:noFill/>
                <a:round/>
                <a:headEnd/>
                <a:tailEnd/>
              </a:ln>
            </p:spPr>
            <p:txBody>
              <a:bodyPr anchor="ctr"/>
              <a:lstStyle/>
              <a:p>
                <a:pPr algn="ctr"/>
                <a:endParaRPr>
                  <a:cs typeface="+mn-ea"/>
                  <a:sym typeface="+mn-lt"/>
                </a:endParaRPr>
              </a:p>
            </p:txBody>
          </p:sp>
          <p:sp>
            <p:nvSpPr>
              <p:cNvPr id="40" name="Freeform: Shape 65"/>
              <p:cNvSpPr>
                <a:spLocks/>
              </p:cNvSpPr>
              <p:nvPr/>
            </p:nvSpPr>
            <p:spPr bwMode="auto">
              <a:xfrm>
                <a:off x="5308601" y="993773"/>
                <a:ext cx="31750" cy="6350"/>
              </a:xfrm>
              <a:custGeom>
                <a:avLst/>
                <a:gdLst/>
                <a:ahLst/>
                <a:cxnLst>
                  <a:cxn ang="0">
                    <a:pos x="14" y="2"/>
                  </a:cxn>
                  <a:cxn ang="0">
                    <a:pos x="13" y="3"/>
                  </a:cxn>
                  <a:cxn ang="0">
                    <a:pos x="1" y="3"/>
                  </a:cxn>
                  <a:cxn ang="0">
                    <a:pos x="0" y="2"/>
                  </a:cxn>
                  <a:cxn ang="0">
                    <a:pos x="0" y="1"/>
                  </a:cxn>
                  <a:cxn ang="0">
                    <a:pos x="1" y="0"/>
                  </a:cxn>
                  <a:cxn ang="0">
                    <a:pos x="13" y="0"/>
                  </a:cxn>
                  <a:cxn ang="0">
                    <a:pos x="14" y="1"/>
                  </a:cxn>
                  <a:cxn ang="0">
                    <a:pos x="14" y="2"/>
                  </a:cxn>
                </a:cxnLst>
                <a:rect l="0" t="0" r="r" b="b"/>
                <a:pathLst>
                  <a:path w="14" h="3">
                    <a:moveTo>
                      <a:pt x="14" y="2"/>
                    </a:moveTo>
                    <a:cubicBezTo>
                      <a:pt x="14" y="3"/>
                      <a:pt x="14" y="3"/>
                      <a:pt x="13" y="3"/>
                    </a:cubicBezTo>
                    <a:cubicBezTo>
                      <a:pt x="1" y="3"/>
                      <a:pt x="1" y="3"/>
                      <a:pt x="1" y="3"/>
                    </a:cubicBezTo>
                    <a:cubicBezTo>
                      <a:pt x="1" y="3"/>
                      <a:pt x="0" y="3"/>
                      <a:pt x="0" y="2"/>
                    </a:cubicBezTo>
                    <a:cubicBezTo>
                      <a:pt x="0" y="1"/>
                      <a:pt x="0" y="1"/>
                      <a:pt x="0" y="1"/>
                    </a:cubicBezTo>
                    <a:cubicBezTo>
                      <a:pt x="0" y="1"/>
                      <a:pt x="1" y="0"/>
                      <a:pt x="1" y="0"/>
                    </a:cubicBezTo>
                    <a:cubicBezTo>
                      <a:pt x="13" y="0"/>
                      <a:pt x="13" y="0"/>
                      <a:pt x="13" y="0"/>
                    </a:cubicBezTo>
                    <a:cubicBezTo>
                      <a:pt x="14" y="0"/>
                      <a:pt x="14" y="1"/>
                      <a:pt x="14" y="1"/>
                    </a:cubicBezTo>
                    <a:lnTo>
                      <a:pt x="14" y="2"/>
                    </a:lnTo>
                    <a:close/>
                  </a:path>
                </a:pathLst>
              </a:custGeom>
              <a:grpFill/>
              <a:ln w="9525">
                <a:noFill/>
                <a:round/>
                <a:headEnd/>
                <a:tailEnd/>
              </a:ln>
            </p:spPr>
            <p:txBody>
              <a:bodyPr anchor="ctr"/>
              <a:lstStyle/>
              <a:p>
                <a:pPr algn="ctr"/>
                <a:endParaRPr>
                  <a:cs typeface="+mn-ea"/>
                  <a:sym typeface="+mn-lt"/>
                </a:endParaRPr>
              </a:p>
            </p:txBody>
          </p:sp>
          <p:sp>
            <p:nvSpPr>
              <p:cNvPr id="41" name="Freeform: Shape 66"/>
              <p:cNvSpPr>
                <a:spLocks/>
              </p:cNvSpPr>
              <p:nvPr/>
            </p:nvSpPr>
            <p:spPr bwMode="auto">
              <a:xfrm>
                <a:off x="5351463" y="1071561"/>
                <a:ext cx="30163" cy="6350"/>
              </a:xfrm>
              <a:custGeom>
                <a:avLst/>
                <a:gdLst/>
                <a:ahLst/>
                <a:cxnLst>
                  <a:cxn ang="0">
                    <a:pos x="13" y="2"/>
                  </a:cxn>
                  <a:cxn ang="0">
                    <a:pos x="13" y="3"/>
                  </a:cxn>
                  <a:cxn ang="0">
                    <a:pos x="1" y="3"/>
                  </a:cxn>
                  <a:cxn ang="0">
                    <a:pos x="0" y="2"/>
                  </a:cxn>
                  <a:cxn ang="0">
                    <a:pos x="0" y="1"/>
                  </a:cxn>
                  <a:cxn ang="0">
                    <a:pos x="1" y="0"/>
                  </a:cxn>
                  <a:cxn ang="0">
                    <a:pos x="13" y="0"/>
                  </a:cxn>
                  <a:cxn ang="0">
                    <a:pos x="13" y="1"/>
                  </a:cxn>
                  <a:cxn ang="0">
                    <a:pos x="13" y="2"/>
                  </a:cxn>
                </a:cxnLst>
                <a:rect l="0" t="0" r="r" b="b"/>
                <a:pathLst>
                  <a:path w="13" h="3">
                    <a:moveTo>
                      <a:pt x="13" y="2"/>
                    </a:moveTo>
                    <a:cubicBezTo>
                      <a:pt x="13" y="2"/>
                      <a:pt x="13" y="3"/>
                      <a:pt x="13" y="3"/>
                    </a:cubicBezTo>
                    <a:cubicBezTo>
                      <a:pt x="1" y="3"/>
                      <a:pt x="1" y="3"/>
                      <a:pt x="1" y="3"/>
                    </a:cubicBezTo>
                    <a:cubicBezTo>
                      <a:pt x="0" y="3"/>
                      <a:pt x="0" y="2"/>
                      <a:pt x="0" y="2"/>
                    </a:cubicBezTo>
                    <a:cubicBezTo>
                      <a:pt x="0" y="1"/>
                      <a:pt x="0" y="1"/>
                      <a:pt x="0" y="1"/>
                    </a:cubicBezTo>
                    <a:cubicBezTo>
                      <a:pt x="0" y="1"/>
                      <a:pt x="0" y="0"/>
                      <a:pt x="1" y="0"/>
                    </a:cubicBezTo>
                    <a:cubicBezTo>
                      <a:pt x="13" y="0"/>
                      <a:pt x="13" y="0"/>
                      <a:pt x="13" y="0"/>
                    </a:cubicBezTo>
                    <a:cubicBezTo>
                      <a:pt x="13" y="0"/>
                      <a:pt x="13" y="1"/>
                      <a:pt x="13" y="1"/>
                    </a:cubicBezTo>
                    <a:lnTo>
                      <a:pt x="13" y="2"/>
                    </a:lnTo>
                    <a:close/>
                  </a:path>
                </a:pathLst>
              </a:custGeom>
              <a:grpFill/>
              <a:ln w="9525">
                <a:noFill/>
                <a:round/>
                <a:headEnd/>
                <a:tailEnd/>
              </a:ln>
            </p:spPr>
            <p:txBody>
              <a:bodyPr anchor="ctr"/>
              <a:lstStyle/>
              <a:p>
                <a:pPr algn="ctr"/>
                <a:endParaRPr>
                  <a:cs typeface="+mn-ea"/>
                  <a:sym typeface="+mn-lt"/>
                </a:endParaRPr>
              </a:p>
            </p:txBody>
          </p:sp>
          <p:sp>
            <p:nvSpPr>
              <p:cNvPr id="42" name="Freeform: Shape 67"/>
              <p:cNvSpPr>
                <a:spLocks/>
              </p:cNvSpPr>
              <p:nvPr/>
            </p:nvSpPr>
            <p:spPr bwMode="auto">
              <a:xfrm>
                <a:off x="5308601" y="1014411"/>
                <a:ext cx="44450" cy="4763"/>
              </a:xfrm>
              <a:custGeom>
                <a:avLst/>
                <a:gdLst/>
                <a:ahLst/>
                <a:cxnLst>
                  <a:cxn ang="0">
                    <a:pos x="20" y="1"/>
                  </a:cxn>
                  <a:cxn ang="0">
                    <a:pos x="19" y="2"/>
                  </a:cxn>
                  <a:cxn ang="0">
                    <a:pos x="1" y="2"/>
                  </a:cxn>
                  <a:cxn ang="0">
                    <a:pos x="0" y="1"/>
                  </a:cxn>
                  <a:cxn ang="0">
                    <a:pos x="0" y="1"/>
                  </a:cxn>
                  <a:cxn ang="0">
                    <a:pos x="1" y="0"/>
                  </a:cxn>
                  <a:cxn ang="0">
                    <a:pos x="19" y="0"/>
                  </a:cxn>
                  <a:cxn ang="0">
                    <a:pos x="20" y="1"/>
                  </a:cxn>
                </a:cxnLst>
                <a:rect l="0" t="0" r="r" b="b"/>
                <a:pathLst>
                  <a:path w="20" h="2">
                    <a:moveTo>
                      <a:pt x="20" y="1"/>
                    </a:moveTo>
                    <a:cubicBezTo>
                      <a:pt x="20" y="2"/>
                      <a:pt x="20" y="2"/>
                      <a:pt x="19" y="2"/>
                    </a:cubicBezTo>
                    <a:cubicBezTo>
                      <a:pt x="1" y="2"/>
                      <a:pt x="1" y="2"/>
                      <a:pt x="1" y="2"/>
                    </a:cubicBezTo>
                    <a:cubicBezTo>
                      <a:pt x="1" y="2"/>
                      <a:pt x="0" y="2"/>
                      <a:pt x="0" y="1"/>
                    </a:cubicBezTo>
                    <a:cubicBezTo>
                      <a:pt x="0" y="1"/>
                      <a:pt x="0" y="1"/>
                      <a:pt x="0" y="1"/>
                    </a:cubicBezTo>
                    <a:cubicBezTo>
                      <a:pt x="0" y="0"/>
                      <a:pt x="1" y="0"/>
                      <a:pt x="1" y="0"/>
                    </a:cubicBezTo>
                    <a:cubicBezTo>
                      <a:pt x="19" y="0"/>
                      <a:pt x="19" y="0"/>
                      <a:pt x="19" y="0"/>
                    </a:cubicBezTo>
                    <a:cubicBezTo>
                      <a:pt x="20" y="0"/>
                      <a:pt x="20" y="0"/>
                      <a:pt x="20" y="1"/>
                    </a:cubicBezTo>
                    <a:close/>
                  </a:path>
                </a:pathLst>
              </a:custGeom>
              <a:grpFill/>
              <a:ln w="9525">
                <a:noFill/>
                <a:round/>
                <a:headEnd/>
                <a:tailEnd/>
              </a:ln>
            </p:spPr>
            <p:txBody>
              <a:bodyPr anchor="ctr"/>
              <a:lstStyle/>
              <a:p>
                <a:pPr algn="ctr"/>
                <a:endParaRPr>
                  <a:cs typeface="+mn-ea"/>
                  <a:sym typeface="+mn-lt"/>
                </a:endParaRPr>
              </a:p>
            </p:txBody>
          </p:sp>
          <p:sp>
            <p:nvSpPr>
              <p:cNvPr id="43" name="Freeform: Shape 68"/>
              <p:cNvSpPr>
                <a:spLocks/>
              </p:cNvSpPr>
              <p:nvPr/>
            </p:nvSpPr>
            <p:spPr bwMode="auto">
              <a:xfrm>
                <a:off x="5308601" y="1031873"/>
                <a:ext cx="74613" cy="7938"/>
              </a:xfrm>
              <a:custGeom>
                <a:avLst/>
                <a:gdLst/>
                <a:ahLst/>
                <a:cxnLst>
                  <a:cxn ang="0">
                    <a:pos x="33" y="2"/>
                  </a:cxn>
                  <a:cxn ang="0">
                    <a:pos x="32" y="3"/>
                  </a:cxn>
                  <a:cxn ang="0">
                    <a:pos x="1" y="3"/>
                  </a:cxn>
                  <a:cxn ang="0">
                    <a:pos x="0" y="2"/>
                  </a:cxn>
                  <a:cxn ang="0">
                    <a:pos x="0" y="1"/>
                  </a:cxn>
                  <a:cxn ang="0">
                    <a:pos x="1" y="0"/>
                  </a:cxn>
                  <a:cxn ang="0">
                    <a:pos x="32" y="0"/>
                  </a:cxn>
                  <a:cxn ang="0">
                    <a:pos x="33" y="1"/>
                  </a:cxn>
                  <a:cxn ang="0">
                    <a:pos x="33" y="2"/>
                  </a:cxn>
                </a:cxnLst>
                <a:rect l="0" t="0" r="r" b="b"/>
                <a:pathLst>
                  <a:path w="33" h="3">
                    <a:moveTo>
                      <a:pt x="33" y="2"/>
                    </a:moveTo>
                    <a:cubicBezTo>
                      <a:pt x="33" y="2"/>
                      <a:pt x="32" y="3"/>
                      <a:pt x="32" y="3"/>
                    </a:cubicBezTo>
                    <a:cubicBezTo>
                      <a:pt x="1" y="3"/>
                      <a:pt x="1" y="3"/>
                      <a:pt x="1" y="3"/>
                    </a:cubicBezTo>
                    <a:cubicBezTo>
                      <a:pt x="1" y="3"/>
                      <a:pt x="0" y="2"/>
                      <a:pt x="0" y="2"/>
                    </a:cubicBezTo>
                    <a:cubicBezTo>
                      <a:pt x="0" y="1"/>
                      <a:pt x="0" y="1"/>
                      <a:pt x="0" y="1"/>
                    </a:cubicBezTo>
                    <a:cubicBezTo>
                      <a:pt x="0" y="1"/>
                      <a:pt x="1" y="0"/>
                      <a:pt x="1" y="0"/>
                    </a:cubicBezTo>
                    <a:cubicBezTo>
                      <a:pt x="32" y="0"/>
                      <a:pt x="32" y="0"/>
                      <a:pt x="32" y="0"/>
                    </a:cubicBezTo>
                    <a:cubicBezTo>
                      <a:pt x="32" y="0"/>
                      <a:pt x="33" y="1"/>
                      <a:pt x="33" y="1"/>
                    </a:cubicBezTo>
                    <a:lnTo>
                      <a:pt x="33" y="2"/>
                    </a:lnTo>
                    <a:close/>
                  </a:path>
                </a:pathLst>
              </a:custGeom>
              <a:grpFill/>
              <a:ln w="9525">
                <a:noFill/>
                <a:round/>
                <a:headEnd/>
                <a:tailEnd/>
              </a:ln>
            </p:spPr>
            <p:txBody>
              <a:bodyPr anchor="ctr"/>
              <a:lstStyle/>
              <a:p>
                <a:pPr algn="ctr"/>
                <a:endParaRPr>
                  <a:cs typeface="+mn-ea"/>
                  <a:sym typeface="+mn-lt"/>
                </a:endParaRPr>
              </a:p>
            </p:txBody>
          </p:sp>
          <p:sp>
            <p:nvSpPr>
              <p:cNvPr id="44" name="Freeform: Shape 69"/>
              <p:cNvSpPr>
                <a:spLocks/>
              </p:cNvSpPr>
              <p:nvPr/>
            </p:nvSpPr>
            <p:spPr bwMode="auto">
              <a:xfrm>
                <a:off x="5287963" y="963611"/>
                <a:ext cx="115888" cy="138113"/>
              </a:xfrm>
              <a:custGeom>
                <a:avLst/>
                <a:gdLst/>
                <a:ahLst/>
                <a:cxnLst>
                  <a:cxn ang="0">
                    <a:pos x="47" y="58"/>
                  </a:cxn>
                  <a:cxn ang="0">
                    <a:pos x="3" y="58"/>
                  </a:cxn>
                  <a:cxn ang="0">
                    <a:pos x="3" y="57"/>
                  </a:cxn>
                  <a:cxn ang="0">
                    <a:pos x="3" y="4"/>
                  </a:cxn>
                  <a:cxn ang="0">
                    <a:pos x="4" y="3"/>
                  </a:cxn>
                  <a:cxn ang="0">
                    <a:pos x="28" y="3"/>
                  </a:cxn>
                  <a:cxn ang="0">
                    <a:pos x="29" y="5"/>
                  </a:cxn>
                  <a:cxn ang="0">
                    <a:pos x="29" y="16"/>
                  </a:cxn>
                  <a:cxn ang="0">
                    <a:pos x="33" y="20"/>
                  </a:cxn>
                  <a:cxn ang="0">
                    <a:pos x="48" y="20"/>
                  </a:cxn>
                  <a:cxn ang="0">
                    <a:pos x="48" y="21"/>
                  </a:cxn>
                  <a:cxn ang="0">
                    <a:pos x="48" y="57"/>
                  </a:cxn>
                  <a:cxn ang="0">
                    <a:pos x="47" y="58"/>
                  </a:cxn>
                  <a:cxn ang="0">
                    <a:pos x="32" y="6"/>
                  </a:cxn>
                  <a:cxn ang="0">
                    <a:pos x="33" y="6"/>
                  </a:cxn>
                  <a:cxn ang="0">
                    <a:pos x="45" y="16"/>
                  </a:cxn>
                  <a:cxn ang="0">
                    <a:pos x="45" y="17"/>
                  </a:cxn>
                  <a:cxn ang="0">
                    <a:pos x="33" y="17"/>
                  </a:cxn>
                  <a:cxn ang="0">
                    <a:pos x="32" y="16"/>
                  </a:cxn>
                  <a:cxn ang="0">
                    <a:pos x="32" y="6"/>
                  </a:cxn>
                  <a:cxn ang="0">
                    <a:pos x="49" y="15"/>
                  </a:cxn>
                  <a:cxn ang="0">
                    <a:pos x="33" y="2"/>
                  </a:cxn>
                  <a:cxn ang="0">
                    <a:pos x="28" y="0"/>
                  </a:cxn>
                  <a:cxn ang="0">
                    <a:pos x="4" y="0"/>
                  </a:cxn>
                  <a:cxn ang="0">
                    <a:pos x="0" y="4"/>
                  </a:cxn>
                  <a:cxn ang="0">
                    <a:pos x="0" y="57"/>
                  </a:cxn>
                  <a:cxn ang="0">
                    <a:pos x="4" y="60"/>
                  </a:cxn>
                  <a:cxn ang="0">
                    <a:pos x="47" y="60"/>
                  </a:cxn>
                  <a:cxn ang="0">
                    <a:pos x="51" y="57"/>
                  </a:cxn>
                  <a:cxn ang="0">
                    <a:pos x="51" y="20"/>
                  </a:cxn>
                  <a:cxn ang="0">
                    <a:pos x="49" y="15"/>
                  </a:cxn>
                </a:cxnLst>
                <a:rect l="0" t="0" r="r" b="b"/>
                <a:pathLst>
                  <a:path w="51" h="60">
                    <a:moveTo>
                      <a:pt x="47" y="58"/>
                    </a:moveTo>
                    <a:cubicBezTo>
                      <a:pt x="3" y="58"/>
                      <a:pt x="3" y="58"/>
                      <a:pt x="3" y="58"/>
                    </a:cubicBezTo>
                    <a:cubicBezTo>
                      <a:pt x="3" y="58"/>
                      <a:pt x="3" y="58"/>
                      <a:pt x="3" y="57"/>
                    </a:cubicBezTo>
                    <a:cubicBezTo>
                      <a:pt x="3" y="4"/>
                      <a:pt x="3" y="4"/>
                      <a:pt x="3" y="4"/>
                    </a:cubicBezTo>
                    <a:cubicBezTo>
                      <a:pt x="3" y="4"/>
                      <a:pt x="3" y="3"/>
                      <a:pt x="4" y="3"/>
                    </a:cubicBezTo>
                    <a:cubicBezTo>
                      <a:pt x="28" y="3"/>
                      <a:pt x="28" y="3"/>
                      <a:pt x="28" y="3"/>
                    </a:cubicBezTo>
                    <a:cubicBezTo>
                      <a:pt x="29" y="3"/>
                      <a:pt x="29" y="3"/>
                      <a:pt x="29" y="5"/>
                    </a:cubicBezTo>
                    <a:cubicBezTo>
                      <a:pt x="29" y="16"/>
                      <a:pt x="29" y="16"/>
                      <a:pt x="29" y="16"/>
                    </a:cubicBezTo>
                    <a:cubicBezTo>
                      <a:pt x="29" y="18"/>
                      <a:pt x="31" y="20"/>
                      <a:pt x="33" y="20"/>
                    </a:cubicBezTo>
                    <a:cubicBezTo>
                      <a:pt x="48" y="20"/>
                      <a:pt x="48" y="20"/>
                      <a:pt x="48" y="20"/>
                    </a:cubicBezTo>
                    <a:cubicBezTo>
                      <a:pt x="48" y="20"/>
                      <a:pt x="48" y="20"/>
                      <a:pt x="48" y="21"/>
                    </a:cubicBezTo>
                    <a:cubicBezTo>
                      <a:pt x="48" y="57"/>
                      <a:pt x="48" y="57"/>
                      <a:pt x="48" y="57"/>
                    </a:cubicBezTo>
                    <a:cubicBezTo>
                      <a:pt x="48" y="57"/>
                      <a:pt x="48" y="58"/>
                      <a:pt x="47" y="58"/>
                    </a:cubicBezTo>
                    <a:moveTo>
                      <a:pt x="32" y="6"/>
                    </a:moveTo>
                    <a:cubicBezTo>
                      <a:pt x="32" y="5"/>
                      <a:pt x="33" y="6"/>
                      <a:pt x="33" y="6"/>
                    </a:cubicBezTo>
                    <a:cubicBezTo>
                      <a:pt x="45" y="16"/>
                      <a:pt x="45" y="16"/>
                      <a:pt x="45" y="16"/>
                    </a:cubicBezTo>
                    <a:cubicBezTo>
                      <a:pt x="45" y="16"/>
                      <a:pt x="46" y="17"/>
                      <a:pt x="45" y="17"/>
                    </a:cubicBezTo>
                    <a:cubicBezTo>
                      <a:pt x="33" y="17"/>
                      <a:pt x="33" y="17"/>
                      <a:pt x="33" y="17"/>
                    </a:cubicBezTo>
                    <a:cubicBezTo>
                      <a:pt x="33" y="17"/>
                      <a:pt x="32" y="17"/>
                      <a:pt x="32" y="16"/>
                    </a:cubicBezTo>
                    <a:lnTo>
                      <a:pt x="32" y="6"/>
                    </a:lnTo>
                    <a:close/>
                    <a:moveTo>
                      <a:pt x="49" y="15"/>
                    </a:moveTo>
                    <a:cubicBezTo>
                      <a:pt x="33" y="2"/>
                      <a:pt x="33" y="2"/>
                      <a:pt x="33" y="2"/>
                    </a:cubicBezTo>
                    <a:cubicBezTo>
                      <a:pt x="32" y="1"/>
                      <a:pt x="30" y="0"/>
                      <a:pt x="28" y="0"/>
                    </a:cubicBezTo>
                    <a:cubicBezTo>
                      <a:pt x="4" y="0"/>
                      <a:pt x="4" y="0"/>
                      <a:pt x="4" y="0"/>
                    </a:cubicBezTo>
                    <a:cubicBezTo>
                      <a:pt x="2" y="0"/>
                      <a:pt x="0" y="2"/>
                      <a:pt x="0" y="4"/>
                    </a:cubicBezTo>
                    <a:cubicBezTo>
                      <a:pt x="0" y="57"/>
                      <a:pt x="0" y="57"/>
                      <a:pt x="0" y="57"/>
                    </a:cubicBezTo>
                    <a:cubicBezTo>
                      <a:pt x="0" y="60"/>
                      <a:pt x="4" y="60"/>
                      <a:pt x="4" y="60"/>
                    </a:cubicBezTo>
                    <a:cubicBezTo>
                      <a:pt x="47" y="60"/>
                      <a:pt x="47" y="60"/>
                      <a:pt x="47" y="60"/>
                    </a:cubicBezTo>
                    <a:cubicBezTo>
                      <a:pt x="49" y="60"/>
                      <a:pt x="51" y="59"/>
                      <a:pt x="51" y="57"/>
                    </a:cubicBezTo>
                    <a:cubicBezTo>
                      <a:pt x="51" y="20"/>
                      <a:pt x="51" y="20"/>
                      <a:pt x="51" y="20"/>
                    </a:cubicBezTo>
                    <a:cubicBezTo>
                      <a:pt x="51" y="18"/>
                      <a:pt x="50" y="16"/>
                      <a:pt x="49" y="15"/>
                    </a:cubicBezTo>
                  </a:path>
                </a:pathLst>
              </a:custGeom>
              <a:grpFill/>
              <a:ln w="9525">
                <a:noFill/>
                <a:round/>
                <a:headEnd/>
                <a:tailEnd/>
              </a:ln>
            </p:spPr>
            <p:txBody>
              <a:bodyPr anchor="ctr"/>
              <a:lstStyle/>
              <a:p>
                <a:pPr algn="ctr"/>
                <a:endParaRPr>
                  <a:cs typeface="+mn-ea"/>
                  <a:sym typeface="+mn-lt"/>
                </a:endParaRPr>
              </a:p>
            </p:txBody>
          </p:sp>
          <p:sp>
            <p:nvSpPr>
              <p:cNvPr id="45" name="Freeform: Shape 70"/>
              <p:cNvSpPr>
                <a:spLocks/>
              </p:cNvSpPr>
              <p:nvPr/>
            </p:nvSpPr>
            <p:spPr bwMode="auto">
              <a:xfrm>
                <a:off x="5133976" y="846136"/>
                <a:ext cx="268288" cy="247650"/>
              </a:xfrm>
              <a:custGeom>
                <a:avLst/>
                <a:gdLst/>
                <a:ahLst/>
                <a:cxnLst>
                  <a:cxn ang="0">
                    <a:pos x="37" y="7"/>
                  </a:cxn>
                  <a:cxn ang="0">
                    <a:pos x="37" y="7"/>
                  </a:cxn>
                  <a:cxn ang="0">
                    <a:pos x="79" y="7"/>
                  </a:cxn>
                  <a:cxn ang="0">
                    <a:pos x="80" y="8"/>
                  </a:cxn>
                  <a:cxn ang="0">
                    <a:pos x="80" y="14"/>
                  </a:cxn>
                  <a:cxn ang="0">
                    <a:pos x="79" y="14"/>
                  </a:cxn>
                  <a:cxn ang="0">
                    <a:pos x="37" y="14"/>
                  </a:cxn>
                  <a:cxn ang="0">
                    <a:pos x="37" y="14"/>
                  </a:cxn>
                  <a:cxn ang="0">
                    <a:pos x="37" y="7"/>
                  </a:cxn>
                  <a:cxn ang="0">
                    <a:pos x="61" y="102"/>
                  </a:cxn>
                  <a:cxn ang="0">
                    <a:pos x="60" y="101"/>
                  </a:cxn>
                  <a:cxn ang="0">
                    <a:pos x="13" y="101"/>
                  </a:cxn>
                  <a:cxn ang="0">
                    <a:pos x="10" y="99"/>
                  </a:cxn>
                  <a:cxn ang="0">
                    <a:pos x="10" y="74"/>
                  </a:cxn>
                  <a:cxn ang="0">
                    <a:pos x="11" y="73"/>
                  </a:cxn>
                  <a:cxn ang="0">
                    <a:pos x="17" y="73"/>
                  </a:cxn>
                  <a:cxn ang="0">
                    <a:pos x="18" y="72"/>
                  </a:cxn>
                  <a:cxn ang="0">
                    <a:pos x="18" y="66"/>
                  </a:cxn>
                  <a:cxn ang="0">
                    <a:pos x="24" y="57"/>
                  </a:cxn>
                  <a:cxn ang="0">
                    <a:pos x="42" y="57"/>
                  </a:cxn>
                  <a:cxn ang="0">
                    <a:pos x="48" y="66"/>
                  </a:cxn>
                  <a:cxn ang="0">
                    <a:pos x="48" y="72"/>
                  </a:cxn>
                  <a:cxn ang="0">
                    <a:pos x="49" y="73"/>
                  </a:cxn>
                  <a:cxn ang="0">
                    <a:pos x="60" y="73"/>
                  </a:cxn>
                  <a:cxn ang="0">
                    <a:pos x="61" y="72"/>
                  </a:cxn>
                  <a:cxn ang="0">
                    <a:pos x="61" y="53"/>
                  </a:cxn>
                  <a:cxn ang="0">
                    <a:pos x="69" y="45"/>
                  </a:cxn>
                  <a:cxn ang="0">
                    <a:pos x="96" y="45"/>
                  </a:cxn>
                  <a:cxn ang="0">
                    <a:pos x="104" y="48"/>
                  </a:cxn>
                  <a:cxn ang="0">
                    <a:pos x="116" y="58"/>
                  </a:cxn>
                  <a:cxn ang="0">
                    <a:pos x="117" y="57"/>
                  </a:cxn>
                  <a:cxn ang="0">
                    <a:pos x="117" y="20"/>
                  </a:cxn>
                  <a:cxn ang="0">
                    <a:pos x="111" y="14"/>
                  </a:cxn>
                  <a:cxn ang="0">
                    <a:pos x="87" y="14"/>
                  </a:cxn>
                  <a:cxn ang="0">
                    <a:pos x="86" y="14"/>
                  </a:cxn>
                  <a:cxn ang="0">
                    <a:pos x="86" y="7"/>
                  </a:cxn>
                  <a:cxn ang="0">
                    <a:pos x="80" y="0"/>
                  </a:cxn>
                  <a:cxn ang="0">
                    <a:pos x="37" y="0"/>
                  </a:cxn>
                  <a:cxn ang="0">
                    <a:pos x="30" y="7"/>
                  </a:cxn>
                  <a:cxn ang="0">
                    <a:pos x="30" y="14"/>
                  </a:cxn>
                  <a:cxn ang="0">
                    <a:pos x="30" y="14"/>
                  </a:cxn>
                  <a:cxn ang="0">
                    <a:pos x="6" y="14"/>
                  </a:cxn>
                  <a:cxn ang="0">
                    <a:pos x="0" y="20"/>
                  </a:cxn>
                  <a:cxn ang="0">
                    <a:pos x="0" y="67"/>
                  </a:cxn>
                  <a:cxn ang="0">
                    <a:pos x="3" y="72"/>
                  </a:cxn>
                  <a:cxn ang="0">
                    <a:pos x="4" y="74"/>
                  </a:cxn>
                  <a:cxn ang="0">
                    <a:pos x="4" y="99"/>
                  </a:cxn>
                  <a:cxn ang="0">
                    <a:pos x="13" y="108"/>
                  </a:cxn>
                  <a:cxn ang="0">
                    <a:pos x="61" y="108"/>
                  </a:cxn>
                  <a:cxn ang="0">
                    <a:pos x="61" y="108"/>
                  </a:cxn>
                  <a:cxn ang="0">
                    <a:pos x="61" y="102"/>
                  </a:cxn>
                </a:cxnLst>
                <a:rect l="0" t="0" r="r" b="b"/>
                <a:pathLst>
                  <a:path w="117" h="108">
                    <a:moveTo>
                      <a:pt x="37" y="7"/>
                    </a:moveTo>
                    <a:cubicBezTo>
                      <a:pt x="37" y="7"/>
                      <a:pt x="37" y="7"/>
                      <a:pt x="37" y="7"/>
                    </a:cubicBezTo>
                    <a:cubicBezTo>
                      <a:pt x="79" y="7"/>
                      <a:pt x="79" y="7"/>
                      <a:pt x="79" y="7"/>
                    </a:cubicBezTo>
                    <a:cubicBezTo>
                      <a:pt x="79" y="7"/>
                      <a:pt x="80" y="7"/>
                      <a:pt x="80" y="8"/>
                    </a:cubicBezTo>
                    <a:cubicBezTo>
                      <a:pt x="80" y="14"/>
                      <a:pt x="80" y="14"/>
                      <a:pt x="80" y="14"/>
                    </a:cubicBezTo>
                    <a:cubicBezTo>
                      <a:pt x="80" y="14"/>
                      <a:pt x="79" y="14"/>
                      <a:pt x="79" y="14"/>
                    </a:cubicBezTo>
                    <a:cubicBezTo>
                      <a:pt x="37" y="14"/>
                      <a:pt x="37" y="14"/>
                      <a:pt x="37" y="14"/>
                    </a:cubicBezTo>
                    <a:cubicBezTo>
                      <a:pt x="37" y="14"/>
                      <a:pt x="37" y="14"/>
                      <a:pt x="37" y="14"/>
                    </a:cubicBezTo>
                    <a:lnTo>
                      <a:pt x="37" y="7"/>
                    </a:lnTo>
                    <a:close/>
                    <a:moveTo>
                      <a:pt x="61" y="102"/>
                    </a:moveTo>
                    <a:cubicBezTo>
                      <a:pt x="61" y="101"/>
                      <a:pt x="60" y="101"/>
                      <a:pt x="60" y="101"/>
                    </a:cubicBezTo>
                    <a:cubicBezTo>
                      <a:pt x="13" y="101"/>
                      <a:pt x="13" y="101"/>
                      <a:pt x="13" y="101"/>
                    </a:cubicBezTo>
                    <a:cubicBezTo>
                      <a:pt x="11" y="101"/>
                      <a:pt x="10" y="100"/>
                      <a:pt x="10" y="99"/>
                    </a:cubicBezTo>
                    <a:cubicBezTo>
                      <a:pt x="10" y="74"/>
                      <a:pt x="10" y="74"/>
                      <a:pt x="10" y="74"/>
                    </a:cubicBezTo>
                    <a:cubicBezTo>
                      <a:pt x="10" y="74"/>
                      <a:pt x="10" y="73"/>
                      <a:pt x="11" y="73"/>
                    </a:cubicBezTo>
                    <a:cubicBezTo>
                      <a:pt x="17" y="73"/>
                      <a:pt x="17" y="73"/>
                      <a:pt x="17" y="73"/>
                    </a:cubicBezTo>
                    <a:cubicBezTo>
                      <a:pt x="17" y="73"/>
                      <a:pt x="18" y="73"/>
                      <a:pt x="18" y="72"/>
                    </a:cubicBezTo>
                    <a:cubicBezTo>
                      <a:pt x="18" y="66"/>
                      <a:pt x="18" y="66"/>
                      <a:pt x="18" y="66"/>
                    </a:cubicBezTo>
                    <a:cubicBezTo>
                      <a:pt x="18" y="63"/>
                      <a:pt x="18" y="57"/>
                      <a:pt x="24" y="57"/>
                    </a:cubicBezTo>
                    <a:cubicBezTo>
                      <a:pt x="42" y="57"/>
                      <a:pt x="42" y="57"/>
                      <a:pt x="42" y="57"/>
                    </a:cubicBezTo>
                    <a:cubicBezTo>
                      <a:pt x="47" y="57"/>
                      <a:pt x="48" y="63"/>
                      <a:pt x="48" y="66"/>
                    </a:cubicBezTo>
                    <a:cubicBezTo>
                      <a:pt x="48" y="72"/>
                      <a:pt x="48" y="72"/>
                      <a:pt x="48" y="72"/>
                    </a:cubicBezTo>
                    <a:cubicBezTo>
                      <a:pt x="48" y="73"/>
                      <a:pt x="49" y="73"/>
                      <a:pt x="49" y="73"/>
                    </a:cubicBezTo>
                    <a:cubicBezTo>
                      <a:pt x="60" y="73"/>
                      <a:pt x="60" y="73"/>
                      <a:pt x="60" y="73"/>
                    </a:cubicBezTo>
                    <a:cubicBezTo>
                      <a:pt x="61" y="73"/>
                      <a:pt x="61" y="72"/>
                      <a:pt x="61" y="72"/>
                    </a:cubicBezTo>
                    <a:cubicBezTo>
                      <a:pt x="61" y="53"/>
                      <a:pt x="61" y="53"/>
                      <a:pt x="61" y="53"/>
                    </a:cubicBezTo>
                    <a:cubicBezTo>
                      <a:pt x="61" y="48"/>
                      <a:pt x="65" y="45"/>
                      <a:pt x="69" y="45"/>
                    </a:cubicBezTo>
                    <a:cubicBezTo>
                      <a:pt x="96" y="45"/>
                      <a:pt x="96" y="45"/>
                      <a:pt x="96" y="45"/>
                    </a:cubicBezTo>
                    <a:cubicBezTo>
                      <a:pt x="99" y="45"/>
                      <a:pt x="102" y="46"/>
                      <a:pt x="104" y="48"/>
                    </a:cubicBezTo>
                    <a:cubicBezTo>
                      <a:pt x="104" y="48"/>
                      <a:pt x="113" y="55"/>
                      <a:pt x="116" y="58"/>
                    </a:cubicBezTo>
                    <a:cubicBezTo>
                      <a:pt x="116" y="58"/>
                      <a:pt x="117" y="58"/>
                      <a:pt x="117" y="57"/>
                    </a:cubicBezTo>
                    <a:cubicBezTo>
                      <a:pt x="117" y="20"/>
                      <a:pt x="117" y="20"/>
                      <a:pt x="117" y="20"/>
                    </a:cubicBezTo>
                    <a:cubicBezTo>
                      <a:pt x="117" y="17"/>
                      <a:pt x="114" y="14"/>
                      <a:pt x="111" y="14"/>
                    </a:cubicBezTo>
                    <a:cubicBezTo>
                      <a:pt x="87" y="14"/>
                      <a:pt x="87" y="14"/>
                      <a:pt x="87" y="14"/>
                    </a:cubicBezTo>
                    <a:cubicBezTo>
                      <a:pt x="87" y="14"/>
                      <a:pt x="86" y="14"/>
                      <a:pt x="86" y="14"/>
                    </a:cubicBezTo>
                    <a:cubicBezTo>
                      <a:pt x="86" y="7"/>
                      <a:pt x="86" y="7"/>
                      <a:pt x="86" y="7"/>
                    </a:cubicBezTo>
                    <a:cubicBezTo>
                      <a:pt x="86" y="3"/>
                      <a:pt x="83" y="0"/>
                      <a:pt x="80" y="0"/>
                    </a:cubicBezTo>
                    <a:cubicBezTo>
                      <a:pt x="37" y="0"/>
                      <a:pt x="37" y="0"/>
                      <a:pt x="37" y="0"/>
                    </a:cubicBezTo>
                    <a:cubicBezTo>
                      <a:pt x="33" y="0"/>
                      <a:pt x="30" y="3"/>
                      <a:pt x="30" y="7"/>
                    </a:cubicBezTo>
                    <a:cubicBezTo>
                      <a:pt x="30" y="14"/>
                      <a:pt x="30" y="14"/>
                      <a:pt x="30" y="14"/>
                    </a:cubicBezTo>
                    <a:cubicBezTo>
                      <a:pt x="30" y="14"/>
                      <a:pt x="30" y="14"/>
                      <a:pt x="30" y="14"/>
                    </a:cubicBezTo>
                    <a:cubicBezTo>
                      <a:pt x="6" y="14"/>
                      <a:pt x="6" y="14"/>
                      <a:pt x="6" y="14"/>
                    </a:cubicBezTo>
                    <a:cubicBezTo>
                      <a:pt x="2" y="14"/>
                      <a:pt x="0" y="17"/>
                      <a:pt x="0" y="20"/>
                    </a:cubicBezTo>
                    <a:cubicBezTo>
                      <a:pt x="0" y="67"/>
                      <a:pt x="0" y="67"/>
                      <a:pt x="0" y="67"/>
                    </a:cubicBezTo>
                    <a:cubicBezTo>
                      <a:pt x="0" y="70"/>
                      <a:pt x="1" y="71"/>
                      <a:pt x="3" y="72"/>
                    </a:cubicBezTo>
                    <a:cubicBezTo>
                      <a:pt x="3" y="73"/>
                      <a:pt x="4" y="73"/>
                      <a:pt x="4" y="74"/>
                    </a:cubicBezTo>
                    <a:cubicBezTo>
                      <a:pt x="4" y="99"/>
                      <a:pt x="4" y="99"/>
                      <a:pt x="4" y="99"/>
                    </a:cubicBezTo>
                    <a:cubicBezTo>
                      <a:pt x="4" y="104"/>
                      <a:pt x="8" y="108"/>
                      <a:pt x="13" y="108"/>
                    </a:cubicBezTo>
                    <a:cubicBezTo>
                      <a:pt x="61" y="108"/>
                      <a:pt x="61" y="108"/>
                      <a:pt x="61" y="108"/>
                    </a:cubicBezTo>
                    <a:cubicBezTo>
                      <a:pt x="61" y="108"/>
                      <a:pt x="61" y="108"/>
                      <a:pt x="61" y="108"/>
                    </a:cubicBezTo>
                    <a:lnTo>
                      <a:pt x="61" y="102"/>
                    </a:lnTo>
                    <a:close/>
                  </a:path>
                </a:pathLst>
              </a:custGeom>
              <a:grpFill/>
              <a:ln w="9525">
                <a:noFill/>
                <a:round/>
                <a:headEnd/>
                <a:tailEnd/>
              </a:ln>
            </p:spPr>
            <p:txBody>
              <a:bodyPr anchor="ctr"/>
              <a:lstStyle/>
              <a:p>
                <a:pPr algn="ctr"/>
                <a:endParaRPr>
                  <a:cs typeface="+mn-ea"/>
                  <a:sym typeface="+mn-lt"/>
                </a:endParaRPr>
              </a:p>
            </p:txBody>
          </p:sp>
        </p:grpSp>
      </p:grpSp>
      <p:sp>
        <p:nvSpPr>
          <p:cNvPr id="7" name="矩形 6"/>
          <p:cNvSpPr/>
          <p:nvPr/>
        </p:nvSpPr>
        <p:spPr>
          <a:xfrm>
            <a:off x="1445320" y="1086976"/>
            <a:ext cx="2598670"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b="1" dirty="0">
                <a:solidFill>
                  <a:prstClr val="black"/>
                </a:solidFill>
              </a:rPr>
              <a:t>用来记录与任务相关的信息的数据结构，如任务堆栈指针、任务当前状态、任务优先级等。</a:t>
            </a:r>
            <a:endParaRPr lang="zh-CN" altLang="en-US" b="1" dirty="0"/>
          </a:p>
        </p:txBody>
      </p:sp>
      <p:sp>
        <p:nvSpPr>
          <p:cNvPr id="46" name="矩形 45"/>
          <p:cNvSpPr/>
          <p:nvPr/>
        </p:nvSpPr>
        <p:spPr>
          <a:xfrm>
            <a:off x="1445320" y="2435458"/>
            <a:ext cx="2598670" cy="120032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a:r>
              <a:rPr lang="zh-CN" altLang="en-US" b="1" dirty="0">
                <a:solidFill>
                  <a:prstClr val="black"/>
                </a:solidFill>
              </a:rPr>
              <a:t>记录了任务的全部静态和动态信息</a:t>
            </a:r>
            <a:r>
              <a:rPr lang="zh-CN" altLang="en-US" b="1" dirty="0" smtClean="0">
                <a:solidFill>
                  <a:prstClr val="black"/>
                </a:solidFill>
              </a:rPr>
              <a:t>，每个</a:t>
            </a:r>
            <a:r>
              <a:rPr lang="zh-CN" altLang="en-US" b="1" dirty="0">
                <a:solidFill>
                  <a:prstClr val="black"/>
                </a:solidFill>
              </a:rPr>
              <a:t>任务都必须有各自的任务控制块。</a:t>
            </a:r>
          </a:p>
        </p:txBody>
      </p:sp>
      <p:sp>
        <p:nvSpPr>
          <p:cNvPr id="47" name="矩形 46"/>
          <p:cNvSpPr/>
          <p:nvPr/>
        </p:nvSpPr>
        <p:spPr>
          <a:xfrm>
            <a:off x="1445320" y="3868765"/>
            <a:ext cx="2598670" cy="6463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b="1" dirty="0">
                <a:solidFill>
                  <a:prstClr val="black"/>
                </a:solidFill>
              </a:rPr>
              <a:t>多任务操作系统中</a:t>
            </a:r>
            <a:r>
              <a:rPr lang="zh-CN" altLang="en-US" b="1" dirty="0" smtClean="0">
                <a:solidFill>
                  <a:prstClr val="black"/>
                </a:solidFill>
              </a:rPr>
              <a:t>，每个任务都有名字</a:t>
            </a:r>
            <a:endParaRPr lang="zh-CN" altLang="en-US" b="1" dirty="0"/>
          </a:p>
        </p:txBody>
      </p:sp>
      <p:grpSp>
        <p:nvGrpSpPr>
          <p:cNvPr id="49" name="Group 45"/>
          <p:cNvGrpSpPr/>
          <p:nvPr/>
        </p:nvGrpSpPr>
        <p:grpSpPr>
          <a:xfrm>
            <a:off x="4805549" y="1275606"/>
            <a:ext cx="531759" cy="531759"/>
            <a:chOff x="6143330" y="1459595"/>
            <a:chExt cx="638470" cy="638470"/>
          </a:xfrm>
        </p:grpSpPr>
        <p:sp>
          <p:nvSpPr>
            <p:cNvPr id="53" name="Oval 46"/>
            <p:cNvSpPr/>
            <p:nvPr/>
          </p:nvSpPr>
          <p:spPr>
            <a:xfrm rot="18900000">
              <a:off x="6143330" y="1459595"/>
              <a:ext cx="638470" cy="63847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54" name="Group 47"/>
            <p:cNvGrpSpPr/>
            <p:nvPr/>
          </p:nvGrpSpPr>
          <p:grpSpPr>
            <a:xfrm>
              <a:off x="6308820" y="1602113"/>
              <a:ext cx="307491" cy="353435"/>
              <a:chOff x="5130801" y="1333499"/>
              <a:chExt cx="276225" cy="317500"/>
            </a:xfrm>
            <a:solidFill>
              <a:schemeClr val="bg1"/>
            </a:solidFill>
          </p:grpSpPr>
          <p:sp>
            <p:nvSpPr>
              <p:cNvPr id="55" name="Freeform: Shape 48"/>
              <p:cNvSpPr>
                <a:spLocks/>
              </p:cNvSpPr>
              <p:nvPr/>
            </p:nvSpPr>
            <p:spPr bwMode="auto">
              <a:xfrm>
                <a:off x="5167313" y="1333499"/>
                <a:ext cx="203200" cy="166688"/>
              </a:xfrm>
              <a:custGeom>
                <a:avLst/>
                <a:gdLst/>
                <a:ahLst/>
                <a:cxnLst>
                  <a:cxn ang="0">
                    <a:pos x="44" y="12"/>
                  </a:cxn>
                  <a:cxn ang="0">
                    <a:pos x="17" y="28"/>
                  </a:cxn>
                  <a:cxn ang="0">
                    <a:pos x="16" y="28"/>
                  </a:cxn>
                  <a:cxn ang="0">
                    <a:pos x="15" y="28"/>
                  </a:cxn>
                  <a:cxn ang="0">
                    <a:pos x="14" y="27"/>
                  </a:cxn>
                  <a:cxn ang="0">
                    <a:pos x="42" y="6"/>
                  </a:cxn>
                  <a:cxn ang="0">
                    <a:pos x="46" y="6"/>
                  </a:cxn>
                  <a:cxn ang="0">
                    <a:pos x="74" y="27"/>
                  </a:cxn>
                  <a:cxn ang="0">
                    <a:pos x="73" y="28"/>
                  </a:cxn>
                  <a:cxn ang="0">
                    <a:pos x="72" y="28"/>
                  </a:cxn>
                  <a:cxn ang="0">
                    <a:pos x="71" y="28"/>
                  </a:cxn>
                  <a:cxn ang="0">
                    <a:pos x="44" y="12"/>
                  </a:cxn>
                  <a:cxn ang="0">
                    <a:pos x="81" y="27"/>
                  </a:cxn>
                  <a:cxn ang="0">
                    <a:pos x="46" y="0"/>
                  </a:cxn>
                  <a:cxn ang="0">
                    <a:pos x="42" y="0"/>
                  </a:cxn>
                  <a:cxn ang="0">
                    <a:pos x="8" y="27"/>
                  </a:cxn>
                  <a:cxn ang="0">
                    <a:pos x="6" y="28"/>
                  </a:cxn>
                  <a:cxn ang="0">
                    <a:pos x="0" y="42"/>
                  </a:cxn>
                  <a:cxn ang="0">
                    <a:pos x="0" y="48"/>
                  </a:cxn>
                  <a:cxn ang="0">
                    <a:pos x="8" y="58"/>
                  </a:cxn>
                  <a:cxn ang="0">
                    <a:pos x="15" y="58"/>
                  </a:cxn>
                  <a:cxn ang="0">
                    <a:pos x="17" y="58"/>
                  </a:cxn>
                  <a:cxn ang="0">
                    <a:pos x="18" y="58"/>
                  </a:cxn>
                  <a:cxn ang="0">
                    <a:pos x="44" y="73"/>
                  </a:cxn>
                  <a:cxn ang="0">
                    <a:pos x="70" y="58"/>
                  </a:cxn>
                  <a:cxn ang="0">
                    <a:pos x="71" y="58"/>
                  </a:cxn>
                  <a:cxn ang="0">
                    <a:pos x="73" y="58"/>
                  </a:cxn>
                  <a:cxn ang="0">
                    <a:pos x="80" y="58"/>
                  </a:cxn>
                  <a:cxn ang="0">
                    <a:pos x="88" y="48"/>
                  </a:cxn>
                  <a:cxn ang="0">
                    <a:pos x="88" y="42"/>
                  </a:cxn>
                  <a:cxn ang="0">
                    <a:pos x="82" y="28"/>
                  </a:cxn>
                  <a:cxn ang="0">
                    <a:pos x="81" y="27"/>
                  </a:cxn>
                </a:cxnLst>
                <a:rect l="0" t="0" r="r" b="b"/>
                <a:pathLst>
                  <a:path w="88" h="73">
                    <a:moveTo>
                      <a:pt x="44" y="12"/>
                    </a:moveTo>
                    <a:cubicBezTo>
                      <a:pt x="32" y="12"/>
                      <a:pt x="22" y="18"/>
                      <a:pt x="17" y="28"/>
                    </a:cubicBezTo>
                    <a:cubicBezTo>
                      <a:pt x="17" y="28"/>
                      <a:pt x="17" y="28"/>
                      <a:pt x="16" y="28"/>
                    </a:cubicBezTo>
                    <a:cubicBezTo>
                      <a:pt x="16" y="28"/>
                      <a:pt x="15" y="28"/>
                      <a:pt x="15" y="28"/>
                    </a:cubicBezTo>
                    <a:cubicBezTo>
                      <a:pt x="15" y="28"/>
                      <a:pt x="14" y="28"/>
                      <a:pt x="14" y="27"/>
                    </a:cubicBezTo>
                    <a:cubicBezTo>
                      <a:pt x="15" y="15"/>
                      <a:pt x="28" y="6"/>
                      <a:pt x="42" y="6"/>
                    </a:cubicBezTo>
                    <a:cubicBezTo>
                      <a:pt x="46" y="6"/>
                      <a:pt x="46" y="6"/>
                      <a:pt x="46" y="6"/>
                    </a:cubicBezTo>
                    <a:cubicBezTo>
                      <a:pt x="60" y="6"/>
                      <a:pt x="72" y="15"/>
                      <a:pt x="74" y="27"/>
                    </a:cubicBezTo>
                    <a:cubicBezTo>
                      <a:pt x="74" y="27"/>
                      <a:pt x="74" y="28"/>
                      <a:pt x="73" y="28"/>
                    </a:cubicBezTo>
                    <a:cubicBezTo>
                      <a:pt x="73" y="28"/>
                      <a:pt x="73" y="28"/>
                      <a:pt x="72" y="28"/>
                    </a:cubicBezTo>
                    <a:cubicBezTo>
                      <a:pt x="72" y="28"/>
                      <a:pt x="71" y="28"/>
                      <a:pt x="71" y="28"/>
                    </a:cubicBezTo>
                    <a:cubicBezTo>
                      <a:pt x="66" y="18"/>
                      <a:pt x="56" y="12"/>
                      <a:pt x="44" y="12"/>
                    </a:cubicBezTo>
                    <a:moveTo>
                      <a:pt x="81" y="27"/>
                    </a:moveTo>
                    <a:cubicBezTo>
                      <a:pt x="79" y="12"/>
                      <a:pt x="64" y="0"/>
                      <a:pt x="46" y="0"/>
                    </a:cubicBezTo>
                    <a:cubicBezTo>
                      <a:pt x="42" y="0"/>
                      <a:pt x="42" y="0"/>
                      <a:pt x="42" y="0"/>
                    </a:cubicBezTo>
                    <a:cubicBezTo>
                      <a:pt x="24" y="0"/>
                      <a:pt x="9" y="11"/>
                      <a:pt x="8" y="27"/>
                    </a:cubicBezTo>
                    <a:cubicBezTo>
                      <a:pt x="7" y="28"/>
                      <a:pt x="7" y="28"/>
                      <a:pt x="6" y="28"/>
                    </a:cubicBezTo>
                    <a:cubicBezTo>
                      <a:pt x="4" y="29"/>
                      <a:pt x="0" y="32"/>
                      <a:pt x="0" y="42"/>
                    </a:cubicBezTo>
                    <a:cubicBezTo>
                      <a:pt x="0" y="48"/>
                      <a:pt x="0" y="48"/>
                      <a:pt x="0" y="48"/>
                    </a:cubicBezTo>
                    <a:cubicBezTo>
                      <a:pt x="0" y="56"/>
                      <a:pt x="6" y="58"/>
                      <a:pt x="8" y="58"/>
                    </a:cubicBezTo>
                    <a:cubicBezTo>
                      <a:pt x="15" y="58"/>
                      <a:pt x="15" y="58"/>
                      <a:pt x="15" y="58"/>
                    </a:cubicBezTo>
                    <a:cubicBezTo>
                      <a:pt x="16" y="58"/>
                      <a:pt x="16" y="57"/>
                      <a:pt x="17" y="58"/>
                    </a:cubicBezTo>
                    <a:cubicBezTo>
                      <a:pt x="17" y="58"/>
                      <a:pt x="18" y="58"/>
                      <a:pt x="18" y="58"/>
                    </a:cubicBezTo>
                    <a:cubicBezTo>
                      <a:pt x="23" y="67"/>
                      <a:pt x="33" y="73"/>
                      <a:pt x="44" y="73"/>
                    </a:cubicBezTo>
                    <a:cubicBezTo>
                      <a:pt x="55" y="73"/>
                      <a:pt x="65" y="67"/>
                      <a:pt x="70" y="58"/>
                    </a:cubicBezTo>
                    <a:cubicBezTo>
                      <a:pt x="70" y="58"/>
                      <a:pt x="71" y="58"/>
                      <a:pt x="71" y="58"/>
                    </a:cubicBezTo>
                    <a:cubicBezTo>
                      <a:pt x="72" y="57"/>
                      <a:pt x="72" y="58"/>
                      <a:pt x="73" y="58"/>
                    </a:cubicBezTo>
                    <a:cubicBezTo>
                      <a:pt x="80" y="58"/>
                      <a:pt x="80" y="58"/>
                      <a:pt x="80" y="58"/>
                    </a:cubicBezTo>
                    <a:cubicBezTo>
                      <a:pt x="83" y="58"/>
                      <a:pt x="88" y="56"/>
                      <a:pt x="88" y="48"/>
                    </a:cubicBezTo>
                    <a:cubicBezTo>
                      <a:pt x="88" y="42"/>
                      <a:pt x="88" y="42"/>
                      <a:pt x="88" y="42"/>
                    </a:cubicBezTo>
                    <a:cubicBezTo>
                      <a:pt x="88" y="32"/>
                      <a:pt x="84" y="29"/>
                      <a:pt x="82" y="28"/>
                    </a:cubicBezTo>
                    <a:cubicBezTo>
                      <a:pt x="81" y="28"/>
                      <a:pt x="81" y="28"/>
                      <a:pt x="81" y="27"/>
                    </a:cubicBezTo>
                  </a:path>
                </a:pathLst>
              </a:custGeom>
              <a:grpFill/>
              <a:ln w="9525">
                <a:noFill/>
                <a:round/>
                <a:headEnd/>
                <a:tailEnd/>
              </a:ln>
            </p:spPr>
            <p:txBody>
              <a:bodyPr anchor="ctr"/>
              <a:lstStyle/>
              <a:p>
                <a:pPr algn="ctr"/>
                <a:endParaRPr>
                  <a:cs typeface="+mn-ea"/>
                  <a:sym typeface="+mn-lt"/>
                </a:endParaRPr>
              </a:p>
            </p:txBody>
          </p:sp>
          <p:sp>
            <p:nvSpPr>
              <p:cNvPr id="56" name="Freeform: Shape 49"/>
              <p:cNvSpPr>
                <a:spLocks/>
              </p:cNvSpPr>
              <p:nvPr/>
            </p:nvSpPr>
            <p:spPr bwMode="auto">
              <a:xfrm>
                <a:off x="5130801" y="1519236"/>
                <a:ext cx="276225" cy="131763"/>
              </a:xfrm>
              <a:custGeom>
                <a:avLst/>
                <a:gdLst/>
                <a:ahLst/>
                <a:cxnLst>
                  <a:cxn ang="0">
                    <a:pos x="85" y="26"/>
                  </a:cxn>
                  <a:cxn ang="0">
                    <a:pos x="82" y="28"/>
                  </a:cxn>
                  <a:cxn ang="0">
                    <a:pos x="67" y="28"/>
                  </a:cxn>
                  <a:cxn ang="0">
                    <a:pos x="65" y="26"/>
                  </a:cxn>
                  <a:cxn ang="0">
                    <a:pos x="65" y="22"/>
                  </a:cxn>
                  <a:cxn ang="0">
                    <a:pos x="67" y="20"/>
                  </a:cxn>
                  <a:cxn ang="0">
                    <a:pos x="82" y="20"/>
                  </a:cxn>
                  <a:cxn ang="0">
                    <a:pos x="85" y="22"/>
                  </a:cxn>
                  <a:cxn ang="0">
                    <a:pos x="85" y="26"/>
                  </a:cxn>
                  <a:cxn ang="0">
                    <a:pos x="119" y="54"/>
                  </a:cxn>
                  <a:cxn ang="0">
                    <a:pos x="99" y="11"/>
                  </a:cxn>
                  <a:cxn ang="0">
                    <a:pos x="85" y="0"/>
                  </a:cxn>
                  <a:cxn ang="0">
                    <a:pos x="36" y="0"/>
                  </a:cxn>
                  <a:cxn ang="0">
                    <a:pos x="35" y="0"/>
                  </a:cxn>
                  <a:cxn ang="0">
                    <a:pos x="22" y="11"/>
                  </a:cxn>
                  <a:cxn ang="0">
                    <a:pos x="1" y="54"/>
                  </a:cxn>
                  <a:cxn ang="0">
                    <a:pos x="4" y="58"/>
                  </a:cxn>
                  <a:cxn ang="0">
                    <a:pos x="19" y="58"/>
                  </a:cxn>
                  <a:cxn ang="0">
                    <a:pos x="22" y="55"/>
                  </a:cxn>
                  <a:cxn ang="0">
                    <a:pos x="31" y="39"/>
                  </a:cxn>
                  <a:cxn ang="0">
                    <a:pos x="33" y="40"/>
                  </a:cxn>
                  <a:cxn ang="0">
                    <a:pos x="34" y="54"/>
                  </a:cxn>
                  <a:cxn ang="0">
                    <a:pos x="36" y="58"/>
                  </a:cxn>
                  <a:cxn ang="0">
                    <a:pos x="86" y="58"/>
                  </a:cxn>
                  <a:cxn ang="0">
                    <a:pos x="90" y="53"/>
                  </a:cxn>
                  <a:cxn ang="0">
                    <a:pos x="90" y="40"/>
                  </a:cxn>
                  <a:cxn ang="0">
                    <a:pos x="92" y="39"/>
                  </a:cxn>
                  <a:cxn ang="0">
                    <a:pos x="100" y="55"/>
                  </a:cxn>
                  <a:cxn ang="0">
                    <a:pos x="104" y="58"/>
                  </a:cxn>
                  <a:cxn ang="0">
                    <a:pos x="116" y="58"/>
                  </a:cxn>
                  <a:cxn ang="0">
                    <a:pos x="119" y="54"/>
                  </a:cxn>
                </a:cxnLst>
                <a:rect l="0" t="0" r="r" b="b"/>
                <a:pathLst>
                  <a:path w="120" h="58">
                    <a:moveTo>
                      <a:pt x="85" y="26"/>
                    </a:moveTo>
                    <a:cubicBezTo>
                      <a:pt x="85" y="27"/>
                      <a:pt x="84" y="28"/>
                      <a:pt x="82" y="28"/>
                    </a:cubicBezTo>
                    <a:cubicBezTo>
                      <a:pt x="67" y="28"/>
                      <a:pt x="67" y="28"/>
                      <a:pt x="67" y="28"/>
                    </a:cubicBezTo>
                    <a:cubicBezTo>
                      <a:pt x="66" y="28"/>
                      <a:pt x="65" y="27"/>
                      <a:pt x="65" y="26"/>
                    </a:cubicBezTo>
                    <a:cubicBezTo>
                      <a:pt x="65" y="22"/>
                      <a:pt x="65" y="22"/>
                      <a:pt x="65" y="22"/>
                    </a:cubicBezTo>
                    <a:cubicBezTo>
                      <a:pt x="65" y="21"/>
                      <a:pt x="66" y="20"/>
                      <a:pt x="67" y="20"/>
                    </a:cubicBezTo>
                    <a:cubicBezTo>
                      <a:pt x="82" y="20"/>
                      <a:pt x="82" y="20"/>
                      <a:pt x="82" y="20"/>
                    </a:cubicBezTo>
                    <a:cubicBezTo>
                      <a:pt x="84" y="20"/>
                      <a:pt x="85" y="21"/>
                      <a:pt x="85" y="22"/>
                    </a:cubicBezTo>
                    <a:lnTo>
                      <a:pt x="85" y="26"/>
                    </a:lnTo>
                    <a:close/>
                    <a:moveTo>
                      <a:pt x="119" y="54"/>
                    </a:moveTo>
                    <a:cubicBezTo>
                      <a:pt x="99" y="11"/>
                      <a:pt x="99" y="11"/>
                      <a:pt x="99" y="11"/>
                    </a:cubicBezTo>
                    <a:cubicBezTo>
                      <a:pt x="98" y="9"/>
                      <a:pt x="94" y="0"/>
                      <a:pt x="85" y="0"/>
                    </a:cubicBezTo>
                    <a:cubicBezTo>
                      <a:pt x="83" y="0"/>
                      <a:pt x="38" y="0"/>
                      <a:pt x="36" y="0"/>
                    </a:cubicBezTo>
                    <a:cubicBezTo>
                      <a:pt x="35" y="0"/>
                      <a:pt x="35" y="0"/>
                      <a:pt x="35" y="0"/>
                    </a:cubicBezTo>
                    <a:cubicBezTo>
                      <a:pt x="25" y="0"/>
                      <a:pt x="22" y="9"/>
                      <a:pt x="22" y="11"/>
                    </a:cubicBezTo>
                    <a:cubicBezTo>
                      <a:pt x="1" y="54"/>
                      <a:pt x="1" y="54"/>
                      <a:pt x="1" y="54"/>
                    </a:cubicBezTo>
                    <a:cubicBezTo>
                      <a:pt x="0" y="56"/>
                      <a:pt x="1" y="58"/>
                      <a:pt x="4" y="58"/>
                    </a:cubicBezTo>
                    <a:cubicBezTo>
                      <a:pt x="19" y="58"/>
                      <a:pt x="19" y="58"/>
                      <a:pt x="19" y="58"/>
                    </a:cubicBezTo>
                    <a:cubicBezTo>
                      <a:pt x="22" y="58"/>
                      <a:pt x="22" y="55"/>
                      <a:pt x="22" y="55"/>
                    </a:cubicBezTo>
                    <a:cubicBezTo>
                      <a:pt x="31" y="39"/>
                      <a:pt x="31" y="39"/>
                      <a:pt x="31" y="39"/>
                    </a:cubicBezTo>
                    <a:cubicBezTo>
                      <a:pt x="31" y="39"/>
                      <a:pt x="33" y="34"/>
                      <a:pt x="33" y="40"/>
                    </a:cubicBezTo>
                    <a:cubicBezTo>
                      <a:pt x="33" y="45"/>
                      <a:pt x="34" y="48"/>
                      <a:pt x="34" y="54"/>
                    </a:cubicBezTo>
                    <a:cubicBezTo>
                      <a:pt x="34" y="56"/>
                      <a:pt x="34" y="58"/>
                      <a:pt x="36" y="58"/>
                    </a:cubicBezTo>
                    <a:cubicBezTo>
                      <a:pt x="86" y="58"/>
                      <a:pt x="86" y="58"/>
                      <a:pt x="86" y="58"/>
                    </a:cubicBezTo>
                    <a:cubicBezTo>
                      <a:pt x="90" y="58"/>
                      <a:pt x="90" y="56"/>
                      <a:pt x="90" y="53"/>
                    </a:cubicBezTo>
                    <a:cubicBezTo>
                      <a:pt x="90" y="46"/>
                      <a:pt x="90" y="44"/>
                      <a:pt x="90" y="40"/>
                    </a:cubicBezTo>
                    <a:cubicBezTo>
                      <a:pt x="90" y="35"/>
                      <a:pt x="92" y="39"/>
                      <a:pt x="92" y="39"/>
                    </a:cubicBezTo>
                    <a:cubicBezTo>
                      <a:pt x="100" y="55"/>
                      <a:pt x="100" y="55"/>
                      <a:pt x="100" y="55"/>
                    </a:cubicBezTo>
                    <a:cubicBezTo>
                      <a:pt x="100" y="55"/>
                      <a:pt x="101" y="58"/>
                      <a:pt x="104" y="58"/>
                    </a:cubicBezTo>
                    <a:cubicBezTo>
                      <a:pt x="116" y="58"/>
                      <a:pt x="116" y="58"/>
                      <a:pt x="116" y="58"/>
                    </a:cubicBezTo>
                    <a:cubicBezTo>
                      <a:pt x="119" y="58"/>
                      <a:pt x="120" y="56"/>
                      <a:pt x="119" y="54"/>
                    </a:cubicBezTo>
                  </a:path>
                </a:pathLst>
              </a:custGeom>
              <a:grpFill/>
              <a:ln w="9525">
                <a:noFill/>
                <a:round/>
                <a:headEnd/>
                <a:tailEnd/>
              </a:ln>
            </p:spPr>
            <p:txBody>
              <a:bodyPr anchor="ctr"/>
              <a:lstStyle/>
              <a:p>
                <a:pPr algn="ctr"/>
                <a:endParaRPr>
                  <a:cs typeface="+mn-ea"/>
                  <a:sym typeface="+mn-lt"/>
                </a:endParaRPr>
              </a:p>
            </p:txBody>
          </p:sp>
        </p:grpSp>
      </p:grpSp>
      <p:grpSp>
        <p:nvGrpSpPr>
          <p:cNvPr id="58" name="Group 71"/>
          <p:cNvGrpSpPr/>
          <p:nvPr/>
        </p:nvGrpSpPr>
        <p:grpSpPr>
          <a:xfrm>
            <a:off x="4805549" y="2616266"/>
            <a:ext cx="531759" cy="531759"/>
            <a:chOff x="6143330" y="2684962"/>
            <a:chExt cx="638470" cy="638470"/>
          </a:xfrm>
        </p:grpSpPr>
        <p:sp>
          <p:nvSpPr>
            <p:cNvPr id="62" name="Oval 72"/>
            <p:cNvSpPr/>
            <p:nvPr/>
          </p:nvSpPr>
          <p:spPr>
            <a:xfrm rot="18900000">
              <a:off x="6143330" y="2684962"/>
              <a:ext cx="638470" cy="63847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63" name="Freeform: Shape 73"/>
            <p:cNvSpPr>
              <a:spLocks/>
            </p:cNvSpPr>
            <p:nvPr/>
          </p:nvSpPr>
          <p:spPr bwMode="auto">
            <a:xfrm>
              <a:off x="6275216" y="2824473"/>
              <a:ext cx="374698" cy="359448"/>
            </a:xfrm>
            <a:custGeom>
              <a:avLst/>
              <a:gdLst/>
              <a:ahLst/>
              <a:cxnLst>
                <a:cxn ang="0">
                  <a:pos x="64" y="93"/>
                </a:cxn>
                <a:cxn ang="0">
                  <a:pos x="67" y="106"/>
                </a:cxn>
                <a:cxn ang="0">
                  <a:pos x="62" y="113"/>
                </a:cxn>
                <a:cxn ang="0">
                  <a:pos x="49" y="101"/>
                </a:cxn>
                <a:cxn ang="0">
                  <a:pos x="78" y="71"/>
                </a:cxn>
                <a:cxn ang="0">
                  <a:pos x="65" y="74"/>
                </a:cxn>
                <a:cxn ang="0">
                  <a:pos x="70" y="70"/>
                </a:cxn>
                <a:cxn ang="0">
                  <a:pos x="20" y="68"/>
                </a:cxn>
                <a:cxn ang="0">
                  <a:pos x="10" y="70"/>
                </a:cxn>
                <a:cxn ang="0">
                  <a:pos x="28" y="85"/>
                </a:cxn>
                <a:cxn ang="0">
                  <a:pos x="7" y="87"/>
                </a:cxn>
                <a:cxn ang="0">
                  <a:pos x="2" y="87"/>
                </a:cxn>
                <a:cxn ang="0">
                  <a:pos x="6" y="99"/>
                </a:cxn>
                <a:cxn ang="0">
                  <a:pos x="3" y="103"/>
                </a:cxn>
                <a:cxn ang="0">
                  <a:pos x="83" y="76"/>
                </a:cxn>
                <a:cxn ang="0">
                  <a:pos x="119" y="55"/>
                </a:cxn>
                <a:cxn ang="0">
                  <a:pos x="73" y="105"/>
                </a:cxn>
                <a:cxn ang="0">
                  <a:pos x="97" y="90"/>
                </a:cxn>
                <a:cxn ang="0">
                  <a:pos x="96" y="81"/>
                </a:cxn>
                <a:cxn ang="0">
                  <a:pos x="97" y="71"/>
                </a:cxn>
                <a:cxn ang="0">
                  <a:pos x="83" y="58"/>
                </a:cxn>
                <a:cxn ang="0">
                  <a:pos x="79" y="37"/>
                </a:cxn>
                <a:cxn ang="0">
                  <a:pos x="82" y="11"/>
                </a:cxn>
                <a:cxn ang="0">
                  <a:pos x="59" y="11"/>
                </a:cxn>
                <a:cxn ang="0">
                  <a:pos x="62" y="33"/>
                </a:cxn>
                <a:cxn ang="0">
                  <a:pos x="60" y="44"/>
                </a:cxn>
                <a:cxn ang="0">
                  <a:pos x="41" y="47"/>
                </a:cxn>
                <a:cxn ang="0">
                  <a:pos x="56" y="61"/>
                </a:cxn>
                <a:cxn ang="0">
                  <a:pos x="48" y="70"/>
                </a:cxn>
                <a:cxn ang="0">
                  <a:pos x="47" y="61"/>
                </a:cxn>
                <a:cxn ang="0">
                  <a:pos x="22" y="33"/>
                </a:cxn>
                <a:cxn ang="0">
                  <a:pos x="17" y="62"/>
                </a:cxn>
                <a:cxn ang="0">
                  <a:pos x="11" y="63"/>
                </a:cxn>
                <a:cxn ang="0">
                  <a:pos x="65" y="0"/>
                </a:cxn>
              </a:cxnLst>
              <a:rect l="0" t="0" r="r" b="b"/>
              <a:pathLst>
                <a:path w="119" h="114">
                  <a:moveTo>
                    <a:pt x="49" y="99"/>
                  </a:moveTo>
                  <a:cubicBezTo>
                    <a:pt x="64" y="93"/>
                    <a:pt x="64" y="93"/>
                    <a:pt x="64" y="93"/>
                  </a:cubicBezTo>
                  <a:cubicBezTo>
                    <a:pt x="65" y="93"/>
                    <a:pt x="66" y="94"/>
                    <a:pt x="66" y="94"/>
                  </a:cubicBezTo>
                  <a:cubicBezTo>
                    <a:pt x="67" y="106"/>
                    <a:pt x="67" y="106"/>
                    <a:pt x="67" y="106"/>
                  </a:cubicBezTo>
                  <a:cubicBezTo>
                    <a:pt x="67" y="109"/>
                    <a:pt x="66" y="111"/>
                    <a:pt x="63" y="113"/>
                  </a:cubicBezTo>
                  <a:cubicBezTo>
                    <a:pt x="62" y="113"/>
                    <a:pt x="62" y="113"/>
                    <a:pt x="62" y="113"/>
                  </a:cubicBezTo>
                  <a:cubicBezTo>
                    <a:pt x="61" y="114"/>
                    <a:pt x="60" y="113"/>
                    <a:pt x="59" y="113"/>
                  </a:cubicBezTo>
                  <a:cubicBezTo>
                    <a:pt x="49" y="101"/>
                    <a:pt x="49" y="101"/>
                    <a:pt x="49" y="101"/>
                  </a:cubicBezTo>
                  <a:cubicBezTo>
                    <a:pt x="48" y="100"/>
                    <a:pt x="48" y="99"/>
                    <a:pt x="49" y="99"/>
                  </a:cubicBezTo>
                  <a:moveTo>
                    <a:pt x="78" y="71"/>
                  </a:moveTo>
                  <a:cubicBezTo>
                    <a:pt x="65" y="77"/>
                    <a:pt x="65" y="77"/>
                    <a:pt x="65" y="77"/>
                  </a:cubicBezTo>
                  <a:cubicBezTo>
                    <a:pt x="65" y="74"/>
                    <a:pt x="65" y="74"/>
                    <a:pt x="65" y="74"/>
                  </a:cubicBezTo>
                  <a:cubicBezTo>
                    <a:pt x="74" y="70"/>
                    <a:pt x="74" y="70"/>
                    <a:pt x="74" y="70"/>
                  </a:cubicBezTo>
                  <a:cubicBezTo>
                    <a:pt x="73" y="70"/>
                    <a:pt x="71" y="70"/>
                    <a:pt x="70" y="70"/>
                  </a:cubicBezTo>
                  <a:cubicBezTo>
                    <a:pt x="65" y="70"/>
                    <a:pt x="57" y="72"/>
                    <a:pt x="48" y="76"/>
                  </a:cubicBezTo>
                  <a:cubicBezTo>
                    <a:pt x="20" y="68"/>
                    <a:pt x="20" y="68"/>
                    <a:pt x="20" y="68"/>
                  </a:cubicBezTo>
                  <a:cubicBezTo>
                    <a:pt x="17" y="68"/>
                    <a:pt x="14" y="68"/>
                    <a:pt x="12" y="70"/>
                  </a:cubicBezTo>
                  <a:cubicBezTo>
                    <a:pt x="10" y="70"/>
                    <a:pt x="10" y="70"/>
                    <a:pt x="10" y="70"/>
                  </a:cubicBezTo>
                  <a:cubicBezTo>
                    <a:pt x="9" y="71"/>
                    <a:pt x="9" y="73"/>
                    <a:pt x="10" y="74"/>
                  </a:cubicBezTo>
                  <a:cubicBezTo>
                    <a:pt x="28" y="85"/>
                    <a:pt x="28" y="85"/>
                    <a:pt x="28" y="85"/>
                  </a:cubicBezTo>
                  <a:cubicBezTo>
                    <a:pt x="23" y="87"/>
                    <a:pt x="20" y="90"/>
                    <a:pt x="16" y="92"/>
                  </a:cubicBezTo>
                  <a:cubicBezTo>
                    <a:pt x="7" y="87"/>
                    <a:pt x="7" y="87"/>
                    <a:pt x="7" y="87"/>
                  </a:cubicBezTo>
                  <a:cubicBezTo>
                    <a:pt x="6" y="86"/>
                    <a:pt x="4" y="86"/>
                    <a:pt x="3" y="87"/>
                  </a:cubicBezTo>
                  <a:cubicBezTo>
                    <a:pt x="2" y="87"/>
                    <a:pt x="2" y="87"/>
                    <a:pt x="2" y="87"/>
                  </a:cubicBezTo>
                  <a:cubicBezTo>
                    <a:pt x="1" y="88"/>
                    <a:pt x="0" y="89"/>
                    <a:pt x="1" y="90"/>
                  </a:cubicBezTo>
                  <a:cubicBezTo>
                    <a:pt x="6" y="99"/>
                    <a:pt x="6" y="99"/>
                    <a:pt x="6" y="99"/>
                  </a:cubicBezTo>
                  <a:cubicBezTo>
                    <a:pt x="6" y="99"/>
                    <a:pt x="6" y="99"/>
                    <a:pt x="6" y="99"/>
                  </a:cubicBezTo>
                  <a:cubicBezTo>
                    <a:pt x="4" y="100"/>
                    <a:pt x="3" y="102"/>
                    <a:pt x="3" y="103"/>
                  </a:cubicBezTo>
                  <a:cubicBezTo>
                    <a:pt x="3" y="105"/>
                    <a:pt x="6" y="106"/>
                    <a:pt x="9" y="106"/>
                  </a:cubicBezTo>
                  <a:cubicBezTo>
                    <a:pt x="14" y="106"/>
                    <a:pt x="83" y="90"/>
                    <a:pt x="83" y="76"/>
                  </a:cubicBezTo>
                  <a:cubicBezTo>
                    <a:pt x="83" y="73"/>
                    <a:pt x="81" y="72"/>
                    <a:pt x="78" y="71"/>
                  </a:cubicBezTo>
                  <a:moveTo>
                    <a:pt x="119" y="55"/>
                  </a:moveTo>
                  <a:cubicBezTo>
                    <a:pt x="119" y="82"/>
                    <a:pt x="99" y="105"/>
                    <a:pt x="73" y="109"/>
                  </a:cubicBezTo>
                  <a:cubicBezTo>
                    <a:pt x="73" y="108"/>
                    <a:pt x="73" y="106"/>
                    <a:pt x="73" y="105"/>
                  </a:cubicBezTo>
                  <a:cubicBezTo>
                    <a:pt x="73" y="105"/>
                    <a:pt x="73" y="104"/>
                    <a:pt x="73" y="102"/>
                  </a:cubicBezTo>
                  <a:cubicBezTo>
                    <a:pt x="82" y="100"/>
                    <a:pt x="90" y="96"/>
                    <a:pt x="97" y="90"/>
                  </a:cubicBezTo>
                  <a:cubicBezTo>
                    <a:pt x="97" y="90"/>
                    <a:pt x="96" y="89"/>
                    <a:pt x="96" y="89"/>
                  </a:cubicBezTo>
                  <a:cubicBezTo>
                    <a:pt x="94" y="86"/>
                    <a:pt x="96" y="84"/>
                    <a:pt x="96" y="81"/>
                  </a:cubicBezTo>
                  <a:cubicBezTo>
                    <a:pt x="96" y="79"/>
                    <a:pt x="92" y="79"/>
                    <a:pt x="92" y="78"/>
                  </a:cubicBezTo>
                  <a:cubicBezTo>
                    <a:pt x="91" y="73"/>
                    <a:pt x="95" y="73"/>
                    <a:pt x="97" y="71"/>
                  </a:cubicBezTo>
                  <a:cubicBezTo>
                    <a:pt x="99" y="69"/>
                    <a:pt x="95" y="64"/>
                    <a:pt x="92" y="65"/>
                  </a:cubicBezTo>
                  <a:cubicBezTo>
                    <a:pt x="90" y="65"/>
                    <a:pt x="83" y="63"/>
                    <a:pt x="83" y="58"/>
                  </a:cubicBezTo>
                  <a:cubicBezTo>
                    <a:pt x="84" y="51"/>
                    <a:pt x="75" y="52"/>
                    <a:pt x="74" y="49"/>
                  </a:cubicBezTo>
                  <a:cubicBezTo>
                    <a:pt x="72" y="44"/>
                    <a:pt x="75" y="39"/>
                    <a:pt x="79" y="37"/>
                  </a:cubicBezTo>
                  <a:cubicBezTo>
                    <a:pt x="85" y="36"/>
                    <a:pt x="91" y="31"/>
                    <a:pt x="90" y="25"/>
                  </a:cubicBezTo>
                  <a:cubicBezTo>
                    <a:pt x="90" y="19"/>
                    <a:pt x="87" y="14"/>
                    <a:pt x="82" y="11"/>
                  </a:cubicBezTo>
                  <a:cubicBezTo>
                    <a:pt x="78" y="9"/>
                    <a:pt x="73" y="7"/>
                    <a:pt x="67" y="7"/>
                  </a:cubicBezTo>
                  <a:cubicBezTo>
                    <a:pt x="63" y="7"/>
                    <a:pt x="58" y="8"/>
                    <a:pt x="59" y="11"/>
                  </a:cubicBezTo>
                  <a:cubicBezTo>
                    <a:pt x="59" y="16"/>
                    <a:pt x="74" y="17"/>
                    <a:pt x="72" y="22"/>
                  </a:cubicBezTo>
                  <a:cubicBezTo>
                    <a:pt x="70" y="25"/>
                    <a:pt x="60" y="29"/>
                    <a:pt x="62" y="33"/>
                  </a:cubicBezTo>
                  <a:cubicBezTo>
                    <a:pt x="63" y="35"/>
                    <a:pt x="66" y="33"/>
                    <a:pt x="65" y="38"/>
                  </a:cubicBezTo>
                  <a:cubicBezTo>
                    <a:pt x="65" y="40"/>
                    <a:pt x="63" y="44"/>
                    <a:pt x="60" y="44"/>
                  </a:cubicBezTo>
                  <a:cubicBezTo>
                    <a:pt x="57" y="45"/>
                    <a:pt x="54" y="37"/>
                    <a:pt x="46" y="36"/>
                  </a:cubicBezTo>
                  <a:cubicBezTo>
                    <a:pt x="42" y="36"/>
                    <a:pt x="36" y="42"/>
                    <a:pt x="41" y="47"/>
                  </a:cubicBezTo>
                  <a:cubicBezTo>
                    <a:pt x="44" y="50"/>
                    <a:pt x="49" y="44"/>
                    <a:pt x="51" y="48"/>
                  </a:cubicBezTo>
                  <a:cubicBezTo>
                    <a:pt x="52" y="52"/>
                    <a:pt x="51" y="58"/>
                    <a:pt x="56" y="61"/>
                  </a:cubicBezTo>
                  <a:cubicBezTo>
                    <a:pt x="58" y="62"/>
                    <a:pt x="61" y="63"/>
                    <a:pt x="64" y="65"/>
                  </a:cubicBezTo>
                  <a:cubicBezTo>
                    <a:pt x="59" y="66"/>
                    <a:pt x="54" y="67"/>
                    <a:pt x="48" y="70"/>
                  </a:cubicBezTo>
                  <a:cubicBezTo>
                    <a:pt x="43" y="68"/>
                    <a:pt x="43" y="68"/>
                    <a:pt x="43" y="68"/>
                  </a:cubicBezTo>
                  <a:cubicBezTo>
                    <a:pt x="45" y="66"/>
                    <a:pt x="48" y="65"/>
                    <a:pt x="47" y="61"/>
                  </a:cubicBezTo>
                  <a:cubicBezTo>
                    <a:pt x="46" y="55"/>
                    <a:pt x="36" y="58"/>
                    <a:pt x="29" y="51"/>
                  </a:cubicBezTo>
                  <a:cubicBezTo>
                    <a:pt x="27" y="48"/>
                    <a:pt x="22" y="41"/>
                    <a:pt x="22" y="33"/>
                  </a:cubicBezTo>
                  <a:cubicBezTo>
                    <a:pt x="19" y="39"/>
                    <a:pt x="17" y="47"/>
                    <a:pt x="17" y="55"/>
                  </a:cubicBezTo>
                  <a:cubicBezTo>
                    <a:pt x="17" y="57"/>
                    <a:pt x="17" y="60"/>
                    <a:pt x="17" y="62"/>
                  </a:cubicBezTo>
                  <a:cubicBezTo>
                    <a:pt x="17" y="62"/>
                    <a:pt x="17" y="62"/>
                    <a:pt x="17" y="62"/>
                  </a:cubicBezTo>
                  <a:cubicBezTo>
                    <a:pt x="15" y="62"/>
                    <a:pt x="13" y="63"/>
                    <a:pt x="11" y="63"/>
                  </a:cubicBezTo>
                  <a:cubicBezTo>
                    <a:pt x="10" y="61"/>
                    <a:pt x="10" y="58"/>
                    <a:pt x="10" y="55"/>
                  </a:cubicBezTo>
                  <a:cubicBezTo>
                    <a:pt x="10" y="25"/>
                    <a:pt x="35" y="0"/>
                    <a:pt x="65" y="0"/>
                  </a:cubicBezTo>
                  <a:cubicBezTo>
                    <a:pt x="95" y="0"/>
                    <a:pt x="119" y="25"/>
                    <a:pt x="119" y="55"/>
                  </a:cubicBezTo>
                </a:path>
              </a:pathLst>
            </a:custGeom>
            <a:solidFill>
              <a:schemeClr val="bg1"/>
            </a:solidFill>
            <a:ln w="9525">
              <a:noFill/>
              <a:round/>
              <a:headEnd/>
              <a:tailEnd/>
            </a:ln>
          </p:spPr>
          <p:txBody>
            <a:bodyPr anchor="ctr"/>
            <a:lstStyle/>
            <a:p>
              <a:pPr algn="ctr"/>
              <a:endParaRPr>
                <a:cs typeface="+mn-ea"/>
                <a:sym typeface="+mn-lt"/>
              </a:endParaRPr>
            </a:p>
          </p:txBody>
        </p:sp>
      </p:grpSp>
      <p:grpSp>
        <p:nvGrpSpPr>
          <p:cNvPr id="65" name="Group 74"/>
          <p:cNvGrpSpPr/>
          <p:nvPr/>
        </p:nvGrpSpPr>
        <p:grpSpPr>
          <a:xfrm>
            <a:off x="4805549" y="3926051"/>
            <a:ext cx="531759" cy="531759"/>
            <a:chOff x="6143330" y="3910329"/>
            <a:chExt cx="638470" cy="638470"/>
          </a:xfrm>
        </p:grpSpPr>
        <p:sp>
          <p:nvSpPr>
            <p:cNvPr id="69" name="Oval 75"/>
            <p:cNvSpPr/>
            <p:nvPr/>
          </p:nvSpPr>
          <p:spPr>
            <a:xfrm rot="18900000">
              <a:off x="6143330" y="3910329"/>
              <a:ext cx="638470" cy="63847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70" name="Freeform: Shape 76"/>
            <p:cNvSpPr>
              <a:spLocks/>
            </p:cNvSpPr>
            <p:nvPr/>
          </p:nvSpPr>
          <p:spPr bwMode="auto">
            <a:xfrm>
              <a:off x="6260925" y="4076910"/>
              <a:ext cx="403280" cy="305308"/>
            </a:xfrm>
            <a:custGeom>
              <a:avLst/>
              <a:gdLst/>
              <a:ahLst/>
              <a:cxnLst>
                <a:cxn ang="0">
                  <a:pos x="68" y="25"/>
                </a:cxn>
                <a:cxn ang="0">
                  <a:pos x="59" y="14"/>
                </a:cxn>
                <a:cxn ang="0">
                  <a:pos x="50" y="25"/>
                </a:cxn>
                <a:cxn ang="0">
                  <a:pos x="55" y="25"/>
                </a:cxn>
                <a:cxn ang="0">
                  <a:pos x="55" y="37"/>
                </a:cxn>
                <a:cxn ang="0">
                  <a:pos x="63" y="37"/>
                </a:cxn>
                <a:cxn ang="0">
                  <a:pos x="63" y="25"/>
                </a:cxn>
                <a:cxn ang="0">
                  <a:pos x="68" y="25"/>
                </a:cxn>
                <a:cxn ang="0">
                  <a:pos x="84" y="8"/>
                </a:cxn>
                <a:cxn ang="0">
                  <a:pos x="84" y="37"/>
                </a:cxn>
                <a:cxn ang="0">
                  <a:pos x="76" y="45"/>
                </a:cxn>
                <a:cxn ang="0">
                  <a:pos x="44" y="45"/>
                </a:cxn>
                <a:cxn ang="0">
                  <a:pos x="35" y="37"/>
                </a:cxn>
                <a:cxn ang="0">
                  <a:pos x="35" y="8"/>
                </a:cxn>
                <a:cxn ang="0">
                  <a:pos x="44" y="0"/>
                </a:cxn>
                <a:cxn ang="0">
                  <a:pos x="57" y="0"/>
                </a:cxn>
                <a:cxn ang="0">
                  <a:pos x="57" y="6"/>
                </a:cxn>
                <a:cxn ang="0">
                  <a:pos x="63" y="6"/>
                </a:cxn>
                <a:cxn ang="0">
                  <a:pos x="63" y="0"/>
                </a:cxn>
                <a:cxn ang="0">
                  <a:pos x="76" y="0"/>
                </a:cxn>
                <a:cxn ang="0">
                  <a:pos x="84" y="8"/>
                </a:cxn>
                <a:cxn ang="0">
                  <a:pos x="32" y="58"/>
                </a:cxn>
                <a:cxn ang="0">
                  <a:pos x="35" y="54"/>
                </a:cxn>
                <a:cxn ang="0">
                  <a:pos x="22" y="44"/>
                </a:cxn>
                <a:cxn ang="0">
                  <a:pos x="18" y="46"/>
                </a:cxn>
                <a:cxn ang="0">
                  <a:pos x="32" y="58"/>
                </a:cxn>
                <a:cxn ang="0">
                  <a:pos x="29" y="65"/>
                </a:cxn>
                <a:cxn ang="0">
                  <a:pos x="32" y="61"/>
                </a:cxn>
                <a:cxn ang="0">
                  <a:pos x="15" y="48"/>
                </a:cxn>
                <a:cxn ang="0">
                  <a:pos x="11" y="49"/>
                </a:cxn>
                <a:cxn ang="0">
                  <a:pos x="29" y="65"/>
                </a:cxn>
                <a:cxn ang="0">
                  <a:pos x="98" y="54"/>
                </a:cxn>
                <a:cxn ang="0">
                  <a:pos x="84" y="51"/>
                </a:cxn>
                <a:cxn ang="0">
                  <a:pos x="66" y="57"/>
                </a:cxn>
                <a:cxn ang="0">
                  <a:pos x="43" y="57"/>
                </a:cxn>
                <a:cxn ang="0">
                  <a:pos x="33" y="67"/>
                </a:cxn>
                <a:cxn ang="0">
                  <a:pos x="43" y="76"/>
                </a:cxn>
                <a:cxn ang="0">
                  <a:pos x="70" y="76"/>
                </a:cxn>
                <a:cxn ang="0">
                  <a:pos x="74" y="79"/>
                </a:cxn>
                <a:cxn ang="0">
                  <a:pos x="42" y="79"/>
                </a:cxn>
                <a:cxn ang="0">
                  <a:pos x="30" y="71"/>
                </a:cxn>
                <a:cxn ang="0">
                  <a:pos x="11" y="53"/>
                </a:cxn>
                <a:cxn ang="0">
                  <a:pos x="4" y="60"/>
                </a:cxn>
                <a:cxn ang="0">
                  <a:pos x="24" y="81"/>
                </a:cxn>
                <a:cxn ang="0">
                  <a:pos x="60" y="93"/>
                </a:cxn>
                <a:cxn ang="0">
                  <a:pos x="98" y="84"/>
                </a:cxn>
                <a:cxn ang="0">
                  <a:pos x="99" y="82"/>
                </a:cxn>
                <a:cxn ang="0">
                  <a:pos x="99" y="56"/>
                </a:cxn>
                <a:cxn ang="0">
                  <a:pos x="98" y="54"/>
                </a:cxn>
                <a:cxn ang="0">
                  <a:pos x="119" y="90"/>
                </a:cxn>
                <a:cxn ang="0">
                  <a:pos x="107" y="90"/>
                </a:cxn>
                <a:cxn ang="0">
                  <a:pos x="104" y="87"/>
                </a:cxn>
                <a:cxn ang="0">
                  <a:pos x="104" y="49"/>
                </a:cxn>
                <a:cxn ang="0">
                  <a:pos x="107" y="46"/>
                </a:cxn>
                <a:cxn ang="0">
                  <a:pos x="119" y="46"/>
                </a:cxn>
                <a:cxn ang="0">
                  <a:pos x="122" y="49"/>
                </a:cxn>
                <a:cxn ang="0">
                  <a:pos x="122" y="87"/>
                </a:cxn>
                <a:cxn ang="0">
                  <a:pos x="119" y="90"/>
                </a:cxn>
              </a:cxnLst>
              <a:rect l="0" t="0" r="r" b="b"/>
              <a:pathLst>
                <a:path w="122" h="93">
                  <a:moveTo>
                    <a:pt x="68" y="25"/>
                  </a:moveTo>
                  <a:cubicBezTo>
                    <a:pt x="59" y="14"/>
                    <a:pt x="59" y="14"/>
                    <a:pt x="59" y="14"/>
                  </a:cubicBezTo>
                  <a:cubicBezTo>
                    <a:pt x="50" y="25"/>
                    <a:pt x="50" y="25"/>
                    <a:pt x="50" y="25"/>
                  </a:cubicBezTo>
                  <a:cubicBezTo>
                    <a:pt x="55" y="25"/>
                    <a:pt x="55" y="25"/>
                    <a:pt x="55" y="25"/>
                  </a:cubicBezTo>
                  <a:cubicBezTo>
                    <a:pt x="55" y="37"/>
                    <a:pt x="55" y="37"/>
                    <a:pt x="55" y="37"/>
                  </a:cubicBezTo>
                  <a:cubicBezTo>
                    <a:pt x="63" y="37"/>
                    <a:pt x="63" y="37"/>
                    <a:pt x="63" y="37"/>
                  </a:cubicBezTo>
                  <a:cubicBezTo>
                    <a:pt x="63" y="25"/>
                    <a:pt x="63" y="25"/>
                    <a:pt x="63" y="25"/>
                  </a:cubicBezTo>
                  <a:cubicBezTo>
                    <a:pt x="68" y="25"/>
                    <a:pt x="68" y="25"/>
                    <a:pt x="68" y="25"/>
                  </a:cubicBezTo>
                  <a:moveTo>
                    <a:pt x="84" y="8"/>
                  </a:moveTo>
                  <a:cubicBezTo>
                    <a:pt x="84" y="37"/>
                    <a:pt x="84" y="37"/>
                    <a:pt x="84" y="37"/>
                  </a:cubicBezTo>
                  <a:cubicBezTo>
                    <a:pt x="84" y="42"/>
                    <a:pt x="81" y="45"/>
                    <a:pt x="76" y="45"/>
                  </a:cubicBezTo>
                  <a:cubicBezTo>
                    <a:pt x="44" y="45"/>
                    <a:pt x="44" y="45"/>
                    <a:pt x="44" y="45"/>
                  </a:cubicBezTo>
                  <a:cubicBezTo>
                    <a:pt x="39" y="45"/>
                    <a:pt x="35" y="42"/>
                    <a:pt x="35" y="37"/>
                  </a:cubicBezTo>
                  <a:cubicBezTo>
                    <a:pt x="35" y="8"/>
                    <a:pt x="35" y="8"/>
                    <a:pt x="35" y="8"/>
                  </a:cubicBezTo>
                  <a:cubicBezTo>
                    <a:pt x="35" y="4"/>
                    <a:pt x="39" y="0"/>
                    <a:pt x="44" y="0"/>
                  </a:cubicBezTo>
                  <a:cubicBezTo>
                    <a:pt x="57" y="0"/>
                    <a:pt x="57" y="0"/>
                    <a:pt x="57" y="0"/>
                  </a:cubicBezTo>
                  <a:cubicBezTo>
                    <a:pt x="57" y="6"/>
                    <a:pt x="57" y="6"/>
                    <a:pt x="57" y="6"/>
                  </a:cubicBezTo>
                  <a:cubicBezTo>
                    <a:pt x="63" y="6"/>
                    <a:pt x="63" y="6"/>
                    <a:pt x="63" y="6"/>
                  </a:cubicBezTo>
                  <a:cubicBezTo>
                    <a:pt x="63" y="0"/>
                    <a:pt x="63" y="0"/>
                    <a:pt x="63" y="0"/>
                  </a:cubicBezTo>
                  <a:cubicBezTo>
                    <a:pt x="76" y="0"/>
                    <a:pt x="76" y="0"/>
                    <a:pt x="76" y="0"/>
                  </a:cubicBezTo>
                  <a:cubicBezTo>
                    <a:pt x="81" y="0"/>
                    <a:pt x="84" y="4"/>
                    <a:pt x="84" y="8"/>
                  </a:cubicBezTo>
                  <a:moveTo>
                    <a:pt x="32" y="58"/>
                  </a:moveTo>
                  <a:cubicBezTo>
                    <a:pt x="34" y="58"/>
                    <a:pt x="35" y="56"/>
                    <a:pt x="35" y="54"/>
                  </a:cubicBezTo>
                  <a:cubicBezTo>
                    <a:pt x="33" y="52"/>
                    <a:pt x="26" y="46"/>
                    <a:pt x="22" y="44"/>
                  </a:cubicBezTo>
                  <a:cubicBezTo>
                    <a:pt x="19" y="43"/>
                    <a:pt x="18" y="46"/>
                    <a:pt x="18" y="46"/>
                  </a:cubicBezTo>
                  <a:cubicBezTo>
                    <a:pt x="18" y="46"/>
                    <a:pt x="31" y="57"/>
                    <a:pt x="32" y="58"/>
                  </a:cubicBezTo>
                  <a:moveTo>
                    <a:pt x="29" y="65"/>
                  </a:moveTo>
                  <a:cubicBezTo>
                    <a:pt x="31" y="64"/>
                    <a:pt x="32" y="62"/>
                    <a:pt x="32" y="61"/>
                  </a:cubicBezTo>
                  <a:cubicBezTo>
                    <a:pt x="30" y="59"/>
                    <a:pt x="19" y="49"/>
                    <a:pt x="15" y="48"/>
                  </a:cubicBezTo>
                  <a:cubicBezTo>
                    <a:pt x="12" y="46"/>
                    <a:pt x="11" y="49"/>
                    <a:pt x="11" y="49"/>
                  </a:cubicBezTo>
                  <a:cubicBezTo>
                    <a:pt x="11" y="49"/>
                    <a:pt x="28" y="63"/>
                    <a:pt x="29" y="65"/>
                  </a:cubicBezTo>
                  <a:moveTo>
                    <a:pt x="98" y="54"/>
                  </a:moveTo>
                  <a:cubicBezTo>
                    <a:pt x="96" y="53"/>
                    <a:pt x="90" y="51"/>
                    <a:pt x="84" y="51"/>
                  </a:cubicBezTo>
                  <a:cubicBezTo>
                    <a:pt x="75" y="51"/>
                    <a:pt x="66" y="57"/>
                    <a:pt x="66" y="57"/>
                  </a:cubicBezTo>
                  <a:cubicBezTo>
                    <a:pt x="43" y="57"/>
                    <a:pt x="43" y="57"/>
                    <a:pt x="43" y="57"/>
                  </a:cubicBezTo>
                  <a:cubicBezTo>
                    <a:pt x="40" y="57"/>
                    <a:pt x="33" y="59"/>
                    <a:pt x="33" y="67"/>
                  </a:cubicBezTo>
                  <a:cubicBezTo>
                    <a:pt x="33" y="73"/>
                    <a:pt x="39" y="76"/>
                    <a:pt x="43" y="76"/>
                  </a:cubicBezTo>
                  <a:cubicBezTo>
                    <a:pt x="70" y="76"/>
                    <a:pt x="70" y="76"/>
                    <a:pt x="70" y="76"/>
                  </a:cubicBezTo>
                  <a:cubicBezTo>
                    <a:pt x="72" y="76"/>
                    <a:pt x="74" y="79"/>
                    <a:pt x="74" y="79"/>
                  </a:cubicBezTo>
                  <a:cubicBezTo>
                    <a:pt x="42" y="79"/>
                    <a:pt x="42" y="79"/>
                    <a:pt x="42" y="79"/>
                  </a:cubicBezTo>
                  <a:cubicBezTo>
                    <a:pt x="37" y="79"/>
                    <a:pt x="31" y="75"/>
                    <a:pt x="30" y="71"/>
                  </a:cubicBezTo>
                  <a:cubicBezTo>
                    <a:pt x="24" y="66"/>
                    <a:pt x="15" y="57"/>
                    <a:pt x="11" y="53"/>
                  </a:cubicBezTo>
                  <a:cubicBezTo>
                    <a:pt x="7" y="48"/>
                    <a:pt x="0" y="53"/>
                    <a:pt x="4" y="60"/>
                  </a:cubicBezTo>
                  <a:cubicBezTo>
                    <a:pt x="7" y="63"/>
                    <a:pt x="15" y="72"/>
                    <a:pt x="24" y="81"/>
                  </a:cubicBezTo>
                  <a:cubicBezTo>
                    <a:pt x="33" y="90"/>
                    <a:pt x="48" y="93"/>
                    <a:pt x="60" y="93"/>
                  </a:cubicBezTo>
                  <a:cubicBezTo>
                    <a:pt x="73" y="93"/>
                    <a:pt x="86" y="86"/>
                    <a:pt x="98" y="84"/>
                  </a:cubicBezTo>
                  <a:cubicBezTo>
                    <a:pt x="99" y="84"/>
                    <a:pt x="99" y="83"/>
                    <a:pt x="99" y="82"/>
                  </a:cubicBezTo>
                  <a:cubicBezTo>
                    <a:pt x="99" y="56"/>
                    <a:pt x="99" y="56"/>
                    <a:pt x="99" y="56"/>
                  </a:cubicBezTo>
                  <a:cubicBezTo>
                    <a:pt x="99" y="55"/>
                    <a:pt x="99" y="55"/>
                    <a:pt x="98" y="54"/>
                  </a:cubicBezTo>
                  <a:moveTo>
                    <a:pt x="119" y="90"/>
                  </a:moveTo>
                  <a:cubicBezTo>
                    <a:pt x="107" y="90"/>
                    <a:pt x="107" y="90"/>
                    <a:pt x="107" y="90"/>
                  </a:cubicBezTo>
                  <a:cubicBezTo>
                    <a:pt x="105" y="90"/>
                    <a:pt x="104" y="89"/>
                    <a:pt x="104" y="87"/>
                  </a:cubicBezTo>
                  <a:cubicBezTo>
                    <a:pt x="104" y="49"/>
                    <a:pt x="104" y="49"/>
                    <a:pt x="104" y="49"/>
                  </a:cubicBezTo>
                  <a:cubicBezTo>
                    <a:pt x="104" y="48"/>
                    <a:pt x="105" y="46"/>
                    <a:pt x="107" y="46"/>
                  </a:cubicBezTo>
                  <a:cubicBezTo>
                    <a:pt x="119" y="46"/>
                    <a:pt x="119" y="46"/>
                    <a:pt x="119" y="46"/>
                  </a:cubicBezTo>
                  <a:cubicBezTo>
                    <a:pt x="120" y="46"/>
                    <a:pt x="122" y="48"/>
                    <a:pt x="122" y="49"/>
                  </a:cubicBezTo>
                  <a:cubicBezTo>
                    <a:pt x="122" y="87"/>
                    <a:pt x="122" y="87"/>
                    <a:pt x="122" y="87"/>
                  </a:cubicBezTo>
                  <a:cubicBezTo>
                    <a:pt x="122" y="89"/>
                    <a:pt x="120" y="90"/>
                    <a:pt x="119" y="90"/>
                  </a:cubicBezTo>
                </a:path>
              </a:pathLst>
            </a:custGeom>
            <a:solidFill>
              <a:schemeClr val="bg1"/>
            </a:solidFill>
            <a:ln w="9525">
              <a:noFill/>
              <a:round/>
              <a:headEnd/>
              <a:tailEnd/>
            </a:ln>
          </p:spPr>
          <p:txBody>
            <a:bodyPr anchor="ctr"/>
            <a:lstStyle/>
            <a:p>
              <a:pPr algn="ctr"/>
              <a:endParaRPr>
                <a:cs typeface="+mn-ea"/>
                <a:sym typeface="+mn-lt"/>
              </a:endParaRPr>
            </a:p>
          </p:txBody>
        </p:sp>
      </p:grpSp>
      <p:sp>
        <p:nvSpPr>
          <p:cNvPr id="71" name="矩形 70"/>
          <p:cNvSpPr/>
          <p:nvPr/>
        </p:nvSpPr>
        <p:spPr>
          <a:xfrm>
            <a:off x="5682109" y="1083389"/>
            <a:ext cx="2850331"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b="1" dirty="0">
                <a:solidFill>
                  <a:prstClr val="black"/>
                </a:solidFill>
              </a:rPr>
              <a:t>每一个任务都有一个唯一的优先级别，通常也用任务的优先级作为这个任务的标识</a:t>
            </a:r>
            <a:endParaRPr lang="zh-CN" altLang="en-US" b="1" dirty="0"/>
          </a:p>
        </p:txBody>
      </p:sp>
      <p:sp>
        <p:nvSpPr>
          <p:cNvPr id="72" name="矩形 71"/>
          <p:cNvSpPr/>
          <p:nvPr/>
        </p:nvSpPr>
        <p:spPr>
          <a:xfrm>
            <a:off x="5682108" y="2499742"/>
            <a:ext cx="2850331"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zh-CN" altLang="en-US" b="1" dirty="0">
                <a:solidFill>
                  <a:prstClr val="black"/>
                </a:solidFill>
              </a:rPr>
              <a:t>系统需要为每个任务创建一</a:t>
            </a:r>
            <a:r>
              <a:rPr lang="zh-CN" altLang="en-US" b="1" dirty="0" smtClean="0">
                <a:solidFill>
                  <a:prstClr val="black"/>
                </a:solidFill>
              </a:rPr>
              <a:t>个数据结构，称作任务控制块</a:t>
            </a:r>
            <a:r>
              <a:rPr lang="zh-CN" altLang="en-US" b="1" dirty="0">
                <a:solidFill>
                  <a:prstClr val="black"/>
                </a:solidFill>
              </a:rPr>
              <a:t>（</a:t>
            </a:r>
            <a:r>
              <a:rPr lang="en-US" altLang="zh-CN" b="1" dirty="0">
                <a:solidFill>
                  <a:prstClr val="black"/>
                </a:solidFill>
              </a:rPr>
              <a:t>Task Control Block, TCB</a:t>
            </a:r>
            <a:r>
              <a:rPr lang="zh-CN" altLang="en-US" b="1" dirty="0">
                <a:solidFill>
                  <a:prstClr val="black"/>
                </a:solidFill>
              </a:rPr>
              <a:t>）</a:t>
            </a:r>
            <a:endParaRPr lang="zh-CN" altLang="en-US" b="1" dirty="0"/>
          </a:p>
        </p:txBody>
      </p:sp>
      <p:sp>
        <p:nvSpPr>
          <p:cNvPr id="73" name="矩形 72"/>
          <p:cNvSpPr/>
          <p:nvPr/>
        </p:nvSpPr>
        <p:spPr>
          <a:xfrm>
            <a:off x="5682108" y="3868765"/>
            <a:ext cx="2850331"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lvl="0"/>
            <a:r>
              <a:rPr lang="zh-CN" altLang="en-US" b="1" dirty="0">
                <a:solidFill>
                  <a:prstClr val="black"/>
                </a:solidFill>
              </a:rPr>
              <a:t>任务控制块就相当于一个任务的身份证。</a:t>
            </a:r>
          </a:p>
        </p:txBody>
      </p:sp>
    </p:spTree>
    <p:extLst>
      <p:ext uri="{BB962C8B-B14F-4D97-AF65-F5344CB8AC3E}">
        <p14:creationId xmlns:p14="http://schemas.microsoft.com/office/powerpoint/2010/main" val="30918797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1346844" cy="369332"/>
          </a:xfrm>
          <a:prstGeom prst="rect">
            <a:avLst/>
          </a:prstGeom>
        </p:spPr>
        <p:txBody>
          <a:bodyPr wrap="none">
            <a:spAutoFit/>
          </a:bodyPr>
          <a:lstStyle/>
          <a:p>
            <a:r>
              <a:rPr lang="zh-CN" altLang="en-US" b="1" dirty="0">
                <a:solidFill>
                  <a:srgbClr val="C00000"/>
                </a:solidFill>
              </a:rPr>
              <a:t>任务控制块</a:t>
            </a:r>
            <a:endParaRPr lang="zh-CN" altLang="en-US" dirty="0">
              <a:solidFill>
                <a:srgbClr val="C00000"/>
              </a:solidFill>
            </a:endParaRPr>
          </a:p>
        </p:txBody>
      </p:sp>
      <p:sp>
        <p:nvSpPr>
          <p:cNvPr id="7" name="矩形 6"/>
          <p:cNvSpPr/>
          <p:nvPr/>
        </p:nvSpPr>
        <p:spPr>
          <a:xfrm>
            <a:off x="372835" y="915566"/>
            <a:ext cx="3623101" cy="75469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25000"/>
              </a:lnSpc>
            </a:pPr>
            <a:r>
              <a:rPr lang="zh-CN" altLang="en-US" b="1" dirty="0" smtClean="0">
                <a:solidFill>
                  <a:prstClr val="black"/>
                </a:solidFill>
              </a:rPr>
              <a:t>     任务控制块</a:t>
            </a:r>
            <a:r>
              <a:rPr lang="zh-CN" altLang="en-US" b="1" dirty="0">
                <a:solidFill>
                  <a:prstClr val="black"/>
                </a:solidFill>
              </a:rPr>
              <a:t>由用户创建，创建任务控制块的代码如下</a:t>
            </a:r>
            <a:r>
              <a:rPr lang="zh-CN" altLang="en-US" b="1" dirty="0" smtClean="0">
                <a:solidFill>
                  <a:prstClr val="black"/>
                </a:solidFill>
              </a:rPr>
              <a:t>：</a:t>
            </a:r>
            <a:endParaRPr lang="zh-CN" altLang="en-US" b="1" dirty="0">
              <a:solidFill>
                <a:prstClr val="black"/>
              </a:solidFill>
            </a:endParaRPr>
          </a:p>
        </p:txBody>
      </p:sp>
      <p:sp>
        <p:nvSpPr>
          <p:cNvPr id="71" name="矩形 70"/>
          <p:cNvSpPr/>
          <p:nvPr/>
        </p:nvSpPr>
        <p:spPr>
          <a:xfrm>
            <a:off x="4211960" y="843559"/>
            <a:ext cx="4536504" cy="415498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altLang="zh-CN" sz="1200" b="1" dirty="0" smtClean="0">
                <a:solidFill>
                  <a:prstClr val="black"/>
                </a:solidFill>
              </a:rPr>
              <a:t>OS_TCB    </a:t>
            </a:r>
            <a:r>
              <a:rPr lang="en-GB" altLang="zh-CN" sz="1200" b="1" dirty="0">
                <a:solidFill>
                  <a:prstClr val="black"/>
                </a:solidFill>
              </a:rPr>
              <a:t>*</a:t>
            </a:r>
            <a:r>
              <a:rPr lang="en-GB" altLang="zh-CN" sz="1200" b="1" dirty="0" err="1">
                <a:solidFill>
                  <a:prstClr val="black"/>
                </a:solidFill>
              </a:rPr>
              <a:t>TickNextPtr</a:t>
            </a:r>
            <a:r>
              <a:rPr lang="en-GB" altLang="zh-CN" sz="1200" b="1" dirty="0">
                <a:solidFill>
                  <a:prstClr val="black"/>
                </a:solidFill>
              </a:rPr>
              <a:t>; //</a:t>
            </a:r>
            <a:r>
              <a:rPr lang="en-GB" altLang="zh-CN" sz="1200" b="1" dirty="0" err="1">
                <a:solidFill>
                  <a:prstClr val="black"/>
                </a:solidFill>
              </a:rPr>
              <a:t>TickNectPtr</a:t>
            </a:r>
            <a:r>
              <a:rPr lang="zh-CN" altLang="en-US" sz="1200" b="1" dirty="0">
                <a:solidFill>
                  <a:prstClr val="black"/>
                </a:solidFill>
              </a:rPr>
              <a:t>和</a:t>
            </a:r>
            <a:r>
              <a:rPr lang="en-GB" altLang="zh-CN" sz="1200" b="1" dirty="0" err="1">
                <a:solidFill>
                  <a:prstClr val="black"/>
                </a:solidFill>
              </a:rPr>
              <a:t>TickPrevPtr</a:t>
            </a:r>
            <a:r>
              <a:rPr lang="zh-CN" altLang="en-US" sz="1200" b="1" dirty="0">
                <a:solidFill>
                  <a:prstClr val="black"/>
                </a:solidFill>
              </a:rPr>
              <a:t>可把正在延时或在指定时间内等待某个事件的任务的</a:t>
            </a:r>
            <a:r>
              <a:rPr lang="en-GB" altLang="zh-CN" sz="1200" b="1" dirty="0">
                <a:solidFill>
                  <a:prstClr val="black"/>
                </a:solidFill>
              </a:rPr>
              <a:t>OC_TCB</a:t>
            </a:r>
            <a:r>
              <a:rPr lang="zh-CN" altLang="en-US" sz="1200" b="1" dirty="0">
                <a:solidFill>
                  <a:prstClr val="black"/>
                </a:solidFill>
              </a:rPr>
              <a:t>构成双向链表</a:t>
            </a:r>
          </a:p>
          <a:p>
            <a:r>
              <a:rPr lang="en-GB" altLang="zh-CN" sz="1200" b="1" dirty="0">
                <a:solidFill>
                  <a:prstClr val="black"/>
                </a:solidFill>
              </a:rPr>
              <a:t>OC_TCB      *</a:t>
            </a:r>
            <a:r>
              <a:rPr lang="en-GB" altLang="zh-CN" sz="1200" b="1" dirty="0" err="1">
                <a:solidFill>
                  <a:prstClr val="black"/>
                </a:solidFill>
              </a:rPr>
              <a:t>TickPrevPtr</a:t>
            </a:r>
            <a:r>
              <a:rPr lang="en-GB" altLang="zh-CN" sz="1200" b="1" dirty="0">
                <a:solidFill>
                  <a:prstClr val="black"/>
                </a:solidFill>
              </a:rPr>
              <a:t>;</a:t>
            </a:r>
          </a:p>
          <a:p>
            <a:r>
              <a:rPr lang="en-GB" altLang="zh-CN" sz="1200" b="1" dirty="0">
                <a:solidFill>
                  <a:prstClr val="black"/>
                </a:solidFill>
              </a:rPr>
              <a:t>OS_TICK_SPOKE *</a:t>
            </a:r>
            <a:r>
              <a:rPr lang="en-GB" altLang="zh-CN" sz="1200" b="1" dirty="0" err="1">
                <a:solidFill>
                  <a:prstClr val="black"/>
                </a:solidFill>
              </a:rPr>
              <a:t>TickSpokePtr</a:t>
            </a:r>
            <a:r>
              <a:rPr lang="en-GB" altLang="zh-CN" sz="1200" b="1" dirty="0">
                <a:solidFill>
                  <a:prstClr val="black"/>
                </a:solidFill>
              </a:rPr>
              <a:t>;  </a:t>
            </a:r>
            <a:endParaRPr lang="en-GB" altLang="zh-CN" sz="1200" b="1" dirty="0" smtClean="0">
              <a:solidFill>
                <a:prstClr val="black"/>
              </a:solidFill>
            </a:endParaRPr>
          </a:p>
          <a:p>
            <a:r>
              <a:rPr lang="en-GB" altLang="zh-CN" sz="1200" b="1" dirty="0">
                <a:solidFill>
                  <a:prstClr val="black"/>
                </a:solidFill>
              </a:rPr>
              <a:t> </a:t>
            </a:r>
            <a:r>
              <a:rPr lang="en-GB" altLang="zh-CN" sz="1200" b="1" dirty="0" smtClean="0">
                <a:solidFill>
                  <a:prstClr val="black"/>
                </a:solidFill>
              </a:rPr>
              <a:t>     //</a:t>
            </a:r>
            <a:r>
              <a:rPr lang="zh-CN" altLang="en-US" sz="1200" b="1" dirty="0">
                <a:solidFill>
                  <a:prstClr val="black"/>
                </a:solidFill>
              </a:rPr>
              <a:t>通过该指针可知道该任务在时钟节拍轮的哪个</a:t>
            </a:r>
            <a:r>
              <a:rPr lang="en-GB" altLang="zh-CN" sz="1200" b="1" dirty="0">
                <a:solidFill>
                  <a:prstClr val="black"/>
                </a:solidFill>
              </a:rPr>
              <a:t>Spoke</a:t>
            </a:r>
            <a:r>
              <a:rPr lang="zh-CN" altLang="en-US" sz="1200" b="1" dirty="0">
                <a:solidFill>
                  <a:prstClr val="black"/>
                </a:solidFill>
              </a:rPr>
              <a:t>上</a:t>
            </a:r>
          </a:p>
          <a:p>
            <a:r>
              <a:rPr lang="en-GB" altLang="zh-CN" sz="1200" b="1" dirty="0">
                <a:solidFill>
                  <a:prstClr val="black"/>
                </a:solidFill>
              </a:rPr>
              <a:t>CPU_CHAR    *</a:t>
            </a:r>
            <a:r>
              <a:rPr lang="en-GB" altLang="zh-CN" sz="1200" b="1" dirty="0" err="1">
                <a:solidFill>
                  <a:prstClr val="black"/>
                </a:solidFill>
              </a:rPr>
              <a:t>NamePtr</a:t>
            </a:r>
            <a:r>
              <a:rPr lang="en-GB" altLang="zh-CN" sz="1200" b="1" dirty="0">
                <a:solidFill>
                  <a:prstClr val="black"/>
                </a:solidFill>
              </a:rPr>
              <a:t>;           //</a:t>
            </a:r>
            <a:r>
              <a:rPr lang="zh-CN" altLang="en-US" sz="1200" b="1" dirty="0">
                <a:solidFill>
                  <a:prstClr val="black"/>
                </a:solidFill>
              </a:rPr>
              <a:t>任务名</a:t>
            </a:r>
          </a:p>
          <a:p>
            <a:r>
              <a:rPr lang="en-GB" altLang="zh-CN" sz="1200" b="1" dirty="0">
                <a:solidFill>
                  <a:prstClr val="black"/>
                </a:solidFill>
              </a:rPr>
              <a:t>CPU_STK     *</a:t>
            </a:r>
            <a:r>
              <a:rPr lang="en-GB" altLang="zh-CN" sz="1200" b="1" dirty="0" err="1">
                <a:solidFill>
                  <a:prstClr val="black"/>
                </a:solidFill>
              </a:rPr>
              <a:t>StkBasePtr</a:t>
            </a:r>
            <a:r>
              <a:rPr lang="en-GB" altLang="zh-CN" sz="1200" b="1" dirty="0">
                <a:solidFill>
                  <a:prstClr val="black"/>
                </a:solidFill>
              </a:rPr>
              <a:t>         //</a:t>
            </a:r>
            <a:r>
              <a:rPr lang="zh-CN" altLang="en-US" sz="1200" b="1" dirty="0">
                <a:solidFill>
                  <a:prstClr val="black"/>
                </a:solidFill>
              </a:rPr>
              <a:t>任务堆栈基地址</a:t>
            </a:r>
          </a:p>
          <a:p>
            <a:r>
              <a:rPr lang="en-GB" altLang="zh-CN" sz="1200" b="1" dirty="0">
                <a:solidFill>
                  <a:prstClr val="black"/>
                </a:solidFill>
              </a:rPr>
              <a:t>OS_TASK_PTR *</a:t>
            </a:r>
            <a:r>
              <a:rPr lang="en-GB" altLang="zh-CN" sz="1200" b="1" dirty="0" err="1">
                <a:solidFill>
                  <a:prstClr val="black"/>
                </a:solidFill>
              </a:rPr>
              <a:t>TaskEntryAddr</a:t>
            </a:r>
            <a:r>
              <a:rPr lang="en-GB" altLang="zh-CN" sz="1200" b="1" dirty="0">
                <a:solidFill>
                  <a:prstClr val="black"/>
                </a:solidFill>
              </a:rPr>
              <a:t>;     //</a:t>
            </a:r>
            <a:r>
              <a:rPr lang="zh-CN" altLang="en-US" sz="1200" b="1" dirty="0">
                <a:solidFill>
                  <a:prstClr val="black"/>
                </a:solidFill>
              </a:rPr>
              <a:t>任务代码入口地址</a:t>
            </a:r>
          </a:p>
          <a:p>
            <a:r>
              <a:rPr lang="en-GB" altLang="zh-CN" sz="1200" b="1" dirty="0">
                <a:solidFill>
                  <a:prstClr val="black"/>
                </a:solidFill>
              </a:rPr>
              <a:t>void       *</a:t>
            </a:r>
            <a:r>
              <a:rPr lang="en-GB" altLang="zh-CN" sz="1200" b="1" dirty="0" err="1">
                <a:solidFill>
                  <a:prstClr val="black"/>
                </a:solidFill>
              </a:rPr>
              <a:t>TaskEntryArg</a:t>
            </a:r>
            <a:r>
              <a:rPr lang="en-GB" altLang="zh-CN" sz="1200" b="1" dirty="0">
                <a:solidFill>
                  <a:prstClr val="black"/>
                </a:solidFill>
              </a:rPr>
              <a:t>;      //</a:t>
            </a:r>
            <a:r>
              <a:rPr lang="zh-CN" altLang="en-US" sz="1200" b="1" dirty="0">
                <a:solidFill>
                  <a:prstClr val="black"/>
                </a:solidFill>
              </a:rPr>
              <a:t>传递给任务的参数</a:t>
            </a:r>
          </a:p>
          <a:p>
            <a:r>
              <a:rPr lang="en-GB" altLang="zh-CN" sz="1200" b="1" dirty="0">
                <a:solidFill>
                  <a:prstClr val="black"/>
                </a:solidFill>
              </a:rPr>
              <a:t>OS_PEND_DATA  *</a:t>
            </a:r>
            <a:r>
              <a:rPr lang="en-GB" altLang="zh-CN" sz="1200" b="1" dirty="0" err="1">
                <a:solidFill>
                  <a:prstClr val="black"/>
                </a:solidFill>
              </a:rPr>
              <a:t>PendDataTblPtr</a:t>
            </a:r>
            <a:r>
              <a:rPr lang="en-GB" altLang="zh-CN" sz="1200" b="1" dirty="0">
                <a:solidFill>
                  <a:prstClr val="black"/>
                </a:solidFill>
              </a:rPr>
              <a:t>;  </a:t>
            </a:r>
            <a:endParaRPr lang="en-GB" altLang="zh-CN" sz="1200" b="1" dirty="0" smtClean="0">
              <a:solidFill>
                <a:prstClr val="black"/>
              </a:solidFill>
            </a:endParaRPr>
          </a:p>
          <a:p>
            <a:r>
              <a:rPr lang="en-GB" altLang="zh-CN" sz="1200" b="1" dirty="0">
                <a:solidFill>
                  <a:prstClr val="black"/>
                </a:solidFill>
              </a:rPr>
              <a:t> </a:t>
            </a:r>
            <a:r>
              <a:rPr lang="en-GB" altLang="zh-CN" sz="1200" b="1" dirty="0" smtClean="0">
                <a:solidFill>
                  <a:prstClr val="black"/>
                </a:solidFill>
              </a:rPr>
              <a:t>    // </a:t>
            </a:r>
            <a:r>
              <a:rPr lang="zh-CN" altLang="en-US" sz="1200" b="1" dirty="0">
                <a:solidFill>
                  <a:prstClr val="black"/>
                </a:solidFill>
              </a:rPr>
              <a:t>指向列表的指针，该列表包含挂起任务的对象信息</a:t>
            </a:r>
          </a:p>
          <a:p>
            <a:r>
              <a:rPr lang="en-GB" altLang="zh-CN" sz="1200" b="1" dirty="0">
                <a:solidFill>
                  <a:prstClr val="black"/>
                </a:solidFill>
              </a:rPr>
              <a:t>OS_STATE      </a:t>
            </a:r>
            <a:r>
              <a:rPr lang="en-GB" altLang="zh-CN" sz="1200" b="1" dirty="0" err="1">
                <a:solidFill>
                  <a:prstClr val="black"/>
                </a:solidFill>
              </a:rPr>
              <a:t>PendOn</a:t>
            </a:r>
            <a:r>
              <a:rPr lang="en-GB" altLang="zh-CN" sz="1200" b="1" dirty="0">
                <a:solidFill>
                  <a:prstClr val="black"/>
                </a:solidFill>
              </a:rPr>
              <a:t>;     //</a:t>
            </a:r>
            <a:r>
              <a:rPr lang="zh-CN" altLang="en-US" sz="1200" b="1" dirty="0">
                <a:solidFill>
                  <a:prstClr val="black"/>
                </a:solidFill>
              </a:rPr>
              <a:t>指示挂起的任务</a:t>
            </a:r>
          </a:p>
          <a:p>
            <a:r>
              <a:rPr lang="en-GB" altLang="zh-CN" sz="1200" b="1" dirty="0">
                <a:solidFill>
                  <a:prstClr val="black"/>
                </a:solidFill>
              </a:rPr>
              <a:t>OS_STATUS     </a:t>
            </a:r>
            <a:r>
              <a:rPr lang="en-GB" altLang="zh-CN" sz="1200" b="1" dirty="0" err="1">
                <a:solidFill>
                  <a:prstClr val="black"/>
                </a:solidFill>
              </a:rPr>
              <a:t>PendStatus</a:t>
            </a:r>
            <a:r>
              <a:rPr lang="en-GB" altLang="zh-CN" sz="1200" b="1" dirty="0">
                <a:solidFill>
                  <a:prstClr val="black"/>
                </a:solidFill>
              </a:rPr>
              <a:t>;  // </a:t>
            </a:r>
            <a:r>
              <a:rPr lang="zh-CN" altLang="en-US" sz="1200" b="1" dirty="0">
                <a:solidFill>
                  <a:prstClr val="black"/>
                </a:solidFill>
              </a:rPr>
              <a:t>任务挂起的状态</a:t>
            </a:r>
          </a:p>
          <a:p>
            <a:r>
              <a:rPr lang="en-GB" altLang="zh-CN" sz="1200" b="1" dirty="0">
                <a:solidFill>
                  <a:prstClr val="black"/>
                </a:solidFill>
              </a:rPr>
              <a:t>OS_STATE      </a:t>
            </a:r>
            <a:r>
              <a:rPr lang="en-GB" altLang="zh-CN" sz="1200" b="1" dirty="0" err="1">
                <a:solidFill>
                  <a:prstClr val="black"/>
                </a:solidFill>
              </a:rPr>
              <a:t>TaskState</a:t>
            </a:r>
            <a:r>
              <a:rPr lang="en-GB" altLang="zh-CN" sz="1200" b="1" dirty="0">
                <a:solidFill>
                  <a:prstClr val="black"/>
                </a:solidFill>
              </a:rPr>
              <a:t>;  // </a:t>
            </a:r>
            <a:r>
              <a:rPr lang="zh-CN" altLang="en-US" sz="1200" b="1" dirty="0">
                <a:solidFill>
                  <a:prstClr val="black"/>
                </a:solidFill>
              </a:rPr>
              <a:t>任务类型</a:t>
            </a:r>
          </a:p>
          <a:p>
            <a:r>
              <a:rPr lang="en-GB" altLang="zh-CN" sz="1200" b="1" dirty="0">
                <a:solidFill>
                  <a:prstClr val="black"/>
                </a:solidFill>
              </a:rPr>
              <a:t>OS_PRIO        </a:t>
            </a:r>
            <a:r>
              <a:rPr lang="en-GB" altLang="zh-CN" sz="1200" b="1" dirty="0" err="1">
                <a:solidFill>
                  <a:prstClr val="black"/>
                </a:solidFill>
              </a:rPr>
              <a:t>Prio</a:t>
            </a:r>
            <a:r>
              <a:rPr lang="en-GB" altLang="zh-CN" sz="1200" b="1" dirty="0">
                <a:solidFill>
                  <a:prstClr val="black"/>
                </a:solidFill>
              </a:rPr>
              <a:t>;      //</a:t>
            </a:r>
            <a:r>
              <a:rPr lang="zh-CN" altLang="en-US" sz="1200" b="1" dirty="0">
                <a:solidFill>
                  <a:prstClr val="black"/>
                </a:solidFill>
              </a:rPr>
              <a:t>任务优先级</a:t>
            </a:r>
          </a:p>
          <a:p>
            <a:r>
              <a:rPr lang="en-GB" altLang="zh-CN" sz="1200" b="1" dirty="0">
                <a:solidFill>
                  <a:prstClr val="black"/>
                </a:solidFill>
              </a:rPr>
              <a:t>CPU_STK_SIZE  </a:t>
            </a:r>
            <a:r>
              <a:rPr lang="en-GB" altLang="zh-CN" sz="1200" b="1" dirty="0" err="1">
                <a:solidFill>
                  <a:prstClr val="black"/>
                </a:solidFill>
              </a:rPr>
              <a:t>StkSize</a:t>
            </a:r>
            <a:r>
              <a:rPr lang="en-GB" altLang="zh-CN" sz="1200" b="1" dirty="0">
                <a:solidFill>
                  <a:prstClr val="black"/>
                </a:solidFill>
              </a:rPr>
              <a:t>;   //</a:t>
            </a:r>
            <a:r>
              <a:rPr lang="zh-CN" altLang="en-US" sz="1200" b="1" dirty="0">
                <a:solidFill>
                  <a:prstClr val="black"/>
                </a:solidFill>
              </a:rPr>
              <a:t>任务堆栈大小</a:t>
            </a:r>
          </a:p>
          <a:p>
            <a:r>
              <a:rPr lang="en-GB" altLang="zh-CN" sz="1200" b="1" dirty="0">
                <a:solidFill>
                  <a:prstClr val="black"/>
                </a:solidFill>
              </a:rPr>
              <a:t>OS_OPT         Opt;     // </a:t>
            </a:r>
            <a:r>
              <a:rPr lang="zh-CN" altLang="en-US" sz="1200" b="1" dirty="0">
                <a:solidFill>
                  <a:prstClr val="black"/>
                </a:solidFill>
              </a:rPr>
              <a:t>可选参数</a:t>
            </a:r>
          </a:p>
          <a:p>
            <a:r>
              <a:rPr lang="en-GB" altLang="zh-CN" sz="1200" b="1" dirty="0">
                <a:solidFill>
                  <a:prstClr val="black"/>
                </a:solidFill>
              </a:rPr>
              <a:t>OS_OBJ_QTY    </a:t>
            </a:r>
            <a:r>
              <a:rPr lang="en-GB" altLang="zh-CN" sz="1200" b="1" dirty="0" err="1">
                <a:solidFill>
                  <a:prstClr val="black"/>
                </a:solidFill>
              </a:rPr>
              <a:t>PendDataTblEntries</a:t>
            </a:r>
            <a:r>
              <a:rPr lang="en-GB" altLang="zh-CN" sz="1200" b="1" dirty="0">
                <a:solidFill>
                  <a:prstClr val="black"/>
                </a:solidFill>
              </a:rPr>
              <a:t>;   //</a:t>
            </a:r>
            <a:r>
              <a:rPr lang="zh-CN" altLang="en-US" sz="1200" b="1" dirty="0">
                <a:solidFill>
                  <a:prstClr val="black"/>
                </a:solidFill>
              </a:rPr>
              <a:t>任务挂起对象数组的大小</a:t>
            </a:r>
          </a:p>
          <a:p>
            <a:r>
              <a:rPr lang="en-GB" altLang="zh-CN" sz="1200" b="1" dirty="0">
                <a:solidFill>
                  <a:prstClr val="black"/>
                </a:solidFill>
              </a:rPr>
              <a:t>CPU_TS         TS;         // </a:t>
            </a:r>
            <a:r>
              <a:rPr lang="zh-CN" altLang="en-US" sz="1200" b="1" dirty="0">
                <a:solidFill>
                  <a:prstClr val="black"/>
                </a:solidFill>
              </a:rPr>
              <a:t>用于存储事件发生时的时间戳</a:t>
            </a:r>
          </a:p>
          <a:p>
            <a:r>
              <a:rPr lang="en-GB" altLang="zh-CN" sz="1200" b="1" dirty="0">
                <a:solidFill>
                  <a:prstClr val="black"/>
                </a:solidFill>
              </a:rPr>
              <a:t>OS_SEM_CTR    </a:t>
            </a:r>
            <a:r>
              <a:rPr lang="en-GB" altLang="zh-CN" sz="1200" b="1" dirty="0" err="1">
                <a:solidFill>
                  <a:prstClr val="black"/>
                </a:solidFill>
              </a:rPr>
              <a:t>SemCtr</a:t>
            </a:r>
            <a:r>
              <a:rPr lang="en-GB" altLang="zh-CN" sz="1200" b="1" dirty="0">
                <a:solidFill>
                  <a:prstClr val="black"/>
                </a:solidFill>
              </a:rPr>
              <a:t>;     // </a:t>
            </a:r>
            <a:r>
              <a:rPr lang="zh-CN" altLang="en-US" sz="1200" b="1" dirty="0">
                <a:solidFill>
                  <a:prstClr val="black"/>
                </a:solidFill>
              </a:rPr>
              <a:t>计数型信号量的计数值</a:t>
            </a:r>
          </a:p>
          <a:p>
            <a:r>
              <a:rPr lang="en-US" altLang="zh-CN" sz="1200" b="1" dirty="0">
                <a:solidFill>
                  <a:prstClr val="black"/>
                </a:solidFill>
              </a:rPr>
              <a:t>… …</a:t>
            </a:r>
          </a:p>
          <a:p>
            <a:r>
              <a:rPr lang="en-US" altLang="zh-CN" sz="1200" b="1" dirty="0">
                <a:solidFill>
                  <a:prstClr val="black"/>
                </a:solidFill>
              </a:rPr>
              <a:t>}</a:t>
            </a:r>
          </a:p>
        </p:txBody>
      </p:sp>
      <p:sp>
        <p:nvSpPr>
          <p:cNvPr id="2" name="矩形 1"/>
          <p:cNvSpPr/>
          <p:nvPr/>
        </p:nvSpPr>
        <p:spPr>
          <a:xfrm>
            <a:off x="467544" y="1707654"/>
            <a:ext cx="3456384" cy="113107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b="1" dirty="0">
                <a:solidFill>
                  <a:schemeClr val="accent5">
                    <a:lumMod val="75000"/>
                  </a:schemeClr>
                </a:solidFill>
              </a:rPr>
              <a:t> </a:t>
            </a:r>
            <a:r>
              <a:rPr lang="en-GB" altLang="zh-CN" b="1" dirty="0" smtClean="0">
                <a:solidFill>
                  <a:schemeClr val="accent5">
                    <a:lumMod val="75000"/>
                  </a:schemeClr>
                </a:solidFill>
              </a:rPr>
              <a:t>   OS_TCB </a:t>
            </a:r>
            <a:r>
              <a:rPr lang="en-GB" altLang="zh-CN" b="1" dirty="0" err="1">
                <a:solidFill>
                  <a:schemeClr val="accent5">
                    <a:lumMod val="75000"/>
                  </a:schemeClr>
                </a:solidFill>
              </a:rPr>
              <a:t>StartTaskTCB</a:t>
            </a:r>
            <a:r>
              <a:rPr lang="en-GB" altLang="zh-CN" b="1" dirty="0">
                <a:solidFill>
                  <a:schemeClr val="accent5">
                    <a:lumMod val="75000"/>
                  </a:schemeClr>
                </a:solidFill>
              </a:rPr>
              <a:t>;  </a:t>
            </a:r>
          </a:p>
          <a:p>
            <a:pPr lvl="0">
              <a:lnSpc>
                <a:spcPct val="125000"/>
              </a:lnSpc>
            </a:pPr>
            <a:r>
              <a:rPr lang="en-GB" altLang="zh-CN" b="1" dirty="0" smtClean="0">
                <a:solidFill>
                  <a:prstClr val="black"/>
                </a:solidFill>
              </a:rPr>
              <a:t>OS_TCB</a:t>
            </a:r>
            <a:r>
              <a:rPr lang="zh-CN" altLang="en-US" b="1" dirty="0">
                <a:solidFill>
                  <a:prstClr val="black"/>
                </a:solidFill>
              </a:rPr>
              <a:t>是一个结构体，定义在</a:t>
            </a:r>
            <a:r>
              <a:rPr lang="en-GB" altLang="zh-CN" b="1" dirty="0" err="1">
                <a:solidFill>
                  <a:prstClr val="black"/>
                </a:solidFill>
              </a:rPr>
              <a:t>os.h</a:t>
            </a:r>
            <a:r>
              <a:rPr lang="zh-CN" altLang="en-US" b="1" dirty="0">
                <a:solidFill>
                  <a:prstClr val="black"/>
                </a:solidFill>
              </a:rPr>
              <a:t>文件中，结构体如下：</a:t>
            </a:r>
          </a:p>
        </p:txBody>
      </p:sp>
      <p:sp>
        <p:nvSpPr>
          <p:cNvPr id="48" name="矩形 47"/>
          <p:cNvSpPr/>
          <p:nvPr/>
        </p:nvSpPr>
        <p:spPr>
          <a:xfrm>
            <a:off x="465982" y="2921051"/>
            <a:ext cx="3457946"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altLang="zh-CN" sz="1400" b="1" dirty="0" err="1" smtClean="0">
                <a:solidFill>
                  <a:prstClr val="black"/>
                </a:solidFill>
              </a:rPr>
              <a:t>struct</a:t>
            </a:r>
            <a:r>
              <a:rPr lang="en-GB" altLang="zh-CN" sz="1400" b="1" dirty="0" smtClean="0">
                <a:solidFill>
                  <a:prstClr val="black"/>
                </a:solidFill>
              </a:rPr>
              <a:t> </a:t>
            </a:r>
            <a:r>
              <a:rPr lang="en-GB" altLang="zh-CN" sz="1400" b="1" dirty="0" err="1">
                <a:solidFill>
                  <a:prstClr val="black"/>
                </a:solidFill>
              </a:rPr>
              <a:t>os_tcb</a:t>
            </a:r>
            <a:r>
              <a:rPr lang="en-GB" altLang="zh-CN" sz="1400" b="1" dirty="0">
                <a:solidFill>
                  <a:prstClr val="black"/>
                </a:solidFill>
              </a:rPr>
              <a:t>{</a:t>
            </a:r>
          </a:p>
          <a:p>
            <a:r>
              <a:rPr lang="en-GB" altLang="zh-CN" sz="1400" b="1" dirty="0">
                <a:solidFill>
                  <a:prstClr val="black"/>
                </a:solidFill>
              </a:rPr>
              <a:t>CPU_STK   *</a:t>
            </a:r>
            <a:r>
              <a:rPr lang="en-GB" altLang="zh-CN" sz="1400" b="1" dirty="0" err="1">
                <a:solidFill>
                  <a:prstClr val="black"/>
                </a:solidFill>
              </a:rPr>
              <a:t>StkPtr</a:t>
            </a:r>
            <a:r>
              <a:rPr lang="en-GB" altLang="zh-CN" sz="1400" b="1" dirty="0">
                <a:solidFill>
                  <a:prstClr val="black"/>
                </a:solidFill>
              </a:rPr>
              <a:t>;  </a:t>
            </a:r>
            <a:endParaRPr lang="en-GB" altLang="zh-CN" sz="1400" b="1" dirty="0" smtClean="0">
              <a:solidFill>
                <a:prstClr val="black"/>
              </a:solidFill>
            </a:endParaRPr>
          </a:p>
          <a:p>
            <a:r>
              <a:rPr lang="en-GB" altLang="zh-CN" sz="1400" b="1" dirty="0" smtClean="0">
                <a:solidFill>
                  <a:prstClr val="black"/>
                </a:solidFill>
              </a:rPr>
              <a:t>    //</a:t>
            </a:r>
            <a:r>
              <a:rPr lang="zh-CN" altLang="en-US" sz="1400" b="1" dirty="0">
                <a:solidFill>
                  <a:prstClr val="black"/>
                </a:solidFill>
              </a:rPr>
              <a:t>指向当前任务堆栈的栈顶</a:t>
            </a:r>
          </a:p>
          <a:p>
            <a:r>
              <a:rPr lang="en-GB" altLang="zh-CN" sz="1400" b="1" dirty="0">
                <a:solidFill>
                  <a:prstClr val="black"/>
                </a:solidFill>
              </a:rPr>
              <a:t>void  </a:t>
            </a:r>
            <a:r>
              <a:rPr lang="en-GB" altLang="zh-CN" sz="1400" b="1" dirty="0" smtClean="0">
                <a:solidFill>
                  <a:prstClr val="black"/>
                </a:solidFill>
              </a:rPr>
              <a:t> </a:t>
            </a:r>
            <a:r>
              <a:rPr lang="en-GB" altLang="zh-CN" sz="1400" b="1" dirty="0">
                <a:solidFill>
                  <a:prstClr val="black"/>
                </a:solidFill>
              </a:rPr>
              <a:t>*</a:t>
            </a:r>
            <a:r>
              <a:rPr lang="en-GB" altLang="zh-CN" sz="1400" b="1" dirty="0" err="1">
                <a:solidFill>
                  <a:prstClr val="black"/>
                </a:solidFill>
              </a:rPr>
              <a:t>ExtPtr</a:t>
            </a:r>
            <a:r>
              <a:rPr lang="en-GB" altLang="zh-CN" sz="1400" b="1" dirty="0">
                <a:solidFill>
                  <a:prstClr val="black"/>
                </a:solidFill>
              </a:rPr>
              <a:t>; </a:t>
            </a:r>
            <a:r>
              <a:rPr lang="en-GB" altLang="zh-CN" sz="1400" b="1" dirty="0" smtClean="0">
                <a:solidFill>
                  <a:prstClr val="black"/>
                </a:solidFill>
              </a:rPr>
              <a:t>//</a:t>
            </a:r>
            <a:r>
              <a:rPr lang="zh-CN" altLang="en-US" sz="1400" b="1" dirty="0">
                <a:solidFill>
                  <a:prstClr val="black"/>
                </a:solidFill>
              </a:rPr>
              <a:t>指向用户可定义的数据区</a:t>
            </a:r>
          </a:p>
          <a:p>
            <a:r>
              <a:rPr lang="en-GB" altLang="zh-CN" sz="1400" b="1" dirty="0">
                <a:solidFill>
                  <a:prstClr val="black"/>
                </a:solidFill>
              </a:rPr>
              <a:t>CPU_STK   *</a:t>
            </a:r>
            <a:r>
              <a:rPr lang="en-GB" altLang="zh-CN" sz="1400" b="1" dirty="0" err="1">
                <a:solidFill>
                  <a:prstClr val="black"/>
                </a:solidFill>
              </a:rPr>
              <a:t>StkLimitPtr</a:t>
            </a:r>
            <a:r>
              <a:rPr lang="en-GB" altLang="zh-CN" sz="1400" b="1" dirty="0">
                <a:solidFill>
                  <a:prstClr val="black"/>
                </a:solidFill>
              </a:rPr>
              <a:t>; </a:t>
            </a:r>
            <a:endParaRPr lang="en-GB" altLang="zh-CN" sz="1400" b="1" dirty="0" smtClean="0">
              <a:solidFill>
                <a:prstClr val="black"/>
              </a:solidFill>
            </a:endParaRPr>
          </a:p>
          <a:p>
            <a:r>
              <a:rPr lang="en-GB" altLang="zh-CN" sz="1400" b="1" dirty="0" smtClean="0">
                <a:solidFill>
                  <a:prstClr val="black"/>
                </a:solidFill>
              </a:rPr>
              <a:t>    //</a:t>
            </a:r>
            <a:r>
              <a:rPr lang="zh-CN" altLang="en-US" sz="1400" b="1" dirty="0">
                <a:solidFill>
                  <a:prstClr val="black"/>
                </a:solidFill>
              </a:rPr>
              <a:t>可指向任务堆栈区中的某个位置</a:t>
            </a:r>
          </a:p>
          <a:p>
            <a:r>
              <a:rPr lang="en-GB" altLang="zh-CN" sz="1400" b="1" dirty="0">
                <a:solidFill>
                  <a:prstClr val="black"/>
                </a:solidFill>
              </a:rPr>
              <a:t>OS_TCB   *</a:t>
            </a:r>
            <a:r>
              <a:rPr lang="en-GB" altLang="zh-CN" sz="1400" b="1" dirty="0" err="1">
                <a:solidFill>
                  <a:prstClr val="black"/>
                </a:solidFill>
              </a:rPr>
              <a:t>NextPtr</a:t>
            </a:r>
            <a:r>
              <a:rPr lang="en-GB" altLang="zh-CN" sz="1400" b="1" dirty="0">
                <a:solidFill>
                  <a:prstClr val="black"/>
                </a:solidFill>
              </a:rPr>
              <a:t>;  //</a:t>
            </a:r>
            <a:r>
              <a:rPr lang="en-GB" altLang="zh-CN" sz="1400" b="1" dirty="0" err="1">
                <a:solidFill>
                  <a:prstClr val="black"/>
                </a:solidFill>
              </a:rPr>
              <a:t>NextPtr</a:t>
            </a:r>
            <a:r>
              <a:rPr lang="zh-CN" altLang="en-US" sz="1400" b="1" dirty="0">
                <a:solidFill>
                  <a:prstClr val="black"/>
                </a:solidFill>
              </a:rPr>
              <a:t>和</a:t>
            </a:r>
            <a:r>
              <a:rPr lang="en-GB" altLang="zh-CN" sz="1400" b="1" dirty="0" err="1">
                <a:solidFill>
                  <a:prstClr val="black"/>
                </a:solidFill>
              </a:rPr>
              <a:t>PrevPtr</a:t>
            </a:r>
            <a:r>
              <a:rPr lang="zh-CN" altLang="en-US" sz="1400" b="1" dirty="0">
                <a:solidFill>
                  <a:prstClr val="black"/>
                </a:solidFill>
              </a:rPr>
              <a:t>用于在任务就绪表建立</a:t>
            </a:r>
            <a:r>
              <a:rPr lang="en-GB" altLang="zh-CN" sz="1400" b="1" dirty="0">
                <a:solidFill>
                  <a:prstClr val="black"/>
                </a:solidFill>
              </a:rPr>
              <a:t>OC_TCB</a:t>
            </a:r>
            <a:r>
              <a:rPr lang="zh-CN" altLang="en-US" sz="1400" b="1" dirty="0">
                <a:solidFill>
                  <a:prstClr val="black"/>
                </a:solidFill>
              </a:rPr>
              <a:t>双向链表</a:t>
            </a:r>
          </a:p>
          <a:p>
            <a:r>
              <a:rPr lang="en-GB" altLang="zh-CN" sz="1400" b="1" dirty="0">
                <a:solidFill>
                  <a:prstClr val="black"/>
                </a:solidFill>
              </a:rPr>
              <a:t>OS_TCB    *</a:t>
            </a:r>
            <a:r>
              <a:rPr lang="en-GB" altLang="zh-CN" sz="1400" b="1" dirty="0" err="1">
                <a:solidFill>
                  <a:prstClr val="black"/>
                </a:solidFill>
              </a:rPr>
              <a:t>PrevPtr</a:t>
            </a:r>
            <a:r>
              <a:rPr lang="en-GB" altLang="zh-CN" sz="1400" b="1" dirty="0">
                <a:solidFill>
                  <a:prstClr val="black"/>
                </a:solidFill>
              </a:rPr>
              <a:t>;           </a:t>
            </a:r>
          </a:p>
        </p:txBody>
      </p:sp>
    </p:spTree>
    <p:extLst>
      <p:ext uri="{BB962C8B-B14F-4D97-AF65-F5344CB8AC3E}">
        <p14:creationId xmlns:p14="http://schemas.microsoft.com/office/powerpoint/2010/main" val="991856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1346844" cy="369332"/>
          </a:xfrm>
          <a:prstGeom prst="rect">
            <a:avLst/>
          </a:prstGeom>
        </p:spPr>
        <p:txBody>
          <a:bodyPr wrap="none">
            <a:spAutoFit/>
          </a:bodyPr>
          <a:lstStyle/>
          <a:p>
            <a:r>
              <a:rPr lang="zh-CN" altLang="en-US" b="1" dirty="0">
                <a:solidFill>
                  <a:srgbClr val="C00000"/>
                </a:solidFill>
              </a:rPr>
              <a:t>任务控制块</a:t>
            </a:r>
            <a:endParaRPr lang="zh-CN" altLang="en-US" dirty="0">
              <a:solidFill>
                <a:srgbClr val="C00000"/>
              </a:solidFill>
            </a:endParaRPr>
          </a:p>
        </p:txBody>
      </p:sp>
      <p:sp>
        <p:nvSpPr>
          <p:cNvPr id="7" name="矩形 6"/>
          <p:cNvSpPr/>
          <p:nvPr/>
        </p:nvSpPr>
        <p:spPr>
          <a:xfrm>
            <a:off x="971600" y="915566"/>
            <a:ext cx="7254552" cy="43858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25000"/>
              </a:lnSpc>
            </a:pPr>
            <a:r>
              <a:rPr lang="en-US" altLang="zh-CN" b="1" dirty="0" smtClean="0">
                <a:solidFill>
                  <a:prstClr val="black"/>
                </a:solidFill>
              </a:rPr>
              <a:t>      </a:t>
            </a:r>
            <a:r>
              <a:rPr lang="en-US" altLang="zh-CN" b="1" dirty="0" err="1" smtClean="0">
                <a:solidFill>
                  <a:prstClr val="black"/>
                </a:solidFill>
              </a:rPr>
              <a:t>uC</a:t>
            </a:r>
            <a:r>
              <a:rPr lang="en-US" altLang="zh-CN" b="1" dirty="0" smtClean="0">
                <a:solidFill>
                  <a:prstClr val="black"/>
                </a:solidFill>
              </a:rPr>
              <a:t>/OS-III</a:t>
            </a:r>
            <a:r>
              <a:rPr lang="zh-CN" altLang="en-US" b="1" dirty="0">
                <a:solidFill>
                  <a:prstClr val="black"/>
                </a:solidFill>
              </a:rPr>
              <a:t>把系统所有任务的控制块链接为两条</a:t>
            </a:r>
            <a:r>
              <a:rPr lang="zh-CN" altLang="en-US" b="1" dirty="0" smtClean="0">
                <a:solidFill>
                  <a:prstClr val="black"/>
                </a:solidFill>
              </a:rPr>
              <a:t>链表来</a:t>
            </a:r>
            <a:r>
              <a:rPr lang="zh-CN" altLang="en-US" b="1" dirty="0">
                <a:solidFill>
                  <a:prstClr val="black"/>
                </a:solidFill>
              </a:rPr>
              <a:t>管理各个任务。</a:t>
            </a:r>
          </a:p>
        </p:txBody>
      </p:sp>
      <p:sp>
        <p:nvSpPr>
          <p:cNvPr id="6" name="矩形 5"/>
          <p:cNvSpPr/>
          <p:nvPr/>
        </p:nvSpPr>
        <p:spPr>
          <a:xfrm>
            <a:off x="1088533" y="1419622"/>
            <a:ext cx="3483467" cy="355481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25000"/>
              </a:lnSpc>
              <a:buFont typeface="Wingdings" pitchFamily="2" charset="2"/>
              <a:buChar char="Ø"/>
            </a:pPr>
            <a:r>
              <a:rPr lang="zh-CN" altLang="zh-CN" b="1" dirty="0" smtClean="0"/>
              <a:t>链表</a:t>
            </a:r>
            <a:r>
              <a:rPr lang="zh-CN" altLang="zh-CN" b="1" dirty="0"/>
              <a:t>中的任务控制块都没有分配具体的任务</a:t>
            </a:r>
            <a:r>
              <a:rPr lang="zh-CN" altLang="zh-CN" b="1" dirty="0" smtClean="0"/>
              <a:t>。</a:t>
            </a:r>
            <a:endParaRPr lang="en-GB" altLang="zh-CN" b="1" dirty="0" smtClean="0"/>
          </a:p>
          <a:p>
            <a:pPr marL="285750" indent="-285750">
              <a:lnSpc>
                <a:spcPct val="125000"/>
              </a:lnSpc>
              <a:buFont typeface="Wingdings" pitchFamily="2" charset="2"/>
              <a:buChar char="Ø"/>
            </a:pPr>
            <a:r>
              <a:rPr lang="zh-CN" altLang="zh-CN" b="1" dirty="0" smtClean="0"/>
              <a:t>该</a:t>
            </a:r>
            <a:r>
              <a:rPr lang="zh-CN" altLang="zh-CN" b="1" dirty="0"/>
              <a:t>链表在系统调用初始化函数</a:t>
            </a:r>
            <a:r>
              <a:rPr lang="en-US" altLang="zh-CN" b="1" dirty="0" err="1"/>
              <a:t>OSInit</a:t>
            </a:r>
            <a:r>
              <a:rPr lang="en-US" altLang="zh-CN" b="1" dirty="0"/>
              <a:t>()</a:t>
            </a:r>
            <a:r>
              <a:rPr lang="zh-CN" altLang="zh-CN" b="1" dirty="0"/>
              <a:t>函数时</a:t>
            </a:r>
            <a:r>
              <a:rPr lang="zh-CN" altLang="zh-CN" b="1" dirty="0" smtClean="0"/>
              <a:t>建立</a:t>
            </a:r>
            <a:r>
              <a:rPr lang="zh-CN" altLang="en-US" b="1" dirty="0" smtClean="0"/>
              <a:t>；</a:t>
            </a:r>
            <a:endParaRPr lang="en-US" altLang="zh-CN" b="1" dirty="0" smtClean="0"/>
          </a:p>
          <a:p>
            <a:pPr marL="285750" indent="-285750">
              <a:lnSpc>
                <a:spcPct val="125000"/>
              </a:lnSpc>
              <a:buFont typeface="Wingdings" pitchFamily="2" charset="2"/>
              <a:buChar char="Ø"/>
            </a:pPr>
            <a:r>
              <a:rPr lang="zh-CN" altLang="zh-CN" b="1" dirty="0" smtClean="0"/>
              <a:t>建立</a:t>
            </a:r>
            <a:r>
              <a:rPr lang="zh-CN" altLang="zh-CN" b="1" dirty="0"/>
              <a:t>一个</a:t>
            </a:r>
            <a:r>
              <a:rPr lang="en-US" altLang="zh-CN" b="1" dirty="0"/>
              <a:t>OS_TCB</a:t>
            </a:r>
            <a:r>
              <a:rPr lang="zh-CN" altLang="zh-CN" b="1" dirty="0"/>
              <a:t>结构类型的数组</a:t>
            </a:r>
            <a:r>
              <a:rPr lang="en-US" altLang="zh-CN" b="1" dirty="0" err="1"/>
              <a:t>OSTCBTbl</a:t>
            </a:r>
            <a:r>
              <a:rPr lang="en-US" altLang="zh-CN" b="1" dirty="0"/>
              <a:t>[]</a:t>
            </a:r>
            <a:r>
              <a:rPr lang="zh-CN" altLang="zh-CN" b="1" dirty="0" smtClean="0"/>
              <a:t>实现</a:t>
            </a:r>
            <a:r>
              <a:rPr lang="zh-CN" altLang="en-US" b="1" dirty="0" smtClean="0"/>
              <a:t>；</a:t>
            </a:r>
            <a:endParaRPr lang="en-US" altLang="zh-CN" b="1" dirty="0" smtClean="0"/>
          </a:p>
          <a:p>
            <a:pPr marL="285750" indent="-285750">
              <a:lnSpc>
                <a:spcPct val="125000"/>
              </a:lnSpc>
              <a:buFont typeface="Wingdings" pitchFamily="2" charset="2"/>
              <a:buChar char="Ø"/>
            </a:pPr>
            <a:r>
              <a:rPr lang="zh-CN" altLang="zh-CN" b="1" dirty="0" smtClean="0"/>
              <a:t>每个</a:t>
            </a:r>
            <a:r>
              <a:rPr lang="zh-CN" altLang="zh-CN" b="1" dirty="0"/>
              <a:t>元素都是一个</a:t>
            </a:r>
            <a:r>
              <a:rPr lang="zh-CN" altLang="zh-CN" b="1" dirty="0" smtClean="0"/>
              <a:t>任务控制块</a:t>
            </a:r>
            <a:r>
              <a:rPr lang="zh-CN" altLang="en-US" b="1" dirty="0" smtClean="0"/>
              <a:t>；</a:t>
            </a:r>
            <a:endParaRPr lang="en-US" altLang="zh-CN" b="1" dirty="0" smtClean="0"/>
          </a:p>
          <a:p>
            <a:pPr marL="285750" indent="-285750">
              <a:lnSpc>
                <a:spcPct val="125000"/>
              </a:lnSpc>
              <a:buFont typeface="Wingdings" pitchFamily="2" charset="2"/>
              <a:buChar char="Ø"/>
            </a:pPr>
            <a:r>
              <a:rPr lang="zh-CN" altLang="zh-CN" b="1" dirty="0" smtClean="0"/>
              <a:t>利用结构体</a:t>
            </a:r>
            <a:r>
              <a:rPr lang="zh-CN" altLang="zh-CN" b="1" dirty="0"/>
              <a:t>中的两个指针</a:t>
            </a:r>
            <a:r>
              <a:rPr lang="en-US" altLang="zh-CN" b="1" dirty="0" err="1"/>
              <a:t>OSTCBNext</a:t>
            </a:r>
            <a:r>
              <a:rPr lang="zh-CN" altLang="zh-CN" b="1" dirty="0"/>
              <a:t>和</a:t>
            </a:r>
            <a:r>
              <a:rPr lang="en-US" altLang="zh-CN" b="1" dirty="0" err="1"/>
              <a:t>OSTCBPre</a:t>
            </a:r>
            <a:r>
              <a:rPr lang="zh-CN" altLang="zh-CN" b="1" dirty="0"/>
              <a:t>将任务控制块链接成一个链表</a:t>
            </a:r>
            <a:r>
              <a:rPr lang="zh-CN" altLang="zh-CN" b="1" dirty="0" smtClean="0"/>
              <a:t>。</a:t>
            </a:r>
            <a:endParaRPr lang="zh-CN" altLang="zh-CN" b="1" dirty="0"/>
          </a:p>
        </p:txBody>
      </p:sp>
      <p:sp>
        <p:nvSpPr>
          <p:cNvPr id="9" name="矩形 8"/>
          <p:cNvSpPr/>
          <p:nvPr/>
        </p:nvSpPr>
        <p:spPr>
          <a:xfrm>
            <a:off x="637515" y="1419622"/>
            <a:ext cx="451018" cy="2308324"/>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zh-CN" b="1" dirty="0">
                <a:solidFill>
                  <a:prstClr val="black"/>
                </a:solidFill>
              </a:rPr>
              <a:t>空任务控制块链表</a:t>
            </a:r>
            <a:endParaRPr lang="zh-CN" altLang="en-US" dirty="0"/>
          </a:p>
        </p:txBody>
      </p:sp>
      <p:sp>
        <p:nvSpPr>
          <p:cNvPr id="10" name="矩形 9"/>
          <p:cNvSpPr/>
          <p:nvPr/>
        </p:nvSpPr>
        <p:spPr>
          <a:xfrm>
            <a:off x="4876732" y="1423539"/>
            <a:ext cx="432048" cy="2031325"/>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zh-CN" b="1" dirty="0">
                <a:solidFill>
                  <a:prstClr val="black"/>
                </a:solidFill>
              </a:rPr>
              <a:t>任务控制块链表</a:t>
            </a:r>
            <a:endParaRPr lang="zh-CN" altLang="en-US" dirty="0"/>
          </a:p>
        </p:txBody>
      </p:sp>
      <p:sp>
        <p:nvSpPr>
          <p:cNvPr id="11" name="矩形 10"/>
          <p:cNvSpPr/>
          <p:nvPr/>
        </p:nvSpPr>
        <p:spPr>
          <a:xfrm>
            <a:off x="5301455" y="1419622"/>
            <a:ext cx="3339278" cy="320857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285750" lvl="0" indent="-285750">
              <a:lnSpc>
                <a:spcPct val="125000"/>
              </a:lnSpc>
              <a:buFont typeface="Wingdings" pitchFamily="2" charset="2"/>
              <a:buChar char="Ø"/>
            </a:pPr>
            <a:r>
              <a:rPr lang="zh-CN" altLang="zh-CN" b="1" dirty="0">
                <a:solidFill>
                  <a:schemeClr val="dk1"/>
                </a:solidFill>
              </a:rPr>
              <a:t>链表中的任务控制块都已分配任务</a:t>
            </a:r>
            <a:r>
              <a:rPr lang="zh-CN" altLang="en-US" b="1" dirty="0">
                <a:solidFill>
                  <a:schemeClr val="dk1"/>
                </a:solidFill>
              </a:rPr>
              <a:t>；</a:t>
            </a:r>
            <a:endParaRPr lang="en-US" altLang="zh-CN" b="1" dirty="0">
              <a:solidFill>
                <a:schemeClr val="dk1"/>
              </a:solidFill>
            </a:endParaRPr>
          </a:p>
          <a:p>
            <a:pPr marL="285750" lvl="0" indent="-285750">
              <a:lnSpc>
                <a:spcPct val="125000"/>
              </a:lnSpc>
              <a:buFont typeface="Wingdings" pitchFamily="2" charset="2"/>
              <a:buChar char="Ø"/>
            </a:pPr>
            <a:r>
              <a:rPr lang="zh-CN" altLang="zh-CN" b="1" dirty="0">
                <a:solidFill>
                  <a:schemeClr val="dk1"/>
                </a:solidFill>
              </a:rPr>
              <a:t>该链表在调用</a:t>
            </a:r>
            <a:r>
              <a:rPr lang="en-US" altLang="zh-CN" b="1" dirty="0" err="1">
                <a:solidFill>
                  <a:schemeClr val="dk1"/>
                </a:solidFill>
              </a:rPr>
              <a:t>OSTaskCreate</a:t>
            </a:r>
            <a:r>
              <a:rPr lang="en-US" altLang="zh-CN" b="1" dirty="0">
                <a:solidFill>
                  <a:schemeClr val="dk1"/>
                </a:solidFill>
              </a:rPr>
              <a:t>()</a:t>
            </a:r>
            <a:r>
              <a:rPr lang="zh-CN" altLang="zh-CN" b="1" dirty="0">
                <a:solidFill>
                  <a:schemeClr val="dk1"/>
                </a:solidFill>
              </a:rPr>
              <a:t>函数时</a:t>
            </a:r>
            <a:r>
              <a:rPr lang="zh-CN" altLang="zh-CN" b="1" dirty="0" smtClean="0">
                <a:solidFill>
                  <a:schemeClr val="dk1"/>
                </a:solidFill>
              </a:rPr>
              <a:t>建立</a:t>
            </a:r>
            <a:r>
              <a:rPr lang="zh-CN" altLang="en-US" b="1" dirty="0" smtClean="0">
                <a:solidFill>
                  <a:schemeClr val="dk1"/>
                </a:solidFill>
              </a:rPr>
              <a:t>；</a:t>
            </a:r>
            <a:endParaRPr lang="en-US" altLang="zh-CN" b="1" dirty="0" smtClean="0">
              <a:solidFill>
                <a:schemeClr val="dk1"/>
              </a:solidFill>
            </a:endParaRPr>
          </a:p>
          <a:p>
            <a:pPr marL="285750" lvl="0" indent="-285750">
              <a:lnSpc>
                <a:spcPct val="125000"/>
              </a:lnSpc>
              <a:buFont typeface="Wingdings" pitchFamily="2" charset="2"/>
              <a:buChar char="Ø"/>
            </a:pPr>
            <a:r>
              <a:rPr lang="zh-CN" altLang="zh-CN" b="1" dirty="0" smtClean="0">
                <a:solidFill>
                  <a:schemeClr val="dk1"/>
                </a:solidFill>
              </a:rPr>
              <a:t>创建</a:t>
            </a:r>
            <a:r>
              <a:rPr lang="zh-CN" altLang="zh-CN" b="1" dirty="0">
                <a:solidFill>
                  <a:schemeClr val="dk1"/>
                </a:solidFill>
              </a:rPr>
              <a:t>任务时，</a:t>
            </a:r>
            <a:r>
              <a:rPr lang="zh-CN" altLang="zh-CN" b="1" dirty="0" smtClean="0">
                <a:solidFill>
                  <a:schemeClr val="dk1"/>
                </a:solidFill>
              </a:rPr>
              <a:t>系统从</a:t>
            </a:r>
            <a:r>
              <a:rPr lang="zh-CN" altLang="zh-CN" b="1" dirty="0">
                <a:solidFill>
                  <a:schemeClr val="dk1"/>
                </a:solidFill>
              </a:rPr>
              <a:t>空任务控制块链表的首部分配一个空任务控制块给该任务，并将它加入到任务控制块链表中。</a:t>
            </a:r>
          </a:p>
        </p:txBody>
      </p:sp>
    </p:spTree>
    <p:extLst>
      <p:ext uri="{BB962C8B-B14F-4D97-AF65-F5344CB8AC3E}">
        <p14:creationId xmlns:p14="http://schemas.microsoft.com/office/powerpoint/2010/main" val="19195251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1114408" cy="369332"/>
          </a:xfrm>
          <a:prstGeom prst="rect">
            <a:avLst/>
          </a:prstGeom>
        </p:spPr>
        <p:txBody>
          <a:bodyPr wrap="none">
            <a:spAutoFit/>
          </a:bodyPr>
          <a:lstStyle/>
          <a:p>
            <a:r>
              <a:rPr lang="zh-CN" altLang="zh-CN" b="1" dirty="0">
                <a:solidFill>
                  <a:srgbClr val="C00000"/>
                </a:solidFill>
              </a:rPr>
              <a:t>任务堆栈</a:t>
            </a:r>
            <a:endParaRPr lang="zh-CN" altLang="en-US" dirty="0">
              <a:solidFill>
                <a:srgbClr val="C00000"/>
              </a:solidFill>
            </a:endParaRPr>
          </a:p>
        </p:txBody>
      </p:sp>
      <p:sp>
        <p:nvSpPr>
          <p:cNvPr id="6" name="矩形 5"/>
          <p:cNvSpPr/>
          <p:nvPr/>
        </p:nvSpPr>
        <p:spPr>
          <a:xfrm>
            <a:off x="755576" y="2722280"/>
            <a:ext cx="4658903" cy="1823576"/>
          </a:xfrm>
          <a:prstGeom prst="rect">
            <a:avLst/>
          </a:prstGeom>
          <a:solidFill>
            <a:schemeClr val="accent5">
              <a:lumMod val="20000"/>
              <a:lumOff val="80000"/>
            </a:schemeClr>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任务</a:t>
            </a:r>
            <a:r>
              <a:rPr lang="zh-CN" altLang="en-US" b="1" dirty="0"/>
              <a:t>堆栈的创建：</a:t>
            </a:r>
          </a:p>
          <a:p>
            <a:pPr>
              <a:lnSpc>
                <a:spcPct val="125000"/>
              </a:lnSpc>
            </a:pPr>
            <a:r>
              <a:rPr lang="en-US" altLang="zh-CN" b="1" dirty="0"/>
              <a:t>#define START_STK_SIZE </a:t>
            </a:r>
            <a:r>
              <a:rPr lang="en-US" altLang="zh-CN" b="1" dirty="0" smtClean="0"/>
              <a:t> 512    </a:t>
            </a:r>
          </a:p>
          <a:p>
            <a:pPr>
              <a:lnSpc>
                <a:spcPct val="125000"/>
              </a:lnSpc>
            </a:pPr>
            <a:r>
              <a:rPr lang="en-US" altLang="zh-CN" b="1" dirty="0" smtClean="0"/>
              <a:t>//</a:t>
            </a:r>
            <a:r>
              <a:rPr lang="zh-CN" altLang="en-US" b="1" dirty="0"/>
              <a:t>堆栈大小</a:t>
            </a:r>
          </a:p>
          <a:p>
            <a:pPr>
              <a:lnSpc>
                <a:spcPct val="125000"/>
              </a:lnSpc>
            </a:pPr>
            <a:r>
              <a:rPr lang="en-US" altLang="zh-CN" b="1" dirty="0"/>
              <a:t>CPU_STK START_TASK_STK[START_STK_SIZE</a:t>
            </a:r>
            <a:r>
              <a:rPr lang="en-US" altLang="zh-CN" b="1" dirty="0" smtClean="0"/>
              <a:t>];</a:t>
            </a:r>
          </a:p>
          <a:p>
            <a:pPr>
              <a:lnSpc>
                <a:spcPct val="125000"/>
              </a:lnSpc>
            </a:pPr>
            <a:r>
              <a:rPr lang="en-US" altLang="zh-CN" b="1" dirty="0" smtClean="0"/>
              <a:t> //</a:t>
            </a:r>
            <a:r>
              <a:rPr lang="zh-CN" altLang="en-US" b="1" dirty="0"/>
              <a:t>定义一个数组来作为任务</a:t>
            </a:r>
            <a:r>
              <a:rPr lang="zh-CN" altLang="en-US" b="1" dirty="0" smtClean="0"/>
              <a:t>堆栈</a:t>
            </a:r>
            <a:endParaRPr lang="zh-CN" altLang="en-US" b="1" dirty="0"/>
          </a:p>
        </p:txBody>
      </p:sp>
      <p:sp>
        <p:nvSpPr>
          <p:cNvPr id="2" name="矩形 1"/>
          <p:cNvSpPr/>
          <p:nvPr/>
        </p:nvSpPr>
        <p:spPr>
          <a:xfrm>
            <a:off x="979040" y="1131590"/>
            <a:ext cx="3304928" cy="6463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b="1" dirty="0" smtClean="0">
                <a:solidFill>
                  <a:srgbClr val="C00000"/>
                </a:solidFill>
              </a:rPr>
              <a:t>作用</a:t>
            </a:r>
            <a:r>
              <a:rPr lang="zh-CN" altLang="en-US" b="1" dirty="0" smtClean="0">
                <a:solidFill>
                  <a:prstClr val="black"/>
                </a:solidFill>
              </a:rPr>
              <a:t>：任务</a:t>
            </a:r>
            <a:r>
              <a:rPr lang="zh-CN" altLang="en-US" b="1" dirty="0">
                <a:solidFill>
                  <a:prstClr val="black"/>
                </a:solidFill>
              </a:rPr>
              <a:t>切换时用来保存任务的运行</a:t>
            </a:r>
            <a:r>
              <a:rPr lang="zh-CN" altLang="en-US" b="1" dirty="0" smtClean="0">
                <a:solidFill>
                  <a:prstClr val="black"/>
                </a:solidFill>
              </a:rPr>
              <a:t>环境。</a:t>
            </a:r>
            <a:endParaRPr lang="zh-CN" altLang="en-US" dirty="0"/>
          </a:p>
        </p:txBody>
      </p:sp>
      <p:sp>
        <p:nvSpPr>
          <p:cNvPr id="8" name="矩形 7"/>
          <p:cNvSpPr/>
          <p:nvPr/>
        </p:nvSpPr>
        <p:spPr>
          <a:xfrm>
            <a:off x="979040" y="1777921"/>
            <a:ext cx="3304928" cy="6463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b="1" dirty="0" smtClean="0">
                <a:solidFill>
                  <a:srgbClr val="C00000"/>
                </a:solidFill>
              </a:rPr>
              <a:t>特点</a:t>
            </a:r>
            <a:r>
              <a:rPr lang="zh-CN" altLang="en-US" b="1" dirty="0" smtClean="0">
                <a:solidFill>
                  <a:prstClr val="black"/>
                </a:solidFill>
              </a:rPr>
              <a:t>：每个</a:t>
            </a:r>
            <a:r>
              <a:rPr lang="zh-CN" altLang="en-US" b="1" dirty="0">
                <a:solidFill>
                  <a:prstClr val="black"/>
                </a:solidFill>
              </a:rPr>
              <a:t>任务都有自己的专用堆栈，彼此之间不能互用。</a:t>
            </a:r>
            <a:endParaRPr lang="zh-CN" altLang="en-US" dirty="0"/>
          </a:p>
        </p:txBody>
      </p:sp>
      <p:sp>
        <p:nvSpPr>
          <p:cNvPr id="12" name="矩形 11"/>
          <p:cNvSpPr/>
          <p:nvPr/>
        </p:nvSpPr>
        <p:spPr>
          <a:xfrm>
            <a:off x="4794126" y="1212612"/>
            <a:ext cx="3162250" cy="9233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b="1" dirty="0" smtClean="0">
                <a:solidFill>
                  <a:srgbClr val="C00000"/>
                </a:solidFill>
              </a:rPr>
              <a:t>堆栈</a:t>
            </a:r>
            <a:r>
              <a:rPr lang="zh-CN" altLang="en-US" b="1" dirty="0" smtClean="0">
                <a:solidFill>
                  <a:prstClr val="black"/>
                </a:solidFill>
              </a:rPr>
              <a:t>：内存</a:t>
            </a:r>
            <a:r>
              <a:rPr lang="zh-CN" altLang="en-US" b="1" dirty="0">
                <a:solidFill>
                  <a:prstClr val="black"/>
                </a:solidFill>
              </a:rPr>
              <a:t>中按照“后进先出（</a:t>
            </a:r>
            <a:r>
              <a:rPr lang="en-US" altLang="zh-CN" b="1" dirty="0">
                <a:solidFill>
                  <a:prstClr val="black"/>
                </a:solidFill>
              </a:rPr>
              <a:t>LIFO</a:t>
            </a:r>
            <a:r>
              <a:rPr lang="zh-CN" altLang="en-US" b="1" dirty="0">
                <a:solidFill>
                  <a:prstClr val="black"/>
                </a:solidFill>
              </a:rPr>
              <a:t>）”的原则组织的一块连续的存储空间。</a:t>
            </a:r>
            <a:endParaRPr lang="zh-CN" altLang="en-US" dirty="0"/>
          </a:p>
        </p:txBody>
      </p:sp>
      <p:sp>
        <p:nvSpPr>
          <p:cNvPr id="14" name="圆角矩形标注 13"/>
          <p:cNvSpPr/>
          <p:nvPr/>
        </p:nvSpPr>
        <p:spPr>
          <a:xfrm>
            <a:off x="5652120" y="2859782"/>
            <a:ext cx="2664296" cy="1008112"/>
          </a:xfrm>
          <a:prstGeom prst="wedgeRoundRectCallout">
            <a:avLst>
              <a:gd name="adj1" fmla="val -64771"/>
              <a:gd name="adj2" fmla="val 62500"/>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lvl="0">
              <a:lnSpc>
                <a:spcPct val="125000"/>
              </a:lnSpc>
            </a:pPr>
            <a:r>
              <a:rPr lang="zh-CN" altLang="en-US" sz="1600" b="1" dirty="0" smtClean="0">
                <a:solidFill>
                  <a:prstClr val="black"/>
                </a:solidFill>
              </a:rPr>
              <a:t>定义</a:t>
            </a:r>
            <a:r>
              <a:rPr lang="zh-CN" altLang="en-US" sz="1600" b="1" dirty="0">
                <a:solidFill>
                  <a:prstClr val="black"/>
                </a:solidFill>
              </a:rPr>
              <a:t>了一个</a:t>
            </a:r>
            <a:r>
              <a:rPr lang="en-US" altLang="zh-CN" sz="1600" b="1" dirty="0">
                <a:solidFill>
                  <a:prstClr val="black"/>
                </a:solidFill>
              </a:rPr>
              <a:t>CPU_STK</a:t>
            </a:r>
            <a:r>
              <a:rPr lang="zh-CN" altLang="en-US" sz="1600" b="1" dirty="0">
                <a:solidFill>
                  <a:prstClr val="black"/>
                </a:solidFill>
              </a:rPr>
              <a:t>（任务堆栈）变量</a:t>
            </a:r>
            <a:r>
              <a:rPr lang="zh-CN" altLang="en-US" sz="1600" b="1" dirty="0" smtClean="0">
                <a:solidFill>
                  <a:prstClr val="black"/>
                </a:solidFill>
              </a:rPr>
              <a:t>，空间</a:t>
            </a:r>
            <a:r>
              <a:rPr lang="zh-CN" altLang="en-US" sz="1600" b="1" dirty="0">
                <a:solidFill>
                  <a:prstClr val="black"/>
                </a:solidFill>
              </a:rPr>
              <a:t>大小为：</a:t>
            </a:r>
            <a:r>
              <a:rPr lang="en-US" altLang="zh-CN" sz="1600" b="1" dirty="0">
                <a:solidFill>
                  <a:prstClr val="black"/>
                </a:solidFill>
              </a:rPr>
              <a:t>512 * 4=2048</a:t>
            </a:r>
            <a:r>
              <a:rPr lang="zh-CN" altLang="en-US" sz="1600" b="1" dirty="0">
                <a:solidFill>
                  <a:prstClr val="black"/>
                </a:solidFill>
              </a:rPr>
              <a:t>字节。</a:t>
            </a:r>
          </a:p>
        </p:txBody>
      </p:sp>
    </p:spTree>
    <p:extLst>
      <p:ext uri="{BB962C8B-B14F-4D97-AF65-F5344CB8AC3E}">
        <p14:creationId xmlns:p14="http://schemas.microsoft.com/office/powerpoint/2010/main" val="30295063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419872" y="406932"/>
            <a:ext cx="1114408" cy="369332"/>
          </a:xfrm>
          <a:prstGeom prst="rect">
            <a:avLst/>
          </a:prstGeom>
        </p:spPr>
        <p:txBody>
          <a:bodyPr wrap="none">
            <a:spAutoFit/>
          </a:bodyPr>
          <a:lstStyle/>
          <a:p>
            <a:r>
              <a:rPr lang="zh-CN" altLang="zh-CN" b="1" dirty="0">
                <a:solidFill>
                  <a:srgbClr val="C00000"/>
                </a:solidFill>
              </a:rPr>
              <a:t>任务堆栈</a:t>
            </a:r>
            <a:endParaRPr lang="zh-CN" altLang="en-US" dirty="0">
              <a:solidFill>
                <a:srgbClr val="C00000"/>
              </a:solidFill>
            </a:endParaRPr>
          </a:p>
        </p:txBody>
      </p:sp>
      <p:sp>
        <p:nvSpPr>
          <p:cNvPr id="2" name="矩形 1"/>
          <p:cNvSpPr/>
          <p:nvPr/>
        </p:nvSpPr>
        <p:spPr>
          <a:xfrm>
            <a:off x="657367" y="987574"/>
            <a:ext cx="3600400" cy="1131079"/>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solidFill>
                  <a:schemeClr val="tx1"/>
                </a:solidFill>
              </a:rPr>
              <a:t>     使用</a:t>
            </a:r>
            <a:r>
              <a:rPr lang="en-US" altLang="zh-CN" b="1" dirty="0" err="1" smtClean="0">
                <a:solidFill>
                  <a:schemeClr val="tx1"/>
                </a:solidFill>
              </a:rPr>
              <a:t>OSTaskCreate</a:t>
            </a:r>
            <a:r>
              <a:rPr lang="en-US" altLang="zh-CN" b="1" dirty="0">
                <a:solidFill>
                  <a:schemeClr val="tx1"/>
                </a:solidFill>
              </a:rPr>
              <a:t>()</a:t>
            </a:r>
            <a:r>
              <a:rPr lang="zh-CN" altLang="en-US" b="1" dirty="0">
                <a:solidFill>
                  <a:schemeClr val="tx1"/>
                </a:solidFill>
              </a:rPr>
              <a:t>函数创建任务时，分配任务控制块的同时把所创建的任务堆栈传递给该</a:t>
            </a:r>
            <a:r>
              <a:rPr lang="zh-CN" altLang="en-US" b="1" dirty="0" smtClean="0">
                <a:solidFill>
                  <a:schemeClr val="tx1"/>
                </a:solidFill>
              </a:rPr>
              <a:t>任务。</a:t>
            </a:r>
            <a:endParaRPr lang="zh-CN" altLang="en-US" dirty="0">
              <a:solidFill>
                <a:schemeClr val="tx1"/>
              </a:solidFill>
            </a:endParaRPr>
          </a:p>
        </p:txBody>
      </p:sp>
      <p:sp>
        <p:nvSpPr>
          <p:cNvPr id="12" name="矩形 11"/>
          <p:cNvSpPr/>
          <p:nvPr/>
        </p:nvSpPr>
        <p:spPr>
          <a:xfrm>
            <a:off x="4716016" y="483518"/>
            <a:ext cx="4098354" cy="440120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GB" altLang="zh-CN" sz="1400" b="1" dirty="0" err="1">
                <a:solidFill>
                  <a:schemeClr val="tx1"/>
                </a:solidFill>
              </a:rPr>
              <a:t>OSTaskCreate</a:t>
            </a:r>
            <a:r>
              <a:rPr lang="en-GB" altLang="zh-CN" sz="1400" b="1" dirty="0">
                <a:solidFill>
                  <a:schemeClr val="tx1"/>
                </a:solidFill>
              </a:rPr>
              <a:t>((OS_TCB    * )&amp;</a:t>
            </a:r>
            <a:r>
              <a:rPr lang="en-GB" altLang="zh-CN" sz="1400" b="1" dirty="0" err="1">
                <a:solidFill>
                  <a:schemeClr val="tx1"/>
                </a:solidFill>
              </a:rPr>
              <a:t>StartTaskTCB</a:t>
            </a:r>
            <a:r>
              <a:rPr lang="en-GB" altLang="zh-CN" sz="1400" b="1" dirty="0">
                <a:solidFill>
                  <a:schemeClr val="tx1"/>
                </a:solidFill>
              </a:rPr>
              <a:t>,       //</a:t>
            </a:r>
            <a:r>
              <a:rPr lang="zh-CN" altLang="en-US" sz="1400" b="1" dirty="0">
                <a:solidFill>
                  <a:schemeClr val="tx1"/>
                </a:solidFill>
              </a:rPr>
              <a:t>任务控制块</a:t>
            </a:r>
          </a:p>
          <a:p>
            <a:r>
              <a:rPr lang="en-US" altLang="zh-CN" sz="1400" b="1" dirty="0">
                <a:solidFill>
                  <a:schemeClr val="tx1"/>
                </a:solidFill>
              </a:rPr>
              <a:t>(</a:t>
            </a:r>
            <a:r>
              <a:rPr lang="en-GB" altLang="zh-CN" sz="1400" b="1" dirty="0">
                <a:solidFill>
                  <a:schemeClr val="tx1"/>
                </a:solidFill>
              </a:rPr>
              <a:t>CPU_CHAR  * )"start task",        //</a:t>
            </a:r>
            <a:r>
              <a:rPr lang="zh-CN" altLang="en-US" sz="1400" b="1" dirty="0">
                <a:solidFill>
                  <a:schemeClr val="tx1"/>
                </a:solidFill>
              </a:rPr>
              <a:t>任务名字</a:t>
            </a:r>
          </a:p>
          <a:p>
            <a:r>
              <a:rPr lang="en-US" altLang="zh-CN" sz="1400" b="1" dirty="0">
                <a:solidFill>
                  <a:schemeClr val="tx1"/>
                </a:solidFill>
              </a:rPr>
              <a:t>(</a:t>
            </a:r>
            <a:r>
              <a:rPr lang="en-GB" altLang="zh-CN" sz="1400" b="1" dirty="0">
                <a:solidFill>
                  <a:schemeClr val="tx1"/>
                </a:solidFill>
              </a:rPr>
              <a:t>OS_TASK_PTR )</a:t>
            </a:r>
            <a:r>
              <a:rPr lang="en-GB" altLang="zh-CN" sz="1400" b="1" dirty="0" err="1">
                <a:solidFill>
                  <a:schemeClr val="tx1"/>
                </a:solidFill>
              </a:rPr>
              <a:t>start_task</a:t>
            </a:r>
            <a:r>
              <a:rPr lang="en-GB" altLang="zh-CN" sz="1400" b="1" dirty="0">
                <a:solidFill>
                  <a:schemeClr val="tx1"/>
                </a:solidFill>
              </a:rPr>
              <a:t>,          //</a:t>
            </a:r>
            <a:r>
              <a:rPr lang="zh-CN" altLang="en-US" sz="1400" b="1" dirty="0">
                <a:solidFill>
                  <a:schemeClr val="tx1"/>
                </a:solidFill>
              </a:rPr>
              <a:t>任务函数</a:t>
            </a:r>
          </a:p>
          <a:p>
            <a:r>
              <a:rPr lang="en-US" altLang="zh-CN" sz="1400" b="1" dirty="0">
                <a:solidFill>
                  <a:schemeClr val="tx1"/>
                </a:solidFill>
              </a:rPr>
              <a:t>(</a:t>
            </a:r>
            <a:r>
              <a:rPr lang="en-GB" altLang="zh-CN" sz="1400" b="1" dirty="0">
                <a:solidFill>
                  <a:schemeClr val="tx1"/>
                </a:solidFill>
              </a:rPr>
              <a:t>void      * )0, </a:t>
            </a:r>
            <a:r>
              <a:rPr lang="en-GB" altLang="zh-CN" sz="1400" b="1" dirty="0" smtClean="0">
                <a:solidFill>
                  <a:schemeClr val="tx1"/>
                </a:solidFill>
              </a:rPr>
              <a:t> //</a:t>
            </a:r>
            <a:r>
              <a:rPr lang="zh-CN" altLang="en-US" sz="1400" b="1" dirty="0">
                <a:solidFill>
                  <a:schemeClr val="tx1"/>
                </a:solidFill>
              </a:rPr>
              <a:t>传递给任务函数的参数</a:t>
            </a:r>
          </a:p>
          <a:p>
            <a:r>
              <a:rPr lang="en-US" altLang="zh-CN" sz="1400" b="1" dirty="0">
                <a:solidFill>
                  <a:schemeClr val="tx1"/>
                </a:solidFill>
              </a:rPr>
              <a:t>(</a:t>
            </a:r>
            <a:r>
              <a:rPr lang="en-GB" altLang="zh-CN" sz="1400" b="1" dirty="0">
                <a:solidFill>
                  <a:schemeClr val="tx1"/>
                </a:solidFill>
              </a:rPr>
              <a:t>OS_PRIO     )START_TASK_PRIO,     //</a:t>
            </a:r>
            <a:r>
              <a:rPr lang="zh-CN" altLang="en-US" sz="1400" b="1" dirty="0">
                <a:solidFill>
                  <a:schemeClr val="tx1"/>
                </a:solidFill>
              </a:rPr>
              <a:t>任务优先级</a:t>
            </a:r>
          </a:p>
          <a:p>
            <a:r>
              <a:rPr lang="en-US" altLang="zh-CN" sz="1400" b="1" dirty="0">
                <a:solidFill>
                  <a:srgbClr val="C00000"/>
                </a:solidFill>
              </a:rPr>
              <a:t>(</a:t>
            </a:r>
            <a:r>
              <a:rPr lang="en-GB" altLang="zh-CN" sz="1400" b="1" dirty="0">
                <a:solidFill>
                  <a:srgbClr val="C00000"/>
                </a:solidFill>
              </a:rPr>
              <a:t>CPU_STK   * )&amp;START_TASK_STK[0],  </a:t>
            </a:r>
            <a:endParaRPr lang="en-GB" altLang="zh-CN" sz="1400" b="1" dirty="0" smtClean="0">
              <a:solidFill>
                <a:srgbClr val="C00000"/>
              </a:solidFill>
            </a:endParaRPr>
          </a:p>
          <a:p>
            <a:r>
              <a:rPr lang="en-GB" altLang="zh-CN" sz="1400" b="1" dirty="0">
                <a:solidFill>
                  <a:schemeClr val="tx1"/>
                </a:solidFill>
              </a:rPr>
              <a:t> </a:t>
            </a:r>
            <a:r>
              <a:rPr lang="en-GB" altLang="zh-CN" sz="1400" b="1" dirty="0" smtClean="0">
                <a:solidFill>
                  <a:schemeClr val="tx1"/>
                </a:solidFill>
              </a:rPr>
              <a:t>      //</a:t>
            </a:r>
            <a:r>
              <a:rPr lang="zh-CN" altLang="en-US" sz="1400" b="1" dirty="0">
                <a:solidFill>
                  <a:schemeClr val="tx1"/>
                </a:solidFill>
              </a:rPr>
              <a:t>任务堆栈基地址</a:t>
            </a:r>
          </a:p>
          <a:p>
            <a:r>
              <a:rPr lang="en-US" altLang="zh-CN" sz="1400" b="1" dirty="0">
                <a:solidFill>
                  <a:srgbClr val="C00000"/>
                </a:solidFill>
              </a:rPr>
              <a:t>(</a:t>
            </a:r>
            <a:r>
              <a:rPr lang="en-GB" altLang="zh-CN" sz="1400" b="1" dirty="0">
                <a:solidFill>
                  <a:srgbClr val="C00000"/>
                </a:solidFill>
              </a:rPr>
              <a:t>CPU_STK_SIZE)START_STK_SIZE/10,  </a:t>
            </a:r>
            <a:endParaRPr lang="en-GB" altLang="zh-CN" sz="1400" b="1" dirty="0" smtClean="0">
              <a:solidFill>
                <a:srgbClr val="C00000"/>
              </a:solidFill>
            </a:endParaRPr>
          </a:p>
          <a:p>
            <a:r>
              <a:rPr lang="en-GB" altLang="zh-CN" sz="1400" b="1" dirty="0">
                <a:solidFill>
                  <a:schemeClr val="tx1"/>
                </a:solidFill>
              </a:rPr>
              <a:t> </a:t>
            </a:r>
            <a:r>
              <a:rPr lang="en-GB" altLang="zh-CN" sz="1400" b="1" dirty="0" smtClean="0">
                <a:solidFill>
                  <a:schemeClr val="tx1"/>
                </a:solidFill>
              </a:rPr>
              <a:t>      //</a:t>
            </a:r>
            <a:r>
              <a:rPr lang="zh-CN" altLang="en-US" sz="1400" b="1" dirty="0">
                <a:solidFill>
                  <a:schemeClr val="tx1"/>
                </a:solidFill>
              </a:rPr>
              <a:t>任务堆栈深度限位</a:t>
            </a:r>
          </a:p>
          <a:p>
            <a:r>
              <a:rPr lang="en-US" altLang="zh-CN" sz="1400" b="1" dirty="0">
                <a:solidFill>
                  <a:srgbClr val="C00000"/>
                </a:solidFill>
              </a:rPr>
              <a:t>(</a:t>
            </a:r>
            <a:r>
              <a:rPr lang="en-GB" altLang="zh-CN" sz="1400" b="1" dirty="0">
                <a:solidFill>
                  <a:srgbClr val="C00000"/>
                </a:solidFill>
              </a:rPr>
              <a:t>CPU_STK_SIZE)START_STK_SIZE,      </a:t>
            </a:r>
            <a:r>
              <a:rPr lang="en-GB" altLang="zh-CN" sz="1400" b="1" dirty="0">
                <a:solidFill>
                  <a:schemeClr val="tx1"/>
                </a:solidFill>
              </a:rPr>
              <a:t>//</a:t>
            </a:r>
            <a:r>
              <a:rPr lang="zh-CN" altLang="en-US" sz="1400" b="1" dirty="0">
                <a:solidFill>
                  <a:schemeClr val="tx1"/>
                </a:solidFill>
              </a:rPr>
              <a:t>任务堆栈大小</a:t>
            </a:r>
          </a:p>
          <a:p>
            <a:r>
              <a:rPr lang="en-US" altLang="zh-CN" sz="1400" b="1" dirty="0">
                <a:solidFill>
                  <a:schemeClr val="tx1"/>
                </a:solidFill>
              </a:rPr>
              <a:t>(</a:t>
            </a:r>
            <a:r>
              <a:rPr lang="en-GB" altLang="zh-CN" sz="1400" b="1" dirty="0">
                <a:solidFill>
                  <a:schemeClr val="tx1"/>
                </a:solidFill>
              </a:rPr>
              <a:t>OS_MSG_QTY )0, //</a:t>
            </a:r>
            <a:r>
              <a:rPr lang="zh-CN" altLang="en-US" sz="1400" b="1" dirty="0">
                <a:solidFill>
                  <a:schemeClr val="tx1"/>
                </a:solidFill>
              </a:rPr>
              <a:t>任务内部消息队列能够接收的最大消息数目</a:t>
            </a:r>
            <a:r>
              <a:rPr lang="en-US" altLang="zh-CN" sz="1400" b="1" dirty="0">
                <a:solidFill>
                  <a:schemeClr val="tx1"/>
                </a:solidFill>
              </a:rPr>
              <a:t>,</a:t>
            </a:r>
            <a:r>
              <a:rPr lang="zh-CN" altLang="en-US" sz="1400" b="1" dirty="0">
                <a:solidFill>
                  <a:schemeClr val="tx1"/>
                </a:solidFill>
              </a:rPr>
              <a:t>为</a:t>
            </a:r>
            <a:r>
              <a:rPr lang="en-US" altLang="zh-CN" sz="1400" b="1" dirty="0">
                <a:solidFill>
                  <a:schemeClr val="tx1"/>
                </a:solidFill>
              </a:rPr>
              <a:t>0</a:t>
            </a:r>
            <a:r>
              <a:rPr lang="zh-CN" altLang="en-US" sz="1400" b="1" dirty="0">
                <a:solidFill>
                  <a:schemeClr val="tx1"/>
                </a:solidFill>
              </a:rPr>
              <a:t>时禁止接收消息</a:t>
            </a:r>
          </a:p>
          <a:p>
            <a:r>
              <a:rPr lang="en-US" altLang="zh-CN" sz="1400" b="1" dirty="0">
                <a:solidFill>
                  <a:schemeClr val="tx1"/>
                </a:solidFill>
              </a:rPr>
              <a:t>(</a:t>
            </a:r>
            <a:r>
              <a:rPr lang="en-GB" altLang="zh-CN" sz="1400" b="1" dirty="0">
                <a:solidFill>
                  <a:schemeClr val="tx1"/>
                </a:solidFill>
              </a:rPr>
              <a:t>OS_TICK  )0,  //</a:t>
            </a:r>
            <a:r>
              <a:rPr lang="zh-CN" altLang="en-US" sz="1400" b="1" dirty="0">
                <a:solidFill>
                  <a:schemeClr val="tx1"/>
                </a:solidFill>
              </a:rPr>
              <a:t>使能时间片轮转调度的时间片长度，为</a:t>
            </a:r>
            <a:r>
              <a:rPr lang="en-US" altLang="zh-CN" sz="1400" b="1" dirty="0">
                <a:solidFill>
                  <a:schemeClr val="tx1"/>
                </a:solidFill>
              </a:rPr>
              <a:t>0</a:t>
            </a:r>
            <a:r>
              <a:rPr lang="zh-CN" altLang="en-US" sz="1400" b="1" dirty="0">
                <a:solidFill>
                  <a:schemeClr val="tx1"/>
                </a:solidFill>
              </a:rPr>
              <a:t>时采用默认值</a:t>
            </a:r>
          </a:p>
          <a:p>
            <a:r>
              <a:rPr lang="en-US" altLang="zh-CN" sz="1400" b="1" dirty="0">
                <a:solidFill>
                  <a:schemeClr val="tx1"/>
                </a:solidFill>
              </a:rPr>
              <a:t>(</a:t>
            </a:r>
            <a:r>
              <a:rPr lang="en-GB" altLang="zh-CN" sz="1400" b="1" dirty="0">
                <a:solidFill>
                  <a:schemeClr val="tx1"/>
                </a:solidFill>
              </a:rPr>
              <a:t>void      * )0,    //</a:t>
            </a:r>
            <a:r>
              <a:rPr lang="zh-CN" altLang="en-US" sz="1400" b="1" dirty="0">
                <a:solidFill>
                  <a:schemeClr val="tx1"/>
                </a:solidFill>
              </a:rPr>
              <a:t>用户补充的存储区</a:t>
            </a:r>
          </a:p>
          <a:p>
            <a:r>
              <a:rPr lang="en-US" altLang="zh-CN" sz="1400" b="1" dirty="0">
                <a:solidFill>
                  <a:schemeClr val="tx1"/>
                </a:solidFill>
              </a:rPr>
              <a:t>(</a:t>
            </a:r>
            <a:r>
              <a:rPr lang="en-GB" altLang="zh-CN" sz="1400" b="1" dirty="0">
                <a:solidFill>
                  <a:schemeClr val="tx1"/>
                </a:solidFill>
              </a:rPr>
              <a:t>OS_OPT   )OS_OPT_TASK_STK_CHK|OS_OPT_TASK_STK_CLR, //</a:t>
            </a:r>
            <a:r>
              <a:rPr lang="zh-CN" altLang="en-US" sz="1400" b="1" dirty="0">
                <a:solidFill>
                  <a:schemeClr val="tx1"/>
                </a:solidFill>
              </a:rPr>
              <a:t>任务选项</a:t>
            </a:r>
          </a:p>
          <a:p>
            <a:r>
              <a:rPr lang="en-US" altLang="zh-CN" sz="1400" b="1" dirty="0">
                <a:solidFill>
                  <a:schemeClr val="tx1"/>
                </a:solidFill>
              </a:rPr>
              <a:t>(</a:t>
            </a:r>
            <a:r>
              <a:rPr lang="en-GB" altLang="zh-CN" sz="1400" b="1" dirty="0">
                <a:solidFill>
                  <a:schemeClr val="tx1"/>
                </a:solidFill>
              </a:rPr>
              <a:t>OS_ERR    * )&amp;err);             </a:t>
            </a:r>
            <a:endParaRPr lang="en-GB" altLang="zh-CN" sz="1400" b="1" dirty="0" smtClean="0">
              <a:solidFill>
                <a:schemeClr val="tx1"/>
              </a:solidFill>
            </a:endParaRPr>
          </a:p>
          <a:p>
            <a:r>
              <a:rPr lang="en-GB" altLang="zh-CN" sz="1400" b="1" dirty="0">
                <a:solidFill>
                  <a:schemeClr val="tx1"/>
                </a:solidFill>
              </a:rPr>
              <a:t> </a:t>
            </a:r>
            <a:r>
              <a:rPr lang="en-GB" altLang="zh-CN" sz="1400" b="1" dirty="0" smtClean="0">
                <a:solidFill>
                  <a:schemeClr val="tx1"/>
                </a:solidFill>
              </a:rPr>
              <a:t>       </a:t>
            </a:r>
            <a:r>
              <a:rPr lang="en-GB" altLang="zh-CN" sz="1400" b="1" dirty="0">
                <a:solidFill>
                  <a:schemeClr val="tx1"/>
                </a:solidFill>
              </a:rPr>
              <a:t>//</a:t>
            </a:r>
            <a:r>
              <a:rPr lang="zh-CN" altLang="en-US" sz="1400" b="1" dirty="0">
                <a:solidFill>
                  <a:schemeClr val="tx1"/>
                </a:solidFill>
              </a:rPr>
              <a:t>存放该函数错误时的返回值</a:t>
            </a:r>
          </a:p>
        </p:txBody>
      </p:sp>
      <p:sp>
        <p:nvSpPr>
          <p:cNvPr id="7" name="圆角矩形标注 6"/>
          <p:cNvSpPr/>
          <p:nvPr/>
        </p:nvSpPr>
        <p:spPr>
          <a:xfrm>
            <a:off x="323528" y="2211709"/>
            <a:ext cx="4256589" cy="2673014"/>
          </a:xfrm>
          <a:prstGeom prst="wedgeRoundRectCallout">
            <a:avLst>
              <a:gd name="adj1" fmla="val 54104"/>
              <a:gd name="adj2" fmla="val -60912"/>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sz="1700" b="1" dirty="0" smtClean="0">
                <a:solidFill>
                  <a:schemeClr val="tx1"/>
                </a:solidFill>
              </a:rPr>
              <a:t>     任务</a:t>
            </a:r>
            <a:r>
              <a:rPr lang="zh-CN" altLang="en-US" sz="1700" b="1" dirty="0">
                <a:solidFill>
                  <a:schemeClr val="tx1"/>
                </a:solidFill>
              </a:rPr>
              <a:t>堆栈</a:t>
            </a:r>
            <a:r>
              <a:rPr lang="zh-CN" altLang="en-US" sz="1700" b="1" dirty="0" smtClean="0">
                <a:solidFill>
                  <a:schemeClr val="tx1"/>
                </a:solidFill>
              </a:rPr>
              <a:t>基地址与堆栈</a:t>
            </a:r>
            <a:r>
              <a:rPr lang="zh-CN" altLang="en-US" sz="1700" b="1" dirty="0">
                <a:solidFill>
                  <a:schemeClr val="tx1"/>
                </a:solidFill>
              </a:rPr>
              <a:t>的增长</a:t>
            </a:r>
            <a:r>
              <a:rPr lang="zh-CN" altLang="en-US" sz="1700" b="1" dirty="0" smtClean="0">
                <a:solidFill>
                  <a:schemeClr val="tx1"/>
                </a:solidFill>
              </a:rPr>
              <a:t>方向有关，</a:t>
            </a:r>
            <a:r>
              <a:rPr lang="zh-CN" altLang="en-US" sz="1700" b="1" dirty="0">
                <a:solidFill>
                  <a:schemeClr val="tx1"/>
                </a:solidFill>
              </a:rPr>
              <a:t>堆栈的增长方向有</a:t>
            </a:r>
            <a:r>
              <a:rPr lang="zh-CN" altLang="en-US" sz="1700" b="1" dirty="0" smtClean="0">
                <a:solidFill>
                  <a:schemeClr val="tx1"/>
                </a:solidFill>
              </a:rPr>
              <a:t>两种：</a:t>
            </a:r>
            <a:endParaRPr lang="en-US" altLang="zh-CN" sz="1700" b="1" dirty="0" smtClean="0">
              <a:solidFill>
                <a:schemeClr val="tx1"/>
              </a:solidFill>
            </a:endParaRPr>
          </a:p>
          <a:p>
            <a:pPr marL="285750" indent="-285750">
              <a:lnSpc>
                <a:spcPct val="125000"/>
              </a:lnSpc>
              <a:buBlip>
                <a:blip r:embed="rId2"/>
              </a:buBlip>
            </a:pPr>
            <a:r>
              <a:rPr lang="zh-CN" altLang="en-US" sz="1700" b="1" dirty="0" smtClean="0">
                <a:solidFill>
                  <a:schemeClr val="tx1"/>
                </a:solidFill>
              </a:rPr>
              <a:t>向上增长：从</a:t>
            </a:r>
            <a:r>
              <a:rPr lang="zh-CN" altLang="en-US" sz="1700" b="1" dirty="0">
                <a:solidFill>
                  <a:schemeClr val="tx1"/>
                </a:solidFill>
              </a:rPr>
              <a:t>低地址向高地址</a:t>
            </a:r>
            <a:r>
              <a:rPr lang="zh-CN" altLang="en-US" sz="1700" b="1" dirty="0" smtClean="0">
                <a:solidFill>
                  <a:schemeClr val="tx1"/>
                </a:solidFill>
              </a:rPr>
              <a:t>增长，任务</a:t>
            </a:r>
            <a:r>
              <a:rPr lang="zh-CN" altLang="en-US" sz="1700" b="1" dirty="0">
                <a:solidFill>
                  <a:schemeClr val="tx1"/>
                </a:solidFill>
              </a:rPr>
              <a:t>堆栈基地址为</a:t>
            </a:r>
            <a:r>
              <a:rPr lang="en-US" altLang="zh-CN" sz="1700" b="1" dirty="0">
                <a:solidFill>
                  <a:schemeClr val="tx1"/>
                </a:solidFill>
              </a:rPr>
              <a:t>&amp;START_TASK_STK[0]</a:t>
            </a:r>
            <a:r>
              <a:rPr lang="zh-CN" altLang="en-US" sz="1700" b="1" dirty="0" smtClean="0">
                <a:solidFill>
                  <a:schemeClr val="tx1"/>
                </a:solidFill>
              </a:rPr>
              <a:t>；</a:t>
            </a:r>
            <a:endParaRPr lang="en-US" altLang="zh-CN" sz="1700" b="1" dirty="0" smtClean="0">
              <a:solidFill>
                <a:schemeClr val="tx1"/>
              </a:solidFill>
            </a:endParaRPr>
          </a:p>
          <a:p>
            <a:pPr marL="285750" indent="-285750">
              <a:lnSpc>
                <a:spcPct val="125000"/>
              </a:lnSpc>
              <a:buBlip>
                <a:blip r:embed="rId2"/>
              </a:buBlip>
            </a:pPr>
            <a:r>
              <a:rPr lang="zh-CN" altLang="en-US" sz="1700" b="1" dirty="0" smtClean="0">
                <a:solidFill>
                  <a:schemeClr val="tx1"/>
                </a:solidFill>
              </a:rPr>
              <a:t>向下增长：从</a:t>
            </a:r>
            <a:r>
              <a:rPr lang="zh-CN" altLang="en-US" sz="1700" b="1" dirty="0">
                <a:solidFill>
                  <a:schemeClr val="tx1"/>
                </a:solidFill>
              </a:rPr>
              <a:t>高地址向低地址</a:t>
            </a:r>
            <a:r>
              <a:rPr lang="zh-CN" altLang="en-US" sz="1700" b="1" dirty="0" smtClean="0">
                <a:solidFill>
                  <a:schemeClr val="tx1"/>
                </a:solidFill>
              </a:rPr>
              <a:t>增长，任务</a:t>
            </a:r>
            <a:r>
              <a:rPr lang="zh-CN" altLang="en-US" sz="1700" b="1" dirty="0">
                <a:solidFill>
                  <a:schemeClr val="tx1"/>
                </a:solidFill>
              </a:rPr>
              <a:t>堆栈基地址为</a:t>
            </a:r>
            <a:r>
              <a:rPr lang="en-US" altLang="zh-CN" sz="1700" b="1" dirty="0">
                <a:solidFill>
                  <a:schemeClr val="tx1"/>
                </a:solidFill>
              </a:rPr>
              <a:t>&amp;START_TASK_STK[START_STK_SIZE-1]</a:t>
            </a:r>
            <a:r>
              <a:rPr lang="zh-CN" altLang="en-US" sz="1700" b="1" dirty="0">
                <a:solidFill>
                  <a:schemeClr val="tx1"/>
                </a:solidFill>
              </a:rPr>
              <a:t>。</a:t>
            </a:r>
            <a:endParaRPr lang="zh-CN" altLang="en-US" sz="1700" b="1" dirty="0" smtClean="0">
              <a:solidFill>
                <a:schemeClr val="tx1"/>
              </a:solidFill>
            </a:endParaRPr>
          </a:p>
        </p:txBody>
      </p:sp>
    </p:spTree>
    <p:extLst>
      <p:ext uri="{BB962C8B-B14F-4D97-AF65-F5344CB8AC3E}">
        <p14:creationId xmlns:p14="http://schemas.microsoft.com/office/powerpoint/2010/main" val="21742930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63894" y="3075806"/>
            <a:ext cx="4540154" cy="156966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GB" altLang="zh-CN" sz="1600" b="1" dirty="0"/>
              <a:t>CPU_STK  *</a:t>
            </a:r>
            <a:r>
              <a:rPr lang="en-GB" altLang="zh-CN" sz="1600" b="1" dirty="0" err="1"/>
              <a:t>OSTaskStkInit</a:t>
            </a:r>
            <a:r>
              <a:rPr lang="en-GB" altLang="zh-CN" sz="1600" b="1" dirty="0"/>
              <a:t> (OS_TASK_PTR    </a:t>
            </a:r>
            <a:r>
              <a:rPr lang="en-GB" altLang="zh-CN" sz="1600" b="1" dirty="0" err="1"/>
              <a:t>p_task</a:t>
            </a:r>
            <a:r>
              <a:rPr lang="en-GB" altLang="zh-CN" sz="1600" b="1" dirty="0"/>
              <a:t>,</a:t>
            </a:r>
          </a:p>
          <a:p>
            <a:r>
              <a:rPr lang="en-GB" altLang="zh-CN" sz="1600" b="1" dirty="0"/>
              <a:t>                         void             *</a:t>
            </a:r>
            <a:r>
              <a:rPr lang="en-GB" altLang="zh-CN" sz="1600" b="1" dirty="0" err="1"/>
              <a:t>p_arg</a:t>
            </a:r>
            <a:r>
              <a:rPr lang="en-GB" altLang="zh-CN" sz="1600" b="1" dirty="0"/>
              <a:t>,</a:t>
            </a:r>
          </a:p>
          <a:p>
            <a:r>
              <a:rPr lang="en-GB" altLang="zh-CN" sz="1600" b="1" dirty="0"/>
              <a:t>                         CPU_STK        *</a:t>
            </a:r>
            <a:r>
              <a:rPr lang="en-GB" altLang="zh-CN" sz="1600" b="1" dirty="0" err="1"/>
              <a:t>p_stk_base</a:t>
            </a:r>
            <a:r>
              <a:rPr lang="en-GB" altLang="zh-CN" sz="1600" b="1" dirty="0"/>
              <a:t>,</a:t>
            </a:r>
          </a:p>
          <a:p>
            <a:r>
              <a:rPr lang="en-GB" altLang="zh-CN" sz="1600" b="1" dirty="0"/>
              <a:t>                         CPU_STK        *</a:t>
            </a:r>
            <a:r>
              <a:rPr lang="en-GB" altLang="zh-CN" sz="1600" b="1" dirty="0" err="1"/>
              <a:t>p_stk_limit</a:t>
            </a:r>
            <a:r>
              <a:rPr lang="en-GB" altLang="zh-CN" sz="1600" b="1" dirty="0"/>
              <a:t>,</a:t>
            </a:r>
          </a:p>
          <a:p>
            <a:r>
              <a:rPr lang="en-GB" altLang="zh-CN" sz="1600" b="1" dirty="0"/>
              <a:t>                         CPU_STK_SIZE   </a:t>
            </a:r>
            <a:r>
              <a:rPr lang="en-GB" altLang="zh-CN" sz="1600" b="1" dirty="0" err="1"/>
              <a:t>stk_size</a:t>
            </a:r>
            <a:r>
              <a:rPr lang="en-GB" altLang="zh-CN" sz="1600" b="1" dirty="0"/>
              <a:t>,</a:t>
            </a:r>
          </a:p>
          <a:p>
            <a:r>
              <a:rPr lang="en-GB" altLang="zh-CN" sz="1600" b="1" dirty="0"/>
              <a:t>                         OS_OPT          opt)</a:t>
            </a:r>
          </a:p>
        </p:txBody>
      </p:sp>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01608" y="406932"/>
            <a:ext cx="1114408" cy="369332"/>
          </a:xfrm>
          <a:prstGeom prst="rect">
            <a:avLst/>
          </a:prstGeom>
        </p:spPr>
        <p:txBody>
          <a:bodyPr wrap="none">
            <a:spAutoFit/>
          </a:bodyPr>
          <a:lstStyle/>
          <a:p>
            <a:r>
              <a:rPr lang="zh-CN" altLang="zh-CN" b="1" dirty="0">
                <a:solidFill>
                  <a:srgbClr val="C00000"/>
                </a:solidFill>
              </a:rPr>
              <a:t>任务堆栈</a:t>
            </a:r>
            <a:endParaRPr lang="zh-CN" altLang="en-US" dirty="0">
              <a:solidFill>
                <a:srgbClr val="C00000"/>
              </a:solidFill>
            </a:endParaRPr>
          </a:p>
        </p:txBody>
      </p:sp>
      <p:sp>
        <p:nvSpPr>
          <p:cNvPr id="2" name="矩形 1"/>
          <p:cNvSpPr/>
          <p:nvPr/>
        </p:nvSpPr>
        <p:spPr>
          <a:xfrm>
            <a:off x="323528" y="987574"/>
            <a:ext cx="4464496" cy="784830"/>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solidFill>
                  <a:schemeClr val="tx1"/>
                </a:solidFill>
              </a:rPr>
              <a:t>      使用</a:t>
            </a:r>
            <a:r>
              <a:rPr lang="en-US" altLang="zh-CN" b="1" dirty="0" err="1">
                <a:solidFill>
                  <a:schemeClr val="tx1"/>
                </a:solidFill>
              </a:rPr>
              <a:t>OSTaskCreate</a:t>
            </a:r>
            <a:r>
              <a:rPr lang="en-US" altLang="zh-CN" b="1" dirty="0">
                <a:solidFill>
                  <a:schemeClr val="tx1"/>
                </a:solidFill>
              </a:rPr>
              <a:t>()</a:t>
            </a:r>
            <a:r>
              <a:rPr lang="zh-CN" altLang="en-US" b="1" dirty="0">
                <a:solidFill>
                  <a:schemeClr val="tx1"/>
                </a:solidFill>
              </a:rPr>
              <a:t>函数创建新任务时</a:t>
            </a:r>
            <a:r>
              <a:rPr lang="zh-CN" altLang="en-US" b="1" dirty="0" smtClean="0">
                <a:solidFill>
                  <a:schemeClr val="tx1"/>
                </a:solidFill>
              </a:rPr>
              <a:t>，会</a:t>
            </a:r>
            <a:r>
              <a:rPr lang="zh-CN" altLang="en-US" b="1" dirty="0">
                <a:solidFill>
                  <a:schemeClr val="tx1"/>
                </a:solidFill>
              </a:rPr>
              <a:t>调用任务堆栈初始化函数</a:t>
            </a:r>
            <a:r>
              <a:rPr lang="en-US" altLang="zh-CN" b="1" dirty="0" err="1">
                <a:solidFill>
                  <a:schemeClr val="tx1"/>
                </a:solidFill>
              </a:rPr>
              <a:t>OSTaskStkInit</a:t>
            </a:r>
            <a:r>
              <a:rPr lang="en-US" altLang="zh-CN" b="1" dirty="0" smtClean="0">
                <a:solidFill>
                  <a:schemeClr val="tx1"/>
                </a:solidFill>
              </a:rPr>
              <a:t>()</a:t>
            </a:r>
            <a:r>
              <a:rPr lang="zh-CN" altLang="en-US" b="1" dirty="0" smtClean="0">
                <a:solidFill>
                  <a:schemeClr val="tx1"/>
                </a:solidFill>
              </a:rPr>
              <a:t> 。</a:t>
            </a:r>
            <a:endParaRPr lang="zh-CN" altLang="en-US" dirty="0">
              <a:solidFill>
                <a:schemeClr val="tx1"/>
              </a:solidFill>
            </a:endParaRPr>
          </a:p>
        </p:txBody>
      </p:sp>
      <p:sp>
        <p:nvSpPr>
          <p:cNvPr id="12" name="矩形 11"/>
          <p:cNvSpPr/>
          <p:nvPr/>
        </p:nvSpPr>
        <p:spPr>
          <a:xfrm>
            <a:off x="5220072" y="267494"/>
            <a:ext cx="3434815" cy="461664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GB" altLang="zh-CN" sz="1400" b="1" dirty="0" smtClean="0">
                <a:solidFill>
                  <a:schemeClr val="tx1"/>
                </a:solidFill>
              </a:rPr>
              <a:t>{    </a:t>
            </a:r>
            <a:r>
              <a:rPr lang="en-GB" altLang="zh-CN" sz="1400" b="1" dirty="0">
                <a:solidFill>
                  <a:schemeClr val="tx1"/>
                </a:solidFill>
              </a:rPr>
              <a:t>CPU_STK  *</a:t>
            </a:r>
            <a:r>
              <a:rPr lang="en-GB" altLang="zh-CN" sz="1400" b="1" dirty="0" err="1">
                <a:solidFill>
                  <a:schemeClr val="tx1"/>
                </a:solidFill>
              </a:rPr>
              <a:t>p_stk</a:t>
            </a:r>
            <a:r>
              <a:rPr lang="en-GB" altLang="zh-CN" sz="1400" b="1" dirty="0">
                <a:solidFill>
                  <a:schemeClr val="tx1"/>
                </a:solidFill>
              </a:rPr>
              <a:t>;</a:t>
            </a:r>
          </a:p>
          <a:p>
            <a:r>
              <a:rPr lang="en-GB" altLang="zh-CN" sz="1400" b="1" dirty="0">
                <a:solidFill>
                  <a:schemeClr val="tx1"/>
                </a:solidFill>
              </a:rPr>
              <a:t>    (void)opt;</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&amp;</a:t>
            </a:r>
            <a:r>
              <a:rPr lang="en-GB" altLang="zh-CN" sz="1400" b="1" dirty="0" err="1">
                <a:solidFill>
                  <a:schemeClr val="tx1"/>
                </a:solidFill>
              </a:rPr>
              <a:t>p_stk_base</a:t>
            </a:r>
            <a:r>
              <a:rPr lang="en-GB" altLang="zh-CN" sz="1400" b="1" dirty="0">
                <a:solidFill>
                  <a:schemeClr val="tx1"/>
                </a:solidFill>
              </a:rPr>
              <a:t>[</a:t>
            </a:r>
            <a:r>
              <a:rPr lang="en-GB" altLang="zh-CN" sz="1400" b="1" dirty="0" err="1">
                <a:solidFill>
                  <a:schemeClr val="tx1"/>
                </a:solidFill>
              </a:rPr>
              <a:t>stk_size</a:t>
            </a:r>
            <a:r>
              <a:rPr lang="en-GB" altLang="zh-CN" sz="1400" b="1" dirty="0">
                <a:solidFill>
                  <a:schemeClr val="tx1"/>
                </a:solidFill>
              </a:rPr>
              <a:t>];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(CPU_STK)0x01000000u;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a:t>
            </a:r>
            <a:r>
              <a:rPr lang="en-GB" altLang="zh-CN" sz="1400" b="1" dirty="0" err="1">
                <a:solidFill>
                  <a:schemeClr val="tx1"/>
                </a:solidFill>
              </a:rPr>
              <a:t>p_task</a:t>
            </a:r>
            <a:r>
              <a:rPr lang="en-GB" altLang="zh-CN" sz="1400" b="1" dirty="0">
                <a:solidFill>
                  <a:schemeClr val="tx1"/>
                </a:solidFill>
              </a:rPr>
              <a:t>;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a:t>
            </a:r>
            <a:r>
              <a:rPr lang="en-GB" altLang="zh-CN" sz="1400" b="1" dirty="0" err="1">
                <a:solidFill>
                  <a:schemeClr val="tx1"/>
                </a:solidFill>
              </a:rPr>
              <a:t>OS_TaskReturn</a:t>
            </a:r>
            <a:r>
              <a:rPr lang="en-GB" altLang="zh-CN" sz="1400" b="1" dirty="0">
                <a:solidFill>
                  <a:schemeClr val="tx1"/>
                </a:solidFill>
              </a:rPr>
              <a:t>;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(CPU_STK)0x12121212u;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(CPU_STK)0x03030303u;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(CPU_STK)0x02020202u;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a:t>
            </a:r>
            <a:r>
              <a:rPr lang="en-GB" altLang="zh-CN" sz="1400" b="1" dirty="0" err="1">
                <a:solidFill>
                  <a:schemeClr val="tx1"/>
                </a:solidFill>
              </a:rPr>
              <a:t>p_stk_limit</a:t>
            </a:r>
            <a:r>
              <a:rPr lang="en-GB" altLang="zh-CN" sz="1400" b="1" dirty="0">
                <a:solidFill>
                  <a:schemeClr val="tx1"/>
                </a:solidFill>
              </a:rPr>
              <a:t>;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a:t>
            </a:r>
            <a:r>
              <a:rPr lang="en-GB" altLang="zh-CN" sz="1400" b="1" dirty="0" err="1">
                <a:solidFill>
                  <a:schemeClr val="tx1"/>
                </a:solidFill>
              </a:rPr>
              <a:t>p_arg</a:t>
            </a:r>
            <a:r>
              <a:rPr lang="en-GB" altLang="zh-CN" sz="1400" b="1" dirty="0">
                <a:solidFill>
                  <a:schemeClr val="tx1"/>
                </a:solidFill>
              </a:rPr>
              <a:t>;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(CPU_STK)0x11111111u;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(CPU_STK)0x10101010u;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(CPU_STK)0x09090909u;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(CPU_STK)0x08080808u;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(CPU_STK)0x07070707u;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(CPU_STK)0x06060606u;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(CPU_STK)0x05050505u;        </a:t>
            </a:r>
          </a:p>
          <a:p>
            <a:r>
              <a:rPr lang="en-GB" altLang="zh-CN" sz="1400" b="1" dirty="0">
                <a:solidFill>
                  <a:schemeClr val="tx1"/>
                </a:solidFill>
              </a:rPr>
              <a:t>    *--</a:t>
            </a:r>
            <a:r>
              <a:rPr lang="en-GB" altLang="zh-CN" sz="1400" b="1" dirty="0" err="1">
                <a:solidFill>
                  <a:schemeClr val="tx1"/>
                </a:solidFill>
              </a:rPr>
              <a:t>p_stk</a:t>
            </a:r>
            <a:r>
              <a:rPr lang="en-GB" altLang="zh-CN" sz="1400" b="1" dirty="0">
                <a:solidFill>
                  <a:schemeClr val="tx1"/>
                </a:solidFill>
              </a:rPr>
              <a:t> = (CPU_STK)0x04040404u;    </a:t>
            </a:r>
          </a:p>
          <a:p>
            <a:r>
              <a:rPr lang="en-GB" altLang="zh-CN" sz="1400" b="1" dirty="0" smtClean="0">
                <a:solidFill>
                  <a:schemeClr val="tx1"/>
                </a:solidFill>
              </a:rPr>
              <a:t>    </a:t>
            </a:r>
            <a:r>
              <a:rPr lang="en-GB" altLang="zh-CN" sz="1400" b="1" dirty="0">
                <a:solidFill>
                  <a:schemeClr val="tx1"/>
                </a:solidFill>
              </a:rPr>
              <a:t>return (</a:t>
            </a:r>
            <a:r>
              <a:rPr lang="en-GB" altLang="zh-CN" sz="1400" b="1" dirty="0" err="1">
                <a:solidFill>
                  <a:schemeClr val="tx1"/>
                </a:solidFill>
              </a:rPr>
              <a:t>p_stk</a:t>
            </a:r>
            <a:r>
              <a:rPr lang="en-GB" altLang="zh-CN" sz="1400" b="1" dirty="0">
                <a:solidFill>
                  <a:schemeClr val="tx1"/>
                </a:solidFill>
              </a:rPr>
              <a:t>);</a:t>
            </a:r>
          </a:p>
          <a:p>
            <a:r>
              <a:rPr lang="en-GB" altLang="zh-CN" sz="1400" b="1" dirty="0">
                <a:solidFill>
                  <a:schemeClr val="tx1"/>
                </a:solidFill>
              </a:rPr>
              <a:t>}</a:t>
            </a:r>
          </a:p>
        </p:txBody>
      </p:sp>
      <p:sp>
        <p:nvSpPr>
          <p:cNvPr id="7" name="圆角矩形标注 6"/>
          <p:cNvSpPr/>
          <p:nvPr/>
        </p:nvSpPr>
        <p:spPr>
          <a:xfrm>
            <a:off x="683568" y="1923678"/>
            <a:ext cx="3824541" cy="792088"/>
          </a:xfrm>
          <a:prstGeom prst="wedgeRoundRectCallout">
            <a:avLst>
              <a:gd name="adj1" fmla="val -12688"/>
              <a:gd name="adj2" fmla="val 102173"/>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sz="1700" b="1" dirty="0" smtClean="0">
                <a:solidFill>
                  <a:schemeClr val="tx1"/>
                </a:solidFill>
              </a:rPr>
              <a:t>     任务</a:t>
            </a:r>
            <a:r>
              <a:rPr lang="zh-CN" altLang="en-US" sz="1700" b="1" dirty="0">
                <a:solidFill>
                  <a:schemeClr val="tx1"/>
                </a:solidFill>
              </a:rPr>
              <a:t>堆栈初始化函数</a:t>
            </a:r>
            <a:r>
              <a:rPr lang="en-US" altLang="zh-CN" sz="1700" b="1" dirty="0" err="1">
                <a:solidFill>
                  <a:schemeClr val="tx1"/>
                </a:solidFill>
              </a:rPr>
              <a:t>OSTaskStkInit</a:t>
            </a:r>
            <a:r>
              <a:rPr lang="en-US" altLang="zh-CN" sz="1700" b="1" dirty="0" smtClean="0">
                <a:solidFill>
                  <a:schemeClr val="tx1"/>
                </a:solidFill>
              </a:rPr>
              <a:t>()</a:t>
            </a:r>
            <a:r>
              <a:rPr lang="zh-CN" altLang="en-US" sz="1700" b="1" dirty="0" smtClean="0">
                <a:solidFill>
                  <a:schemeClr val="tx1"/>
                </a:solidFill>
              </a:rPr>
              <a:t> 把</a:t>
            </a:r>
            <a:r>
              <a:rPr lang="zh-CN" altLang="en-US" sz="1700" b="1" dirty="0">
                <a:solidFill>
                  <a:schemeClr val="tx1"/>
                </a:solidFill>
              </a:rPr>
              <a:t>任务初始数据存放到任务堆栈</a:t>
            </a:r>
            <a:endParaRPr lang="zh-CN" altLang="en-US" sz="1700" b="1" dirty="0" smtClean="0">
              <a:solidFill>
                <a:schemeClr val="tx1"/>
              </a:solidFill>
            </a:endParaRPr>
          </a:p>
        </p:txBody>
      </p:sp>
    </p:spTree>
    <p:extLst>
      <p:ext uri="{BB962C8B-B14F-4D97-AF65-F5344CB8AC3E}">
        <p14:creationId xmlns:p14="http://schemas.microsoft.com/office/powerpoint/2010/main" val="40487973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51065" y="2427734"/>
            <a:ext cx="3099994" cy="20313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GB" altLang="zh-CN" b="1" dirty="0"/>
              <a:t>void </a:t>
            </a:r>
            <a:r>
              <a:rPr lang="en-GB" altLang="zh-CN" b="1" dirty="0" err="1"/>
              <a:t>XXX_Task</a:t>
            </a:r>
            <a:r>
              <a:rPr lang="en-GB" altLang="zh-CN" b="1" dirty="0"/>
              <a:t>(void *</a:t>
            </a:r>
            <a:r>
              <a:rPr lang="en-GB" altLang="zh-CN" b="1" dirty="0" err="1"/>
              <a:t>p_arg</a:t>
            </a:r>
            <a:r>
              <a:rPr lang="en-GB" altLang="zh-CN" b="1" dirty="0"/>
              <a:t>)</a:t>
            </a:r>
          </a:p>
          <a:p>
            <a:r>
              <a:rPr lang="en-GB" altLang="zh-CN" b="1" dirty="0"/>
              <a:t>{</a:t>
            </a:r>
          </a:p>
          <a:p>
            <a:r>
              <a:rPr lang="en-GB" altLang="zh-CN" b="1" dirty="0"/>
              <a:t>   while(1)</a:t>
            </a:r>
          </a:p>
          <a:p>
            <a:r>
              <a:rPr lang="en-GB" altLang="zh-CN" b="1" dirty="0"/>
              <a:t>   {</a:t>
            </a:r>
          </a:p>
          <a:p>
            <a:r>
              <a:rPr lang="en-GB" altLang="zh-CN" b="1" dirty="0"/>
              <a:t>      … … //</a:t>
            </a:r>
            <a:r>
              <a:rPr lang="zh-CN" altLang="en-US" b="1" dirty="0"/>
              <a:t>任务处理过程</a:t>
            </a:r>
          </a:p>
          <a:p>
            <a:r>
              <a:rPr lang="zh-CN" altLang="en-US" b="1" dirty="0"/>
              <a:t>    </a:t>
            </a:r>
            <a:r>
              <a:rPr lang="en-US" altLang="zh-CN" b="1" dirty="0"/>
              <a:t>}</a:t>
            </a:r>
          </a:p>
          <a:p>
            <a:r>
              <a:rPr lang="en-US" altLang="zh-CN" b="1" dirty="0"/>
              <a:t>}</a:t>
            </a:r>
          </a:p>
        </p:txBody>
      </p:sp>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01608" y="406932"/>
            <a:ext cx="1114408" cy="369332"/>
          </a:xfrm>
          <a:prstGeom prst="rect">
            <a:avLst/>
          </a:prstGeom>
        </p:spPr>
        <p:txBody>
          <a:bodyPr wrap="none">
            <a:spAutoFit/>
          </a:bodyPr>
          <a:lstStyle/>
          <a:p>
            <a:r>
              <a:rPr lang="zh-CN" altLang="en-US" b="1" dirty="0">
                <a:solidFill>
                  <a:srgbClr val="C00000"/>
                </a:solidFill>
              </a:rPr>
              <a:t>任务函数</a:t>
            </a:r>
            <a:endParaRPr lang="zh-CN" altLang="en-US" dirty="0">
              <a:solidFill>
                <a:srgbClr val="C00000"/>
              </a:solidFill>
            </a:endParaRPr>
          </a:p>
        </p:txBody>
      </p:sp>
      <p:sp>
        <p:nvSpPr>
          <p:cNvPr id="2" name="矩形 1"/>
          <p:cNvSpPr/>
          <p:nvPr/>
        </p:nvSpPr>
        <p:spPr>
          <a:xfrm>
            <a:off x="535112" y="1138323"/>
            <a:ext cx="4176464" cy="1131079"/>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solidFill>
                  <a:schemeClr val="tx1"/>
                </a:solidFill>
              </a:rPr>
              <a:t>     由</a:t>
            </a:r>
            <a:r>
              <a:rPr lang="zh-CN" altLang="en-US" b="1" dirty="0">
                <a:solidFill>
                  <a:schemeClr val="tx1"/>
                </a:solidFill>
              </a:rPr>
              <a:t>用户编写的任务处理代码，是应用功能的具体实现。</a:t>
            </a:r>
            <a:r>
              <a:rPr lang="en-US" altLang="zh-CN" b="1" dirty="0" err="1">
                <a:solidFill>
                  <a:schemeClr val="tx1"/>
                </a:solidFill>
              </a:rPr>
              <a:t>uC</a:t>
            </a:r>
            <a:r>
              <a:rPr lang="en-US" altLang="zh-CN" b="1" dirty="0">
                <a:solidFill>
                  <a:schemeClr val="tx1"/>
                </a:solidFill>
              </a:rPr>
              <a:t>/OS-III</a:t>
            </a:r>
            <a:r>
              <a:rPr lang="zh-CN" altLang="en-US" b="1" dirty="0">
                <a:solidFill>
                  <a:schemeClr val="tx1"/>
                </a:solidFill>
              </a:rPr>
              <a:t>应用程序由多个任务组成，任务的一般写法</a:t>
            </a:r>
            <a:r>
              <a:rPr lang="zh-CN" altLang="en-US" b="1" dirty="0" smtClean="0">
                <a:solidFill>
                  <a:schemeClr val="tx1"/>
                </a:solidFill>
              </a:rPr>
              <a:t>如下：</a:t>
            </a:r>
            <a:endParaRPr lang="zh-CN" altLang="en-US" dirty="0">
              <a:solidFill>
                <a:schemeClr val="tx1"/>
              </a:solidFill>
            </a:endParaRPr>
          </a:p>
        </p:txBody>
      </p:sp>
      <p:sp>
        <p:nvSpPr>
          <p:cNvPr id="12" name="矩形 11"/>
          <p:cNvSpPr/>
          <p:nvPr/>
        </p:nvSpPr>
        <p:spPr>
          <a:xfrm>
            <a:off x="5364088" y="1563638"/>
            <a:ext cx="3024336" cy="224676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25000"/>
              </a:lnSpc>
              <a:spcAft>
                <a:spcPts val="600"/>
              </a:spcAft>
              <a:buFont typeface="Wingdings" pitchFamily="2" charset="2"/>
              <a:buChar char="Ø"/>
            </a:pPr>
            <a:r>
              <a:rPr lang="zh-CN" altLang="en-US" b="1" dirty="0" smtClean="0">
                <a:solidFill>
                  <a:schemeClr val="tx1"/>
                </a:solidFill>
              </a:rPr>
              <a:t>任务</a:t>
            </a:r>
            <a:r>
              <a:rPr lang="zh-CN" altLang="en-US" b="1" dirty="0">
                <a:solidFill>
                  <a:schemeClr val="tx1"/>
                </a:solidFill>
              </a:rPr>
              <a:t>本质上是一个带有</a:t>
            </a:r>
            <a:r>
              <a:rPr lang="en-US" altLang="zh-CN" b="1" dirty="0">
                <a:solidFill>
                  <a:schemeClr val="tx1"/>
                </a:solidFill>
              </a:rPr>
              <a:t>void *</a:t>
            </a:r>
            <a:r>
              <a:rPr lang="zh-CN" altLang="en-US" b="1" dirty="0">
                <a:solidFill>
                  <a:schemeClr val="tx1"/>
                </a:solidFill>
              </a:rPr>
              <a:t>指针参数、无返回值的无限循环</a:t>
            </a:r>
            <a:r>
              <a:rPr lang="zh-CN" altLang="en-US" b="1" dirty="0" smtClean="0">
                <a:solidFill>
                  <a:schemeClr val="tx1"/>
                </a:solidFill>
              </a:rPr>
              <a:t>函数；</a:t>
            </a:r>
            <a:endParaRPr lang="en-US" altLang="zh-CN" b="1" dirty="0" smtClean="0">
              <a:solidFill>
                <a:schemeClr val="tx1"/>
              </a:solidFill>
            </a:endParaRPr>
          </a:p>
          <a:p>
            <a:pPr marL="285750" indent="-285750">
              <a:lnSpc>
                <a:spcPct val="125000"/>
              </a:lnSpc>
              <a:spcAft>
                <a:spcPts val="600"/>
              </a:spcAft>
              <a:buFont typeface="Wingdings" pitchFamily="2" charset="2"/>
              <a:buChar char="Ø"/>
            </a:pPr>
            <a:r>
              <a:rPr lang="zh-CN" altLang="en-US" b="1" dirty="0" smtClean="0">
                <a:solidFill>
                  <a:schemeClr val="tx1"/>
                </a:solidFill>
              </a:rPr>
              <a:t>参数</a:t>
            </a:r>
            <a:r>
              <a:rPr lang="zh-CN" altLang="en-US" b="1" dirty="0">
                <a:solidFill>
                  <a:schemeClr val="tx1"/>
                </a:solidFill>
              </a:rPr>
              <a:t>是一个</a:t>
            </a:r>
            <a:r>
              <a:rPr lang="en-US" altLang="zh-CN" b="1" dirty="0">
                <a:solidFill>
                  <a:schemeClr val="tx1"/>
                </a:solidFill>
              </a:rPr>
              <a:t>void *</a:t>
            </a:r>
            <a:r>
              <a:rPr lang="zh-CN" altLang="en-US" b="1" dirty="0">
                <a:solidFill>
                  <a:schemeClr val="tx1"/>
                </a:solidFill>
              </a:rPr>
              <a:t>类型的，目的是可以传递不同类型的数据或函数。</a:t>
            </a:r>
            <a:endParaRPr lang="en-GB" altLang="zh-CN" b="1" dirty="0">
              <a:solidFill>
                <a:schemeClr val="tx1"/>
              </a:solidFill>
            </a:endParaRPr>
          </a:p>
        </p:txBody>
      </p:sp>
    </p:spTree>
    <p:extLst>
      <p:ext uri="{BB962C8B-B14F-4D97-AF65-F5344CB8AC3E}">
        <p14:creationId xmlns:p14="http://schemas.microsoft.com/office/powerpoint/2010/main" val="29240632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01608" y="406932"/>
            <a:ext cx="2209259" cy="369332"/>
          </a:xfrm>
          <a:prstGeom prst="rect">
            <a:avLst/>
          </a:prstGeom>
        </p:spPr>
        <p:txBody>
          <a:bodyPr wrap="none">
            <a:spAutoFit/>
          </a:bodyPr>
          <a:lstStyle/>
          <a:p>
            <a:r>
              <a:rPr lang="en-GB" altLang="zh-CN" b="1" dirty="0" err="1">
                <a:solidFill>
                  <a:srgbClr val="C00000"/>
                </a:solidFill>
              </a:rPr>
              <a:t>uC</a:t>
            </a:r>
            <a:r>
              <a:rPr lang="en-GB" altLang="zh-CN" b="1" dirty="0">
                <a:solidFill>
                  <a:srgbClr val="C00000"/>
                </a:solidFill>
              </a:rPr>
              <a:t>/OS-III</a:t>
            </a:r>
            <a:r>
              <a:rPr lang="zh-CN" altLang="en-US" b="1" dirty="0">
                <a:solidFill>
                  <a:srgbClr val="C00000"/>
                </a:solidFill>
              </a:rPr>
              <a:t>任务优先级</a:t>
            </a:r>
            <a:endParaRPr lang="zh-CN" altLang="en-US" dirty="0">
              <a:solidFill>
                <a:srgbClr val="C00000"/>
              </a:solidFill>
            </a:endParaRPr>
          </a:p>
        </p:txBody>
      </p:sp>
      <p:sp>
        <p:nvSpPr>
          <p:cNvPr id="2" name="矩形 1"/>
          <p:cNvSpPr/>
          <p:nvPr/>
        </p:nvSpPr>
        <p:spPr>
          <a:xfrm>
            <a:off x="4406952" y="1772574"/>
            <a:ext cx="1667574" cy="3208571"/>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25000"/>
              </a:lnSpc>
            </a:pPr>
            <a:r>
              <a:rPr lang="en-US" altLang="zh-CN" b="1" dirty="0" err="1" smtClean="0">
                <a:solidFill>
                  <a:schemeClr val="tx1"/>
                </a:solidFill>
              </a:rPr>
              <a:t>uC</a:t>
            </a:r>
            <a:r>
              <a:rPr lang="en-US" altLang="zh-CN" b="1" dirty="0" smtClean="0">
                <a:solidFill>
                  <a:schemeClr val="tx1"/>
                </a:solidFill>
              </a:rPr>
              <a:t>/OS-III</a:t>
            </a:r>
            <a:r>
              <a:rPr lang="zh-CN" altLang="en-US" b="1" dirty="0">
                <a:solidFill>
                  <a:schemeClr val="tx1"/>
                </a:solidFill>
              </a:rPr>
              <a:t>对优先级的数量没有</a:t>
            </a:r>
            <a:r>
              <a:rPr lang="zh-CN" altLang="en-US" b="1" dirty="0" smtClean="0">
                <a:solidFill>
                  <a:schemeClr val="tx1"/>
                </a:solidFill>
              </a:rPr>
              <a:t>限制，任务</a:t>
            </a:r>
            <a:r>
              <a:rPr lang="zh-CN" altLang="en-US" b="1" dirty="0">
                <a:solidFill>
                  <a:schemeClr val="tx1"/>
                </a:solidFill>
              </a:rPr>
              <a:t>优先级数由宏</a:t>
            </a:r>
            <a:r>
              <a:rPr lang="en-US" altLang="zh-CN" b="1" dirty="0">
                <a:solidFill>
                  <a:schemeClr val="tx1"/>
                </a:solidFill>
              </a:rPr>
              <a:t>OS_CFG_PRIO_MAX</a:t>
            </a:r>
            <a:r>
              <a:rPr lang="zh-CN" altLang="en-US" b="1" dirty="0">
                <a:solidFill>
                  <a:schemeClr val="tx1"/>
                </a:solidFill>
              </a:rPr>
              <a:t>来</a:t>
            </a:r>
            <a:r>
              <a:rPr lang="zh-CN" altLang="en-US" b="1" dirty="0" smtClean="0">
                <a:solidFill>
                  <a:schemeClr val="tx1"/>
                </a:solidFill>
              </a:rPr>
              <a:t>配置，</a:t>
            </a:r>
            <a:r>
              <a:rPr lang="en-US" altLang="zh-CN" b="1" dirty="0" err="1" smtClean="0">
                <a:solidFill>
                  <a:schemeClr val="tx1"/>
                </a:solidFill>
              </a:rPr>
              <a:t>uC</a:t>
            </a:r>
            <a:r>
              <a:rPr lang="en-US" altLang="zh-CN" b="1" dirty="0" smtClean="0">
                <a:solidFill>
                  <a:schemeClr val="tx1"/>
                </a:solidFill>
              </a:rPr>
              <a:t>/OS-III</a:t>
            </a:r>
            <a:r>
              <a:rPr lang="zh-CN" altLang="en-US" b="1" dirty="0">
                <a:solidFill>
                  <a:schemeClr val="tx1"/>
                </a:solidFill>
              </a:rPr>
              <a:t>将最低优先级只分配给空闲</a:t>
            </a:r>
            <a:r>
              <a:rPr lang="zh-CN" altLang="en-US" b="1" dirty="0" smtClean="0">
                <a:solidFill>
                  <a:schemeClr val="tx1"/>
                </a:solidFill>
              </a:rPr>
              <a:t>任务；</a:t>
            </a:r>
            <a:endParaRPr lang="zh-CN" altLang="en-US" b="1" dirty="0">
              <a:solidFill>
                <a:schemeClr val="tx1"/>
              </a:solidFill>
            </a:endParaRPr>
          </a:p>
        </p:txBody>
      </p:sp>
      <p:grpSp>
        <p:nvGrpSpPr>
          <p:cNvPr id="13" name="Group 68"/>
          <p:cNvGrpSpPr/>
          <p:nvPr/>
        </p:nvGrpSpPr>
        <p:grpSpPr>
          <a:xfrm>
            <a:off x="2444909" y="1064660"/>
            <a:ext cx="1965376" cy="1189064"/>
            <a:chOff x="2469637" y="1627966"/>
            <a:chExt cx="2120468" cy="1282895"/>
          </a:xfrm>
        </p:grpSpPr>
        <p:sp>
          <p:nvSpPr>
            <p:cNvPr id="14" name="Flowchart: Data 40"/>
            <p:cNvSpPr/>
            <p:nvPr/>
          </p:nvSpPr>
          <p:spPr>
            <a:xfrm rot="16200000" flipH="1" flipV="1">
              <a:off x="4163077" y="2479936"/>
              <a:ext cx="640080" cy="213975"/>
            </a:xfrm>
            <a:prstGeom prst="flowChartInputOutpu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mn-ea"/>
                <a:cs typeface="+mn-ea"/>
              </a:endParaRPr>
            </a:p>
          </p:txBody>
        </p:sp>
        <p:grpSp>
          <p:nvGrpSpPr>
            <p:cNvPr id="15" name="Group 51"/>
            <p:cNvGrpSpPr/>
            <p:nvPr/>
          </p:nvGrpSpPr>
          <p:grpSpPr>
            <a:xfrm>
              <a:off x="2469637" y="1627966"/>
              <a:ext cx="2120468" cy="1282895"/>
              <a:chOff x="2460112" y="1455145"/>
              <a:chExt cx="2120468" cy="1282895"/>
            </a:xfrm>
          </p:grpSpPr>
          <p:sp>
            <p:nvSpPr>
              <p:cNvPr id="16" name="Rectangle 58"/>
              <p:cNvSpPr/>
              <p:nvPr/>
            </p:nvSpPr>
            <p:spPr>
              <a:xfrm>
                <a:off x="3626838" y="1455145"/>
                <a:ext cx="49" cy="830997"/>
              </a:xfrm>
              <a:prstGeom prst="rect">
                <a:avLst/>
              </a:prstGeom>
            </p:spPr>
            <p:txBody>
              <a:bodyPr wrap="none" lIns="0" tIns="0" rIns="0" bIns="0">
                <a:spAutoFit/>
              </a:bodyPr>
              <a:lstStyle/>
              <a:p>
                <a:pPr algn="ctr"/>
                <a:endParaRPr lang="en-US" sz="7200" dirty="0">
                  <a:solidFill>
                    <a:schemeClr val="bg2"/>
                  </a:solidFill>
                  <a:latin typeface="+mn-ea"/>
                  <a:ea typeface="+mn-ea"/>
                  <a:cs typeface="+mn-ea"/>
                </a:endParaRPr>
              </a:p>
            </p:txBody>
          </p:sp>
          <p:sp>
            <p:nvSpPr>
              <p:cNvPr id="17" name="Flowchart: Data 32"/>
              <p:cNvSpPr/>
              <p:nvPr/>
            </p:nvSpPr>
            <p:spPr>
              <a:xfrm rot="16200000" flipH="1" flipV="1">
                <a:off x="2247060" y="2307114"/>
                <a:ext cx="640080" cy="213975"/>
              </a:xfrm>
              <a:prstGeom prst="flowChartInputOutpu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mn-ea"/>
                  <a:cs typeface="+mn-ea"/>
                </a:endParaRPr>
              </a:p>
            </p:txBody>
          </p:sp>
          <p:sp>
            <p:nvSpPr>
              <p:cNvPr id="18" name="Rectangle 34"/>
              <p:cNvSpPr/>
              <p:nvPr/>
            </p:nvSpPr>
            <p:spPr>
              <a:xfrm>
                <a:off x="2673145" y="2224816"/>
                <a:ext cx="1907435" cy="5132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0" b="1" dirty="0">
                  <a:solidFill>
                    <a:schemeClr val="bg1"/>
                  </a:solidFill>
                  <a:latin typeface="+mn-ea"/>
                  <a:cs typeface="+mn-ea"/>
                </a:endParaRPr>
              </a:p>
            </p:txBody>
          </p:sp>
        </p:grpSp>
      </p:grpSp>
      <p:grpSp>
        <p:nvGrpSpPr>
          <p:cNvPr id="19" name="Group 61"/>
          <p:cNvGrpSpPr/>
          <p:nvPr/>
        </p:nvGrpSpPr>
        <p:grpSpPr>
          <a:xfrm>
            <a:off x="5975362" y="339502"/>
            <a:ext cx="1966250" cy="979457"/>
            <a:chOff x="6269161" y="661194"/>
            <a:chExt cx="2121411" cy="1056748"/>
          </a:xfrm>
        </p:grpSpPr>
        <p:sp>
          <p:nvSpPr>
            <p:cNvPr id="20" name="Rectangle 60"/>
            <p:cNvSpPr/>
            <p:nvPr/>
          </p:nvSpPr>
          <p:spPr>
            <a:xfrm>
              <a:off x="7386319" y="661194"/>
              <a:ext cx="49" cy="553998"/>
            </a:xfrm>
            <a:prstGeom prst="rect">
              <a:avLst/>
            </a:prstGeom>
          </p:spPr>
          <p:txBody>
            <a:bodyPr wrap="none" lIns="0" tIns="0" rIns="0" bIns="0">
              <a:spAutoFit/>
            </a:bodyPr>
            <a:lstStyle/>
            <a:p>
              <a:pPr algn="ctr"/>
              <a:endParaRPr lang="en-US" sz="4800" dirty="0">
                <a:solidFill>
                  <a:schemeClr val="accent3"/>
                </a:solidFill>
                <a:latin typeface="+mn-ea"/>
                <a:ea typeface="+mn-ea"/>
                <a:cs typeface="+mn-ea"/>
              </a:endParaRPr>
            </a:p>
          </p:txBody>
        </p:sp>
        <p:sp>
          <p:nvSpPr>
            <p:cNvPr id="21" name="Flowchart: Data 37"/>
            <p:cNvSpPr/>
            <p:nvPr/>
          </p:nvSpPr>
          <p:spPr>
            <a:xfrm rot="16200000" flipH="1" flipV="1">
              <a:off x="6056109" y="1287017"/>
              <a:ext cx="640080" cy="213975"/>
            </a:xfrm>
            <a:prstGeom prst="flowChartInputOutpu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mn-ea"/>
                <a:cs typeface="+mn-ea"/>
              </a:endParaRPr>
            </a:p>
          </p:txBody>
        </p:sp>
        <p:sp>
          <p:nvSpPr>
            <p:cNvPr id="22" name="Pentagon 39"/>
            <p:cNvSpPr/>
            <p:nvPr/>
          </p:nvSpPr>
          <p:spPr>
            <a:xfrm>
              <a:off x="6483137" y="1204718"/>
              <a:ext cx="1907435" cy="513224"/>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0" b="1" dirty="0">
                <a:solidFill>
                  <a:schemeClr val="bg1"/>
                </a:solidFill>
                <a:latin typeface="+mn-ea"/>
                <a:cs typeface="+mn-ea"/>
              </a:endParaRPr>
            </a:p>
          </p:txBody>
        </p:sp>
      </p:grpSp>
      <p:grpSp>
        <p:nvGrpSpPr>
          <p:cNvPr id="23" name="Group 69"/>
          <p:cNvGrpSpPr/>
          <p:nvPr/>
        </p:nvGrpSpPr>
        <p:grpSpPr>
          <a:xfrm>
            <a:off x="4211960" y="758775"/>
            <a:ext cx="1961728" cy="1025068"/>
            <a:chOff x="4376129" y="1297943"/>
            <a:chExt cx="2121411" cy="1105958"/>
          </a:xfrm>
        </p:grpSpPr>
        <p:sp>
          <p:nvSpPr>
            <p:cNvPr id="24" name="Flowchart: Data 42"/>
            <p:cNvSpPr/>
            <p:nvPr/>
          </p:nvSpPr>
          <p:spPr>
            <a:xfrm rot="16200000" flipH="1" flipV="1">
              <a:off x="6070512" y="1976873"/>
              <a:ext cx="640080" cy="213975"/>
            </a:xfrm>
            <a:prstGeom prst="flowChartInputOutpu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mn-ea"/>
                <a:cs typeface="+mn-ea"/>
              </a:endParaRPr>
            </a:p>
          </p:txBody>
        </p:sp>
        <p:grpSp>
          <p:nvGrpSpPr>
            <p:cNvPr id="25" name="Group 52"/>
            <p:cNvGrpSpPr/>
            <p:nvPr/>
          </p:nvGrpSpPr>
          <p:grpSpPr>
            <a:xfrm>
              <a:off x="4376129" y="1297943"/>
              <a:ext cx="2121411" cy="1099694"/>
              <a:chOff x="4366604" y="1125122"/>
              <a:chExt cx="2121411" cy="1099694"/>
            </a:xfrm>
          </p:grpSpPr>
          <p:sp>
            <p:nvSpPr>
              <p:cNvPr id="26" name="Rectangle 59"/>
              <p:cNvSpPr/>
              <p:nvPr/>
            </p:nvSpPr>
            <p:spPr>
              <a:xfrm>
                <a:off x="5534273" y="1125122"/>
                <a:ext cx="49" cy="553998"/>
              </a:xfrm>
              <a:prstGeom prst="rect">
                <a:avLst/>
              </a:prstGeom>
            </p:spPr>
            <p:txBody>
              <a:bodyPr wrap="none" lIns="0" tIns="0" rIns="0" bIns="0">
                <a:spAutoFit/>
              </a:bodyPr>
              <a:lstStyle/>
              <a:p>
                <a:pPr algn="ctr"/>
                <a:endParaRPr lang="en-US" sz="4800" dirty="0">
                  <a:solidFill>
                    <a:schemeClr val="accent1"/>
                  </a:solidFill>
                  <a:latin typeface="+mn-ea"/>
                  <a:ea typeface="+mn-ea"/>
                  <a:cs typeface="+mn-ea"/>
                </a:endParaRPr>
              </a:p>
            </p:txBody>
          </p:sp>
          <p:sp>
            <p:nvSpPr>
              <p:cNvPr id="27" name="Rectangle 44"/>
              <p:cNvSpPr/>
              <p:nvPr/>
            </p:nvSpPr>
            <p:spPr>
              <a:xfrm>
                <a:off x="4580580" y="1711592"/>
                <a:ext cx="1907435" cy="513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0" b="1" dirty="0">
                  <a:solidFill>
                    <a:schemeClr val="bg1"/>
                  </a:solidFill>
                  <a:latin typeface="+mn-ea"/>
                  <a:cs typeface="+mn-ea"/>
                </a:endParaRPr>
              </a:p>
            </p:txBody>
          </p:sp>
          <p:sp>
            <p:nvSpPr>
              <p:cNvPr id="28" name="Flowchart: Data 41"/>
              <p:cNvSpPr/>
              <p:nvPr/>
            </p:nvSpPr>
            <p:spPr>
              <a:xfrm rot="16200000" flipH="1" flipV="1">
                <a:off x="4153552" y="1797703"/>
                <a:ext cx="640080" cy="213975"/>
              </a:xfrm>
              <a:prstGeom prst="flowChartInputOutpu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mn-ea"/>
                  <a:cs typeface="+mn-ea"/>
                </a:endParaRPr>
              </a:p>
            </p:txBody>
          </p:sp>
        </p:grpSp>
      </p:grpSp>
      <p:grpSp>
        <p:nvGrpSpPr>
          <p:cNvPr id="29" name="Group 65"/>
          <p:cNvGrpSpPr/>
          <p:nvPr/>
        </p:nvGrpSpPr>
        <p:grpSpPr>
          <a:xfrm>
            <a:off x="874436" y="1708105"/>
            <a:ext cx="1768798" cy="1021304"/>
            <a:chOff x="775234" y="2322188"/>
            <a:chExt cx="1908378" cy="1101897"/>
          </a:xfrm>
        </p:grpSpPr>
        <p:sp>
          <p:nvSpPr>
            <p:cNvPr id="30" name="Flowchart: Data 26"/>
            <p:cNvSpPr/>
            <p:nvPr/>
          </p:nvSpPr>
          <p:spPr>
            <a:xfrm rot="16200000" flipH="1" flipV="1">
              <a:off x="2256585" y="2993159"/>
              <a:ext cx="640080" cy="213975"/>
            </a:xfrm>
            <a:prstGeom prst="flowChartInputOutpu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mn-ea"/>
                <a:cs typeface="+mn-ea"/>
              </a:endParaRPr>
            </a:p>
          </p:txBody>
        </p:sp>
        <p:sp>
          <p:nvSpPr>
            <p:cNvPr id="31" name="Rectangle 57"/>
            <p:cNvSpPr/>
            <p:nvPr/>
          </p:nvSpPr>
          <p:spPr>
            <a:xfrm>
              <a:off x="1659668" y="2322188"/>
              <a:ext cx="138566" cy="565540"/>
            </a:xfrm>
            <a:prstGeom prst="rect">
              <a:avLst/>
            </a:prstGeom>
          </p:spPr>
          <p:txBody>
            <a:bodyPr wrap="none">
              <a:spAutoFit/>
            </a:bodyPr>
            <a:lstStyle/>
            <a:p>
              <a:pPr algn="ctr"/>
              <a:endParaRPr lang="en-US" sz="4300" dirty="0">
                <a:solidFill>
                  <a:schemeClr val="tx2">
                    <a:lumMod val="75000"/>
                  </a:schemeClr>
                </a:solidFill>
                <a:latin typeface="+mn-ea"/>
                <a:ea typeface="+mn-ea"/>
                <a:cs typeface="+mn-ea"/>
              </a:endParaRPr>
            </a:p>
          </p:txBody>
        </p:sp>
        <p:sp>
          <p:nvSpPr>
            <p:cNvPr id="32" name="Rectangle 29"/>
            <p:cNvSpPr/>
            <p:nvPr/>
          </p:nvSpPr>
          <p:spPr>
            <a:xfrm>
              <a:off x="775234" y="2910861"/>
              <a:ext cx="1907435" cy="51322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lang="en-US" sz="1900" b="1" dirty="0">
                <a:solidFill>
                  <a:schemeClr val="bg1"/>
                </a:solidFill>
                <a:latin typeface="+mn-ea"/>
                <a:cs typeface="+mn-ea"/>
              </a:endParaRPr>
            </a:p>
          </p:txBody>
        </p:sp>
      </p:grpSp>
      <p:sp>
        <p:nvSpPr>
          <p:cNvPr id="33" name="Rectangle 49"/>
          <p:cNvSpPr/>
          <p:nvPr/>
        </p:nvSpPr>
        <p:spPr>
          <a:xfrm>
            <a:off x="1312790" y="2348933"/>
            <a:ext cx="171210" cy="288823"/>
          </a:xfrm>
          <a:prstGeom prst="rect">
            <a:avLst/>
          </a:prstGeom>
        </p:spPr>
        <p:txBody>
          <a:bodyPr wrap="none" lIns="121908" tIns="60954" rIns="121908" bIns="60954">
            <a:spAutoFit/>
          </a:bodyPr>
          <a:lstStyle/>
          <a:p>
            <a:endParaRPr lang="en-US" sz="1900" dirty="0">
              <a:latin typeface="+mn-ea"/>
              <a:ea typeface="+mn-ea"/>
              <a:cs typeface="+mn-ea"/>
            </a:endParaRPr>
          </a:p>
        </p:txBody>
      </p:sp>
      <p:sp>
        <p:nvSpPr>
          <p:cNvPr id="42" name="矩形 41"/>
          <p:cNvSpPr/>
          <p:nvPr/>
        </p:nvSpPr>
        <p:spPr>
          <a:xfrm>
            <a:off x="886481" y="2715766"/>
            <a:ext cx="1482751" cy="1131079"/>
          </a:xfrm>
          <a:prstGeom prst="rect">
            <a:avLst/>
          </a:prstGeom>
          <a:ln>
            <a:solidFill>
              <a:schemeClr val="tx2">
                <a:lumMod val="75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zh-CN" altLang="en-US" b="1" dirty="0">
                <a:solidFill>
                  <a:prstClr val="black"/>
                </a:solidFill>
              </a:rPr>
              <a:t>嵌入式操作系统支持</a:t>
            </a:r>
            <a:r>
              <a:rPr lang="zh-CN" altLang="en-US" b="1" dirty="0" smtClean="0">
                <a:solidFill>
                  <a:prstClr val="black"/>
                </a:solidFill>
              </a:rPr>
              <a:t>多任务。</a:t>
            </a:r>
            <a:endParaRPr lang="zh-CN" altLang="en-US" b="1" dirty="0">
              <a:solidFill>
                <a:prstClr val="black"/>
              </a:solidFill>
            </a:endParaRPr>
          </a:p>
        </p:txBody>
      </p:sp>
      <p:sp>
        <p:nvSpPr>
          <p:cNvPr id="43" name="矩形 42"/>
          <p:cNvSpPr/>
          <p:nvPr/>
        </p:nvSpPr>
        <p:spPr>
          <a:xfrm>
            <a:off x="2651009" y="2248062"/>
            <a:ext cx="1451941" cy="1823576"/>
          </a:xfrm>
          <a:prstGeom prst="rect">
            <a:avLst/>
          </a:prstGeom>
          <a:ln>
            <a:solidFill>
              <a:schemeClr val="accent4">
                <a:lumMod val="75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zh-CN" altLang="en-US" b="1" dirty="0" smtClean="0">
                <a:solidFill>
                  <a:prstClr val="black"/>
                </a:solidFill>
              </a:rPr>
              <a:t>每个</a:t>
            </a:r>
            <a:r>
              <a:rPr lang="zh-CN" altLang="en-US" b="1" dirty="0">
                <a:solidFill>
                  <a:prstClr val="black"/>
                </a:solidFill>
              </a:rPr>
              <a:t>任务都具有优先级，任务越重要，赋予的优先级应越高。</a:t>
            </a:r>
          </a:p>
        </p:txBody>
      </p:sp>
      <p:sp>
        <p:nvSpPr>
          <p:cNvPr id="44" name="矩形 43"/>
          <p:cNvSpPr/>
          <p:nvPr/>
        </p:nvSpPr>
        <p:spPr>
          <a:xfrm>
            <a:off x="6173688" y="1321741"/>
            <a:ext cx="1494656" cy="182357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a:lnSpc>
                <a:spcPct val="125000"/>
              </a:lnSpc>
            </a:pPr>
            <a:r>
              <a:rPr lang="zh-CN" altLang="en-US" b="1" dirty="0">
                <a:solidFill>
                  <a:prstClr val="black"/>
                </a:solidFill>
              </a:rPr>
              <a:t>任务就绪表根据任务优先级顺序</a:t>
            </a:r>
            <a:r>
              <a:rPr lang="zh-CN" altLang="en-US" b="1" dirty="0" smtClean="0">
                <a:solidFill>
                  <a:prstClr val="black"/>
                </a:solidFill>
              </a:rPr>
              <a:t>存放已经</a:t>
            </a:r>
            <a:r>
              <a:rPr lang="zh-CN" altLang="en-US" b="1" dirty="0">
                <a:solidFill>
                  <a:prstClr val="black"/>
                </a:solidFill>
              </a:rPr>
              <a:t>就绪的任务。</a:t>
            </a:r>
          </a:p>
        </p:txBody>
      </p:sp>
      <p:sp>
        <p:nvSpPr>
          <p:cNvPr id="46" name="Freeform: Shape 10"/>
          <p:cNvSpPr>
            <a:spLocks/>
          </p:cNvSpPr>
          <p:nvPr/>
        </p:nvSpPr>
        <p:spPr bwMode="auto">
          <a:xfrm>
            <a:off x="1584269" y="2317436"/>
            <a:ext cx="348258" cy="34825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p>
            <a:pPr algn="ctr"/>
            <a:endParaRPr>
              <a:cs typeface="+mn-ea"/>
              <a:sym typeface="+mn-lt"/>
            </a:endParaRPr>
          </a:p>
        </p:txBody>
      </p:sp>
      <p:sp>
        <p:nvSpPr>
          <p:cNvPr id="47" name="Freeform: Shape 10"/>
          <p:cNvSpPr>
            <a:spLocks/>
          </p:cNvSpPr>
          <p:nvPr/>
        </p:nvSpPr>
        <p:spPr bwMode="auto">
          <a:xfrm>
            <a:off x="3376979" y="1834878"/>
            <a:ext cx="348258" cy="34825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p>
            <a:pPr algn="ctr"/>
            <a:endParaRPr>
              <a:cs typeface="+mn-ea"/>
              <a:sym typeface="+mn-lt"/>
            </a:endParaRPr>
          </a:p>
        </p:txBody>
      </p:sp>
      <p:sp>
        <p:nvSpPr>
          <p:cNvPr id="48" name="Freeform: Shape 10"/>
          <p:cNvSpPr>
            <a:spLocks/>
          </p:cNvSpPr>
          <p:nvPr/>
        </p:nvSpPr>
        <p:spPr bwMode="auto">
          <a:xfrm>
            <a:off x="5066610" y="1359847"/>
            <a:ext cx="348258" cy="34825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p>
            <a:pPr algn="ctr"/>
            <a:endParaRPr>
              <a:cs typeface="+mn-ea"/>
              <a:sym typeface="+mn-lt"/>
            </a:endParaRPr>
          </a:p>
        </p:txBody>
      </p:sp>
      <p:sp>
        <p:nvSpPr>
          <p:cNvPr id="49" name="Freeform: Shape 10"/>
          <p:cNvSpPr>
            <a:spLocks/>
          </p:cNvSpPr>
          <p:nvPr/>
        </p:nvSpPr>
        <p:spPr bwMode="auto">
          <a:xfrm>
            <a:off x="6746887" y="915578"/>
            <a:ext cx="348258" cy="34825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p>
            <a:pPr algn="ctr"/>
            <a:endParaRPr>
              <a:cs typeface="+mn-ea"/>
              <a:sym typeface="+mn-lt"/>
            </a:endParaRPr>
          </a:p>
        </p:txBody>
      </p:sp>
      <p:sp>
        <p:nvSpPr>
          <p:cNvPr id="50" name="流程图: 准备 49"/>
          <p:cNvSpPr/>
          <p:nvPr/>
        </p:nvSpPr>
        <p:spPr>
          <a:xfrm>
            <a:off x="1692668" y="2434044"/>
            <a:ext cx="135940" cy="118600"/>
          </a:xfrm>
          <a:prstGeom prst="flowChartPreparation">
            <a:avLst/>
          </a:prstGeom>
          <a:noFill/>
          <a:ln>
            <a:solidFill>
              <a:schemeClr val="bg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51" name="流程图: 准备 50"/>
          <p:cNvSpPr/>
          <p:nvPr/>
        </p:nvSpPr>
        <p:spPr>
          <a:xfrm>
            <a:off x="3484792" y="1952030"/>
            <a:ext cx="135940" cy="118600"/>
          </a:xfrm>
          <a:prstGeom prst="flowChartPreparation">
            <a:avLst/>
          </a:prstGeom>
          <a:noFill/>
          <a:ln>
            <a:solidFill>
              <a:schemeClr val="bg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52" name="流程图: 准备 51"/>
          <p:cNvSpPr/>
          <p:nvPr/>
        </p:nvSpPr>
        <p:spPr>
          <a:xfrm>
            <a:off x="5177404" y="1466302"/>
            <a:ext cx="135940" cy="118600"/>
          </a:xfrm>
          <a:prstGeom prst="flowChartPreparation">
            <a:avLst/>
          </a:prstGeom>
          <a:noFill/>
          <a:ln>
            <a:solidFill>
              <a:schemeClr val="bg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53" name="流程图: 准备 52"/>
          <p:cNvSpPr/>
          <p:nvPr/>
        </p:nvSpPr>
        <p:spPr>
          <a:xfrm>
            <a:off x="2149868" y="2891244"/>
            <a:ext cx="135940" cy="118600"/>
          </a:xfrm>
          <a:prstGeom prst="flowChartPreparation">
            <a:avLst/>
          </a:prstGeom>
          <a:noFill/>
          <a:ln>
            <a:solidFill>
              <a:schemeClr val="bg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54" name="流程图: 准备 53"/>
          <p:cNvSpPr/>
          <p:nvPr/>
        </p:nvSpPr>
        <p:spPr>
          <a:xfrm>
            <a:off x="6853864" y="1037190"/>
            <a:ext cx="135940" cy="118600"/>
          </a:xfrm>
          <a:prstGeom prst="flowChartPreparation">
            <a:avLst/>
          </a:prstGeom>
          <a:noFill/>
          <a:ln>
            <a:solidFill>
              <a:schemeClr val="bg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160708545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2209259" cy="369332"/>
          </a:xfrm>
          <a:prstGeom prst="rect">
            <a:avLst/>
          </a:prstGeom>
        </p:spPr>
        <p:txBody>
          <a:bodyPr wrap="none">
            <a:spAutoFit/>
          </a:bodyPr>
          <a:lstStyle/>
          <a:p>
            <a:r>
              <a:rPr lang="en-GB" altLang="zh-CN" b="1" dirty="0" err="1">
                <a:solidFill>
                  <a:srgbClr val="C00000"/>
                </a:solidFill>
              </a:rPr>
              <a:t>uC</a:t>
            </a:r>
            <a:r>
              <a:rPr lang="en-GB" altLang="zh-CN" b="1" dirty="0">
                <a:solidFill>
                  <a:srgbClr val="C00000"/>
                </a:solidFill>
              </a:rPr>
              <a:t>/OS-III</a:t>
            </a:r>
            <a:r>
              <a:rPr lang="zh-CN" altLang="en-US" b="1" dirty="0">
                <a:solidFill>
                  <a:srgbClr val="C00000"/>
                </a:solidFill>
              </a:rPr>
              <a:t>任务优先级</a:t>
            </a:r>
            <a:endParaRPr lang="zh-CN" altLang="en-US" dirty="0">
              <a:solidFill>
                <a:srgbClr val="C00000"/>
              </a:solidFill>
            </a:endParaRPr>
          </a:p>
        </p:txBody>
      </p:sp>
      <p:sp>
        <p:nvSpPr>
          <p:cNvPr id="7" name="矩形 6"/>
          <p:cNvSpPr/>
          <p:nvPr/>
        </p:nvSpPr>
        <p:spPr>
          <a:xfrm>
            <a:off x="2339752" y="909032"/>
            <a:ext cx="4121156" cy="43858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25000"/>
              </a:lnSpc>
            </a:pPr>
            <a:r>
              <a:rPr lang="en-US" altLang="zh-CN" b="1" dirty="0" err="1">
                <a:solidFill>
                  <a:prstClr val="black"/>
                </a:solidFill>
              </a:rPr>
              <a:t>uC</a:t>
            </a:r>
            <a:r>
              <a:rPr lang="en-US" altLang="zh-CN" b="1" dirty="0">
                <a:solidFill>
                  <a:prstClr val="black"/>
                </a:solidFill>
              </a:rPr>
              <a:t>/OS-III</a:t>
            </a:r>
            <a:r>
              <a:rPr lang="zh-CN" altLang="en-US" b="1" dirty="0">
                <a:solidFill>
                  <a:prstClr val="black"/>
                </a:solidFill>
              </a:rPr>
              <a:t>的任务就绪表由两部分</a:t>
            </a:r>
            <a:r>
              <a:rPr lang="zh-CN" altLang="en-US" b="1" dirty="0" smtClean="0">
                <a:solidFill>
                  <a:prstClr val="black"/>
                </a:solidFill>
              </a:rPr>
              <a:t>组成：</a:t>
            </a:r>
            <a:endParaRPr lang="zh-CN" altLang="en-US" b="1" dirty="0">
              <a:solidFill>
                <a:prstClr val="black"/>
              </a:solidFill>
            </a:endParaRPr>
          </a:p>
        </p:txBody>
      </p:sp>
      <p:sp>
        <p:nvSpPr>
          <p:cNvPr id="6" name="矩形 5"/>
          <p:cNvSpPr/>
          <p:nvPr/>
        </p:nvSpPr>
        <p:spPr>
          <a:xfrm>
            <a:off x="637514" y="1952916"/>
            <a:ext cx="3483467" cy="251607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25000"/>
              </a:lnSpc>
              <a:buFont typeface="Wingdings" pitchFamily="2" charset="2"/>
              <a:buChar char="Ø"/>
            </a:pPr>
            <a:r>
              <a:rPr lang="zh-CN" altLang="en-US" b="1" dirty="0"/>
              <a:t>用来记录哪个优先级下有任务就绪。</a:t>
            </a:r>
          </a:p>
          <a:p>
            <a:pPr marL="285750" indent="-285750">
              <a:lnSpc>
                <a:spcPct val="125000"/>
              </a:lnSpc>
              <a:buFont typeface="Wingdings" pitchFamily="2" charset="2"/>
              <a:buChar char="Ø"/>
            </a:pPr>
            <a:r>
              <a:rPr lang="zh-CN" altLang="en-US" b="1" dirty="0"/>
              <a:t>当某个任务处于就绪状态就会将优先级映射表</a:t>
            </a:r>
            <a:r>
              <a:rPr lang="en-US" altLang="zh-CN" b="1" dirty="0" err="1"/>
              <a:t>OSPrioTbl</a:t>
            </a:r>
            <a:r>
              <a:rPr lang="en-US" altLang="zh-CN" b="1" dirty="0"/>
              <a:t>[]</a:t>
            </a:r>
            <a:r>
              <a:rPr lang="zh-CN" altLang="en-US" b="1" dirty="0"/>
              <a:t>中相应的位置“</a:t>
            </a:r>
            <a:r>
              <a:rPr lang="en-US" altLang="zh-CN" b="1" dirty="0"/>
              <a:t>1</a:t>
            </a:r>
            <a:r>
              <a:rPr lang="en-US" altLang="zh-CN" b="1" dirty="0" smtClean="0"/>
              <a:t>”</a:t>
            </a:r>
            <a:r>
              <a:rPr lang="zh-CN" altLang="en-US" b="1" dirty="0" smtClean="0"/>
              <a:t>；</a:t>
            </a:r>
            <a:endParaRPr lang="zh-CN" altLang="en-US" b="1" dirty="0"/>
          </a:p>
          <a:p>
            <a:pPr marL="285750" indent="-285750">
              <a:lnSpc>
                <a:spcPct val="125000"/>
              </a:lnSpc>
              <a:buFont typeface="Wingdings" pitchFamily="2" charset="2"/>
              <a:buChar char="Ø"/>
            </a:pPr>
            <a:r>
              <a:rPr lang="zh-CN" altLang="en-US" b="1" dirty="0" smtClean="0"/>
              <a:t>通过</a:t>
            </a:r>
            <a:r>
              <a:rPr lang="zh-CN" altLang="en-US" b="1" dirty="0"/>
              <a:t>三个相关的函数根据优先级来实现就绪表的操作</a:t>
            </a:r>
            <a:r>
              <a:rPr lang="zh-CN" altLang="en-US" b="1" dirty="0" smtClean="0"/>
              <a:t>：</a:t>
            </a:r>
            <a:endParaRPr lang="zh-CN" altLang="en-US" b="1" dirty="0"/>
          </a:p>
        </p:txBody>
      </p:sp>
      <p:sp>
        <p:nvSpPr>
          <p:cNvPr id="9" name="矩形 8"/>
          <p:cNvSpPr/>
          <p:nvPr/>
        </p:nvSpPr>
        <p:spPr>
          <a:xfrm>
            <a:off x="637514" y="1581636"/>
            <a:ext cx="2926374" cy="369332"/>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b="1" dirty="0">
                <a:solidFill>
                  <a:prstClr val="black"/>
                </a:solidFill>
              </a:rPr>
              <a:t>优先级位映射表</a:t>
            </a:r>
            <a:r>
              <a:rPr lang="en-GB" altLang="zh-CN" b="1" dirty="0" err="1">
                <a:solidFill>
                  <a:prstClr val="black"/>
                </a:solidFill>
              </a:rPr>
              <a:t>OSPrioTbl</a:t>
            </a:r>
            <a:r>
              <a:rPr lang="en-GB" altLang="zh-CN" b="1" dirty="0">
                <a:solidFill>
                  <a:prstClr val="black"/>
                </a:solidFill>
              </a:rPr>
              <a:t>[]</a:t>
            </a:r>
            <a:endParaRPr lang="zh-CN" altLang="en-US" dirty="0"/>
          </a:p>
        </p:txBody>
      </p:sp>
      <p:sp>
        <p:nvSpPr>
          <p:cNvPr id="11" name="矩形 10"/>
          <p:cNvSpPr/>
          <p:nvPr/>
        </p:nvSpPr>
        <p:spPr>
          <a:xfrm>
            <a:off x="4860032" y="1653644"/>
            <a:ext cx="3900208" cy="286232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285750" lvl="0" indent="-285750">
              <a:lnSpc>
                <a:spcPct val="125000"/>
              </a:lnSpc>
              <a:buFont typeface="Wingdings" pitchFamily="2" charset="2"/>
              <a:buChar char="Ø"/>
            </a:pPr>
            <a:r>
              <a:rPr lang="en-GB" altLang="zh-CN" b="1" dirty="0" err="1"/>
              <a:t>OS_PrioGetHighest</a:t>
            </a:r>
            <a:r>
              <a:rPr lang="en-GB" altLang="zh-CN" b="1" dirty="0"/>
              <a:t>()</a:t>
            </a:r>
            <a:r>
              <a:rPr lang="zh-CN" altLang="en-US" b="1" dirty="0"/>
              <a:t>函数用于找到就绪表中最高优先级的任务；</a:t>
            </a:r>
          </a:p>
          <a:p>
            <a:pPr marL="285750" lvl="0" indent="-285750">
              <a:lnSpc>
                <a:spcPct val="125000"/>
              </a:lnSpc>
              <a:buFont typeface="Wingdings" pitchFamily="2" charset="2"/>
              <a:buChar char="Ø"/>
            </a:pPr>
            <a:r>
              <a:rPr lang="en-GB" altLang="zh-CN" b="1" dirty="0" err="1"/>
              <a:t>OS_PrioInsert</a:t>
            </a:r>
            <a:r>
              <a:rPr lang="en-GB" altLang="zh-CN" b="1" dirty="0"/>
              <a:t>()</a:t>
            </a:r>
            <a:r>
              <a:rPr lang="zh-CN" altLang="en-US" b="1" dirty="0"/>
              <a:t>函数用于将指定优先级任务在就绪表中的相应位置“</a:t>
            </a:r>
            <a:r>
              <a:rPr lang="en-US" altLang="zh-CN" b="1" dirty="0"/>
              <a:t>1”</a:t>
            </a:r>
            <a:r>
              <a:rPr lang="zh-CN" altLang="en-US" b="1" dirty="0"/>
              <a:t>；</a:t>
            </a:r>
          </a:p>
          <a:p>
            <a:pPr marL="285750" lvl="0" indent="-285750">
              <a:lnSpc>
                <a:spcPct val="125000"/>
              </a:lnSpc>
              <a:buFont typeface="Wingdings" pitchFamily="2" charset="2"/>
              <a:buChar char="Ø"/>
            </a:pPr>
            <a:r>
              <a:rPr lang="en-GB" altLang="zh-CN" b="1" dirty="0" err="1"/>
              <a:t>OS_PrioRemove</a:t>
            </a:r>
            <a:r>
              <a:rPr lang="en-GB" altLang="zh-CN" b="1" dirty="0"/>
              <a:t>()</a:t>
            </a:r>
            <a:r>
              <a:rPr lang="zh-CN" altLang="en-US" b="1" dirty="0"/>
              <a:t>函数用于将指定优先级任务在就绪表中的相应位清零。</a:t>
            </a:r>
          </a:p>
        </p:txBody>
      </p:sp>
      <p:sp>
        <p:nvSpPr>
          <p:cNvPr id="2" name="右箭头 1"/>
          <p:cNvSpPr/>
          <p:nvPr/>
        </p:nvSpPr>
        <p:spPr>
          <a:xfrm>
            <a:off x="3851920" y="4083918"/>
            <a:ext cx="1152128" cy="288032"/>
          </a:xfrm>
          <a:prstGeom prst="rightArrow">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290243344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2209259" cy="369332"/>
          </a:xfrm>
          <a:prstGeom prst="rect">
            <a:avLst/>
          </a:prstGeom>
        </p:spPr>
        <p:txBody>
          <a:bodyPr wrap="none">
            <a:spAutoFit/>
          </a:bodyPr>
          <a:lstStyle/>
          <a:p>
            <a:r>
              <a:rPr lang="en-GB" altLang="zh-CN" b="1" dirty="0" err="1">
                <a:solidFill>
                  <a:srgbClr val="C00000"/>
                </a:solidFill>
              </a:rPr>
              <a:t>uC</a:t>
            </a:r>
            <a:r>
              <a:rPr lang="en-GB" altLang="zh-CN" b="1" dirty="0">
                <a:solidFill>
                  <a:srgbClr val="C00000"/>
                </a:solidFill>
              </a:rPr>
              <a:t>/OS-III</a:t>
            </a:r>
            <a:r>
              <a:rPr lang="zh-CN" altLang="en-US" b="1" dirty="0">
                <a:solidFill>
                  <a:srgbClr val="C00000"/>
                </a:solidFill>
              </a:rPr>
              <a:t>任务优先级</a:t>
            </a:r>
            <a:endParaRPr lang="zh-CN" altLang="en-US" dirty="0">
              <a:solidFill>
                <a:srgbClr val="C00000"/>
              </a:solidFill>
            </a:endParaRPr>
          </a:p>
        </p:txBody>
      </p:sp>
      <p:sp>
        <p:nvSpPr>
          <p:cNvPr id="6" name="矩形 5"/>
          <p:cNvSpPr/>
          <p:nvPr/>
        </p:nvSpPr>
        <p:spPr>
          <a:xfrm>
            <a:off x="899591" y="1653644"/>
            <a:ext cx="3483467" cy="286232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285750" indent="-285750">
              <a:lnSpc>
                <a:spcPct val="125000"/>
              </a:lnSpc>
              <a:buFont typeface="Wingdings" pitchFamily="2" charset="2"/>
              <a:buChar char="Ø"/>
            </a:pPr>
            <a:r>
              <a:rPr lang="zh-CN" altLang="en-US" b="1" dirty="0" smtClean="0"/>
              <a:t>记录</a:t>
            </a:r>
            <a:r>
              <a:rPr lang="zh-CN" altLang="en-US" b="1" dirty="0"/>
              <a:t>同一个优先级下所有就绪的</a:t>
            </a:r>
            <a:r>
              <a:rPr lang="zh-CN" altLang="en-US" b="1" dirty="0" smtClean="0"/>
              <a:t>任务；</a:t>
            </a:r>
            <a:endParaRPr lang="en-US" altLang="zh-CN" b="1" dirty="0" smtClean="0"/>
          </a:p>
          <a:p>
            <a:pPr marL="285750" indent="-285750">
              <a:lnSpc>
                <a:spcPct val="125000"/>
              </a:lnSpc>
              <a:buFont typeface="Wingdings" pitchFamily="2" charset="2"/>
              <a:buChar char="Ø"/>
            </a:pPr>
            <a:r>
              <a:rPr lang="zh-CN" altLang="en-US" b="1" dirty="0" smtClean="0"/>
              <a:t>处于</a:t>
            </a:r>
            <a:r>
              <a:rPr lang="zh-CN" altLang="en-US" b="1" dirty="0"/>
              <a:t>同一优先级的多个任务，利用</a:t>
            </a:r>
            <a:r>
              <a:rPr lang="en-US" altLang="zh-CN" b="1" dirty="0" err="1"/>
              <a:t>OSRdyList</a:t>
            </a:r>
            <a:r>
              <a:rPr lang="en-US" altLang="zh-CN" b="1" dirty="0"/>
              <a:t>[]</a:t>
            </a:r>
            <a:r>
              <a:rPr lang="zh-CN" altLang="en-US" b="1" dirty="0"/>
              <a:t>来统一</a:t>
            </a:r>
            <a:r>
              <a:rPr lang="zh-CN" altLang="en-US" b="1" dirty="0" smtClean="0"/>
              <a:t>管理，</a:t>
            </a:r>
            <a:r>
              <a:rPr lang="zh-CN" altLang="en-US" b="1" dirty="0" smtClean="0">
                <a:solidFill>
                  <a:prstClr val="black"/>
                </a:solidFill>
              </a:rPr>
              <a:t>每</a:t>
            </a:r>
            <a:r>
              <a:rPr lang="zh-CN" altLang="en-US" b="1" dirty="0">
                <a:solidFill>
                  <a:prstClr val="black"/>
                </a:solidFill>
              </a:rPr>
              <a:t>一个元素对应一个优先级</a:t>
            </a:r>
            <a:r>
              <a:rPr lang="zh-CN" altLang="en-US" b="1" dirty="0" smtClean="0"/>
              <a:t>；</a:t>
            </a:r>
            <a:endParaRPr lang="en-US" altLang="zh-CN" b="1" dirty="0" smtClean="0"/>
          </a:p>
          <a:p>
            <a:pPr marL="285750" indent="-285750">
              <a:lnSpc>
                <a:spcPct val="125000"/>
              </a:lnSpc>
              <a:buFont typeface="Wingdings" pitchFamily="2" charset="2"/>
              <a:buChar char="Ø"/>
            </a:pPr>
            <a:r>
              <a:rPr lang="zh-CN" altLang="en-US" b="1" dirty="0" smtClean="0"/>
              <a:t>同</a:t>
            </a:r>
            <a:r>
              <a:rPr lang="zh-CN" altLang="en-US" b="1" dirty="0"/>
              <a:t>一优先级下的所有任务</a:t>
            </a:r>
            <a:r>
              <a:rPr lang="zh-CN" altLang="en-US" b="1" dirty="0" smtClean="0"/>
              <a:t>都通过</a:t>
            </a:r>
            <a:r>
              <a:rPr lang="zh-CN" altLang="en-US" b="1" dirty="0"/>
              <a:t>链表来管理的</a:t>
            </a:r>
            <a:r>
              <a:rPr lang="zh-CN" altLang="en-US" b="1" dirty="0" smtClean="0"/>
              <a:t>，最先</a:t>
            </a:r>
            <a:r>
              <a:rPr lang="zh-CN" altLang="en-US" b="1" dirty="0"/>
              <a:t>运行的永远是</a:t>
            </a:r>
            <a:r>
              <a:rPr lang="en-US" altLang="zh-CN" b="1" dirty="0" err="1"/>
              <a:t>HeadPtr</a:t>
            </a:r>
            <a:r>
              <a:rPr lang="zh-CN" altLang="en-US" b="1" dirty="0"/>
              <a:t>所指向的任务。</a:t>
            </a:r>
          </a:p>
        </p:txBody>
      </p:sp>
      <p:sp>
        <p:nvSpPr>
          <p:cNvPr id="10" name="矩形 9"/>
          <p:cNvSpPr/>
          <p:nvPr/>
        </p:nvSpPr>
        <p:spPr>
          <a:xfrm>
            <a:off x="899592" y="1284312"/>
            <a:ext cx="2673060" cy="369332"/>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b="1" dirty="0">
                <a:solidFill>
                  <a:prstClr val="black"/>
                </a:solidFill>
              </a:rPr>
              <a:t>就绪任务列表</a:t>
            </a:r>
            <a:r>
              <a:rPr lang="en-GB" altLang="zh-CN" b="1" dirty="0" err="1">
                <a:solidFill>
                  <a:prstClr val="black"/>
                </a:solidFill>
              </a:rPr>
              <a:t>OSRdyList</a:t>
            </a:r>
            <a:r>
              <a:rPr lang="en-GB" altLang="zh-CN" b="1" dirty="0">
                <a:solidFill>
                  <a:prstClr val="black"/>
                </a:solidFill>
              </a:rPr>
              <a:t>[]</a:t>
            </a:r>
            <a:endParaRPr lang="zh-CN" altLang="en-US" dirty="0"/>
          </a:p>
        </p:txBody>
      </p:sp>
      <p:sp>
        <p:nvSpPr>
          <p:cNvPr id="2" name="矩形 1"/>
          <p:cNvSpPr/>
          <p:nvPr/>
        </p:nvSpPr>
        <p:spPr>
          <a:xfrm>
            <a:off x="4788024" y="915566"/>
            <a:ext cx="3884620" cy="3901068"/>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lvl="0">
              <a:lnSpc>
                <a:spcPct val="125000"/>
              </a:lnSpc>
            </a:pPr>
            <a:r>
              <a:rPr lang="en-US" altLang="zh-CN" b="1" dirty="0" smtClean="0">
                <a:solidFill>
                  <a:prstClr val="black"/>
                </a:solidFill>
              </a:rPr>
              <a:t>     </a:t>
            </a:r>
            <a:r>
              <a:rPr lang="en-US" altLang="zh-CN" b="1" dirty="0" err="1" smtClean="0">
                <a:solidFill>
                  <a:prstClr val="black"/>
                </a:solidFill>
              </a:rPr>
              <a:t>OSRdyList</a:t>
            </a:r>
            <a:r>
              <a:rPr lang="en-US" altLang="zh-CN" b="1" dirty="0">
                <a:solidFill>
                  <a:prstClr val="black"/>
                </a:solidFill>
              </a:rPr>
              <a:t>[]</a:t>
            </a:r>
            <a:r>
              <a:rPr lang="zh-CN" altLang="en-US" b="1" dirty="0">
                <a:solidFill>
                  <a:prstClr val="black"/>
                </a:solidFill>
              </a:rPr>
              <a:t>定义在</a:t>
            </a:r>
            <a:r>
              <a:rPr lang="en-US" altLang="zh-CN" b="1" dirty="0" err="1">
                <a:solidFill>
                  <a:prstClr val="black"/>
                </a:solidFill>
              </a:rPr>
              <a:t>os.h</a:t>
            </a:r>
            <a:r>
              <a:rPr lang="zh-CN" altLang="en-US" b="1" dirty="0">
                <a:solidFill>
                  <a:prstClr val="black"/>
                </a:solidFill>
              </a:rPr>
              <a:t>文件中，元素的类型为结构体类型</a:t>
            </a:r>
            <a:r>
              <a:rPr lang="en-US" altLang="zh-CN" b="1" dirty="0" err="1">
                <a:solidFill>
                  <a:prstClr val="black"/>
                </a:solidFill>
              </a:rPr>
              <a:t>os_rdy_list</a:t>
            </a:r>
            <a:r>
              <a:rPr lang="zh-CN" altLang="en-US" b="1" dirty="0">
                <a:solidFill>
                  <a:prstClr val="black"/>
                </a:solidFill>
              </a:rPr>
              <a:t>，代码如下：</a:t>
            </a:r>
          </a:p>
          <a:p>
            <a:pPr lvl="0">
              <a:lnSpc>
                <a:spcPct val="125000"/>
              </a:lnSpc>
            </a:pPr>
            <a:r>
              <a:rPr lang="en-US" altLang="zh-CN" b="1" dirty="0" err="1">
                <a:solidFill>
                  <a:prstClr val="black"/>
                </a:solidFill>
              </a:rPr>
              <a:t>struct</a:t>
            </a:r>
            <a:r>
              <a:rPr lang="en-US" altLang="zh-CN" b="1" dirty="0">
                <a:solidFill>
                  <a:prstClr val="black"/>
                </a:solidFill>
              </a:rPr>
              <a:t>  </a:t>
            </a:r>
            <a:r>
              <a:rPr lang="en-US" altLang="zh-CN" b="1" dirty="0" err="1">
                <a:solidFill>
                  <a:prstClr val="black"/>
                </a:solidFill>
              </a:rPr>
              <a:t>os_rdy_list</a:t>
            </a:r>
            <a:r>
              <a:rPr lang="en-US" altLang="zh-CN" b="1" dirty="0">
                <a:solidFill>
                  <a:prstClr val="black"/>
                </a:solidFill>
              </a:rPr>
              <a:t> {</a:t>
            </a:r>
          </a:p>
          <a:p>
            <a:pPr lvl="0">
              <a:lnSpc>
                <a:spcPct val="125000"/>
              </a:lnSpc>
            </a:pPr>
            <a:r>
              <a:rPr lang="en-US" altLang="zh-CN" b="1" dirty="0">
                <a:solidFill>
                  <a:prstClr val="black"/>
                </a:solidFill>
              </a:rPr>
              <a:t>    OS_TCB       *</a:t>
            </a:r>
            <a:r>
              <a:rPr lang="en-US" altLang="zh-CN" b="1" dirty="0" err="1">
                <a:solidFill>
                  <a:prstClr val="black"/>
                </a:solidFill>
              </a:rPr>
              <a:t>HeadPtr</a:t>
            </a:r>
            <a:r>
              <a:rPr lang="en-US" altLang="zh-CN" b="1" dirty="0">
                <a:solidFill>
                  <a:prstClr val="black"/>
                </a:solidFill>
              </a:rPr>
              <a:t>; </a:t>
            </a:r>
            <a:endParaRPr lang="en-US" altLang="zh-CN" b="1" dirty="0" smtClean="0">
              <a:solidFill>
                <a:prstClr val="black"/>
              </a:solidFill>
            </a:endParaRPr>
          </a:p>
          <a:p>
            <a:pPr lvl="0">
              <a:lnSpc>
                <a:spcPct val="125000"/>
              </a:lnSpc>
            </a:pPr>
            <a:r>
              <a:rPr lang="en-US" altLang="zh-CN" b="1" dirty="0" smtClean="0">
                <a:solidFill>
                  <a:prstClr val="black"/>
                </a:solidFill>
              </a:rPr>
              <a:t> </a:t>
            </a:r>
            <a:r>
              <a:rPr lang="en-US" altLang="zh-CN" b="1" dirty="0">
                <a:solidFill>
                  <a:prstClr val="black"/>
                </a:solidFill>
              </a:rPr>
              <a:t>//</a:t>
            </a:r>
            <a:r>
              <a:rPr lang="zh-CN" altLang="en-US" b="1" dirty="0">
                <a:solidFill>
                  <a:prstClr val="black"/>
                </a:solidFill>
              </a:rPr>
              <a:t>用</a:t>
            </a:r>
            <a:r>
              <a:rPr lang="en-US" altLang="zh-CN" b="1" dirty="0">
                <a:solidFill>
                  <a:prstClr val="black"/>
                </a:solidFill>
              </a:rPr>
              <a:t>OS_TCB</a:t>
            </a:r>
            <a:r>
              <a:rPr lang="zh-CN" altLang="en-US" b="1" dirty="0">
                <a:solidFill>
                  <a:prstClr val="black"/>
                </a:solidFill>
              </a:rPr>
              <a:t>构造链表，指向链表头</a:t>
            </a:r>
          </a:p>
          <a:p>
            <a:pPr lvl="0">
              <a:lnSpc>
                <a:spcPct val="125000"/>
              </a:lnSpc>
            </a:pPr>
            <a:r>
              <a:rPr lang="zh-CN" altLang="en-US" b="1" dirty="0">
                <a:solidFill>
                  <a:prstClr val="black"/>
                </a:solidFill>
              </a:rPr>
              <a:t>    </a:t>
            </a:r>
            <a:r>
              <a:rPr lang="en-US" altLang="zh-CN" b="1" dirty="0">
                <a:solidFill>
                  <a:prstClr val="black"/>
                </a:solidFill>
              </a:rPr>
              <a:t>OS_TCB       *</a:t>
            </a:r>
            <a:r>
              <a:rPr lang="en-US" altLang="zh-CN" b="1" dirty="0" err="1">
                <a:solidFill>
                  <a:prstClr val="black"/>
                </a:solidFill>
              </a:rPr>
              <a:t>TailPtr</a:t>
            </a:r>
            <a:r>
              <a:rPr lang="en-US" altLang="zh-CN" b="1" dirty="0" smtClean="0">
                <a:solidFill>
                  <a:prstClr val="black"/>
                </a:solidFill>
              </a:rPr>
              <a:t>;</a:t>
            </a:r>
          </a:p>
          <a:p>
            <a:pPr lvl="0">
              <a:lnSpc>
                <a:spcPct val="125000"/>
              </a:lnSpc>
            </a:pPr>
            <a:r>
              <a:rPr lang="en-US" altLang="zh-CN" b="1" dirty="0" smtClean="0">
                <a:solidFill>
                  <a:prstClr val="black"/>
                </a:solidFill>
              </a:rPr>
              <a:t> </a:t>
            </a:r>
            <a:r>
              <a:rPr lang="en-US" altLang="zh-CN" b="1" dirty="0">
                <a:solidFill>
                  <a:prstClr val="black"/>
                </a:solidFill>
              </a:rPr>
              <a:t>//</a:t>
            </a:r>
            <a:r>
              <a:rPr lang="zh-CN" altLang="en-US" b="1" dirty="0">
                <a:solidFill>
                  <a:prstClr val="black"/>
                </a:solidFill>
              </a:rPr>
              <a:t>用</a:t>
            </a:r>
            <a:r>
              <a:rPr lang="en-US" altLang="zh-CN" b="1" dirty="0">
                <a:solidFill>
                  <a:prstClr val="black"/>
                </a:solidFill>
              </a:rPr>
              <a:t>OS_TCB</a:t>
            </a:r>
            <a:r>
              <a:rPr lang="zh-CN" altLang="en-US" b="1" dirty="0">
                <a:solidFill>
                  <a:prstClr val="black"/>
                </a:solidFill>
              </a:rPr>
              <a:t>构造链表，指向链表尾</a:t>
            </a:r>
          </a:p>
          <a:p>
            <a:pPr lvl="0">
              <a:lnSpc>
                <a:spcPct val="125000"/>
              </a:lnSpc>
            </a:pPr>
            <a:r>
              <a:rPr lang="zh-CN" altLang="en-US" b="1" dirty="0">
                <a:solidFill>
                  <a:prstClr val="black"/>
                </a:solidFill>
              </a:rPr>
              <a:t>    </a:t>
            </a:r>
            <a:r>
              <a:rPr lang="en-US" altLang="zh-CN" b="1" dirty="0">
                <a:solidFill>
                  <a:prstClr val="black"/>
                </a:solidFill>
              </a:rPr>
              <a:t>OS_OBJ_QTY   </a:t>
            </a:r>
            <a:r>
              <a:rPr lang="en-US" altLang="zh-CN" b="1" dirty="0" err="1">
                <a:solidFill>
                  <a:prstClr val="black"/>
                </a:solidFill>
              </a:rPr>
              <a:t>NbrEntries</a:t>
            </a:r>
            <a:r>
              <a:rPr lang="en-US" altLang="zh-CN" b="1" dirty="0">
                <a:solidFill>
                  <a:prstClr val="black"/>
                </a:solidFill>
              </a:rPr>
              <a:t>; </a:t>
            </a:r>
            <a:endParaRPr lang="en-US" altLang="zh-CN" b="1" dirty="0" smtClean="0">
              <a:solidFill>
                <a:prstClr val="black"/>
              </a:solidFill>
            </a:endParaRPr>
          </a:p>
          <a:p>
            <a:pPr lvl="0">
              <a:lnSpc>
                <a:spcPct val="125000"/>
              </a:lnSpc>
            </a:pPr>
            <a:r>
              <a:rPr lang="en-US" altLang="zh-CN" b="1" dirty="0" smtClean="0">
                <a:solidFill>
                  <a:prstClr val="black"/>
                </a:solidFill>
              </a:rPr>
              <a:t>//</a:t>
            </a:r>
            <a:r>
              <a:rPr lang="zh-CN" altLang="en-US" b="1" dirty="0">
                <a:solidFill>
                  <a:prstClr val="black"/>
                </a:solidFill>
              </a:rPr>
              <a:t>此优先级下的任务数量 </a:t>
            </a:r>
          </a:p>
          <a:p>
            <a:pPr lvl="0">
              <a:lnSpc>
                <a:spcPct val="125000"/>
              </a:lnSpc>
            </a:pPr>
            <a:r>
              <a:rPr lang="en-US" altLang="zh-CN" b="1" dirty="0">
                <a:solidFill>
                  <a:prstClr val="black"/>
                </a:solidFill>
              </a:rPr>
              <a:t>};</a:t>
            </a:r>
          </a:p>
        </p:txBody>
      </p:sp>
    </p:spTree>
    <p:extLst>
      <p:ext uri="{BB962C8B-B14F-4D97-AF65-F5344CB8AC3E}">
        <p14:creationId xmlns:p14="http://schemas.microsoft.com/office/powerpoint/2010/main" val="315923280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2674130" cy="369332"/>
          </a:xfrm>
          <a:prstGeom prst="rect">
            <a:avLst/>
          </a:prstGeom>
        </p:spPr>
        <p:txBody>
          <a:bodyPr wrap="none">
            <a:spAutoFit/>
          </a:bodyPr>
          <a:lstStyle/>
          <a:p>
            <a:r>
              <a:rPr lang="en-GB" altLang="zh-CN" b="1" dirty="0" err="1">
                <a:solidFill>
                  <a:srgbClr val="C00000"/>
                </a:solidFill>
              </a:rPr>
              <a:t>uC</a:t>
            </a:r>
            <a:r>
              <a:rPr lang="en-GB" altLang="zh-CN" b="1" dirty="0">
                <a:solidFill>
                  <a:srgbClr val="C00000"/>
                </a:solidFill>
              </a:rPr>
              <a:t>/OS-III</a:t>
            </a:r>
            <a:r>
              <a:rPr lang="zh-CN" altLang="en-US" b="1" dirty="0">
                <a:solidFill>
                  <a:srgbClr val="C00000"/>
                </a:solidFill>
              </a:rPr>
              <a:t>任务调度和切换</a:t>
            </a:r>
            <a:endParaRPr lang="zh-CN" altLang="en-US" dirty="0">
              <a:solidFill>
                <a:srgbClr val="C00000"/>
              </a:solidFill>
            </a:endParaRPr>
          </a:p>
        </p:txBody>
      </p:sp>
      <p:graphicFrame>
        <p:nvGraphicFramePr>
          <p:cNvPr id="8" name="图示 7"/>
          <p:cNvGraphicFramePr/>
          <p:nvPr>
            <p:extLst>
              <p:ext uri="{D42A27DB-BD31-4B8C-83A1-F6EECF244321}">
                <p14:modId xmlns:p14="http://schemas.microsoft.com/office/powerpoint/2010/main" val="357452008"/>
              </p:ext>
            </p:extLst>
          </p:nvPr>
        </p:nvGraphicFramePr>
        <p:xfrm>
          <a:off x="1115616" y="1707654"/>
          <a:ext cx="7200800" cy="3382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矩形 6"/>
          <p:cNvSpPr/>
          <p:nvPr/>
        </p:nvSpPr>
        <p:spPr>
          <a:xfrm>
            <a:off x="1008015" y="1059582"/>
            <a:ext cx="7416825" cy="646331"/>
          </a:xfrm>
          <a:prstGeom prst="rect">
            <a:avLst/>
          </a:prstGeom>
        </p:spPr>
        <p:txBody>
          <a:bodyPr wrap="square">
            <a:spAutoFit/>
          </a:bodyPr>
          <a:lstStyle/>
          <a:p>
            <a:r>
              <a:rPr lang="en-US" altLang="zh-CN" b="1" dirty="0" smtClean="0">
                <a:solidFill>
                  <a:prstClr val="black"/>
                </a:solidFill>
              </a:rPr>
              <a:t>     </a:t>
            </a:r>
            <a:r>
              <a:rPr lang="zh-CN" altLang="zh-CN" b="1" dirty="0" smtClean="0">
                <a:solidFill>
                  <a:prstClr val="black"/>
                </a:solidFill>
              </a:rPr>
              <a:t>任务调度协调</a:t>
            </a:r>
            <a:r>
              <a:rPr lang="zh-CN" altLang="zh-CN" b="1" dirty="0">
                <a:solidFill>
                  <a:prstClr val="black"/>
                </a:solidFill>
              </a:rPr>
              <a:t>任务对计算机系统资源的争夺</a:t>
            </a:r>
            <a:r>
              <a:rPr lang="zh-CN" altLang="zh-CN" b="1" dirty="0" smtClean="0">
                <a:solidFill>
                  <a:prstClr val="black"/>
                </a:solidFill>
              </a:rPr>
              <a:t>使用</a:t>
            </a:r>
            <a:r>
              <a:rPr lang="zh-CN" altLang="en-US" b="1" dirty="0" smtClean="0">
                <a:solidFill>
                  <a:prstClr val="black"/>
                </a:solidFill>
              </a:rPr>
              <a:t>，</a:t>
            </a:r>
            <a:r>
              <a:rPr lang="zh-CN" altLang="zh-CN" b="1" dirty="0" smtClean="0"/>
              <a:t>直接</a:t>
            </a:r>
            <a:r>
              <a:rPr lang="zh-CN" altLang="zh-CN" b="1" dirty="0"/>
              <a:t>影响着系统的实时性能。</a:t>
            </a:r>
            <a:endParaRPr lang="zh-CN" altLang="en-US" b="1" dirty="0"/>
          </a:p>
        </p:txBody>
      </p:sp>
    </p:spTree>
    <p:extLst>
      <p:ext uri="{BB962C8B-B14F-4D97-AF65-F5344CB8AC3E}">
        <p14:creationId xmlns:p14="http://schemas.microsoft.com/office/powerpoint/2010/main" val="103223501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2674130" cy="369332"/>
          </a:xfrm>
          <a:prstGeom prst="rect">
            <a:avLst/>
          </a:prstGeom>
        </p:spPr>
        <p:txBody>
          <a:bodyPr wrap="none">
            <a:spAutoFit/>
          </a:bodyPr>
          <a:lstStyle/>
          <a:p>
            <a:r>
              <a:rPr lang="en-GB" altLang="zh-CN" b="1" dirty="0" err="1">
                <a:solidFill>
                  <a:srgbClr val="C00000"/>
                </a:solidFill>
              </a:rPr>
              <a:t>uC</a:t>
            </a:r>
            <a:r>
              <a:rPr lang="en-GB" altLang="zh-CN" b="1" dirty="0">
                <a:solidFill>
                  <a:srgbClr val="C00000"/>
                </a:solidFill>
              </a:rPr>
              <a:t>/OS-III</a:t>
            </a:r>
            <a:r>
              <a:rPr lang="zh-CN" altLang="en-US" b="1" dirty="0">
                <a:solidFill>
                  <a:srgbClr val="C00000"/>
                </a:solidFill>
              </a:rPr>
              <a:t>任务调度和切换</a:t>
            </a:r>
            <a:endParaRPr lang="zh-CN" altLang="en-US" dirty="0">
              <a:solidFill>
                <a:srgbClr val="C00000"/>
              </a:solidFill>
            </a:endParaRPr>
          </a:p>
        </p:txBody>
      </p:sp>
      <p:sp>
        <p:nvSpPr>
          <p:cNvPr id="7" name="矩形 6"/>
          <p:cNvSpPr/>
          <p:nvPr/>
        </p:nvSpPr>
        <p:spPr>
          <a:xfrm>
            <a:off x="4283968" y="987574"/>
            <a:ext cx="4284888" cy="390106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25000"/>
              </a:lnSpc>
              <a:buClr>
                <a:schemeClr val="accent5">
                  <a:lumMod val="75000"/>
                </a:schemeClr>
              </a:buClr>
              <a:buFont typeface="Wingdings" pitchFamily="2" charset="2"/>
              <a:buChar char="Ø"/>
            </a:pPr>
            <a:r>
              <a:rPr lang="zh-CN" altLang="en-US" b="1" dirty="0">
                <a:solidFill>
                  <a:prstClr val="black"/>
                </a:solidFill>
              </a:rPr>
              <a:t>大多数嵌入式操作系统采用基于优先级的</a:t>
            </a:r>
            <a:r>
              <a:rPr lang="zh-CN" altLang="en-US" b="1" dirty="0">
                <a:solidFill>
                  <a:srgbClr val="C00000"/>
                </a:solidFill>
              </a:rPr>
              <a:t>抢占式调度与时间片轮转调度相结合</a:t>
            </a:r>
            <a:r>
              <a:rPr lang="zh-CN" altLang="en-US" b="1" dirty="0">
                <a:solidFill>
                  <a:prstClr val="black"/>
                </a:solidFill>
              </a:rPr>
              <a:t>的调度</a:t>
            </a:r>
            <a:r>
              <a:rPr lang="zh-CN" altLang="en-US" b="1" dirty="0" smtClean="0">
                <a:solidFill>
                  <a:prstClr val="black"/>
                </a:solidFill>
              </a:rPr>
              <a:t>机制；</a:t>
            </a:r>
            <a:endParaRPr lang="en-US" altLang="zh-CN" b="1" dirty="0" smtClean="0">
              <a:solidFill>
                <a:prstClr val="black"/>
              </a:solidFill>
            </a:endParaRPr>
          </a:p>
          <a:p>
            <a:pPr marL="285750" indent="-285750">
              <a:lnSpc>
                <a:spcPct val="125000"/>
              </a:lnSpc>
              <a:buClr>
                <a:schemeClr val="accent5">
                  <a:lumMod val="75000"/>
                </a:schemeClr>
              </a:buClr>
              <a:buFont typeface="Wingdings" pitchFamily="2" charset="2"/>
              <a:buChar char="Ø"/>
            </a:pPr>
            <a:r>
              <a:rPr lang="en-US" altLang="zh-CN" b="1" dirty="0" err="1" smtClean="0">
                <a:solidFill>
                  <a:prstClr val="black"/>
                </a:solidFill>
              </a:rPr>
              <a:t>uC</a:t>
            </a:r>
            <a:r>
              <a:rPr lang="en-US" altLang="zh-CN" b="1" dirty="0" smtClean="0">
                <a:solidFill>
                  <a:prstClr val="black"/>
                </a:solidFill>
              </a:rPr>
              <a:t>/OS-III</a:t>
            </a:r>
            <a:r>
              <a:rPr lang="zh-CN" altLang="en-US" b="1" dirty="0">
                <a:solidFill>
                  <a:prstClr val="black"/>
                </a:solidFill>
              </a:rPr>
              <a:t>是一个抢占式多任务处理内核，同时又支持同优先级任务，对不同优先级的任务采用基于优先级的可抢占式调度法，对相同优先级的任务则采用时间片轮转调度</a:t>
            </a:r>
            <a:r>
              <a:rPr lang="zh-CN" altLang="en-US" b="1" dirty="0" smtClean="0">
                <a:solidFill>
                  <a:prstClr val="black"/>
                </a:solidFill>
              </a:rPr>
              <a:t>法；</a:t>
            </a:r>
            <a:endParaRPr lang="en-US" altLang="zh-CN" b="1" dirty="0">
              <a:solidFill>
                <a:prstClr val="black"/>
              </a:solidFill>
            </a:endParaRPr>
          </a:p>
          <a:p>
            <a:pPr marL="285750" indent="-285750">
              <a:lnSpc>
                <a:spcPct val="125000"/>
              </a:lnSpc>
              <a:buClr>
                <a:schemeClr val="accent5">
                  <a:lumMod val="75000"/>
                </a:schemeClr>
              </a:buClr>
              <a:buFont typeface="Wingdings" pitchFamily="2" charset="2"/>
              <a:buChar char="Ø"/>
            </a:pPr>
            <a:r>
              <a:rPr lang="en-US" altLang="zh-CN" b="1" dirty="0" err="1" smtClean="0">
                <a:solidFill>
                  <a:prstClr val="black"/>
                </a:solidFill>
              </a:rPr>
              <a:t>uC</a:t>
            </a:r>
            <a:r>
              <a:rPr lang="en-US" altLang="zh-CN" b="1" dirty="0" smtClean="0">
                <a:solidFill>
                  <a:prstClr val="black"/>
                </a:solidFill>
              </a:rPr>
              <a:t>/OS-III</a:t>
            </a:r>
            <a:r>
              <a:rPr lang="zh-CN" altLang="en-US" b="1" dirty="0">
                <a:solidFill>
                  <a:prstClr val="black"/>
                </a:solidFill>
              </a:rPr>
              <a:t>的任务</a:t>
            </a:r>
            <a:r>
              <a:rPr lang="zh-CN" altLang="en-US" b="1" dirty="0" smtClean="0">
                <a:solidFill>
                  <a:prstClr val="black"/>
                </a:solidFill>
              </a:rPr>
              <a:t>调度由</a:t>
            </a:r>
            <a:r>
              <a:rPr lang="zh-CN" altLang="en-US" b="1" dirty="0">
                <a:solidFill>
                  <a:srgbClr val="C00000"/>
                </a:solidFill>
              </a:rPr>
              <a:t>任务调度</a:t>
            </a:r>
            <a:r>
              <a:rPr lang="zh-CN" altLang="en-US" b="1" dirty="0" smtClean="0">
                <a:solidFill>
                  <a:srgbClr val="C00000"/>
                </a:solidFill>
              </a:rPr>
              <a:t>器</a:t>
            </a:r>
            <a:r>
              <a:rPr lang="zh-CN" altLang="en-US" b="1" dirty="0" smtClean="0">
                <a:solidFill>
                  <a:prstClr val="black"/>
                </a:solidFill>
              </a:rPr>
              <a:t>完成，</a:t>
            </a:r>
            <a:r>
              <a:rPr lang="zh-CN" altLang="en-US" b="1" dirty="0">
                <a:solidFill>
                  <a:prstClr val="black"/>
                </a:solidFill>
              </a:rPr>
              <a:t>任务调度器有两种：任务级调度器和中断级调度器。</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3852131347"/>
              </p:ext>
            </p:extLst>
          </p:nvPr>
        </p:nvGraphicFramePr>
        <p:xfrm>
          <a:off x="1012845" y="1275606"/>
          <a:ext cx="2609121" cy="2592288"/>
        </p:xfrm>
        <a:graphic>
          <a:graphicData uri="http://schemas.openxmlformats.org/presentationml/2006/ole">
            <mc:AlternateContent xmlns:mc="http://schemas.openxmlformats.org/markup-compatibility/2006">
              <mc:Choice xmlns:v="urn:schemas-microsoft-com:vml" Requires="v">
                <p:oleObj spid="_x0000_s110632" name="Visio" r:id="rId3" imgW="1476978" imgH="1476874" progId="Visio.Drawing.11">
                  <p:embed/>
                </p:oleObj>
              </mc:Choice>
              <mc:Fallback>
                <p:oleObj name="Visio" r:id="rId3" imgW="1476978" imgH="1476874"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845" y="1275606"/>
                        <a:ext cx="2609121" cy="2592288"/>
                      </a:xfrm>
                      <a:prstGeom prst="rect">
                        <a:avLst/>
                      </a:prstGeom>
                      <a:noFill/>
                    </p:spPr>
                  </p:pic>
                </p:oleObj>
              </mc:Fallback>
            </mc:AlternateContent>
          </a:graphicData>
        </a:graphic>
      </p:graphicFrame>
      <p:sp>
        <p:nvSpPr>
          <p:cNvPr id="9" name="矩形 8"/>
          <p:cNvSpPr/>
          <p:nvPr/>
        </p:nvSpPr>
        <p:spPr>
          <a:xfrm>
            <a:off x="1142906" y="4155926"/>
            <a:ext cx="2492990" cy="369332"/>
          </a:xfrm>
          <a:prstGeom prst="rect">
            <a:avLst/>
          </a:prstGeom>
        </p:spPr>
        <p:txBody>
          <a:bodyPr wrap="none">
            <a:spAutoFit/>
          </a:bodyPr>
          <a:lstStyle/>
          <a:p>
            <a:r>
              <a:rPr lang="zh-CN" altLang="zh-CN" b="1" dirty="0"/>
              <a:t>时间片轮转调度示意图</a:t>
            </a:r>
            <a:endParaRPr lang="zh-CN" altLang="en-US" b="1" dirty="0"/>
          </a:p>
        </p:txBody>
      </p:sp>
    </p:spTree>
    <p:extLst>
      <p:ext uri="{BB962C8B-B14F-4D97-AF65-F5344CB8AC3E}">
        <p14:creationId xmlns:p14="http://schemas.microsoft.com/office/powerpoint/2010/main" val="38384083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2674130" cy="369332"/>
          </a:xfrm>
          <a:prstGeom prst="rect">
            <a:avLst/>
          </a:prstGeom>
        </p:spPr>
        <p:txBody>
          <a:bodyPr wrap="none">
            <a:spAutoFit/>
          </a:bodyPr>
          <a:lstStyle/>
          <a:p>
            <a:r>
              <a:rPr lang="en-GB" altLang="zh-CN" b="1" dirty="0" err="1">
                <a:solidFill>
                  <a:srgbClr val="C00000"/>
                </a:solidFill>
              </a:rPr>
              <a:t>uC</a:t>
            </a:r>
            <a:r>
              <a:rPr lang="en-GB" altLang="zh-CN" b="1" dirty="0">
                <a:solidFill>
                  <a:srgbClr val="C00000"/>
                </a:solidFill>
              </a:rPr>
              <a:t>/OS-III</a:t>
            </a:r>
            <a:r>
              <a:rPr lang="zh-CN" altLang="en-US" b="1" dirty="0">
                <a:solidFill>
                  <a:srgbClr val="C00000"/>
                </a:solidFill>
              </a:rPr>
              <a:t>任务调度和切换</a:t>
            </a:r>
            <a:endParaRPr lang="zh-CN" altLang="en-US" dirty="0">
              <a:solidFill>
                <a:srgbClr val="C00000"/>
              </a:solidFill>
            </a:endParaRPr>
          </a:p>
        </p:txBody>
      </p:sp>
      <p:sp>
        <p:nvSpPr>
          <p:cNvPr id="7" name="矩形 6"/>
          <p:cNvSpPr/>
          <p:nvPr/>
        </p:nvSpPr>
        <p:spPr>
          <a:xfrm>
            <a:off x="1403648" y="1268217"/>
            <a:ext cx="4284888"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25000"/>
              </a:lnSpc>
              <a:buClr>
                <a:schemeClr val="accent5">
                  <a:lumMod val="75000"/>
                </a:schemeClr>
              </a:buClr>
              <a:buFont typeface="Wingdings" pitchFamily="2" charset="2"/>
              <a:buChar char="u"/>
            </a:pPr>
            <a:r>
              <a:rPr lang="zh-CN" altLang="en-US" b="1" dirty="0">
                <a:solidFill>
                  <a:prstClr val="black"/>
                </a:solidFill>
              </a:rPr>
              <a:t>任务之间的调度称为任务级调度，由函数</a:t>
            </a:r>
            <a:r>
              <a:rPr lang="en-US" altLang="zh-CN" b="1" dirty="0" err="1">
                <a:solidFill>
                  <a:prstClr val="black"/>
                </a:solidFill>
              </a:rPr>
              <a:t>OSSched</a:t>
            </a:r>
            <a:r>
              <a:rPr lang="en-US" altLang="zh-CN" b="1" dirty="0">
                <a:solidFill>
                  <a:prstClr val="black"/>
                </a:solidFill>
              </a:rPr>
              <a:t>()</a:t>
            </a:r>
            <a:r>
              <a:rPr lang="zh-CN" altLang="en-US" b="1" dirty="0" smtClean="0">
                <a:solidFill>
                  <a:prstClr val="black"/>
                </a:solidFill>
              </a:rPr>
              <a:t>实现；</a:t>
            </a:r>
            <a:endParaRPr lang="en-US" altLang="zh-CN" b="1" dirty="0" smtClean="0">
              <a:solidFill>
                <a:prstClr val="black"/>
              </a:solidFill>
            </a:endParaRPr>
          </a:p>
          <a:p>
            <a:pPr marL="285750" indent="-285750">
              <a:lnSpc>
                <a:spcPct val="125000"/>
              </a:lnSpc>
              <a:buClr>
                <a:schemeClr val="accent5">
                  <a:lumMod val="75000"/>
                </a:schemeClr>
              </a:buClr>
              <a:buFont typeface="Wingdings" pitchFamily="2" charset="2"/>
              <a:buChar char="u"/>
            </a:pPr>
            <a:r>
              <a:rPr lang="zh-CN" altLang="en-US" b="1" dirty="0" smtClean="0">
                <a:solidFill>
                  <a:prstClr val="black"/>
                </a:solidFill>
              </a:rPr>
              <a:t>中断</a:t>
            </a:r>
            <a:r>
              <a:rPr lang="zh-CN" altLang="en-US" b="1" dirty="0">
                <a:solidFill>
                  <a:prstClr val="black"/>
                </a:solidFill>
              </a:rPr>
              <a:t>级的任务调度称为中断级调度，由函数</a:t>
            </a:r>
            <a:r>
              <a:rPr lang="en-US" altLang="zh-CN" b="1" dirty="0" err="1">
                <a:solidFill>
                  <a:prstClr val="black"/>
                </a:solidFill>
              </a:rPr>
              <a:t>OSIntExit</a:t>
            </a:r>
            <a:r>
              <a:rPr lang="en-US" altLang="zh-CN" b="1" dirty="0">
                <a:solidFill>
                  <a:prstClr val="black"/>
                </a:solidFill>
              </a:rPr>
              <a:t>()</a:t>
            </a:r>
            <a:r>
              <a:rPr lang="zh-CN" altLang="en-US" b="1" dirty="0">
                <a:solidFill>
                  <a:prstClr val="black"/>
                </a:solidFill>
              </a:rPr>
              <a:t>实现</a:t>
            </a:r>
            <a:r>
              <a:rPr lang="zh-CN" altLang="en-US" b="1" dirty="0" smtClean="0">
                <a:solidFill>
                  <a:prstClr val="black"/>
                </a:solidFill>
              </a:rPr>
              <a:t>。</a:t>
            </a:r>
            <a:endParaRPr lang="zh-CN" altLang="en-US" b="1" dirty="0">
              <a:solidFill>
                <a:prstClr val="black"/>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3220148" y="2931790"/>
            <a:ext cx="5023728"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buClr>
                <a:srgbClr val="4BACC6">
                  <a:lumMod val="75000"/>
                </a:srgbClr>
              </a:buClr>
            </a:pPr>
            <a:r>
              <a:rPr lang="zh-CN" altLang="en-US" b="1" dirty="0" smtClean="0">
                <a:solidFill>
                  <a:prstClr val="black"/>
                </a:solidFill>
              </a:rPr>
              <a:t>     处于</a:t>
            </a:r>
            <a:r>
              <a:rPr lang="zh-CN" altLang="en-US" b="1" dirty="0">
                <a:solidFill>
                  <a:prstClr val="black"/>
                </a:solidFill>
              </a:rPr>
              <a:t>同一优先级的多个任务，</a:t>
            </a:r>
            <a:r>
              <a:rPr lang="en-US" altLang="zh-CN" b="1" dirty="0" err="1">
                <a:solidFill>
                  <a:prstClr val="black"/>
                </a:solidFill>
              </a:rPr>
              <a:t>uC</a:t>
            </a:r>
            <a:r>
              <a:rPr lang="en-US" altLang="zh-CN" b="1" dirty="0">
                <a:solidFill>
                  <a:prstClr val="black"/>
                </a:solidFill>
              </a:rPr>
              <a:t>/OS-III</a:t>
            </a:r>
            <a:r>
              <a:rPr lang="zh-CN" altLang="en-US" b="1" dirty="0">
                <a:solidFill>
                  <a:prstClr val="black"/>
                </a:solidFill>
              </a:rPr>
              <a:t>采用时间片轮转调度来轮流执行，要使用这个功能需要定义</a:t>
            </a:r>
            <a:r>
              <a:rPr lang="en-US" altLang="zh-CN" b="1" dirty="0">
                <a:solidFill>
                  <a:prstClr val="black"/>
                </a:solidFill>
              </a:rPr>
              <a:t>OS_CFG_SCHED_ROUND_ROBIN_EN</a:t>
            </a:r>
            <a:r>
              <a:rPr lang="zh-CN" altLang="en-US" b="1" dirty="0">
                <a:solidFill>
                  <a:prstClr val="black"/>
                </a:solidFill>
              </a:rPr>
              <a:t>为“</a:t>
            </a:r>
            <a:r>
              <a:rPr lang="en-US" altLang="zh-CN" b="1" dirty="0">
                <a:solidFill>
                  <a:prstClr val="black"/>
                </a:solidFill>
              </a:rPr>
              <a:t>1</a:t>
            </a:r>
            <a:r>
              <a:rPr lang="en-US" altLang="zh-CN" b="1" dirty="0" smtClean="0">
                <a:solidFill>
                  <a:prstClr val="black"/>
                </a:solidFill>
              </a:rPr>
              <a:t>”</a:t>
            </a:r>
            <a:endParaRPr lang="zh-CN" altLang="en-US" b="1" dirty="0">
              <a:solidFill>
                <a:prstClr val="black"/>
              </a:solidFill>
            </a:endParaRPr>
          </a:p>
          <a:p>
            <a:pPr lvl="0">
              <a:lnSpc>
                <a:spcPct val="125000"/>
              </a:lnSpc>
              <a:buClr>
                <a:srgbClr val="4BACC6">
                  <a:lumMod val="75000"/>
                </a:srgbClr>
              </a:buClr>
            </a:pPr>
            <a:r>
              <a:rPr lang="en-US" altLang="zh-CN" b="1" dirty="0">
                <a:solidFill>
                  <a:schemeClr val="accent5">
                    <a:lumMod val="75000"/>
                  </a:schemeClr>
                </a:solidFill>
              </a:rPr>
              <a:t>#define OS_CFG_SCHED_ROUND_ROBIN_EN  </a:t>
            </a:r>
            <a:r>
              <a:rPr lang="en-US" altLang="zh-CN" b="1" dirty="0" smtClean="0">
                <a:solidFill>
                  <a:schemeClr val="accent5">
                    <a:lumMod val="75000"/>
                  </a:schemeClr>
                </a:solidFill>
              </a:rPr>
              <a:t>1u </a:t>
            </a:r>
            <a:endParaRPr lang="zh-CN" altLang="en-US" b="1" dirty="0">
              <a:solidFill>
                <a:schemeClr val="accent5">
                  <a:lumMod val="75000"/>
                </a:schemeClr>
              </a:solidFill>
            </a:endParaRPr>
          </a:p>
        </p:txBody>
      </p:sp>
    </p:spTree>
    <p:extLst>
      <p:ext uri="{BB962C8B-B14F-4D97-AF65-F5344CB8AC3E}">
        <p14:creationId xmlns:p14="http://schemas.microsoft.com/office/powerpoint/2010/main" val="21489021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2674130" cy="369332"/>
          </a:xfrm>
          <a:prstGeom prst="rect">
            <a:avLst/>
          </a:prstGeom>
        </p:spPr>
        <p:txBody>
          <a:bodyPr wrap="none">
            <a:spAutoFit/>
          </a:bodyPr>
          <a:lstStyle/>
          <a:p>
            <a:r>
              <a:rPr lang="en-GB" altLang="zh-CN" b="1" dirty="0" err="1">
                <a:solidFill>
                  <a:srgbClr val="C00000"/>
                </a:solidFill>
              </a:rPr>
              <a:t>uC</a:t>
            </a:r>
            <a:r>
              <a:rPr lang="en-GB" altLang="zh-CN" b="1" dirty="0">
                <a:solidFill>
                  <a:srgbClr val="C00000"/>
                </a:solidFill>
              </a:rPr>
              <a:t>/OS-III</a:t>
            </a:r>
            <a:r>
              <a:rPr lang="zh-CN" altLang="en-US" b="1" dirty="0">
                <a:solidFill>
                  <a:srgbClr val="C00000"/>
                </a:solidFill>
              </a:rPr>
              <a:t>任务调度和切换</a:t>
            </a:r>
            <a:endParaRPr lang="zh-CN" altLang="en-US" dirty="0">
              <a:solidFill>
                <a:srgbClr val="C00000"/>
              </a:solidFill>
            </a:endParaRPr>
          </a:p>
        </p:txBody>
      </p:sp>
      <p:sp>
        <p:nvSpPr>
          <p:cNvPr id="7" name="矩形 6"/>
          <p:cNvSpPr/>
          <p:nvPr/>
        </p:nvSpPr>
        <p:spPr>
          <a:xfrm>
            <a:off x="539552" y="1626538"/>
            <a:ext cx="4032448" cy="332398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en-GB" altLang="zh-CN" sz="1200" b="1" dirty="0" smtClean="0">
                <a:solidFill>
                  <a:prstClr val="black"/>
                </a:solidFill>
              </a:rPr>
              <a:t>void  </a:t>
            </a:r>
            <a:r>
              <a:rPr lang="en-GB" altLang="zh-CN" sz="1200" b="1" dirty="0" err="1">
                <a:solidFill>
                  <a:prstClr val="black"/>
                </a:solidFill>
              </a:rPr>
              <a:t>OS_SchedRoundRobin</a:t>
            </a:r>
            <a:r>
              <a:rPr lang="en-GB" altLang="zh-CN" sz="1200" b="1" dirty="0">
                <a:solidFill>
                  <a:prstClr val="black"/>
                </a:solidFill>
              </a:rPr>
              <a:t> (OS_RDY_LIST  *</a:t>
            </a:r>
            <a:r>
              <a:rPr lang="en-GB" altLang="zh-CN" sz="1200" b="1" dirty="0" err="1">
                <a:solidFill>
                  <a:prstClr val="black"/>
                </a:solidFill>
              </a:rPr>
              <a:t>p_rdy_list</a:t>
            </a:r>
            <a:r>
              <a:rPr lang="en-GB" altLang="zh-CN" sz="1200" b="1" dirty="0">
                <a:solidFill>
                  <a:prstClr val="black"/>
                </a:solidFill>
              </a:rPr>
              <a:t>)</a:t>
            </a:r>
          </a:p>
          <a:p>
            <a:pPr>
              <a:lnSpc>
                <a:spcPct val="125000"/>
              </a:lnSpc>
              <a:buClr>
                <a:schemeClr val="accent5">
                  <a:lumMod val="75000"/>
                </a:schemeClr>
              </a:buClr>
            </a:pPr>
            <a:r>
              <a:rPr lang="en-GB" altLang="zh-CN" sz="1200" b="1" dirty="0" smtClean="0">
                <a:solidFill>
                  <a:prstClr val="black"/>
                </a:solidFill>
              </a:rPr>
              <a:t>{    </a:t>
            </a:r>
            <a:r>
              <a:rPr lang="en-GB" altLang="zh-CN" sz="1200" b="1" dirty="0">
                <a:solidFill>
                  <a:prstClr val="black"/>
                </a:solidFill>
              </a:rPr>
              <a:t>OS_TCB   *</a:t>
            </a:r>
            <a:r>
              <a:rPr lang="en-GB" altLang="zh-CN" sz="1200" b="1" dirty="0" err="1">
                <a:solidFill>
                  <a:prstClr val="black"/>
                </a:solidFill>
              </a:rPr>
              <a:t>p_tcb</a:t>
            </a:r>
            <a:r>
              <a:rPr lang="en-GB" altLang="zh-CN" sz="1200" b="1" dirty="0">
                <a:solidFill>
                  <a:prstClr val="black"/>
                </a:solidFill>
              </a:rPr>
              <a:t>;</a:t>
            </a:r>
          </a:p>
          <a:p>
            <a:pPr>
              <a:lnSpc>
                <a:spcPct val="125000"/>
              </a:lnSpc>
              <a:buClr>
                <a:schemeClr val="accent5">
                  <a:lumMod val="75000"/>
                </a:schemeClr>
              </a:buClr>
            </a:pPr>
            <a:r>
              <a:rPr lang="en-GB" altLang="zh-CN" sz="1200" b="1" dirty="0">
                <a:solidFill>
                  <a:prstClr val="black"/>
                </a:solidFill>
              </a:rPr>
              <a:t>   </a:t>
            </a:r>
            <a:r>
              <a:rPr lang="en-GB" altLang="zh-CN" sz="1200" b="1" dirty="0" smtClean="0">
                <a:solidFill>
                  <a:prstClr val="black"/>
                </a:solidFill>
              </a:rPr>
              <a:t>  </a:t>
            </a:r>
            <a:r>
              <a:rPr lang="en-GB" altLang="zh-CN" sz="1200" b="1" dirty="0">
                <a:solidFill>
                  <a:prstClr val="black"/>
                </a:solidFill>
              </a:rPr>
              <a:t>CPU_SR_ALLOC(); // </a:t>
            </a:r>
            <a:r>
              <a:rPr lang="zh-CN" altLang="en-US" sz="1200" b="1" dirty="0">
                <a:solidFill>
                  <a:prstClr val="black"/>
                </a:solidFill>
              </a:rPr>
              <a:t>宏定义，定义变量</a:t>
            </a:r>
            <a:r>
              <a:rPr lang="en-GB" altLang="zh-CN" sz="1200" b="1" dirty="0" err="1">
                <a:solidFill>
                  <a:prstClr val="black"/>
                </a:solidFill>
              </a:rPr>
              <a:t>cpu_sr</a:t>
            </a:r>
            <a:r>
              <a:rPr lang="zh-CN" altLang="en-GB" sz="1200" b="1" dirty="0">
                <a:solidFill>
                  <a:prstClr val="black"/>
                </a:solidFill>
              </a:rPr>
              <a:t>，</a:t>
            </a:r>
            <a:r>
              <a:rPr lang="zh-CN" altLang="en-US" sz="1200" b="1" dirty="0">
                <a:solidFill>
                  <a:prstClr val="black"/>
                </a:solidFill>
              </a:rPr>
              <a:t>用来临时保存</a:t>
            </a:r>
            <a:r>
              <a:rPr lang="en-GB" altLang="zh-CN" sz="1200" b="1" dirty="0">
                <a:solidFill>
                  <a:prstClr val="black"/>
                </a:solidFill>
              </a:rPr>
              <a:t>CPU</a:t>
            </a:r>
            <a:r>
              <a:rPr lang="zh-CN" altLang="en-US" sz="1200" b="1" dirty="0">
                <a:solidFill>
                  <a:prstClr val="black"/>
                </a:solidFill>
              </a:rPr>
              <a:t>的状态寄存器的值</a:t>
            </a:r>
          </a:p>
          <a:p>
            <a:pPr>
              <a:lnSpc>
                <a:spcPct val="125000"/>
              </a:lnSpc>
              <a:buClr>
                <a:schemeClr val="accent5">
                  <a:lumMod val="75000"/>
                </a:schemeClr>
              </a:buClr>
            </a:pPr>
            <a:r>
              <a:rPr lang="zh-CN" altLang="en-US" sz="1200" b="1" dirty="0">
                <a:solidFill>
                  <a:prstClr val="black"/>
                </a:solidFill>
              </a:rPr>
              <a:t>    </a:t>
            </a:r>
            <a:r>
              <a:rPr lang="en-GB" altLang="zh-CN" sz="1200" b="1" dirty="0">
                <a:solidFill>
                  <a:prstClr val="black"/>
                </a:solidFill>
              </a:rPr>
              <a:t>if (</a:t>
            </a:r>
            <a:r>
              <a:rPr lang="en-GB" altLang="zh-CN" sz="1200" b="1" dirty="0" err="1">
                <a:solidFill>
                  <a:prstClr val="black"/>
                </a:solidFill>
              </a:rPr>
              <a:t>OSSchedRoundRobinEn</a:t>
            </a:r>
            <a:r>
              <a:rPr lang="en-GB" altLang="zh-CN" sz="1200" b="1" dirty="0">
                <a:solidFill>
                  <a:prstClr val="black"/>
                </a:solidFill>
              </a:rPr>
              <a:t> != DEF_TRUE</a:t>
            </a:r>
            <a:r>
              <a:rPr lang="en-GB" altLang="zh-CN" sz="1200" b="1" dirty="0" smtClean="0">
                <a:solidFill>
                  <a:prstClr val="black"/>
                </a:solidFill>
              </a:rPr>
              <a:t>)</a:t>
            </a:r>
          </a:p>
          <a:p>
            <a:pPr>
              <a:lnSpc>
                <a:spcPct val="125000"/>
              </a:lnSpc>
              <a:buClr>
                <a:schemeClr val="accent5">
                  <a:lumMod val="75000"/>
                </a:schemeClr>
              </a:buClr>
            </a:pPr>
            <a:r>
              <a:rPr lang="en-GB" altLang="zh-CN" sz="1200" b="1" dirty="0">
                <a:solidFill>
                  <a:prstClr val="black"/>
                </a:solidFill>
              </a:rPr>
              <a:t> </a:t>
            </a:r>
            <a:r>
              <a:rPr lang="en-GB" altLang="zh-CN" sz="1200" b="1" dirty="0" smtClean="0">
                <a:solidFill>
                  <a:prstClr val="black"/>
                </a:solidFill>
              </a:rPr>
              <a:t>  </a:t>
            </a:r>
            <a:r>
              <a:rPr lang="en-GB" altLang="zh-CN" sz="1200" b="1" dirty="0">
                <a:solidFill>
                  <a:prstClr val="black"/>
                </a:solidFill>
              </a:rPr>
              <a:t>{   // </a:t>
            </a:r>
            <a:r>
              <a:rPr lang="zh-CN" altLang="en-US" sz="1200" b="1" dirty="0">
                <a:solidFill>
                  <a:prstClr val="black"/>
                </a:solidFill>
              </a:rPr>
              <a:t>确保时间片轮转调度允许</a:t>
            </a:r>
          </a:p>
          <a:p>
            <a:pPr>
              <a:lnSpc>
                <a:spcPct val="125000"/>
              </a:lnSpc>
              <a:buClr>
                <a:schemeClr val="accent5">
                  <a:lumMod val="75000"/>
                </a:schemeClr>
              </a:buClr>
            </a:pPr>
            <a:r>
              <a:rPr lang="zh-CN" altLang="en-US" sz="1200" b="1" dirty="0">
                <a:solidFill>
                  <a:prstClr val="black"/>
                </a:solidFill>
              </a:rPr>
              <a:t>        </a:t>
            </a:r>
            <a:r>
              <a:rPr lang="en-GB" altLang="zh-CN" sz="1200" b="1" dirty="0">
                <a:solidFill>
                  <a:prstClr val="black"/>
                </a:solidFill>
              </a:rPr>
              <a:t>return</a:t>
            </a:r>
            <a:r>
              <a:rPr lang="en-GB" altLang="zh-CN" sz="1200" b="1" dirty="0" smtClean="0">
                <a:solidFill>
                  <a:prstClr val="black"/>
                </a:solidFill>
              </a:rPr>
              <a:t>;    </a:t>
            </a:r>
            <a:r>
              <a:rPr lang="en-GB" altLang="zh-CN" sz="1200" b="1" dirty="0">
                <a:solidFill>
                  <a:prstClr val="black"/>
                </a:solidFill>
              </a:rPr>
              <a:t>}</a:t>
            </a:r>
          </a:p>
          <a:p>
            <a:pPr>
              <a:lnSpc>
                <a:spcPct val="125000"/>
              </a:lnSpc>
              <a:buClr>
                <a:schemeClr val="accent5">
                  <a:lumMod val="75000"/>
                </a:schemeClr>
              </a:buClr>
            </a:pPr>
            <a:r>
              <a:rPr lang="en-GB" altLang="zh-CN" sz="1200" b="1" dirty="0">
                <a:solidFill>
                  <a:prstClr val="black"/>
                </a:solidFill>
              </a:rPr>
              <a:t>    CPU_CRITICAL_ENTER();    // </a:t>
            </a:r>
            <a:r>
              <a:rPr lang="zh-CN" altLang="en-US" sz="1200" b="1" dirty="0">
                <a:solidFill>
                  <a:prstClr val="black"/>
                </a:solidFill>
              </a:rPr>
              <a:t>进入临界区</a:t>
            </a:r>
          </a:p>
          <a:p>
            <a:pPr>
              <a:lnSpc>
                <a:spcPct val="125000"/>
              </a:lnSpc>
              <a:buClr>
                <a:schemeClr val="accent5">
                  <a:lumMod val="75000"/>
                </a:schemeClr>
              </a:buClr>
            </a:pPr>
            <a:r>
              <a:rPr lang="zh-CN" altLang="en-US" sz="1200" b="1" dirty="0">
                <a:solidFill>
                  <a:prstClr val="black"/>
                </a:solidFill>
              </a:rPr>
              <a:t>    </a:t>
            </a:r>
            <a:r>
              <a:rPr lang="en-GB" altLang="zh-CN" sz="1200" b="1" dirty="0" err="1">
                <a:solidFill>
                  <a:prstClr val="black"/>
                </a:solidFill>
              </a:rPr>
              <a:t>p_tcb</a:t>
            </a:r>
            <a:r>
              <a:rPr lang="en-GB" altLang="zh-CN" sz="1200" b="1" dirty="0">
                <a:solidFill>
                  <a:prstClr val="black"/>
                </a:solidFill>
              </a:rPr>
              <a:t> = </a:t>
            </a:r>
            <a:r>
              <a:rPr lang="en-GB" altLang="zh-CN" sz="1200" b="1" dirty="0" err="1">
                <a:solidFill>
                  <a:prstClr val="black"/>
                </a:solidFill>
              </a:rPr>
              <a:t>p_rdy_list</a:t>
            </a:r>
            <a:r>
              <a:rPr lang="en-GB" altLang="zh-CN" sz="1200" b="1" dirty="0">
                <a:solidFill>
                  <a:prstClr val="black"/>
                </a:solidFill>
              </a:rPr>
              <a:t>-&gt;</a:t>
            </a:r>
            <a:r>
              <a:rPr lang="en-GB" altLang="zh-CN" sz="1200" b="1" dirty="0" err="1">
                <a:solidFill>
                  <a:prstClr val="black"/>
                </a:solidFill>
              </a:rPr>
              <a:t>HeadPtr</a:t>
            </a:r>
            <a:r>
              <a:rPr lang="en-GB" altLang="zh-CN" sz="1200" b="1" dirty="0">
                <a:solidFill>
                  <a:prstClr val="black"/>
                </a:solidFill>
              </a:rPr>
              <a:t>;   </a:t>
            </a:r>
            <a:endParaRPr lang="en-GB" altLang="zh-CN" sz="1200" b="1" dirty="0" smtClean="0">
              <a:solidFill>
                <a:prstClr val="black"/>
              </a:solidFill>
            </a:endParaRPr>
          </a:p>
          <a:p>
            <a:pPr>
              <a:lnSpc>
                <a:spcPct val="125000"/>
              </a:lnSpc>
              <a:buClr>
                <a:schemeClr val="accent5">
                  <a:lumMod val="75000"/>
                </a:schemeClr>
              </a:buClr>
            </a:pPr>
            <a:r>
              <a:rPr lang="en-GB" altLang="zh-CN" sz="1200" b="1" dirty="0">
                <a:solidFill>
                  <a:prstClr val="black"/>
                </a:solidFill>
              </a:rPr>
              <a:t> </a:t>
            </a:r>
            <a:r>
              <a:rPr lang="en-GB" altLang="zh-CN" sz="1200" b="1" dirty="0" smtClean="0">
                <a:solidFill>
                  <a:prstClr val="black"/>
                </a:solidFill>
              </a:rPr>
              <a:t>      </a:t>
            </a:r>
            <a:r>
              <a:rPr lang="en-GB" altLang="zh-CN" sz="1200" b="1" dirty="0">
                <a:solidFill>
                  <a:prstClr val="black"/>
                </a:solidFill>
              </a:rPr>
              <a:t>// </a:t>
            </a:r>
            <a:r>
              <a:rPr lang="zh-CN" altLang="en-US" sz="1200" b="1" dirty="0">
                <a:solidFill>
                  <a:prstClr val="black"/>
                </a:solidFill>
              </a:rPr>
              <a:t>获取当前任务的任务控制块</a:t>
            </a:r>
            <a:r>
              <a:rPr lang="en-GB" altLang="zh-CN" sz="1200" b="1" dirty="0">
                <a:solidFill>
                  <a:prstClr val="black"/>
                </a:solidFill>
              </a:rPr>
              <a:t>OS_TCB</a:t>
            </a:r>
          </a:p>
          <a:p>
            <a:pPr>
              <a:lnSpc>
                <a:spcPct val="125000"/>
              </a:lnSpc>
              <a:buClr>
                <a:schemeClr val="accent5">
                  <a:lumMod val="75000"/>
                </a:schemeClr>
              </a:buClr>
            </a:pPr>
            <a:r>
              <a:rPr lang="en-GB" altLang="zh-CN" sz="1200" b="1" dirty="0">
                <a:solidFill>
                  <a:prstClr val="black"/>
                </a:solidFill>
              </a:rPr>
              <a:t>    if (</a:t>
            </a:r>
            <a:r>
              <a:rPr lang="en-GB" altLang="zh-CN" sz="1200" b="1" dirty="0" err="1">
                <a:solidFill>
                  <a:prstClr val="black"/>
                </a:solidFill>
              </a:rPr>
              <a:t>p_tcb</a:t>
            </a:r>
            <a:r>
              <a:rPr lang="en-GB" altLang="zh-CN" sz="1200" b="1" dirty="0">
                <a:solidFill>
                  <a:prstClr val="black"/>
                </a:solidFill>
              </a:rPr>
              <a:t> == (OS_TCB *)0) </a:t>
            </a:r>
            <a:endParaRPr lang="en-GB" altLang="zh-CN" sz="1200" b="1" dirty="0" smtClean="0">
              <a:solidFill>
                <a:prstClr val="black"/>
              </a:solidFill>
            </a:endParaRPr>
          </a:p>
          <a:p>
            <a:pPr>
              <a:lnSpc>
                <a:spcPct val="125000"/>
              </a:lnSpc>
              <a:buClr>
                <a:schemeClr val="accent5">
                  <a:lumMod val="75000"/>
                </a:schemeClr>
              </a:buClr>
            </a:pPr>
            <a:r>
              <a:rPr lang="en-GB" altLang="zh-CN" sz="1200" b="1" dirty="0">
                <a:solidFill>
                  <a:prstClr val="black"/>
                </a:solidFill>
              </a:rPr>
              <a:t> </a:t>
            </a:r>
            <a:r>
              <a:rPr lang="en-GB" altLang="zh-CN" sz="1200" b="1" dirty="0" smtClean="0">
                <a:solidFill>
                  <a:prstClr val="black"/>
                </a:solidFill>
              </a:rPr>
              <a:t>   {    </a:t>
            </a:r>
            <a:r>
              <a:rPr lang="en-GB" altLang="zh-CN" sz="1200" b="1" dirty="0">
                <a:solidFill>
                  <a:prstClr val="black"/>
                </a:solidFill>
              </a:rPr>
              <a:t>// </a:t>
            </a:r>
            <a:r>
              <a:rPr lang="zh-CN" altLang="en-US" sz="1200" b="1" dirty="0">
                <a:solidFill>
                  <a:prstClr val="black"/>
                </a:solidFill>
              </a:rPr>
              <a:t>确保任务不为空</a:t>
            </a:r>
          </a:p>
          <a:p>
            <a:pPr>
              <a:lnSpc>
                <a:spcPct val="125000"/>
              </a:lnSpc>
              <a:buClr>
                <a:schemeClr val="accent5">
                  <a:lumMod val="75000"/>
                </a:schemeClr>
              </a:buClr>
            </a:pPr>
            <a:r>
              <a:rPr lang="zh-CN" altLang="en-US" sz="1200" b="1" dirty="0">
                <a:solidFill>
                  <a:prstClr val="black"/>
                </a:solidFill>
              </a:rPr>
              <a:t>        </a:t>
            </a:r>
            <a:r>
              <a:rPr lang="en-GB" altLang="zh-CN" sz="1200" b="1" dirty="0">
                <a:solidFill>
                  <a:prstClr val="black"/>
                </a:solidFill>
              </a:rPr>
              <a:t>CPU_CRITICAL_EXIT();    // </a:t>
            </a:r>
            <a:r>
              <a:rPr lang="zh-CN" altLang="en-US" sz="1200" b="1" dirty="0">
                <a:solidFill>
                  <a:prstClr val="black"/>
                </a:solidFill>
              </a:rPr>
              <a:t>退出临界区</a:t>
            </a:r>
          </a:p>
          <a:p>
            <a:pPr>
              <a:lnSpc>
                <a:spcPct val="125000"/>
              </a:lnSpc>
              <a:buClr>
                <a:schemeClr val="accent5">
                  <a:lumMod val="75000"/>
                </a:schemeClr>
              </a:buClr>
            </a:pPr>
            <a:r>
              <a:rPr lang="zh-CN" altLang="en-US" sz="1200" b="1" dirty="0">
                <a:solidFill>
                  <a:prstClr val="black"/>
                </a:solidFill>
              </a:rPr>
              <a:t>        </a:t>
            </a:r>
            <a:r>
              <a:rPr lang="en-GB" altLang="zh-CN" sz="1200" b="1" dirty="0">
                <a:solidFill>
                  <a:prstClr val="black"/>
                </a:solidFill>
              </a:rPr>
              <a:t>return</a:t>
            </a:r>
            <a:r>
              <a:rPr lang="en-GB" altLang="zh-CN" sz="1200" b="1" dirty="0" smtClean="0">
                <a:solidFill>
                  <a:prstClr val="black"/>
                </a:solidFill>
              </a:rPr>
              <a:t>;    }</a:t>
            </a:r>
            <a:endParaRPr lang="en-GB" altLang="zh-CN" sz="1200" b="1" dirty="0">
              <a:solidFill>
                <a:prstClr val="black"/>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611560" y="843602"/>
            <a:ext cx="8208912" cy="784830"/>
          </a:xfrm>
          <a:prstGeom prst="rect">
            <a:avLst/>
          </a:prstGeom>
        </p:spPr>
        <p:txBody>
          <a:bodyPr wrap="square">
            <a:spAutoFit/>
          </a:bodyPr>
          <a:lstStyle/>
          <a:p>
            <a:pPr lvl="0">
              <a:lnSpc>
                <a:spcPct val="125000"/>
              </a:lnSpc>
              <a:buClr>
                <a:srgbClr val="4BACC6">
                  <a:lumMod val="75000"/>
                </a:srgbClr>
              </a:buClr>
            </a:pPr>
            <a:r>
              <a:rPr lang="en-GB" altLang="zh-CN" b="1" dirty="0" smtClean="0">
                <a:solidFill>
                  <a:prstClr val="black"/>
                </a:solidFill>
              </a:rPr>
              <a:t>       </a:t>
            </a:r>
            <a:r>
              <a:rPr lang="en-GB" altLang="zh-CN" b="1" dirty="0" err="1" smtClean="0">
                <a:solidFill>
                  <a:prstClr val="black"/>
                </a:solidFill>
              </a:rPr>
              <a:t>OS_SchedRoundRobin</a:t>
            </a:r>
            <a:r>
              <a:rPr lang="en-GB" altLang="zh-CN" b="1" dirty="0">
                <a:solidFill>
                  <a:prstClr val="black"/>
                </a:solidFill>
              </a:rPr>
              <a:t>()</a:t>
            </a:r>
            <a:r>
              <a:rPr lang="zh-CN" altLang="en-US" b="1" dirty="0">
                <a:solidFill>
                  <a:prstClr val="black"/>
                </a:solidFill>
              </a:rPr>
              <a:t>函数用来执行时间片轮转调度，位于</a:t>
            </a:r>
            <a:r>
              <a:rPr lang="en-GB" altLang="zh-CN" b="1" dirty="0" err="1">
                <a:solidFill>
                  <a:prstClr val="black"/>
                </a:solidFill>
              </a:rPr>
              <a:t>os_core.c</a:t>
            </a:r>
            <a:r>
              <a:rPr lang="zh-CN" altLang="en-US" b="1" dirty="0">
                <a:solidFill>
                  <a:prstClr val="black"/>
                </a:solidFill>
              </a:rPr>
              <a:t>文件，代码如下：</a:t>
            </a:r>
          </a:p>
        </p:txBody>
      </p:sp>
      <p:sp>
        <p:nvSpPr>
          <p:cNvPr id="9" name="矩形 8"/>
          <p:cNvSpPr/>
          <p:nvPr/>
        </p:nvSpPr>
        <p:spPr>
          <a:xfrm>
            <a:off x="4771599" y="1617556"/>
            <a:ext cx="4032448" cy="332398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en-GB" altLang="zh-CN" sz="1200" b="1" dirty="0" smtClean="0">
                <a:solidFill>
                  <a:prstClr val="black"/>
                </a:solidFill>
              </a:rPr>
              <a:t>if </a:t>
            </a:r>
            <a:r>
              <a:rPr lang="en-GB" altLang="zh-CN" sz="1200" b="1" dirty="0">
                <a:solidFill>
                  <a:prstClr val="black"/>
                </a:solidFill>
              </a:rPr>
              <a:t>(</a:t>
            </a:r>
            <a:r>
              <a:rPr lang="en-GB" altLang="zh-CN" sz="1200" b="1" dirty="0" err="1">
                <a:solidFill>
                  <a:prstClr val="black"/>
                </a:solidFill>
              </a:rPr>
              <a:t>p_tcb</a:t>
            </a:r>
            <a:r>
              <a:rPr lang="en-GB" altLang="zh-CN" sz="1200" b="1" dirty="0">
                <a:solidFill>
                  <a:prstClr val="black"/>
                </a:solidFill>
              </a:rPr>
              <a:t> == &amp;</a:t>
            </a:r>
            <a:r>
              <a:rPr lang="en-GB" altLang="zh-CN" sz="1200" b="1" dirty="0" err="1">
                <a:solidFill>
                  <a:prstClr val="black"/>
                </a:solidFill>
              </a:rPr>
              <a:t>OSIdleTaskTCB</a:t>
            </a:r>
            <a:r>
              <a:rPr lang="en-GB" altLang="zh-CN" sz="1200" b="1" dirty="0">
                <a:solidFill>
                  <a:prstClr val="black"/>
                </a:solidFill>
              </a:rPr>
              <a:t>) {        // </a:t>
            </a:r>
            <a:r>
              <a:rPr lang="zh-CN" altLang="en-US" sz="1200" b="1" dirty="0">
                <a:solidFill>
                  <a:prstClr val="black"/>
                </a:solidFill>
              </a:rPr>
              <a:t>确保当前任务不是空闲任务</a:t>
            </a:r>
          </a:p>
          <a:p>
            <a:pPr>
              <a:lnSpc>
                <a:spcPct val="125000"/>
              </a:lnSpc>
              <a:buClr>
                <a:schemeClr val="accent5">
                  <a:lumMod val="75000"/>
                </a:schemeClr>
              </a:buClr>
            </a:pPr>
            <a:r>
              <a:rPr lang="zh-CN" altLang="en-US" sz="1200" b="1" dirty="0">
                <a:solidFill>
                  <a:prstClr val="black"/>
                </a:solidFill>
              </a:rPr>
              <a:t>        </a:t>
            </a:r>
            <a:r>
              <a:rPr lang="en-GB" altLang="zh-CN" sz="1200" b="1" dirty="0">
                <a:solidFill>
                  <a:prstClr val="black"/>
                </a:solidFill>
              </a:rPr>
              <a:t>CPU_CRITICAL_EXIT();          // </a:t>
            </a:r>
            <a:r>
              <a:rPr lang="zh-CN" altLang="en-US" sz="1200" b="1" dirty="0">
                <a:solidFill>
                  <a:prstClr val="black"/>
                </a:solidFill>
              </a:rPr>
              <a:t>退出临界区</a:t>
            </a:r>
          </a:p>
          <a:p>
            <a:pPr>
              <a:lnSpc>
                <a:spcPct val="125000"/>
              </a:lnSpc>
              <a:buClr>
                <a:schemeClr val="accent5">
                  <a:lumMod val="75000"/>
                </a:schemeClr>
              </a:buClr>
            </a:pPr>
            <a:r>
              <a:rPr lang="zh-CN" altLang="en-US" sz="1200" b="1" dirty="0">
                <a:solidFill>
                  <a:prstClr val="black"/>
                </a:solidFill>
              </a:rPr>
              <a:t>        </a:t>
            </a:r>
            <a:r>
              <a:rPr lang="en-GB" altLang="zh-CN" sz="1200" b="1" dirty="0">
                <a:solidFill>
                  <a:prstClr val="black"/>
                </a:solidFill>
              </a:rPr>
              <a:t>return;</a:t>
            </a:r>
          </a:p>
          <a:p>
            <a:pPr>
              <a:lnSpc>
                <a:spcPct val="125000"/>
              </a:lnSpc>
              <a:buClr>
                <a:schemeClr val="accent5">
                  <a:lumMod val="75000"/>
                </a:schemeClr>
              </a:buClr>
            </a:pPr>
            <a:r>
              <a:rPr lang="en-GB" altLang="zh-CN" sz="1200" b="1" dirty="0">
                <a:solidFill>
                  <a:prstClr val="black"/>
                </a:solidFill>
              </a:rPr>
              <a:t>    }</a:t>
            </a:r>
          </a:p>
          <a:p>
            <a:pPr>
              <a:lnSpc>
                <a:spcPct val="125000"/>
              </a:lnSpc>
              <a:buClr>
                <a:schemeClr val="accent5">
                  <a:lumMod val="75000"/>
                </a:schemeClr>
              </a:buClr>
            </a:pPr>
            <a:r>
              <a:rPr lang="en-GB" altLang="zh-CN" sz="1200" b="1" dirty="0">
                <a:solidFill>
                  <a:prstClr val="black"/>
                </a:solidFill>
              </a:rPr>
              <a:t>    if (</a:t>
            </a:r>
            <a:r>
              <a:rPr lang="en-GB" altLang="zh-CN" sz="1200" b="1" dirty="0" err="1">
                <a:solidFill>
                  <a:prstClr val="black"/>
                </a:solidFill>
              </a:rPr>
              <a:t>p_tcb</a:t>
            </a:r>
            <a:r>
              <a:rPr lang="en-GB" altLang="zh-CN" sz="1200" b="1" dirty="0">
                <a:solidFill>
                  <a:prstClr val="black"/>
                </a:solidFill>
              </a:rPr>
              <a:t>-&gt;</a:t>
            </a:r>
            <a:r>
              <a:rPr lang="en-GB" altLang="zh-CN" sz="1200" b="1" dirty="0" err="1">
                <a:solidFill>
                  <a:prstClr val="black"/>
                </a:solidFill>
              </a:rPr>
              <a:t>TimeQuantaCtr</a:t>
            </a:r>
            <a:r>
              <a:rPr lang="en-GB" altLang="zh-CN" sz="1200" b="1" dirty="0">
                <a:solidFill>
                  <a:prstClr val="black"/>
                </a:solidFill>
              </a:rPr>
              <a:t> &gt; (OS_TICK)0) {  // </a:t>
            </a:r>
            <a:r>
              <a:rPr lang="zh-CN" altLang="en-US" sz="1200" b="1" dirty="0">
                <a:solidFill>
                  <a:prstClr val="black"/>
                </a:solidFill>
              </a:rPr>
              <a:t>递减时间片计数器</a:t>
            </a:r>
          </a:p>
          <a:p>
            <a:pPr>
              <a:lnSpc>
                <a:spcPct val="125000"/>
              </a:lnSpc>
              <a:buClr>
                <a:schemeClr val="accent5">
                  <a:lumMod val="75000"/>
                </a:schemeClr>
              </a:buClr>
            </a:pPr>
            <a:r>
              <a:rPr lang="zh-CN" altLang="en-US" sz="1200" b="1" dirty="0">
                <a:solidFill>
                  <a:prstClr val="black"/>
                </a:solidFill>
              </a:rPr>
              <a:t>        </a:t>
            </a:r>
            <a:r>
              <a:rPr lang="en-GB" altLang="zh-CN" sz="1200" b="1" dirty="0" err="1">
                <a:solidFill>
                  <a:prstClr val="black"/>
                </a:solidFill>
              </a:rPr>
              <a:t>p_tcb</a:t>
            </a:r>
            <a:r>
              <a:rPr lang="en-GB" altLang="zh-CN" sz="1200" b="1" dirty="0">
                <a:solidFill>
                  <a:prstClr val="black"/>
                </a:solidFill>
              </a:rPr>
              <a:t>-&gt;</a:t>
            </a:r>
            <a:r>
              <a:rPr lang="en-GB" altLang="zh-CN" sz="1200" b="1" dirty="0" err="1">
                <a:solidFill>
                  <a:prstClr val="black"/>
                </a:solidFill>
              </a:rPr>
              <a:t>TimeQuantaCtr</a:t>
            </a:r>
            <a:r>
              <a:rPr lang="en-GB" altLang="zh-CN" sz="1200" b="1" dirty="0">
                <a:solidFill>
                  <a:prstClr val="black"/>
                </a:solidFill>
              </a:rPr>
              <a:t>--;</a:t>
            </a:r>
          </a:p>
          <a:p>
            <a:pPr>
              <a:lnSpc>
                <a:spcPct val="125000"/>
              </a:lnSpc>
              <a:buClr>
                <a:schemeClr val="accent5">
                  <a:lumMod val="75000"/>
                </a:schemeClr>
              </a:buClr>
            </a:pPr>
            <a:r>
              <a:rPr lang="en-GB" altLang="zh-CN" sz="1200" b="1" dirty="0">
                <a:solidFill>
                  <a:prstClr val="black"/>
                </a:solidFill>
              </a:rPr>
              <a:t>    }</a:t>
            </a:r>
          </a:p>
          <a:p>
            <a:pPr>
              <a:lnSpc>
                <a:spcPct val="125000"/>
              </a:lnSpc>
              <a:buClr>
                <a:schemeClr val="accent5">
                  <a:lumMod val="75000"/>
                </a:schemeClr>
              </a:buClr>
            </a:pPr>
            <a:r>
              <a:rPr lang="en-GB" altLang="zh-CN" sz="1200" b="1" dirty="0">
                <a:solidFill>
                  <a:prstClr val="black"/>
                </a:solidFill>
              </a:rPr>
              <a:t>    if (</a:t>
            </a:r>
            <a:r>
              <a:rPr lang="en-GB" altLang="zh-CN" sz="1200" b="1" dirty="0" err="1">
                <a:solidFill>
                  <a:prstClr val="black"/>
                </a:solidFill>
              </a:rPr>
              <a:t>p_tcb</a:t>
            </a:r>
            <a:r>
              <a:rPr lang="en-GB" altLang="zh-CN" sz="1200" b="1" dirty="0">
                <a:solidFill>
                  <a:prstClr val="black"/>
                </a:solidFill>
              </a:rPr>
              <a:t>-&gt;</a:t>
            </a:r>
            <a:r>
              <a:rPr lang="en-GB" altLang="zh-CN" sz="1200" b="1" dirty="0" err="1">
                <a:solidFill>
                  <a:prstClr val="black"/>
                </a:solidFill>
              </a:rPr>
              <a:t>TimeQuantaCtr</a:t>
            </a:r>
            <a:r>
              <a:rPr lang="en-GB" altLang="zh-CN" sz="1200" b="1" dirty="0">
                <a:solidFill>
                  <a:prstClr val="black"/>
                </a:solidFill>
              </a:rPr>
              <a:t> &gt; (OS_TICK)0) {  // </a:t>
            </a:r>
            <a:r>
              <a:rPr lang="zh-CN" altLang="en-US" sz="1200" b="1" dirty="0">
                <a:solidFill>
                  <a:prstClr val="black"/>
                </a:solidFill>
              </a:rPr>
              <a:t>查看任务的时间片是否使用完</a:t>
            </a:r>
          </a:p>
          <a:p>
            <a:pPr>
              <a:lnSpc>
                <a:spcPct val="125000"/>
              </a:lnSpc>
              <a:buClr>
                <a:schemeClr val="accent5">
                  <a:lumMod val="75000"/>
                </a:schemeClr>
              </a:buClr>
            </a:pPr>
            <a:r>
              <a:rPr lang="zh-CN" altLang="en-US" sz="1200" b="1" dirty="0">
                <a:solidFill>
                  <a:prstClr val="black"/>
                </a:solidFill>
              </a:rPr>
              <a:t>        </a:t>
            </a:r>
            <a:r>
              <a:rPr lang="en-GB" altLang="zh-CN" sz="1200" b="1" dirty="0">
                <a:solidFill>
                  <a:prstClr val="black"/>
                </a:solidFill>
              </a:rPr>
              <a:t>CPU_CRITICAL_EXIT();                  // </a:t>
            </a:r>
            <a:r>
              <a:rPr lang="zh-CN" altLang="en-US" sz="1200" b="1" dirty="0">
                <a:solidFill>
                  <a:prstClr val="black"/>
                </a:solidFill>
              </a:rPr>
              <a:t>退出临界区</a:t>
            </a:r>
          </a:p>
          <a:p>
            <a:pPr>
              <a:lnSpc>
                <a:spcPct val="125000"/>
              </a:lnSpc>
              <a:buClr>
                <a:schemeClr val="accent5">
                  <a:lumMod val="75000"/>
                </a:schemeClr>
              </a:buClr>
            </a:pPr>
            <a:r>
              <a:rPr lang="zh-CN" altLang="en-US" sz="1200" b="1" dirty="0">
                <a:solidFill>
                  <a:prstClr val="black"/>
                </a:solidFill>
              </a:rPr>
              <a:t>        </a:t>
            </a:r>
            <a:r>
              <a:rPr lang="en-GB" altLang="zh-CN" sz="1200" b="1" dirty="0">
                <a:solidFill>
                  <a:prstClr val="black"/>
                </a:solidFill>
              </a:rPr>
              <a:t>return;</a:t>
            </a:r>
          </a:p>
          <a:p>
            <a:pPr>
              <a:lnSpc>
                <a:spcPct val="125000"/>
              </a:lnSpc>
              <a:buClr>
                <a:schemeClr val="accent5">
                  <a:lumMod val="75000"/>
                </a:schemeClr>
              </a:buClr>
            </a:pPr>
            <a:r>
              <a:rPr lang="en-GB" altLang="zh-CN" sz="1200" b="1" dirty="0">
                <a:solidFill>
                  <a:prstClr val="black"/>
                </a:solidFill>
              </a:rPr>
              <a:t>    </a:t>
            </a:r>
            <a:r>
              <a:rPr lang="en-GB" altLang="zh-CN" sz="1200" b="1" dirty="0" smtClean="0">
                <a:solidFill>
                  <a:prstClr val="black"/>
                </a:solidFill>
              </a:rPr>
              <a:t>}</a:t>
            </a:r>
            <a:endParaRPr lang="en-GB" altLang="zh-CN" sz="1200" b="1" dirty="0">
              <a:solidFill>
                <a:prstClr val="black"/>
              </a:solidFill>
            </a:endParaRPr>
          </a:p>
        </p:txBody>
      </p:sp>
    </p:spTree>
    <p:extLst>
      <p:ext uri="{BB962C8B-B14F-4D97-AF65-F5344CB8AC3E}">
        <p14:creationId xmlns:p14="http://schemas.microsoft.com/office/powerpoint/2010/main" val="147725280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2674130" cy="369332"/>
          </a:xfrm>
          <a:prstGeom prst="rect">
            <a:avLst/>
          </a:prstGeom>
        </p:spPr>
        <p:txBody>
          <a:bodyPr wrap="none">
            <a:spAutoFit/>
          </a:bodyPr>
          <a:lstStyle/>
          <a:p>
            <a:r>
              <a:rPr lang="en-GB" altLang="zh-CN" b="1" dirty="0" err="1">
                <a:solidFill>
                  <a:srgbClr val="C00000"/>
                </a:solidFill>
              </a:rPr>
              <a:t>uC</a:t>
            </a:r>
            <a:r>
              <a:rPr lang="en-GB" altLang="zh-CN" b="1" dirty="0">
                <a:solidFill>
                  <a:srgbClr val="C00000"/>
                </a:solidFill>
              </a:rPr>
              <a:t>/OS-III</a:t>
            </a:r>
            <a:r>
              <a:rPr lang="zh-CN" altLang="en-US" b="1" dirty="0">
                <a:solidFill>
                  <a:srgbClr val="C00000"/>
                </a:solidFill>
              </a:rPr>
              <a:t>任务调度和切换</a:t>
            </a:r>
            <a:endParaRPr lang="zh-CN" altLang="en-US" dirty="0">
              <a:solidFill>
                <a:srgbClr val="C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矩形 8"/>
          <p:cNvSpPr/>
          <p:nvPr/>
        </p:nvSpPr>
        <p:spPr>
          <a:xfrm>
            <a:off x="549671" y="987574"/>
            <a:ext cx="4032448" cy="38248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en-GB" altLang="zh-CN" sz="1300" b="1" dirty="0" smtClean="0">
                <a:solidFill>
                  <a:prstClr val="black"/>
                </a:solidFill>
              </a:rPr>
              <a:t>// </a:t>
            </a:r>
            <a:r>
              <a:rPr lang="zh-CN" altLang="en-US" sz="1300" b="1" dirty="0">
                <a:solidFill>
                  <a:prstClr val="black"/>
                </a:solidFill>
              </a:rPr>
              <a:t>查看当前任务优先级下的就绪任务列表中的任务数是否大于</a:t>
            </a:r>
            <a:r>
              <a:rPr lang="en-US" altLang="zh-CN" sz="1300" b="1" dirty="0">
                <a:solidFill>
                  <a:prstClr val="black"/>
                </a:solidFill>
              </a:rPr>
              <a:t>2</a:t>
            </a:r>
          </a:p>
          <a:p>
            <a:pPr>
              <a:lnSpc>
                <a:spcPct val="125000"/>
              </a:lnSpc>
              <a:buClr>
                <a:schemeClr val="accent5">
                  <a:lumMod val="75000"/>
                </a:schemeClr>
              </a:buClr>
            </a:pPr>
            <a:r>
              <a:rPr lang="en-US" altLang="zh-CN" sz="1300" b="1" dirty="0">
                <a:solidFill>
                  <a:prstClr val="black"/>
                </a:solidFill>
              </a:rPr>
              <a:t>    </a:t>
            </a:r>
            <a:r>
              <a:rPr lang="en-GB" altLang="zh-CN" sz="1300" b="1" dirty="0">
                <a:solidFill>
                  <a:prstClr val="black"/>
                </a:solidFill>
              </a:rPr>
              <a:t>if (</a:t>
            </a:r>
            <a:r>
              <a:rPr lang="en-GB" altLang="zh-CN" sz="1300" b="1" dirty="0" err="1">
                <a:solidFill>
                  <a:prstClr val="black"/>
                </a:solidFill>
              </a:rPr>
              <a:t>p_rdy_list</a:t>
            </a:r>
            <a:r>
              <a:rPr lang="en-GB" altLang="zh-CN" sz="1300" b="1" dirty="0">
                <a:solidFill>
                  <a:prstClr val="black"/>
                </a:solidFill>
              </a:rPr>
              <a:t>-&gt;</a:t>
            </a:r>
            <a:r>
              <a:rPr lang="en-GB" altLang="zh-CN" sz="1300" b="1" dirty="0" err="1">
                <a:solidFill>
                  <a:prstClr val="black"/>
                </a:solidFill>
              </a:rPr>
              <a:t>NbrEntries</a:t>
            </a:r>
            <a:r>
              <a:rPr lang="en-GB" altLang="zh-CN" sz="1300" b="1" dirty="0">
                <a:solidFill>
                  <a:prstClr val="black"/>
                </a:solidFill>
              </a:rPr>
              <a:t> &lt; (OS_OBJ_QTY)2) </a:t>
            </a:r>
            <a:endParaRPr lang="en-GB" altLang="zh-CN" sz="1300" b="1" dirty="0" smtClean="0">
              <a:solidFill>
                <a:prstClr val="black"/>
              </a:solidFill>
            </a:endParaRPr>
          </a:p>
          <a:p>
            <a:pPr>
              <a:lnSpc>
                <a:spcPct val="125000"/>
              </a:lnSpc>
              <a:buClr>
                <a:schemeClr val="accent5">
                  <a:lumMod val="75000"/>
                </a:schemeClr>
              </a:buClr>
            </a:pPr>
            <a:r>
              <a:rPr lang="en-GB" altLang="zh-CN" sz="1300" b="1" dirty="0">
                <a:solidFill>
                  <a:prstClr val="black"/>
                </a:solidFill>
              </a:rPr>
              <a:t> </a:t>
            </a:r>
            <a:r>
              <a:rPr lang="en-GB" altLang="zh-CN" sz="1300" b="1" dirty="0" smtClean="0">
                <a:solidFill>
                  <a:prstClr val="black"/>
                </a:solidFill>
              </a:rPr>
              <a:t>  {  </a:t>
            </a:r>
            <a:endParaRPr lang="en-GB" altLang="zh-CN" sz="1300" b="1" dirty="0">
              <a:solidFill>
                <a:prstClr val="black"/>
              </a:solidFill>
            </a:endParaRPr>
          </a:p>
          <a:p>
            <a:pPr>
              <a:lnSpc>
                <a:spcPct val="125000"/>
              </a:lnSpc>
              <a:buClr>
                <a:schemeClr val="accent5">
                  <a:lumMod val="75000"/>
                </a:schemeClr>
              </a:buClr>
            </a:pPr>
            <a:r>
              <a:rPr lang="en-GB" altLang="zh-CN" sz="1300" b="1" dirty="0">
                <a:solidFill>
                  <a:prstClr val="black"/>
                </a:solidFill>
              </a:rPr>
              <a:t>    CPU_CRITICAL_EXIT();     // </a:t>
            </a:r>
            <a:r>
              <a:rPr lang="zh-CN" altLang="en-US" sz="1300" b="1" dirty="0">
                <a:solidFill>
                  <a:prstClr val="black"/>
                </a:solidFill>
              </a:rPr>
              <a:t>退出临界区</a:t>
            </a:r>
          </a:p>
          <a:p>
            <a:pPr>
              <a:lnSpc>
                <a:spcPct val="125000"/>
              </a:lnSpc>
              <a:buClr>
                <a:schemeClr val="accent5">
                  <a:lumMod val="75000"/>
                </a:schemeClr>
              </a:buClr>
            </a:pPr>
            <a:r>
              <a:rPr lang="zh-CN" altLang="en-US" sz="1300" b="1" dirty="0">
                <a:solidFill>
                  <a:prstClr val="black"/>
                </a:solidFill>
              </a:rPr>
              <a:t>        </a:t>
            </a:r>
            <a:r>
              <a:rPr lang="en-GB" altLang="zh-CN" sz="1300" b="1" dirty="0">
                <a:solidFill>
                  <a:prstClr val="black"/>
                </a:solidFill>
              </a:rPr>
              <a:t>return;</a:t>
            </a:r>
          </a:p>
          <a:p>
            <a:pPr>
              <a:lnSpc>
                <a:spcPct val="125000"/>
              </a:lnSpc>
              <a:buClr>
                <a:schemeClr val="accent5">
                  <a:lumMod val="75000"/>
                </a:schemeClr>
              </a:buClr>
            </a:pPr>
            <a:r>
              <a:rPr lang="en-GB" altLang="zh-CN" sz="1300" b="1" dirty="0">
                <a:solidFill>
                  <a:prstClr val="black"/>
                </a:solidFill>
              </a:rPr>
              <a:t>    }</a:t>
            </a:r>
          </a:p>
          <a:p>
            <a:pPr>
              <a:lnSpc>
                <a:spcPct val="125000"/>
              </a:lnSpc>
              <a:buClr>
                <a:schemeClr val="accent5">
                  <a:lumMod val="75000"/>
                </a:schemeClr>
              </a:buClr>
            </a:pPr>
            <a:r>
              <a:rPr lang="en-GB" altLang="zh-CN" sz="1300" b="1" dirty="0">
                <a:solidFill>
                  <a:prstClr val="black"/>
                </a:solidFill>
              </a:rPr>
              <a:t>    if (</a:t>
            </a:r>
            <a:r>
              <a:rPr lang="en-GB" altLang="zh-CN" sz="1300" b="1" dirty="0" err="1">
                <a:solidFill>
                  <a:prstClr val="black"/>
                </a:solidFill>
              </a:rPr>
              <a:t>OSSchedLockNestingCtr</a:t>
            </a:r>
            <a:r>
              <a:rPr lang="en-GB" altLang="zh-CN" sz="1300" b="1" dirty="0">
                <a:solidFill>
                  <a:prstClr val="black"/>
                </a:solidFill>
              </a:rPr>
              <a:t> &gt; (OS_NESTING_CTR)0) </a:t>
            </a:r>
            <a:endParaRPr lang="en-GB" altLang="zh-CN" sz="1300" b="1" dirty="0" smtClean="0">
              <a:solidFill>
                <a:prstClr val="black"/>
              </a:solidFill>
            </a:endParaRPr>
          </a:p>
          <a:p>
            <a:pPr>
              <a:lnSpc>
                <a:spcPct val="125000"/>
              </a:lnSpc>
              <a:buClr>
                <a:schemeClr val="accent5">
                  <a:lumMod val="75000"/>
                </a:schemeClr>
              </a:buClr>
            </a:pPr>
            <a:r>
              <a:rPr lang="en-GB" altLang="zh-CN" sz="1300" b="1" dirty="0">
                <a:solidFill>
                  <a:prstClr val="black"/>
                </a:solidFill>
              </a:rPr>
              <a:t> </a:t>
            </a:r>
            <a:r>
              <a:rPr lang="en-GB" altLang="zh-CN" sz="1300" b="1" dirty="0" smtClean="0">
                <a:solidFill>
                  <a:prstClr val="black"/>
                </a:solidFill>
              </a:rPr>
              <a:t>  {   </a:t>
            </a:r>
            <a:r>
              <a:rPr lang="en-GB" altLang="zh-CN" sz="1300" b="1" dirty="0">
                <a:solidFill>
                  <a:prstClr val="black"/>
                </a:solidFill>
              </a:rPr>
              <a:t>// </a:t>
            </a:r>
            <a:r>
              <a:rPr lang="zh-CN" altLang="en-US" sz="1300" b="1" dirty="0">
                <a:solidFill>
                  <a:prstClr val="black"/>
                </a:solidFill>
              </a:rPr>
              <a:t>查看任务调度器是否上锁</a:t>
            </a:r>
          </a:p>
          <a:p>
            <a:pPr>
              <a:lnSpc>
                <a:spcPct val="125000"/>
              </a:lnSpc>
              <a:buClr>
                <a:schemeClr val="accent5">
                  <a:lumMod val="75000"/>
                </a:schemeClr>
              </a:buClr>
            </a:pPr>
            <a:r>
              <a:rPr lang="zh-CN" altLang="en-US" sz="1300" b="1" dirty="0">
                <a:solidFill>
                  <a:prstClr val="black"/>
                </a:solidFill>
              </a:rPr>
              <a:t>        </a:t>
            </a:r>
            <a:r>
              <a:rPr lang="en-GB" altLang="zh-CN" sz="1300" b="1" dirty="0">
                <a:solidFill>
                  <a:prstClr val="black"/>
                </a:solidFill>
              </a:rPr>
              <a:t>CPU_CRITICAL_EXIT(); </a:t>
            </a:r>
            <a:r>
              <a:rPr lang="en-GB" altLang="zh-CN" sz="1300" b="1" dirty="0" smtClean="0">
                <a:solidFill>
                  <a:prstClr val="black"/>
                </a:solidFill>
              </a:rPr>
              <a:t>// </a:t>
            </a:r>
            <a:r>
              <a:rPr lang="zh-CN" altLang="en-US" sz="1300" b="1" dirty="0">
                <a:solidFill>
                  <a:prstClr val="black"/>
                </a:solidFill>
              </a:rPr>
              <a:t>退出临界区</a:t>
            </a:r>
          </a:p>
          <a:p>
            <a:pPr>
              <a:lnSpc>
                <a:spcPct val="125000"/>
              </a:lnSpc>
              <a:buClr>
                <a:schemeClr val="accent5">
                  <a:lumMod val="75000"/>
                </a:schemeClr>
              </a:buClr>
            </a:pPr>
            <a:r>
              <a:rPr lang="zh-CN" altLang="en-US" sz="1300" b="1" dirty="0">
                <a:solidFill>
                  <a:prstClr val="black"/>
                </a:solidFill>
              </a:rPr>
              <a:t>        </a:t>
            </a:r>
            <a:r>
              <a:rPr lang="en-GB" altLang="zh-CN" sz="1300" b="1" dirty="0">
                <a:solidFill>
                  <a:prstClr val="black"/>
                </a:solidFill>
              </a:rPr>
              <a:t>return;</a:t>
            </a:r>
          </a:p>
          <a:p>
            <a:pPr>
              <a:lnSpc>
                <a:spcPct val="125000"/>
              </a:lnSpc>
              <a:buClr>
                <a:schemeClr val="accent5">
                  <a:lumMod val="75000"/>
                </a:schemeClr>
              </a:buClr>
            </a:pPr>
            <a:r>
              <a:rPr lang="en-GB" altLang="zh-CN" sz="1300" b="1" dirty="0">
                <a:solidFill>
                  <a:prstClr val="black"/>
                </a:solidFill>
              </a:rPr>
              <a:t>    }</a:t>
            </a:r>
          </a:p>
          <a:p>
            <a:pPr>
              <a:lnSpc>
                <a:spcPct val="125000"/>
              </a:lnSpc>
              <a:buClr>
                <a:schemeClr val="accent5">
                  <a:lumMod val="75000"/>
                </a:schemeClr>
              </a:buClr>
            </a:pPr>
            <a:r>
              <a:rPr lang="en-GB" altLang="zh-CN" sz="1300" b="1" dirty="0">
                <a:solidFill>
                  <a:prstClr val="black"/>
                </a:solidFill>
              </a:rPr>
              <a:t>// </a:t>
            </a:r>
            <a:r>
              <a:rPr lang="zh-CN" altLang="en-US" sz="1300" b="1" dirty="0">
                <a:solidFill>
                  <a:prstClr val="black"/>
                </a:solidFill>
              </a:rPr>
              <a:t>把当前任务的任务控制块</a:t>
            </a:r>
            <a:r>
              <a:rPr lang="en-GB" altLang="zh-CN" sz="1300" b="1" dirty="0">
                <a:solidFill>
                  <a:prstClr val="black"/>
                </a:solidFill>
              </a:rPr>
              <a:t>OS_TCB</a:t>
            </a:r>
            <a:r>
              <a:rPr lang="zh-CN" altLang="en-US" sz="1300" b="1" dirty="0">
                <a:solidFill>
                  <a:prstClr val="black"/>
                </a:solidFill>
              </a:rPr>
              <a:t>移动到该任务就绪表的尾部</a:t>
            </a:r>
          </a:p>
          <a:p>
            <a:pPr>
              <a:lnSpc>
                <a:spcPct val="125000"/>
              </a:lnSpc>
              <a:buClr>
                <a:schemeClr val="accent5">
                  <a:lumMod val="75000"/>
                </a:schemeClr>
              </a:buClr>
            </a:pPr>
            <a:r>
              <a:rPr lang="zh-CN" altLang="en-US" sz="1300" b="1" dirty="0">
                <a:solidFill>
                  <a:prstClr val="black"/>
                </a:solidFill>
              </a:rPr>
              <a:t>    </a:t>
            </a:r>
            <a:r>
              <a:rPr lang="en-GB" altLang="zh-CN" sz="1300" b="1" dirty="0" err="1">
                <a:solidFill>
                  <a:prstClr val="black"/>
                </a:solidFill>
              </a:rPr>
              <a:t>OS_RdyListMoveHeadToTail</a:t>
            </a:r>
            <a:r>
              <a:rPr lang="en-GB" altLang="zh-CN" sz="1300" b="1" dirty="0">
                <a:solidFill>
                  <a:prstClr val="black"/>
                </a:solidFill>
              </a:rPr>
              <a:t>(</a:t>
            </a:r>
            <a:r>
              <a:rPr lang="en-GB" altLang="zh-CN" sz="1300" b="1" dirty="0" err="1">
                <a:solidFill>
                  <a:prstClr val="black"/>
                </a:solidFill>
              </a:rPr>
              <a:t>p_rdy_list</a:t>
            </a:r>
            <a:r>
              <a:rPr lang="en-GB" altLang="zh-CN" sz="1300" b="1" dirty="0">
                <a:solidFill>
                  <a:prstClr val="black"/>
                </a:solidFill>
              </a:rPr>
              <a:t>);   </a:t>
            </a:r>
          </a:p>
        </p:txBody>
      </p:sp>
      <p:sp>
        <p:nvSpPr>
          <p:cNvPr id="10" name="矩形 9"/>
          <p:cNvSpPr/>
          <p:nvPr/>
        </p:nvSpPr>
        <p:spPr>
          <a:xfrm>
            <a:off x="4716016" y="987574"/>
            <a:ext cx="4176464" cy="384336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en-GB" altLang="zh-CN" sz="1300" b="1" dirty="0" smtClean="0">
                <a:solidFill>
                  <a:prstClr val="black"/>
                </a:solidFill>
              </a:rPr>
              <a:t>// </a:t>
            </a:r>
            <a:r>
              <a:rPr lang="zh-CN" altLang="en-US" sz="1300" b="1" dirty="0">
                <a:solidFill>
                  <a:prstClr val="black"/>
                </a:solidFill>
              </a:rPr>
              <a:t>从任务就绪</a:t>
            </a:r>
            <a:r>
              <a:rPr lang="zh-CN" altLang="en-US" sz="1300" b="1" dirty="0" smtClean="0">
                <a:solidFill>
                  <a:prstClr val="black"/>
                </a:solidFill>
              </a:rPr>
              <a:t>表头部</a:t>
            </a:r>
            <a:r>
              <a:rPr lang="zh-CN" altLang="en-US" sz="1300" b="1" dirty="0">
                <a:solidFill>
                  <a:prstClr val="black"/>
                </a:solidFill>
              </a:rPr>
              <a:t>获取新任务的任务控制块</a:t>
            </a:r>
            <a:r>
              <a:rPr lang="en-GB" altLang="zh-CN" sz="1300" b="1" dirty="0" smtClean="0">
                <a:solidFill>
                  <a:prstClr val="black"/>
                </a:solidFill>
              </a:rPr>
              <a:t>OS_TCB</a:t>
            </a:r>
          </a:p>
          <a:p>
            <a:pPr>
              <a:lnSpc>
                <a:spcPct val="125000"/>
              </a:lnSpc>
              <a:buClr>
                <a:schemeClr val="accent5">
                  <a:lumMod val="75000"/>
                </a:schemeClr>
              </a:buClr>
            </a:pPr>
            <a:r>
              <a:rPr lang="en-GB" altLang="zh-CN" sz="1300" b="1" dirty="0" smtClean="0">
                <a:solidFill>
                  <a:prstClr val="black"/>
                </a:solidFill>
              </a:rPr>
              <a:t> </a:t>
            </a:r>
            <a:r>
              <a:rPr lang="en-GB" altLang="zh-CN" sz="1300" b="1" dirty="0" err="1">
                <a:solidFill>
                  <a:prstClr val="black"/>
                </a:solidFill>
              </a:rPr>
              <a:t>p_tcb</a:t>
            </a:r>
            <a:r>
              <a:rPr lang="en-GB" altLang="zh-CN" sz="1300" b="1" dirty="0">
                <a:solidFill>
                  <a:prstClr val="black"/>
                </a:solidFill>
              </a:rPr>
              <a:t> = </a:t>
            </a:r>
            <a:r>
              <a:rPr lang="en-GB" altLang="zh-CN" sz="1300" b="1" dirty="0" err="1">
                <a:solidFill>
                  <a:prstClr val="black"/>
                </a:solidFill>
              </a:rPr>
              <a:t>p_rdy_list</a:t>
            </a:r>
            <a:r>
              <a:rPr lang="en-GB" altLang="zh-CN" sz="1300" b="1" dirty="0">
                <a:solidFill>
                  <a:prstClr val="black"/>
                </a:solidFill>
              </a:rPr>
              <a:t>-&gt;</a:t>
            </a:r>
            <a:r>
              <a:rPr lang="en-GB" altLang="zh-CN" sz="1300" b="1" dirty="0" err="1">
                <a:solidFill>
                  <a:prstClr val="black"/>
                </a:solidFill>
              </a:rPr>
              <a:t>HeadPtr</a:t>
            </a:r>
            <a:r>
              <a:rPr lang="en-GB" altLang="zh-CN" sz="1300" b="1" dirty="0">
                <a:solidFill>
                  <a:prstClr val="black"/>
                </a:solidFill>
              </a:rPr>
              <a:t>;          </a:t>
            </a:r>
          </a:p>
          <a:p>
            <a:pPr>
              <a:lnSpc>
                <a:spcPct val="125000"/>
              </a:lnSpc>
              <a:buClr>
                <a:schemeClr val="accent5">
                  <a:lumMod val="75000"/>
                </a:schemeClr>
              </a:buClr>
            </a:pPr>
            <a:r>
              <a:rPr lang="en-GB" altLang="zh-CN" sz="1300" b="1" dirty="0" smtClean="0">
                <a:solidFill>
                  <a:prstClr val="black"/>
                </a:solidFill>
              </a:rPr>
              <a:t>// </a:t>
            </a:r>
            <a:r>
              <a:rPr lang="zh-CN" altLang="en-US" sz="1300" b="1" dirty="0">
                <a:solidFill>
                  <a:prstClr val="black"/>
                </a:solidFill>
              </a:rPr>
              <a:t>查看新任务控制块</a:t>
            </a:r>
            <a:r>
              <a:rPr lang="en-GB" altLang="zh-CN" sz="1300" b="1" dirty="0">
                <a:solidFill>
                  <a:prstClr val="black"/>
                </a:solidFill>
              </a:rPr>
              <a:t>OS_TCB</a:t>
            </a:r>
            <a:r>
              <a:rPr lang="zh-CN" altLang="en-US" sz="1300" b="1" dirty="0">
                <a:solidFill>
                  <a:prstClr val="black"/>
                </a:solidFill>
              </a:rPr>
              <a:t>的时间</a:t>
            </a:r>
            <a:r>
              <a:rPr lang="zh-CN" altLang="en-US" sz="1300" b="1" dirty="0" smtClean="0">
                <a:solidFill>
                  <a:prstClr val="black"/>
                </a:solidFill>
              </a:rPr>
              <a:t>片长</a:t>
            </a:r>
            <a:r>
              <a:rPr lang="zh-CN" altLang="en-US" sz="1300" b="1" dirty="0">
                <a:solidFill>
                  <a:prstClr val="black"/>
                </a:solidFill>
              </a:rPr>
              <a:t>度是否未设置</a:t>
            </a:r>
          </a:p>
          <a:p>
            <a:pPr>
              <a:lnSpc>
                <a:spcPct val="125000"/>
              </a:lnSpc>
              <a:buClr>
                <a:schemeClr val="accent5">
                  <a:lumMod val="75000"/>
                </a:schemeClr>
              </a:buClr>
            </a:pPr>
            <a:r>
              <a:rPr lang="zh-CN" altLang="en-US" sz="1300" b="1" dirty="0">
                <a:solidFill>
                  <a:prstClr val="black"/>
                </a:solidFill>
              </a:rPr>
              <a:t>    </a:t>
            </a:r>
            <a:r>
              <a:rPr lang="en-GB" altLang="zh-CN" sz="1300" b="1" dirty="0">
                <a:solidFill>
                  <a:prstClr val="black"/>
                </a:solidFill>
              </a:rPr>
              <a:t>if (</a:t>
            </a:r>
            <a:r>
              <a:rPr lang="en-GB" altLang="zh-CN" sz="1300" b="1" dirty="0" err="1">
                <a:solidFill>
                  <a:prstClr val="black"/>
                </a:solidFill>
              </a:rPr>
              <a:t>p_tcb</a:t>
            </a:r>
            <a:r>
              <a:rPr lang="en-GB" altLang="zh-CN" sz="1300" b="1" dirty="0">
                <a:solidFill>
                  <a:prstClr val="black"/>
                </a:solidFill>
              </a:rPr>
              <a:t>-&gt;</a:t>
            </a:r>
            <a:r>
              <a:rPr lang="en-GB" altLang="zh-CN" sz="1300" b="1" dirty="0" err="1">
                <a:solidFill>
                  <a:prstClr val="black"/>
                </a:solidFill>
              </a:rPr>
              <a:t>TimeQuanta</a:t>
            </a:r>
            <a:r>
              <a:rPr lang="en-GB" altLang="zh-CN" sz="1300" b="1" dirty="0">
                <a:solidFill>
                  <a:prstClr val="black"/>
                </a:solidFill>
              </a:rPr>
              <a:t> == (OS_TICK)0</a:t>
            </a:r>
            <a:r>
              <a:rPr lang="en-GB" altLang="zh-CN" sz="1300" b="1" dirty="0" smtClean="0">
                <a:solidFill>
                  <a:prstClr val="black"/>
                </a:solidFill>
              </a:rPr>
              <a:t>)</a:t>
            </a:r>
          </a:p>
          <a:p>
            <a:pPr>
              <a:lnSpc>
                <a:spcPct val="125000"/>
              </a:lnSpc>
              <a:buClr>
                <a:schemeClr val="accent5">
                  <a:lumMod val="75000"/>
                </a:schemeClr>
              </a:buClr>
            </a:pPr>
            <a:r>
              <a:rPr lang="en-GB" altLang="zh-CN" sz="1300" b="1" dirty="0">
                <a:solidFill>
                  <a:prstClr val="black"/>
                </a:solidFill>
              </a:rPr>
              <a:t> </a:t>
            </a:r>
            <a:r>
              <a:rPr lang="en-GB" altLang="zh-CN" sz="1300" b="1" dirty="0" smtClean="0">
                <a:solidFill>
                  <a:prstClr val="black"/>
                </a:solidFill>
              </a:rPr>
              <a:t>   </a:t>
            </a:r>
            <a:r>
              <a:rPr lang="en-GB" altLang="zh-CN" sz="1300" b="1" dirty="0">
                <a:solidFill>
                  <a:prstClr val="black"/>
                </a:solidFill>
              </a:rPr>
              <a:t>{   </a:t>
            </a:r>
          </a:p>
          <a:p>
            <a:pPr marL="361950" indent="-361950">
              <a:lnSpc>
                <a:spcPct val="125000"/>
              </a:lnSpc>
              <a:buClr>
                <a:schemeClr val="accent5">
                  <a:lumMod val="75000"/>
                </a:schemeClr>
              </a:buClr>
            </a:pPr>
            <a:r>
              <a:rPr lang="en-GB" altLang="zh-CN" sz="1300" b="1" dirty="0">
                <a:solidFill>
                  <a:prstClr val="black"/>
                </a:solidFill>
              </a:rPr>
              <a:t>        </a:t>
            </a:r>
            <a:r>
              <a:rPr lang="en-GB" altLang="zh-CN" sz="1300" b="1" dirty="0" err="1">
                <a:solidFill>
                  <a:prstClr val="black"/>
                </a:solidFill>
              </a:rPr>
              <a:t>p_tcb</a:t>
            </a:r>
            <a:r>
              <a:rPr lang="en-GB" altLang="zh-CN" sz="1300" b="1" dirty="0">
                <a:solidFill>
                  <a:prstClr val="black"/>
                </a:solidFill>
              </a:rPr>
              <a:t>-&gt;</a:t>
            </a:r>
            <a:r>
              <a:rPr lang="en-GB" altLang="zh-CN" sz="1300" b="1" dirty="0" err="1">
                <a:solidFill>
                  <a:prstClr val="black"/>
                </a:solidFill>
              </a:rPr>
              <a:t>TimeQuantaCtr</a:t>
            </a:r>
            <a:r>
              <a:rPr lang="en-GB" altLang="zh-CN" sz="1300" b="1" dirty="0">
                <a:solidFill>
                  <a:prstClr val="black"/>
                </a:solidFill>
              </a:rPr>
              <a:t> = </a:t>
            </a:r>
            <a:r>
              <a:rPr lang="en-GB" altLang="zh-CN" sz="1300" b="1" dirty="0" err="1">
                <a:solidFill>
                  <a:prstClr val="black"/>
                </a:solidFill>
              </a:rPr>
              <a:t>OSSchedRoundRobinDfltTimeQuanta</a:t>
            </a:r>
            <a:r>
              <a:rPr lang="en-GB" altLang="zh-CN" sz="1300" b="1" dirty="0">
                <a:solidFill>
                  <a:prstClr val="black"/>
                </a:solidFill>
              </a:rPr>
              <a:t>; </a:t>
            </a:r>
            <a:endParaRPr lang="en-GB" altLang="zh-CN" sz="1300" b="1" dirty="0" smtClean="0">
              <a:solidFill>
                <a:prstClr val="black"/>
              </a:solidFill>
            </a:endParaRPr>
          </a:p>
          <a:p>
            <a:pPr>
              <a:lnSpc>
                <a:spcPct val="125000"/>
              </a:lnSpc>
              <a:buClr>
                <a:schemeClr val="accent5">
                  <a:lumMod val="75000"/>
                </a:schemeClr>
              </a:buClr>
            </a:pPr>
            <a:r>
              <a:rPr lang="en-GB" altLang="zh-CN" sz="1300" b="1" dirty="0">
                <a:solidFill>
                  <a:prstClr val="black"/>
                </a:solidFill>
              </a:rPr>
              <a:t> </a:t>
            </a:r>
            <a:r>
              <a:rPr lang="en-GB" altLang="zh-CN" sz="1300" b="1" dirty="0" smtClean="0">
                <a:solidFill>
                  <a:prstClr val="black"/>
                </a:solidFill>
              </a:rPr>
              <a:t>     // </a:t>
            </a:r>
            <a:r>
              <a:rPr lang="zh-CN" altLang="en-US" sz="1300" b="1" dirty="0">
                <a:solidFill>
                  <a:prstClr val="black"/>
                </a:solidFill>
              </a:rPr>
              <a:t>时间片长度设置成默认值</a:t>
            </a:r>
          </a:p>
          <a:p>
            <a:pPr>
              <a:lnSpc>
                <a:spcPct val="125000"/>
              </a:lnSpc>
              <a:buClr>
                <a:schemeClr val="accent5">
                  <a:lumMod val="75000"/>
                </a:schemeClr>
              </a:buClr>
            </a:pPr>
            <a:r>
              <a:rPr lang="zh-CN" altLang="en-US" sz="1300" b="1" dirty="0">
                <a:solidFill>
                  <a:prstClr val="black"/>
                </a:solidFill>
              </a:rPr>
              <a:t>    </a:t>
            </a:r>
            <a:r>
              <a:rPr lang="en-US" altLang="zh-CN" sz="1300" b="1" dirty="0">
                <a:solidFill>
                  <a:prstClr val="black"/>
                </a:solidFill>
              </a:rPr>
              <a:t>} </a:t>
            </a:r>
            <a:endParaRPr lang="en-US" altLang="zh-CN" sz="1300" b="1" dirty="0" smtClean="0">
              <a:solidFill>
                <a:prstClr val="black"/>
              </a:solidFill>
            </a:endParaRPr>
          </a:p>
          <a:p>
            <a:pPr>
              <a:lnSpc>
                <a:spcPct val="125000"/>
              </a:lnSpc>
              <a:buClr>
                <a:schemeClr val="accent5">
                  <a:lumMod val="75000"/>
                </a:schemeClr>
              </a:buClr>
            </a:pPr>
            <a:r>
              <a:rPr lang="en-US" altLang="zh-CN" sz="1300" b="1" dirty="0">
                <a:solidFill>
                  <a:prstClr val="black"/>
                </a:solidFill>
              </a:rPr>
              <a:t> </a:t>
            </a:r>
            <a:r>
              <a:rPr lang="en-US" altLang="zh-CN" sz="1300" b="1" dirty="0" smtClean="0">
                <a:solidFill>
                  <a:prstClr val="black"/>
                </a:solidFill>
              </a:rPr>
              <a:t>   </a:t>
            </a:r>
            <a:r>
              <a:rPr lang="en-GB" altLang="zh-CN" sz="1300" b="1" dirty="0" smtClean="0">
                <a:solidFill>
                  <a:prstClr val="black"/>
                </a:solidFill>
              </a:rPr>
              <a:t>else</a:t>
            </a:r>
          </a:p>
          <a:p>
            <a:pPr>
              <a:lnSpc>
                <a:spcPct val="125000"/>
              </a:lnSpc>
              <a:buClr>
                <a:schemeClr val="accent5">
                  <a:lumMod val="75000"/>
                </a:schemeClr>
              </a:buClr>
            </a:pPr>
            <a:r>
              <a:rPr lang="en-GB" altLang="zh-CN" sz="1300" b="1" dirty="0" smtClean="0">
                <a:solidFill>
                  <a:prstClr val="black"/>
                </a:solidFill>
              </a:rPr>
              <a:t>    {   </a:t>
            </a:r>
            <a:r>
              <a:rPr lang="en-GB" altLang="zh-CN" sz="1300" b="1" dirty="0" err="1" smtClean="0">
                <a:solidFill>
                  <a:prstClr val="black"/>
                </a:solidFill>
              </a:rPr>
              <a:t>p_tcb</a:t>
            </a:r>
            <a:r>
              <a:rPr lang="en-GB" altLang="zh-CN" sz="1300" b="1" dirty="0" smtClean="0">
                <a:solidFill>
                  <a:prstClr val="black"/>
                </a:solidFill>
              </a:rPr>
              <a:t>-</a:t>
            </a:r>
            <a:r>
              <a:rPr lang="en-GB" altLang="zh-CN" sz="1300" b="1" dirty="0">
                <a:solidFill>
                  <a:prstClr val="black"/>
                </a:solidFill>
              </a:rPr>
              <a:t>&gt;</a:t>
            </a:r>
            <a:r>
              <a:rPr lang="en-GB" altLang="zh-CN" sz="1300" b="1" dirty="0" err="1">
                <a:solidFill>
                  <a:prstClr val="black"/>
                </a:solidFill>
              </a:rPr>
              <a:t>TimeQuantaCtr</a:t>
            </a:r>
            <a:r>
              <a:rPr lang="en-GB" altLang="zh-CN" sz="1300" b="1" dirty="0">
                <a:solidFill>
                  <a:prstClr val="black"/>
                </a:solidFill>
              </a:rPr>
              <a:t> = </a:t>
            </a:r>
            <a:r>
              <a:rPr lang="en-GB" altLang="zh-CN" sz="1300" b="1" dirty="0" err="1">
                <a:solidFill>
                  <a:prstClr val="black"/>
                </a:solidFill>
              </a:rPr>
              <a:t>p_tcb</a:t>
            </a:r>
            <a:r>
              <a:rPr lang="en-GB" altLang="zh-CN" sz="1300" b="1" dirty="0">
                <a:solidFill>
                  <a:prstClr val="black"/>
                </a:solidFill>
              </a:rPr>
              <a:t>-&gt;</a:t>
            </a:r>
            <a:r>
              <a:rPr lang="en-GB" altLang="zh-CN" sz="1300" b="1" dirty="0" err="1">
                <a:solidFill>
                  <a:prstClr val="black"/>
                </a:solidFill>
              </a:rPr>
              <a:t>TimeQuanta</a:t>
            </a:r>
            <a:r>
              <a:rPr lang="en-GB" altLang="zh-CN" sz="1300" b="1" dirty="0">
                <a:solidFill>
                  <a:prstClr val="black"/>
                </a:solidFill>
              </a:rPr>
              <a:t>;   </a:t>
            </a:r>
            <a:endParaRPr lang="en-GB" altLang="zh-CN" sz="1300" b="1" dirty="0" smtClean="0">
              <a:solidFill>
                <a:prstClr val="black"/>
              </a:solidFill>
            </a:endParaRPr>
          </a:p>
          <a:p>
            <a:pPr>
              <a:lnSpc>
                <a:spcPct val="125000"/>
              </a:lnSpc>
              <a:buClr>
                <a:schemeClr val="accent5">
                  <a:lumMod val="75000"/>
                </a:schemeClr>
              </a:buClr>
            </a:pPr>
            <a:r>
              <a:rPr lang="en-GB" altLang="zh-CN" sz="1300" b="1" dirty="0">
                <a:solidFill>
                  <a:prstClr val="black"/>
                </a:solidFill>
              </a:rPr>
              <a:t> </a:t>
            </a:r>
            <a:r>
              <a:rPr lang="en-GB" altLang="zh-CN" sz="1300" b="1" dirty="0" smtClean="0">
                <a:solidFill>
                  <a:prstClr val="black"/>
                </a:solidFill>
              </a:rPr>
              <a:t>           </a:t>
            </a:r>
            <a:r>
              <a:rPr lang="en-GB" altLang="zh-CN" sz="1300" b="1" dirty="0">
                <a:solidFill>
                  <a:prstClr val="black"/>
                </a:solidFill>
              </a:rPr>
              <a:t>// </a:t>
            </a:r>
            <a:r>
              <a:rPr lang="zh-CN" altLang="en-US" sz="1300" b="1" dirty="0">
                <a:solidFill>
                  <a:prstClr val="black"/>
                </a:solidFill>
              </a:rPr>
              <a:t>载入新任务的时间长度</a:t>
            </a:r>
          </a:p>
          <a:p>
            <a:pPr>
              <a:lnSpc>
                <a:spcPct val="125000"/>
              </a:lnSpc>
              <a:buClr>
                <a:schemeClr val="accent5">
                  <a:lumMod val="75000"/>
                </a:schemeClr>
              </a:buClr>
            </a:pPr>
            <a:r>
              <a:rPr lang="zh-CN" altLang="en-US" sz="1300" b="1" dirty="0">
                <a:solidFill>
                  <a:prstClr val="black"/>
                </a:solidFill>
              </a:rPr>
              <a:t>    </a:t>
            </a:r>
            <a:r>
              <a:rPr lang="en-US" altLang="zh-CN" sz="1300" b="1" dirty="0">
                <a:solidFill>
                  <a:prstClr val="black"/>
                </a:solidFill>
              </a:rPr>
              <a:t>}</a:t>
            </a:r>
          </a:p>
          <a:p>
            <a:pPr>
              <a:lnSpc>
                <a:spcPct val="125000"/>
              </a:lnSpc>
              <a:buClr>
                <a:schemeClr val="accent5">
                  <a:lumMod val="75000"/>
                </a:schemeClr>
              </a:buClr>
            </a:pPr>
            <a:r>
              <a:rPr lang="en-US" altLang="zh-CN" sz="1300" b="1" dirty="0">
                <a:solidFill>
                  <a:prstClr val="black"/>
                </a:solidFill>
              </a:rPr>
              <a:t>    </a:t>
            </a:r>
            <a:r>
              <a:rPr lang="en-GB" altLang="zh-CN" sz="1300" b="1" dirty="0">
                <a:solidFill>
                  <a:prstClr val="black"/>
                </a:solidFill>
              </a:rPr>
              <a:t>CPU_CRITICAL_EXIT(); </a:t>
            </a:r>
            <a:r>
              <a:rPr lang="en-GB" altLang="zh-CN" sz="1300" b="1" dirty="0" smtClean="0">
                <a:solidFill>
                  <a:prstClr val="black"/>
                </a:solidFill>
              </a:rPr>
              <a:t>// </a:t>
            </a:r>
            <a:r>
              <a:rPr lang="zh-CN" altLang="en-US" sz="1300" b="1" dirty="0">
                <a:solidFill>
                  <a:prstClr val="black"/>
                </a:solidFill>
              </a:rPr>
              <a:t>退出临界区</a:t>
            </a:r>
          </a:p>
          <a:p>
            <a:pPr>
              <a:lnSpc>
                <a:spcPct val="125000"/>
              </a:lnSpc>
              <a:buClr>
                <a:schemeClr val="accent5">
                  <a:lumMod val="75000"/>
                </a:schemeClr>
              </a:buClr>
            </a:pPr>
            <a:r>
              <a:rPr lang="en-US" altLang="zh-CN" sz="1300" b="1" dirty="0">
                <a:solidFill>
                  <a:prstClr val="black"/>
                </a:solidFill>
              </a:rPr>
              <a:t>}</a:t>
            </a:r>
          </a:p>
        </p:txBody>
      </p:sp>
    </p:spTree>
    <p:extLst>
      <p:ext uri="{BB962C8B-B14F-4D97-AF65-F5344CB8AC3E}">
        <p14:creationId xmlns:p14="http://schemas.microsoft.com/office/powerpoint/2010/main" val="292339062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2674130" cy="369332"/>
          </a:xfrm>
          <a:prstGeom prst="rect">
            <a:avLst/>
          </a:prstGeom>
        </p:spPr>
        <p:txBody>
          <a:bodyPr wrap="none">
            <a:spAutoFit/>
          </a:bodyPr>
          <a:lstStyle/>
          <a:p>
            <a:r>
              <a:rPr lang="en-GB" altLang="zh-CN" b="1" dirty="0" err="1">
                <a:solidFill>
                  <a:srgbClr val="C00000"/>
                </a:solidFill>
              </a:rPr>
              <a:t>uC</a:t>
            </a:r>
            <a:r>
              <a:rPr lang="en-GB" altLang="zh-CN" b="1" dirty="0">
                <a:solidFill>
                  <a:srgbClr val="C00000"/>
                </a:solidFill>
              </a:rPr>
              <a:t>/OS-III</a:t>
            </a:r>
            <a:r>
              <a:rPr lang="zh-CN" altLang="en-US" b="1" dirty="0">
                <a:solidFill>
                  <a:srgbClr val="C00000"/>
                </a:solidFill>
              </a:rPr>
              <a:t>任务调度和切换</a:t>
            </a:r>
            <a:endParaRPr lang="zh-CN" altLang="en-US" dirty="0">
              <a:solidFill>
                <a:srgbClr val="C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矩形 8"/>
          <p:cNvSpPr/>
          <p:nvPr/>
        </p:nvSpPr>
        <p:spPr>
          <a:xfrm>
            <a:off x="751984" y="2499742"/>
            <a:ext cx="7704856" cy="1200329"/>
          </a:xfrm>
          <a:prstGeom prst="rect">
            <a:avLst/>
          </a:prstGeom>
          <a:solidFill>
            <a:schemeClr val="accent5">
              <a:lumMod val="40000"/>
              <a:lumOff val="60000"/>
            </a:schemeClr>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50000"/>
              </a:lnSpc>
              <a:buClr>
                <a:schemeClr val="accent5">
                  <a:lumMod val="75000"/>
                </a:schemeClr>
              </a:buClr>
            </a:pPr>
            <a:r>
              <a:rPr lang="en-US" altLang="zh-CN" sz="1600" b="1" dirty="0" smtClean="0">
                <a:solidFill>
                  <a:prstClr val="black"/>
                </a:solidFill>
              </a:rPr>
              <a:t>void  </a:t>
            </a:r>
            <a:r>
              <a:rPr lang="en-US" altLang="zh-CN" sz="1600" b="1" dirty="0" err="1">
                <a:solidFill>
                  <a:prstClr val="black"/>
                </a:solidFill>
              </a:rPr>
              <a:t>OSSchedRoundRobinCfg</a:t>
            </a:r>
            <a:r>
              <a:rPr lang="en-US" altLang="zh-CN" sz="1600" b="1" dirty="0">
                <a:solidFill>
                  <a:prstClr val="black"/>
                </a:solidFill>
              </a:rPr>
              <a:t> (CPU_BOOLEAN   en,     //</a:t>
            </a:r>
            <a:r>
              <a:rPr lang="zh-CN" altLang="en-US" sz="1600" b="1" dirty="0">
                <a:solidFill>
                  <a:prstClr val="black"/>
                </a:solidFill>
              </a:rPr>
              <a:t>打开</a:t>
            </a:r>
            <a:r>
              <a:rPr lang="en-US" altLang="zh-CN" sz="1600" b="1" dirty="0">
                <a:solidFill>
                  <a:prstClr val="black"/>
                </a:solidFill>
              </a:rPr>
              <a:t>/</a:t>
            </a:r>
            <a:r>
              <a:rPr lang="zh-CN" altLang="en-US" sz="1600" b="1" dirty="0">
                <a:solidFill>
                  <a:prstClr val="black"/>
                </a:solidFill>
              </a:rPr>
              <a:t>关闭时间片轮转调度机制</a:t>
            </a:r>
          </a:p>
          <a:p>
            <a:pPr>
              <a:lnSpc>
                <a:spcPct val="150000"/>
              </a:lnSpc>
              <a:buClr>
                <a:schemeClr val="accent5">
                  <a:lumMod val="75000"/>
                </a:schemeClr>
              </a:buClr>
            </a:pPr>
            <a:r>
              <a:rPr lang="zh-CN" altLang="en-US" sz="1600" b="1" dirty="0">
                <a:solidFill>
                  <a:prstClr val="black"/>
                </a:solidFill>
              </a:rPr>
              <a:t>                            </a:t>
            </a:r>
            <a:r>
              <a:rPr lang="en-US" altLang="zh-CN" sz="1600" b="1" dirty="0">
                <a:solidFill>
                  <a:prstClr val="black"/>
                </a:solidFill>
              </a:rPr>
              <a:t>OS_TICK    </a:t>
            </a:r>
            <a:r>
              <a:rPr lang="en-US" altLang="zh-CN" sz="1600" b="1" dirty="0" err="1">
                <a:solidFill>
                  <a:prstClr val="black"/>
                </a:solidFill>
              </a:rPr>
              <a:t>dflt_time_quanta</a:t>
            </a:r>
            <a:r>
              <a:rPr lang="en-US" altLang="zh-CN" sz="1600" b="1" dirty="0">
                <a:solidFill>
                  <a:prstClr val="black"/>
                </a:solidFill>
              </a:rPr>
              <a:t>,  //</a:t>
            </a:r>
            <a:r>
              <a:rPr lang="zh-CN" altLang="en-US" sz="1600" b="1" dirty="0">
                <a:solidFill>
                  <a:prstClr val="black"/>
                </a:solidFill>
              </a:rPr>
              <a:t>设置时间片长度，默认</a:t>
            </a:r>
            <a:r>
              <a:rPr lang="en-US" altLang="zh-CN" sz="1600" b="1" dirty="0">
                <a:solidFill>
                  <a:prstClr val="black"/>
                </a:solidFill>
              </a:rPr>
              <a:t>0</a:t>
            </a:r>
            <a:r>
              <a:rPr lang="zh-CN" altLang="en-US" sz="1600" b="1" dirty="0">
                <a:solidFill>
                  <a:prstClr val="black"/>
                </a:solidFill>
              </a:rPr>
              <a:t>为</a:t>
            </a:r>
            <a:r>
              <a:rPr lang="en-US" altLang="zh-CN" sz="1600" b="1" dirty="0">
                <a:solidFill>
                  <a:prstClr val="black"/>
                </a:solidFill>
              </a:rPr>
              <a:t>100ms</a:t>
            </a:r>
            <a:r>
              <a:rPr lang="zh-CN" altLang="en-US" sz="1600" b="1" dirty="0">
                <a:solidFill>
                  <a:prstClr val="black"/>
                </a:solidFill>
              </a:rPr>
              <a:t>。</a:t>
            </a:r>
          </a:p>
          <a:p>
            <a:pPr>
              <a:lnSpc>
                <a:spcPct val="150000"/>
              </a:lnSpc>
              <a:buClr>
                <a:schemeClr val="accent5">
                  <a:lumMod val="75000"/>
                </a:schemeClr>
              </a:buClr>
            </a:pPr>
            <a:r>
              <a:rPr lang="zh-CN" altLang="en-US" sz="1600" b="1" dirty="0">
                <a:solidFill>
                  <a:prstClr val="black"/>
                </a:solidFill>
              </a:rPr>
              <a:t>                            </a:t>
            </a:r>
            <a:r>
              <a:rPr lang="en-US" altLang="zh-CN" sz="1600" b="1" dirty="0">
                <a:solidFill>
                  <a:prstClr val="black"/>
                </a:solidFill>
              </a:rPr>
              <a:t>OS_ERR       *</a:t>
            </a:r>
            <a:r>
              <a:rPr lang="en-US" altLang="zh-CN" sz="1600" b="1" dirty="0" err="1">
                <a:solidFill>
                  <a:prstClr val="black"/>
                </a:solidFill>
              </a:rPr>
              <a:t>p_err</a:t>
            </a:r>
            <a:r>
              <a:rPr lang="en-US" altLang="zh-CN" sz="1600" b="1" dirty="0">
                <a:solidFill>
                  <a:prstClr val="black"/>
                </a:solidFill>
              </a:rPr>
              <a:t>)     //</a:t>
            </a:r>
            <a:r>
              <a:rPr lang="zh-CN" altLang="en-US" sz="1600" b="1" dirty="0">
                <a:solidFill>
                  <a:prstClr val="black"/>
                </a:solidFill>
              </a:rPr>
              <a:t>调用本函数后返回的</a:t>
            </a:r>
            <a:r>
              <a:rPr lang="zh-CN" altLang="en-US" sz="1600" b="1" dirty="0" smtClean="0">
                <a:solidFill>
                  <a:prstClr val="black"/>
                </a:solidFill>
              </a:rPr>
              <a:t>错误码</a:t>
            </a:r>
            <a:endParaRPr lang="zh-CN" altLang="en-US" sz="1600" b="1" dirty="0">
              <a:solidFill>
                <a:prstClr val="black"/>
              </a:solidFill>
            </a:endParaRPr>
          </a:p>
        </p:txBody>
      </p:sp>
      <p:sp>
        <p:nvSpPr>
          <p:cNvPr id="6" name="矩形 5"/>
          <p:cNvSpPr/>
          <p:nvPr/>
        </p:nvSpPr>
        <p:spPr>
          <a:xfrm>
            <a:off x="1115616" y="1419622"/>
            <a:ext cx="6768752" cy="784830"/>
          </a:xfrm>
          <a:prstGeom prst="rect">
            <a:avLst/>
          </a:prstGeom>
        </p:spPr>
        <p:txBody>
          <a:bodyPr wrap="square">
            <a:spAutoFit/>
          </a:bodyPr>
          <a:lstStyle/>
          <a:p>
            <a:pPr lvl="0">
              <a:lnSpc>
                <a:spcPct val="125000"/>
              </a:lnSpc>
              <a:buClr>
                <a:srgbClr val="4BACC6">
                  <a:lumMod val="75000"/>
                </a:srgbClr>
              </a:buClr>
            </a:pPr>
            <a:r>
              <a:rPr lang="zh-CN" altLang="en-US" b="1" dirty="0" smtClean="0">
                <a:solidFill>
                  <a:prstClr val="black"/>
                </a:solidFill>
              </a:rPr>
              <a:t>     时间片</a:t>
            </a:r>
            <a:r>
              <a:rPr lang="zh-CN" altLang="en-US" b="1" dirty="0">
                <a:solidFill>
                  <a:prstClr val="black"/>
                </a:solidFill>
              </a:rPr>
              <a:t>轮转调度配置函数</a:t>
            </a:r>
            <a:r>
              <a:rPr lang="en-US" altLang="zh-CN" b="1" dirty="0" err="1">
                <a:solidFill>
                  <a:prstClr val="black"/>
                </a:solidFill>
              </a:rPr>
              <a:t>OSSchedRoundRobinCfg</a:t>
            </a:r>
            <a:r>
              <a:rPr lang="en-US" altLang="zh-CN" b="1" dirty="0">
                <a:solidFill>
                  <a:prstClr val="black"/>
                </a:solidFill>
              </a:rPr>
              <a:t>()</a:t>
            </a:r>
            <a:r>
              <a:rPr lang="zh-CN" altLang="en-US" b="1" dirty="0">
                <a:solidFill>
                  <a:prstClr val="black"/>
                </a:solidFill>
              </a:rPr>
              <a:t>位于</a:t>
            </a:r>
            <a:r>
              <a:rPr lang="en-US" altLang="zh-CN" b="1" dirty="0" err="1">
                <a:solidFill>
                  <a:prstClr val="black"/>
                </a:solidFill>
              </a:rPr>
              <a:t>os_core.c</a:t>
            </a:r>
            <a:r>
              <a:rPr lang="zh-CN" altLang="en-US" b="1" dirty="0">
                <a:solidFill>
                  <a:prstClr val="black"/>
                </a:solidFill>
              </a:rPr>
              <a:t>文件中，函数原型如下：</a:t>
            </a:r>
          </a:p>
        </p:txBody>
      </p:sp>
    </p:spTree>
    <p:extLst>
      <p:ext uri="{BB962C8B-B14F-4D97-AF65-F5344CB8AC3E}">
        <p14:creationId xmlns:p14="http://schemas.microsoft.com/office/powerpoint/2010/main" val="132936592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3" name="矩形 2"/>
          <p:cNvSpPr/>
          <p:nvPr/>
        </p:nvSpPr>
        <p:spPr>
          <a:xfrm>
            <a:off x="3635896" y="435508"/>
            <a:ext cx="2674130" cy="369332"/>
          </a:xfrm>
          <a:prstGeom prst="rect">
            <a:avLst/>
          </a:prstGeom>
        </p:spPr>
        <p:txBody>
          <a:bodyPr wrap="none">
            <a:spAutoFit/>
          </a:bodyPr>
          <a:lstStyle/>
          <a:p>
            <a:r>
              <a:rPr lang="en-GB" altLang="zh-CN" b="1" dirty="0" err="1">
                <a:solidFill>
                  <a:srgbClr val="C00000"/>
                </a:solidFill>
              </a:rPr>
              <a:t>uC</a:t>
            </a:r>
            <a:r>
              <a:rPr lang="en-GB" altLang="zh-CN" b="1" dirty="0">
                <a:solidFill>
                  <a:srgbClr val="C00000"/>
                </a:solidFill>
              </a:rPr>
              <a:t>/OS-III</a:t>
            </a:r>
            <a:r>
              <a:rPr lang="zh-CN" altLang="en-US" b="1" dirty="0">
                <a:solidFill>
                  <a:srgbClr val="C00000"/>
                </a:solidFill>
              </a:rPr>
              <a:t>任务调度和切换</a:t>
            </a:r>
            <a:endParaRPr lang="zh-CN" altLang="en-US" dirty="0">
              <a:solidFill>
                <a:srgbClr val="C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p:cNvSpPr/>
          <p:nvPr/>
        </p:nvSpPr>
        <p:spPr>
          <a:xfrm>
            <a:off x="762690" y="1131590"/>
            <a:ext cx="2458829" cy="355481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zh-CN" altLang="en-US" b="1" dirty="0">
                <a:solidFill>
                  <a:srgbClr val="C00000"/>
                </a:solidFill>
              </a:rPr>
              <a:t>任务</a:t>
            </a:r>
            <a:r>
              <a:rPr lang="zh-CN" altLang="en-US" b="1" dirty="0" smtClean="0">
                <a:solidFill>
                  <a:srgbClr val="C00000"/>
                </a:solidFill>
              </a:rPr>
              <a:t>切换：</a:t>
            </a:r>
            <a:r>
              <a:rPr lang="zh-CN" altLang="en-US" b="1" dirty="0" smtClean="0">
                <a:solidFill>
                  <a:prstClr val="black"/>
                </a:solidFill>
              </a:rPr>
              <a:t>当</a:t>
            </a:r>
            <a:r>
              <a:rPr lang="en-US" altLang="zh-CN" b="1" dirty="0" err="1">
                <a:solidFill>
                  <a:prstClr val="black"/>
                </a:solidFill>
              </a:rPr>
              <a:t>uC</a:t>
            </a:r>
            <a:r>
              <a:rPr lang="en-US" altLang="zh-CN" b="1" dirty="0">
                <a:solidFill>
                  <a:prstClr val="black"/>
                </a:solidFill>
              </a:rPr>
              <a:t>/OS-III</a:t>
            </a:r>
            <a:r>
              <a:rPr lang="zh-CN" altLang="en-US" b="1" dirty="0">
                <a:solidFill>
                  <a:prstClr val="black"/>
                </a:solidFill>
              </a:rPr>
              <a:t>需要切换到另外一个任务时，保存当前任务的</a:t>
            </a:r>
            <a:r>
              <a:rPr lang="zh-CN" altLang="en-US" b="1" dirty="0" smtClean="0">
                <a:solidFill>
                  <a:prstClr val="black"/>
                </a:solidFill>
              </a:rPr>
              <a:t>现场（主要是</a:t>
            </a:r>
            <a:r>
              <a:rPr lang="en-US" altLang="zh-CN" b="1" dirty="0" smtClean="0">
                <a:solidFill>
                  <a:prstClr val="black"/>
                </a:solidFill>
              </a:rPr>
              <a:t>CPU</a:t>
            </a:r>
            <a:r>
              <a:rPr lang="zh-CN" altLang="en-US" b="1" dirty="0" smtClean="0">
                <a:solidFill>
                  <a:prstClr val="black"/>
                </a:solidFill>
              </a:rPr>
              <a:t>各寄存器的值）到</a:t>
            </a:r>
            <a:r>
              <a:rPr lang="zh-CN" altLang="en-US" b="1" dirty="0">
                <a:solidFill>
                  <a:prstClr val="black"/>
                </a:solidFill>
              </a:rPr>
              <a:t>当前任务的堆栈中，然后恢复新的现场（新任务的</a:t>
            </a:r>
            <a:r>
              <a:rPr lang="en-US" altLang="zh-CN" b="1" dirty="0">
                <a:solidFill>
                  <a:prstClr val="black"/>
                </a:solidFill>
              </a:rPr>
              <a:t>CPU</a:t>
            </a:r>
            <a:r>
              <a:rPr lang="zh-CN" altLang="en-US" b="1" dirty="0">
                <a:solidFill>
                  <a:prstClr val="black"/>
                </a:solidFill>
              </a:rPr>
              <a:t>各寄存器的值），并且执行新</a:t>
            </a:r>
            <a:r>
              <a:rPr lang="zh-CN" altLang="en-US" b="1" dirty="0" smtClean="0">
                <a:solidFill>
                  <a:prstClr val="black"/>
                </a:solidFill>
              </a:rPr>
              <a:t>任务。</a:t>
            </a:r>
            <a:endParaRPr lang="zh-CN" altLang="en-US" b="1" dirty="0">
              <a:solidFill>
                <a:prstClr val="black"/>
              </a:solidFill>
            </a:endParaRPr>
          </a:p>
        </p:txBody>
      </p:sp>
      <p:graphicFrame>
        <p:nvGraphicFramePr>
          <p:cNvPr id="8" name="图示 7"/>
          <p:cNvGraphicFramePr/>
          <p:nvPr>
            <p:extLst>
              <p:ext uri="{D42A27DB-BD31-4B8C-83A1-F6EECF244321}">
                <p14:modId xmlns:p14="http://schemas.microsoft.com/office/powerpoint/2010/main" val="2419499522"/>
              </p:ext>
            </p:extLst>
          </p:nvPr>
        </p:nvGraphicFramePr>
        <p:xfrm>
          <a:off x="3419872" y="987574"/>
          <a:ext cx="5328592" cy="36988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743776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矩形 8"/>
          <p:cNvSpPr/>
          <p:nvPr/>
        </p:nvSpPr>
        <p:spPr>
          <a:xfrm>
            <a:off x="395536" y="1131590"/>
            <a:ext cx="1584176" cy="568629"/>
          </a:xfrm>
          <a:prstGeom prst="rect">
            <a:avLst/>
          </a:prstGeom>
          <a:solidFill>
            <a:schemeClr val="tx2">
              <a:lumMod val="75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zh-CN" b="1" dirty="0"/>
              <a:t>空闲任务</a:t>
            </a:r>
            <a:r>
              <a:rPr lang="en-US" altLang="zh-CN" b="1" dirty="0" err="1"/>
              <a:t>OS_IdleTask</a:t>
            </a:r>
            <a:r>
              <a:rPr lang="en-US" altLang="zh-CN" b="1" dirty="0"/>
              <a:t>()</a:t>
            </a:r>
            <a:endParaRPr lang="zh-CN" altLang="en-US" b="1" dirty="0" smtClean="0"/>
          </a:p>
        </p:txBody>
      </p:sp>
      <p:sp>
        <p:nvSpPr>
          <p:cNvPr id="11" name="矩形 10"/>
          <p:cNvSpPr/>
          <p:nvPr/>
        </p:nvSpPr>
        <p:spPr>
          <a:xfrm>
            <a:off x="395536" y="1779662"/>
            <a:ext cx="1584176" cy="3096344"/>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任务只是以任务函数的方式存在</a:t>
            </a:r>
            <a:r>
              <a:rPr lang="zh-CN" altLang="en-US" b="1" dirty="0" smtClean="0"/>
              <a:t>，并</a:t>
            </a:r>
            <a:r>
              <a:rPr lang="zh-CN" altLang="en-US" b="1" dirty="0"/>
              <a:t>未用</a:t>
            </a:r>
            <a:r>
              <a:rPr lang="en-US" altLang="zh-CN" b="1" dirty="0" err="1"/>
              <a:t>OSTaskCreate</a:t>
            </a:r>
            <a:r>
              <a:rPr lang="en-US" altLang="zh-CN" b="1" dirty="0"/>
              <a:t>()</a:t>
            </a:r>
            <a:r>
              <a:rPr lang="zh-CN" altLang="en-US" b="1" dirty="0"/>
              <a:t>函数创建这个任务，</a:t>
            </a:r>
            <a:r>
              <a:rPr lang="zh-CN" altLang="en-US" b="1" dirty="0" smtClean="0"/>
              <a:t>任务不会被内核</a:t>
            </a:r>
            <a:r>
              <a:rPr lang="zh-CN" altLang="en-US" b="1" dirty="0"/>
              <a:t>调度，也无法得到</a:t>
            </a:r>
            <a:r>
              <a:rPr lang="en-US" altLang="zh-CN" b="1" dirty="0"/>
              <a:t>CPU</a:t>
            </a:r>
            <a:r>
              <a:rPr lang="zh-CN" altLang="en-US" b="1" dirty="0"/>
              <a:t>的运行。</a:t>
            </a:r>
            <a:endParaRPr lang="zh-CN" altLang="en-US" b="1" dirty="0" smtClean="0">
              <a:solidFill>
                <a:srgbClr val="C00000"/>
              </a:solidFill>
            </a:endParaRPr>
          </a:p>
        </p:txBody>
      </p:sp>
      <p:sp>
        <p:nvSpPr>
          <p:cNvPr id="12" name="矩形 11"/>
          <p:cNvSpPr/>
          <p:nvPr/>
        </p:nvSpPr>
        <p:spPr>
          <a:xfrm>
            <a:off x="2195736" y="1131590"/>
            <a:ext cx="1584176" cy="568629"/>
          </a:xfrm>
          <a:prstGeom prst="rect">
            <a:avLst/>
          </a:prstGeom>
          <a:solidFill>
            <a:schemeClr val="accent4">
              <a:lumMod val="75000"/>
            </a:schemeClr>
          </a:solidFill>
        </p:spPr>
        <p:style>
          <a:lnRef idx="3">
            <a:schemeClr val="lt1"/>
          </a:lnRef>
          <a:fillRef idx="1">
            <a:schemeClr val="accent5"/>
          </a:fillRef>
          <a:effectRef idx="1">
            <a:schemeClr val="accent5"/>
          </a:effectRef>
          <a:fontRef idx="minor">
            <a:schemeClr val="lt1"/>
          </a:fontRef>
        </p:style>
        <p:txBody>
          <a:bodyPr rtlCol="0" anchor="ctr"/>
          <a:lstStyle/>
          <a:p>
            <a:r>
              <a:rPr lang="zh-CN" altLang="zh-CN" b="1" dirty="0"/>
              <a:t>时钟节拍任务</a:t>
            </a:r>
            <a:r>
              <a:rPr lang="en-US" altLang="zh-CN" b="1" dirty="0" err="1"/>
              <a:t>OS_TickTask</a:t>
            </a:r>
            <a:r>
              <a:rPr lang="en-US" altLang="zh-CN" b="1" dirty="0"/>
              <a:t>()</a:t>
            </a:r>
            <a:endParaRPr lang="zh-CN" altLang="zh-CN" dirty="0"/>
          </a:p>
        </p:txBody>
      </p:sp>
      <p:sp>
        <p:nvSpPr>
          <p:cNvPr id="13" name="矩形 12"/>
          <p:cNvSpPr/>
          <p:nvPr/>
        </p:nvSpPr>
        <p:spPr>
          <a:xfrm>
            <a:off x="2195736" y="1779662"/>
            <a:ext cx="1584176" cy="3096344"/>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任务具备了运行的条件</a:t>
            </a:r>
            <a:r>
              <a:rPr lang="zh-CN" altLang="en-US" b="1" dirty="0" smtClean="0"/>
              <a:t>，并</a:t>
            </a:r>
            <a:r>
              <a:rPr lang="zh-CN" altLang="en-US" b="1" dirty="0"/>
              <a:t>根据任务的优先级在系统的就绪表中排队，等待获得</a:t>
            </a:r>
            <a:r>
              <a:rPr lang="en-US" altLang="zh-CN" b="1" dirty="0"/>
              <a:t>CPU</a:t>
            </a:r>
            <a:r>
              <a:rPr lang="zh-CN" altLang="en-US" b="1" dirty="0"/>
              <a:t>的使用权。</a:t>
            </a:r>
            <a:endParaRPr lang="zh-CN" altLang="en-US" b="1" dirty="0" smtClean="0">
              <a:solidFill>
                <a:srgbClr val="C00000"/>
              </a:solidFill>
            </a:endParaRPr>
          </a:p>
        </p:txBody>
      </p:sp>
      <p:sp>
        <p:nvSpPr>
          <p:cNvPr id="14" name="矩形 13"/>
          <p:cNvSpPr/>
          <p:nvPr/>
        </p:nvSpPr>
        <p:spPr>
          <a:xfrm>
            <a:off x="3923928" y="1131590"/>
            <a:ext cx="1584176" cy="568629"/>
          </a:xfrm>
          <a:prstGeom prst="rect">
            <a:avLst/>
          </a:prstGeom>
          <a:solidFill>
            <a:schemeClr val="accent3">
              <a:lumMod val="50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zh-CN" b="1" dirty="0"/>
              <a:t>统计任务</a:t>
            </a:r>
            <a:r>
              <a:rPr lang="en-US" altLang="zh-CN" b="1" dirty="0" err="1"/>
              <a:t>OS_StatTask</a:t>
            </a:r>
            <a:r>
              <a:rPr lang="en-US" altLang="zh-CN" b="1" dirty="0"/>
              <a:t>()</a:t>
            </a:r>
            <a:endParaRPr lang="zh-CN" altLang="en-US" b="1" dirty="0" smtClean="0"/>
          </a:p>
        </p:txBody>
      </p:sp>
      <p:sp>
        <p:nvSpPr>
          <p:cNvPr id="15" name="矩形 14"/>
          <p:cNvSpPr/>
          <p:nvPr/>
        </p:nvSpPr>
        <p:spPr>
          <a:xfrm>
            <a:off x="3923928" y="1779662"/>
            <a:ext cx="1584176" cy="3096344"/>
          </a:xfrm>
          <a:prstGeom prst="rect">
            <a:avLst/>
          </a:prstGeom>
          <a:solidFill>
            <a:schemeClr val="accent3">
              <a:lumMod val="20000"/>
              <a:lumOff val="80000"/>
            </a:schemeClr>
          </a:solidFill>
          <a:ln>
            <a:solidFill>
              <a:schemeClr val="accent3">
                <a:lumMod val="50000"/>
              </a:schemeClr>
            </a:solidFill>
          </a:ln>
        </p:spPr>
        <p:style>
          <a:lnRef idx="2">
            <a:schemeClr val="accent5"/>
          </a:lnRef>
          <a:fillRef idx="1">
            <a:schemeClr val="lt1"/>
          </a:fillRef>
          <a:effectRef idx="0">
            <a:schemeClr val="accent5"/>
          </a:effectRef>
          <a:fontRef idx="minor">
            <a:schemeClr val="dk1"/>
          </a:fontRef>
        </p:style>
        <p:txBody>
          <a:bodyPr rtlCol="0" anchor="t"/>
          <a:lstStyle/>
          <a:p>
            <a:pPr>
              <a:lnSpc>
                <a:spcPct val="125000"/>
              </a:lnSpc>
            </a:pPr>
            <a:r>
              <a:rPr lang="zh-CN" altLang="en-US" b="1" dirty="0"/>
              <a:t>可选任务，用来统计</a:t>
            </a:r>
            <a:r>
              <a:rPr lang="en-US" altLang="zh-CN" b="1" dirty="0"/>
              <a:t>CPU</a:t>
            </a:r>
            <a:r>
              <a:rPr lang="zh-CN" altLang="en-US" b="1" dirty="0"/>
              <a:t>使用率和各个任务的堆栈</a:t>
            </a:r>
            <a:r>
              <a:rPr lang="zh-CN" altLang="en-US" b="1" dirty="0" smtClean="0"/>
              <a:t>使用量，由</a:t>
            </a:r>
            <a:r>
              <a:rPr lang="zh-CN" altLang="en-US" b="1" dirty="0"/>
              <a:t>宏</a:t>
            </a:r>
            <a:r>
              <a:rPr lang="en-US" altLang="zh-CN" b="1" dirty="0"/>
              <a:t>OS_CFG_STAT_TASK_EN</a:t>
            </a:r>
            <a:r>
              <a:rPr lang="zh-CN" altLang="en-US" b="1" dirty="0"/>
              <a:t>控制是否</a:t>
            </a:r>
            <a:r>
              <a:rPr lang="zh-CN" altLang="en-US" b="1" dirty="0" smtClean="0"/>
              <a:t>使用。</a:t>
            </a:r>
            <a:endParaRPr lang="zh-CN" altLang="en-US" b="1" dirty="0" smtClean="0">
              <a:solidFill>
                <a:srgbClr val="C00000"/>
              </a:solidFill>
            </a:endParaRPr>
          </a:p>
        </p:txBody>
      </p:sp>
      <p:sp>
        <p:nvSpPr>
          <p:cNvPr id="16" name="矩形 15"/>
          <p:cNvSpPr/>
          <p:nvPr/>
        </p:nvSpPr>
        <p:spPr>
          <a:xfrm>
            <a:off x="5652120" y="1131589"/>
            <a:ext cx="1584176" cy="568629"/>
          </a:xfrm>
          <a:prstGeom prst="rect">
            <a:avLst/>
          </a:prstGeom>
          <a:solidFill>
            <a:schemeClr val="accent2">
              <a:lumMod val="75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zh-CN" b="1" dirty="0"/>
              <a:t>定时任务</a:t>
            </a:r>
            <a:r>
              <a:rPr lang="en-US" altLang="zh-CN" b="1" dirty="0" err="1"/>
              <a:t>OS_TmrTask</a:t>
            </a:r>
            <a:r>
              <a:rPr lang="en-US" altLang="zh-CN" b="1" dirty="0"/>
              <a:t>()</a:t>
            </a:r>
            <a:endParaRPr lang="zh-CN" altLang="en-US" b="1" dirty="0" smtClean="0"/>
          </a:p>
        </p:txBody>
      </p:sp>
      <p:sp>
        <p:nvSpPr>
          <p:cNvPr id="17" name="矩形 16"/>
          <p:cNvSpPr/>
          <p:nvPr/>
        </p:nvSpPr>
        <p:spPr>
          <a:xfrm>
            <a:off x="5652120" y="1779661"/>
            <a:ext cx="1584176" cy="3096344"/>
          </a:xfrm>
          <a:prstGeom prst="rect">
            <a:avLst/>
          </a:prstGeom>
          <a:solidFill>
            <a:schemeClr val="accent2">
              <a:lumMod val="20000"/>
              <a:lumOff val="80000"/>
            </a:schemeClr>
          </a:solidFill>
          <a:ln>
            <a:solidFill>
              <a:schemeClr val="accent2">
                <a:lumMod val="75000"/>
              </a:schemeClr>
            </a:solidFill>
          </a:ln>
        </p:spPr>
        <p:style>
          <a:lnRef idx="2">
            <a:schemeClr val="accent5"/>
          </a:lnRef>
          <a:fillRef idx="1">
            <a:schemeClr val="lt1"/>
          </a:fillRef>
          <a:effectRef idx="0">
            <a:schemeClr val="accent5"/>
          </a:effectRef>
          <a:fontRef idx="minor">
            <a:schemeClr val="dk1"/>
          </a:fontRef>
        </p:style>
        <p:txBody>
          <a:bodyPr rtlCol="0" anchor="t"/>
          <a:lstStyle/>
          <a:p>
            <a:pPr>
              <a:lnSpc>
                <a:spcPct val="125000"/>
              </a:lnSpc>
            </a:pPr>
            <a:r>
              <a:rPr lang="zh-CN" altLang="en-US" b="1" dirty="0" smtClean="0"/>
              <a:t>向</a:t>
            </a:r>
            <a:r>
              <a:rPr lang="zh-CN" altLang="en-US" b="1" dirty="0"/>
              <a:t>用户提供定时服务</a:t>
            </a:r>
            <a:r>
              <a:rPr lang="zh-CN" altLang="en-US" b="1" dirty="0" smtClean="0"/>
              <a:t>，可选</a:t>
            </a:r>
            <a:r>
              <a:rPr lang="zh-CN" altLang="en-US" b="1" dirty="0"/>
              <a:t>任务，由宏</a:t>
            </a:r>
            <a:r>
              <a:rPr lang="en-US" altLang="zh-CN" b="1" dirty="0"/>
              <a:t>OS_CFG_TMR_EN</a:t>
            </a:r>
            <a:r>
              <a:rPr lang="zh-CN" altLang="en-US" b="1" dirty="0"/>
              <a:t>控制是否使用此任务。</a:t>
            </a:r>
            <a:endParaRPr lang="zh-CN" altLang="en-US" b="1" dirty="0" smtClean="0">
              <a:solidFill>
                <a:srgbClr val="C00000"/>
              </a:solidFill>
            </a:endParaRPr>
          </a:p>
        </p:txBody>
      </p:sp>
      <p:sp>
        <p:nvSpPr>
          <p:cNvPr id="18" name="矩形 17"/>
          <p:cNvSpPr/>
          <p:nvPr/>
        </p:nvSpPr>
        <p:spPr>
          <a:xfrm>
            <a:off x="7380312" y="1131590"/>
            <a:ext cx="1584176" cy="568629"/>
          </a:xfrm>
          <a:prstGeom prst="rect">
            <a:avLst/>
          </a:prstGeom>
          <a:solidFill>
            <a:schemeClr val="accent5">
              <a:lumMod val="75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zh-CN" sz="1200" b="1" dirty="0"/>
              <a:t>中断服务管理任务</a:t>
            </a:r>
            <a:r>
              <a:rPr lang="en-US" altLang="zh-CN" b="1" dirty="0" err="1"/>
              <a:t>OS_IntQTask</a:t>
            </a:r>
            <a:r>
              <a:rPr lang="en-US" altLang="zh-CN" b="1" dirty="0"/>
              <a:t>()</a:t>
            </a:r>
            <a:endParaRPr lang="zh-CN" altLang="en-US" b="1" dirty="0" smtClean="0"/>
          </a:p>
        </p:txBody>
      </p:sp>
      <p:sp>
        <p:nvSpPr>
          <p:cNvPr id="19" name="矩形 18"/>
          <p:cNvSpPr/>
          <p:nvPr/>
        </p:nvSpPr>
        <p:spPr>
          <a:xfrm>
            <a:off x="7380312" y="1779662"/>
            <a:ext cx="1584176" cy="3096344"/>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t"/>
          <a:lstStyle/>
          <a:p>
            <a:pPr>
              <a:lnSpc>
                <a:spcPct val="125000"/>
              </a:lnSpc>
            </a:pPr>
            <a:r>
              <a:rPr lang="zh-CN" altLang="en-US" b="1" dirty="0">
                <a:solidFill>
                  <a:schemeClr val="tx1"/>
                </a:solidFill>
              </a:rPr>
              <a:t>可选任务，由宏</a:t>
            </a:r>
            <a:r>
              <a:rPr lang="en-GB" altLang="zh-CN" b="1" dirty="0">
                <a:solidFill>
                  <a:schemeClr val="tx1"/>
                </a:solidFill>
              </a:rPr>
              <a:t>OS_CFG_ISR_POST_DEFERRED_EN</a:t>
            </a:r>
            <a:r>
              <a:rPr lang="zh-CN" altLang="en-US" b="1" dirty="0">
                <a:solidFill>
                  <a:schemeClr val="tx1"/>
                </a:solidFill>
              </a:rPr>
              <a:t>控制是否使用此任务。</a:t>
            </a:r>
            <a:endParaRPr lang="zh-CN" altLang="en-US" b="1" dirty="0" smtClean="0">
              <a:solidFill>
                <a:schemeClr val="tx1"/>
              </a:solidFill>
            </a:endParaRPr>
          </a:p>
        </p:txBody>
      </p:sp>
      <p:sp>
        <p:nvSpPr>
          <p:cNvPr id="20" name="矩形 19"/>
          <p:cNvSpPr/>
          <p:nvPr/>
        </p:nvSpPr>
        <p:spPr>
          <a:xfrm>
            <a:off x="395536" y="1797240"/>
            <a:ext cx="1584176" cy="3096344"/>
          </a:xfrm>
          <a:prstGeom prst="rect">
            <a:avLst/>
          </a:prstGeom>
          <a:solidFill>
            <a:schemeClr val="tx2">
              <a:lumMod val="20000"/>
              <a:lumOff val="80000"/>
            </a:schemeClr>
          </a:solidFill>
          <a:ln>
            <a:solidFill>
              <a:schemeClr val="tx2">
                <a:lumMod val="75000"/>
              </a:schemeClr>
            </a:solidFill>
          </a:ln>
        </p:spPr>
        <p:style>
          <a:lnRef idx="2">
            <a:schemeClr val="accent5"/>
          </a:lnRef>
          <a:fillRef idx="1">
            <a:schemeClr val="lt1"/>
          </a:fillRef>
          <a:effectRef idx="0">
            <a:schemeClr val="accent5"/>
          </a:effectRef>
          <a:fontRef idx="minor">
            <a:schemeClr val="dk1"/>
          </a:fontRef>
        </p:style>
        <p:txBody>
          <a:bodyPr rtlCol="0" anchor="t"/>
          <a:lstStyle/>
          <a:p>
            <a:pPr>
              <a:lnSpc>
                <a:spcPct val="125000"/>
              </a:lnSpc>
            </a:pPr>
            <a:r>
              <a:rPr lang="zh-CN" altLang="en-US" b="1" dirty="0"/>
              <a:t>自动</a:t>
            </a:r>
            <a:r>
              <a:rPr lang="zh-CN" altLang="zh-CN" b="1" dirty="0" smtClean="0"/>
              <a:t>创建</a:t>
            </a:r>
            <a:r>
              <a:rPr lang="zh-CN" altLang="zh-CN" b="1" dirty="0"/>
              <a:t>的第一个任务</a:t>
            </a:r>
            <a:r>
              <a:rPr lang="zh-CN" altLang="zh-CN" b="1" dirty="0" smtClean="0"/>
              <a:t>，是必须</a:t>
            </a:r>
            <a:r>
              <a:rPr lang="zh-CN" altLang="zh-CN" b="1" dirty="0"/>
              <a:t>创建的任务</a:t>
            </a:r>
            <a:r>
              <a:rPr lang="zh-CN" altLang="zh-CN" b="1" dirty="0" smtClean="0"/>
              <a:t>，优先级最低</a:t>
            </a:r>
            <a:r>
              <a:rPr lang="zh-CN" altLang="en-US" b="1" dirty="0" smtClean="0"/>
              <a:t>，</a:t>
            </a:r>
            <a:r>
              <a:rPr lang="zh-CN" altLang="zh-CN" b="1" dirty="0" smtClean="0"/>
              <a:t>当</a:t>
            </a:r>
            <a:r>
              <a:rPr lang="en-US" altLang="zh-CN" b="1" dirty="0"/>
              <a:t>CPU</a:t>
            </a:r>
            <a:r>
              <a:rPr lang="zh-CN" altLang="zh-CN" b="1" dirty="0"/>
              <a:t>中没有其它就绪任务运行时，空闲任务就会被运行。</a:t>
            </a:r>
            <a:endParaRPr lang="zh-CN" altLang="en-US" b="1" dirty="0" smtClean="0">
              <a:solidFill>
                <a:srgbClr val="C00000"/>
              </a:solidFill>
            </a:endParaRPr>
          </a:p>
        </p:txBody>
      </p:sp>
      <p:sp>
        <p:nvSpPr>
          <p:cNvPr id="21" name="矩形 20"/>
          <p:cNvSpPr/>
          <p:nvPr/>
        </p:nvSpPr>
        <p:spPr>
          <a:xfrm>
            <a:off x="2195736" y="1789672"/>
            <a:ext cx="1584176" cy="3096344"/>
          </a:xfrm>
          <a:prstGeom prst="rect">
            <a:avLst/>
          </a:prstGeom>
          <a:solidFill>
            <a:schemeClr val="accent4">
              <a:lumMod val="20000"/>
              <a:lumOff val="80000"/>
            </a:schemeClr>
          </a:solidFill>
          <a:ln>
            <a:solidFill>
              <a:schemeClr val="accent4">
                <a:lumMod val="75000"/>
              </a:schemeClr>
            </a:solidFill>
          </a:ln>
        </p:spPr>
        <p:style>
          <a:lnRef idx="2">
            <a:schemeClr val="accent5"/>
          </a:lnRef>
          <a:fillRef idx="1">
            <a:schemeClr val="lt1"/>
          </a:fillRef>
          <a:effectRef idx="0">
            <a:schemeClr val="accent5"/>
          </a:effectRef>
          <a:fontRef idx="minor">
            <a:schemeClr val="dk1"/>
          </a:fontRef>
        </p:style>
        <p:txBody>
          <a:bodyPr rtlCol="0" anchor="t"/>
          <a:lstStyle/>
          <a:p>
            <a:pPr>
              <a:lnSpc>
                <a:spcPct val="125000"/>
              </a:lnSpc>
            </a:pPr>
            <a:r>
              <a:rPr lang="zh-CN" altLang="zh-CN" b="1" dirty="0" smtClean="0"/>
              <a:t>实时操作系统需要时基</a:t>
            </a:r>
            <a:r>
              <a:rPr lang="zh-CN" altLang="zh-CN" b="1" dirty="0"/>
              <a:t>周期或系统</a:t>
            </a:r>
            <a:r>
              <a:rPr lang="zh-CN" altLang="zh-CN" b="1" dirty="0" smtClean="0"/>
              <a:t>周期</a:t>
            </a:r>
            <a:r>
              <a:rPr lang="zh-CN" altLang="en-US" b="1" dirty="0" smtClean="0"/>
              <a:t>，</a:t>
            </a:r>
            <a:r>
              <a:rPr lang="en-US" altLang="zh-CN" b="1" dirty="0" err="1" smtClean="0"/>
              <a:t>OS_TickTask</a:t>
            </a:r>
            <a:r>
              <a:rPr lang="en-US" altLang="zh-CN" b="1" dirty="0"/>
              <a:t>()</a:t>
            </a:r>
            <a:r>
              <a:rPr lang="zh-CN" altLang="zh-CN" b="1" dirty="0"/>
              <a:t>任务是操作系统必须创建的系统任务，也称作时基任务。</a:t>
            </a:r>
          </a:p>
        </p:txBody>
      </p:sp>
      <p:sp>
        <p:nvSpPr>
          <p:cNvPr id="6" name="矩形 5"/>
          <p:cNvSpPr/>
          <p:nvPr/>
        </p:nvSpPr>
        <p:spPr>
          <a:xfrm>
            <a:off x="3491880" y="274460"/>
            <a:ext cx="5256584" cy="646331"/>
          </a:xfrm>
          <a:prstGeom prst="rect">
            <a:avLst/>
          </a:prstGeom>
        </p:spPr>
        <p:txBody>
          <a:bodyPr wrap="square">
            <a:spAutoFit/>
          </a:bodyPr>
          <a:lstStyle/>
          <a:p>
            <a:r>
              <a:rPr lang="zh-CN" altLang="en-US" b="1" dirty="0" smtClean="0"/>
              <a:t>     </a:t>
            </a:r>
            <a:r>
              <a:rPr lang="zh-CN" altLang="en-US" b="1" dirty="0" smtClean="0">
                <a:solidFill>
                  <a:srgbClr val="C00000"/>
                </a:solidFill>
              </a:rPr>
              <a:t>任务管理</a:t>
            </a:r>
            <a:r>
              <a:rPr lang="zh-CN" altLang="en-US" b="1" dirty="0" smtClean="0"/>
              <a:t>决定</a:t>
            </a:r>
            <a:r>
              <a:rPr lang="zh-CN" altLang="en-US" b="1" dirty="0"/>
              <a:t>了操作系统的实时</a:t>
            </a:r>
            <a:r>
              <a:rPr lang="zh-CN" altLang="en-US" b="1" dirty="0" smtClean="0"/>
              <a:t>性能</a:t>
            </a:r>
            <a:r>
              <a:rPr lang="en-US" altLang="zh-CN" b="1" dirty="0" smtClean="0"/>
              <a:t>,</a:t>
            </a:r>
            <a:r>
              <a:rPr lang="zh-CN" altLang="en-US" b="1" dirty="0" smtClean="0"/>
              <a:t>通常</a:t>
            </a:r>
            <a:r>
              <a:rPr lang="zh-CN" altLang="en-US" b="1" dirty="0"/>
              <a:t>包含优先级设置、多任务调度机制和时间确定性等部分。</a:t>
            </a:r>
          </a:p>
        </p:txBody>
      </p:sp>
    </p:spTree>
    <p:extLst>
      <p:ext uri="{BB962C8B-B14F-4D97-AF65-F5344CB8AC3E}">
        <p14:creationId xmlns:p14="http://schemas.microsoft.com/office/powerpoint/2010/main" val="38470159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24815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122971" cy="461665"/>
          </a:xfrm>
          <a:prstGeom prst="rect">
            <a:avLst/>
          </a:prstGeom>
        </p:spPr>
        <p:txBody>
          <a:bodyPr wrap="none">
            <a:spAutoFit/>
          </a:bodyPr>
          <a:lstStyle/>
          <a:p>
            <a:r>
              <a:rPr lang="en-US" altLang="zh-CN" sz="2400" b="1" dirty="0">
                <a:solidFill>
                  <a:schemeClr val="bg1"/>
                </a:solidFill>
              </a:rPr>
              <a:t>12.3.1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的任务</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611560" y="1077173"/>
            <a:ext cx="7488832" cy="369332"/>
          </a:xfrm>
          <a:prstGeom prst="rect">
            <a:avLst/>
          </a:prstGeom>
        </p:spPr>
        <p:txBody>
          <a:bodyPr wrap="square">
            <a:spAutoFit/>
          </a:bodyPr>
          <a:lstStyle/>
          <a:p>
            <a:r>
              <a:rPr lang="en-US" altLang="zh-CN" b="1" dirty="0" err="1" smtClean="0"/>
              <a:t>uC</a:t>
            </a:r>
            <a:r>
              <a:rPr lang="en-US" altLang="zh-CN" b="1" dirty="0" smtClean="0"/>
              <a:t>/OS-III</a:t>
            </a:r>
            <a:r>
              <a:rPr lang="zh-CN" altLang="en-US" b="1" dirty="0"/>
              <a:t>提供了很多与任务相关的函数，这些函数定义在</a:t>
            </a:r>
            <a:r>
              <a:rPr lang="en-US" altLang="zh-CN" b="1" dirty="0" err="1"/>
              <a:t>os_task.c</a:t>
            </a:r>
            <a:r>
              <a:rPr lang="zh-CN" altLang="en-US" b="1" dirty="0"/>
              <a:t>文件中</a:t>
            </a:r>
          </a:p>
        </p:txBody>
      </p:sp>
      <p:sp>
        <p:nvSpPr>
          <p:cNvPr id="3" name="矩形 2"/>
          <p:cNvSpPr/>
          <p:nvPr/>
        </p:nvSpPr>
        <p:spPr>
          <a:xfrm>
            <a:off x="3923928" y="406865"/>
            <a:ext cx="1976823" cy="369332"/>
          </a:xfrm>
          <a:prstGeom prst="rect">
            <a:avLst/>
          </a:prstGeom>
        </p:spPr>
        <p:txBody>
          <a:bodyPr wrap="none">
            <a:spAutoFit/>
          </a:bodyPr>
          <a:lstStyle/>
          <a:p>
            <a:r>
              <a:rPr lang="en-US" altLang="zh-CN" b="1" dirty="0" err="1">
                <a:solidFill>
                  <a:srgbClr val="C00000"/>
                </a:solidFill>
              </a:rPr>
              <a:t>uC</a:t>
            </a:r>
            <a:r>
              <a:rPr lang="en-US" altLang="zh-CN" b="1" dirty="0">
                <a:solidFill>
                  <a:srgbClr val="C00000"/>
                </a:solidFill>
              </a:rPr>
              <a:t>/OS-III</a:t>
            </a:r>
            <a:r>
              <a:rPr lang="zh-CN" altLang="zh-CN" b="1" dirty="0">
                <a:solidFill>
                  <a:srgbClr val="C00000"/>
                </a:solidFill>
              </a:rPr>
              <a:t>任务管理</a:t>
            </a:r>
            <a:endParaRPr lang="zh-CN" altLang="en-US" dirty="0">
              <a:solidFill>
                <a:srgbClr val="C00000"/>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41986426"/>
              </p:ext>
            </p:extLst>
          </p:nvPr>
        </p:nvGraphicFramePr>
        <p:xfrm>
          <a:off x="1313639" y="1563638"/>
          <a:ext cx="5994666" cy="3291840"/>
        </p:xfrm>
        <a:graphic>
          <a:graphicData uri="http://schemas.openxmlformats.org/drawingml/2006/table">
            <a:tbl>
              <a:tblPr firstRow="1" firstCol="1" bandRow="1">
                <a:tableStyleId>{5C22544A-7EE6-4342-B048-85BDC9FD1C3A}</a:tableStyleId>
              </a:tblPr>
              <a:tblGrid>
                <a:gridCol w="2750131"/>
                <a:gridCol w="3244535"/>
              </a:tblGrid>
              <a:tr h="0">
                <a:tc>
                  <a:txBody>
                    <a:bodyPr/>
                    <a:lstStyle/>
                    <a:p>
                      <a:pPr indent="177800" algn="ctr">
                        <a:spcAft>
                          <a:spcPts val="0"/>
                        </a:spcAft>
                      </a:pPr>
                      <a:r>
                        <a:rPr lang="zh-CN" sz="1800" b="1" kern="0" dirty="0">
                          <a:effectLst/>
                        </a:rPr>
                        <a:t>函数</a:t>
                      </a:r>
                      <a:endParaRPr lang="zh-CN" sz="3600" b="1" kern="100" dirty="0">
                        <a:effectLst/>
                        <a:latin typeface="Calibri"/>
                        <a:ea typeface="宋体"/>
                        <a:cs typeface="Times New Roman"/>
                      </a:endParaRPr>
                    </a:p>
                  </a:txBody>
                  <a:tcPr marL="68580" marR="68580" marT="0" marB="0">
                    <a:solidFill>
                      <a:schemeClr val="accent5">
                        <a:lumMod val="75000"/>
                      </a:schemeClr>
                    </a:solidFill>
                  </a:tcPr>
                </a:tc>
                <a:tc>
                  <a:txBody>
                    <a:bodyPr/>
                    <a:lstStyle/>
                    <a:p>
                      <a:pPr indent="177800" algn="ctr">
                        <a:spcAft>
                          <a:spcPts val="0"/>
                        </a:spcAft>
                      </a:pPr>
                      <a:r>
                        <a:rPr lang="zh-CN" sz="1800" b="1" kern="0" dirty="0">
                          <a:effectLst/>
                        </a:rPr>
                        <a:t>说明</a:t>
                      </a:r>
                      <a:endParaRPr lang="zh-CN" sz="3600" b="1" kern="100" dirty="0">
                        <a:effectLst/>
                        <a:latin typeface="Calibri"/>
                        <a:ea typeface="宋体"/>
                        <a:cs typeface="Times New Roman"/>
                      </a:endParaRPr>
                    </a:p>
                  </a:txBody>
                  <a:tcPr marL="68580" marR="68580" marT="0" marB="0">
                    <a:solidFill>
                      <a:schemeClr val="accent5">
                        <a:lumMod val="75000"/>
                      </a:schemeClr>
                    </a:solidFill>
                  </a:tcPr>
                </a:tc>
              </a:tr>
              <a:tr h="0">
                <a:tc>
                  <a:txBody>
                    <a:bodyPr/>
                    <a:lstStyle/>
                    <a:p>
                      <a:pPr indent="177165" algn="l">
                        <a:spcAft>
                          <a:spcPts val="0"/>
                        </a:spcAft>
                      </a:pPr>
                      <a:r>
                        <a:rPr lang="en-US" sz="1800" b="1" kern="0" dirty="0" err="1">
                          <a:solidFill>
                            <a:schemeClr val="tx1"/>
                          </a:solidFill>
                          <a:effectLst/>
                        </a:rPr>
                        <a:t>OSTaskCreate</a:t>
                      </a:r>
                      <a:r>
                        <a:rPr lang="en-US" sz="1800" b="1" kern="0" dirty="0">
                          <a:solidFill>
                            <a:schemeClr val="tx1"/>
                          </a:solidFill>
                          <a:effectLst/>
                        </a:rPr>
                        <a:t>();</a:t>
                      </a:r>
                      <a:endParaRPr lang="zh-CN" sz="3600" b="1" kern="100" dirty="0">
                        <a:solidFill>
                          <a:schemeClr val="tx1"/>
                        </a:solidFill>
                        <a:effectLst/>
                        <a:latin typeface="Calibri"/>
                        <a:ea typeface="宋体"/>
                        <a:cs typeface="Times New Roman"/>
                      </a:endParaRPr>
                    </a:p>
                  </a:txBody>
                  <a:tcPr marL="68580" marR="68580" marT="0" marB="0">
                    <a:solidFill>
                      <a:schemeClr val="accent5">
                        <a:lumMod val="20000"/>
                        <a:lumOff val="80000"/>
                      </a:schemeClr>
                    </a:solidFill>
                  </a:tcPr>
                </a:tc>
                <a:tc>
                  <a:txBody>
                    <a:bodyPr/>
                    <a:lstStyle/>
                    <a:p>
                      <a:pPr indent="177165" algn="l">
                        <a:spcAft>
                          <a:spcPts val="0"/>
                        </a:spcAft>
                      </a:pPr>
                      <a:r>
                        <a:rPr lang="zh-CN" sz="1800" b="1" kern="0" dirty="0">
                          <a:solidFill>
                            <a:schemeClr val="tx1"/>
                          </a:solidFill>
                          <a:effectLst/>
                        </a:rPr>
                        <a:t>创建任务</a:t>
                      </a:r>
                      <a:endParaRPr lang="zh-CN" sz="3600" b="1" kern="100" dirty="0">
                        <a:solidFill>
                          <a:schemeClr val="tx1"/>
                        </a:solidFill>
                        <a:effectLst/>
                        <a:latin typeface="Calibri"/>
                        <a:ea typeface="宋体"/>
                        <a:cs typeface="Times New Roman"/>
                      </a:endParaRPr>
                    </a:p>
                  </a:txBody>
                  <a:tcPr marL="68580" marR="68580" marT="0" marB="0">
                    <a:solidFill>
                      <a:schemeClr val="accent5">
                        <a:lumMod val="20000"/>
                        <a:lumOff val="80000"/>
                      </a:schemeClr>
                    </a:solidFill>
                  </a:tcPr>
                </a:tc>
              </a:tr>
              <a:tr h="0">
                <a:tc>
                  <a:txBody>
                    <a:bodyPr/>
                    <a:lstStyle/>
                    <a:p>
                      <a:pPr indent="177165" algn="l">
                        <a:spcAft>
                          <a:spcPts val="0"/>
                        </a:spcAft>
                      </a:pPr>
                      <a:r>
                        <a:rPr lang="en-US" sz="1800" b="1" kern="0" dirty="0" err="1">
                          <a:solidFill>
                            <a:schemeClr val="tx1"/>
                          </a:solidFill>
                          <a:effectLst/>
                        </a:rPr>
                        <a:t>OSTaskDel</a:t>
                      </a:r>
                      <a:r>
                        <a:rPr lang="en-US" sz="1800" b="1" kern="0" dirty="0">
                          <a:solidFill>
                            <a:schemeClr val="tx1"/>
                          </a:solidFill>
                          <a:effectLst/>
                        </a:rPr>
                        <a:t>();</a:t>
                      </a:r>
                      <a:endParaRPr lang="zh-CN" sz="3600" b="1" kern="100" dirty="0">
                        <a:solidFill>
                          <a:schemeClr val="tx1"/>
                        </a:solidFill>
                        <a:effectLst/>
                        <a:latin typeface="Calibri"/>
                        <a:ea typeface="宋体"/>
                        <a:cs typeface="Times New Roman"/>
                      </a:endParaRPr>
                    </a:p>
                  </a:txBody>
                  <a:tcPr marL="68580" marR="68580" marT="0" marB="0">
                    <a:solidFill>
                      <a:schemeClr val="accent5">
                        <a:lumMod val="40000"/>
                        <a:lumOff val="60000"/>
                      </a:schemeClr>
                    </a:solidFill>
                  </a:tcPr>
                </a:tc>
                <a:tc>
                  <a:txBody>
                    <a:bodyPr/>
                    <a:lstStyle/>
                    <a:p>
                      <a:pPr indent="177165" algn="l">
                        <a:spcAft>
                          <a:spcPts val="0"/>
                        </a:spcAft>
                      </a:pPr>
                      <a:r>
                        <a:rPr lang="zh-CN" sz="1800" b="1" kern="0" dirty="0">
                          <a:solidFill>
                            <a:schemeClr val="tx1"/>
                          </a:solidFill>
                          <a:effectLst/>
                        </a:rPr>
                        <a:t>删除任务</a:t>
                      </a:r>
                      <a:endParaRPr lang="zh-CN" sz="3600" b="1" kern="100" dirty="0">
                        <a:solidFill>
                          <a:schemeClr val="tx1"/>
                        </a:solidFill>
                        <a:effectLst/>
                        <a:latin typeface="Calibri"/>
                        <a:ea typeface="宋体"/>
                        <a:cs typeface="Times New Roman"/>
                      </a:endParaRPr>
                    </a:p>
                  </a:txBody>
                  <a:tcPr marL="68580" marR="68580" marT="0" marB="0">
                    <a:solidFill>
                      <a:schemeClr val="accent5">
                        <a:lumMod val="40000"/>
                        <a:lumOff val="60000"/>
                      </a:schemeClr>
                    </a:solidFill>
                  </a:tcPr>
                </a:tc>
              </a:tr>
              <a:tr h="0">
                <a:tc>
                  <a:txBody>
                    <a:bodyPr/>
                    <a:lstStyle/>
                    <a:p>
                      <a:pPr indent="177165" algn="l">
                        <a:spcAft>
                          <a:spcPts val="0"/>
                        </a:spcAft>
                      </a:pPr>
                      <a:r>
                        <a:rPr lang="en-US" sz="1800" b="1" kern="0" dirty="0" err="1">
                          <a:solidFill>
                            <a:schemeClr val="tx1"/>
                          </a:solidFill>
                          <a:effectLst/>
                        </a:rPr>
                        <a:t>OSTaskSuspend</a:t>
                      </a:r>
                      <a:r>
                        <a:rPr lang="en-US" sz="1800" b="1" kern="0" dirty="0">
                          <a:solidFill>
                            <a:schemeClr val="tx1"/>
                          </a:solidFill>
                          <a:effectLst/>
                        </a:rPr>
                        <a:t>();</a:t>
                      </a:r>
                      <a:endParaRPr lang="zh-CN" sz="3600" b="1" kern="100" dirty="0">
                        <a:solidFill>
                          <a:schemeClr val="tx1"/>
                        </a:solidFill>
                        <a:effectLst/>
                        <a:latin typeface="Calibri"/>
                        <a:ea typeface="宋体"/>
                        <a:cs typeface="Times New Roman"/>
                      </a:endParaRPr>
                    </a:p>
                  </a:txBody>
                  <a:tcPr marL="68580" marR="68580" marT="0" marB="0">
                    <a:solidFill>
                      <a:schemeClr val="accent5">
                        <a:lumMod val="20000"/>
                        <a:lumOff val="80000"/>
                      </a:schemeClr>
                    </a:solidFill>
                  </a:tcPr>
                </a:tc>
                <a:tc>
                  <a:txBody>
                    <a:bodyPr/>
                    <a:lstStyle/>
                    <a:p>
                      <a:pPr indent="177165" algn="l">
                        <a:spcAft>
                          <a:spcPts val="0"/>
                        </a:spcAft>
                      </a:pPr>
                      <a:r>
                        <a:rPr lang="zh-CN" sz="1800" b="1" kern="0" dirty="0">
                          <a:solidFill>
                            <a:schemeClr val="tx1"/>
                          </a:solidFill>
                          <a:effectLst/>
                        </a:rPr>
                        <a:t>挂起任务</a:t>
                      </a:r>
                      <a:endParaRPr lang="zh-CN" sz="3600" b="1" kern="100" dirty="0">
                        <a:solidFill>
                          <a:schemeClr val="tx1"/>
                        </a:solidFill>
                        <a:effectLst/>
                        <a:latin typeface="Calibri"/>
                        <a:ea typeface="宋体"/>
                        <a:cs typeface="Times New Roman"/>
                      </a:endParaRPr>
                    </a:p>
                  </a:txBody>
                  <a:tcPr marL="68580" marR="68580" marT="0" marB="0">
                    <a:solidFill>
                      <a:schemeClr val="accent5">
                        <a:lumMod val="20000"/>
                        <a:lumOff val="80000"/>
                      </a:schemeClr>
                    </a:solidFill>
                  </a:tcPr>
                </a:tc>
              </a:tr>
              <a:tr h="0">
                <a:tc>
                  <a:txBody>
                    <a:bodyPr/>
                    <a:lstStyle/>
                    <a:p>
                      <a:pPr indent="177165" algn="l">
                        <a:spcAft>
                          <a:spcPts val="0"/>
                        </a:spcAft>
                      </a:pPr>
                      <a:r>
                        <a:rPr lang="en-US" sz="1800" b="1" kern="0" dirty="0" err="1">
                          <a:solidFill>
                            <a:schemeClr val="tx1"/>
                          </a:solidFill>
                          <a:effectLst/>
                        </a:rPr>
                        <a:t>OSTaskResume</a:t>
                      </a:r>
                      <a:r>
                        <a:rPr lang="en-US" sz="1800" b="1" kern="0" dirty="0">
                          <a:solidFill>
                            <a:schemeClr val="tx1"/>
                          </a:solidFill>
                          <a:effectLst/>
                        </a:rPr>
                        <a:t>();</a:t>
                      </a:r>
                      <a:endParaRPr lang="zh-CN" sz="3600" b="1" kern="100" dirty="0">
                        <a:solidFill>
                          <a:schemeClr val="tx1"/>
                        </a:solidFill>
                        <a:effectLst/>
                        <a:latin typeface="Calibri"/>
                        <a:ea typeface="宋体"/>
                        <a:cs typeface="Times New Roman"/>
                      </a:endParaRPr>
                    </a:p>
                  </a:txBody>
                  <a:tcPr marL="68580" marR="68580" marT="0" marB="0">
                    <a:solidFill>
                      <a:schemeClr val="accent5">
                        <a:lumMod val="40000"/>
                        <a:lumOff val="60000"/>
                      </a:schemeClr>
                    </a:solidFill>
                  </a:tcPr>
                </a:tc>
                <a:tc>
                  <a:txBody>
                    <a:bodyPr/>
                    <a:lstStyle/>
                    <a:p>
                      <a:pPr indent="177165" algn="l">
                        <a:spcAft>
                          <a:spcPts val="0"/>
                        </a:spcAft>
                      </a:pPr>
                      <a:r>
                        <a:rPr lang="zh-CN" sz="1800" b="1" kern="0" dirty="0">
                          <a:solidFill>
                            <a:schemeClr val="tx1"/>
                          </a:solidFill>
                          <a:effectLst/>
                        </a:rPr>
                        <a:t>恢复任务</a:t>
                      </a:r>
                      <a:endParaRPr lang="zh-CN" sz="3600" b="1" kern="100" dirty="0">
                        <a:solidFill>
                          <a:schemeClr val="tx1"/>
                        </a:solidFill>
                        <a:effectLst/>
                        <a:latin typeface="Calibri"/>
                        <a:ea typeface="宋体"/>
                        <a:cs typeface="Times New Roman"/>
                      </a:endParaRPr>
                    </a:p>
                  </a:txBody>
                  <a:tcPr marL="68580" marR="68580" marT="0" marB="0">
                    <a:solidFill>
                      <a:schemeClr val="accent5">
                        <a:lumMod val="40000"/>
                        <a:lumOff val="60000"/>
                      </a:schemeClr>
                    </a:solidFill>
                  </a:tcPr>
                </a:tc>
              </a:tr>
              <a:tr h="0">
                <a:tc>
                  <a:txBody>
                    <a:bodyPr/>
                    <a:lstStyle/>
                    <a:p>
                      <a:pPr indent="177165" algn="l">
                        <a:spcAft>
                          <a:spcPts val="0"/>
                        </a:spcAft>
                      </a:pPr>
                      <a:r>
                        <a:rPr lang="en-US" sz="1800" b="1" kern="0" dirty="0" err="1">
                          <a:solidFill>
                            <a:schemeClr val="tx1"/>
                          </a:solidFill>
                          <a:effectLst/>
                        </a:rPr>
                        <a:t>OSTaskChangePrio</a:t>
                      </a:r>
                      <a:r>
                        <a:rPr lang="en-US" sz="1800" b="1" kern="0" dirty="0">
                          <a:solidFill>
                            <a:schemeClr val="tx1"/>
                          </a:solidFill>
                          <a:effectLst/>
                        </a:rPr>
                        <a:t>();</a:t>
                      </a:r>
                      <a:endParaRPr lang="zh-CN" sz="3600" b="1" kern="100" dirty="0">
                        <a:solidFill>
                          <a:schemeClr val="tx1"/>
                        </a:solidFill>
                        <a:effectLst/>
                        <a:latin typeface="Calibri"/>
                        <a:ea typeface="宋体"/>
                        <a:cs typeface="Times New Roman"/>
                      </a:endParaRPr>
                    </a:p>
                  </a:txBody>
                  <a:tcPr marL="68580" marR="68580" marT="0" marB="0">
                    <a:solidFill>
                      <a:schemeClr val="accent5">
                        <a:lumMod val="20000"/>
                        <a:lumOff val="80000"/>
                      </a:schemeClr>
                    </a:solidFill>
                  </a:tcPr>
                </a:tc>
                <a:tc>
                  <a:txBody>
                    <a:bodyPr/>
                    <a:lstStyle/>
                    <a:p>
                      <a:pPr indent="177165" algn="l">
                        <a:spcAft>
                          <a:spcPts val="0"/>
                        </a:spcAft>
                      </a:pPr>
                      <a:r>
                        <a:rPr lang="zh-CN" sz="1800" b="1" kern="0" dirty="0">
                          <a:solidFill>
                            <a:schemeClr val="tx1"/>
                          </a:solidFill>
                          <a:effectLst/>
                        </a:rPr>
                        <a:t>修改任务优先级</a:t>
                      </a:r>
                      <a:endParaRPr lang="zh-CN" sz="3600" b="1" kern="100" dirty="0">
                        <a:solidFill>
                          <a:schemeClr val="tx1"/>
                        </a:solidFill>
                        <a:effectLst/>
                        <a:latin typeface="Calibri"/>
                        <a:ea typeface="宋体"/>
                        <a:cs typeface="Times New Roman"/>
                      </a:endParaRPr>
                    </a:p>
                  </a:txBody>
                  <a:tcPr marL="68580" marR="68580" marT="0" marB="0">
                    <a:solidFill>
                      <a:schemeClr val="accent5">
                        <a:lumMod val="20000"/>
                        <a:lumOff val="80000"/>
                      </a:schemeClr>
                    </a:solidFill>
                  </a:tcPr>
                </a:tc>
              </a:tr>
              <a:tr h="0">
                <a:tc>
                  <a:txBody>
                    <a:bodyPr/>
                    <a:lstStyle/>
                    <a:p>
                      <a:pPr indent="177165" algn="l">
                        <a:spcAft>
                          <a:spcPts val="0"/>
                        </a:spcAft>
                      </a:pPr>
                      <a:r>
                        <a:rPr lang="en-US" sz="1800" b="1" kern="0" dirty="0" err="1">
                          <a:solidFill>
                            <a:schemeClr val="tx1"/>
                          </a:solidFill>
                          <a:effectLst/>
                        </a:rPr>
                        <a:t>OS_TaskInit</a:t>
                      </a:r>
                      <a:r>
                        <a:rPr lang="en-US" sz="1800" b="1" kern="0" dirty="0">
                          <a:solidFill>
                            <a:schemeClr val="tx1"/>
                          </a:solidFill>
                          <a:effectLst/>
                        </a:rPr>
                        <a:t>();</a:t>
                      </a:r>
                      <a:endParaRPr lang="zh-CN" sz="3600" b="1" kern="100" dirty="0">
                        <a:solidFill>
                          <a:schemeClr val="tx1"/>
                        </a:solidFill>
                        <a:effectLst/>
                        <a:latin typeface="Calibri"/>
                        <a:ea typeface="宋体"/>
                        <a:cs typeface="Times New Roman"/>
                      </a:endParaRPr>
                    </a:p>
                  </a:txBody>
                  <a:tcPr marL="68580" marR="68580" marT="0" marB="0">
                    <a:solidFill>
                      <a:schemeClr val="accent5">
                        <a:lumMod val="40000"/>
                        <a:lumOff val="60000"/>
                      </a:schemeClr>
                    </a:solidFill>
                  </a:tcPr>
                </a:tc>
                <a:tc>
                  <a:txBody>
                    <a:bodyPr/>
                    <a:lstStyle/>
                    <a:p>
                      <a:pPr indent="177165" algn="l">
                        <a:spcAft>
                          <a:spcPts val="0"/>
                        </a:spcAft>
                      </a:pPr>
                      <a:r>
                        <a:rPr lang="zh-CN" sz="1800" b="1" kern="0" dirty="0">
                          <a:solidFill>
                            <a:schemeClr val="tx1"/>
                          </a:solidFill>
                          <a:effectLst/>
                        </a:rPr>
                        <a:t>任务初始化</a:t>
                      </a:r>
                      <a:endParaRPr lang="zh-CN" sz="3600" b="1" kern="100" dirty="0">
                        <a:solidFill>
                          <a:schemeClr val="tx1"/>
                        </a:solidFill>
                        <a:effectLst/>
                        <a:latin typeface="Calibri"/>
                        <a:ea typeface="宋体"/>
                        <a:cs typeface="Times New Roman"/>
                      </a:endParaRPr>
                    </a:p>
                  </a:txBody>
                  <a:tcPr marL="68580" marR="68580" marT="0" marB="0">
                    <a:solidFill>
                      <a:schemeClr val="accent5">
                        <a:lumMod val="40000"/>
                        <a:lumOff val="60000"/>
                      </a:schemeClr>
                    </a:solidFill>
                  </a:tcPr>
                </a:tc>
              </a:tr>
              <a:tr h="0">
                <a:tc>
                  <a:txBody>
                    <a:bodyPr/>
                    <a:lstStyle/>
                    <a:p>
                      <a:pPr indent="177165" algn="l">
                        <a:spcAft>
                          <a:spcPts val="0"/>
                        </a:spcAft>
                      </a:pPr>
                      <a:r>
                        <a:rPr lang="en-US" sz="1800" b="1" kern="0" dirty="0" err="1">
                          <a:solidFill>
                            <a:schemeClr val="tx1"/>
                          </a:solidFill>
                          <a:effectLst/>
                        </a:rPr>
                        <a:t>OS_TaskInitTCB</a:t>
                      </a:r>
                      <a:r>
                        <a:rPr lang="en-US" sz="1800" b="1" kern="0" dirty="0">
                          <a:solidFill>
                            <a:schemeClr val="tx1"/>
                          </a:solidFill>
                          <a:effectLst/>
                        </a:rPr>
                        <a:t>();</a:t>
                      </a:r>
                      <a:endParaRPr lang="zh-CN" sz="3600" b="1" kern="100" dirty="0">
                        <a:solidFill>
                          <a:schemeClr val="tx1"/>
                        </a:solidFill>
                        <a:effectLst/>
                        <a:latin typeface="Calibri"/>
                        <a:ea typeface="宋体"/>
                        <a:cs typeface="Times New Roman"/>
                      </a:endParaRPr>
                    </a:p>
                  </a:txBody>
                  <a:tcPr marL="68580" marR="68580" marT="0" marB="0">
                    <a:solidFill>
                      <a:schemeClr val="accent5">
                        <a:lumMod val="20000"/>
                        <a:lumOff val="80000"/>
                      </a:schemeClr>
                    </a:solidFill>
                  </a:tcPr>
                </a:tc>
                <a:tc>
                  <a:txBody>
                    <a:bodyPr/>
                    <a:lstStyle/>
                    <a:p>
                      <a:pPr indent="177165" algn="l">
                        <a:spcAft>
                          <a:spcPts val="0"/>
                        </a:spcAft>
                      </a:pPr>
                      <a:r>
                        <a:rPr lang="zh-CN" sz="1800" b="1" kern="0" dirty="0">
                          <a:solidFill>
                            <a:schemeClr val="tx1"/>
                          </a:solidFill>
                          <a:effectLst/>
                        </a:rPr>
                        <a:t>初始化堆栈的默认值</a:t>
                      </a:r>
                      <a:endParaRPr lang="zh-CN" sz="3600" b="1" kern="100" dirty="0">
                        <a:solidFill>
                          <a:schemeClr val="tx1"/>
                        </a:solidFill>
                        <a:effectLst/>
                        <a:latin typeface="Calibri"/>
                        <a:ea typeface="宋体"/>
                        <a:cs typeface="Times New Roman"/>
                      </a:endParaRPr>
                    </a:p>
                  </a:txBody>
                  <a:tcPr marL="68580" marR="68580" marT="0" marB="0">
                    <a:solidFill>
                      <a:schemeClr val="accent5">
                        <a:lumMod val="20000"/>
                        <a:lumOff val="80000"/>
                      </a:schemeClr>
                    </a:solidFill>
                  </a:tcPr>
                </a:tc>
              </a:tr>
              <a:tr h="0">
                <a:tc>
                  <a:txBody>
                    <a:bodyPr/>
                    <a:lstStyle/>
                    <a:p>
                      <a:pPr indent="177165" algn="l">
                        <a:spcAft>
                          <a:spcPts val="0"/>
                        </a:spcAft>
                      </a:pPr>
                      <a:r>
                        <a:rPr lang="en-US" sz="1800" b="1" kern="0" dirty="0" err="1">
                          <a:solidFill>
                            <a:schemeClr val="tx1"/>
                          </a:solidFill>
                          <a:effectLst/>
                        </a:rPr>
                        <a:t>OSTaskSemPend</a:t>
                      </a:r>
                      <a:r>
                        <a:rPr lang="en-US" sz="1800" b="1" kern="0" dirty="0">
                          <a:solidFill>
                            <a:schemeClr val="tx1"/>
                          </a:solidFill>
                          <a:effectLst/>
                        </a:rPr>
                        <a:t>();</a:t>
                      </a:r>
                      <a:endParaRPr lang="zh-CN" sz="3600" b="1" kern="100" dirty="0">
                        <a:solidFill>
                          <a:schemeClr val="tx1"/>
                        </a:solidFill>
                        <a:effectLst/>
                        <a:latin typeface="Calibri"/>
                        <a:ea typeface="宋体"/>
                        <a:cs typeface="Times New Roman"/>
                      </a:endParaRPr>
                    </a:p>
                  </a:txBody>
                  <a:tcPr marL="68580" marR="68580" marT="0" marB="0">
                    <a:solidFill>
                      <a:schemeClr val="accent5">
                        <a:lumMod val="40000"/>
                        <a:lumOff val="60000"/>
                      </a:schemeClr>
                    </a:solidFill>
                  </a:tcPr>
                </a:tc>
                <a:tc>
                  <a:txBody>
                    <a:bodyPr/>
                    <a:lstStyle/>
                    <a:p>
                      <a:pPr indent="177165" algn="just">
                        <a:spcAft>
                          <a:spcPts val="0"/>
                        </a:spcAft>
                      </a:pPr>
                      <a:r>
                        <a:rPr lang="zh-CN" sz="1800" b="1" kern="0" dirty="0">
                          <a:solidFill>
                            <a:schemeClr val="tx1"/>
                          </a:solidFill>
                          <a:effectLst/>
                        </a:rPr>
                        <a:t>等待接收任务信号量</a:t>
                      </a:r>
                      <a:endParaRPr lang="zh-CN" sz="3600" b="1" kern="100" dirty="0">
                        <a:solidFill>
                          <a:schemeClr val="tx1"/>
                        </a:solidFill>
                        <a:effectLst/>
                        <a:latin typeface="Calibri"/>
                        <a:ea typeface="宋体"/>
                        <a:cs typeface="Times New Roman"/>
                      </a:endParaRPr>
                    </a:p>
                  </a:txBody>
                  <a:tcPr marL="68580" marR="68580" marT="0" marB="0">
                    <a:solidFill>
                      <a:schemeClr val="accent5">
                        <a:lumMod val="40000"/>
                        <a:lumOff val="60000"/>
                      </a:schemeClr>
                    </a:solidFill>
                  </a:tcPr>
                </a:tc>
              </a:tr>
              <a:tr h="0">
                <a:tc>
                  <a:txBody>
                    <a:bodyPr/>
                    <a:lstStyle/>
                    <a:p>
                      <a:pPr indent="177165" algn="l">
                        <a:spcAft>
                          <a:spcPts val="0"/>
                        </a:spcAft>
                      </a:pPr>
                      <a:r>
                        <a:rPr lang="en-US" sz="1800" b="1" kern="0" dirty="0" err="1">
                          <a:solidFill>
                            <a:schemeClr val="tx1"/>
                          </a:solidFill>
                          <a:effectLst/>
                        </a:rPr>
                        <a:t>OSTaskSemPendAbort</a:t>
                      </a:r>
                      <a:r>
                        <a:rPr lang="en-US" sz="1800" b="1" kern="0" dirty="0">
                          <a:solidFill>
                            <a:schemeClr val="tx1"/>
                          </a:solidFill>
                          <a:effectLst/>
                        </a:rPr>
                        <a:t>();</a:t>
                      </a:r>
                      <a:endParaRPr lang="zh-CN" sz="3600" b="1" kern="100" dirty="0">
                        <a:solidFill>
                          <a:schemeClr val="tx1"/>
                        </a:solidFill>
                        <a:effectLst/>
                        <a:latin typeface="Calibri"/>
                        <a:ea typeface="宋体"/>
                        <a:cs typeface="Times New Roman"/>
                      </a:endParaRPr>
                    </a:p>
                  </a:txBody>
                  <a:tcPr marL="68580" marR="68580" marT="0" marB="0">
                    <a:solidFill>
                      <a:schemeClr val="accent5">
                        <a:lumMod val="20000"/>
                        <a:lumOff val="80000"/>
                      </a:schemeClr>
                    </a:solidFill>
                  </a:tcPr>
                </a:tc>
                <a:tc>
                  <a:txBody>
                    <a:bodyPr/>
                    <a:lstStyle/>
                    <a:p>
                      <a:pPr indent="177165" algn="just">
                        <a:spcAft>
                          <a:spcPts val="0"/>
                        </a:spcAft>
                      </a:pPr>
                      <a:r>
                        <a:rPr lang="zh-CN" sz="1800" b="1" kern="0" dirty="0">
                          <a:solidFill>
                            <a:schemeClr val="tx1"/>
                          </a:solidFill>
                          <a:effectLst/>
                        </a:rPr>
                        <a:t>终止等待任务信号</a:t>
                      </a:r>
                      <a:endParaRPr lang="zh-CN" sz="3600" b="1" kern="100" dirty="0">
                        <a:solidFill>
                          <a:schemeClr val="tx1"/>
                        </a:solidFill>
                        <a:effectLst/>
                        <a:latin typeface="Calibri"/>
                        <a:ea typeface="宋体"/>
                        <a:cs typeface="Times New Roman"/>
                      </a:endParaRPr>
                    </a:p>
                  </a:txBody>
                  <a:tcPr marL="68580" marR="68580" marT="0" marB="0">
                    <a:solidFill>
                      <a:schemeClr val="accent5">
                        <a:lumMod val="20000"/>
                        <a:lumOff val="80000"/>
                      </a:schemeClr>
                    </a:solidFill>
                  </a:tcPr>
                </a:tc>
              </a:tr>
              <a:tr h="0">
                <a:tc>
                  <a:txBody>
                    <a:bodyPr/>
                    <a:lstStyle/>
                    <a:p>
                      <a:pPr indent="177165" algn="l">
                        <a:spcAft>
                          <a:spcPts val="0"/>
                        </a:spcAft>
                      </a:pPr>
                      <a:r>
                        <a:rPr lang="en-US" sz="1800" b="1" kern="0" dirty="0" err="1">
                          <a:solidFill>
                            <a:schemeClr val="tx1"/>
                          </a:solidFill>
                          <a:effectLst/>
                        </a:rPr>
                        <a:t>OSTaskQPend</a:t>
                      </a:r>
                      <a:r>
                        <a:rPr lang="en-US" sz="1800" b="1" kern="0" dirty="0">
                          <a:solidFill>
                            <a:schemeClr val="tx1"/>
                          </a:solidFill>
                          <a:effectLst/>
                        </a:rPr>
                        <a:t>();</a:t>
                      </a:r>
                      <a:endParaRPr lang="zh-CN" sz="3600" b="1" kern="100" dirty="0">
                        <a:solidFill>
                          <a:schemeClr val="tx1"/>
                        </a:solidFill>
                        <a:effectLst/>
                        <a:latin typeface="Calibri"/>
                        <a:ea typeface="宋体"/>
                        <a:cs typeface="Times New Roman"/>
                      </a:endParaRPr>
                    </a:p>
                  </a:txBody>
                  <a:tcPr marL="68580" marR="68580" marT="0" marB="0">
                    <a:solidFill>
                      <a:schemeClr val="accent5">
                        <a:lumMod val="40000"/>
                        <a:lumOff val="60000"/>
                      </a:schemeClr>
                    </a:solidFill>
                  </a:tcPr>
                </a:tc>
                <a:tc>
                  <a:txBody>
                    <a:bodyPr/>
                    <a:lstStyle/>
                    <a:p>
                      <a:pPr indent="177165" algn="just">
                        <a:spcAft>
                          <a:spcPts val="0"/>
                        </a:spcAft>
                      </a:pPr>
                      <a:r>
                        <a:rPr lang="zh-CN" sz="1800" b="1" kern="0" dirty="0">
                          <a:solidFill>
                            <a:schemeClr val="tx1"/>
                          </a:solidFill>
                          <a:effectLst/>
                        </a:rPr>
                        <a:t>等待接收一个消息</a:t>
                      </a:r>
                      <a:endParaRPr lang="zh-CN" sz="3600" b="1" kern="100" dirty="0">
                        <a:solidFill>
                          <a:schemeClr val="tx1"/>
                        </a:solidFill>
                        <a:effectLst/>
                        <a:latin typeface="Calibri"/>
                        <a:ea typeface="宋体"/>
                        <a:cs typeface="Times New Roman"/>
                      </a:endParaRPr>
                    </a:p>
                  </a:txBody>
                  <a:tcPr marL="68580" marR="68580" marT="0" marB="0">
                    <a:solidFill>
                      <a:schemeClr val="accent5">
                        <a:lumMod val="40000"/>
                        <a:lumOff val="60000"/>
                      </a:schemeClr>
                    </a:solidFill>
                  </a:tcPr>
                </a:tc>
              </a:tr>
              <a:tr h="0">
                <a:tc>
                  <a:txBody>
                    <a:bodyPr/>
                    <a:lstStyle/>
                    <a:p>
                      <a:pPr indent="177165" algn="l">
                        <a:spcAft>
                          <a:spcPts val="0"/>
                        </a:spcAft>
                      </a:pPr>
                      <a:r>
                        <a:rPr lang="en-US" sz="1800" b="1" kern="0" dirty="0" err="1">
                          <a:solidFill>
                            <a:schemeClr val="tx1"/>
                          </a:solidFill>
                          <a:effectLst/>
                        </a:rPr>
                        <a:t>OSTaskQPost</a:t>
                      </a:r>
                      <a:r>
                        <a:rPr lang="en-US" sz="1800" b="1" kern="0" dirty="0">
                          <a:solidFill>
                            <a:schemeClr val="tx1"/>
                          </a:solidFill>
                          <a:effectLst/>
                        </a:rPr>
                        <a:t>();</a:t>
                      </a:r>
                      <a:endParaRPr lang="zh-CN" sz="3600" b="1" kern="100" dirty="0">
                        <a:solidFill>
                          <a:schemeClr val="tx1"/>
                        </a:solidFill>
                        <a:effectLst/>
                        <a:latin typeface="Calibri"/>
                        <a:ea typeface="宋体"/>
                        <a:cs typeface="Times New Roman"/>
                      </a:endParaRPr>
                    </a:p>
                  </a:txBody>
                  <a:tcPr marL="68580" marR="68580" marT="0" marB="0">
                    <a:solidFill>
                      <a:schemeClr val="accent5">
                        <a:lumMod val="20000"/>
                        <a:lumOff val="80000"/>
                      </a:schemeClr>
                    </a:solidFill>
                  </a:tcPr>
                </a:tc>
                <a:tc>
                  <a:txBody>
                    <a:bodyPr/>
                    <a:lstStyle/>
                    <a:p>
                      <a:pPr indent="177165" algn="just">
                        <a:spcAft>
                          <a:spcPts val="0"/>
                        </a:spcAft>
                      </a:pPr>
                      <a:r>
                        <a:rPr lang="zh-CN" sz="1800" b="1" kern="0" dirty="0">
                          <a:solidFill>
                            <a:schemeClr val="tx1"/>
                          </a:solidFill>
                          <a:effectLst/>
                        </a:rPr>
                        <a:t>发送信息给任务</a:t>
                      </a:r>
                      <a:endParaRPr lang="zh-CN" sz="3600" b="1" kern="100" dirty="0">
                        <a:solidFill>
                          <a:schemeClr val="tx1"/>
                        </a:solidFill>
                        <a:effectLst/>
                        <a:latin typeface="Calibri"/>
                        <a:ea typeface="宋体"/>
                        <a:cs typeface="Times New Roman"/>
                      </a:endParaRPr>
                    </a:p>
                  </a:txBody>
                  <a:tcPr marL="68580" marR="68580" marT="0" marB="0">
                    <a:solidFill>
                      <a:schemeClr val="accent5">
                        <a:lumMod val="20000"/>
                        <a:lumOff val="80000"/>
                      </a:schemeClr>
                    </a:solidFill>
                  </a:tcPr>
                </a:tc>
              </a:tr>
            </a:tbl>
          </a:graphicData>
        </a:graphic>
      </p:graphicFrame>
    </p:spTree>
    <p:extLst>
      <p:ext uri="{BB962C8B-B14F-4D97-AF65-F5344CB8AC3E}">
        <p14:creationId xmlns:p14="http://schemas.microsoft.com/office/powerpoint/2010/main" val="285974571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9239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741730" cy="461665"/>
          </a:xfrm>
          <a:prstGeom prst="rect">
            <a:avLst/>
          </a:prstGeom>
        </p:spPr>
        <p:txBody>
          <a:bodyPr wrap="none">
            <a:spAutoFit/>
          </a:bodyPr>
          <a:lstStyle/>
          <a:p>
            <a:r>
              <a:rPr lang="en-US" altLang="zh-CN" sz="2400" b="1" dirty="0">
                <a:solidFill>
                  <a:schemeClr val="bg1"/>
                </a:solidFill>
              </a:rPr>
              <a:t>12.3.2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时钟和中断</a:t>
            </a:r>
          </a:p>
        </p:txBody>
      </p:sp>
      <p:sp>
        <p:nvSpPr>
          <p:cNvPr id="10" name="矩形 9"/>
          <p:cNvSpPr/>
          <p:nvPr/>
        </p:nvSpPr>
        <p:spPr>
          <a:xfrm>
            <a:off x="467544" y="1106927"/>
            <a:ext cx="3240360" cy="355481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285750" indent="-285750">
              <a:lnSpc>
                <a:spcPct val="125000"/>
              </a:lnSpc>
              <a:buClr>
                <a:schemeClr val="accent3">
                  <a:lumMod val="75000"/>
                </a:schemeClr>
              </a:buClr>
              <a:buFont typeface="Wingdings" pitchFamily="2" charset="2"/>
              <a:buChar char="Ø"/>
            </a:pPr>
            <a:r>
              <a:rPr lang="zh-CN" altLang="en-US" b="1" dirty="0">
                <a:solidFill>
                  <a:prstClr val="black"/>
                </a:solidFill>
              </a:rPr>
              <a:t>时钟</a:t>
            </a:r>
            <a:r>
              <a:rPr lang="zh-CN" altLang="en-US" b="1" dirty="0" smtClean="0">
                <a:solidFill>
                  <a:prstClr val="black"/>
                </a:solidFill>
              </a:rPr>
              <a:t>节拍（操作系统</a:t>
            </a:r>
            <a:r>
              <a:rPr lang="zh-CN" altLang="en-US" b="1" dirty="0">
                <a:solidFill>
                  <a:prstClr val="black"/>
                </a:solidFill>
              </a:rPr>
              <a:t>的</a:t>
            </a:r>
            <a:r>
              <a:rPr lang="zh-CN" altLang="en-US" b="1" dirty="0" smtClean="0">
                <a:solidFill>
                  <a:prstClr val="black"/>
                </a:solidFill>
              </a:rPr>
              <a:t>时基）实现</a:t>
            </a:r>
            <a:r>
              <a:rPr lang="zh-CN" altLang="en-US" b="1" dirty="0">
                <a:solidFill>
                  <a:prstClr val="black"/>
                </a:solidFill>
              </a:rPr>
              <a:t>时间的管理（延时、超时确认等</a:t>
            </a:r>
            <a:r>
              <a:rPr lang="zh-CN" altLang="en-US" b="1" dirty="0" smtClean="0">
                <a:solidFill>
                  <a:prstClr val="black"/>
                </a:solidFill>
              </a:rPr>
              <a:t>）；</a:t>
            </a:r>
            <a:endParaRPr lang="en-US" altLang="zh-CN" b="1" dirty="0" smtClean="0">
              <a:solidFill>
                <a:prstClr val="black"/>
              </a:solidFill>
            </a:endParaRPr>
          </a:p>
          <a:p>
            <a:pPr marL="285750" indent="-285750">
              <a:lnSpc>
                <a:spcPct val="125000"/>
              </a:lnSpc>
              <a:buClr>
                <a:schemeClr val="accent3">
                  <a:lumMod val="75000"/>
                </a:schemeClr>
              </a:buClr>
              <a:buFont typeface="Wingdings" pitchFamily="2" charset="2"/>
              <a:buChar char="Ø"/>
            </a:pPr>
            <a:r>
              <a:rPr lang="en-US" altLang="zh-CN" b="1" dirty="0" smtClean="0">
                <a:solidFill>
                  <a:prstClr val="black"/>
                </a:solidFill>
              </a:rPr>
              <a:t>STM32</a:t>
            </a:r>
            <a:r>
              <a:rPr lang="zh-CN" altLang="en-US" b="1" dirty="0">
                <a:solidFill>
                  <a:prstClr val="black"/>
                </a:solidFill>
              </a:rPr>
              <a:t>采用</a:t>
            </a:r>
            <a:r>
              <a:rPr lang="en-US" altLang="zh-CN" b="1" dirty="0">
                <a:solidFill>
                  <a:prstClr val="black"/>
                </a:solidFill>
              </a:rPr>
              <a:t>Cortex-M3</a:t>
            </a:r>
            <a:r>
              <a:rPr lang="zh-CN" altLang="en-US" b="1" dirty="0">
                <a:solidFill>
                  <a:prstClr val="black"/>
                </a:solidFill>
              </a:rPr>
              <a:t>内核提供的</a:t>
            </a:r>
            <a:r>
              <a:rPr lang="en-US" altLang="zh-CN" b="1" dirty="0" err="1">
                <a:solidFill>
                  <a:prstClr val="black"/>
                </a:solidFill>
              </a:rPr>
              <a:t>SysTick</a:t>
            </a:r>
            <a:r>
              <a:rPr lang="zh-CN" altLang="en-US" b="1" dirty="0">
                <a:solidFill>
                  <a:prstClr val="black"/>
                </a:solidFill>
              </a:rPr>
              <a:t>定时器产生系统时钟节拍，是一个周期为毫秒级的系统</a:t>
            </a:r>
            <a:r>
              <a:rPr lang="zh-CN" altLang="en-US" b="1" dirty="0" smtClean="0">
                <a:solidFill>
                  <a:prstClr val="black"/>
                </a:solidFill>
              </a:rPr>
              <a:t>时钟；</a:t>
            </a:r>
            <a:endParaRPr lang="zh-CN" altLang="en-US" b="1" dirty="0">
              <a:solidFill>
                <a:prstClr val="black"/>
              </a:solidFill>
            </a:endParaRPr>
          </a:p>
          <a:p>
            <a:pPr marL="285750" indent="-285750">
              <a:lnSpc>
                <a:spcPct val="125000"/>
              </a:lnSpc>
              <a:buClr>
                <a:schemeClr val="accent3">
                  <a:lumMod val="75000"/>
                </a:schemeClr>
              </a:buClr>
              <a:buFont typeface="Wingdings" pitchFamily="2" charset="2"/>
              <a:buChar char="Ø"/>
            </a:pPr>
            <a:r>
              <a:rPr lang="en-US" altLang="zh-CN" b="1" dirty="0" err="1">
                <a:solidFill>
                  <a:prstClr val="black"/>
                </a:solidFill>
              </a:rPr>
              <a:t>uC</a:t>
            </a:r>
            <a:r>
              <a:rPr lang="en-US" altLang="zh-CN" b="1" dirty="0">
                <a:solidFill>
                  <a:prstClr val="black"/>
                </a:solidFill>
              </a:rPr>
              <a:t>/OS-III</a:t>
            </a:r>
            <a:r>
              <a:rPr lang="zh-CN" altLang="en-US" b="1" dirty="0">
                <a:solidFill>
                  <a:prstClr val="black"/>
                </a:solidFill>
              </a:rPr>
              <a:t>允许</a:t>
            </a:r>
            <a:r>
              <a:rPr lang="zh-CN" altLang="en-US" b="1" dirty="0" smtClean="0">
                <a:solidFill>
                  <a:prstClr val="black"/>
                </a:solidFill>
              </a:rPr>
              <a:t>用户通过</a:t>
            </a:r>
            <a:r>
              <a:rPr lang="zh-CN" altLang="en-US" b="1" dirty="0">
                <a:solidFill>
                  <a:prstClr val="black"/>
                </a:solidFill>
              </a:rPr>
              <a:t>配置宏的值来设定系统时钟节拍的频率，范围为</a:t>
            </a:r>
            <a:r>
              <a:rPr lang="en-US" altLang="zh-CN" b="1" dirty="0" smtClean="0">
                <a:solidFill>
                  <a:prstClr val="black"/>
                </a:solidFill>
              </a:rPr>
              <a:t>10~1000Hz</a:t>
            </a:r>
            <a:r>
              <a:rPr lang="zh-CN" altLang="en-US" b="1" dirty="0" smtClean="0">
                <a:solidFill>
                  <a:prstClr val="black"/>
                </a:solidFill>
              </a:rPr>
              <a:t>。</a:t>
            </a:r>
            <a:endParaRPr lang="zh-CN" altLang="en-US" b="1" dirty="0">
              <a:solidFill>
                <a:prstClr val="black"/>
              </a:solidFill>
            </a:endParaRPr>
          </a:p>
        </p:txBody>
      </p:sp>
      <p:sp>
        <p:nvSpPr>
          <p:cNvPr id="2" name="矩形 1"/>
          <p:cNvSpPr/>
          <p:nvPr/>
        </p:nvSpPr>
        <p:spPr>
          <a:xfrm>
            <a:off x="4499992" y="406932"/>
            <a:ext cx="1511952" cy="369332"/>
          </a:xfrm>
          <a:prstGeom prst="rect">
            <a:avLst/>
          </a:prstGeom>
        </p:spPr>
        <p:txBody>
          <a:bodyPr wrap="none">
            <a:spAutoFit/>
          </a:bodyPr>
          <a:lstStyle/>
          <a:p>
            <a:r>
              <a:rPr lang="en-US" altLang="zh-CN" b="1" dirty="0" err="1">
                <a:solidFill>
                  <a:srgbClr val="C00000"/>
                </a:solidFill>
              </a:rPr>
              <a:t>uC</a:t>
            </a:r>
            <a:r>
              <a:rPr lang="en-US" altLang="zh-CN" b="1" dirty="0">
                <a:solidFill>
                  <a:srgbClr val="C00000"/>
                </a:solidFill>
              </a:rPr>
              <a:t>/OS-III</a:t>
            </a:r>
            <a:r>
              <a:rPr lang="zh-CN" altLang="zh-CN" b="1" dirty="0">
                <a:solidFill>
                  <a:srgbClr val="C00000"/>
                </a:solidFill>
              </a:rPr>
              <a:t>时钟</a:t>
            </a:r>
            <a:endParaRPr lang="zh-CN" altLang="en-US" dirty="0">
              <a:solidFill>
                <a:srgbClr val="C00000"/>
              </a:solidFill>
            </a:endParaRPr>
          </a:p>
        </p:txBody>
      </p:sp>
      <p:pic>
        <p:nvPicPr>
          <p:cNvPr id="13" name="图片 12" descr="C:\Users\DELL\Desktop\Snipaste_2019-04-07_13-57-54.jpg"/>
          <p:cNvPicPr/>
          <p:nvPr/>
        </p:nvPicPr>
        <p:blipFill>
          <a:blip r:embed="rId3">
            <a:extLst>
              <a:ext uri="{28A0092B-C50C-407E-A947-70E740481C1C}">
                <a14:useLocalDpi xmlns:a14="http://schemas.microsoft.com/office/drawing/2010/main" val="0"/>
              </a:ext>
            </a:extLst>
          </a:blip>
          <a:srcRect/>
          <a:stretch>
            <a:fillRect/>
          </a:stretch>
        </p:blipFill>
        <p:spPr bwMode="auto">
          <a:xfrm>
            <a:off x="3919088" y="1286056"/>
            <a:ext cx="4986127" cy="3196559"/>
          </a:xfrm>
          <a:prstGeom prst="rect">
            <a:avLst/>
          </a:prstGeom>
          <a:noFill/>
          <a:ln>
            <a:noFill/>
          </a:ln>
        </p:spPr>
      </p:pic>
    </p:spTree>
    <p:extLst>
      <p:ext uri="{BB962C8B-B14F-4D97-AF65-F5344CB8AC3E}">
        <p14:creationId xmlns:p14="http://schemas.microsoft.com/office/powerpoint/2010/main" val="189980984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9239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741730" cy="461665"/>
          </a:xfrm>
          <a:prstGeom prst="rect">
            <a:avLst/>
          </a:prstGeom>
        </p:spPr>
        <p:txBody>
          <a:bodyPr wrap="none">
            <a:spAutoFit/>
          </a:bodyPr>
          <a:lstStyle/>
          <a:p>
            <a:r>
              <a:rPr lang="en-US" altLang="zh-CN" sz="2400" b="1" dirty="0">
                <a:solidFill>
                  <a:schemeClr val="bg1"/>
                </a:solidFill>
              </a:rPr>
              <a:t>12.3.2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时钟和中断</a:t>
            </a:r>
          </a:p>
        </p:txBody>
      </p:sp>
      <p:sp>
        <p:nvSpPr>
          <p:cNvPr id="10" name="矩形 9"/>
          <p:cNvSpPr/>
          <p:nvPr/>
        </p:nvSpPr>
        <p:spPr>
          <a:xfrm>
            <a:off x="467544" y="2085692"/>
            <a:ext cx="3888432" cy="286232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nSpc>
                <a:spcPct val="125000"/>
              </a:lnSpc>
              <a:buClr>
                <a:schemeClr val="accent3">
                  <a:lumMod val="75000"/>
                </a:schemeClr>
              </a:buClr>
            </a:pPr>
            <a:r>
              <a:rPr lang="zh-CN" altLang="en-US" sz="1600" b="1" dirty="0" smtClean="0">
                <a:solidFill>
                  <a:prstClr val="black"/>
                </a:solidFill>
              </a:rPr>
              <a:t>  </a:t>
            </a:r>
            <a:r>
              <a:rPr lang="en-GB" altLang="zh-CN" sz="1600" b="1" dirty="0" smtClean="0">
                <a:solidFill>
                  <a:prstClr val="black"/>
                </a:solidFill>
              </a:rPr>
              <a:t>static  </a:t>
            </a:r>
            <a:r>
              <a:rPr lang="en-GB" altLang="zh-CN" sz="1600" b="1" dirty="0">
                <a:solidFill>
                  <a:prstClr val="black"/>
                </a:solidFill>
              </a:rPr>
              <a:t>void  </a:t>
            </a:r>
            <a:r>
              <a:rPr lang="en-GB" altLang="zh-CN" sz="1600" b="1" dirty="0" err="1">
                <a:solidFill>
                  <a:prstClr val="black"/>
                </a:solidFill>
              </a:rPr>
              <a:t>AppTaskStart</a:t>
            </a:r>
            <a:r>
              <a:rPr lang="en-GB" altLang="zh-CN" sz="1600" b="1" dirty="0">
                <a:solidFill>
                  <a:prstClr val="black"/>
                </a:solidFill>
              </a:rPr>
              <a:t> (void *</a:t>
            </a:r>
            <a:r>
              <a:rPr lang="en-GB" altLang="zh-CN" sz="1600" b="1" dirty="0" err="1">
                <a:solidFill>
                  <a:prstClr val="black"/>
                </a:solidFill>
              </a:rPr>
              <a:t>p_arg</a:t>
            </a:r>
            <a:r>
              <a:rPr lang="en-GB" altLang="zh-CN" sz="1600" b="1" dirty="0">
                <a:solidFill>
                  <a:prstClr val="black"/>
                </a:solidFill>
              </a:rPr>
              <a:t>)</a:t>
            </a:r>
          </a:p>
          <a:p>
            <a:pPr>
              <a:lnSpc>
                <a:spcPct val="125000"/>
              </a:lnSpc>
              <a:buClr>
                <a:schemeClr val="accent3">
                  <a:lumMod val="75000"/>
                </a:schemeClr>
              </a:buClr>
            </a:pPr>
            <a:r>
              <a:rPr lang="en-GB" altLang="zh-CN" sz="1600" b="1" dirty="0">
                <a:solidFill>
                  <a:prstClr val="black"/>
                </a:solidFill>
              </a:rPr>
              <a:t>{</a:t>
            </a:r>
          </a:p>
          <a:p>
            <a:pPr>
              <a:lnSpc>
                <a:spcPct val="125000"/>
              </a:lnSpc>
              <a:buClr>
                <a:schemeClr val="accent3">
                  <a:lumMod val="75000"/>
                </a:schemeClr>
              </a:buClr>
            </a:pPr>
            <a:r>
              <a:rPr lang="en-GB" altLang="zh-CN" sz="1600" b="1" dirty="0">
                <a:solidFill>
                  <a:prstClr val="black"/>
                </a:solidFill>
              </a:rPr>
              <a:t>CPU_INT32U  </a:t>
            </a:r>
            <a:r>
              <a:rPr lang="en-GB" altLang="zh-CN" sz="1600" b="1" dirty="0" err="1">
                <a:solidFill>
                  <a:prstClr val="black"/>
                </a:solidFill>
              </a:rPr>
              <a:t>cpu_clk_freq</a:t>
            </a:r>
            <a:r>
              <a:rPr lang="en-GB" altLang="zh-CN" sz="1600" b="1" dirty="0">
                <a:solidFill>
                  <a:prstClr val="black"/>
                </a:solidFill>
              </a:rPr>
              <a:t>;</a:t>
            </a:r>
          </a:p>
          <a:p>
            <a:pPr>
              <a:lnSpc>
                <a:spcPct val="125000"/>
              </a:lnSpc>
              <a:buClr>
                <a:schemeClr val="accent3">
                  <a:lumMod val="75000"/>
                </a:schemeClr>
              </a:buClr>
            </a:pPr>
            <a:r>
              <a:rPr lang="en-GB" altLang="zh-CN" sz="1600" b="1" dirty="0">
                <a:solidFill>
                  <a:prstClr val="black"/>
                </a:solidFill>
              </a:rPr>
              <a:t>CPU_INT32U  </a:t>
            </a:r>
            <a:r>
              <a:rPr lang="en-GB" altLang="zh-CN" sz="1600" b="1" dirty="0" err="1">
                <a:solidFill>
                  <a:prstClr val="black"/>
                </a:solidFill>
              </a:rPr>
              <a:t>cnts</a:t>
            </a:r>
            <a:r>
              <a:rPr lang="en-GB" altLang="zh-CN" sz="1600" b="1" dirty="0" smtClean="0">
                <a:solidFill>
                  <a:prstClr val="black"/>
                </a:solidFill>
              </a:rPr>
              <a:t>;</a:t>
            </a:r>
          </a:p>
          <a:p>
            <a:pPr>
              <a:lnSpc>
                <a:spcPct val="125000"/>
              </a:lnSpc>
              <a:buClr>
                <a:schemeClr val="accent3">
                  <a:lumMod val="75000"/>
                </a:schemeClr>
              </a:buClr>
            </a:pPr>
            <a:endParaRPr lang="en-GB" altLang="zh-CN" sz="1600" b="1" dirty="0">
              <a:solidFill>
                <a:prstClr val="black"/>
              </a:solidFill>
            </a:endParaRPr>
          </a:p>
          <a:p>
            <a:pPr>
              <a:lnSpc>
                <a:spcPct val="125000"/>
              </a:lnSpc>
              <a:buClr>
                <a:schemeClr val="accent3">
                  <a:lumMod val="75000"/>
                </a:schemeClr>
              </a:buClr>
            </a:pPr>
            <a:r>
              <a:rPr lang="en-GB" altLang="zh-CN" sz="1600" b="1" dirty="0">
                <a:solidFill>
                  <a:prstClr val="black"/>
                </a:solidFill>
              </a:rPr>
              <a:t>OS_ERR    err;</a:t>
            </a:r>
          </a:p>
          <a:p>
            <a:pPr>
              <a:lnSpc>
                <a:spcPct val="125000"/>
              </a:lnSpc>
              <a:buClr>
                <a:schemeClr val="accent3">
                  <a:lumMod val="75000"/>
                </a:schemeClr>
              </a:buClr>
            </a:pPr>
            <a:r>
              <a:rPr lang="en-GB" altLang="zh-CN" sz="1600" b="1" dirty="0">
                <a:solidFill>
                  <a:prstClr val="black"/>
                </a:solidFill>
              </a:rPr>
              <a:t>(void)</a:t>
            </a:r>
            <a:r>
              <a:rPr lang="en-GB" altLang="zh-CN" sz="1600" b="1" dirty="0" err="1">
                <a:solidFill>
                  <a:prstClr val="black"/>
                </a:solidFill>
              </a:rPr>
              <a:t>p_arg</a:t>
            </a:r>
            <a:r>
              <a:rPr lang="en-GB" altLang="zh-CN" sz="1600" b="1" dirty="0" smtClean="0">
                <a:solidFill>
                  <a:prstClr val="black"/>
                </a:solidFill>
              </a:rPr>
              <a:t>;</a:t>
            </a:r>
          </a:p>
          <a:p>
            <a:pPr>
              <a:lnSpc>
                <a:spcPct val="125000"/>
              </a:lnSpc>
              <a:buClr>
                <a:schemeClr val="accent3">
                  <a:lumMod val="75000"/>
                </a:schemeClr>
              </a:buClr>
            </a:pPr>
            <a:r>
              <a:rPr lang="en-GB" altLang="zh-CN" sz="1600" b="1" dirty="0" err="1" smtClean="0">
                <a:solidFill>
                  <a:prstClr val="black"/>
                </a:solidFill>
              </a:rPr>
              <a:t>BSP_Init</a:t>
            </a:r>
            <a:r>
              <a:rPr lang="en-GB" altLang="zh-CN" sz="1600" b="1" dirty="0">
                <a:solidFill>
                  <a:prstClr val="black"/>
                </a:solidFill>
              </a:rPr>
              <a:t>();   </a:t>
            </a:r>
          </a:p>
          <a:p>
            <a:pPr>
              <a:lnSpc>
                <a:spcPct val="125000"/>
              </a:lnSpc>
              <a:buClr>
                <a:schemeClr val="accent3">
                  <a:lumMod val="75000"/>
                </a:schemeClr>
              </a:buClr>
            </a:pPr>
            <a:r>
              <a:rPr lang="en-GB" altLang="zh-CN" sz="1600" b="1" dirty="0" err="1">
                <a:solidFill>
                  <a:prstClr val="black"/>
                </a:solidFill>
              </a:rPr>
              <a:t>CPU_Init</a:t>
            </a:r>
            <a:r>
              <a:rPr lang="en-GB" altLang="zh-CN" sz="1600" b="1" dirty="0" smtClean="0">
                <a:solidFill>
                  <a:prstClr val="black"/>
                </a:solidFill>
              </a:rPr>
              <a:t>();</a:t>
            </a:r>
            <a:endParaRPr lang="en-GB" altLang="zh-CN" sz="1600" b="1" dirty="0">
              <a:solidFill>
                <a:prstClr val="black"/>
              </a:solidFill>
            </a:endParaRPr>
          </a:p>
        </p:txBody>
      </p:sp>
      <p:sp>
        <p:nvSpPr>
          <p:cNvPr id="3" name="矩形 2"/>
          <p:cNvSpPr/>
          <p:nvPr/>
        </p:nvSpPr>
        <p:spPr>
          <a:xfrm>
            <a:off x="395536" y="915566"/>
            <a:ext cx="4248472" cy="1100942"/>
          </a:xfrm>
          <a:prstGeom prst="rect">
            <a:avLst/>
          </a:prstGeom>
        </p:spPr>
        <p:txBody>
          <a:bodyPr wrap="square">
            <a:spAutoFit/>
          </a:bodyPr>
          <a:lstStyle/>
          <a:p>
            <a:pPr>
              <a:lnSpc>
                <a:spcPct val="125000"/>
              </a:lnSpc>
            </a:pPr>
            <a:r>
              <a:rPr lang="zh-CN" altLang="en-US" b="1" dirty="0" smtClean="0">
                <a:solidFill>
                  <a:prstClr val="black"/>
                </a:solidFill>
              </a:rPr>
              <a:t>     初始化</a:t>
            </a:r>
            <a:r>
              <a:rPr lang="zh-CN" altLang="en-US" b="1" dirty="0">
                <a:solidFill>
                  <a:prstClr val="black"/>
                </a:solidFill>
              </a:rPr>
              <a:t>时钟节拍</a:t>
            </a:r>
            <a:r>
              <a:rPr lang="en-GB" altLang="zh-CN" b="1" dirty="0" err="1">
                <a:solidFill>
                  <a:prstClr val="black"/>
                </a:solidFill>
              </a:rPr>
              <a:t>SysTick</a:t>
            </a:r>
            <a:r>
              <a:rPr lang="zh-CN" altLang="en-US" b="1" dirty="0">
                <a:solidFill>
                  <a:prstClr val="black"/>
                </a:solidFill>
              </a:rPr>
              <a:t>定时器</a:t>
            </a:r>
            <a:r>
              <a:rPr lang="zh-CN" altLang="en-US" b="1" dirty="0" smtClean="0">
                <a:solidFill>
                  <a:prstClr val="black"/>
                </a:solidFill>
              </a:rPr>
              <a:t>操作在</a:t>
            </a:r>
            <a:r>
              <a:rPr lang="zh-CN" altLang="en-US" b="1" dirty="0">
                <a:solidFill>
                  <a:prstClr val="black"/>
                </a:solidFill>
              </a:rPr>
              <a:t>应用程序</a:t>
            </a:r>
            <a:r>
              <a:rPr lang="en-GB" altLang="zh-CN" b="1" dirty="0" err="1">
                <a:solidFill>
                  <a:prstClr val="black"/>
                </a:solidFill>
              </a:rPr>
              <a:t>app.c</a:t>
            </a:r>
            <a:r>
              <a:rPr lang="zh-CN" altLang="en-US" b="1" dirty="0">
                <a:solidFill>
                  <a:prstClr val="black"/>
                </a:solidFill>
              </a:rPr>
              <a:t>文件中的起始任务</a:t>
            </a:r>
            <a:r>
              <a:rPr lang="en-GB" altLang="zh-CN" b="1" dirty="0">
                <a:solidFill>
                  <a:prstClr val="black"/>
                </a:solidFill>
              </a:rPr>
              <a:t>static void </a:t>
            </a:r>
            <a:r>
              <a:rPr lang="en-GB" altLang="zh-CN" b="1" dirty="0" err="1">
                <a:solidFill>
                  <a:prstClr val="black"/>
                </a:solidFill>
              </a:rPr>
              <a:t>AppTaskStart</a:t>
            </a:r>
            <a:r>
              <a:rPr lang="en-GB" altLang="zh-CN" b="1" dirty="0">
                <a:solidFill>
                  <a:prstClr val="black"/>
                </a:solidFill>
              </a:rPr>
              <a:t> (void *</a:t>
            </a:r>
            <a:r>
              <a:rPr lang="en-GB" altLang="zh-CN" b="1" dirty="0" err="1">
                <a:solidFill>
                  <a:prstClr val="black"/>
                </a:solidFill>
              </a:rPr>
              <a:t>p_arg</a:t>
            </a:r>
            <a:r>
              <a:rPr lang="en-GB" altLang="zh-CN" b="1" dirty="0">
                <a:solidFill>
                  <a:prstClr val="black"/>
                </a:solidFill>
              </a:rPr>
              <a:t>)</a:t>
            </a:r>
            <a:r>
              <a:rPr lang="zh-CN" altLang="en-US" b="1" dirty="0">
                <a:solidFill>
                  <a:prstClr val="black"/>
                </a:solidFill>
              </a:rPr>
              <a:t>中</a:t>
            </a:r>
            <a:r>
              <a:rPr lang="zh-CN" altLang="en-US" b="1" dirty="0" smtClean="0">
                <a:solidFill>
                  <a:prstClr val="black"/>
                </a:solidFill>
              </a:rPr>
              <a:t>实现</a:t>
            </a:r>
            <a:endParaRPr lang="zh-CN" altLang="en-US" sz="3200" dirty="0"/>
          </a:p>
        </p:txBody>
      </p:sp>
      <p:sp>
        <p:nvSpPr>
          <p:cNvPr id="6" name="矩形 5"/>
          <p:cNvSpPr/>
          <p:nvPr/>
        </p:nvSpPr>
        <p:spPr>
          <a:xfrm>
            <a:off x="4644008" y="623697"/>
            <a:ext cx="4104456" cy="413190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nSpc>
                <a:spcPct val="125000"/>
              </a:lnSpc>
              <a:buClr>
                <a:schemeClr val="accent3">
                  <a:lumMod val="75000"/>
                </a:schemeClr>
              </a:buClr>
            </a:pPr>
            <a:r>
              <a:rPr lang="en-GB" altLang="zh-CN" sz="1600" b="1" dirty="0" err="1" smtClean="0">
                <a:solidFill>
                  <a:prstClr val="black"/>
                </a:solidFill>
              </a:rPr>
              <a:t>cpu_clk_freq</a:t>
            </a:r>
            <a:r>
              <a:rPr lang="en-GB" altLang="zh-CN" sz="1600" b="1" dirty="0" smtClean="0">
                <a:solidFill>
                  <a:prstClr val="black"/>
                </a:solidFill>
              </a:rPr>
              <a:t> </a:t>
            </a:r>
            <a:r>
              <a:rPr lang="en-GB" altLang="zh-CN" sz="1600" b="1" dirty="0">
                <a:solidFill>
                  <a:prstClr val="black"/>
                </a:solidFill>
              </a:rPr>
              <a:t>= </a:t>
            </a:r>
            <a:r>
              <a:rPr lang="en-GB" altLang="zh-CN" sz="1600" b="1" dirty="0" err="1">
                <a:solidFill>
                  <a:prstClr val="black"/>
                </a:solidFill>
              </a:rPr>
              <a:t>BSP_CPU_ClkFreq</a:t>
            </a:r>
            <a:r>
              <a:rPr lang="en-GB" altLang="zh-CN" sz="1600" b="1" dirty="0">
                <a:solidFill>
                  <a:prstClr val="black"/>
                </a:solidFill>
              </a:rPr>
              <a:t>(); </a:t>
            </a:r>
          </a:p>
          <a:p>
            <a:pPr>
              <a:lnSpc>
                <a:spcPct val="125000"/>
              </a:lnSpc>
              <a:buClr>
                <a:schemeClr val="accent3">
                  <a:lumMod val="75000"/>
                </a:schemeClr>
              </a:buClr>
            </a:pPr>
            <a:r>
              <a:rPr lang="en-GB" altLang="zh-CN" sz="1600" b="1" dirty="0">
                <a:solidFill>
                  <a:prstClr val="black"/>
                </a:solidFill>
              </a:rPr>
              <a:t> //</a:t>
            </a:r>
            <a:r>
              <a:rPr lang="zh-CN" altLang="en-US" sz="1600" b="1" dirty="0">
                <a:solidFill>
                  <a:prstClr val="black"/>
                </a:solidFill>
              </a:rPr>
              <a:t>获取</a:t>
            </a:r>
            <a:r>
              <a:rPr lang="en-GB" altLang="zh-CN" sz="1600" b="1" dirty="0">
                <a:solidFill>
                  <a:prstClr val="black"/>
                </a:solidFill>
              </a:rPr>
              <a:t>CPU</a:t>
            </a:r>
            <a:r>
              <a:rPr lang="zh-CN" altLang="en-US" sz="1600" b="1" dirty="0">
                <a:solidFill>
                  <a:prstClr val="black"/>
                </a:solidFill>
              </a:rPr>
              <a:t>内核时钟频率，即</a:t>
            </a:r>
            <a:r>
              <a:rPr lang="en-GB" altLang="zh-CN" sz="1600" b="1" dirty="0" err="1">
                <a:solidFill>
                  <a:prstClr val="black"/>
                </a:solidFill>
              </a:rPr>
              <a:t>SysTick</a:t>
            </a:r>
            <a:r>
              <a:rPr lang="zh-CN" altLang="en-US" sz="1600" b="1" dirty="0">
                <a:solidFill>
                  <a:prstClr val="black"/>
                </a:solidFill>
              </a:rPr>
              <a:t>时钟</a:t>
            </a:r>
          </a:p>
          <a:p>
            <a:pPr>
              <a:lnSpc>
                <a:spcPct val="125000"/>
              </a:lnSpc>
              <a:buClr>
                <a:schemeClr val="accent3">
                  <a:lumMod val="75000"/>
                </a:schemeClr>
              </a:buClr>
            </a:pPr>
            <a:r>
              <a:rPr lang="en-US" altLang="zh-CN" sz="1600" b="1" dirty="0">
                <a:solidFill>
                  <a:prstClr val="black"/>
                </a:solidFill>
              </a:rPr>
              <a:t>//</a:t>
            </a:r>
            <a:r>
              <a:rPr lang="zh-CN" altLang="en-US" sz="1600" b="1" dirty="0">
                <a:solidFill>
                  <a:prstClr val="black"/>
                </a:solidFill>
              </a:rPr>
              <a:t>根据用户设定的时钟节拍频率计算</a:t>
            </a:r>
            <a:r>
              <a:rPr lang="en-GB" altLang="zh-CN" sz="1600" b="1" dirty="0" err="1">
                <a:solidFill>
                  <a:prstClr val="black"/>
                </a:solidFill>
              </a:rPr>
              <a:t>SysTick</a:t>
            </a:r>
            <a:r>
              <a:rPr lang="zh-CN" altLang="en-US" sz="1600" b="1" dirty="0">
                <a:solidFill>
                  <a:prstClr val="black"/>
                </a:solidFill>
              </a:rPr>
              <a:t>定时器计数值    </a:t>
            </a:r>
          </a:p>
          <a:p>
            <a:pPr>
              <a:lnSpc>
                <a:spcPct val="125000"/>
              </a:lnSpc>
              <a:buClr>
                <a:schemeClr val="accent3">
                  <a:lumMod val="75000"/>
                </a:schemeClr>
              </a:buClr>
            </a:pPr>
            <a:r>
              <a:rPr lang="en-GB" altLang="zh-CN" sz="1600" b="1" dirty="0" err="1">
                <a:solidFill>
                  <a:prstClr val="black"/>
                </a:solidFill>
              </a:rPr>
              <a:t>cnts</a:t>
            </a:r>
            <a:r>
              <a:rPr lang="en-GB" altLang="zh-CN" sz="1600" b="1" dirty="0">
                <a:solidFill>
                  <a:prstClr val="black"/>
                </a:solidFill>
              </a:rPr>
              <a:t> = </a:t>
            </a:r>
            <a:r>
              <a:rPr lang="en-GB" altLang="zh-CN" sz="1600" b="1" dirty="0" err="1">
                <a:solidFill>
                  <a:prstClr val="black"/>
                </a:solidFill>
              </a:rPr>
              <a:t>cpu_clk_freq</a:t>
            </a:r>
            <a:r>
              <a:rPr lang="en-GB" altLang="zh-CN" sz="1600" b="1" dirty="0">
                <a:solidFill>
                  <a:prstClr val="black"/>
                </a:solidFill>
              </a:rPr>
              <a:t> / (CPU_INT32U)</a:t>
            </a:r>
            <a:r>
              <a:rPr lang="en-GB" altLang="zh-CN" sz="1600" b="1" dirty="0" err="1">
                <a:solidFill>
                  <a:prstClr val="black"/>
                </a:solidFill>
              </a:rPr>
              <a:t>OSCfg_TickRate_Hz</a:t>
            </a:r>
            <a:r>
              <a:rPr lang="en-GB" altLang="zh-CN" sz="1600" b="1" dirty="0">
                <a:solidFill>
                  <a:prstClr val="black"/>
                </a:solidFill>
              </a:rPr>
              <a:t>; </a:t>
            </a:r>
          </a:p>
          <a:p>
            <a:pPr>
              <a:lnSpc>
                <a:spcPct val="125000"/>
              </a:lnSpc>
              <a:buClr>
                <a:schemeClr val="accent3">
                  <a:lumMod val="75000"/>
                </a:schemeClr>
              </a:buClr>
            </a:pPr>
            <a:r>
              <a:rPr lang="en-GB" altLang="zh-CN" sz="1600" b="1" dirty="0" err="1">
                <a:solidFill>
                  <a:prstClr val="black"/>
                </a:solidFill>
              </a:rPr>
              <a:t>OS_CPU_SysTickInit</a:t>
            </a:r>
            <a:r>
              <a:rPr lang="en-GB" altLang="zh-CN" sz="1600" b="1" dirty="0">
                <a:solidFill>
                  <a:prstClr val="black"/>
                </a:solidFill>
              </a:rPr>
              <a:t>(</a:t>
            </a:r>
            <a:r>
              <a:rPr lang="en-GB" altLang="zh-CN" sz="1600" b="1" dirty="0" err="1">
                <a:solidFill>
                  <a:prstClr val="black"/>
                </a:solidFill>
              </a:rPr>
              <a:t>cnts</a:t>
            </a:r>
            <a:r>
              <a:rPr lang="en-GB" altLang="zh-CN" sz="1600" b="1" dirty="0">
                <a:solidFill>
                  <a:prstClr val="black"/>
                </a:solidFill>
              </a:rPr>
              <a:t>);  </a:t>
            </a:r>
          </a:p>
          <a:p>
            <a:pPr>
              <a:lnSpc>
                <a:spcPct val="125000"/>
              </a:lnSpc>
              <a:buClr>
                <a:schemeClr val="accent3">
                  <a:lumMod val="75000"/>
                </a:schemeClr>
              </a:buClr>
            </a:pPr>
            <a:endParaRPr lang="en-US" altLang="zh-CN" sz="1600" b="1" dirty="0" smtClean="0">
              <a:solidFill>
                <a:prstClr val="black"/>
              </a:solidFill>
            </a:endParaRPr>
          </a:p>
          <a:p>
            <a:pPr>
              <a:lnSpc>
                <a:spcPct val="125000"/>
              </a:lnSpc>
              <a:buClr>
                <a:schemeClr val="accent3">
                  <a:lumMod val="75000"/>
                </a:schemeClr>
              </a:buClr>
            </a:pPr>
            <a:r>
              <a:rPr lang="en-GB" altLang="zh-CN" sz="1600" b="1" dirty="0" smtClean="0">
                <a:solidFill>
                  <a:prstClr val="black"/>
                </a:solidFill>
              </a:rPr>
              <a:t>//</a:t>
            </a:r>
            <a:r>
              <a:rPr lang="zh-CN" altLang="en-US" sz="1600" b="1" dirty="0">
                <a:solidFill>
                  <a:prstClr val="black"/>
                </a:solidFill>
              </a:rPr>
              <a:t>初始化</a:t>
            </a:r>
            <a:r>
              <a:rPr lang="en-GB" altLang="zh-CN" sz="1600" b="1" dirty="0" err="1">
                <a:solidFill>
                  <a:prstClr val="black"/>
                </a:solidFill>
              </a:rPr>
              <a:t>SysTick</a:t>
            </a:r>
            <a:r>
              <a:rPr lang="zh-CN" altLang="en-GB" sz="1600" b="1" dirty="0">
                <a:solidFill>
                  <a:prstClr val="black"/>
                </a:solidFill>
              </a:rPr>
              <a:t>，</a:t>
            </a:r>
            <a:r>
              <a:rPr lang="zh-CN" altLang="en-US" sz="1600" b="1" dirty="0">
                <a:solidFill>
                  <a:prstClr val="black"/>
                </a:solidFill>
              </a:rPr>
              <a:t>设置系统定时器周期为</a:t>
            </a:r>
            <a:r>
              <a:rPr lang="en-US" altLang="zh-CN" sz="1600" b="1" dirty="0">
                <a:solidFill>
                  <a:prstClr val="black"/>
                </a:solidFill>
              </a:rPr>
              <a:t>1</a:t>
            </a:r>
            <a:r>
              <a:rPr lang="en-GB" altLang="zh-CN" sz="1600" b="1" dirty="0" err="1">
                <a:solidFill>
                  <a:prstClr val="black"/>
                </a:solidFill>
              </a:rPr>
              <a:t>ms</a:t>
            </a:r>
            <a:r>
              <a:rPr lang="en-GB" altLang="zh-CN" sz="1600" b="1" dirty="0">
                <a:solidFill>
                  <a:prstClr val="black"/>
                </a:solidFill>
              </a:rPr>
              <a:t> </a:t>
            </a:r>
          </a:p>
          <a:p>
            <a:pPr>
              <a:lnSpc>
                <a:spcPct val="125000"/>
              </a:lnSpc>
              <a:buClr>
                <a:schemeClr val="accent3">
                  <a:lumMod val="75000"/>
                </a:schemeClr>
              </a:buClr>
            </a:pPr>
            <a:r>
              <a:rPr lang="en-GB" altLang="zh-CN" sz="1600" b="1" dirty="0" err="1">
                <a:solidFill>
                  <a:prstClr val="black"/>
                </a:solidFill>
              </a:rPr>
              <a:t>Mem_Init</a:t>
            </a:r>
            <a:r>
              <a:rPr lang="en-GB" altLang="zh-CN" sz="1600" b="1" dirty="0">
                <a:solidFill>
                  <a:prstClr val="black"/>
                </a:solidFill>
              </a:rPr>
              <a:t>();  </a:t>
            </a:r>
          </a:p>
          <a:p>
            <a:pPr>
              <a:lnSpc>
                <a:spcPct val="125000"/>
              </a:lnSpc>
              <a:buClr>
                <a:schemeClr val="accent3">
                  <a:lumMod val="75000"/>
                </a:schemeClr>
              </a:buClr>
            </a:pPr>
            <a:r>
              <a:rPr lang="en-GB" altLang="zh-CN" sz="1600" b="1" dirty="0">
                <a:solidFill>
                  <a:prstClr val="black"/>
                </a:solidFill>
              </a:rPr>
              <a:t>… …</a:t>
            </a:r>
          </a:p>
          <a:p>
            <a:pPr>
              <a:lnSpc>
                <a:spcPct val="125000"/>
              </a:lnSpc>
              <a:buClr>
                <a:schemeClr val="accent3">
                  <a:lumMod val="75000"/>
                </a:schemeClr>
              </a:buClr>
            </a:pPr>
            <a:r>
              <a:rPr lang="en-GB" altLang="zh-CN" sz="1600" b="1" dirty="0" smtClean="0">
                <a:solidFill>
                  <a:prstClr val="black"/>
                </a:solidFill>
              </a:rPr>
              <a:t>}</a:t>
            </a:r>
            <a:endParaRPr lang="en-GB" altLang="zh-CN" sz="1600" b="1" dirty="0">
              <a:solidFill>
                <a:prstClr val="black"/>
              </a:solidFill>
            </a:endParaRPr>
          </a:p>
        </p:txBody>
      </p:sp>
    </p:spTree>
    <p:extLst>
      <p:ext uri="{BB962C8B-B14F-4D97-AF65-F5344CB8AC3E}">
        <p14:creationId xmlns:p14="http://schemas.microsoft.com/office/powerpoint/2010/main" val="26530598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9239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741730" cy="461665"/>
          </a:xfrm>
          <a:prstGeom prst="rect">
            <a:avLst/>
          </a:prstGeom>
        </p:spPr>
        <p:txBody>
          <a:bodyPr wrap="none">
            <a:spAutoFit/>
          </a:bodyPr>
          <a:lstStyle/>
          <a:p>
            <a:r>
              <a:rPr lang="en-US" altLang="zh-CN" sz="2400" b="1" dirty="0">
                <a:solidFill>
                  <a:schemeClr val="bg1"/>
                </a:solidFill>
              </a:rPr>
              <a:t>12.3.2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时钟和中断</a:t>
            </a:r>
          </a:p>
        </p:txBody>
      </p:sp>
      <p:sp>
        <p:nvSpPr>
          <p:cNvPr id="6" name="矩形 5"/>
          <p:cNvSpPr/>
          <p:nvPr/>
        </p:nvSpPr>
        <p:spPr>
          <a:xfrm>
            <a:off x="467544" y="1604290"/>
            <a:ext cx="4032448" cy="303127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buClr>
                <a:schemeClr val="accent3">
                  <a:lumMod val="75000"/>
                </a:schemeClr>
              </a:buClr>
            </a:pPr>
            <a:r>
              <a:rPr lang="en-GB" altLang="zh-CN" sz="1400" b="1" dirty="0" smtClean="0">
                <a:solidFill>
                  <a:prstClr val="black"/>
                </a:solidFill>
              </a:rPr>
              <a:t>void  </a:t>
            </a:r>
            <a:r>
              <a:rPr lang="en-GB" altLang="zh-CN" sz="1400" b="1" dirty="0" err="1">
                <a:solidFill>
                  <a:prstClr val="black"/>
                </a:solidFill>
              </a:rPr>
              <a:t>OS_CPU_SysTickInit</a:t>
            </a:r>
            <a:r>
              <a:rPr lang="en-GB" altLang="zh-CN" sz="1400" b="1" dirty="0">
                <a:solidFill>
                  <a:prstClr val="black"/>
                </a:solidFill>
              </a:rPr>
              <a:t> (CPU_INT32U  </a:t>
            </a:r>
            <a:r>
              <a:rPr lang="en-GB" altLang="zh-CN" sz="1400" b="1" dirty="0" err="1">
                <a:solidFill>
                  <a:prstClr val="black"/>
                </a:solidFill>
              </a:rPr>
              <a:t>cnts</a:t>
            </a:r>
            <a:r>
              <a:rPr lang="en-GB" altLang="zh-CN" sz="1400" b="1" dirty="0">
                <a:solidFill>
                  <a:prstClr val="black"/>
                </a:solidFill>
              </a:rPr>
              <a:t>)</a:t>
            </a:r>
          </a:p>
          <a:p>
            <a:pPr>
              <a:lnSpc>
                <a:spcPct val="125000"/>
              </a:lnSpc>
              <a:buClr>
                <a:schemeClr val="accent3">
                  <a:lumMod val="75000"/>
                </a:schemeClr>
              </a:buClr>
            </a:pPr>
            <a:r>
              <a:rPr lang="en-GB" altLang="zh-CN" sz="1400" b="1" dirty="0">
                <a:solidFill>
                  <a:prstClr val="black"/>
                </a:solidFill>
              </a:rPr>
              <a:t>{</a:t>
            </a:r>
          </a:p>
          <a:p>
            <a:pPr>
              <a:lnSpc>
                <a:spcPct val="125000"/>
              </a:lnSpc>
              <a:buClr>
                <a:schemeClr val="accent3">
                  <a:lumMod val="75000"/>
                </a:schemeClr>
              </a:buClr>
            </a:pPr>
            <a:r>
              <a:rPr lang="en-GB" altLang="zh-CN" sz="1400" b="1" dirty="0">
                <a:solidFill>
                  <a:prstClr val="black"/>
                </a:solidFill>
              </a:rPr>
              <a:t>CPU_INT32U  </a:t>
            </a:r>
            <a:r>
              <a:rPr lang="en-GB" altLang="zh-CN" sz="1400" b="1" dirty="0" err="1">
                <a:solidFill>
                  <a:prstClr val="black"/>
                </a:solidFill>
              </a:rPr>
              <a:t>prio</a:t>
            </a:r>
            <a:r>
              <a:rPr lang="en-GB" altLang="zh-CN" sz="1400" b="1" dirty="0">
                <a:solidFill>
                  <a:prstClr val="black"/>
                </a:solidFill>
              </a:rPr>
              <a:t>; //</a:t>
            </a:r>
            <a:r>
              <a:rPr lang="zh-CN" altLang="en-US" sz="1400" b="1" dirty="0">
                <a:solidFill>
                  <a:prstClr val="black"/>
                </a:solidFill>
              </a:rPr>
              <a:t>定义一个优先级变量</a:t>
            </a:r>
            <a:r>
              <a:rPr lang="en-GB" altLang="zh-CN" sz="1400" b="1" dirty="0" err="1">
                <a:solidFill>
                  <a:prstClr val="black"/>
                </a:solidFill>
              </a:rPr>
              <a:t>prio</a:t>
            </a:r>
            <a:endParaRPr lang="en-GB" altLang="zh-CN" sz="1400" b="1" dirty="0">
              <a:solidFill>
                <a:prstClr val="black"/>
              </a:solidFill>
            </a:endParaRPr>
          </a:p>
          <a:p>
            <a:pPr>
              <a:lnSpc>
                <a:spcPct val="125000"/>
              </a:lnSpc>
              <a:buClr>
                <a:schemeClr val="accent3">
                  <a:lumMod val="75000"/>
                </a:schemeClr>
              </a:buClr>
            </a:pPr>
            <a:r>
              <a:rPr lang="en-GB" altLang="zh-CN" sz="1400" b="1" dirty="0">
                <a:solidFill>
                  <a:prstClr val="black"/>
                </a:solidFill>
              </a:rPr>
              <a:t>//</a:t>
            </a:r>
            <a:r>
              <a:rPr lang="zh-CN" altLang="en-US" sz="1400" b="1" dirty="0">
                <a:solidFill>
                  <a:prstClr val="black"/>
                </a:solidFill>
              </a:rPr>
              <a:t>填写</a:t>
            </a:r>
            <a:r>
              <a:rPr lang="en-GB" altLang="zh-CN" sz="1400" b="1" dirty="0" err="1">
                <a:solidFill>
                  <a:prstClr val="black"/>
                </a:solidFill>
              </a:rPr>
              <a:t>SysTick</a:t>
            </a:r>
            <a:r>
              <a:rPr lang="zh-CN" altLang="en-US" sz="1400" b="1" dirty="0">
                <a:solidFill>
                  <a:prstClr val="black"/>
                </a:solidFill>
              </a:rPr>
              <a:t>的重载计数值，</a:t>
            </a:r>
            <a:r>
              <a:rPr lang="en-GB" altLang="zh-CN" sz="1400" b="1" dirty="0" err="1">
                <a:solidFill>
                  <a:prstClr val="black"/>
                </a:solidFill>
              </a:rPr>
              <a:t>SysTick</a:t>
            </a:r>
            <a:r>
              <a:rPr lang="en-GB" altLang="zh-CN" sz="1400" b="1" dirty="0">
                <a:solidFill>
                  <a:prstClr val="black"/>
                </a:solidFill>
              </a:rPr>
              <a:t> </a:t>
            </a:r>
            <a:r>
              <a:rPr lang="zh-CN" altLang="en-US" sz="1400" b="1" dirty="0">
                <a:solidFill>
                  <a:prstClr val="black"/>
                </a:solidFill>
              </a:rPr>
              <a:t>以该计数值为周期循环计数定时</a:t>
            </a:r>
          </a:p>
          <a:p>
            <a:pPr>
              <a:lnSpc>
                <a:spcPct val="125000"/>
              </a:lnSpc>
              <a:buClr>
                <a:schemeClr val="accent3">
                  <a:lumMod val="75000"/>
                </a:schemeClr>
              </a:buClr>
            </a:pPr>
            <a:r>
              <a:rPr lang="en-GB" altLang="zh-CN" sz="1400" b="1" dirty="0">
                <a:solidFill>
                  <a:prstClr val="black"/>
                </a:solidFill>
              </a:rPr>
              <a:t>CPU_REG_NVIC_ST_RELOAD = </a:t>
            </a:r>
            <a:r>
              <a:rPr lang="en-GB" altLang="zh-CN" sz="1400" b="1" dirty="0" err="1">
                <a:solidFill>
                  <a:prstClr val="black"/>
                </a:solidFill>
              </a:rPr>
              <a:t>cnts</a:t>
            </a:r>
            <a:r>
              <a:rPr lang="en-GB" altLang="zh-CN" sz="1400" b="1" dirty="0">
                <a:solidFill>
                  <a:prstClr val="black"/>
                </a:solidFill>
              </a:rPr>
              <a:t> - 1u;</a:t>
            </a:r>
          </a:p>
          <a:p>
            <a:pPr>
              <a:lnSpc>
                <a:spcPct val="125000"/>
              </a:lnSpc>
              <a:buClr>
                <a:schemeClr val="accent3">
                  <a:lumMod val="75000"/>
                </a:schemeClr>
              </a:buClr>
            </a:pPr>
            <a:r>
              <a:rPr lang="en-GB" altLang="zh-CN" sz="1400" b="1" dirty="0" err="1">
                <a:solidFill>
                  <a:prstClr val="black"/>
                </a:solidFill>
              </a:rPr>
              <a:t>prio</a:t>
            </a:r>
            <a:r>
              <a:rPr lang="en-GB" altLang="zh-CN" sz="1400" b="1" dirty="0">
                <a:solidFill>
                  <a:prstClr val="black"/>
                </a:solidFill>
              </a:rPr>
              <a:t> = CPU_REG_NVIC_SHPRI3</a:t>
            </a:r>
            <a:r>
              <a:rPr lang="en-GB" altLang="zh-CN" sz="1400" b="1" dirty="0" smtClean="0">
                <a:solidFill>
                  <a:prstClr val="black"/>
                </a:solidFill>
              </a:rPr>
              <a:t>;</a:t>
            </a:r>
          </a:p>
          <a:p>
            <a:pPr>
              <a:lnSpc>
                <a:spcPct val="125000"/>
              </a:lnSpc>
              <a:buClr>
                <a:schemeClr val="accent3">
                  <a:lumMod val="75000"/>
                </a:schemeClr>
              </a:buClr>
            </a:pPr>
            <a:r>
              <a:rPr lang="en-GB" altLang="zh-CN" sz="1400" b="1" dirty="0" smtClean="0">
                <a:solidFill>
                  <a:prstClr val="black"/>
                </a:solidFill>
              </a:rPr>
              <a:t> </a:t>
            </a:r>
            <a:r>
              <a:rPr lang="en-GB" altLang="zh-CN" sz="1400" b="1" dirty="0">
                <a:solidFill>
                  <a:prstClr val="black"/>
                </a:solidFill>
              </a:rPr>
              <a:t>//</a:t>
            </a:r>
            <a:r>
              <a:rPr lang="zh-CN" altLang="en-US" sz="1400" b="1" dirty="0">
                <a:solidFill>
                  <a:prstClr val="black"/>
                </a:solidFill>
              </a:rPr>
              <a:t>设置 </a:t>
            </a:r>
            <a:r>
              <a:rPr lang="en-GB" altLang="zh-CN" sz="1400" b="1" dirty="0" err="1">
                <a:solidFill>
                  <a:prstClr val="black"/>
                </a:solidFill>
              </a:rPr>
              <a:t>SysTick</a:t>
            </a:r>
            <a:r>
              <a:rPr lang="en-GB" altLang="zh-CN" sz="1400" b="1" dirty="0">
                <a:solidFill>
                  <a:prstClr val="black"/>
                </a:solidFill>
              </a:rPr>
              <a:t> </a:t>
            </a:r>
            <a:r>
              <a:rPr lang="zh-CN" altLang="en-US" sz="1400" b="1" dirty="0">
                <a:solidFill>
                  <a:prstClr val="black"/>
                </a:solidFill>
              </a:rPr>
              <a:t>中断优先级</a:t>
            </a:r>
          </a:p>
          <a:p>
            <a:pPr>
              <a:lnSpc>
                <a:spcPct val="125000"/>
              </a:lnSpc>
              <a:buClr>
                <a:schemeClr val="accent3">
                  <a:lumMod val="75000"/>
                </a:schemeClr>
              </a:buClr>
            </a:pPr>
            <a:r>
              <a:rPr lang="en-GB" altLang="zh-CN" sz="1400" b="1" dirty="0" err="1">
                <a:solidFill>
                  <a:prstClr val="black"/>
                </a:solidFill>
              </a:rPr>
              <a:t>prio</a:t>
            </a:r>
            <a:r>
              <a:rPr lang="en-GB" altLang="zh-CN" sz="1400" b="1" dirty="0">
                <a:solidFill>
                  <a:prstClr val="black"/>
                </a:solidFill>
              </a:rPr>
              <a:t> &amp;= DEF_BIT_FIELD(24, 0);</a:t>
            </a:r>
          </a:p>
          <a:p>
            <a:pPr>
              <a:lnSpc>
                <a:spcPct val="125000"/>
              </a:lnSpc>
              <a:buClr>
                <a:schemeClr val="accent3">
                  <a:lumMod val="75000"/>
                </a:schemeClr>
              </a:buClr>
            </a:pPr>
            <a:r>
              <a:rPr lang="en-GB" altLang="zh-CN" sz="1400" b="1" dirty="0">
                <a:solidFill>
                  <a:prstClr val="black"/>
                </a:solidFill>
              </a:rPr>
              <a:t>//</a:t>
            </a:r>
            <a:r>
              <a:rPr lang="zh-CN" altLang="en-US" sz="1400" b="1" dirty="0">
                <a:solidFill>
                  <a:prstClr val="black"/>
                </a:solidFill>
              </a:rPr>
              <a:t>设置为默认的最高优先级</a:t>
            </a:r>
            <a:r>
              <a:rPr lang="en-US" altLang="zh-CN" sz="1400" b="1" dirty="0">
                <a:solidFill>
                  <a:prstClr val="black"/>
                </a:solidFill>
              </a:rPr>
              <a:t>0</a:t>
            </a:r>
            <a:r>
              <a:rPr lang="zh-CN" altLang="en-US" sz="1400" b="1" dirty="0">
                <a:solidFill>
                  <a:prstClr val="black"/>
                </a:solidFill>
              </a:rPr>
              <a:t>，在裸机例程中该优先级默认为</a:t>
            </a:r>
            <a:r>
              <a:rPr lang="zh-CN" altLang="en-US" sz="1400" b="1" dirty="0" smtClean="0">
                <a:solidFill>
                  <a:prstClr val="black"/>
                </a:solidFill>
              </a:rPr>
              <a:t>最低</a:t>
            </a:r>
            <a:endParaRPr lang="zh-CN" altLang="en-US" sz="1400" b="1" dirty="0">
              <a:solidFill>
                <a:prstClr val="black"/>
              </a:solidFill>
            </a:endParaRPr>
          </a:p>
        </p:txBody>
      </p:sp>
      <p:sp>
        <p:nvSpPr>
          <p:cNvPr id="2" name="矩形 1"/>
          <p:cNvSpPr/>
          <p:nvPr/>
        </p:nvSpPr>
        <p:spPr>
          <a:xfrm>
            <a:off x="1187624" y="987574"/>
            <a:ext cx="6624736" cy="438582"/>
          </a:xfrm>
          <a:prstGeom prst="rect">
            <a:avLst/>
          </a:prstGeom>
        </p:spPr>
        <p:txBody>
          <a:bodyPr wrap="square">
            <a:spAutoFit/>
          </a:bodyPr>
          <a:lstStyle/>
          <a:p>
            <a:pPr>
              <a:lnSpc>
                <a:spcPct val="125000"/>
              </a:lnSpc>
              <a:buClr>
                <a:schemeClr val="accent3">
                  <a:lumMod val="75000"/>
                </a:schemeClr>
              </a:buClr>
            </a:pPr>
            <a:r>
              <a:rPr lang="en-GB" altLang="zh-CN" b="1" dirty="0" err="1">
                <a:solidFill>
                  <a:prstClr val="black"/>
                </a:solidFill>
              </a:rPr>
              <a:t>OS_CPU_SysTickInit</a:t>
            </a:r>
            <a:r>
              <a:rPr lang="en-GB" altLang="zh-CN" b="1" dirty="0">
                <a:solidFill>
                  <a:prstClr val="black"/>
                </a:solidFill>
              </a:rPr>
              <a:t>()</a:t>
            </a:r>
            <a:r>
              <a:rPr lang="zh-CN" altLang="en-US" b="1" dirty="0">
                <a:solidFill>
                  <a:prstClr val="black"/>
                </a:solidFill>
              </a:rPr>
              <a:t>函数定义在</a:t>
            </a:r>
            <a:r>
              <a:rPr lang="en-GB" altLang="zh-CN" b="1" dirty="0" err="1">
                <a:solidFill>
                  <a:prstClr val="black"/>
                </a:solidFill>
              </a:rPr>
              <a:t>os_cpu_c.c</a:t>
            </a:r>
            <a:r>
              <a:rPr lang="zh-CN" altLang="en-US" b="1" dirty="0">
                <a:solidFill>
                  <a:prstClr val="black"/>
                </a:solidFill>
              </a:rPr>
              <a:t>文件中，源码如下：</a:t>
            </a:r>
          </a:p>
        </p:txBody>
      </p:sp>
      <p:sp>
        <p:nvSpPr>
          <p:cNvPr id="8" name="矩形 7"/>
          <p:cNvSpPr/>
          <p:nvPr/>
        </p:nvSpPr>
        <p:spPr>
          <a:xfrm>
            <a:off x="4788024" y="1563638"/>
            <a:ext cx="4032448" cy="305468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buClr>
                <a:schemeClr val="accent3">
                  <a:lumMod val="75000"/>
                </a:schemeClr>
              </a:buClr>
            </a:pPr>
            <a:r>
              <a:rPr lang="en-GB" altLang="zh-CN" sz="1400" b="1" dirty="0" err="1" smtClean="0">
                <a:solidFill>
                  <a:prstClr val="black"/>
                </a:solidFill>
              </a:rPr>
              <a:t>prio</a:t>
            </a:r>
            <a:r>
              <a:rPr lang="en-GB" altLang="zh-CN" sz="1400" b="1" dirty="0" smtClean="0">
                <a:solidFill>
                  <a:prstClr val="black"/>
                </a:solidFill>
              </a:rPr>
              <a:t> </a:t>
            </a:r>
            <a:r>
              <a:rPr lang="en-GB" altLang="zh-CN" sz="1400" b="1" dirty="0">
                <a:solidFill>
                  <a:prstClr val="black"/>
                </a:solidFill>
              </a:rPr>
              <a:t>|= DEF_BIT_MASK(OS_CPU_CFG_SYSTICK_PRIO, 24);</a:t>
            </a:r>
          </a:p>
          <a:p>
            <a:pPr>
              <a:lnSpc>
                <a:spcPct val="125000"/>
              </a:lnSpc>
              <a:buClr>
                <a:schemeClr val="accent3">
                  <a:lumMod val="75000"/>
                </a:schemeClr>
              </a:buClr>
            </a:pPr>
            <a:r>
              <a:rPr lang="en-GB" altLang="zh-CN" sz="1400" b="1" dirty="0">
                <a:solidFill>
                  <a:prstClr val="black"/>
                </a:solidFill>
              </a:rPr>
              <a:t>CPU_REG_NVIC_SHPRI3 = </a:t>
            </a:r>
            <a:r>
              <a:rPr lang="en-GB" altLang="zh-CN" sz="1400" b="1" dirty="0" err="1">
                <a:solidFill>
                  <a:prstClr val="black"/>
                </a:solidFill>
              </a:rPr>
              <a:t>prio</a:t>
            </a:r>
            <a:r>
              <a:rPr lang="en-GB" altLang="zh-CN" sz="1400" b="1" dirty="0">
                <a:solidFill>
                  <a:prstClr val="black"/>
                </a:solidFill>
              </a:rPr>
              <a:t>;</a:t>
            </a:r>
          </a:p>
          <a:p>
            <a:pPr>
              <a:lnSpc>
                <a:spcPct val="125000"/>
              </a:lnSpc>
              <a:buClr>
                <a:schemeClr val="accent3">
                  <a:lumMod val="75000"/>
                </a:schemeClr>
              </a:buClr>
            </a:pPr>
            <a:r>
              <a:rPr lang="en-GB" altLang="zh-CN" sz="1400" b="1" dirty="0">
                <a:solidFill>
                  <a:prstClr val="black"/>
                </a:solidFill>
              </a:rPr>
              <a:t>//</a:t>
            </a:r>
            <a:r>
              <a:rPr lang="zh-CN" altLang="en-US" sz="1400" b="1" dirty="0">
                <a:solidFill>
                  <a:prstClr val="black"/>
                </a:solidFill>
              </a:rPr>
              <a:t>使能</a:t>
            </a:r>
            <a:r>
              <a:rPr lang="en-GB" altLang="zh-CN" sz="1400" b="1" dirty="0" err="1">
                <a:solidFill>
                  <a:prstClr val="black"/>
                </a:solidFill>
              </a:rPr>
              <a:t>SysTick</a:t>
            </a:r>
            <a:r>
              <a:rPr lang="zh-CN" altLang="en-US" sz="1400" b="1" dirty="0">
                <a:solidFill>
                  <a:prstClr val="black"/>
                </a:solidFill>
              </a:rPr>
              <a:t>的时钟源和启动计数器</a:t>
            </a:r>
          </a:p>
          <a:p>
            <a:pPr>
              <a:lnSpc>
                <a:spcPct val="125000"/>
              </a:lnSpc>
              <a:buClr>
                <a:schemeClr val="accent3">
                  <a:lumMod val="75000"/>
                </a:schemeClr>
              </a:buClr>
            </a:pPr>
            <a:r>
              <a:rPr lang="en-GB" altLang="zh-CN" sz="1400" b="1" dirty="0">
                <a:solidFill>
                  <a:prstClr val="black"/>
                </a:solidFill>
              </a:rPr>
              <a:t>CPU_REG_NVIC_ST_CTRL |= CPU_REG_NVIC_ST_CTRL_CLKSOURCE |</a:t>
            </a:r>
          </a:p>
          <a:p>
            <a:pPr>
              <a:lnSpc>
                <a:spcPct val="125000"/>
              </a:lnSpc>
              <a:buClr>
                <a:schemeClr val="accent3">
                  <a:lumMod val="75000"/>
                </a:schemeClr>
              </a:buClr>
            </a:pPr>
            <a:r>
              <a:rPr lang="en-GB" altLang="zh-CN" sz="1400" b="1" dirty="0">
                <a:solidFill>
                  <a:prstClr val="black"/>
                </a:solidFill>
              </a:rPr>
              <a:t>                            CPU_REG_NVIC_ST_CTRL_ENABLE;</a:t>
            </a:r>
          </a:p>
          <a:p>
            <a:pPr>
              <a:lnSpc>
                <a:spcPct val="125000"/>
              </a:lnSpc>
              <a:buClr>
                <a:schemeClr val="accent3">
                  <a:lumMod val="75000"/>
                </a:schemeClr>
              </a:buClr>
            </a:pPr>
            <a:r>
              <a:rPr lang="en-GB" altLang="zh-CN" sz="1400" b="1" dirty="0">
                <a:solidFill>
                  <a:prstClr val="black"/>
                </a:solidFill>
              </a:rPr>
              <a:t> //</a:t>
            </a:r>
            <a:r>
              <a:rPr lang="zh-CN" altLang="en-US" sz="1400" b="1" dirty="0">
                <a:solidFill>
                  <a:prstClr val="black"/>
                </a:solidFill>
              </a:rPr>
              <a:t>使能</a:t>
            </a:r>
            <a:r>
              <a:rPr lang="en-GB" altLang="zh-CN" sz="1400" b="1" dirty="0" err="1">
                <a:solidFill>
                  <a:prstClr val="black"/>
                </a:solidFill>
              </a:rPr>
              <a:t>SysTick</a:t>
            </a:r>
            <a:r>
              <a:rPr lang="zh-CN" altLang="en-US" sz="1400" b="1" dirty="0">
                <a:solidFill>
                  <a:prstClr val="black"/>
                </a:solidFill>
              </a:rPr>
              <a:t>的定时中断</a:t>
            </a:r>
          </a:p>
          <a:p>
            <a:pPr>
              <a:lnSpc>
                <a:spcPct val="125000"/>
              </a:lnSpc>
              <a:buClr>
                <a:schemeClr val="accent3">
                  <a:lumMod val="75000"/>
                </a:schemeClr>
              </a:buClr>
            </a:pPr>
            <a:r>
              <a:rPr lang="en-GB" altLang="zh-CN" sz="1400" b="1" dirty="0">
                <a:solidFill>
                  <a:prstClr val="black"/>
                </a:solidFill>
              </a:rPr>
              <a:t>CPU_REG_NVIC_ST_CTRL |= CPU_REG_NVIC_ST_CTRL_TICKINT;</a:t>
            </a:r>
          </a:p>
          <a:p>
            <a:pPr>
              <a:lnSpc>
                <a:spcPct val="125000"/>
              </a:lnSpc>
              <a:buClr>
                <a:schemeClr val="accent3">
                  <a:lumMod val="75000"/>
                </a:schemeClr>
              </a:buClr>
            </a:pPr>
            <a:r>
              <a:rPr lang="en-GB" altLang="zh-CN" sz="1400" b="1" dirty="0">
                <a:solidFill>
                  <a:prstClr val="black"/>
                </a:solidFill>
              </a:rPr>
              <a:t>}</a:t>
            </a:r>
          </a:p>
        </p:txBody>
      </p:sp>
    </p:spTree>
    <p:extLst>
      <p:ext uri="{BB962C8B-B14F-4D97-AF65-F5344CB8AC3E}">
        <p14:creationId xmlns:p14="http://schemas.microsoft.com/office/powerpoint/2010/main" val="120961720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9239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741730" cy="461665"/>
          </a:xfrm>
          <a:prstGeom prst="rect">
            <a:avLst/>
          </a:prstGeom>
        </p:spPr>
        <p:txBody>
          <a:bodyPr wrap="none">
            <a:spAutoFit/>
          </a:bodyPr>
          <a:lstStyle/>
          <a:p>
            <a:r>
              <a:rPr lang="en-US" altLang="zh-CN" sz="2400" b="1" dirty="0">
                <a:solidFill>
                  <a:schemeClr val="bg1"/>
                </a:solidFill>
              </a:rPr>
              <a:t>12.3.2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时钟和中断</a:t>
            </a:r>
          </a:p>
        </p:txBody>
      </p:sp>
      <p:graphicFrame>
        <p:nvGraphicFramePr>
          <p:cNvPr id="7" name="图示 6"/>
          <p:cNvGraphicFramePr/>
          <p:nvPr>
            <p:extLst>
              <p:ext uri="{D42A27DB-BD31-4B8C-83A1-F6EECF244321}">
                <p14:modId xmlns:p14="http://schemas.microsoft.com/office/powerpoint/2010/main" val="420581079"/>
              </p:ext>
            </p:extLst>
          </p:nvPr>
        </p:nvGraphicFramePr>
        <p:xfrm>
          <a:off x="1115616" y="1347614"/>
          <a:ext cx="7056784" cy="27709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矩形 2"/>
          <p:cNvSpPr/>
          <p:nvPr/>
        </p:nvSpPr>
        <p:spPr>
          <a:xfrm>
            <a:off x="4211960" y="406932"/>
            <a:ext cx="1976823" cy="369332"/>
          </a:xfrm>
          <a:prstGeom prst="rect">
            <a:avLst/>
          </a:prstGeom>
        </p:spPr>
        <p:txBody>
          <a:bodyPr wrap="none">
            <a:spAutoFit/>
          </a:bodyPr>
          <a:lstStyle/>
          <a:p>
            <a:r>
              <a:rPr lang="en-US" altLang="zh-CN" b="1" dirty="0" err="1">
                <a:solidFill>
                  <a:srgbClr val="C00000"/>
                </a:solidFill>
              </a:rPr>
              <a:t>uC</a:t>
            </a:r>
            <a:r>
              <a:rPr lang="en-US" altLang="zh-CN" b="1" dirty="0">
                <a:solidFill>
                  <a:srgbClr val="C00000"/>
                </a:solidFill>
              </a:rPr>
              <a:t>/OS-III</a:t>
            </a:r>
            <a:r>
              <a:rPr lang="zh-CN" altLang="zh-CN" b="1" dirty="0">
                <a:solidFill>
                  <a:srgbClr val="C00000"/>
                </a:solidFill>
              </a:rPr>
              <a:t>时间管理</a:t>
            </a:r>
            <a:endParaRPr lang="zh-CN" altLang="en-US" dirty="0">
              <a:solidFill>
                <a:srgbClr val="C00000"/>
              </a:solidFill>
            </a:endParaRPr>
          </a:p>
        </p:txBody>
      </p:sp>
    </p:spTree>
    <p:extLst>
      <p:ext uri="{BB962C8B-B14F-4D97-AF65-F5344CB8AC3E}">
        <p14:creationId xmlns:p14="http://schemas.microsoft.com/office/powerpoint/2010/main" val="280699349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9239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741730" cy="461665"/>
          </a:xfrm>
          <a:prstGeom prst="rect">
            <a:avLst/>
          </a:prstGeom>
        </p:spPr>
        <p:txBody>
          <a:bodyPr wrap="none">
            <a:spAutoFit/>
          </a:bodyPr>
          <a:lstStyle/>
          <a:p>
            <a:r>
              <a:rPr lang="en-US" altLang="zh-CN" sz="2400" b="1" dirty="0">
                <a:solidFill>
                  <a:schemeClr val="bg1"/>
                </a:solidFill>
              </a:rPr>
              <a:t>12.3.2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时钟和中断</a:t>
            </a:r>
          </a:p>
        </p:txBody>
      </p:sp>
      <p:sp>
        <p:nvSpPr>
          <p:cNvPr id="6" name="矩形 5"/>
          <p:cNvSpPr/>
          <p:nvPr/>
        </p:nvSpPr>
        <p:spPr>
          <a:xfrm>
            <a:off x="611560" y="4124764"/>
            <a:ext cx="8001908"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b="1" dirty="0" smtClean="0"/>
              <a:t>举例：</a:t>
            </a:r>
            <a:r>
              <a:rPr lang="zh-CN" altLang="zh-CN" b="1" dirty="0" smtClean="0"/>
              <a:t>如果</a:t>
            </a:r>
            <a:r>
              <a:rPr lang="zh-CN" altLang="zh-CN" b="1" dirty="0"/>
              <a:t>时基频率设置为</a:t>
            </a:r>
            <a:r>
              <a:rPr lang="en-US" altLang="zh-CN" b="1" dirty="0"/>
              <a:t>1000Hz</a:t>
            </a:r>
            <a:r>
              <a:rPr lang="zh-CN" altLang="zh-CN" b="1" dirty="0"/>
              <a:t>，而任务每次执行延时大约</a:t>
            </a:r>
            <a:r>
              <a:rPr lang="en-US" altLang="zh-CN" b="1" dirty="0"/>
              <a:t>2</a:t>
            </a:r>
            <a:r>
              <a:rPr lang="zh-CN" altLang="zh-CN" b="1" dirty="0"/>
              <a:t>毫秒，则使用：</a:t>
            </a:r>
          </a:p>
          <a:p>
            <a:r>
              <a:rPr lang="en-US" altLang="zh-CN" b="1" dirty="0" smtClean="0"/>
              <a:t>             </a:t>
            </a:r>
            <a:r>
              <a:rPr lang="en-US" altLang="zh-CN" b="1" dirty="0" err="1" smtClean="0"/>
              <a:t>OSTimeDly</a:t>
            </a:r>
            <a:r>
              <a:rPr lang="zh-CN" altLang="zh-CN" b="1" dirty="0"/>
              <a:t>（</a:t>
            </a:r>
            <a:r>
              <a:rPr lang="en-US" altLang="zh-CN" b="1" dirty="0"/>
              <a:t>2</a:t>
            </a:r>
            <a:r>
              <a:rPr lang="zh-CN" altLang="zh-CN" b="1" dirty="0"/>
              <a:t>，</a:t>
            </a:r>
            <a:r>
              <a:rPr lang="en-US" altLang="zh-CN" b="1" dirty="0"/>
              <a:t>OS_OPT_TIME_DLY</a:t>
            </a:r>
            <a:r>
              <a:rPr lang="zh-CN" altLang="zh-CN" b="1" dirty="0"/>
              <a:t>，</a:t>
            </a:r>
            <a:r>
              <a:rPr lang="en-US" altLang="zh-CN" b="1" dirty="0"/>
              <a:t>&amp;err);</a:t>
            </a:r>
            <a:endParaRPr lang="zh-CN" altLang="zh-CN" b="1" dirty="0"/>
          </a:p>
        </p:txBody>
      </p:sp>
      <p:sp>
        <p:nvSpPr>
          <p:cNvPr id="7" name="矩形 6"/>
          <p:cNvSpPr/>
          <p:nvPr/>
        </p:nvSpPr>
        <p:spPr>
          <a:xfrm>
            <a:off x="4211960" y="406932"/>
            <a:ext cx="3323346" cy="369332"/>
          </a:xfrm>
          <a:prstGeom prst="rect">
            <a:avLst/>
          </a:prstGeom>
        </p:spPr>
        <p:txBody>
          <a:bodyPr wrap="none">
            <a:spAutoFit/>
          </a:bodyPr>
          <a:lstStyle/>
          <a:p>
            <a:r>
              <a:rPr lang="en-US" altLang="zh-CN" b="1" dirty="0" err="1">
                <a:solidFill>
                  <a:srgbClr val="C00000"/>
                </a:solidFill>
              </a:rPr>
              <a:t>uC</a:t>
            </a:r>
            <a:r>
              <a:rPr lang="en-US" altLang="zh-CN" b="1" dirty="0">
                <a:solidFill>
                  <a:srgbClr val="C00000"/>
                </a:solidFill>
              </a:rPr>
              <a:t>/OS-III</a:t>
            </a:r>
            <a:r>
              <a:rPr lang="zh-CN" altLang="zh-CN" b="1" dirty="0">
                <a:solidFill>
                  <a:srgbClr val="C00000"/>
                </a:solidFill>
              </a:rPr>
              <a:t>时间</a:t>
            </a:r>
            <a:r>
              <a:rPr lang="zh-CN" altLang="zh-CN" b="1" dirty="0" smtClean="0">
                <a:solidFill>
                  <a:srgbClr val="C00000"/>
                </a:solidFill>
              </a:rPr>
              <a:t>管理</a:t>
            </a:r>
            <a:r>
              <a:rPr lang="en-US" altLang="zh-CN" b="1" dirty="0" smtClean="0">
                <a:solidFill>
                  <a:srgbClr val="C00000"/>
                </a:solidFill>
              </a:rPr>
              <a:t>——</a:t>
            </a:r>
            <a:r>
              <a:rPr lang="zh-CN" altLang="zh-CN" b="1" dirty="0"/>
              <a:t>延时函数</a:t>
            </a:r>
            <a:endParaRPr lang="zh-CN" altLang="en-US" dirty="0">
              <a:solidFill>
                <a:srgbClr val="C00000"/>
              </a:solidFill>
            </a:endParaRPr>
          </a:p>
        </p:txBody>
      </p:sp>
      <p:sp>
        <p:nvSpPr>
          <p:cNvPr id="3" name="矩形 2"/>
          <p:cNvSpPr/>
          <p:nvPr/>
        </p:nvSpPr>
        <p:spPr>
          <a:xfrm>
            <a:off x="460913" y="1319639"/>
            <a:ext cx="3002104" cy="369332"/>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none">
            <a:spAutoFit/>
          </a:bodyPr>
          <a:lstStyle/>
          <a:p>
            <a:r>
              <a:rPr lang="zh-CN" altLang="zh-CN" b="1" dirty="0"/>
              <a:t>按节拍延时函数</a:t>
            </a:r>
            <a:r>
              <a:rPr lang="en-US" altLang="zh-CN" b="1" dirty="0" err="1"/>
              <a:t>OSTimeDly</a:t>
            </a:r>
            <a:r>
              <a:rPr lang="en-US" altLang="zh-CN" b="1" dirty="0"/>
              <a:t>()</a:t>
            </a:r>
            <a:endParaRPr lang="zh-CN" altLang="en-US" dirty="0"/>
          </a:p>
        </p:txBody>
      </p:sp>
      <p:sp>
        <p:nvSpPr>
          <p:cNvPr id="9" name="矩形 8"/>
          <p:cNvSpPr/>
          <p:nvPr/>
        </p:nvSpPr>
        <p:spPr>
          <a:xfrm>
            <a:off x="899592" y="1764558"/>
            <a:ext cx="6187176" cy="369332"/>
          </a:xfrm>
          <a:prstGeom prst="rect">
            <a:avLst/>
          </a:prstGeom>
        </p:spPr>
        <p:txBody>
          <a:bodyPr wrap="square">
            <a:spAutoFit/>
          </a:bodyPr>
          <a:lstStyle/>
          <a:p>
            <a:pPr lvl="0"/>
            <a:r>
              <a:rPr lang="en-US" altLang="zh-CN" b="1" dirty="0">
                <a:solidFill>
                  <a:prstClr val="black"/>
                </a:solidFill>
              </a:rPr>
              <a:t>void  </a:t>
            </a:r>
            <a:r>
              <a:rPr lang="en-US" altLang="zh-CN" b="1" dirty="0" err="1">
                <a:solidFill>
                  <a:prstClr val="black"/>
                </a:solidFill>
              </a:rPr>
              <a:t>OSTimeDly</a:t>
            </a:r>
            <a:r>
              <a:rPr lang="en-US" altLang="zh-CN" b="1" dirty="0">
                <a:solidFill>
                  <a:prstClr val="black"/>
                </a:solidFill>
              </a:rPr>
              <a:t> (</a:t>
            </a:r>
            <a:r>
              <a:rPr lang="en-US" altLang="zh-CN" b="1" dirty="0">
                <a:solidFill>
                  <a:schemeClr val="accent5">
                    <a:lumMod val="75000"/>
                  </a:schemeClr>
                </a:solidFill>
              </a:rPr>
              <a:t>OS_TICK  </a:t>
            </a:r>
            <a:r>
              <a:rPr lang="en-US" altLang="zh-CN" b="1" dirty="0" err="1">
                <a:solidFill>
                  <a:schemeClr val="accent5">
                    <a:lumMod val="75000"/>
                  </a:schemeClr>
                </a:solidFill>
              </a:rPr>
              <a:t>dly</a:t>
            </a:r>
            <a:r>
              <a:rPr lang="en-US" altLang="zh-CN" b="1" dirty="0">
                <a:solidFill>
                  <a:prstClr val="black"/>
                </a:solidFill>
              </a:rPr>
              <a:t>, </a:t>
            </a:r>
            <a:r>
              <a:rPr lang="en-US" altLang="zh-CN" b="1" dirty="0">
                <a:solidFill>
                  <a:schemeClr val="accent3">
                    <a:lumMod val="75000"/>
                  </a:schemeClr>
                </a:solidFill>
              </a:rPr>
              <a:t>OS_OPT  opt</a:t>
            </a:r>
            <a:r>
              <a:rPr lang="en-US" altLang="zh-CN" b="1" dirty="0">
                <a:solidFill>
                  <a:prstClr val="black"/>
                </a:solidFill>
              </a:rPr>
              <a:t>, </a:t>
            </a:r>
            <a:r>
              <a:rPr lang="en-US" altLang="zh-CN" b="1" dirty="0">
                <a:solidFill>
                  <a:schemeClr val="accent4">
                    <a:lumMod val="75000"/>
                  </a:schemeClr>
                </a:solidFill>
              </a:rPr>
              <a:t>OS_ERR  *</a:t>
            </a:r>
            <a:r>
              <a:rPr lang="en-US" altLang="zh-CN" b="1" dirty="0" err="1">
                <a:solidFill>
                  <a:schemeClr val="accent4">
                    <a:lumMod val="75000"/>
                  </a:schemeClr>
                </a:solidFill>
              </a:rPr>
              <a:t>p_err</a:t>
            </a:r>
            <a:r>
              <a:rPr lang="en-US" altLang="zh-CN" b="1" dirty="0">
                <a:solidFill>
                  <a:prstClr val="black"/>
                </a:solidFill>
              </a:rPr>
              <a:t>)</a:t>
            </a:r>
            <a:r>
              <a:rPr lang="zh-CN" altLang="zh-CN" b="1" dirty="0">
                <a:solidFill>
                  <a:prstClr val="black"/>
                </a:solidFill>
              </a:rPr>
              <a:t>；</a:t>
            </a:r>
          </a:p>
        </p:txBody>
      </p:sp>
      <p:sp>
        <p:nvSpPr>
          <p:cNvPr id="10" name="圆角矩形标注 9"/>
          <p:cNvSpPr/>
          <p:nvPr/>
        </p:nvSpPr>
        <p:spPr>
          <a:xfrm>
            <a:off x="323528" y="2324564"/>
            <a:ext cx="2679294" cy="648072"/>
          </a:xfrm>
          <a:prstGeom prst="wedgeRoundRectCallout">
            <a:avLst>
              <a:gd name="adj1" fmla="val 77647"/>
              <a:gd name="adj2" fmla="val -85106"/>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r>
              <a:rPr lang="zh-CN" altLang="zh-CN" sz="1600" b="1" dirty="0">
                <a:solidFill>
                  <a:schemeClr val="tx1"/>
                </a:solidFill>
              </a:rPr>
              <a:t>延时的时间节拍数，注意，节拍数必须在</a:t>
            </a:r>
            <a:r>
              <a:rPr lang="en-US" altLang="zh-CN" sz="1600" b="1" dirty="0">
                <a:solidFill>
                  <a:schemeClr val="tx1"/>
                </a:solidFill>
              </a:rPr>
              <a:t>0~65535</a:t>
            </a:r>
            <a:r>
              <a:rPr lang="zh-CN" altLang="zh-CN" sz="1600" b="1" dirty="0">
                <a:solidFill>
                  <a:schemeClr val="tx1"/>
                </a:solidFill>
              </a:rPr>
              <a:t>之间。</a:t>
            </a:r>
          </a:p>
        </p:txBody>
      </p:sp>
      <p:sp>
        <p:nvSpPr>
          <p:cNvPr id="11" name="圆角矩形标注 10"/>
          <p:cNvSpPr/>
          <p:nvPr/>
        </p:nvSpPr>
        <p:spPr>
          <a:xfrm>
            <a:off x="3856145" y="2394290"/>
            <a:ext cx="4176464" cy="1368152"/>
          </a:xfrm>
          <a:prstGeom prst="wedgeRoundRectCallout">
            <a:avLst>
              <a:gd name="adj1" fmla="val -21202"/>
              <a:gd name="adj2" fmla="val -72768"/>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zh-CN" sz="1600" b="1" dirty="0"/>
              <a:t>指定延时所使用的选项，共有四种：</a:t>
            </a:r>
            <a:r>
              <a:rPr lang="en-US" altLang="zh-CN" sz="1600" b="1" dirty="0"/>
              <a:t>OS_OPT_TIME_DLY</a:t>
            </a:r>
            <a:r>
              <a:rPr lang="zh-CN" altLang="zh-CN" sz="1600" b="1" dirty="0"/>
              <a:t>（相对延时模式</a:t>
            </a:r>
            <a:r>
              <a:rPr lang="zh-CN" altLang="zh-CN" sz="1600" b="1" dirty="0" smtClean="0"/>
              <a:t>）</a:t>
            </a:r>
            <a:endParaRPr lang="en-US" altLang="zh-CN" sz="1600" b="1" dirty="0" smtClean="0"/>
          </a:p>
          <a:p>
            <a:r>
              <a:rPr lang="en-US" altLang="zh-CN" sz="1600" b="1" dirty="0" smtClean="0"/>
              <a:t>OS_OPT_TIME_TIMEOUT</a:t>
            </a:r>
          </a:p>
          <a:p>
            <a:r>
              <a:rPr lang="en-US" altLang="zh-CN" sz="1600" b="1" dirty="0" smtClean="0"/>
              <a:t>OS_OPT_TIME_PERIODIC</a:t>
            </a:r>
            <a:r>
              <a:rPr lang="zh-CN" altLang="zh-CN" sz="1600" b="1" dirty="0"/>
              <a:t>（周期性延时模式</a:t>
            </a:r>
            <a:r>
              <a:rPr lang="zh-CN" altLang="zh-CN" sz="1600" b="1" dirty="0" smtClean="0"/>
              <a:t>）</a:t>
            </a:r>
            <a:r>
              <a:rPr lang="en-US" altLang="zh-CN" sz="1600" b="1" dirty="0" smtClean="0"/>
              <a:t>OS_OPT_TIME_MATCH</a:t>
            </a:r>
            <a:r>
              <a:rPr lang="zh-CN" altLang="zh-CN" sz="1600" b="1" dirty="0"/>
              <a:t>（绝对定时模式）。</a:t>
            </a:r>
          </a:p>
        </p:txBody>
      </p:sp>
      <p:sp>
        <p:nvSpPr>
          <p:cNvPr id="12" name="圆角矩形标注 11"/>
          <p:cNvSpPr/>
          <p:nvPr/>
        </p:nvSpPr>
        <p:spPr>
          <a:xfrm>
            <a:off x="6084168" y="987574"/>
            <a:ext cx="2679294" cy="664130"/>
          </a:xfrm>
          <a:prstGeom prst="wedgeRoundRectCallout">
            <a:avLst>
              <a:gd name="adj1" fmla="val -38010"/>
              <a:gd name="adj2" fmla="val 79302"/>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r>
              <a:rPr lang="zh-CN" altLang="zh-CN" sz="1600" b="1" dirty="0"/>
              <a:t>指向调用该函数后返回的错误码。</a:t>
            </a:r>
          </a:p>
        </p:txBody>
      </p:sp>
    </p:spTree>
    <p:extLst>
      <p:ext uri="{BB962C8B-B14F-4D97-AF65-F5344CB8AC3E}">
        <p14:creationId xmlns:p14="http://schemas.microsoft.com/office/powerpoint/2010/main" val="364408952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9239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741730" cy="461665"/>
          </a:xfrm>
          <a:prstGeom prst="rect">
            <a:avLst/>
          </a:prstGeom>
        </p:spPr>
        <p:txBody>
          <a:bodyPr wrap="none">
            <a:spAutoFit/>
          </a:bodyPr>
          <a:lstStyle/>
          <a:p>
            <a:r>
              <a:rPr lang="en-US" altLang="zh-CN" sz="2400" b="1" dirty="0">
                <a:solidFill>
                  <a:schemeClr val="bg1"/>
                </a:solidFill>
              </a:rPr>
              <a:t>12.3.2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时钟和中断</a:t>
            </a:r>
          </a:p>
        </p:txBody>
      </p:sp>
      <p:sp>
        <p:nvSpPr>
          <p:cNvPr id="6" name="矩形 5"/>
          <p:cNvSpPr/>
          <p:nvPr/>
        </p:nvSpPr>
        <p:spPr>
          <a:xfrm>
            <a:off x="899592" y="4011910"/>
            <a:ext cx="727280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b="1" dirty="0" smtClean="0"/>
              <a:t>举例：  </a:t>
            </a:r>
            <a:r>
              <a:rPr lang="en-GB" altLang="zh-CN" b="1" dirty="0" err="1" smtClean="0"/>
              <a:t>OSTimeDlyHMSM</a:t>
            </a:r>
            <a:r>
              <a:rPr lang="en-GB" altLang="zh-CN" b="1" dirty="0" smtClean="0"/>
              <a:t>(0,0,0,100,OS_OPT_TIME_HMSM_STRICT</a:t>
            </a:r>
            <a:r>
              <a:rPr lang="en-GB" altLang="zh-CN" b="1" dirty="0"/>
              <a:t>,&amp;err</a:t>
            </a:r>
            <a:r>
              <a:rPr lang="en-GB" altLang="zh-CN" b="1" dirty="0" smtClean="0"/>
              <a:t>);</a:t>
            </a:r>
            <a:endParaRPr lang="zh-CN" altLang="zh-CN" b="1" dirty="0"/>
          </a:p>
        </p:txBody>
      </p:sp>
      <p:sp>
        <p:nvSpPr>
          <p:cNvPr id="7" name="矩形 6"/>
          <p:cNvSpPr/>
          <p:nvPr/>
        </p:nvSpPr>
        <p:spPr>
          <a:xfrm>
            <a:off x="4211960" y="406932"/>
            <a:ext cx="3323346" cy="369332"/>
          </a:xfrm>
          <a:prstGeom prst="rect">
            <a:avLst/>
          </a:prstGeom>
        </p:spPr>
        <p:txBody>
          <a:bodyPr wrap="none">
            <a:spAutoFit/>
          </a:bodyPr>
          <a:lstStyle/>
          <a:p>
            <a:r>
              <a:rPr lang="en-US" altLang="zh-CN" b="1" dirty="0" err="1">
                <a:solidFill>
                  <a:srgbClr val="C00000"/>
                </a:solidFill>
              </a:rPr>
              <a:t>uC</a:t>
            </a:r>
            <a:r>
              <a:rPr lang="en-US" altLang="zh-CN" b="1" dirty="0">
                <a:solidFill>
                  <a:srgbClr val="C00000"/>
                </a:solidFill>
              </a:rPr>
              <a:t>/OS-III</a:t>
            </a:r>
            <a:r>
              <a:rPr lang="zh-CN" altLang="zh-CN" b="1" dirty="0">
                <a:solidFill>
                  <a:srgbClr val="C00000"/>
                </a:solidFill>
              </a:rPr>
              <a:t>时间</a:t>
            </a:r>
            <a:r>
              <a:rPr lang="zh-CN" altLang="zh-CN" b="1" dirty="0" smtClean="0">
                <a:solidFill>
                  <a:srgbClr val="C00000"/>
                </a:solidFill>
              </a:rPr>
              <a:t>管理</a:t>
            </a:r>
            <a:r>
              <a:rPr lang="en-US" altLang="zh-CN" b="1" dirty="0" smtClean="0">
                <a:solidFill>
                  <a:srgbClr val="C00000"/>
                </a:solidFill>
              </a:rPr>
              <a:t>——</a:t>
            </a:r>
            <a:r>
              <a:rPr lang="zh-CN" altLang="zh-CN" b="1" dirty="0"/>
              <a:t>延时函数</a:t>
            </a:r>
            <a:endParaRPr lang="zh-CN" altLang="en-US" dirty="0">
              <a:solidFill>
                <a:srgbClr val="C00000"/>
              </a:solidFill>
            </a:endParaRPr>
          </a:p>
        </p:txBody>
      </p:sp>
      <p:sp>
        <p:nvSpPr>
          <p:cNvPr id="3" name="矩形 2"/>
          <p:cNvSpPr/>
          <p:nvPr/>
        </p:nvSpPr>
        <p:spPr>
          <a:xfrm>
            <a:off x="460913" y="1319639"/>
            <a:ext cx="4358244" cy="369332"/>
          </a:xfrm>
          <a:prstGeom prst="rect">
            <a:avLst/>
          </a:prstGeom>
          <a:solidFill>
            <a:schemeClr val="accent2">
              <a:lumMod val="20000"/>
              <a:lumOff val="80000"/>
            </a:schemeClr>
          </a:solidFill>
        </p:spPr>
        <p:style>
          <a:lnRef idx="2">
            <a:schemeClr val="accent5"/>
          </a:lnRef>
          <a:fillRef idx="1">
            <a:schemeClr val="lt1"/>
          </a:fillRef>
          <a:effectRef idx="0">
            <a:schemeClr val="accent5"/>
          </a:effectRef>
          <a:fontRef idx="minor">
            <a:schemeClr val="dk1"/>
          </a:fontRef>
        </p:style>
        <p:txBody>
          <a:bodyPr wrap="none">
            <a:spAutoFit/>
          </a:bodyPr>
          <a:lstStyle/>
          <a:p>
            <a:r>
              <a:rPr lang="zh-CN" altLang="zh-CN" b="1" dirty="0"/>
              <a:t>按时分秒毫秒延时函数</a:t>
            </a:r>
            <a:r>
              <a:rPr lang="en-US" altLang="zh-CN" b="1" dirty="0" err="1"/>
              <a:t>OSTimeDlyHMSM</a:t>
            </a:r>
            <a:r>
              <a:rPr lang="en-US" altLang="zh-CN" b="1" dirty="0"/>
              <a:t>()</a:t>
            </a:r>
            <a:endParaRPr lang="zh-CN" altLang="en-US" dirty="0"/>
          </a:p>
        </p:txBody>
      </p:sp>
      <p:sp>
        <p:nvSpPr>
          <p:cNvPr id="9" name="矩形 8"/>
          <p:cNvSpPr/>
          <p:nvPr/>
        </p:nvSpPr>
        <p:spPr>
          <a:xfrm>
            <a:off x="899592" y="1897544"/>
            <a:ext cx="7200800" cy="1754326"/>
          </a:xfrm>
          <a:prstGeom prst="rect">
            <a:avLst/>
          </a:prstGeom>
          <a:solidFill>
            <a:schemeClr val="accent5">
              <a:lumMod val="20000"/>
              <a:lumOff val="80000"/>
            </a:schemeClr>
          </a:solidFill>
          <a:ln>
            <a:noFill/>
          </a:ln>
        </p:spPr>
        <p:txBody>
          <a:bodyPr wrap="square">
            <a:spAutoFit/>
          </a:bodyPr>
          <a:lstStyle/>
          <a:p>
            <a:pPr lvl="0"/>
            <a:r>
              <a:rPr lang="en-US" altLang="zh-CN" b="1" dirty="0">
                <a:solidFill>
                  <a:prstClr val="black"/>
                </a:solidFill>
              </a:rPr>
              <a:t>void  </a:t>
            </a:r>
            <a:r>
              <a:rPr lang="en-US" altLang="zh-CN" b="1" dirty="0" err="1">
                <a:solidFill>
                  <a:prstClr val="black"/>
                </a:solidFill>
              </a:rPr>
              <a:t>OSTimeDlyHMSM</a:t>
            </a:r>
            <a:r>
              <a:rPr lang="en-US" altLang="zh-CN" b="1" dirty="0">
                <a:solidFill>
                  <a:prstClr val="black"/>
                </a:solidFill>
              </a:rPr>
              <a:t> (CPU_INT16U   hours,  //</a:t>
            </a:r>
            <a:r>
              <a:rPr lang="zh-CN" altLang="en-US" b="1" dirty="0">
                <a:solidFill>
                  <a:prstClr val="black"/>
                </a:solidFill>
              </a:rPr>
              <a:t>设置延时的小时数</a:t>
            </a:r>
          </a:p>
          <a:p>
            <a:pPr lvl="0"/>
            <a:r>
              <a:rPr lang="zh-CN" altLang="en-US" b="1" dirty="0">
                <a:solidFill>
                  <a:prstClr val="black"/>
                </a:solidFill>
              </a:rPr>
              <a:t>                      </a:t>
            </a:r>
            <a:r>
              <a:rPr lang="en-US" altLang="zh-CN" b="1" dirty="0">
                <a:solidFill>
                  <a:prstClr val="black"/>
                </a:solidFill>
              </a:rPr>
              <a:t>CPU_INT16U   minutes,  //</a:t>
            </a:r>
            <a:r>
              <a:rPr lang="zh-CN" altLang="en-US" b="1" dirty="0">
                <a:solidFill>
                  <a:prstClr val="black"/>
                </a:solidFill>
              </a:rPr>
              <a:t>设置延时的分钟数</a:t>
            </a:r>
          </a:p>
          <a:p>
            <a:pPr lvl="0"/>
            <a:r>
              <a:rPr lang="zh-CN" altLang="en-US" b="1" dirty="0">
                <a:solidFill>
                  <a:prstClr val="black"/>
                </a:solidFill>
              </a:rPr>
              <a:t>                      </a:t>
            </a:r>
            <a:r>
              <a:rPr lang="en-US" altLang="zh-CN" b="1" dirty="0">
                <a:solidFill>
                  <a:prstClr val="black"/>
                </a:solidFill>
              </a:rPr>
              <a:t>CPU_INT16U   seconds,  //</a:t>
            </a:r>
            <a:r>
              <a:rPr lang="zh-CN" altLang="en-US" b="1" dirty="0">
                <a:solidFill>
                  <a:prstClr val="black"/>
                </a:solidFill>
              </a:rPr>
              <a:t>设置延时的秒数</a:t>
            </a:r>
          </a:p>
          <a:p>
            <a:pPr lvl="0"/>
            <a:r>
              <a:rPr lang="zh-CN" altLang="en-US" b="1" dirty="0">
                <a:solidFill>
                  <a:prstClr val="black"/>
                </a:solidFill>
              </a:rPr>
              <a:t>                      </a:t>
            </a:r>
            <a:r>
              <a:rPr lang="en-US" altLang="zh-CN" b="1" dirty="0">
                <a:solidFill>
                  <a:prstClr val="black"/>
                </a:solidFill>
              </a:rPr>
              <a:t>CPU_INT32U   </a:t>
            </a:r>
            <a:r>
              <a:rPr lang="en-US" altLang="zh-CN" b="1" dirty="0" err="1">
                <a:solidFill>
                  <a:prstClr val="black"/>
                </a:solidFill>
              </a:rPr>
              <a:t>milli</a:t>
            </a:r>
            <a:r>
              <a:rPr lang="en-US" altLang="zh-CN" b="1" dirty="0">
                <a:solidFill>
                  <a:prstClr val="black"/>
                </a:solidFill>
              </a:rPr>
              <a:t>,  //</a:t>
            </a:r>
            <a:r>
              <a:rPr lang="zh-CN" altLang="en-US" b="1" dirty="0">
                <a:solidFill>
                  <a:prstClr val="black"/>
                </a:solidFill>
              </a:rPr>
              <a:t>设置延时的毫秒数</a:t>
            </a:r>
          </a:p>
          <a:p>
            <a:pPr lvl="0"/>
            <a:r>
              <a:rPr lang="zh-CN" altLang="en-US" b="1" dirty="0">
                <a:solidFill>
                  <a:prstClr val="black"/>
                </a:solidFill>
              </a:rPr>
              <a:t>                      </a:t>
            </a:r>
            <a:r>
              <a:rPr lang="en-US" altLang="zh-CN" b="1" dirty="0">
                <a:solidFill>
                  <a:prstClr val="black"/>
                </a:solidFill>
              </a:rPr>
              <a:t>OS_OPT      opt,  //</a:t>
            </a:r>
            <a:r>
              <a:rPr lang="zh-CN" altLang="en-US" b="1" dirty="0">
                <a:solidFill>
                  <a:prstClr val="black"/>
                </a:solidFill>
              </a:rPr>
              <a:t>选项，此函数只在相对延时模式下运行 </a:t>
            </a:r>
          </a:p>
          <a:p>
            <a:pPr lvl="0"/>
            <a:r>
              <a:rPr lang="zh-CN" altLang="en-US" b="1" dirty="0">
                <a:solidFill>
                  <a:prstClr val="black"/>
                </a:solidFill>
              </a:rPr>
              <a:t>                      </a:t>
            </a:r>
            <a:r>
              <a:rPr lang="en-US" altLang="zh-CN" b="1" dirty="0">
                <a:solidFill>
                  <a:prstClr val="black"/>
                </a:solidFill>
              </a:rPr>
              <a:t>OS_ERR      *</a:t>
            </a:r>
            <a:r>
              <a:rPr lang="en-US" altLang="zh-CN" b="1" dirty="0" err="1">
                <a:solidFill>
                  <a:prstClr val="black"/>
                </a:solidFill>
              </a:rPr>
              <a:t>p_err</a:t>
            </a:r>
            <a:r>
              <a:rPr lang="en-US" altLang="zh-CN" b="1" dirty="0">
                <a:solidFill>
                  <a:prstClr val="black"/>
                </a:solidFill>
              </a:rPr>
              <a:t>)</a:t>
            </a:r>
          </a:p>
        </p:txBody>
      </p:sp>
    </p:spTree>
    <p:extLst>
      <p:ext uri="{BB962C8B-B14F-4D97-AF65-F5344CB8AC3E}">
        <p14:creationId xmlns:p14="http://schemas.microsoft.com/office/powerpoint/2010/main" val="76860535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9239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741730" cy="461665"/>
          </a:xfrm>
          <a:prstGeom prst="rect">
            <a:avLst/>
          </a:prstGeom>
        </p:spPr>
        <p:txBody>
          <a:bodyPr wrap="none">
            <a:spAutoFit/>
          </a:bodyPr>
          <a:lstStyle/>
          <a:p>
            <a:r>
              <a:rPr lang="en-US" altLang="zh-CN" sz="2400" b="1" dirty="0">
                <a:solidFill>
                  <a:schemeClr val="bg1"/>
                </a:solidFill>
              </a:rPr>
              <a:t>12.3.2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时钟和中断</a:t>
            </a:r>
          </a:p>
        </p:txBody>
      </p:sp>
      <p:sp>
        <p:nvSpPr>
          <p:cNvPr id="7" name="矩形 6"/>
          <p:cNvSpPr/>
          <p:nvPr/>
        </p:nvSpPr>
        <p:spPr>
          <a:xfrm>
            <a:off x="4211960" y="406932"/>
            <a:ext cx="3323346" cy="369332"/>
          </a:xfrm>
          <a:prstGeom prst="rect">
            <a:avLst/>
          </a:prstGeom>
        </p:spPr>
        <p:txBody>
          <a:bodyPr wrap="none">
            <a:spAutoFit/>
          </a:bodyPr>
          <a:lstStyle/>
          <a:p>
            <a:r>
              <a:rPr lang="en-US" altLang="zh-CN" b="1" dirty="0" err="1">
                <a:solidFill>
                  <a:srgbClr val="C00000"/>
                </a:solidFill>
              </a:rPr>
              <a:t>uC</a:t>
            </a:r>
            <a:r>
              <a:rPr lang="en-US" altLang="zh-CN" b="1" dirty="0">
                <a:solidFill>
                  <a:srgbClr val="C00000"/>
                </a:solidFill>
              </a:rPr>
              <a:t>/OS-III</a:t>
            </a:r>
            <a:r>
              <a:rPr lang="zh-CN" altLang="zh-CN" b="1" dirty="0">
                <a:solidFill>
                  <a:srgbClr val="C00000"/>
                </a:solidFill>
              </a:rPr>
              <a:t>时间</a:t>
            </a:r>
            <a:r>
              <a:rPr lang="zh-CN" altLang="zh-CN" b="1" dirty="0" smtClean="0">
                <a:solidFill>
                  <a:srgbClr val="C00000"/>
                </a:solidFill>
              </a:rPr>
              <a:t>管理</a:t>
            </a:r>
            <a:r>
              <a:rPr lang="en-US" altLang="zh-CN" b="1" dirty="0" smtClean="0">
                <a:solidFill>
                  <a:srgbClr val="C00000"/>
                </a:solidFill>
              </a:rPr>
              <a:t>——</a:t>
            </a:r>
            <a:r>
              <a:rPr lang="zh-CN" altLang="zh-CN" b="1" dirty="0"/>
              <a:t>取消延时</a:t>
            </a:r>
            <a:endParaRPr lang="zh-CN" altLang="en-US" dirty="0">
              <a:solidFill>
                <a:srgbClr val="C00000"/>
              </a:solidFill>
            </a:endParaRPr>
          </a:p>
        </p:txBody>
      </p:sp>
      <p:sp>
        <p:nvSpPr>
          <p:cNvPr id="9" name="矩形 8"/>
          <p:cNvSpPr/>
          <p:nvPr/>
        </p:nvSpPr>
        <p:spPr>
          <a:xfrm>
            <a:off x="683568" y="2620382"/>
            <a:ext cx="3672408" cy="1793440"/>
          </a:xfrm>
          <a:prstGeom prst="rect">
            <a:avLst/>
          </a:prstGeom>
          <a:solidFill>
            <a:schemeClr val="accent5">
              <a:lumMod val="20000"/>
              <a:lumOff val="80000"/>
            </a:schemeClr>
          </a:solidFill>
          <a:ln>
            <a:noFill/>
          </a:ln>
        </p:spPr>
        <p:txBody>
          <a:bodyPr wrap="square">
            <a:spAutoFit/>
          </a:bodyPr>
          <a:lstStyle/>
          <a:p>
            <a:pPr lvl="0">
              <a:lnSpc>
                <a:spcPct val="125000"/>
              </a:lnSpc>
            </a:pPr>
            <a:r>
              <a:rPr lang="en-US" altLang="zh-CN" b="1" dirty="0">
                <a:solidFill>
                  <a:prstClr val="black"/>
                </a:solidFill>
              </a:rPr>
              <a:t>void  </a:t>
            </a:r>
            <a:r>
              <a:rPr lang="en-US" altLang="zh-CN" b="1" dirty="0" err="1">
                <a:solidFill>
                  <a:prstClr val="black"/>
                </a:solidFill>
              </a:rPr>
              <a:t>OSTimeDlyResume</a:t>
            </a:r>
            <a:r>
              <a:rPr lang="en-US" altLang="zh-CN" b="1" dirty="0">
                <a:solidFill>
                  <a:prstClr val="black"/>
                </a:solidFill>
              </a:rPr>
              <a:t> </a:t>
            </a:r>
            <a:r>
              <a:rPr lang="en-US" altLang="zh-CN" b="1" dirty="0" smtClean="0">
                <a:solidFill>
                  <a:prstClr val="black"/>
                </a:solidFill>
              </a:rPr>
              <a:t>(</a:t>
            </a:r>
          </a:p>
          <a:p>
            <a:pPr lvl="0">
              <a:lnSpc>
                <a:spcPct val="125000"/>
              </a:lnSpc>
            </a:pPr>
            <a:r>
              <a:rPr lang="en-US" altLang="zh-CN" b="1" dirty="0">
                <a:solidFill>
                  <a:prstClr val="black"/>
                </a:solidFill>
              </a:rPr>
              <a:t> </a:t>
            </a:r>
            <a:r>
              <a:rPr lang="en-US" altLang="zh-CN" b="1" dirty="0" smtClean="0">
                <a:solidFill>
                  <a:prstClr val="black"/>
                </a:solidFill>
              </a:rPr>
              <a:t>      OS_TCB  </a:t>
            </a:r>
            <a:r>
              <a:rPr lang="en-US" altLang="zh-CN" b="1" dirty="0">
                <a:solidFill>
                  <a:prstClr val="black"/>
                </a:solidFill>
              </a:rPr>
              <a:t>*</a:t>
            </a:r>
            <a:r>
              <a:rPr lang="en-US" altLang="zh-CN" b="1" dirty="0" err="1">
                <a:solidFill>
                  <a:prstClr val="black"/>
                </a:solidFill>
              </a:rPr>
              <a:t>p_tcb</a:t>
            </a:r>
            <a:r>
              <a:rPr lang="en-US" altLang="zh-CN" b="1" dirty="0" smtClean="0">
                <a:solidFill>
                  <a:prstClr val="black"/>
                </a:solidFill>
              </a:rPr>
              <a:t>, </a:t>
            </a:r>
          </a:p>
          <a:p>
            <a:pPr lvl="0">
              <a:lnSpc>
                <a:spcPct val="125000"/>
              </a:lnSpc>
            </a:pPr>
            <a:r>
              <a:rPr lang="en-US" altLang="zh-CN" b="1" dirty="0" smtClean="0">
                <a:solidFill>
                  <a:prstClr val="black"/>
                </a:solidFill>
              </a:rPr>
              <a:t>           //</a:t>
            </a:r>
            <a:r>
              <a:rPr lang="zh-CN" altLang="en-US" b="1" dirty="0">
                <a:solidFill>
                  <a:prstClr val="black"/>
                </a:solidFill>
              </a:rPr>
              <a:t>要被恢复延时的任务块</a:t>
            </a:r>
          </a:p>
          <a:p>
            <a:pPr lvl="0">
              <a:lnSpc>
                <a:spcPct val="125000"/>
              </a:lnSpc>
            </a:pPr>
            <a:r>
              <a:rPr lang="en-US" altLang="zh-CN" b="1" dirty="0" smtClean="0">
                <a:solidFill>
                  <a:prstClr val="black"/>
                </a:solidFill>
              </a:rPr>
              <a:t>      OS_ERR  </a:t>
            </a:r>
            <a:r>
              <a:rPr lang="en-US" altLang="zh-CN" b="1" dirty="0">
                <a:solidFill>
                  <a:prstClr val="black"/>
                </a:solidFill>
              </a:rPr>
              <a:t>*</a:t>
            </a:r>
            <a:r>
              <a:rPr lang="en-US" altLang="zh-CN" b="1" dirty="0" err="1">
                <a:solidFill>
                  <a:prstClr val="black"/>
                </a:solidFill>
              </a:rPr>
              <a:t>p_err</a:t>
            </a:r>
            <a:r>
              <a:rPr lang="en-US" altLang="zh-CN" b="1" dirty="0">
                <a:solidFill>
                  <a:prstClr val="black"/>
                </a:solidFill>
              </a:rPr>
              <a:t>) </a:t>
            </a:r>
            <a:endParaRPr lang="en-US" altLang="zh-CN" b="1" dirty="0" smtClean="0">
              <a:solidFill>
                <a:prstClr val="black"/>
              </a:solidFill>
            </a:endParaRPr>
          </a:p>
          <a:p>
            <a:pPr lvl="0">
              <a:lnSpc>
                <a:spcPct val="125000"/>
              </a:lnSpc>
            </a:pPr>
            <a:r>
              <a:rPr lang="en-US" altLang="zh-CN" b="1" dirty="0" smtClean="0">
                <a:solidFill>
                  <a:prstClr val="black"/>
                </a:solidFill>
              </a:rPr>
              <a:t>           //</a:t>
            </a:r>
            <a:r>
              <a:rPr lang="zh-CN" altLang="en-US" b="1" dirty="0">
                <a:solidFill>
                  <a:prstClr val="black"/>
                </a:solidFill>
              </a:rPr>
              <a:t>指向返回错误类型的指针</a:t>
            </a:r>
          </a:p>
        </p:txBody>
      </p:sp>
      <p:sp>
        <p:nvSpPr>
          <p:cNvPr id="3" name="矩形 2"/>
          <p:cNvSpPr/>
          <p:nvPr/>
        </p:nvSpPr>
        <p:spPr>
          <a:xfrm>
            <a:off x="4427984" y="2620382"/>
            <a:ext cx="4420257" cy="1823576"/>
          </a:xfrm>
          <a:prstGeom prst="rect">
            <a:avLst/>
          </a:prstGeom>
          <a:solidFill>
            <a:schemeClr val="accent2">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smtClean="0"/>
              <a:t>     </a:t>
            </a:r>
            <a:r>
              <a:rPr lang="zh-CN" altLang="zh-CN" b="1" dirty="0" smtClean="0"/>
              <a:t>用户</a:t>
            </a:r>
            <a:r>
              <a:rPr lang="zh-CN" altLang="zh-CN" b="1" dirty="0"/>
              <a:t>若想使用</a:t>
            </a:r>
            <a:r>
              <a:rPr lang="en-US" altLang="zh-CN" b="1" dirty="0" err="1"/>
              <a:t>OSTimeDlyResume</a:t>
            </a:r>
            <a:r>
              <a:rPr lang="en-US" altLang="zh-CN" b="1" dirty="0"/>
              <a:t>()</a:t>
            </a:r>
            <a:r>
              <a:rPr lang="zh-CN" altLang="zh-CN" b="1" dirty="0"/>
              <a:t>函数，需将宏</a:t>
            </a:r>
            <a:r>
              <a:rPr lang="en-US" altLang="zh-CN" b="1" dirty="0" smtClean="0"/>
              <a:t>OS_CFG_TIME_DLY_RESUME_EN</a:t>
            </a:r>
            <a:r>
              <a:rPr lang="zh-CN" altLang="zh-CN" b="1" dirty="0" smtClean="0"/>
              <a:t>设</a:t>
            </a:r>
            <a:r>
              <a:rPr lang="zh-CN" altLang="zh-CN" b="1" dirty="0"/>
              <a:t>为“</a:t>
            </a:r>
            <a:r>
              <a:rPr lang="en-US" altLang="zh-CN" b="1" dirty="0"/>
              <a:t>1</a:t>
            </a:r>
            <a:r>
              <a:rPr lang="zh-CN" altLang="zh-CN" b="1" dirty="0"/>
              <a:t>”。</a:t>
            </a:r>
          </a:p>
          <a:p>
            <a:pPr>
              <a:lnSpc>
                <a:spcPct val="125000"/>
              </a:lnSpc>
            </a:pPr>
            <a:r>
              <a:rPr lang="en-US" altLang="zh-CN" b="1" dirty="0">
                <a:solidFill>
                  <a:schemeClr val="accent5">
                    <a:lumMod val="75000"/>
                  </a:schemeClr>
                </a:solidFill>
              </a:rPr>
              <a:t>#define OS_CFG_TIME_DLY_RESUME_EN       1u  </a:t>
            </a:r>
            <a:endParaRPr lang="zh-CN" altLang="zh-CN" b="1" dirty="0">
              <a:solidFill>
                <a:schemeClr val="accent5">
                  <a:lumMod val="75000"/>
                </a:schemeClr>
              </a:solidFill>
            </a:endParaRPr>
          </a:p>
        </p:txBody>
      </p:sp>
      <p:sp>
        <p:nvSpPr>
          <p:cNvPr id="2" name="矩形 1"/>
          <p:cNvSpPr/>
          <p:nvPr/>
        </p:nvSpPr>
        <p:spPr>
          <a:xfrm>
            <a:off x="1043608" y="1250449"/>
            <a:ext cx="7283786" cy="1131079"/>
          </a:xfrm>
          <a:prstGeom prst="rect">
            <a:avLst/>
          </a:prstGeom>
        </p:spPr>
        <p:txBody>
          <a:bodyPr wrap="square">
            <a:spAutoFit/>
          </a:bodyPr>
          <a:lstStyle/>
          <a:p>
            <a:pPr lvl="0">
              <a:lnSpc>
                <a:spcPct val="125000"/>
              </a:lnSpc>
            </a:pPr>
            <a:r>
              <a:rPr lang="zh-CN" altLang="en-US" b="1" dirty="0">
                <a:solidFill>
                  <a:prstClr val="black"/>
                </a:solidFill>
              </a:rPr>
              <a:t> </a:t>
            </a:r>
            <a:r>
              <a:rPr lang="zh-CN" altLang="en-US" b="1" dirty="0" smtClean="0">
                <a:solidFill>
                  <a:prstClr val="black"/>
                </a:solidFill>
              </a:rPr>
              <a:t>    </a:t>
            </a:r>
            <a:r>
              <a:rPr lang="en-US" altLang="zh-CN" b="1" dirty="0" err="1" smtClean="0">
                <a:solidFill>
                  <a:prstClr val="black"/>
                </a:solidFill>
              </a:rPr>
              <a:t>uC</a:t>
            </a:r>
            <a:r>
              <a:rPr lang="en-US" altLang="zh-CN" b="1" dirty="0" smtClean="0">
                <a:solidFill>
                  <a:prstClr val="black"/>
                </a:solidFill>
              </a:rPr>
              <a:t>/OS-III</a:t>
            </a:r>
            <a:r>
              <a:rPr lang="zh-CN" altLang="zh-CN" b="1" dirty="0">
                <a:solidFill>
                  <a:prstClr val="black"/>
                </a:solidFill>
              </a:rPr>
              <a:t>允许处于延时的任务通过其他任务来取消延时从而使自己处于就绪状态，通过在其他任务中调用</a:t>
            </a:r>
            <a:r>
              <a:rPr lang="en-US" altLang="zh-CN" b="1" dirty="0" err="1">
                <a:solidFill>
                  <a:prstClr val="black"/>
                </a:solidFill>
              </a:rPr>
              <a:t>OSTimeDlyResume</a:t>
            </a:r>
            <a:r>
              <a:rPr lang="en-US" altLang="zh-CN" b="1" dirty="0">
                <a:solidFill>
                  <a:prstClr val="black"/>
                </a:solidFill>
              </a:rPr>
              <a:t>()</a:t>
            </a:r>
            <a:r>
              <a:rPr lang="zh-CN" altLang="zh-CN" b="1" dirty="0">
                <a:solidFill>
                  <a:prstClr val="black"/>
                </a:solidFill>
              </a:rPr>
              <a:t>函数来实现</a:t>
            </a:r>
            <a:r>
              <a:rPr lang="zh-CN" altLang="en-US" b="1" dirty="0">
                <a:solidFill>
                  <a:prstClr val="black"/>
                </a:solidFill>
              </a:rPr>
              <a:t>，</a:t>
            </a:r>
            <a:r>
              <a:rPr lang="en-US" altLang="zh-CN" b="1" dirty="0" err="1">
                <a:solidFill>
                  <a:prstClr val="black"/>
                </a:solidFill>
              </a:rPr>
              <a:t>OSTimeDlyResume</a:t>
            </a:r>
            <a:r>
              <a:rPr lang="en-US" altLang="zh-CN" b="1" dirty="0">
                <a:solidFill>
                  <a:prstClr val="black"/>
                </a:solidFill>
              </a:rPr>
              <a:t>()</a:t>
            </a:r>
            <a:r>
              <a:rPr lang="zh-CN" altLang="zh-CN" b="1" dirty="0">
                <a:solidFill>
                  <a:prstClr val="black"/>
                </a:solidFill>
              </a:rPr>
              <a:t>函数原型如下：</a:t>
            </a:r>
          </a:p>
        </p:txBody>
      </p:sp>
    </p:spTree>
    <p:extLst>
      <p:ext uri="{BB962C8B-B14F-4D97-AF65-F5344CB8AC3E}">
        <p14:creationId xmlns:p14="http://schemas.microsoft.com/office/powerpoint/2010/main" val="135812911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9239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741730" cy="461665"/>
          </a:xfrm>
          <a:prstGeom prst="rect">
            <a:avLst/>
          </a:prstGeom>
        </p:spPr>
        <p:txBody>
          <a:bodyPr wrap="none">
            <a:spAutoFit/>
          </a:bodyPr>
          <a:lstStyle/>
          <a:p>
            <a:r>
              <a:rPr lang="en-US" altLang="zh-CN" sz="2400" b="1" dirty="0">
                <a:solidFill>
                  <a:schemeClr val="bg1"/>
                </a:solidFill>
              </a:rPr>
              <a:t>12.3.2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时钟和中断</a:t>
            </a:r>
          </a:p>
        </p:txBody>
      </p:sp>
      <p:sp>
        <p:nvSpPr>
          <p:cNvPr id="7" name="矩形 6"/>
          <p:cNvSpPr/>
          <p:nvPr/>
        </p:nvSpPr>
        <p:spPr>
          <a:xfrm>
            <a:off x="4211960" y="406932"/>
            <a:ext cx="4485523" cy="408445"/>
          </a:xfrm>
          <a:prstGeom prst="rect">
            <a:avLst/>
          </a:prstGeom>
        </p:spPr>
        <p:txBody>
          <a:bodyPr wrap="none">
            <a:spAutoFit/>
          </a:bodyPr>
          <a:lstStyle/>
          <a:p>
            <a:pPr lvl="0">
              <a:lnSpc>
                <a:spcPct val="125000"/>
              </a:lnSpc>
            </a:pPr>
            <a:r>
              <a:rPr lang="en-US" altLang="zh-CN" b="1" dirty="0" err="1">
                <a:solidFill>
                  <a:srgbClr val="C00000"/>
                </a:solidFill>
              </a:rPr>
              <a:t>uC</a:t>
            </a:r>
            <a:r>
              <a:rPr lang="en-US" altLang="zh-CN" b="1" dirty="0">
                <a:solidFill>
                  <a:srgbClr val="C00000"/>
                </a:solidFill>
              </a:rPr>
              <a:t>/OS-III</a:t>
            </a:r>
            <a:r>
              <a:rPr lang="zh-CN" altLang="zh-CN" b="1" dirty="0">
                <a:solidFill>
                  <a:srgbClr val="C00000"/>
                </a:solidFill>
              </a:rPr>
              <a:t>时间</a:t>
            </a:r>
            <a:r>
              <a:rPr lang="zh-CN" altLang="zh-CN" b="1" dirty="0" smtClean="0">
                <a:solidFill>
                  <a:srgbClr val="C00000"/>
                </a:solidFill>
              </a:rPr>
              <a:t>管理</a:t>
            </a:r>
            <a:r>
              <a:rPr lang="en-US" altLang="zh-CN" b="1" dirty="0" smtClean="0">
                <a:solidFill>
                  <a:srgbClr val="C00000"/>
                </a:solidFill>
              </a:rPr>
              <a:t>——</a:t>
            </a:r>
            <a:r>
              <a:rPr lang="zh-CN" altLang="en-US" b="1" dirty="0">
                <a:solidFill>
                  <a:prstClr val="black"/>
                </a:solidFill>
              </a:rPr>
              <a:t>获取和设置系统时间</a:t>
            </a:r>
          </a:p>
        </p:txBody>
      </p:sp>
      <p:sp>
        <p:nvSpPr>
          <p:cNvPr id="2" name="矩形 1"/>
          <p:cNvSpPr/>
          <p:nvPr/>
        </p:nvSpPr>
        <p:spPr>
          <a:xfrm>
            <a:off x="899592" y="1275606"/>
            <a:ext cx="3312368" cy="333232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lvl="0" indent="-285750">
              <a:lnSpc>
                <a:spcPct val="125000"/>
              </a:lnSpc>
              <a:spcAft>
                <a:spcPts val="1200"/>
              </a:spcAft>
              <a:buFont typeface="Wingdings" pitchFamily="2" charset="2"/>
              <a:buChar char="Ø"/>
            </a:pPr>
            <a:r>
              <a:rPr lang="en-US" altLang="zh-CN" b="1" dirty="0" err="1" smtClean="0">
                <a:solidFill>
                  <a:prstClr val="black"/>
                </a:solidFill>
              </a:rPr>
              <a:t>uC</a:t>
            </a:r>
            <a:r>
              <a:rPr lang="en-US" altLang="zh-CN" b="1" dirty="0" smtClean="0">
                <a:solidFill>
                  <a:prstClr val="black"/>
                </a:solidFill>
              </a:rPr>
              <a:t>/OS-III</a:t>
            </a:r>
            <a:r>
              <a:rPr lang="zh-CN" altLang="en-US" b="1" dirty="0">
                <a:solidFill>
                  <a:prstClr val="black"/>
                </a:solidFill>
              </a:rPr>
              <a:t>定义了一个</a:t>
            </a:r>
            <a:r>
              <a:rPr lang="en-US" altLang="zh-CN" b="1" dirty="0">
                <a:solidFill>
                  <a:prstClr val="black"/>
                </a:solidFill>
              </a:rPr>
              <a:t>CPU_INT32U</a:t>
            </a:r>
            <a:r>
              <a:rPr lang="zh-CN" altLang="en-US" b="1" dirty="0">
                <a:solidFill>
                  <a:prstClr val="black"/>
                </a:solidFill>
              </a:rPr>
              <a:t>类型（</a:t>
            </a:r>
            <a:r>
              <a:rPr lang="en-US" altLang="zh-CN" b="1" dirty="0">
                <a:solidFill>
                  <a:prstClr val="black"/>
                </a:solidFill>
              </a:rPr>
              <a:t>32</a:t>
            </a:r>
            <a:r>
              <a:rPr lang="zh-CN" altLang="en-US" b="1" dirty="0">
                <a:solidFill>
                  <a:prstClr val="black"/>
                </a:solidFill>
              </a:rPr>
              <a:t>位）的全局变量</a:t>
            </a:r>
            <a:r>
              <a:rPr lang="en-US" altLang="zh-CN" b="1" dirty="0" err="1">
                <a:solidFill>
                  <a:prstClr val="black"/>
                </a:solidFill>
              </a:rPr>
              <a:t>OSTickCtr</a:t>
            </a:r>
            <a:r>
              <a:rPr lang="zh-CN" altLang="en-US" b="1" dirty="0">
                <a:solidFill>
                  <a:prstClr val="black"/>
                </a:solidFill>
              </a:rPr>
              <a:t>来记录系统时钟节拍</a:t>
            </a:r>
            <a:r>
              <a:rPr lang="zh-CN" altLang="en-US" b="1" dirty="0" smtClean="0">
                <a:solidFill>
                  <a:prstClr val="black"/>
                </a:solidFill>
              </a:rPr>
              <a:t>数</a:t>
            </a:r>
            <a:endParaRPr lang="en-US" altLang="zh-CN" b="1" dirty="0" smtClean="0">
              <a:solidFill>
                <a:prstClr val="black"/>
              </a:solidFill>
            </a:endParaRPr>
          </a:p>
          <a:p>
            <a:pPr marL="285750" lvl="0" indent="-285750">
              <a:lnSpc>
                <a:spcPct val="125000"/>
              </a:lnSpc>
              <a:spcAft>
                <a:spcPts val="1200"/>
              </a:spcAft>
              <a:buFont typeface="Wingdings" pitchFamily="2" charset="2"/>
              <a:buChar char="Ø"/>
            </a:pPr>
            <a:r>
              <a:rPr lang="zh-CN" altLang="en-US" b="1" dirty="0" smtClean="0">
                <a:solidFill>
                  <a:prstClr val="black"/>
                </a:solidFill>
              </a:rPr>
              <a:t>在</a:t>
            </a:r>
            <a:r>
              <a:rPr lang="zh-CN" altLang="en-US" b="1" dirty="0">
                <a:solidFill>
                  <a:prstClr val="black"/>
                </a:solidFill>
              </a:rPr>
              <a:t>调用</a:t>
            </a:r>
            <a:r>
              <a:rPr lang="en-US" altLang="zh-CN" b="1" dirty="0" err="1">
                <a:solidFill>
                  <a:prstClr val="black"/>
                </a:solidFill>
              </a:rPr>
              <a:t>OSInit</a:t>
            </a:r>
            <a:r>
              <a:rPr lang="en-US" altLang="zh-CN" b="1" dirty="0">
                <a:solidFill>
                  <a:prstClr val="black"/>
                </a:solidFill>
              </a:rPr>
              <a:t>()</a:t>
            </a:r>
            <a:r>
              <a:rPr lang="zh-CN" altLang="en-US" b="1" dirty="0">
                <a:solidFill>
                  <a:prstClr val="black"/>
                </a:solidFill>
              </a:rPr>
              <a:t>时被初始化为</a:t>
            </a:r>
            <a:r>
              <a:rPr lang="en-US" altLang="zh-CN" b="1" dirty="0">
                <a:solidFill>
                  <a:prstClr val="black"/>
                </a:solidFill>
              </a:rPr>
              <a:t>0</a:t>
            </a:r>
            <a:r>
              <a:rPr lang="zh-CN" altLang="en-US" b="1" dirty="0">
                <a:solidFill>
                  <a:prstClr val="black"/>
                </a:solidFill>
              </a:rPr>
              <a:t>，以后每发生</a:t>
            </a:r>
            <a:r>
              <a:rPr lang="en-US" altLang="zh-CN" b="1" dirty="0">
                <a:solidFill>
                  <a:prstClr val="black"/>
                </a:solidFill>
              </a:rPr>
              <a:t>1</a:t>
            </a:r>
            <a:r>
              <a:rPr lang="zh-CN" altLang="en-US" b="1" dirty="0">
                <a:solidFill>
                  <a:prstClr val="black"/>
                </a:solidFill>
              </a:rPr>
              <a:t>个时钟节拍，</a:t>
            </a:r>
            <a:r>
              <a:rPr lang="en-US" altLang="zh-CN" b="1" dirty="0" err="1">
                <a:solidFill>
                  <a:prstClr val="black"/>
                </a:solidFill>
              </a:rPr>
              <a:t>OSTickCtr</a:t>
            </a:r>
            <a:r>
              <a:rPr lang="zh-CN" altLang="en-US" b="1" dirty="0">
                <a:solidFill>
                  <a:prstClr val="black"/>
                </a:solidFill>
              </a:rPr>
              <a:t>加</a:t>
            </a:r>
            <a:r>
              <a:rPr lang="en-US" altLang="zh-CN" b="1" dirty="0">
                <a:solidFill>
                  <a:prstClr val="black"/>
                </a:solidFill>
              </a:rPr>
              <a:t>1</a:t>
            </a:r>
            <a:r>
              <a:rPr lang="zh-CN" altLang="en-US" b="1" dirty="0">
                <a:solidFill>
                  <a:prstClr val="black"/>
                </a:solidFill>
              </a:rPr>
              <a:t>，一直加到</a:t>
            </a:r>
            <a:r>
              <a:rPr lang="en-US" altLang="zh-CN" b="1" dirty="0">
                <a:solidFill>
                  <a:prstClr val="black"/>
                </a:solidFill>
              </a:rPr>
              <a:t>4294967295</a:t>
            </a:r>
            <a:r>
              <a:rPr lang="zh-CN" altLang="en-US" b="1" dirty="0">
                <a:solidFill>
                  <a:prstClr val="black"/>
                </a:solidFill>
              </a:rPr>
              <a:t>（</a:t>
            </a:r>
            <a:r>
              <a:rPr lang="en-US" altLang="zh-CN" b="1" dirty="0">
                <a:solidFill>
                  <a:prstClr val="black"/>
                </a:solidFill>
              </a:rPr>
              <a:t>232-1</a:t>
            </a:r>
            <a:r>
              <a:rPr lang="zh-CN" altLang="en-US" b="1" dirty="0">
                <a:solidFill>
                  <a:prstClr val="black"/>
                </a:solidFill>
              </a:rPr>
              <a:t>），然后再从</a:t>
            </a:r>
            <a:r>
              <a:rPr lang="en-US" altLang="zh-CN" b="1" dirty="0">
                <a:solidFill>
                  <a:prstClr val="black"/>
                </a:solidFill>
              </a:rPr>
              <a:t>0</a:t>
            </a:r>
            <a:r>
              <a:rPr lang="zh-CN" altLang="en-US" b="1" dirty="0">
                <a:solidFill>
                  <a:prstClr val="black"/>
                </a:solidFill>
              </a:rPr>
              <a:t>开始计数，周而复始</a:t>
            </a:r>
            <a:r>
              <a:rPr lang="zh-CN" altLang="en-US" b="1" dirty="0" smtClean="0">
                <a:solidFill>
                  <a:prstClr val="black"/>
                </a:solidFill>
              </a:rPr>
              <a:t>。</a:t>
            </a:r>
            <a:endParaRPr lang="zh-CN" altLang="en-US" b="1" dirty="0">
              <a:solidFill>
                <a:prstClr val="black"/>
              </a:solidFill>
            </a:endParaRPr>
          </a:p>
        </p:txBody>
      </p:sp>
      <p:sp>
        <p:nvSpPr>
          <p:cNvPr id="6" name="矩形 5"/>
          <p:cNvSpPr/>
          <p:nvPr/>
        </p:nvSpPr>
        <p:spPr>
          <a:xfrm>
            <a:off x="5652120" y="3083064"/>
            <a:ext cx="2952328" cy="784830"/>
          </a:xfrm>
          <a:prstGeom prst="rect">
            <a:avLst/>
          </a:prstGeom>
          <a:solidFill>
            <a:schemeClr val="accent4">
              <a:lumMod val="20000"/>
              <a:lumOff val="80000"/>
            </a:schemeClr>
          </a:solidFill>
        </p:spPr>
        <p:txBody>
          <a:bodyPr wrap="square">
            <a:spAutoFit/>
          </a:bodyPr>
          <a:lstStyle/>
          <a:p>
            <a:pPr lvl="0">
              <a:lnSpc>
                <a:spcPct val="125000"/>
              </a:lnSpc>
            </a:pPr>
            <a:r>
              <a:rPr lang="en-US" altLang="zh-CN" b="1" dirty="0" err="1" smtClean="0">
                <a:solidFill>
                  <a:prstClr val="black"/>
                </a:solidFill>
              </a:rPr>
              <a:t>OSTimeSet</a:t>
            </a:r>
            <a:r>
              <a:rPr lang="en-US" altLang="zh-CN" b="1" dirty="0">
                <a:solidFill>
                  <a:prstClr val="black"/>
                </a:solidFill>
              </a:rPr>
              <a:t>()</a:t>
            </a:r>
            <a:r>
              <a:rPr lang="zh-CN" altLang="en-US" b="1" dirty="0">
                <a:solidFill>
                  <a:prstClr val="black"/>
                </a:solidFill>
              </a:rPr>
              <a:t>函数用于设置当前的时钟节拍计数值。 </a:t>
            </a:r>
            <a:endParaRPr lang="zh-CN" altLang="zh-CN" b="1" dirty="0">
              <a:solidFill>
                <a:prstClr val="black"/>
              </a:solidFill>
            </a:endParaRPr>
          </a:p>
        </p:txBody>
      </p:sp>
      <p:sp>
        <p:nvSpPr>
          <p:cNvPr id="8" name="矩形 7"/>
          <p:cNvSpPr/>
          <p:nvPr/>
        </p:nvSpPr>
        <p:spPr>
          <a:xfrm>
            <a:off x="4783840" y="1801100"/>
            <a:ext cx="3341761" cy="784830"/>
          </a:xfrm>
          <a:prstGeom prst="rect">
            <a:avLst/>
          </a:prstGeom>
          <a:solidFill>
            <a:schemeClr val="accent5">
              <a:lumMod val="20000"/>
              <a:lumOff val="80000"/>
            </a:schemeClr>
          </a:solidFill>
        </p:spPr>
        <p:txBody>
          <a:bodyPr wrap="square">
            <a:spAutoFit/>
          </a:bodyPr>
          <a:lstStyle/>
          <a:p>
            <a:pPr lvl="0">
              <a:lnSpc>
                <a:spcPct val="125000"/>
              </a:lnSpc>
            </a:pPr>
            <a:r>
              <a:rPr lang="en-US" altLang="zh-CN" b="1" dirty="0" err="1">
                <a:solidFill>
                  <a:prstClr val="black"/>
                </a:solidFill>
              </a:rPr>
              <a:t>OSTimeGet</a:t>
            </a:r>
            <a:r>
              <a:rPr lang="en-US" altLang="zh-CN" b="1" dirty="0">
                <a:solidFill>
                  <a:prstClr val="black"/>
                </a:solidFill>
              </a:rPr>
              <a:t>()</a:t>
            </a:r>
            <a:r>
              <a:rPr lang="zh-CN" altLang="en-US" b="1" dirty="0">
                <a:solidFill>
                  <a:prstClr val="black"/>
                </a:solidFill>
              </a:rPr>
              <a:t>函数用于获取当前的时钟节拍计数值。</a:t>
            </a:r>
          </a:p>
        </p:txBody>
      </p:sp>
    </p:spTree>
    <p:extLst>
      <p:ext uri="{BB962C8B-B14F-4D97-AF65-F5344CB8AC3E}">
        <p14:creationId xmlns:p14="http://schemas.microsoft.com/office/powerpoint/2010/main" val="152348734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9239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741730" cy="461665"/>
          </a:xfrm>
          <a:prstGeom prst="rect">
            <a:avLst/>
          </a:prstGeom>
        </p:spPr>
        <p:txBody>
          <a:bodyPr wrap="none">
            <a:spAutoFit/>
          </a:bodyPr>
          <a:lstStyle/>
          <a:p>
            <a:r>
              <a:rPr lang="en-US" altLang="zh-CN" sz="2400" b="1" dirty="0">
                <a:solidFill>
                  <a:schemeClr val="bg1"/>
                </a:solidFill>
              </a:rPr>
              <a:t>12.3.2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时钟和中断</a:t>
            </a:r>
          </a:p>
        </p:txBody>
      </p:sp>
      <p:sp>
        <p:nvSpPr>
          <p:cNvPr id="7" name="矩形 6"/>
          <p:cNvSpPr/>
          <p:nvPr/>
        </p:nvSpPr>
        <p:spPr>
          <a:xfrm>
            <a:off x="4211960" y="406932"/>
            <a:ext cx="1744388" cy="408445"/>
          </a:xfrm>
          <a:prstGeom prst="rect">
            <a:avLst/>
          </a:prstGeom>
        </p:spPr>
        <p:txBody>
          <a:bodyPr wrap="none">
            <a:spAutoFit/>
          </a:bodyPr>
          <a:lstStyle/>
          <a:p>
            <a:pPr lvl="0">
              <a:lnSpc>
                <a:spcPct val="125000"/>
              </a:lnSpc>
            </a:pPr>
            <a:r>
              <a:rPr lang="en-US" altLang="zh-CN" b="1" dirty="0" err="1">
                <a:solidFill>
                  <a:srgbClr val="C00000"/>
                </a:solidFill>
              </a:rPr>
              <a:t>uC</a:t>
            </a:r>
            <a:r>
              <a:rPr lang="en-US" altLang="zh-CN" b="1" dirty="0">
                <a:solidFill>
                  <a:srgbClr val="C00000"/>
                </a:solidFill>
              </a:rPr>
              <a:t>/OS-III</a:t>
            </a:r>
            <a:r>
              <a:rPr lang="zh-CN" altLang="en-US" b="1" dirty="0">
                <a:solidFill>
                  <a:srgbClr val="C00000"/>
                </a:solidFill>
              </a:rPr>
              <a:t>临界段</a:t>
            </a:r>
            <a:endParaRPr lang="zh-CN" altLang="en-US" b="1" dirty="0">
              <a:solidFill>
                <a:prstClr val="black"/>
              </a:solidFill>
            </a:endParaRPr>
          </a:p>
        </p:txBody>
      </p:sp>
      <p:sp>
        <p:nvSpPr>
          <p:cNvPr id="3" name="矩形 2"/>
          <p:cNvSpPr/>
          <p:nvPr/>
        </p:nvSpPr>
        <p:spPr>
          <a:xfrm>
            <a:off x="1259632" y="1376200"/>
            <a:ext cx="6437585" cy="43858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285750" lvl="0" indent="-285750">
              <a:lnSpc>
                <a:spcPct val="125000"/>
              </a:lnSpc>
              <a:spcAft>
                <a:spcPts val="1200"/>
              </a:spcAft>
              <a:buFont typeface="Wingdings" pitchFamily="2" charset="2"/>
              <a:buChar char="Ø"/>
            </a:pPr>
            <a:r>
              <a:rPr lang="zh-CN" altLang="en-US" b="1" dirty="0">
                <a:solidFill>
                  <a:prstClr val="black"/>
                </a:solidFill>
              </a:rPr>
              <a:t>临界段是指那些必须完整连续运行、不可被打断的代码段。</a:t>
            </a:r>
            <a:endParaRPr lang="en-US" altLang="zh-CN" b="1" dirty="0">
              <a:solidFill>
                <a:prstClr val="black"/>
              </a:solidFill>
            </a:endParaRPr>
          </a:p>
        </p:txBody>
      </p:sp>
      <p:graphicFrame>
        <p:nvGraphicFramePr>
          <p:cNvPr id="10" name="图示 9"/>
          <p:cNvGraphicFramePr/>
          <p:nvPr>
            <p:extLst>
              <p:ext uri="{D42A27DB-BD31-4B8C-83A1-F6EECF244321}">
                <p14:modId xmlns:p14="http://schemas.microsoft.com/office/powerpoint/2010/main" val="2983138668"/>
              </p:ext>
            </p:extLst>
          </p:nvPr>
        </p:nvGraphicFramePr>
        <p:xfrm>
          <a:off x="755576" y="2427734"/>
          <a:ext cx="7560840" cy="1679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0012080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9239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741730" cy="461665"/>
          </a:xfrm>
          <a:prstGeom prst="rect">
            <a:avLst/>
          </a:prstGeom>
        </p:spPr>
        <p:txBody>
          <a:bodyPr wrap="none">
            <a:spAutoFit/>
          </a:bodyPr>
          <a:lstStyle/>
          <a:p>
            <a:r>
              <a:rPr lang="en-US" altLang="zh-CN" sz="2400" b="1" dirty="0">
                <a:solidFill>
                  <a:schemeClr val="bg1"/>
                </a:solidFill>
              </a:rPr>
              <a:t>12.3.2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时钟和中断</a:t>
            </a:r>
          </a:p>
        </p:txBody>
      </p:sp>
      <p:sp>
        <p:nvSpPr>
          <p:cNvPr id="7" name="矩形 6"/>
          <p:cNvSpPr/>
          <p:nvPr/>
        </p:nvSpPr>
        <p:spPr>
          <a:xfrm>
            <a:off x="4211960" y="406932"/>
            <a:ext cx="1744388" cy="408445"/>
          </a:xfrm>
          <a:prstGeom prst="rect">
            <a:avLst/>
          </a:prstGeom>
        </p:spPr>
        <p:txBody>
          <a:bodyPr wrap="none">
            <a:spAutoFit/>
          </a:bodyPr>
          <a:lstStyle/>
          <a:p>
            <a:pPr lvl="0">
              <a:lnSpc>
                <a:spcPct val="125000"/>
              </a:lnSpc>
            </a:pPr>
            <a:r>
              <a:rPr lang="en-US" altLang="zh-CN" b="1" dirty="0" err="1">
                <a:solidFill>
                  <a:srgbClr val="C00000"/>
                </a:solidFill>
              </a:rPr>
              <a:t>uC</a:t>
            </a:r>
            <a:r>
              <a:rPr lang="en-US" altLang="zh-CN" b="1" dirty="0">
                <a:solidFill>
                  <a:srgbClr val="C00000"/>
                </a:solidFill>
              </a:rPr>
              <a:t>/OS-III</a:t>
            </a:r>
            <a:r>
              <a:rPr lang="zh-CN" altLang="en-US" b="1" dirty="0">
                <a:solidFill>
                  <a:srgbClr val="C00000"/>
                </a:solidFill>
              </a:rPr>
              <a:t>临界段</a:t>
            </a:r>
            <a:endParaRPr lang="zh-CN" altLang="en-US" b="1" dirty="0">
              <a:solidFill>
                <a:prstClr val="black"/>
              </a:solidFill>
            </a:endParaRPr>
          </a:p>
        </p:txBody>
      </p:sp>
      <p:sp>
        <p:nvSpPr>
          <p:cNvPr id="2" name="矩形 1"/>
          <p:cNvSpPr/>
          <p:nvPr/>
        </p:nvSpPr>
        <p:spPr>
          <a:xfrm>
            <a:off x="710586" y="1563638"/>
            <a:ext cx="4392488" cy="336245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lvl="0" indent="-285750">
              <a:lnSpc>
                <a:spcPct val="125000"/>
              </a:lnSpc>
              <a:spcAft>
                <a:spcPts val="1200"/>
              </a:spcAft>
              <a:buFont typeface="Wingdings" pitchFamily="2" charset="2"/>
              <a:buChar char="Ø"/>
            </a:pPr>
            <a:r>
              <a:rPr lang="en-US" altLang="zh-CN" b="1" dirty="0" err="1" smtClean="0">
                <a:solidFill>
                  <a:prstClr val="black"/>
                </a:solidFill>
              </a:rPr>
              <a:t>uC</a:t>
            </a:r>
            <a:r>
              <a:rPr lang="en-US" altLang="zh-CN" b="1" dirty="0" smtClean="0">
                <a:solidFill>
                  <a:prstClr val="black"/>
                </a:solidFill>
              </a:rPr>
              <a:t>/OS-III</a:t>
            </a:r>
            <a:r>
              <a:rPr lang="zh-CN" altLang="en-US" b="1" dirty="0">
                <a:solidFill>
                  <a:prstClr val="black"/>
                </a:solidFill>
              </a:rPr>
              <a:t>定义了进入临界段代码的宏</a:t>
            </a:r>
            <a:r>
              <a:rPr lang="en-US" altLang="zh-CN" b="1" dirty="0">
                <a:solidFill>
                  <a:prstClr val="black"/>
                </a:solidFill>
              </a:rPr>
              <a:t>OS_CRITICAL_ENTER()</a:t>
            </a:r>
            <a:r>
              <a:rPr lang="zh-CN" altLang="en-US" b="1" dirty="0">
                <a:solidFill>
                  <a:prstClr val="black"/>
                </a:solidFill>
              </a:rPr>
              <a:t>，而使用宏</a:t>
            </a:r>
            <a:r>
              <a:rPr lang="en-US" altLang="zh-CN" b="1" dirty="0">
                <a:solidFill>
                  <a:prstClr val="black"/>
                </a:solidFill>
              </a:rPr>
              <a:t>OS_CRITICAL_EXIT()</a:t>
            </a:r>
            <a:r>
              <a:rPr lang="zh-CN" altLang="en-US" b="1" dirty="0">
                <a:solidFill>
                  <a:prstClr val="black"/>
                </a:solidFill>
              </a:rPr>
              <a:t>和</a:t>
            </a:r>
            <a:r>
              <a:rPr lang="en-US" altLang="zh-CN" b="1" dirty="0">
                <a:solidFill>
                  <a:prstClr val="black"/>
                </a:solidFill>
              </a:rPr>
              <a:t>OS_CRITICAL_EXIT_NO_SCHED()</a:t>
            </a:r>
            <a:r>
              <a:rPr lang="zh-CN" altLang="en-US" b="1" dirty="0">
                <a:solidFill>
                  <a:prstClr val="black"/>
                </a:solidFill>
              </a:rPr>
              <a:t>退出临界区。</a:t>
            </a:r>
          </a:p>
          <a:p>
            <a:pPr marL="285750" lvl="0" indent="-285750">
              <a:lnSpc>
                <a:spcPct val="125000"/>
              </a:lnSpc>
              <a:spcAft>
                <a:spcPts val="1200"/>
              </a:spcAft>
              <a:buFont typeface="Wingdings" pitchFamily="2" charset="2"/>
              <a:buChar char="Ø"/>
            </a:pPr>
            <a:r>
              <a:rPr lang="en-US" altLang="zh-CN" b="1" dirty="0" smtClean="0">
                <a:solidFill>
                  <a:prstClr val="black"/>
                </a:solidFill>
              </a:rPr>
              <a:t>OS_CRITICAL_ENTER</a:t>
            </a:r>
            <a:r>
              <a:rPr lang="en-US" altLang="zh-CN" b="1" dirty="0">
                <a:solidFill>
                  <a:prstClr val="black"/>
                </a:solidFill>
              </a:rPr>
              <a:t>()</a:t>
            </a:r>
            <a:r>
              <a:rPr lang="zh-CN" altLang="en-US" b="1" dirty="0">
                <a:solidFill>
                  <a:prstClr val="black"/>
                </a:solidFill>
              </a:rPr>
              <a:t>和</a:t>
            </a:r>
            <a:r>
              <a:rPr lang="en-US" altLang="zh-CN" b="1" dirty="0">
                <a:solidFill>
                  <a:prstClr val="black"/>
                </a:solidFill>
              </a:rPr>
              <a:t>OS_CRITICAL_EXIT()</a:t>
            </a:r>
            <a:r>
              <a:rPr lang="zh-CN" altLang="en-US" b="1" dirty="0">
                <a:solidFill>
                  <a:prstClr val="black"/>
                </a:solidFill>
              </a:rPr>
              <a:t>在使用时需成对使用，在这两条语句之间的就是临界</a:t>
            </a:r>
            <a:r>
              <a:rPr lang="zh-CN" altLang="en-US" b="1" dirty="0" smtClean="0">
                <a:solidFill>
                  <a:prstClr val="black"/>
                </a:solidFill>
              </a:rPr>
              <a:t>段代码。</a:t>
            </a:r>
            <a:endParaRPr lang="zh-CN" altLang="en-US" b="1" dirty="0">
              <a:solidFill>
                <a:prstClr val="black"/>
              </a:solidFill>
            </a:endParaRPr>
          </a:p>
        </p:txBody>
      </p:sp>
      <p:sp>
        <p:nvSpPr>
          <p:cNvPr id="3" name="矩形 2"/>
          <p:cNvSpPr/>
          <p:nvPr/>
        </p:nvSpPr>
        <p:spPr>
          <a:xfrm>
            <a:off x="1734815" y="967000"/>
            <a:ext cx="6365577" cy="43858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285750" lvl="0" indent="-285750">
              <a:lnSpc>
                <a:spcPct val="125000"/>
              </a:lnSpc>
              <a:spcAft>
                <a:spcPts val="1200"/>
              </a:spcAft>
              <a:buFont typeface="Wingdings" pitchFamily="2" charset="2"/>
              <a:buChar char="Ø"/>
            </a:pPr>
            <a:r>
              <a:rPr lang="zh-CN" altLang="en-US" b="1" dirty="0">
                <a:solidFill>
                  <a:prstClr val="black"/>
                </a:solidFill>
              </a:rPr>
              <a:t>临界段是指那些必须完整连续运行、不可被打断的代码段。</a:t>
            </a:r>
            <a:endParaRPr lang="en-US" altLang="zh-CN" b="1" dirty="0">
              <a:solidFill>
                <a:prstClr val="black"/>
              </a:solidFill>
            </a:endParaRPr>
          </a:p>
        </p:txBody>
      </p:sp>
      <p:sp>
        <p:nvSpPr>
          <p:cNvPr id="11" name="矩形 10"/>
          <p:cNvSpPr/>
          <p:nvPr/>
        </p:nvSpPr>
        <p:spPr>
          <a:xfrm>
            <a:off x="5436096" y="3244867"/>
            <a:ext cx="3312368" cy="1438855"/>
          </a:xfrm>
          <a:prstGeom prst="rect">
            <a:avLst/>
          </a:prstGeom>
          <a:solidFill>
            <a:schemeClr val="accent5">
              <a:lumMod val="20000"/>
              <a:lumOff val="80000"/>
            </a:schemeClr>
          </a:solidFill>
        </p:spPr>
        <p:txBody>
          <a:bodyPr wrap="square">
            <a:spAutoFit/>
          </a:bodyPr>
          <a:lstStyle/>
          <a:p>
            <a:pPr lvl="0">
              <a:lnSpc>
                <a:spcPct val="125000"/>
              </a:lnSpc>
              <a:spcAft>
                <a:spcPts val="1200"/>
              </a:spcAft>
            </a:pPr>
            <a:r>
              <a:rPr lang="en-US" altLang="zh-CN" b="1" dirty="0">
                <a:solidFill>
                  <a:prstClr val="black"/>
                </a:solidFill>
              </a:rPr>
              <a:t>OS_CRITICAL_ENTER()</a:t>
            </a:r>
            <a:r>
              <a:rPr lang="zh-CN" altLang="en-US" b="1" dirty="0">
                <a:solidFill>
                  <a:prstClr val="black"/>
                </a:solidFill>
              </a:rPr>
              <a:t>；</a:t>
            </a:r>
          </a:p>
          <a:p>
            <a:pPr lvl="0">
              <a:lnSpc>
                <a:spcPct val="125000"/>
              </a:lnSpc>
              <a:spcAft>
                <a:spcPts val="1200"/>
              </a:spcAft>
            </a:pPr>
            <a:r>
              <a:rPr lang="en-US" altLang="zh-CN" b="1" dirty="0">
                <a:solidFill>
                  <a:prstClr val="black"/>
                </a:solidFill>
              </a:rPr>
              <a:t>… … </a:t>
            </a:r>
            <a:r>
              <a:rPr lang="en-US" altLang="zh-CN" b="1" dirty="0" smtClean="0">
                <a:solidFill>
                  <a:prstClr val="black"/>
                </a:solidFill>
              </a:rPr>
              <a:t>//</a:t>
            </a:r>
            <a:r>
              <a:rPr lang="zh-CN" altLang="en-US" b="1" dirty="0">
                <a:solidFill>
                  <a:prstClr val="black"/>
                </a:solidFill>
              </a:rPr>
              <a:t>临界段内的程序代码</a:t>
            </a:r>
          </a:p>
          <a:p>
            <a:pPr lvl="0">
              <a:lnSpc>
                <a:spcPct val="125000"/>
              </a:lnSpc>
              <a:spcAft>
                <a:spcPts val="1200"/>
              </a:spcAft>
            </a:pPr>
            <a:r>
              <a:rPr lang="en-US" altLang="zh-CN" b="1" dirty="0">
                <a:solidFill>
                  <a:prstClr val="black"/>
                </a:solidFill>
              </a:rPr>
              <a:t>OS_CRITICAL_EXIT()</a:t>
            </a:r>
            <a:r>
              <a:rPr lang="zh-CN" altLang="en-US" b="1" dirty="0">
                <a:solidFill>
                  <a:prstClr val="black"/>
                </a:solidFill>
              </a:rPr>
              <a:t>；</a:t>
            </a:r>
          </a:p>
        </p:txBody>
      </p:sp>
      <p:sp>
        <p:nvSpPr>
          <p:cNvPr id="12" name="右箭头 11"/>
          <p:cNvSpPr/>
          <p:nvPr/>
        </p:nvSpPr>
        <p:spPr>
          <a:xfrm>
            <a:off x="5004048" y="3964294"/>
            <a:ext cx="432048" cy="335648"/>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29490185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9239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741730" cy="461665"/>
          </a:xfrm>
          <a:prstGeom prst="rect">
            <a:avLst/>
          </a:prstGeom>
        </p:spPr>
        <p:txBody>
          <a:bodyPr wrap="none">
            <a:spAutoFit/>
          </a:bodyPr>
          <a:lstStyle/>
          <a:p>
            <a:r>
              <a:rPr lang="en-US" altLang="zh-CN" sz="2400" b="1" dirty="0">
                <a:solidFill>
                  <a:schemeClr val="bg1"/>
                </a:solidFill>
              </a:rPr>
              <a:t>12.3.2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时钟和中断</a:t>
            </a:r>
          </a:p>
        </p:txBody>
      </p:sp>
      <p:sp>
        <p:nvSpPr>
          <p:cNvPr id="7" name="矩形 6"/>
          <p:cNvSpPr/>
          <p:nvPr/>
        </p:nvSpPr>
        <p:spPr>
          <a:xfrm>
            <a:off x="4211960" y="406932"/>
            <a:ext cx="1511952" cy="408445"/>
          </a:xfrm>
          <a:prstGeom prst="rect">
            <a:avLst/>
          </a:prstGeom>
        </p:spPr>
        <p:txBody>
          <a:bodyPr wrap="none">
            <a:spAutoFit/>
          </a:bodyPr>
          <a:lstStyle/>
          <a:p>
            <a:pPr lvl="0">
              <a:lnSpc>
                <a:spcPct val="125000"/>
              </a:lnSpc>
            </a:pPr>
            <a:r>
              <a:rPr lang="en-US" altLang="zh-CN" b="1" dirty="0" err="1">
                <a:solidFill>
                  <a:srgbClr val="C00000"/>
                </a:solidFill>
              </a:rPr>
              <a:t>uC</a:t>
            </a:r>
            <a:r>
              <a:rPr lang="en-US" altLang="zh-CN" b="1" dirty="0">
                <a:solidFill>
                  <a:srgbClr val="C00000"/>
                </a:solidFill>
              </a:rPr>
              <a:t>/OS-III</a:t>
            </a:r>
            <a:r>
              <a:rPr lang="zh-CN" altLang="en-US" b="1" dirty="0">
                <a:solidFill>
                  <a:srgbClr val="C00000"/>
                </a:solidFill>
              </a:rPr>
              <a:t>中断</a:t>
            </a:r>
            <a:endParaRPr lang="zh-CN" altLang="en-US" b="1" dirty="0">
              <a:solidFill>
                <a:prstClr val="black"/>
              </a:solidFill>
            </a:endParaRPr>
          </a:p>
        </p:txBody>
      </p:sp>
      <p:sp>
        <p:nvSpPr>
          <p:cNvPr id="2" name="矩形 1"/>
          <p:cNvSpPr/>
          <p:nvPr/>
        </p:nvSpPr>
        <p:spPr>
          <a:xfrm>
            <a:off x="647456" y="1275305"/>
            <a:ext cx="4068560" cy="313996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lvl="0" indent="-285750">
              <a:lnSpc>
                <a:spcPct val="125000"/>
              </a:lnSpc>
              <a:spcAft>
                <a:spcPts val="1200"/>
              </a:spcAft>
              <a:buFont typeface="Wingdings" pitchFamily="2" charset="2"/>
              <a:buChar char="Ø"/>
            </a:pPr>
            <a:r>
              <a:rPr lang="en-US" altLang="zh-CN" b="1" dirty="0" err="1">
                <a:solidFill>
                  <a:prstClr val="black"/>
                </a:solidFill>
              </a:rPr>
              <a:t>uC</a:t>
            </a:r>
            <a:r>
              <a:rPr lang="en-US" altLang="zh-CN" b="1" dirty="0">
                <a:solidFill>
                  <a:prstClr val="black"/>
                </a:solidFill>
              </a:rPr>
              <a:t>/OS-III</a:t>
            </a:r>
            <a:r>
              <a:rPr lang="zh-CN" altLang="en-US" b="1" dirty="0">
                <a:solidFill>
                  <a:prstClr val="black"/>
                </a:solidFill>
              </a:rPr>
              <a:t>支持中断，也允许中断嵌套</a:t>
            </a:r>
            <a:r>
              <a:rPr lang="zh-CN" altLang="en-US" b="1" dirty="0" smtClean="0">
                <a:solidFill>
                  <a:prstClr val="black"/>
                </a:solidFill>
              </a:rPr>
              <a:t>，最多</a:t>
            </a:r>
            <a:r>
              <a:rPr lang="zh-CN" altLang="en-US" b="1" dirty="0">
                <a:solidFill>
                  <a:prstClr val="black"/>
                </a:solidFill>
              </a:rPr>
              <a:t>支持</a:t>
            </a:r>
            <a:r>
              <a:rPr lang="en-US" altLang="zh-CN" b="1" dirty="0">
                <a:solidFill>
                  <a:prstClr val="black"/>
                </a:solidFill>
              </a:rPr>
              <a:t>250</a:t>
            </a:r>
            <a:r>
              <a:rPr lang="zh-CN" altLang="en-US" b="1" dirty="0">
                <a:solidFill>
                  <a:prstClr val="black"/>
                </a:solidFill>
              </a:rPr>
              <a:t>级的中断</a:t>
            </a:r>
            <a:r>
              <a:rPr lang="zh-CN" altLang="en-US" b="1" dirty="0" smtClean="0">
                <a:solidFill>
                  <a:prstClr val="black"/>
                </a:solidFill>
              </a:rPr>
              <a:t>嵌套</a:t>
            </a:r>
            <a:endParaRPr lang="en-US" altLang="zh-CN" b="1" dirty="0" smtClean="0">
              <a:solidFill>
                <a:prstClr val="black"/>
              </a:solidFill>
            </a:endParaRPr>
          </a:p>
          <a:p>
            <a:pPr marL="285750" lvl="0" indent="-285750">
              <a:lnSpc>
                <a:spcPct val="125000"/>
              </a:lnSpc>
              <a:spcAft>
                <a:spcPts val="1200"/>
              </a:spcAft>
              <a:buFont typeface="Wingdings" pitchFamily="2" charset="2"/>
              <a:buChar char="Ø"/>
            </a:pPr>
            <a:r>
              <a:rPr lang="en-US" altLang="zh-CN" b="1" dirty="0" err="1" smtClean="0">
                <a:solidFill>
                  <a:prstClr val="black"/>
                </a:solidFill>
              </a:rPr>
              <a:t>uC</a:t>
            </a:r>
            <a:r>
              <a:rPr lang="en-US" altLang="zh-CN" b="1" dirty="0" smtClean="0">
                <a:solidFill>
                  <a:prstClr val="black"/>
                </a:solidFill>
              </a:rPr>
              <a:t>/OS-III</a:t>
            </a:r>
            <a:r>
              <a:rPr lang="zh-CN" altLang="en-US" b="1" dirty="0">
                <a:solidFill>
                  <a:prstClr val="black"/>
                </a:solidFill>
              </a:rPr>
              <a:t>为了记录中断嵌套的层数，定义了一个全局变量</a:t>
            </a:r>
            <a:r>
              <a:rPr lang="en-US" altLang="zh-CN" b="1" dirty="0" err="1">
                <a:solidFill>
                  <a:prstClr val="black"/>
                </a:solidFill>
              </a:rPr>
              <a:t>OSIntNestingCtr</a:t>
            </a:r>
            <a:r>
              <a:rPr lang="zh-CN" altLang="en-US" b="1" dirty="0">
                <a:solidFill>
                  <a:prstClr val="black"/>
                </a:solidFill>
              </a:rPr>
              <a:t>。</a:t>
            </a:r>
          </a:p>
          <a:p>
            <a:pPr marL="285750" lvl="0" indent="-285750">
              <a:lnSpc>
                <a:spcPct val="125000"/>
              </a:lnSpc>
              <a:spcAft>
                <a:spcPts val="1200"/>
              </a:spcAft>
              <a:buFont typeface="Wingdings" pitchFamily="2" charset="2"/>
              <a:buChar char="Ø"/>
            </a:pPr>
            <a:r>
              <a:rPr lang="zh-CN" altLang="en-US" b="1" dirty="0" smtClean="0">
                <a:solidFill>
                  <a:prstClr val="black"/>
                </a:solidFill>
              </a:rPr>
              <a:t>在</a:t>
            </a:r>
            <a:r>
              <a:rPr lang="zh-CN" altLang="en-US" b="1" dirty="0">
                <a:solidFill>
                  <a:prstClr val="black"/>
                </a:solidFill>
              </a:rPr>
              <a:t>进入中断服务函数时要调用</a:t>
            </a:r>
            <a:r>
              <a:rPr lang="en-US" altLang="zh-CN" b="1" dirty="0" err="1">
                <a:solidFill>
                  <a:prstClr val="black"/>
                </a:solidFill>
              </a:rPr>
              <a:t>OSIntEnter</a:t>
            </a:r>
            <a:r>
              <a:rPr lang="en-US" altLang="zh-CN" b="1" dirty="0">
                <a:solidFill>
                  <a:prstClr val="black"/>
                </a:solidFill>
              </a:rPr>
              <a:t>()</a:t>
            </a:r>
            <a:r>
              <a:rPr lang="zh-CN" altLang="en-US" b="1" dirty="0">
                <a:solidFill>
                  <a:prstClr val="black"/>
                </a:solidFill>
              </a:rPr>
              <a:t>，将中断嵌套计数</a:t>
            </a:r>
            <a:r>
              <a:rPr lang="en-US" altLang="zh-CN" b="1" dirty="0" err="1">
                <a:solidFill>
                  <a:prstClr val="black"/>
                </a:solidFill>
              </a:rPr>
              <a:t>OSIntNestingCtr</a:t>
            </a:r>
            <a:r>
              <a:rPr lang="zh-CN" altLang="en-US" b="1" dirty="0">
                <a:solidFill>
                  <a:prstClr val="black"/>
                </a:solidFill>
              </a:rPr>
              <a:t>加</a:t>
            </a:r>
            <a:r>
              <a:rPr lang="en-US" altLang="zh-CN" b="1" dirty="0">
                <a:solidFill>
                  <a:prstClr val="black"/>
                </a:solidFill>
              </a:rPr>
              <a:t>1</a:t>
            </a:r>
            <a:r>
              <a:rPr lang="zh-CN" altLang="en-US" b="1" dirty="0" smtClean="0">
                <a:solidFill>
                  <a:prstClr val="black"/>
                </a:solidFill>
              </a:rPr>
              <a:t>，</a:t>
            </a:r>
            <a:r>
              <a:rPr lang="en-US" altLang="zh-CN" b="1" dirty="0" err="1" smtClean="0">
                <a:solidFill>
                  <a:prstClr val="black"/>
                </a:solidFill>
              </a:rPr>
              <a:t>OSIntEnter</a:t>
            </a:r>
            <a:r>
              <a:rPr lang="en-US" altLang="zh-CN" b="1" dirty="0">
                <a:solidFill>
                  <a:prstClr val="black"/>
                </a:solidFill>
              </a:rPr>
              <a:t>()</a:t>
            </a:r>
            <a:r>
              <a:rPr lang="zh-CN" altLang="en-US" b="1" dirty="0">
                <a:solidFill>
                  <a:prstClr val="black"/>
                </a:solidFill>
              </a:rPr>
              <a:t>定义在</a:t>
            </a:r>
            <a:r>
              <a:rPr lang="en-US" altLang="zh-CN" b="1" dirty="0" err="1">
                <a:solidFill>
                  <a:prstClr val="black"/>
                </a:solidFill>
              </a:rPr>
              <a:t>os_core.c</a:t>
            </a:r>
            <a:r>
              <a:rPr lang="zh-CN" altLang="en-US" b="1" dirty="0">
                <a:solidFill>
                  <a:prstClr val="black"/>
                </a:solidFill>
              </a:rPr>
              <a:t>文件</a:t>
            </a:r>
            <a:r>
              <a:rPr lang="zh-CN" altLang="en-US" b="1" dirty="0" smtClean="0">
                <a:solidFill>
                  <a:prstClr val="black"/>
                </a:solidFill>
              </a:rPr>
              <a:t>中</a:t>
            </a:r>
            <a:r>
              <a:rPr lang="en-US" altLang="zh-CN" b="1" dirty="0" smtClean="0">
                <a:solidFill>
                  <a:prstClr val="black"/>
                </a:solidFill>
              </a:rPr>
              <a:t>:</a:t>
            </a:r>
            <a:endParaRPr lang="zh-CN" altLang="en-US" b="1" dirty="0">
              <a:solidFill>
                <a:prstClr val="black"/>
              </a:solidFill>
            </a:endParaRPr>
          </a:p>
        </p:txBody>
      </p:sp>
      <p:sp>
        <p:nvSpPr>
          <p:cNvPr id="11" name="矩形 10"/>
          <p:cNvSpPr/>
          <p:nvPr/>
        </p:nvSpPr>
        <p:spPr>
          <a:xfrm>
            <a:off x="5126306" y="1131590"/>
            <a:ext cx="3406134" cy="3416320"/>
          </a:xfrm>
          <a:prstGeom prst="rect">
            <a:avLst/>
          </a:prstGeom>
          <a:solidFill>
            <a:schemeClr val="accent5">
              <a:lumMod val="20000"/>
              <a:lumOff val="80000"/>
            </a:schemeClr>
          </a:solidFill>
        </p:spPr>
        <p:txBody>
          <a:bodyPr wrap="square">
            <a:spAutoFit/>
          </a:bodyPr>
          <a:lstStyle/>
          <a:p>
            <a:pPr marL="269875" lvl="0" indent="-269875"/>
            <a:r>
              <a:rPr lang="en-US" altLang="zh-CN" b="1" dirty="0">
                <a:solidFill>
                  <a:prstClr val="black"/>
                </a:solidFill>
              </a:rPr>
              <a:t>void  </a:t>
            </a:r>
            <a:r>
              <a:rPr lang="en-US" altLang="zh-CN" b="1" dirty="0" err="1">
                <a:solidFill>
                  <a:prstClr val="black"/>
                </a:solidFill>
              </a:rPr>
              <a:t>OSIntEnter</a:t>
            </a:r>
            <a:r>
              <a:rPr lang="en-US" altLang="zh-CN" b="1" dirty="0">
                <a:solidFill>
                  <a:prstClr val="black"/>
                </a:solidFill>
              </a:rPr>
              <a:t> (void)</a:t>
            </a:r>
          </a:p>
          <a:p>
            <a:pPr lvl="0"/>
            <a:r>
              <a:rPr lang="en-US" altLang="zh-CN" b="1" dirty="0">
                <a:solidFill>
                  <a:prstClr val="black"/>
                </a:solidFill>
              </a:rPr>
              <a:t>{</a:t>
            </a:r>
          </a:p>
          <a:p>
            <a:pPr marL="361950" lvl="0" indent="-361950"/>
            <a:r>
              <a:rPr lang="en-US" altLang="zh-CN" b="1" dirty="0">
                <a:solidFill>
                  <a:prstClr val="black"/>
                </a:solidFill>
              </a:rPr>
              <a:t>    if (</a:t>
            </a:r>
            <a:r>
              <a:rPr lang="en-US" altLang="zh-CN" b="1" dirty="0" err="1">
                <a:solidFill>
                  <a:prstClr val="black"/>
                </a:solidFill>
              </a:rPr>
              <a:t>OSRunning</a:t>
            </a:r>
            <a:r>
              <a:rPr lang="en-US" altLang="zh-CN" b="1" dirty="0">
                <a:solidFill>
                  <a:prstClr val="black"/>
                </a:solidFill>
              </a:rPr>
              <a:t> != OS_STATE_OS_RUNNING) {        </a:t>
            </a:r>
          </a:p>
          <a:p>
            <a:pPr lvl="0"/>
            <a:r>
              <a:rPr lang="en-US" altLang="zh-CN" b="1" dirty="0">
                <a:solidFill>
                  <a:prstClr val="black"/>
                </a:solidFill>
              </a:rPr>
              <a:t>        return;           </a:t>
            </a:r>
          </a:p>
          <a:p>
            <a:pPr lvl="0"/>
            <a:r>
              <a:rPr lang="en-US" altLang="zh-CN" b="1" dirty="0">
                <a:solidFill>
                  <a:prstClr val="black"/>
                </a:solidFill>
              </a:rPr>
              <a:t>    }</a:t>
            </a:r>
          </a:p>
          <a:p>
            <a:pPr marL="361950" lvl="0" indent="-361950"/>
            <a:r>
              <a:rPr lang="en-US" altLang="zh-CN" b="1" dirty="0">
                <a:solidFill>
                  <a:prstClr val="black"/>
                </a:solidFill>
              </a:rPr>
              <a:t>    if (</a:t>
            </a:r>
            <a:r>
              <a:rPr lang="en-US" altLang="zh-CN" b="1" dirty="0" err="1">
                <a:solidFill>
                  <a:prstClr val="black"/>
                </a:solidFill>
              </a:rPr>
              <a:t>OSIntNestingCtr</a:t>
            </a:r>
            <a:r>
              <a:rPr lang="en-US" altLang="zh-CN" b="1" dirty="0">
                <a:solidFill>
                  <a:prstClr val="black"/>
                </a:solidFill>
              </a:rPr>
              <a:t> &gt;= (OS_NESTING_CTR)250u) {     </a:t>
            </a:r>
          </a:p>
          <a:p>
            <a:pPr lvl="0"/>
            <a:r>
              <a:rPr lang="en-US" altLang="zh-CN" b="1" dirty="0">
                <a:solidFill>
                  <a:prstClr val="black"/>
                </a:solidFill>
              </a:rPr>
              <a:t>        return;             </a:t>
            </a:r>
          </a:p>
          <a:p>
            <a:pPr lvl="0"/>
            <a:r>
              <a:rPr lang="en-US" altLang="zh-CN" b="1" dirty="0">
                <a:solidFill>
                  <a:prstClr val="black"/>
                </a:solidFill>
              </a:rPr>
              <a:t>    }</a:t>
            </a:r>
          </a:p>
          <a:p>
            <a:pPr lvl="0"/>
            <a:r>
              <a:rPr lang="en-US" altLang="zh-CN" b="1" dirty="0">
                <a:solidFill>
                  <a:prstClr val="black"/>
                </a:solidFill>
              </a:rPr>
              <a:t>    </a:t>
            </a:r>
            <a:r>
              <a:rPr lang="en-US" altLang="zh-CN" b="1" dirty="0" err="1">
                <a:solidFill>
                  <a:prstClr val="black"/>
                </a:solidFill>
              </a:rPr>
              <a:t>OSIntNestingCtr</a:t>
            </a:r>
            <a:r>
              <a:rPr lang="en-US" altLang="zh-CN" b="1" dirty="0">
                <a:solidFill>
                  <a:prstClr val="black"/>
                </a:solidFill>
              </a:rPr>
              <a:t>++;                </a:t>
            </a:r>
          </a:p>
          <a:p>
            <a:pPr lvl="0"/>
            <a:r>
              <a:rPr lang="en-US" altLang="zh-CN" b="1" dirty="0">
                <a:solidFill>
                  <a:prstClr val="black"/>
                </a:solidFill>
              </a:rPr>
              <a:t>}</a:t>
            </a:r>
          </a:p>
        </p:txBody>
      </p:sp>
      <p:sp>
        <p:nvSpPr>
          <p:cNvPr id="6" name="右箭头 5"/>
          <p:cNvSpPr/>
          <p:nvPr/>
        </p:nvSpPr>
        <p:spPr>
          <a:xfrm>
            <a:off x="4572000" y="3795886"/>
            <a:ext cx="504056" cy="360040"/>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425204848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39239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3741730" cy="461665"/>
          </a:xfrm>
          <a:prstGeom prst="rect">
            <a:avLst/>
          </a:prstGeom>
        </p:spPr>
        <p:txBody>
          <a:bodyPr wrap="none">
            <a:spAutoFit/>
          </a:bodyPr>
          <a:lstStyle/>
          <a:p>
            <a:r>
              <a:rPr lang="en-US" altLang="zh-CN" sz="2400" b="1" dirty="0">
                <a:solidFill>
                  <a:schemeClr val="bg1"/>
                </a:solidFill>
              </a:rPr>
              <a:t>12.3.2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时钟和中断</a:t>
            </a:r>
          </a:p>
        </p:txBody>
      </p:sp>
      <p:sp>
        <p:nvSpPr>
          <p:cNvPr id="7" name="矩形 6"/>
          <p:cNvSpPr/>
          <p:nvPr/>
        </p:nvSpPr>
        <p:spPr>
          <a:xfrm>
            <a:off x="4211960" y="406932"/>
            <a:ext cx="1511952" cy="408445"/>
          </a:xfrm>
          <a:prstGeom prst="rect">
            <a:avLst/>
          </a:prstGeom>
        </p:spPr>
        <p:txBody>
          <a:bodyPr wrap="none">
            <a:spAutoFit/>
          </a:bodyPr>
          <a:lstStyle/>
          <a:p>
            <a:pPr lvl="0">
              <a:lnSpc>
                <a:spcPct val="125000"/>
              </a:lnSpc>
            </a:pPr>
            <a:r>
              <a:rPr lang="en-US" altLang="zh-CN" b="1" dirty="0" err="1">
                <a:solidFill>
                  <a:srgbClr val="C00000"/>
                </a:solidFill>
              </a:rPr>
              <a:t>uC</a:t>
            </a:r>
            <a:r>
              <a:rPr lang="en-US" altLang="zh-CN" b="1" dirty="0">
                <a:solidFill>
                  <a:srgbClr val="C00000"/>
                </a:solidFill>
              </a:rPr>
              <a:t>/OS-III</a:t>
            </a:r>
            <a:r>
              <a:rPr lang="zh-CN" altLang="en-US" b="1" dirty="0">
                <a:solidFill>
                  <a:srgbClr val="C00000"/>
                </a:solidFill>
              </a:rPr>
              <a:t>中断</a:t>
            </a:r>
            <a:endParaRPr lang="zh-CN" altLang="en-US" b="1" dirty="0">
              <a:solidFill>
                <a:prstClr val="black"/>
              </a:solidFill>
            </a:endParaRPr>
          </a:p>
        </p:txBody>
      </p:sp>
      <p:sp>
        <p:nvSpPr>
          <p:cNvPr id="2" name="矩形 1"/>
          <p:cNvSpPr/>
          <p:nvPr/>
        </p:nvSpPr>
        <p:spPr>
          <a:xfrm>
            <a:off x="798258" y="2545180"/>
            <a:ext cx="3024336" cy="193899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en-US" altLang="zh-CN" sz="1600" b="1" dirty="0" smtClean="0">
                <a:solidFill>
                  <a:prstClr val="black"/>
                </a:solidFill>
              </a:rPr>
              <a:t>void </a:t>
            </a:r>
            <a:r>
              <a:rPr lang="en-US" altLang="zh-CN" sz="1600" b="1" dirty="0" err="1">
                <a:solidFill>
                  <a:prstClr val="black"/>
                </a:solidFill>
              </a:rPr>
              <a:t>PPP_IRQHandler</a:t>
            </a:r>
            <a:r>
              <a:rPr lang="en-US" altLang="zh-CN" sz="1600" b="1" dirty="0">
                <a:solidFill>
                  <a:prstClr val="black"/>
                </a:solidFill>
              </a:rPr>
              <a:t>(void)</a:t>
            </a:r>
          </a:p>
          <a:p>
            <a:pPr lvl="0">
              <a:lnSpc>
                <a:spcPct val="125000"/>
              </a:lnSpc>
            </a:pPr>
            <a:r>
              <a:rPr lang="en-US" altLang="zh-CN" sz="1600" b="1" dirty="0">
                <a:solidFill>
                  <a:prstClr val="black"/>
                </a:solidFill>
              </a:rPr>
              <a:t>{</a:t>
            </a:r>
          </a:p>
          <a:p>
            <a:pPr lvl="0">
              <a:lnSpc>
                <a:spcPct val="125000"/>
              </a:lnSpc>
            </a:pPr>
            <a:r>
              <a:rPr lang="en-US" altLang="zh-CN" sz="1600" b="1" dirty="0">
                <a:solidFill>
                  <a:prstClr val="black"/>
                </a:solidFill>
              </a:rPr>
              <a:t>       </a:t>
            </a:r>
            <a:r>
              <a:rPr lang="en-US" altLang="zh-CN" sz="1600" b="1" dirty="0" err="1" smtClean="0">
                <a:solidFill>
                  <a:prstClr val="black"/>
                </a:solidFill>
              </a:rPr>
              <a:t>OSIntEnter</a:t>
            </a:r>
            <a:r>
              <a:rPr lang="en-US" altLang="zh-CN" sz="1600" b="1" dirty="0">
                <a:solidFill>
                  <a:prstClr val="black"/>
                </a:solidFill>
              </a:rPr>
              <a:t>();</a:t>
            </a:r>
          </a:p>
          <a:p>
            <a:pPr lvl="0">
              <a:lnSpc>
                <a:spcPct val="125000"/>
              </a:lnSpc>
            </a:pPr>
            <a:r>
              <a:rPr lang="en-US" altLang="zh-CN" sz="1600" b="1" dirty="0">
                <a:solidFill>
                  <a:prstClr val="black"/>
                </a:solidFill>
              </a:rPr>
              <a:t>       //</a:t>
            </a:r>
            <a:r>
              <a:rPr lang="zh-CN" altLang="en-US" sz="1600" b="1" dirty="0">
                <a:solidFill>
                  <a:prstClr val="black"/>
                </a:solidFill>
              </a:rPr>
              <a:t>中断服务程序</a:t>
            </a:r>
          </a:p>
          <a:p>
            <a:pPr lvl="0">
              <a:lnSpc>
                <a:spcPct val="125000"/>
              </a:lnSpc>
            </a:pPr>
            <a:r>
              <a:rPr lang="zh-CN" altLang="en-US" sz="1600" b="1" dirty="0">
                <a:solidFill>
                  <a:prstClr val="black"/>
                </a:solidFill>
              </a:rPr>
              <a:t>      </a:t>
            </a:r>
            <a:r>
              <a:rPr lang="en-US" altLang="zh-CN" sz="1600" b="1" dirty="0" err="1">
                <a:solidFill>
                  <a:prstClr val="black"/>
                </a:solidFill>
              </a:rPr>
              <a:t>OSIntExit</a:t>
            </a:r>
            <a:r>
              <a:rPr lang="en-US" altLang="zh-CN" sz="1600" b="1" dirty="0">
                <a:solidFill>
                  <a:prstClr val="black"/>
                </a:solidFill>
              </a:rPr>
              <a:t>();</a:t>
            </a:r>
          </a:p>
          <a:p>
            <a:pPr lvl="0">
              <a:lnSpc>
                <a:spcPct val="125000"/>
              </a:lnSpc>
            </a:pPr>
            <a:r>
              <a:rPr lang="en-US" altLang="zh-CN" sz="1600" b="1" dirty="0">
                <a:solidFill>
                  <a:prstClr val="black"/>
                </a:solidFill>
              </a:rPr>
              <a:t>}  </a:t>
            </a:r>
          </a:p>
        </p:txBody>
      </p:sp>
      <p:sp>
        <p:nvSpPr>
          <p:cNvPr id="3" name="矩形 2"/>
          <p:cNvSpPr/>
          <p:nvPr/>
        </p:nvSpPr>
        <p:spPr>
          <a:xfrm>
            <a:off x="4322390" y="1563638"/>
            <a:ext cx="4572000" cy="3323987"/>
          </a:xfrm>
          <a:prstGeom prst="rect">
            <a:avLst/>
          </a:prstGeom>
        </p:spPr>
        <p:style>
          <a:lnRef idx="2">
            <a:schemeClr val="accent5"/>
          </a:lnRef>
          <a:fillRef idx="1">
            <a:schemeClr val="lt1"/>
          </a:fillRef>
          <a:effectRef idx="0">
            <a:schemeClr val="accent5"/>
          </a:effectRef>
          <a:fontRef idx="minor">
            <a:schemeClr val="dk1"/>
          </a:fontRef>
        </p:style>
        <p:txBody>
          <a:bodyPr>
            <a:spAutoFit/>
          </a:bodyPr>
          <a:lstStyle/>
          <a:p>
            <a:pPr lvl="0">
              <a:lnSpc>
                <a:spcPct val="125000"/>
              </a:lnSpc>
            </a:pPr>
            <a:r>
              <a:rPr lang="en-US" altLang="zh-CN" sz="1400" b="1" dirty="0" smtClean="0">
                <a:solidFill>
                  <a:prstClr val="black"/>
                </a:solidFill>
              </a:rPr>
              <a:t>void  </a:t>
            </a:r>
            <a:r>
              <a:rPr lang="en-US" altLang="zh-CN" sz="1400" b="1" dirty="0" err="1">
                <a:solidFill>
                  <a:prstClr val="black"/>
                </a:solidFill>
              </a:rPr>
              <a:t>OS_CPU_SysTickHandler</a:t>
            </a:r>
            <a:r>
              <a:rPr lang="en-US" altLang="zh-CN" sz="1400" b="1" dirty="0">
                <a:solidFill>
                  <a:prstClr val="black"/>
                </a:solidFill>
              </a:rPr>
              <a:t> (void)</a:t>
            </a:r>
          </a:p>
          <a:p>
            <a:pPr lvl="0">
              <a:lnSpc>
                <a:spcPct val="125000"/>
              </a:lnSpc>
            </a:pPr>
            <a:r>
              <a:rPr lang="en-US" altLang="zh-CN" sz="1400" b="1" dirty="0" smtClean="0">
                <a:solidFill>
                  <a:prstClr val="black"/>
                </a:solidFill>
              </a:rPr>
              <a:t>{CPU_SR_ALLOC</a:t>
            </a:r>
            <a:r>
              <a:rPr lang="en-US" altLang="zh-CN" sz="1400" b="1" dirty="0">
                <a:solidFill>
                  <a:prstClr val="black"/>
                </a:solidFill>
              </a:rPr>
              <a:t>(); //</a:t>
            </a:r>
            <a:r>
              <a:rPr lang="zh-CN" altLang="en-US" sz="1400" b="1" dirty="0">
                <a:solidFill>
                  <a:prstClr val="black"/>
                </a:solidFill>
              </a:rPr>
              <a:t>分配保存中断状态的</a:t>
            </a:r>
            <a:r>
              <a:rPr lang="zh-CN" altLang="en-US" sz="1400" b="1" dirty="0" smtClean="0">
                <a:solidFill>
                  <a:prstClr val="black"/>
                </a:solidFill>
              </a:rPr>
              <a:t>局部变量</a:t>
            </a:r>
            <a:r>
              <a:rPr lang="en-US" altLang="zh-CN" sz="1400" b="1" dirty="0" smtClean="0">
                <a:solidFill>
                  <a:prstClr val="black"/>
                </a:solidFill>
              </a:rPr>
              <a:t> CPU_CRITICAL_ENTER()</a:t>
            </a:r>
            <a:r>
              <a:rPr lang="zh-CN" altLang="en-US" sz="1400" b="1" dirty="0" smtClean="0">
                <a:solidFill>
                  <a:prstClr val="black"/>
                </a:solidFill>
              </a:rPr>
              <a:t>和</a:t>
            </a:r>
            <a:r>
              <a:rPr lang="en-US" altLang="zh-CN" sz="1400" b="1" dirty="0" smtClean="0">
                <a:solidFill>
                  <a:prstClr val="black"/>
                </a:solidFill>
              </a:rPr>
              <a:t>CPU_CRITICAL_EXIT()</a:t>
            </a:r>
            <a:r>
              <a:rPr lang="zh-CN" altLang="en-US" sz="1400" b="1" dirty="0" smtClean="0">
                <a:solidFill>
                  <a:prstClr val="black"/>
                </a:solidFill>
              </a:rPr>
              <a:t>之间形成临界段，进入临界段</a:t>
            </a:r>
          </a:p>
          <a:p>
            <a:pPr lvl="0">
              <a:lnSpc>
                <a:spcPct val="125000"/>
              </a:lnSpc>
            </a:pPr>
            <a:r>
              <a:rPr lang="en-US" altLang="zh-CN" sz="1400" b="1" dirty="0" smtClean="0">
                <a:solidFill>
                  <a:prstClr val="black"/>
                </a:solidFill>
              </a:rPr>
              <a:t>CPU_CRITICAL_ENTER</a:t>
            </a:r>
            <a:r>
              <a:rPr lang="en-US" altLang="zh-CN" sz="1400" b="1" dirty="0">
                <a:solidFill>
                  <a:prstClr val="black"/>
                </a:solidFill>
              </a:rPr>
              <a:t>();</a:t>
            </a:r>
          </a:p>
          <a:p>
            <a:pPr lvl="0">
              <a:lnSpc>
                <a:spcPct val="125000"/>
              </a:lnSpc>
            </a:pPr>
            <a:r>
              <a:rPr lang="en-US" altLang="zh-CN" sz="1400" b="1" dirty="0" err="1">
                <a:solidFill>
                  <a:prstClr val="black"/>
                </a:solidFill>
              </a:rPr>
              <a:t>OSIntNestingCtr</a:t>
            </a:r>
            <a:r>
              <a:rPr lang="en-US" altLang="zh-CN" sz="1400" b="1" dirty="0" smtClean="0">
                <a:solidFill>
                  <a:prstClr val="black"/>
                </a:solidFill>
              </a:rPr>
              <a:t>++;</a:t>
            </a:r>
          </a:p>
          <a:p>
            <a:pPr lvl="0">
              <a:lnSpc>
                <a:spcPct val="125000"/>
              </a:lnSpc>
            </a:pPr>
            <a:r>
              <a:rPr lang="en-US" altLang="zh-CN" sz="1400" b="1" dirty="0" smtClean="0">
                <a:solidFill>
                  <a:prstClr val="black"/>
                </a:solidFill>
              </a:rPr>
              <a:t>  </a:t>
            </a:r>
            <a:r>
              <a:rPr lang="en-US" altLang="zh-CN" sz="1400" b="1" dirty="0">
                <a:solidFill>
                  <a:prstClr val="black"/>
                </a:solidFill>
              </a:rPr>
              <a:t>//</a:t>
            </a:r>
            <a:r>
              <a:rPr lang="zh-CN" altLang="en-US" sz="1400" b="1" dirty="0">
                <a:solidFill>
                  <a:prstClr val="black"/>
                </a:solidFill>
              </a:rPr>
              <a:t>统计中断嵌套，进入中断时中断嵌套层数加</a:t>
            </a:r>
            <a:r>
              <a:rPr lang="en-US" altLang="zh-CN" sz="1400" b="1" dirty="0">
                <a:solidFill>
                  <a:prstClr val="black"/>
                </a:solidFill>
              </a:rPr>
              <a:t>1</a:t>
            </a:r>
          </a:p>
          <a:p>
            <a:pPr lvl="0">
              <a:lnSpc>
                <a:spcPct val="125000"/>
              </a:lnSpc>
            </a:pPr>
            <a:r>
              <a:rPr lang="en-US" altLang="zh-CN" sz="1400" b="1" dirty="0" smtClean="0">
                <a:solidFill>
                  <a:prstClr val="black"/>
                </a:solidFill>
              </a:rPr>
              <a:t>  //</a:t>
            </a:r>
            <a:r>
              <a:rPr lang="zh-CN" altLang="en-US" sz="1400" b="1" dirty="0">
                <a:solidFill>
                  <a:prstClr val="black"/>
                </a:solidFill>
              </a:rPr>
              <a:t>退出临界段</a:t>
            </a:r>
          </a:p>
          <a:p>
            <a:pPr lvl="0">
              <a:lnSpc>
                <a:spcPct val="125000"/>
              </a:lnSpc>
            </a:pPr>
            <a:r>
              <a:rPr lang="en-US" altLang="zh-CN" sz="1400" b="1" dirty="0">
                <a:solidFill>
                  <a:prstClr val="black"/>
                </a:solidFill>
              </a:rPr>
              <a:t>CPU_CRITICAL_EXIT(); </a:t>
            </a:r>
          </a:p>
          <a:p>
            <a:pPr lvl="0">
              <a:lnSpc>
                <a:spcPct val="125000"/>
              </a:lnSpc>
            </a:pPr>
            <a:r>
              <a:rPr lang="en-US" altLang="zh-CN" sz="1400" b="1" dirty="0" err="1">
                <a:solidFill>
                  <a:prstClr val="black"/>
                </a:solidFill>
              </a:rPr>
              <a:t>OSTimeTick</a:t>
            </a:r>
            <a:r>
              <a:rPr lang="en-US" altLang="zh-CN" sz="1400" b="1" dirty="0">
                <a:solidFill>
                  <a:prstClr val="black"/>
                </a:solidFill>
              </a:rPr>
              <a:t>(); </a:t>
            </a:r>
            <a:r>
              <a:rPr lang="en-US" altLang="zh-CN" sz="1400" b="1" dirty="0" smtClean="0">
                <a:solidFill>
                  <a:prstClr val="black"/>
                </a:solidFill>
              </a:rPr>
              <a:t>  </a:t>
            </a:r>
            <a:r>
              <a:rPr lang="en-US" altLang="zh-CN" sz="1400" b="1" dirty="0">
                <a:solidFill>
                  <a:prstClr val="black"/>
                </a:solidFill>
              </a:rPr>
              <a:t>//</a:t>
            </a:r>
            <a:r>
              <a:rPr lang="zh-CN" altLang="en-US" sz="1400" b="1" dirty="0">
                <a:solidFill>
                  <a:prstClr val="black"/>
                </a:solidFill>
              </a:rPr>
              <a:t>调用</a:t>
            </a:r>
            <a:r>
              <a:rPr lang="en-US" altLang="zh-CN" sz="1400" b="1" dirty="0" err="1">
                <a:solidFill>
                  <a:prstClr val="black"/>
                </a:solidFill>
              </a:rPr>
              <a:t>OSTimeTick</a:t>
            </a:r>
            <a:r>
              <a:rPr lang="en-US" altLang="zh-CN" sz="1400" b="1" dirty="0" smtClean="0">
                <a:solidFill>
                  <a:prstClr val="black"/>
                </a:solidFill>
              </a:rPr>
              <a:t>()</a:t>
            </a:r>
            <a:r>
              <a:rPr lang="zh-CN" altLang="en-US" sz="1400" b="1" dirty="0" smtClean="0">
                <a:solidFill>
                  <a:prstClr val="black"/>
                </a:solidFill>
              </a:rPr>
              <a:t>更新</a:t>
            </a:r>
            <a:r>
              <a:rPr lang="zh-CN" altLang="en-US" sz="1400" b="1" dirty="0">
                <a:solidFill>
                  <a:prstClr val="black"/>
                </a:solidFill>
              </a:rPr>
              <a:t>系统时钟节拍</a:t>
            </a:r>
          </a:p>
          <a:p>
            <a:pPr lvl="0">
              <a:lnSpc>
                <a:spcPct val="125000"/>
              </a:lnSpc>
            </a:pPr>
            <a:r>
              <a:rPr lang="en-US" altLang="zh-CN" sz="1400" b="1" dirty="0" err="1">
                <a:solidFill>
                  <a:prstClr val="black"/>
                </a:solidFill>
              </a:rPr>
              <a:t>OSIntExit</a:t>
            </a:r>
            <a:r>
              <a:rPr lang="en-US" altLang="zh-CN" sz="1400" b="1" dirty="0">
                <a:solidFill>
                  <a:prstClr val="black"/>
                </a:solidFill>
              </a:rPr>
              <a:t>();  </a:t>
            </a:r>
            <a:r>
              <a:rPr lang="en-US" altLang="zh-CN" sz="1400" b="1" dirty="0" smtClean="0">
                <a:solidFill>
                  <a:prstClr val="black"/>
                </a:solidFill>
              </a:rPr>
              <a:t> //</a:t>
            </a:r>
            <a:r>
              <a:rPr lang="zh-CN" altLang="en-US" sz="1400" b="1" dirty="0" smtClean="0">
                <a:solidFill>
                  <a:prstClr val="black"/>
                </a:solidFill>
              </a:rPr>
              <a:t>退出</a:t>
            </a:r>
            <a:r>
              <a:rPr lang="zh-CN" altLang="en-US" sz="1400" b="1" dirty="0">
                <a:solidFill>
                  <a:prstClr val="black"/>
                </a:solidFill>
              </a:rPr>
              <a:t>中断，中断嵌套层数减</a:t>
            </a:r>
            <a:r>
              <a:rPr lang="en-US" altLang="zh-CN" sz="1400" b="1" dirty="0">
                <a:solidFill>
                  <a:prstClr val="black"/>
                </a:solidFill>
              </a:rPr>
              <a:t>1 </a:t>
            </a:r>
          </a:p>
          <a:p>
            <a:pPr lvl="0">
              <a:lnSpc>
                <a:spcPct val="125000"/>
              </a:lnSpc>
            </a:pPr>
            <a:r>
              <a:rPr lang="en-US" altLang="zh-CN" sz="1400" b="1" dirty="0" smtClean="0">
                <a:solidFill>
                  <a:prstClr val="black"/>
                </a:solidFill>
              </a:rPr>
              <a:t>}</a:t>
            </a:r>
            <a:endParaRPr lang="en-US" altLang="zh-CN" sz="1400" b="1" dirty="0">
              <a:solidFill>
                <a:prstClr val="black"/>
              </a:solidFill>
            </a:endParaRPr>
          </a:p>
        </p:txBody>
      </p:sp>
      <p:sp>
        <p:nvSpPr>
          <p:cNvPr id="8" name="矩形 7"/>
          <p:cNvSpPr/>
          <p:nvPr/>
        </p:nvSpPr>
        <p:spPr>
          <a:xfrm>
            <a:off x="480900" y="1047505"/>
            <a:ext cx="3659052" cy="1477328"/>
          </a:xfrm>
          <a:prstGeom prst="rect">
            <a:avLst/>
          </a:prstGeom>
        </p:spPr>
        <p:txBody>
          <a:bodyPr wrap="square">
            <a:spAutoFit/>
          </a:bodyPr>
          <a:lstStyle/>
          <a:p>
            <a:pPr lvl="0">
              <a:lnSpc>
                <a:spcPct val="125000"/>
              </a:lnSpc>
            </a:pPr>
            <a:r>
              <a:rPr lang="zh-CN" altLang="en-US" b="1" dirty="0" smtClean="0">
                <a:solidFill>
                  <a:prstClr val="black"/>
                </a:solidFill>
              </a:rPr>
              <a:t>      在</a:t>
            </a:r>
            <a:r>
              <a:rPr lang="zh-CN" altLang="en-US" b="1" dirty="0">
                <a:solidFill>
                  <a:prstClr val="black"/>
                </a:solidFill>
              </a:rPr>
              <a:t>退出中断服务函数时需要调用</a:t>
            </a:r>
            <a:r>
              <a:rPr lang="en-US" altLang="zh-CN" b="1" dirty="0" err="1">
                <a:solidFill>
                  <a:prstClr val="black"/>
                </a:solidFill>
              </a:rPr>
              <a:t>OSIntExit</a:t>
            </a:r>
            <a:r>
              <a:rPr lang="en-US" altLang="zh-CN" b="1" dirty="0">
                <a:solidFill>
                  <a:prstClr val="black"/>
                </a:solidFill>
              </a:rPr>
              <a:t>()</a:t>
            </a:r>
            <a:r>
              <a:rPr lang="zh-CN" altLang="en-US" b="1" dirty="0">
                <a:solidFill>
                  <a:prstClr val="black"/>
                </a:solidFill>
              </a:rPr>
              <a:t>函数，将中断嵌套计数</a:t>
            </a:r>
            <a:r>
              <a:rPr lang="en-US" altLang="zh-CN" b="1" dirty="0" err="1">
                <a:solidFill>
                  <a:prstClr val="black"/>
                </a:solidFill>
              </a:rPr>
              <a:t>OSIntNestingCtr</a:t>
            </a:r>
            <a:r>
              <a:rPr lang="zh-CN" altLang="en-US" b="1" dirty="0">
                <a:solidFill>
                  <a:prstClr val="black"/>
                </a:solidFill>
              </a:rPr>
              <a:t>减</a:t>
            </a:r>
            <a:r>
              <a:rPr lang="en-US" altLang="zh-CN" b="1" dirty="0">
                <a:solidFill>
                  <a:prstClr val="black"/>
                </a:solidFill>
              </a:rPr>
              <a:t>1</a:t>
            </a:r>
            <a:r>
              <a:rPr lang="zh-CN" altLang="en-US" b="1" dirty="0">
                <a:solidFill>
                  <a:prstClr val="black"/>
                </a:solidFill>
              </a:rPr>
              <a:t>，查看是否需要调度任务。</a:t>
            </a:r>
          </a:p>
        </p:txBody>
      </p:sp>
      <p:sp>
        <p:nvSpPr>
          <p:cNvPr id="9" name="矩形 8"/>
          <p:cNvSpPr/>
          <p:nvPr/>
        </p:nvSpPr>
        <p:spPr>
          <a:xfrm>
            <a:off x="4239301" y="815377"/>
            <a:ext cx="4610422" cy="784830"/>
          </a:xfrm>
          <a:prstGeom prst="rect">
            <a:avLst/>
          </a:prstGeom>
        </p:spPr>
        <p:txBody>
          <a:bodyPr wrap="square">
            <a:spAutoFit/>
          </a:bodyPr>
          <a:lstStyle/>
          <a:p>
            <a:pPr lvl="0">
              <a:lnSpc>
                <a:spcPct val="125000"/>
              </a:lnSpc>
            </a:pPr>
            <a:r>
              <a:rPr lang="en-US" altLang="zh-CN" b="1" dirty="0" smtClean="0">
                <a:solidFill>
                  <a:prstClr val="black"/>
                </a:solidFill>
              </a:rPr>
              <a:t>     </a:t>
            </a:r>
            <a:r>
              <a:rPr lang="en-US" altLang="zh-CN" b="1" dirty="0" err="1" smtClean="0">
                <a:solidFill>
                  <a:prstClr val="black"/>
                </a:solidFill>
              </a:rPr>
              <a:t>SysTick</a:t>
            </a:r>
            <a:r>
              <a:rPr lang="zh-CN" altLang="en-US" b="1" dirty="0">
                <a:solidFill>
                  <a:prstClr val="black"/>
                </a:solidFill>
              </a:rPr>
              <a:t>时钟节拍的中断服务函数就是一个典型的</a:t>
            </a:r>
            <a:r>
              <a:rPr lang="en-US" altLang="zh-CN" b="1" dirty="0" err="1">
                <a:solidFill>
                  <a:prstClr val="black"/>
                </a:solidFill>
              </a:rPr>
              <a:t>uC</a:t>
            </a:r>
            <a:r>
              <a:rPr lang="en-US" altLang="zh-CN" b="1" dirty="0">
                <a:solidFill>
                  <a:prstClr val="black"/>
                </a:solidFill>
              </a:rPr>
              <a:t>/OS-III</a:t>
            </a:r>
            <a:r>
              <a:rPr lang="zh-CN" altLang="en-US" b="1" dirty="0">
                <a:solidFill>
                  <a:prstClr val="black"/>
                </a:solidFill>
              </a:rPr>
              <a:t>中断服务函数，其源码如下：</a:t>
            </a:r>
          </a:p>
        </p:txBody>
      </p:sp>
    </p:spTree>
    <p:extLst>
      <p:ext uri="{BB962C8B-B14F-4D97-AF65-F5344CB8AC3E}">
        <p14:creationId xmlns:p14="http://schemas.microsoft.com/office/powerpoint/2010/main" val="162008639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605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669868" cy="461665"/>
          </a:xfrm>
          <a:prstGeom prst="rect">
            <a:avLst/>
          </a:prstGeom>
        </p:spPr>
        <p:txBody>
          <a:bodyPr wrap="none">
            <a:spAutoFit/>
          </a:bodyPr>
          <a:lstStyle/>
          <a:p>
            <a:r>
              <a:rPr lang="en-US" altLang="zh-CN" sz="2400" b="1" dirty="0">
                <a:solidFill>
                  <a:schemeClr val="bg1"/>
                </a:solidFill>
              </a:rPr>
              <a:t>12.3.3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任务间通信与同步</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1514128" y="3651870"/>
            <a:ext cx="6264696" cy="78483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25000"/>
              </a:lnSpc>
            </a:pPr>
            <a:r>
              <a:rPr lang="en-US" altLang="zh-CN" b="1" dirty="0" smtClean="0">
                <a:solidFill>
                  <a:prstClr val="black"/>
                </a:solidFill>
              </a:rPr>
              <a:t>      </a:t>
            </a:r>
            <a:r>
              <a:rPr lang="en-US" altLang="zh-CN" b="1" dirty="0" err="1" smtClean="0">
                <a:solidFill>
                  <a:prstClr val="black"/>
                </a:solidFill>
              </a:rPr>
              <a:t>uC</a:t>
            </a:r>
            <a:r>
              <a:rPr lang="en-US" altLang="zh-CN" b="1" dirty="0" smtClean="0">
                <a:solidFill>
                  <a:prstClr val="black"/>
                </a:solidFill>
              </a:rPr>
              <a:t>/OS-III</a:t>
            </a:r>
            <a:r>
              <a:rPr lang="zh-CN" altLang="en-US" b="1" dirty="0">
                <a:solidFill>
                  <a:prstClr val="black"/>
                </a:solidFill>
              </a:rPr>
              <a:t>通过消息队列等机制来提供通信服务，用来在任务之间传送任意数量的数据</a:t>
            </a:r>
            <a:r>
              <a:rPr lang="zh-CN" altLang="en-US" b="1" dirty="0" smtClean="0">
                <a:solidFill>
                  <a:prstClr val="black"/>
                </a:solidFill>
              </a:rPr>
              <a:t>。</a:t>
            </a:r>
            <a:endParaRPr lang="zh-CN" altLang="en-US" b="1" dirty="0">
              <a:solidFill>
                <a:prstClr val="black"/>
              </a:solidFill>
            </a:endParaRPr>
          </a:p>
        </p:txBody>
      </p:sp>
      <p:sp>
        <p:nvSpPr>
          <p:cNvPr id="7" name="矩形 6"/>
          <p:cNvSpPr/>
          <p:nvPr/>
        </p:nvSpPr>
        <p:spPr>
          <a:xfrm>
            <a:off x="1475656" y="2586266"/>
            <a:ext cx="6408712" cy="784830"/>
          </a:xfrm>
          <a:prstGeom prst="rect">
            <a:avLst/>
          </a:prstGeom>
        </p:spPr>
        <p:txBody>
          <a:bodyPr wrap="square">
            <a:spAutoFit/>
          </a:bodyPr>
          <a:lstStyle/>
          <a:p>
            <a:pPr>
              <a:lnSpc>
                <a:spcPct val="125000"/>
              </a:lnSpc>
            </a:pPr>
            <a:r>
              <a:rPr lang="en-US" altLang="zh-CN" b="1" dirty="0" smtClean="0">
                <a:solidFill>
                  <a:prstClr val="black"/>
                </a:solidFill>
              </a:rPr>
              <a:t>       </a:t>
            </a:r>
            <a:r>
              <a:rPr lang="en-US" altLang="zh-CN" b="1" dirty="0" err="1" smtClean="0">
                <a:solidFill>
                  <a:prstClr val="black"/>
                </a:solidFill>
              </a:rPr>
              <a:t>uC</a:t>
            </a:r>
            <a:r>
              <a:rPr lang="en-US" altLang="zh-CN" b="1" dirty="0" smtClean="0">
                <a:solidFill>
                  <a:prstClr val="black"/>
                </a:solidFill>
              </a:rPr>
              <a:t>/OS-III</a:t>
            </a:r>
            <a:r>
              <a:rPr lang="zh-CN" altLang="en-US" b="1" dirty="0">
                <a:solidFill>
                  <a:prstClr val="black"/>
                </a:solidFill>
              </a:rPr>
              <a:t>提供了</a:t>
            </a:r>
            <a:r>
              <a:rPr lang="zh-CN" altLang="en-US" b="1" dirty="0">
                <a:solidFill>
                  <a:srgbClr val="C00000"/>
                </a:solidFill>
              </a:rPr>
              <a:t>信号量</a:t>
            </a:r>
            <a:r>
              <a:rPr lang="zh-CN" altLang="en-US" b="1" dirty="0">
                <a:solidFill>
                  <a:prstClr val="black"/>
                </a:solidFill>
              </a:rPr>
              <a:t>、</a:t>
            </a:r>
            <a:r>
              <a:rPr lang="zh-CN" altLang="en-US" b="1" dirty="0">
                <a:solidFill>
                  <a:schemeClr val="accent5">
                    <a:lumMod val="75000"/>
                  </a:schemeClr>
                </a:solidFill>
              </a:rPr>
              <a:t>事件标志组</a:t>
            </a:r>
            <a:r>
              <a:rPr lang="zh-CN" altLang="en-US" b="1" dirty="0">
                <a:solidFill>
                  <a:prstClr val="black"/>
                </a:solidFill>
              </a:rPr>
              <a:t>等机制来实现任务之间的同步或者任务与中断服务程序（</a:t>
            </a:r>
            <a:r>
              <a:rPr lang="en-US" altLang="zh-CN" b="1" dirty="0">
                <a:solidFill>
                  <a:prstClr val="black"/>
                </a:solidFill>
              </a:rPr>
              <a:t>ISR</a:t>
            </a:r>
            <a:r>
              <a:rPr lang="zh-CN" altLang="en-US" b="1" dirty="0">
                <a:solidFill>
                  <a:prstClr val="black"/>
                </a:solidFill>
              </a:rPr>
              <a:t>）之间的通信。</a:t>
            </a:r>
            <a:endParaRPr lang="zh-CN" altLang="en-US" dirty="0"/>
          </a:p>
        </p:txBody>
      </p:sp>
      <p:sp>
        <p:nvSpPr>
          <p:cNvPr id="8" name="矩形 7"/>
          <p:cNvSpPr/>
          <p:nvPr/>
        </p:nvSpPr>
        <p:spPr>
          <a:xfrm>
            <a:off x="1908486" y="1344823"/>
            <a:ext cx="2123454" cy="1100942"/>
          </a:xfrm>
          <a:prstGeom prst="rect">
            <a:avLst/>
          </a:prstGeom>
          <a:solidFill>
            <a:schemeClr val="accent2">
              <a:lumMod val="20000"/>
              <a:lumOff val="80000"/>
            </a:schemeClr>
          </a:solidFill>
        </p:spPr>
        <p:txBody>
          <a:bodyPr wrap="square">
            <a:spAutoFit/>
          </a:bodyPr>
          <a:lstStyle/>
          <a:p>
            <a:pPr>
              <a:lnSpc>
                <a:spcPct val="125000"/>
              </a:lnSpc>
            </a:pPr>
            <a:r>
              <a:rPr lang="zh-CN" altLang="en-US" b="1" dirty="0" smtClean="0">
                <a:solidFill>
                  <a:prstClr val="black"/>
                </a:solidFill>
              </a:rPr>
              <a:t>更多</a:t>
            </a:r>
            <a:r>
              <a:rPr lang="zh-CN" altLang="en-US" b="1" dirty="0">
                <a:solidFill>
                  <a:prstClr val="black"/>
                </a:solidFill>
              </a:rPr>
              <a:t>被用来实现任务间的同步以及任务和</a:t>
            </a:r>
            <a:r>
              <a:rPr lang="en-US" altLang="zh-CN" b="1" dirty="0">
                <a:solidFill>
                  <a:prstClr val="black"/>
                </a:solidFill>
              </a:rPr>
              <a:t>ISR</a:t>
            </a:r>
            <a:r>
              <a:rPr lang="zh-CN" altLang="en-US" b="1" dirty="0">
                <a:solidFill>
                  <a:prstClr val="black"/>
                </a:solidFill>
              </a:rPr>
              <a:t>之间的同步</a:t>
            </a:r>
            <a:endParaRPr lang="zh-CN" altLang="en-US" dirty="0"/>
          </a:p>
        </p:txBody>
      </p:sp>
      <p:sp>
        <p:nvSpPr>
          <p:cNvPr id="9" name="矩形 8"/>
          <p:cNvSpPr/>
          <p:nvPr/>
        </p:nvSpPr>
        <p:spPr>
          <a:xfrm>
            <a:off x="4500774" y="1344823"/>
            <a:ext cx="2286000" cy="1131079"/>
          </a:xfrm>
          <a:prstGeom prst="rect">
            <a:avLst/>
          </a:prstGeom>
          <a:solidFill>
            <a:schemeClr val="accent5">
              <a:lumMod val="40000"/>
              <a:lumOff val="60000"/>
            </a:schemeClr>
          </a:solidFill>
        </p:spPr>
        <p:txBody>
          <a:bodyPr>
            <a:spAutoFit/>
          </a:bodyPr>
          <a:lstStyle/>
          <a:p>
            <a:pPr lvl="0">
              <a:lnSpc>
                <a:spcPct val="125000"/>
              </a:lnSpc>
            </a:pPr>
            <a:r>
              <a:rPr lang="zh-CN" altLang="en-US" b="1" dirty="0">
                <a:solidFill>
                  <a:prstClr val="black"/>
                </a:solidFill>
              </a:rPr>
              <a:t>当一个任务与多个任务发生同步时，推荐使用事件标志</a:t>
            </a:r>
            <a:r>
              <a:rPr lang="zh-CN" altLang="en-US" b="1" dirty="0" smtClean="0">
                <a:solidFill>
                  <a:prstClr val="black"/>
                </a:solidFill>
              </a:rPr>
              <a:t>组</a:t>
            </a:r>
            <a:endParaRPr lang="zh-CN" altLang="en-US" b="1" dirty="0">
              <a:solidFill>
                <a:prstClr val="black"/>
              </a:solidFill>
            </a:endParaRPr>
          </a:p>
        </p:txBody>
      </p:sp>
      <p:sp>
        <p:nvSpPr>
          <p:cNvPr id="10" name="右箭头 9"/>
          <p:cNvSpPr/>
          <p:nvPr/>
        </p:nvSpPr>
        <p:spPr>
          <a:xfrm rot="16200000">
            <a:off x="3636678" y="2424943"/>
            <a:ext cx="288032" cy="216024"/>
          </a:xfrm>
          <a:prstGeom prst="rightArrow">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600" dirty="0" smtClean="0"/>
          </a:p>
        </p:txBody>
      </p:sp>
      <p:sp>
        <p:nvSpPr>
          <p:cNvPr id="14" name="右箭头 13"/>
          <p:cNvSpPr/>
          <p:nvPr/>
        </p:nvSpPr>
        <p:spPr>
          <a:xfrm rot="16200000">
            <a:off x="4644008" y="2433326"/>
            <a:ext cx="288032" cy="216024"/>
          </a:xfrm>
          <a:prstGeom prst="rightArrow">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dirty="0" smtClean="0"/>
          </a:p>
        </p:txBody>
      </p:sp>
    </p:spTree>
    <p:extLst>
      <p:ext uri="{BB962C8B-B14F-4D97-AF65-F5344CB8AC3E}">
        <p14:creationId xmlns:p14="http://schemas.microsoft.com/office/powerpoint/2010/main" val="184988599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605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669868" cy="461665"/>
          </a:xfrm>
          <a:prstGeom prst="rect">
            <a:avLst/>
          </a:prstGeom>
        </p:spPr>
        <p:txBody>
          <a:bodyPr wrap="none">
            <a:spAutoFit/>
          </a:bodyPr>
          <a:lstStyle/>
          <a:p>
            <a:r>
              <a:rPr lang="en-US" altLang="zh-CN" sz="2400" b="1" dirty="0">
                <a:solidFill>
                  <a:schemeClr val="bg1"/>
                </a:solidFill>
              </a:rPr>
              <a:t>12.3.3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任务间通信与同步</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3779912" y="3013536"/>
            <a:ext cx="4572000" cy="1477328"/>
          </a:xfrm>
          <a:prstGeom prst="rect">
            <a:avLst/>
          </a:prstGeom>
        </p:spPr>
        <p:style>
          <a:lnRef idx="2">
            <a:schemeClr val="accent5"/>
          </a:lnRef>
          <a:fillRef idx="1">
            <a:schemeClr val="lt1"/>
          </a:fillRef>
          <a:effectRef idx="0">
            <a:schemeClr val="accent5"/>
          </a:effectRef>
          <a:fontRef idx="minor">
            <a:schemeClr val="dk1"/>
          </a:fontRef>
        </p:style>
        <p:txBody>
          <a:bodyPr>
            <a:spAutoFit/>
          </a:bodyPr>
          <a:lstStyle/>
          <a:p>
            <a:pPr>
              <a:lnSpc>
                <a:spcPct val="125000"/>
              </a:lnSpc>
            </a:pPr>
            <a:r>
              <a:rPr lang="zh-CN" altLang="en-US" b="1" dirty="0" smtClean="0">
                <a:solidFill>
                  <a:prstClr val="black"/>
                </a:solidFill>
              </a:rPr>
              <a:t>允许</a:t>
            </a:r>
            <a:r>
              <a:rPr lang="zh-CN" altLang="en-US" b="1" dirty="0">
                <a:solidFill>
                  <a:prstClr val="black"/>
                </a:solidFill>
              </a:rPr>
              <a:t>多个任务同时访问共享资源，初值为</a:t>
            </a:r>
            <a:r>
              <a:rPr lang="en-US" altLang="zh-CN" b="1" dirty="0">
                <a:solidFill>
                  <a:prstClr val="black"/>
                </a:solidFill>
              </a:rPr>
              <a:t>N</a:t>
            </a:r>
            <a:r>
              <a:rPr lang="zh-CN" altLang="en-US" b="1" dirty="0">
                <a:solidFill>
                  <a:prstClr val="black"/>
                </a:solidFill>
              </a:rPr>
              <a:t>，有任务请求时，该信号量的值就会减</a:t>
            </a:r>
            <a:r>
              <a:rPr lang="en-US" altLang="zh-CN" b="1" dirty="0">
                <a:solidFill>
                  <a:prstClr val="black"/>
                </a:solidFill>
              </a:rPr>
              <a:t>1</a:t>
            </a:r>
            <a:r>
              <a:rPr lang="zh-CN" altLang="en-US" b="1" dirty="0" smtClean="0">
                <a:solidFill>
                  <a:prstClr val="black"/>
                </a:solidFill>
              </a:rPr>
              <a:t>，当</a:t>
            </a:r>
            <a:r>
              <a:rPr lang="zh-CN" altLang="en-US" b="1" dirty="0">
                <a:solidFill>
                  <a:prstClr val="black"/>
                </a:solidFill>
              </a:rPr>
              <a:t>有任务释放共享资源时，该信号量的值就会加</a:t>
            </a:r>
            <a:r>
              <a:rPr lang="en-US" altLang="zh-CN" b="1" dirty="0">
                <a:solidFill>
                  <a:prstClr val="black"/>
                </a:solidFill>
              </a:rPr>
              <a:t>1</a:t>
            </a:r>
            <a:r>
              <a:rPr lang="zh-CN" altLang="en-US" b="1" dirty="0" smtClean="0">
                <a:solidFill>
                  <a:prstClr val="black"/>
                </a:solidFill>
              </a:rPr>
              <a:t>。</a:t>
            </a:r>
            <a:endParaRPr lang="zh-CN" altLang="en-US" dirty="0"/>
          </a:p>
        </p:txBody>
      </p:sp>
      <p:sp>
        <p:nvSpPr>
          <p:cNvPr id="7" name="矩形 6"/>
          <p:cNvSpPr/>
          <p:nvPr/>
        </p:nvSpPr>
        <p:spPr>
          <a:xfrm>
            <a:off x="971600" y="1565352"/>
            <a:ext cx="2286000" cy="2516073"/>
          </a:xfrm>
          <a:prstGeom prst="rect">
            <a:avLst/>
          </a:prstGeom>
          <a:solidFill>
            <a:schemeClr val="accent2">
              <a:lumMod val="20000"/>
              <a:lumOff val="80000"/>
            </a:schemeClr>
          </a:solidFill>
        </p:spPr>
        <p:txBody>
          <a:bodyPr>
            <a:spAutoFit/>
          </a:bodyPr>
          <a:lstStyle/>
          <a:p>
            <a:pPr lvl="0">
              <a:lnSpc>
                <a:spcPct val="125000"/>
              </a:lnSpc>
            </a:pPr>
            <a:r>
              <a:rPr lang="zh-CN" altLang="en-US" b="1" dirty="0" smtClean="0">
                <a:solidFill>
                  <a:prstClr val="black"/>
                </a:solidFill>
              </a:rPr>
              <a:t>     </a:t>
            </a:r>
            <a:r>
              <a:rPr lang="zh-CN" altLang="en-US" b="1" dirty="0" smtClean="0">
                <a:solidFill>
                  <a:srgbClr val="C00000"/>
                </a:solidFill>
              </a:rPr>
              <a:t>信号量</a:t>
            </a:r>
            <a:r>
              <a:rPr lang="zh-CN" altLang="en-US" b="1" dirty="0">
                <a:solidFill>
                  <a:srgbClr val="C00000"/>
                </a:solidFill>
              </a:rPr>
              <a:t>机制</a:t>
            </a:r>
            <a:r>
              <a:rPr lang="zh-CN" altLang="en-US" b="1" dirty="0">
                <a:solidFill>
                  <a:prstClr val="black"/>
                </a:solidFill>
              </a:rPr>
              <a:t>用于控制对共享资源的保护，当有多个任务同时访问共享资源时，设立一个标志，用于表示该共享资源的占用情况</a:t>
            </a:r>
            <a:r>
              <a:rPr lang="zh-CN" altLang="en-US" b="1" dirty="0" smtClean="0">
                <a:solidFill>
                  <a:prstClr val="black"/>
                </a:solidFill>
              </a:rPr>
              <a:t>。</a:t>
            </a:r>
          </a:p>
        </p:txBody>
      </p:sp>
      <p:sp>
        <p:nvSpPr>
          <p:cNvPr id="8" name="矩形 7"/>
          <p:cNvSpPr/>
          <p:nvPr/>
        </p:nvSpPr>
        <p:spPr>
          <a:xfrm>
            <a:off x="3815409" y="1234956"/>
            <a:ext cx="2520280" cy="369332"/>
          </a:xfrm>
          <a:prstGeom prst="rect">
            <a:avLst/>
          </a:prstGeom>
          <a:solidFill>
            <a:schemeClr val="accent3">
              <a:lumMod val="20000"/>
              <a:lumOff val="80000"/>
            </a:schemeClr>
          </a:solidFill>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b="1" dirty="0">
                <a:solidFill>
                  <a:prstClr val="black"/>
                </a:solidFill>
              </a:rPr>
              <a:t>形式一：二值型信号量</a:t>
            </a:r>
            <a:endParaRPr lang="zh-CN" altLang="en-US" dirty="0"/>
          </a:p>
        </p:txBody>
      </p:sp>
      <p:sp>
        <p:nvSpPr>
          <p:cNvPr id="9" name="矩形 8"/>
          <p:cNvSpPr/>
          <p:nvPr/>
        </p:nvSpPr>
        <p:spPr>
          <a:xfrm>
            <a:off x="3815409" y="1604288"/>
            <a:ext cx="3631455" cy="78483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a:lnSpc>
                <a:spcPct val="125000"/>
              </a:lnSpc>
            </a:pPr>
            <a:r>
              <a:rPr lang="zh-CN" altLang="en-US" b="1" dirty="0">
                <a:solidFill>
                  <a:prstClr val="black"/>
                </a:solidFill>
              </a:rPr>
              <a:t>取值只能为“</a:t>
            </a:r>
            <a:r>
              <a:rPr lang="en-US" altLang="zh-CN" b="1" dirty="0">
                <a:solidFill>
                  <a:prstClr val="black"/>
                </a:solidFill>
              </a:rPr>
              <a:t>0”</a:t>
            </a:r>
            <a:r>
              <a:rPr lang="zh-CN" altLang="en-US" b="1" dirty="0">
                <a:solidFill>
                  <a:prstClr val="black"/>
                </a:solidFill>
              </a:rPr>
              <a:t>或“</a:t>
            </a:r>
            <a:r>
              <a:rPr lang="en-US" altLang="zh-CN" b="1" dirty="0">
                <a:solidFill>
                  <a:prstClr val="black"/>
                </a:solidFill>
              </a:rPr>
              <a:t>1”</a:t>
            </a:r>
            <a:r>
              <a:rPr lang="zh-CN" altLang="en-US" b="1" dirty="0">
                <a:solidFill>
                  <a:prstClr val="black"/>
                </a:solidFill>
              </a:rPr>
              <a:t>，一次只允许一个任务访问共享资源；</a:t>
            </a:r>
            <a:endParaRPr lang="en-US" altLang="zh-CN" b="1" dirty="0">
              <a:solidFill>
                <a:prstClr val="black"/>
              </a:solidFill>
            </a:endParaRPr>
          </a:p>
        </p:txBody>
      </p:sp>
      <p:sp>
        <p:nvSpPr>
          <p:cNvPr id="10" name="矩形 9"/>
          <p:cNvSpPr/>
          <p:nvPr/>
        </p:nvSpPr>
        <p:spPr>
          <a:xfrm>
            <a:off x="3779912" y="2638723"/>
            <a:ext cx="2509020" cy="369332"/>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b="1" dirty="0" smtClean="0">
                <a:solidFill>
                  <a:prstClr val="black"/>
                </a:solidFill>
              </a:rPr>
              <a:t>形式二：多</a:t>
            </a:r>
            <a:r>
              <a:rPr lang="zh-CN" altLang="en-US" b="1" dirty="0">
                <a:solidFill>
                  <a:prstClr val="black"/>
                </a:solidFill>
              </a:rPr>
              <a:t>值型信号量</a:t>
            </a:r>
            <a:endParaRPr lang="zh-CN" altLang="en-US" dirty="0"/>
          </a:p>
        </p:txBody>
      </p:sp>
      <p:sp>
        <p:nvSpPr>
          <p:cNvPr id="11" name="矩形 10"/>
          <p:cNvSpPr/>
          <p:nvPr/>
        </p:nvSpPr>
        <p:spPr>
          <a:xfrm>
            <a:off x="5094776" y="446347"/>
            <a:ext cx="881973" cy="369332"/>
          </a:xfrm>
          <a:prstGeom prst="rect">
            <a:avLst/>
          </a:prstGeom>
        </p:spPr>
        <p:txBody>
          <a:bodyPr wrap="none">
            <a:spAutoFit/>
          </a:bodyPr>
          <a:lstStyle/>
          <a:p>
            <a:r>
              <a:rPr lang="zh-CN" altLang="zh-CN" b="1" dirty="0">
                <a:solidFill>
                  <a:srgbClr val="C00000"/>
                </a:solidFill>
              </a:rPr>
              <a:t>信号量</a:t>
            </a:r>
            <a:endParaRPr lang="zh-CN" altLang="en-US" dirty="0">
              <a:solidFill>
                <a:srgbClr val="C00000"/>
              </a:solidFill>
            </a:endParaRPr>
          </a:p>
        </p:txBody>
      </p:sp>
    </p:spTree>
    <p:extLst>
      <p:ext uri="{BB962C8B-B14F-4D97-AF65-F5344CB8AC3E}">
        <p14:creationId xmlns:p14="http://schemas.microsoft.com/office/powerpoint/2010/main" val="235657544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605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669868" cy="461665"/>
          </a:xfrm>
          <a:prstGeom prst="rect">
            <a:avLst/>
          </a:prstGeom>
        </p:spPr>
        <p:txBody>
          <a:bodyPr wrap="none">
            <a:spAutoFit/>
          </a:bodyPr>
          <a:lstStyle/>
          <a:p>
            <a:r>
              <a:rPr lang="en-US" altLang="zh-CN" sz="2400" b="1" dirty="0">
                <a:solidFill>
                  <a:schemeClr val="bg1"/>
                </a:solidFill>
              </a:rPr>
              <a:t>12.3.3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任务间通信与同步</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971600" y="987574"/>
            <a:ext cx="6908367" cy="784830"/>
          </a:xfrm>
          <a:prstGeom prst="rect">
            <a:avLst/>
          </a:prstGeom>
          <a:solidFill>
            <a:schemeClr val="accent2">
              <a:lumMod val="20000"/>
              <a:lumOff val="80000"/>
            </a:schemeClr>
          </a:solidFill>
        </p:spPr>
        <p:txBody>
          <a:bodyPr wrap="square">
            <a:spAutoFit/>
          </a:bodyPr>
          <a:lstStyle/>
          <a:p>
            <a:pPr lvl="0">
              <a:lnSpc>
                <a:spcPct val="125000"/>
              </a:lnSpc>
            </a:pPr>
            <a:r>
              <a:rPr lang="zh-CN" altLang="en-US" b="1" dirty="0" smtClean="0"/>
              <a:t>     </a:t>
            </a:r>
            <a:r>
              <a:rPr lang="en-GB" altLang="zh-CN" b="1" dirty="0" err="1"/>
              <a:t>uC</a:t>
            </a:r>
            <a:r>
              <a:rPr lang="en-GB" altLang="zh-CN" b="1" dirty="0"/>
              <a:t>/OS-III</a:t>
            </a:r>
            <a:r>
              <a:rPr lang="zh-CN" altLang="en-US" b="1" dirty="0"/>
              <a:t>中若要使用信号量机制，需先使能信号量，信号量的使能配置位于</a:t>
            </a:r>
            <a:r>
              <a:rPr lang="en-GB" altLang="zh-CN" b="1" dirty="0" err="1"/>
              <a:t>os_cfg.h</a:t>
            </a:r>
            <a:r>
              <a:rPr lang="zh-CN" altLang="en-US" b="1" dirty="0"/>
              <a:t>文件</a:t>
            </a:r>
            <a:endParaRPr lang="zh-CN" altLang="en-US" b="1" dirty="0" smtClean="0"/>
          </a:p>
        </p:txBody>
      </p:sp>
      <p:sp>
        <p:nvSpPr>
          <p:cNvPr id="9" name="矩形 8"/>
          <p:cNvSpPr/>
          <p:nvPr/>
        </p:nvSpPr>
        <p:spPr>
          <a:xfrm>
            <a:off x="967542" y="1995686"/>
            <a:ext cx="6988834" cy="280076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altLang="zh-CN" sz="1600" b="1" dirty="0"/>
              <a:t>/* --------------------- MUTUAL EXCLUSION SEMAPHORES ------------------- */</a:t>
            </a:r>
            <a:endParaRPr lang="zh-CN" altLang="zh-CN" sz="1600" b="1" dirty="0"/>
          </a:p>
          <a:p>
            <a:r>
              <a:rPr lang="en-US" altLang="zh-CN" sz="1600" b="1" dirty="0"/>
              <a:t>#define OS_CFG_MUTEX_EN    1u  //</a:t>
            </a:r>
            <a:r>
              <a:rPr lang="zh-CN" altLang="zh-CN" sz="1600" b="1" dirty="0"/>
              <a:t>使能或禁用互斥型信号量</a:t>
            </a:r>
          </a:p>
          <a:p>
            <a:r>
              <a:rPr lang="en-US" altLang="zh-CN" sz="1600" b="1" dirty="0"/>
              <a:t>#define OS_CFG_MUTEX_DEL_EN  1u // </a:t>
            </a:r>
            <a:r>
              <a:rPr lang="zh-CN" altLang="zh-CN" sz="1600" b="1" dirty="0"/>
              <a:t>使能或禁用</a:t>
            </a:r>
            <a:r>
              <a:rPr lang="en-US" altLang="zh-CN" sz="1600" b="1" dirty="0" err="1"/>
              <a:t>OSMutexDel</a:t>
            </a:r>
            <a:r>
              <a:rPr lang="en-US" altLang="zh-CN" sz="1600" b="1" dirty="0"/>
              <a:t>() </a:t>
            </a:r>
            <a:r>
              <a:rPr lang="zh-CN" altLang="zh-CN" sz="1600" b="1" dirty="0"/>
              <a:t>函数</a:t>
            </a:r>
            <a:r>
              <a:rPr lang="en-US" altLang="zh-CN" sz="1600" b="1" dirty="0"/>
              <a:t>                                    </a:t>
            </a:r>
            <a:endParaRPr lang="zh-CN" altLang="zh-CN" sz="1600" b="1" dirty="0"/>
          </a:p>
          <a:p>
            <a:r>
              <a:rPr lang="en-US" altLang="zh-CN" sz="1600" b="1" dirty="0"/>
              <a:t>#define OS_CFG_MUTEX_PEND_ABORT_EN  1u //</a:t>
            </a:r>
            <a:r>
              <a:rPr lang="zh-CN" altLang="zh-CN" sz="1600" b="1" dirty="0"/>
              <a:t>使能或禁用</a:t>
            </a:r>
            <a:r>
              <a:rPr lang="en-US" altLang="zh-CN" sz="1600" b="1" dirty="0"/>
              <a:t> </a:t>
            </a:r>
            <a:r>
              <a:rPr lang="en-US" altLang="zh-CN" sz="1600" b="1" dirty="0" err="1"/>
              <a:t>OSMutexPendAbort</a:t>
            </a:r>
            <a:r>
              <a:rPr lang="en-US" altLang="zh-CN" sz="1600" b="1" dirty="0"/>
              <a:t>() </a:t>
            </a:r>
            <a:r>
              <a:rPr lang="zh-CN" altLang="zh-CN" sz="1600" b="1" dirty="0"/>
              <a:t>函数</a:t>
            </a:r>
          </a:p>
          <a:p>
            <a:r>
              <a:rPr lang="en-US" altLang="zh-CN" sz="1600" b="1" dirty="0"/>
              <a:t>/* ----------------------------- SEMAPHORES ---------------------------- */</a:t>
            </a:r>
            <a:endParaRPr lang="zh-CN" altLang="zh-CN" sz="1600" b="1" dirty="0"/>
          </a:p>
          <a:p>
            <a:r>
              <a:rPr lang="en-US" altLang="zh-CN" sz="1600" b="1" dirty="0"/>
              <a:t>#define OS_CFG_SEM_EN  1u  //</a:t>
            </a:r>
            <a:r>
              <a:rPr lang="zh-CN" altLang="zh-CN" sz="1600" b="1" dirty="0"/>
              <a:t>使能或禁用多值信号量</a:t>
            </a:r>
          </a:p>
          <a:p>
            <a:r>
              <a:rPr lang="en-US" altLang="zh-CN" sz="1600" b="1" dirty="0"/>
              <a:t>#define OS_CFG_SEM_DEL_EN   1u   //</a:t>
            </a:r>
            <a:r>
              <a:rPr lang="zh-CN" altLang="zh-CN" sz="1600" b="1" dirty="0"/>
              <a:t>使能或禁用</a:t>
            </a:r>
            <a:r>
              <a:rPr lang="en-US" altLang="zh-CN" sz="1600" b="1" dirty="0" err="1"/>
              <a:t>OSSemDel</a:t>
            </a:r>
            <a:r>
              <a:rPr lang="en-US" altLang="zh-CN" sz="1600" b="1" dirty="0"/>
              <a:t>()</a:t>
            </a:r>
            <a:r>
              <a:rPr lang="zh-CN" altLang="zh-CN" sz="1600" b="1" dirty="0"/>
              <a:t>函数</a:t>
            </a:r>
          </a:p>
          <a:p>
            <a:r>
              <a:rPr lang="en-US" altLang="zh-CN" sz="1600" b="1" dirty="0"/>
              <a:t>#define OS_CFG_SEM_PEND_ABORT_EN  1u  </a:t>
            </a:r>
            <a:endParaRPr lang="en-US" altLang="zh-CN" sz="1600" b="1" dirty="0" smtClean="0"/>
          </a:p>
          <a:p>
            <a:r>
              <a:rPr lang="en-US" altLang="zh-CN" sz="1600" b="1" dirty="0"/>
              <a:t> </a:t>
            </a:r>
            <a:r>
              <a:rPr lang="en-US" altLang="zh-CN" sz="1600" b="1" dirty="0" smtClean="0"/>
              <a:t>   //</a:t>
            </a:r>
            <a:r>
              <a:rPr lang="zh-CN" altLang="zh-CN" sz="1600" b="1" dirty="0"/>
              <a:t>使能或禁用</a:t>
            </a:r>
            <a:r>
              <a:rPr lang="en-US" altLang="zh-CN" sz="1600" b="1" dirty="0" err="1"/>
              <a:t>OSSemPendAbort</a:t>
            </a:r>
            <a:r>
              <a:rPr lang="en-US" altLang="zh-CN" sz="1600" b="1" dirty="0"/>
              <a:t>()</a:t>
            </a:r>
            <a:r>
              <a:rPr lang="zh-CN" altLang="zh-CN" sz="1600" b="1" dirty="0"/>
              <a:t>函数</a:t>
            </a:r>
          </a:p>
          <a:p>
            <a:r>
              <a:rPr lang="en-US" altLang="zh-CN" sz="1600" b="1" dirty="0"/>
              <a:t>#define OS_CFG_SEM_SET_EN  1u   //</a:t>
            </a:r>
            <a:r>
              <a:rPr lang="zh-CN" altLang="zh-CN" sz="1600" b="1" dirty="0"/>
              <a:t>使能或禁用</a:t>
            </a:r>
            <a:r>
              <a:rPr lang="en-US" altLang="zh-CN" sz="1600" b="1" dirty="0" err="1"/>
              <a:t>OSSemSet</a:t>
            </a:r>
            <a:r>
              <a:rPr lang="en-US" altLang="zh-CN" sz="1600" b="1" dirty="0"/>
              <a:t>()</a:t>
            </a:r>
            <a:r>
              <a:rPr lang="zh-CN" altLang="zh-CN" sz="1600" b="1" dirty="0"/>
              <a:t>函数</a:t>
            </a:r>
          </a:p>
        </p:txBody>
      </p:sp>
      <p:sp>
        <p:nvSpPr>
          <p:cNvPr id="14" name="矩形 13"/>
          <p:cNvSpPr/>
          <p:nvPr/>
        </p:nvSpPr>
        <p:spPr>
          <a:xfrm>
            <a:off x="5094776" y="446347"/>
            <a:ext cx="881973" cy="369332"/>
          </a:xfrm>
          <a:prstGeom prst="rect">
            <a:avLst/>
          </a:prstGeom>
        </p:spPr>
        <p:txBody>
          <a:bodyPr wrap="none">
            <a:spAutoFit/>
          </a:bodyPr>
          <a:lstStyle/>
          <a:p>
            <a:r>
              <a:rPr lang="zh-CN" altLang="zh-CN" b="1" dirty="0">
                <a:solidFill>
                  <a:srgbClr val="C00000"/>
                </a:solidFill>
              </a:rPr>
              <a:t>信号量</a:t>
            </a:r>
            <a:endParaRPr lang="zh-CN" altLang="en-US" dirty="0">
              <a:solidFill>
                <a:srgbClr val="C00000"/>
              </a:solidFill>
            </a:endParaRPr>
          </a:p>
        </p:txBody>
      </p:sp>
    </p:spTree>
    <p:extLst>
      <p:ext uri="{BB962C8B-B14F-4D97-AF65-F5344CB8AC3E}">
        <p14:creationId xmlns:p14="http://schemas.microsoft.com/office/powerpoint/2010/main" val="24208719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605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669868" cy="461665"/>
          </a:xfrm>
          <a:prstGeom prst="rect">
            <a:avLst/>
          </a:prstGeom>
        </p:spPr>
        <p:txBody>
          <a:bodyPr wrap="none">
            <a:spAutoFit/>
          </a:bodyPr>
          <a:lstStyle/>
          <a:p>
            <a:r>
              <a:rPr lang="en-US" altLang="zh-CN" sz="2400" b="1" dirty="0">
                <a:solidFill>
                  <a:schemeClr val="bg1"/>
                </a:solidFill>
              </a:rPr>
              <a:t>12.3.3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任务间通信与同步</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1098066" y="1203598"/>
            <a:ext cx="7096969" cy="369332"/>
          </a:xfrm>
          <a:prstGeom prst="rect">
            <a:avLst/>
          </a:prstGeom>
        </p:spPr>
        <p:txBody>
          <a:bodyPr wrap="square">
            <a:spAutoFit/>
          </a:bodyPr>
          <a:lstStyle/>
          <a:p>
            <a:r>
              <a:rPr lang="en-US" altLang="zh-CN" b="1" dirty="0" smtClean="0"/>
              <a:t>     </a:t>
            </a:r>
            <a:r>
              <a:rPr lang="en-US" altLang="zh-CN" b="1" dirty="0" err="1" smtClean="0"/>
              <a:t>uC</a:t>
            </a:r>
            <a:r>
              <a:rPr lang="en-US" altLang="zh-CN" b="1" dirty="0" smtClean="0"/>
              <a:t>/OS-III</a:t>
            </a:r>
            <a:r>
              <a:rPr lang="zh-CN" altLang="zh-CN" b="1" dirty="0"/>
              <a:t>中在</a:t>
            </a:r>
            <a:r>
              <a:rPr lang="en-US" altLang="zh-CN" b="1" dirty="0" err="1"/>
              <a:t>os_sem.c</a:t>
            </a:r>
            <a:r>
              <a:rPr lang="zh-CN" altLang="zh-CN" b="1" dirty="0"/>
              <a:t>文件中定义了有关多值型信号量的</a:t>
            </a:r>
            <a:r>
              <a:rPr lang="en-US" altLang="zh-CN" b="1" dirty="0"/>
              <a:t>API</a:t>
            </a:r>
            <a:r>
              <a:rPr lang="zh-CN" altLang="zh-CN" b="1" dirty="0"/>
              <a:t>函数</a:t>
            </a:r>
            <a:endParaRPr lang="zh-CN" altLang="en-US" b="1" dirty="0"/>
          </a:p>
        </p:txBody>
      </p:sp>
      <p:graphicFrame>
        <p:nvGraphicFramePr>
          <p:cNvPr id="11" name="表格 10"/>
          <p:cNvGraphicFramePr>
            <a:graphicFrameLocks noGrp="1"/>
          </p:cNvGraphicFramePr>
          <p:nvPr>
            <p:extLst>
              <p:ext uri="{D42A27DB-BD31-4B8C-83A1-F6EECF244321}">
                <p14:modId xmlns:p14="http://schemas.microsoft.com/office/powerpoint/2010/main" val="3691471595"/>
              </p:ext>
            </p:extLst>
          </p:nvPr>
        </p:nvGraphicFramePr>
        <p:xfrm>
          <a:off x="1115616" y="1707654"/>
          <a:ext cx="7096968" cy="2880325"/>
        </p:xfrm>
        <a:graphic>
          <a:graphicData uri="http://schemas.openxmlformats.org/drawingml/2006/table">
            <a:tbl>
              <a:tblPr firstRow="1" firstCol="1" bandRow="1">
                <a:tableStyleId>{5C22544A-7EE6-4342-B048-85BDC9FD1C3A}</a:tableStyleId>
              </a:tblPr>
              <a:tblGrid>
                <a:gridCol w="2088231"/>
                <a:gridCol w="5008737"/>
              </a:tblGrid>
              <a:tr h="411475">
                <a:tc>
                  <a:txBody>
                    <a:bodyPr/>
                    <a:lstStyle/>
                    <a:p>
                      <a:pPr algn="ctr">
                        <a:spcAft>
                          <a:spcPts val="0"/>
                        </a:spcAft>
                      </a:pPr>
                      <a:r>
                        <a:rPr lang="zh-CN" sz="1800" b="1" kern="0" dirty="0">
                          <a:effectLst/>
                        </a:rPr>
                        <a:t>函数名</a:t>
                      </a:r>
                      <a:endParaRPr lang="zh-CN" sz="1800" b="1" kern="100" dirty="0">
                        <a:effectLst/>
                        <a:latin typeface="Calibri"/>
                        <a:ea typeface="宋体"/>
                        <a:cs typeface="Times New Roman"/>
                      </a:endParaRPr>
                    </a:p>
                  </a:txBody>
                  <a:tcPr marL="68580" marR="68580" marT="0" marB="0" anchor="ctr">
                    <a:solidFill>
                      <a:schemeClr val="accent5">
                        <a:lumMod val="50000"/>
                      </a:schemeClr>
                    </a:solidFill>
                  </a:tcPr>
                </a:tc>
                <a:tc>
                  <a:txBody>
                    <a:bodyPr/>
                    <a:lstStyle/>
                    <a:p>
                      <a:pPr algn="ctr">
                        <a:spcAft>
                          <a:spcPts val="0"/>
                        </a:spcAft>
                      </a:pPr>
                      <a:r>
                        <a:rPr lang="zh-CN" sz="1800" b="1" kern="0" dirty="0">
                          <a:effectLst/>
                        </a:rPr>
                        <a:t>说明</a:t>
                      </a:r>
                      <a:endParaRPr lang="zh-CN" sz="1800" b="1" kern="100" dirty="0">
                        <a:effectLst/>
                        <a:latin typeface="Calibri"/>
                        <a:ea typeface="宋体"/>
                        <a:cs typeface="Times New Roman"/>
                      </a:endParaRPr>
                    </a:p>
                  </a:txBody>
                  <a:tcPr marL="68580" marR="68580" marT="0" marB="0" anchor="ctr">
                    <a:solidFill>
                      <a:schemeClr val="accent5">
                        <a:lumMod val="50000"/>
                      </a:schemeClr>
                    </a:solidFill>
                  </a:tcPr>
                </a:tc>
              </a:tr>
              <a:tr h="411475">
                <a:tc>
                  <a:txBody>
                    <a:bodyPr/>
                    <a:lstStyle/>
                    <a:p>
                      <a:pPr indent="57150" algn="just">
                        <a:spcAft>
                          <a:spcPts val="0"/>
                        </a:spcAft>
                      </a:pPr>
                      <a:r>
                        <a:rPr lang="en-US" sz="1800" b="1" kern="0" dirty="0" err="1">
                          <a:solidFill>
                            <a:schemeClr val="tx1"/>
                          </a:solidFill>
                          <a:effectLst/>
                        </a:rPr>
                        <a:t>OSSemCreate</a:t>
                      </a:r>
                      <a:r>
                        <a:rPr lang="en-US" sz="1800" b="1" kern="0" dirty="0">
                          <a:solidFill>
                            <a:schemeClr val="tx1"/>
                          </a:solidFill>
                          <a:effectLst/>
                        </a:rPr>
                        <a:t>()</a:t>
                      </a:r>
                      <a:endParaRPr lang="zh-CN" sz="1800" b="1" kern="100" dirty="0">
                        <a:solidFill>
                          <a:schemeClr val="tx1"/>
                        </a:solidFill>
                        <a:effectLst/>
                        <a:latin typeface="Calibri"/>
                        <a:ea typeface="宋体"/>
                        <a:cs typeface="Times New Roman"/>
                      </a:endParaRPr>
                    </a:p>
                  </a:txBody>
                  <a:tcPr marL="68580" marR="68580" marT="0" marB="0" anchor="ctr">
                    <a:solidFill>
                      <a:schemeClr val="accent5">
                        <a:lumMod val="20000"/>
                        <a:lumOff val="80000"/>
                      </a:schemeClr>
                    </a:solidFill>
                  </a:tcPr>
                </a:tc>
                <a:tc>
                  <a:txBody>
                    <a:bodyPr/>
                    <a:lstStyle/>
                    <a:p>
                      <a:pPr algn="just">
                        <a:spcAft>
                          <a:spcPts val="0"/>
                        </a:spcAft>
                      </a:pPr>
                      <a:r>
                        <a:rPr lang="zh-CN" sz="1800" b="1" kern="0" dirty="0">
                          <a:solidFill>
                            <a:schemeClr val="tx1"/>
                          </a:solidFill>
                          <a:effectLst/>
                        </a:rPr>
                        <a:t>建立一个多值型信号量</a:t>
                      </a:r>
                      <a:endParaRPr lang="zh-CN" sz="1800" b="1" kern="100" dirty="0">
                        <a:solidFill>
                          <a:schemeClr val="tx1"/>
                        </a:solidFill>
                        <a:effectLst/>
                        <a:latin typeface="Calibri"/>
                        <a:ea typeface="宋体"/>
                        <a:cs typeface="Times New Roman"/>
                      </a:endParaRPr>
                    </a:p>
                  </a:txBody>
                  <a:tcPr marL="68580" marR="68580" marT="0" marB="0" anchor="ctr">
                    <a:solidFill>
                      <a:schemeClr val="accent5">
                        <a:lumMod val="20000"/>
                        <a:lumOff val="80000"/>
                      </a:schemeClr>
                    </a:solidFill>
                  </a:tcPr>
                </a:tc>
              </a:tr>
              <a:tr h="411475">
                <a:tc>
                  <a:txBody>
                    <a:bodyPr/>
                    <a:lstStyle/>
                    <a:p>
                      <a:pPr indent="57150" algn="just">
                        <a:spcAft>
                          <a:spcPts val="0"/>
                        </a:spcAft>
                      </a:pPr>
                      <a:r>
                        <a:rPr lang="en-US" sz="1800" b="1" kern="0" dirty="0" err="1">
                          <a:solidFill>
                            <a:schemeClr val="tx1"/>
                          </a:solidFill>
                          <a:effectLst/>
                        </a:rPr>
                        <a:t>OSSemPost</a:t>
                      </a:r>
                      <a:r>
                        <a:rPr lang="en-US" sz="1800" b="1" kern="0" dirty="0">
                          <a:solidFill>
                            <a:schemeClr val="tx1"/>
                          </a:solidFill>
                          <a:effectLst/>
                        </a:rPr>
                        <a:t>()</a:t>
                      </a:r>
                      <a:endParaRPr lang="zh-CN" sz="1800" b="1" kern="100" dirty="0">
                        <a:solidFill>
                          <a:schemeClr val="tx1"/>
                        </a:solidFill>
                        <a:effectLst/>
                        <a:latin typeface="Calibri"/>
                        <a:ea typeface="宋体"/>
                        <a:cs typeface="Times New Roman"/>
                      </a:endParaRPr>
                    </a:p>
                  </a:txBody>
                  <a:tcPr marL="68580" marR="68580" marT="0" marB="0" anchor="ctr">
                    <a:solidFill>
                      <a:schemeClr val="accent5">
                        <a:lumMod val="40000"/>
                        <a:lumOff val="60000"/>
                      </a:schemeClr>
                    </a:solidFill>
                  </a:tcPr>
                </a:tc>
                <a:tc>
                  <a:txBody>
                    <a:bodyPr/>
                    <a:lstStyle/>
                    <a:p>
                      <a:pPr algn="just">
                        <a:spcAft>
                          <a:spcPts val="0"/>
                        </a:spcAft>
                      </a:pPr>
                      <a:r>
                        <a:rPr lang="zh-CN" sz="1800" b="1" kern="0" dirty="0">
                          <a:solidFill>
                            <a:schemeClr val="tx1"/>
                          </a:solidFill>
                          <a:effectLst/>
                        </a:rPr>
                        <a:t>释放或发布一个多值型信号量</a:t>
                      </a:r>
                      <a:endParaRPr lang="zh-CN" sz="1800" b="1" kern="100" dirty="0">
                        <a:solidFill>
                          <a:schemeClr val="tx1"/>
                        </a:solidFill>
                        <a:effectLst/>
                        <a:latin typeface="Calibri"/>
                        <a:ea typeface="宋体"/>
                        <a:cs typeface="Times New Roman"/>
                      </a:endParaRPr>
                    </a:p>
                  </a:txBody>
                  <a:tcPr marL="68580" marR="68580" marT="0" marB="0" anchor="ctr">
                    <a:solidFill>
                      <a:schemeClr val="accent5">
                        <a:lumMod val="40000"/>
                        <a:lumOff val="60000"/>
                      </a:schemeClr>
                    </a:solidFill>
                  </a:tcPr>
                </a:tc>
              </a:tr>
              <a:tr h="411475">
                <a:tc>
                  <a:txBody>
                    <a:bodyPr/>
                    <a:lstStyle/>
                    <a:p>
                      <a:pPr indent="57150" algn="just">
                        <a:spcAft>
                          <a:spcPts val="0"/>
                        </a:spcAft>
                      </a:pPr>
                      <a:r>
                        <a:rPr lang="en-US" sz="1800" b="1" kern="0" dirty="0" err="1">
                          <a:solidFill>
                            <a:schemeClr val="tx1"/>
                          </a:solidFill>
                          <a:effectLst/>
                        </a:rPr>
                        <a:t>OSSemPend</a:t>
                      </a:r>
                      <a:r>
                        <a:rPr lang="en-US" sz="1800" b="1" kern="0" dirty="0">
                          <a:solidFill>
                            <a:schemeClr val="tx1"/>
                          </a:solidFill>
                          <a:effectLst/>
                        </a:rPr>
                        <a:t>()</a:t>
                      </a:r>
                      <a:endParaRPr lang="zh-CN" sz="1800" b="1" kern="100" dirty="0">
                        <a:solidFill>
                          <a:schemeClr val="tx1"/>
                        </a:solidFill>
                        <a:effectLst/>
                        <a:latin typeface="Calibri"/>
                        <a:ea typeface="宋体"/>
                        <a:cs typeface="Times New Roman"/>
                      </a:endParaRPr>
                    </a:p>
                  </a:txBody>
                  <a:tcPr marL="68580" marR="68580" marT="0" marB="0" anchor="ctr">
                    <a:solidFill>
                      <a:schemeClr val="accent5">
                        <a:lumMod val="20000"/>
                        <a:lumOff val="80000"/>
                      </a:schemeClr>
                    </a:solidFill>
                  </a:tcPr>
                </a:tc>
                <a:tc>
                  <a:txBody>
                    <a:bodyPr/>
                    <a:lstStyle/>
                    <a:p>
                      <a:pPr algn="just">
                        <a:spcAft>
                          <a:spcPts val="0"/>
                        </a:spcAft>
                      </a:pPr>
                      <a:r>
                        <a:rPr lang="zh-CN" sz="1800" b="1" kern="0" dirty="0">
                          <a:solidFill>
                            <a:schemeClr val="tx1"/>
                          </a:solidFill>
                          <a:effectLst/>
                        </a:rPr>
                        <a:t>等待一个多值信号量，与</a:t>
                      </a:r>
                      <a:r>
                        <a:rPr lang="en-US" sz="1800" b="1" kern="0" dirty="0" err="1">
                          <a:solidFill>
                            <a:schemeClr val="tx1"/>
                          </a:solidFill>
                          <a:effectLst/>
                        </a:rPr>
                        <a:t>OSSemPost</a:t>
                      </a:r>
                      <a:r>
                        <a:rPr lang="en-US" sz="1800" b="1" kern="0" dirty="0">
                          <a:solidFill>
                            <a:schemeClr val="tx1"/>
                          </a:solidFill>
                          <a:effectLst/>
                        </a:rPr>
                        <a:t>()</a:t>
                      </a:r>
                      <a:r>
                        <a:rPr lang="zh-CN" sz="1800" b="1" kern="0" dirty="0">
                          <a:solidFill>
                            <a:schemeClr val="tx1"/>
                          </a:solidFill>
                          <a:effectLst/>
                        </a:rPr>
                        <a:t>相对应</a:t>
                      </a:r>
                      <a:endParaRPr lang="zh-CN" sz="1800" b="1" kern="100" dirty="0">
                        <a:solidFill>
                          <a:schemeClr val="tx1"/>
                        </a:solidFill>
                        <a:effectLst/>
                        <a:latin typeface="Calibri"/>
                        <a:ea typeface="宋体"/>
                        <a:cs typeface="Times New Roman"/>
                      </a:endParaRPr>
                    </a:p>
                  </a:txBody>
                  <a:tcPr marL="68580" marR="68580" marT="0" marB="0" anchor="ctr">
                    <a:solidFill>
                      <a:schemeClr val="accent5">
                        <a:lumMod val="20000"/>
                        <a:lumOff val="80000"/>
                      </a:schemeClr>
                    </a:solidFill>
                  </a:tcPr>
                </a:tc>
              </a:tr>
              <a:tr h="411475">
                <a:tc>
                  <a:txBody>
                    <a:bodyPr/>
                    <a:lstStyle/>
                    <a:p>
                      <a:pPr indent="57150" algn="just">
                        <a:spcAft>
                          <a:spcPts val="0"/>
                        </a:spcAft>
                      </a:pPr>
                      <a:r>
                        <a:rPr lang="en-US" sz="1800" b="1" kern="0" dirty="0" err="1">
                          <a:solidFill>
                            <a:schemeClr val="tx1"/>
                          </a:solidFill>
                          <a:effectLst/>
                        </a:rPr>
                        <a:t>OSSemPendAbort</a:t>
                      </a:r>
                      <a:r>
                        <a:rPr lang="en-US" sz="1800" b="1" kern="0" dirty="0">
                          <a:solidFill>
                            <a:schemeClr val="tx1"/>
                          </a:solidFill>
                          <a:effectLst/>
                        </a:rPr>
                        <a:t>()</a:t>
                      </a:r>
                      <a:endParaRPr lang="zh-CN" sz="1800" b="1" kern="100" dirty="0">
                        <a:solidFill>
                          <a:schemeClr val="tx1"/>
                        </a:solidFill>
                        <a:effectLst/>
                        <a:latin typeface="Calibri"/>
                        <a:ea typeface="宋体"/>
                        <a:cs typeface="Times New Roman"/>
                      </a:endParaRPr>
                    </a:p>
                  </a:txBody>
                  <a:tcPr marL="68580" marR="68580" marT="0" marB="0" anchor="ctr">
                    <a:solidFill>
                      <a:schemeClr val="accent5">
                        <a:lumMod val="40000"/>
                        <a:lumOff val="60000"/>
                      </a:schemeClr>
                    </a:solidFill>
                  </a:tcPr>
                </a:tc>
                <a:tc>
                  <a:txBody>
                    <a:bodyPr/>
                    <a:lstStyle/>
                    <a:p>
                      <a:pPr algn="just">
                        <a:spcAft>
                          <a:spcPts val="0"/>
                        </a:spcAft>
                      </a:pPr>
                      <a:r>
                        <a:rPr lang="zh-CN" sz="1800" b="1" kern="0" dirty="0">
                          <a:solidFill>
                            <a:schemeClr val="tx1"/>
                          </a:solidFill>
                          <a:effectLst/>
                        </a:rPr>
                        <a:t>取消或中止对一个多值信号量的等待</a:t>
                      </a:r>
                      <a:endParaRPr lang="zh-CN" sz="1800" b="1" kern="100" dirty="0">
                        <a:solidFill>
                          <a:schemeClr val="tx1"/>
                        </a:solidFill>
                        <a:effectLst/>
                        <a:latin typeface="Calibri"/>
                        <a:ea typeface="宋体"/>
                        <a:cs typeface="Times New Roman"/>
                      </a:endParaRPr>
                    </a:p>
                  </a:txBody>
                  <a:tcPr marL="68580" marR="68580" marT="0" marB="0" anchor="ctr">
                    <a:solidFill>
                      <a:schemeClr val="accent5">
                        <a:lumMod val="40000"/>
                        <a:lumOff val="60000"/>
                      </a:schemeClr>
                    </a:solidFill>
                  </a:tcPr>
                </a:tc>
              </a:tr>
              <a:tr h="411475">
                <a:tc>
                  <a:txBody>
                    <a:bodyPr/>
                    <a:lstStyle/>
                    <a:p>
                      <a:pPr indent="57150" algn="just">
                        <a:spcAft>
                          <a:spcPts val="0"/>
                        </a:spcAft>
                      </a:pPr>
                      <a:r>
                        <a:rPr lang="en-US" sz="1800" b="1" kern="0">
                          <a:solidFill>
                            <a:schemeClr val="tx1"/>
                          </a:solidFill>
                          <a:effectLst/>
                        </a:rPr>
                        <a:t>OSSemDel()</a:t>
                      </a:r>
                      <a:endParaRPr lang="zh-CN" sz="1800" b="1" kern="100">
                        <a:solidFill>
                          <a:schemeClr val="tx1"/>
                        </a:solidFill>
                        <a:effectLst/>
                        <a:latin typeface="Calibri"/>
                        <a:ea typeface="宋体"/>
                        <a:cs typeface="Times New Roman"/>
                      </a:endParaRPr>
                    </a:p>
                  </a:txBody>
                  <a:tcPr marL="68580" marR="68580" marT="0" marB="0" anchor="ctr">
                    <a:solidFill>
                      <a:schemeClr val="accent5">
                        <a:lumMod val="20000"/>
                        <a:lumOff val="80000"/>
                      </a:schemeClr>
                    </a:solidFill>
                  </a:tcPr>
                </a:tc>
                <a:tc>
                  <a:txBody>
                    <a:bodyPr/>
                    <a:lstStyle/>
                    <a:p>
                      <a:pPr algn="just">
                        <a:spcAft>
                          <a:spcPts val="0"/>
                        </a:spcAft>
                      </a:pPr>
                      <a:r>
                        <a:rPr lang="zh-CN" sz="1800" b="1" kern="0" dirty="0">
                          <a:solidFill>
                            <a:schemeClr val="tx1"/>
                          </a:solidFill>
                          <a:effectLst/>
                        </a:rPr>
                        <a:t>删除一个多值信号量</a:t>
                      </a:r>
                      <a:endParaRPr lang="zh-CN" sz="1800" b="1" kern="100" dirty="0">
                        <a:solidFill>
                          <a:schemeClr val="tx1"/>
                        </a:solidFill>
                        <a:effectLst/>
                        <a:latin typeface="Calibri"/>
                        <a:ea typeface="宋体"/>
                        <a:cs typeface="Times New Roman"/>
                      </a:endParaRPr>
                    </a:p>
                  </a:txBody>
                  <a:tcPr marL="68580" marR="68580" marT="0" marB="0" anchor="ctr">
                    <a:solidFill>
                      <a:schemeClr val="accent5">
                        <a:lumMod val="20000"/>
                        <a:lumOff val="80000"/>
                      </a:schemeClr>
                    </a:solidFill>
                  </a:tcPr>
                </a:tc>
              </a:tr>
              <a:tr h="411475">
                <a:tc>
                  <a:txBody>
                    <a:bodyPr/>
                    <a:lstStyle/>
                    <a:p>
                      <a:pPr indent="57150" algn="just">
                        <a:spcAft>
                          <a:spcPts val="0"/>
                        </a:spcAft>
                      </a:pPr>
                      <a:r>
                        <a:rPr lang="en-US" sz="1800" b="1" kern="0">
                          <a:solidFill>
                            <a:schemeClr val="tx1"/>
                          </a:solidFill>
                          <a:effectLst/>
                        </a:rPr>
                        <a:t>OSSemSet()</a:t>
                      </a:r>
                      <a:endParaRPr lang="zh-CN" sz="1800" b="1" kern="100">
                        <a:solidFill>
                          <a:schemeClr val="tx1"/>
                        </a:solidFill>
                        <a:effectLst/>
                        <a:latin typeface="Calibri"/>
                        <a:ea typeface="宋体"/>
                        <a:cs typeface="Times New Roman"/>
                      </a:endParaRPr>
                    </a:p>
                  </a:txBody>
                  <a:tcPr marL="68580" marR="68580" marT="0" marB="0" anchor="ctr">
                    <a:solidFill>
                      <a:schemeClr val="accent5">
                        <a:lumMod val="40000"/>
                        <a:lumOff val="60000"/>
                      </a:schemeClr>
                    </a:solidFill>
                  </a:tcPr>
                </a:tc>
                <a:tc>
                  <a:txBody>
                    <a:bodyPr/>
                    <a:lstStyle/>
                    <a:p>
                      <a:pPr algn="just">
                        <a:spcAft>
                          <a:spcPts val="0"/>
                        </a:spcAft>
                      </a:pPr>
                      <a:r>
                        <a:rPr lang="zh-CN" sz="1800" b="1" kern="0" dirty="0">
                          <a:solidFill>
                            <a:schemeClr val="tx1"/>
                          </a:solidFill>
                          <a:effectLst/>
                        </a:rPr>
                        <a:t>用于设置多值信号量的计数值</a:t>
                      </a:r>
                      <a:endParaRPr lang="zh-CN" sz="1800" b="1" kern="100" dirty="0">
                        <a:solidFill>
                          <a:schemeClr val="tx1"/>
                        </a:solidFill>
                        <a:effectLst/>
                        <a:latin typeface="Calibri"/>
                        <a:ea typeface="宋体"/>
                        <a:cs typeface="Times New Roman"/>
                      </a:endParaRPr>
                    </a:p>
                  </a:txBody>
                  <a:tcPr marL="68580" marR="68580" marT="0" marB="0" anchor="ctr">
                    <a:solidFill>
                      <a:schemeClr val="accent5">
                        <a:lumMod val="40000"/>
                        <a:lumOff val="60000"/>
                      </a:schemeClr>
                    </a:solidFill>
                  </a:tcPr>
                </a:tc>
              </a:tr>
            </a:tbl>
          </a:graphicData>
        </a:graphic>
      </p:graphicFrame>
      <p:sp>
        <p:nvSpPr>
          <p:cNvPr id="14" name="矩形 13"/>
          <p:cNvSpPr/>
          <p:nvPr/>
        </p:nvSpPr>
        <p:spPr>
          <a:xfrm>
            <a:off x="5094776" y="446347"/>
            <a:ext cx="881973" cy="369332"/>
          </a:xfrm>
          <a:prstGeom prst="rect">
            <a:avLst/>
          </a:prstGeom>
        </p:spPr>
        <p:txBody>
          <a:bodyPr wrap="none">
            <a:spAutoFit/>
          </a:bodyPr>
          <a:lstStyle/>
          <a:p>
            <a:r>
              <a:rPr lang="zh-CN" altLang="zh-CN" b="1" dirty="0">
                <a:solidFill>
                  <a:srgbClr val="C00000"/>
                </a:solidFill>
              </a:rPr>
              <a:t>信号量</a:t>
            </a:r>
            <a:endParaRPr lang="zh-CN" altLang="en-US" dirty="0">
              <a:solidFill>
                <a:srgbClr val="C00000"/>
              </a:solidFill>
            </a:endParaRPr>
          </a:p>
        </p:txBody>
      </p:sp>
    </p:spTree>
    <p:extLst>
      <p:ext uri="{BB962C8B-B14F-4D97-AF65-F5344CB8AC3E}">
        <p14:creationId xmlns:p14="http://schemas.microsoft.com/office/powerpoint/2010/main" val="408874770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605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669868" cy="461665"/>
          </a:xfrm>
          <a:prstGeom prst="rect">
            <a:avLst/>
          </a:prstGeom>
        </p:spPr>
        <p:txBody>
          <a:bodyPr wrap="none">
            <a:spAutoFit/>
          </a:bodyPr>
          <a:lstStyle/>
          <a:p>
            <a:r>
              <a:rPr lang="en-US" altLang="zh-CN" sz="2400" b="1" dirty="0">
                <a:solidFill>
                  <a:schemeClr val="bg1"/>
                </a:solidFill>
              </a:rPr>
              <a:t>12.3.3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任务间通信与同步</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664646" y="987357"/>
            <a:ext cx="3691329" cy="1131079"/>
          </a:xfrm>
          <a:prstGeom prst="rect">
            <a:avLst/>
          </a:prstGeom>
        </p:spPr>
        <p:txBody>
          <a:bodyPr wrap="square">
            <a:spAutoFit/>
          </a:bodyPr>
          <a:lstStyle/>
          <a:p>
            <a:pPr>
              <a:lnSpc>
                <a:spcPct val="125000"/>
              </a:lnSpc>
            </a:pPr>
            <a:r>
              <a:rPr lang="en-US" altLang="zh-CN" b="1" dirty="0" smtClean="0"/>
              <a:t>     </a:t>
            </a:r>
            <a:r>
              <a:rPr lang="en-US" altLang="zh-CN" b="1" dirty="0" err="1"/>
              <a:t>uC</a:t>
            </a:r>
            <a:r>
              <a:rPr lang="en-US" altLang="zh-CN" b="1" dirty="0"/>
              <a:t>/OS-III</a:t>
            </a:r>
            <a:r>
              <a:rPr lang="zh-CN" altLang="zh-CN" b="1" dirty="0"/>
              <a:t>通过消息队列机制实现多个任务间的消息</a:t>
            </a:r>
            <a:r>
              <a:rPr lang="zh-CN" altLang="zh-CN" b="1" dirty="0" smtClean="0"/>
              <a:t>传递</a:t>
            </a:r>
            <a:r>
              <a:rPr lang="zh-CN" altLang="en-US" b="1" dirty="0" smtClean="0"/>
              <a:t>，</a:t>
            </a:r>
            <a:r>
              <a:rPr lang="zh-CN" altLang="zh-CN" b="1" dirty="0" smtClean="0"/>
              <a:t>使</a:t>
            </a:r>
            <a:r>
              <a:rPr lang="zh-CN" altLang="zh-CN" b="1" dirty="0"/>
              <a:t>能配置位于</a:t>
            </a:r>
            <a:r>
              <a:rPr lang="en-US" altLang="zh-CN" b="1" dirty="0" err="1"/>
              <a:t>os_cfg.h</a:t>
            </a:r>
            <a:r>
              <a:rPr lang="zh-CN" altLang="zh-CN" b="1" dirty="0" smtClean="0"/>
              <a:t>文件中</a:t>
            </a:r>
            <a:r>
              <a:rPr lang="zh-CN" altLang="en-US" b="1" dirty="0" smtClean="0"/>
              <a:t>。</a:t>
            </a:r>
            <a:endParaRPr lang="zh-CN" altLang="en-US" b="1" dirty="0"/>
          </a:p>
        </p:txBody>
      </p:sp>
      <p:sp>
        <p:nvSpPr>
          <p:cNvPr id="14" name="矩形 13"/>
          <p:cNvSpPr/>
          <p:nvPr/>
        </p:nvSpPr>
        <p:spPr>
          <a:xfrm>
            <a:off x="5094776" y="446347"/>
            <a:ext cx="1114408" cy="369332"/>
          </a:xfrm>
          <a:prstGeom prst="rect">
            <a:avLst/>
          </a:prstGeom>
        </p:spPr>
        <p:txBody>
          <a:bodyPr wrap="none">
            <a:spAutoFit/>
          </a:bodyPr>
          <a:lstStyle/>
          <a:p>
            <a:r>
              <a:rPr lang="zh-CN" altLang="en-US" b="1" dirty="0">
                <a:solidFill>
                  <a:srgbClr val="C00000"/>
                </a:solidFill>
              </a:rPr>
              <a:t>消息队列</a:t>
            </a:r>
            <a:endParaRPr lang="zh-CN" altLang="en-US" dirty="0">
              <a:solidFill>
                <a:srgbClr val="C00000"/>
              </a:solidFill>
            </a:endParaRPr>
          </a:p>
        </p:txBody>
      </p:sp>
      <p:sp>
        <p:nvSpPr>
          <p:cNvPr id="3" name="矩形 2"/>
          <p:cNvSpPr/>
          <p:nvPr/>
        </p:nvSpPr>
        <p:spPr>
          <a:xfrm>
            <a:off x="422325" y="2146667"/>
            <a:ext cx="4176464" cy="258532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b="1" dirty="0"/>
              <a:t>/* </a:t>
            </a:r>
            <a:r>
              <a:rPr lang="en-US" altLang="zh-CN" b="1" dirty="0" smtClean="0"/>
              <a:t>--------- </a:t>
            </a:r>
            <a:r>
              <a:rPr lang="en-US" altLang="zh-CN" b="1" dirty="0"/>
              <a:t>MESSAGE QUEUES </a:t>
            </a:r>
            <a:r>
              <a:rPr lang="en-US" altLang="zh-CN" b="1" dirty="0" smtClean="0"/>
              <a:t>-------------- </a:t>
            </a:r>
            <a:r>
              <a:rPr lang="en-US" altLang="zh-CN" b="1" dirty="0"/>
              <a:t>*/</a:t>
            </a:r>
            <a:endParaRPr lang="zh-CN" altLang="zh-CN" b="1" dirty="0"/>
          </a:p>
          <a:p>
            <a:r>
              <a:rPr lang="en-US" altLang="zh-CN" b="1" dirty="0"/>
              <a:t>#define OS_CFG_Q_EN  </a:t>
            </a:r>
            <a:r>
              <a:rPr lang="en-US" altLang="zh-CN" b="1" dirty="0" smtClean="0"/>
              <a:t>  </a:t>
            </a:r>
            <a:r>
              <a:rPr lang="en-US" altLang="zh-CN" b="1" dirty="0"/>
              <a:t>1u  </a:t>
            </a:r>
            <a:endParaRPr lang="en-US" altLang="zh-CN" b="1" dirty="0" smtClean="0"/>
          </a:p>
          <a:p>
            <a:r>
              <a:rPr lang="en-US" altLang="zh-CN" b="1" dirty="0"/>
              <a:t> </a:t>
            </a:r>
            <a:r>
              <a:rPr lang="en-US" altLang="zh-CN" b="1" dirty="0" smtClean="0"/>
              <a:t>    //</a:t>
            </a:r>
            <a:r>
              <a:rPr lang="zh-CN" altLang="zh-CN" b="1" dirty="0"/>
              <a:t>使能或禁用消息队列</a:t>
            </a:r>
          </a:p>
          <a:p>
            <a:r>
              <a:rPr lang="en-US" altLang="zh-CN" b="1" dirty="0"/>
              <a:t>#define OS_CFG_Q_DEL_EN  </a:t>
            </a:r>
            <a:r>
              <a:rPr lang="en-US" altLang="zh-CN" b="1" dirty="0" smtClean="0"/>
              <a:t>1u   </a:t>
            </a:r>
          </a:p>
          <a:p>
            <a:r>
              <a:rPr lang="en-US" altLang="zh-CN" b="1" dirty="0"/>
              <a:t> </a:t>
            </a:r>
            <a:r>
              <a:rPr lang="en-US" altLang="zh-CN" b="1" dirty="0" smtClean="0"/>
              <a:t>   // </a:t>
            </a:r>
            <a:r>
              <a:rPr lang="zh-CN" altLang="zh-CN" b="1" dirty="0"/>
              <a:t>使能或禁用</a:t>
            </a:r>
            <a:r>
              <a:rPr lang="en-US" altLang="zh-CN" b="1" dirty="0" err="1"/>
              <a:t>OSQDel</a:t>
            </a:r>
            <a:r>
              <a:rPr lang="en-US" altLang="zh-CN" b="1" dirty="0"/>
              <a:t>()</a:t>
            </a:r>
            <a:r>
              <a:rPr lang="zh-CN" altLang="zh-CN" b="1" dirty="0"/>
              <a:t>函数</a:t>
            </a:r>
          </a:p>
          <a:p>
            <a:r>
              <a:rPr lang="en-US" altLang="zh-CN" b="1" dirty="0"/>
              <a:t>#define OS_CFG_Q_FLUSH_EN  </a:t>
            </a:r>
            <a:r>
              <a:rPr lang="en-US" altLang="zh-CN" b="1" dirty="0" smtClean="0"/>
              <a:t> </a:t>
            </a:r>
            <a:r>
              <a:rPr lang="en-US" altLang="zh-CN" b="1" dirty="0"/>
              <a:t>1u  </a:t>
            </a:r>
            <a:endParaRPr lang="en-US" altLang="zh-CN" b="1" dirty="0" smtClean="0"/>
          </a:p>
          <a:p>
            <a:r>
              <a:rPr lang="en-US" altLang="zh-CN" b="1" dirty="0"/>
              <a:t> </a:t>
            </a:r>
            <a:r>
              <a:rPr lang="en-US" altLang="zh-CN" b="1" dirty="0" smtClean="0"/>
              <a:t>   //</a:t>
            </a:r>
            <a:r>
              <a:rPr lang="zh-CN" altLang="zh-CN" b="1" dirty="0"/>
              <a:t>使能或禁用</a:t>
            </a:r>
            <a:r>
              <a:rPr lang="en-US" altLang="zh-CN" b="1" dirty="0" err="1"/>
              <a:t>OSQFlush</a:t>
            </a:r>
            <a:r>
              <a:rPr lang="en-US" altLang="zh-CN" b="1" dirty="0"/>
              <a:t>()</a:t>
            </a:r>
            <a:r>
              <a:rPr lang="zh-CN" altLang="zh-CN" b="1" dirty="0"/>
              <a:t>函数</a:t>
            </a:r>
            <a:r>
              <a:rPr lang="en-US" altLang="zh-CN" b="1" dirty="0"/>
              <a:t>                                 </a:t>
            </a:r>
            <a:endParaRPr lang="zh-CN" altLang="zh-CN" b="1" dirty="0"/>
          </a:p>
          <a:p>
            <a:r>
              <a:rPr lang="en-US" altLang="zh-CN" b="1" dirty="0"/>
              <a:t>#define OS_CFG_Q_PEND_ABORT_EN  1u  </a:t>
            </a:r>
            <a:endParaRPr lang="en-US" altLang="zh-CN" b="1" dirty="0" smtClean="0"/>
          </a:p>
          <a:p>
            <a:r>
              <a:rPr lang="en-US" altLang="zh-CN" b="1" dirty="0"/>
              <a:t> </a:t>
            </a:r>
            <a:r>
              <a:rPr lang="en-US" altLang="zh-CN" b="1" dirty="0" smtClean="0"/>
              <a:t>  //</a:t>
            </a:r>
            <a:r>
              <a:rPr lang="zh-CN" altLang="zh-CN" b="1" dirty="0"/>
              <a:t>使能或禁用</a:t>
            </a:r>
            <a:r>
              <a:rPr lang="en-US" altLang="zh-CN" b="1" dirty="0" err="1"/>
              <a:t>OSQPendAbort</a:t>
            </a:r>
            <a:r>
              <a:rPr lang="en-US" altLang="zh-CN" b="1" dirty="0"/>
              <a:t>()</a:t>
            </a:r>
            <a:r>
              <a:rPr lang="zh-CN" altLang="zh-CN" b="1" dirty="0"/>
              <a:t>函数</a:t>
            </a:r>
            <a:r>
              <a:rPr lang="en-US" altLang="zh-CN" b="1" dirty="0"/>
              <a:t> </a:t>
            </a:r>
            <a:endParaRPr lang="zh-CN" altLang="en-US" b="1" dirty="0"/>
          </a:p>
        </p:txBody>
      </p:sp>
      <p:graphicFrame>
        <p:nvGraphicFramePr>
          <p:cNvPr id="15" name="表格 14"/>
          <p:cNvGraphicFramePr>
            <a:graphicFrameLocks noGrp="1"/>
          </p:cNvGraphicFramePr>
          <p:nvPr>
            <p:extLst>
              <p:ext uri="{D42A27DB-BD31-4B8C-83A1-F6EECF244321}">
                <p14:modId xmlns:p14="http://schemas.microsoft.com/office/powerpoint/2010/main" val="4145967425"/>
              </p:ext>
            </p:extLst>
          </p:nvPr>
        </p:nvGraphicFramePr>
        <p:xfrm>
          <a:off x="4773823" y="1614587"/>
          <a:ext cx="4032447" cy="3108940"/>
        </p:xfrm>
        <a:graphic>
          <a:graphicData uri="http://schemas.openxmlformats.org/drawingml/2006/table">
            <a:tbl>
              <a:tblPr firstRow="1" firstCol="1" bandRow="1">
                <a:tableStyleId>{5C22544A-7EE6-4342-B048-85BDC9FD1C3A}</a:tableStyleId>
              </a:tblPr>
              <a:tblGrid>
                <a:gridCol w="1728193"/>
                <a:gridCol w="2304254"/>
              </a:tblGrid>
              <a:tr h="411475">
                <a:tc>
                  <a:txBody>
                    <a:bodyPr/>
                    <a:lstStyle/>
                    <a:p>
                      <a:pPr algn="ctr">
                        <a:spcAft>
                          <a:spcPts val="0"/>
                        </a:spcAft>
                      </a:pPr>
                      <a:r>
                        <a:rPr lang="zh-CN" sz="1600" b="1" kern="0" dirty="0">
                          <a:solidFill>
                            <a:schemeClr val="bg1"/>
                          </a:solidFill>
                          <a:effectLst/>
                          <a:latin typeface="Times New Roman"/>
                          <a:ea typeface="宋体"/>
                          <a:cs typeface="Times New Roman"/>
                        </a:rPr>
                        <a:t>函数名</a:t>
                      </a:r>
                      <a:endParaRPr lang="zh-CN" sz="3200" kern="100" dirty="0">
                        <a:solidFill>
                          <a:schemeClr val="bg1"/>
                        </a:solidFill>
                        <a:effectLst/>
                        <a:latin typeface="Calibri"/>
                        <a:ea typeface="宋体"/>
                        <a:cs typeface="Times New Roman"/>
                      </a:endParaRPr>
                    </a:p>
                  </a:txBody>
                  <a:tcPr marL="68580" marR="68580" marT="0" marB="0" anchor="ctr">
                    <a:solidFill>
                      <a:schemeClr val="accent5">
                        <a:lumMod val="50000"/>
                      </a:schemeClr>
                    </a:solidFill>
                  </a:tcPr>
                </a:tc>
                <a:tc>
                  <a:txBody>
                    <a:bodyPr/>
                    <a:lstStyle/>
                    <a:p>
                      <a:pPr algn="ctr">
                        <a:spcAft>
                          <a:spcPts val="0"/>
                        </a:spcAft>
                      </a:pPr>
                      <a:r>
                        <a:rPr lang="zh-CN" sz="1600" b="1" kern="0" dirty="0">
                          <a:solidFill>
                            <a:schemeClr val="bg1"/>
                          </a:solidFill>
                          <a:effectLst/>
                          <a:latin typeface="Times New Roman"/>
                          <a:ea typeface="宋体"/>
                          <a:cs typeface="Times New Roman"/>
                        </a:rPr>
                        <a:t>说明</a:t>
                      </a:r>
                      <a:endParaRPr lang="zh-CN" sz="3200" kern="100" dirty="0">
                        <a:solidFill>
                          <a:schemeClr val="bg1"/>
                        </a:solidFill>
                        <a:effectLst/>
                        <a:latin typeface="Calibri"/>
                        <a:ea typeface="宋体"/>
                        <a:cs typeface="Times New Roman"/>
                      </a:endParaRPr>
                    </a:p>
                  </a:txBody>
                  <a:tcPr marL="68580" marR="68580" marT="0" marB="0" anchor="ctr">
                    <a:solidFill>
                      <a:schemeClr val="accent5">
                        <a:lumMod val="50000"/>
                      </a:schemeClr>
                    </a:solidFill>
                  </a:tcPr>
                </a:tc>
              </a:tr>
              <a:tr h="411475">
                <a:tc>
                  <a:txBody>
                    <a:bodyPr/>
                    <a:lstStyle/>
                    <a:p>
                      <a:pPr indent="54610" algn="just">
                        <a:spcAft>
                          <a:spcPts val="0"/>
                        </a:spcAft>
                      </a:pPr>
                      <a:r>
                        <a:rPr lang="en-US" sz="1600" b="1" kern="0" dirty="0" err="1">
                          <a:solidFill>
                            <a:schemeClr val="tx1"/>
                          </a:solidFill>
                          <a:effectLst/>
                          <a:latin typeface="+mn-lt"/>
                          <a:ea typeface="宋体"/>
                          <a:cs typeface="Times New Roman"/>
                        </a:rPr>
                        <a:t>OSQCreate</a:t>
                      </a:r>
                      <a:r>
                        <a:rPr lang="en-US" sz="1600" b="1" kern="0" dirty="0">
                          <a:solidFill>
                            <a:schemeClr val="tx1"/>
                          </a:solidFill>
                          <a:effectLst/>
                          <a:latin typeface="+mn-lt"/>
                          <a:ea typeface="宋体"/>
                          <a:cs typeface="Times New Roman"/>
                        </a:rPr>
                        <a:t>()</a:t>
                      </a:r>
                      <a:endParaRPr lang="zh-CN" sz="3200" b="1" kern="100" dirty="0">
                        <a:solidFill>
                          <a:schemeClr val="tx1"/>
                        </a:solidFill>
                        <a:effectLst/>
                        <a:latin typeface="+mn-lt"/>
                        <a:ea typeface="宋体"/>
                        <a:cs typeface="Times New Roman"/>
                      </a:endParaRPr>
                    </a:p>
                  </a:txBody>
                  <a:tcPr marL="68580" marR="68580" marT="0" marB="0" anchor="ctr">
                    <a:solidFill>
                      <a:schemeClr val="accent5">
                        <a:lumMod val="20000"/>
                        <a:lumOff val="80000"/>
                      </a:schemeClr>
                    </a:solidFill>
                  </a:tcPr>
                </a:tc>
                <a:tc>
                  <a:txBody>
                    <a:bodyPr/>
                    <a:lstStyle/>
                    <a:p>
                      <a:pPr algn="just">
                        <a:spcAft>
                          <a:spcPts val="0"/>
                        </a:spcAft>
                      </a:pPr>
                      <a:r>
                        <a:rPr lang="zh-CN" sz="1600" b="1" kern="0">
                          <a:solidFill>
                            <a:schemeClr val="tx1"/>
                          </a:solidFill>
                          <a:effectLst/>
                          <a:latin typeface="+mn-lt"/>
                          <a:ea typeface="宋体"/>
                          <a:cs typeface="Times New Roman"/>
                        </a:rPr>
                        <a:t>建立一个消息队列</a:t>
                      </a:r>
                      <a:endParaRPr lang="zh-CN" sz="3200" b="1" kern="100">
                        <a:solidFill>
                          <a:schemeClr val="tx1"/>
                        </a:solidFill>
                        <a:effectLst/>
                        <a:latin typeface="+mn-lt"/>
                        <a:ea typeface="宋体"/>
                        <a:cs typeface="Times New Roman"/>
                      </a:endParaRPr>
                    </a:p>
                  </a:txBody>
                  <a:tcPr marL="68580" marR="68580" marT="0" marB="0" anchor="ctr">
                    <a:solidFill>
                      <a:schemeClr val="accent5">
                        <a:lumMod val="20000"/>
                        <a:lumOff val="80000"/>
                      </a:schemeClr>
                    </a:solidFill>
                  </a:tcPr>
                </a:tc>
              </a:tr>
              <a:tr h="411475">
                <a:tc>
                  <a:txBody>
                    <a:bodyPr/>
                    <a:lstStyle/>
                    <a:p>
                      <a:pPr indent="54610" algn="just">
                        <a:spcAft>
                          <a:spcPts val="0"/>
                        </a:spcAft>
                      </a:pPr>
                      <a:r>
                        <a:rPr lang="en-US" sz="1600" b="1" kern="0" dirty="0" err="1">
                          <a:solidFill>
                            <a:schemeClr val="tx1"/>
                          </a:solidFill>
                          <a:effectLst/>
                          <a:latin typeface="+mn-lt"/>
                          <a:ea typeface="宋体"/>
                          <a:cs typeface="Times New Roman"/>
                        </a:rPr>
                        <a:t>OSQPost</a:t>
                      </a:r>
                      <a:r>
                        <a:rPr lang="en-US" sz="1600" b="1" kern="0" dirty="0">
                          <a:solidFill>
                            <a:schemeClr val="tx1"/>
                          </a:solidFill>
                          <a:effectLst/>
                          <a:latin typeface="+mn-lt"/>
                          <a:ea typeface="宋体"/>
                          <a:cs typeface="Times New Roman"/>
                        </a:rPr>
                        <a:t>()</a:t>
                      </a:r>
                      <a:endParaRPr lang="zh-CN" sz="3200" b="1" kern="100" dirty="0">
                        <a:solidFill>
                          <a:schemeClr val="tx1"/>
                        </a:solidFill>
                        <a:effectLst/>
                        <a:latin typeface="+mn-lt"/>
                        <a:ea typeface="宋体"/>
                        <a:cs typeface="Times New Roman"/>
                      </a:endParaRPr>
                    </a:p>
                  </a:txBody>
                  <a:tcPr marL="68580" marR="68580" marT="0" marB="0" anchor="ctr">
                    <a:solidFill>
                      <a:schemeClr val="accent5">
                        <a:lumMod val="40000"/>
                        <a:lumOff val="60000"/>
                      </a:schemeClr>
                    </a:solidFill>
                  </a:tcPr>
                </a:tc>
                <a:tc>
                  <a:txBody>
                    <a:bodyPr/>
                    <a:lstStyle/>
                    <a:p>
                      <a:pPr algn="just">
                        <a:spcAft>
                          <a:spcPts val="0"/>
                        </a:spcAft>
                      </a:pPr>
                      <a:r>
                        <a:rPr lang="zh-CN" sz="1600" b="1" kern="0">
                          <a:solidFill>
                            <a:schemeClr val="tx1"/>
                          </a:solidFill>
                          <a:effectLst/>
                          <a:latin typeface="+mn-lt"/>
                          <a:ea typeface="宋体"/>
                          <a:cs typeface="Times New Roman"/>
                        </a:rPr>
                        <a:t>用于向消息队列发布一条消息</a:t>
                      </a:r>
                      <a:endParaRPr lang="zh-CN" sz="3200" b="1" kern="100">
                        <a:solidFill>
                          <a:schemeClr val="tx1"/>
                        </a:solidFill>
                        <a:effectLst/>
                        <a:latin typeface="+mn-lt"/>
                        <a:ea typeface="宋体"/>
                        <a:cs typeface="Times New Roman"/>
                      </a:endParaRPr>
                    </a:p>
                  </a:txBody>
                  <a:tcPr marL="68580" marR="68580" marT="0" marB="0" anchor="ctr">
                    <a:solidFill>
                      <a:schemeClr val="accent5">
                        <a:lumMod val="40000"/>
                        <a:lumOff val="60000"/>
                      </a:schemeClr>
                    </a:solidFill>
                  </a:tcPr>
                </a:tc>
              </a:tr>
              <a:tr h="411475">
                <a:tc>
                  <a:txBody>
                    <a:bodyPr/>
                    <a:lstStyle/>
                    <a:p>
                      <a:pPr indent="54610" algn="just">
                        <a:spcAft>
                          <a:spcPts val="0"/>
                        </a:spcAft>
                      </a:pPr>
                      <a:r>
                        <a:rPr lang="en-US" sz="1600" b="1" kern="0" dirty="0" err="1">
                          <a:solidFill>
                            <a:schemeClr val="tx1"/>
                          </a:solidFill>
                          <a:effectLst/>
                          <a:latin typeface="+mn-lt"/>
                          <a:ea typeface="宋体"/>
                          <a:cs typeface="Times New Roman"/>
                        </a:rPr>
                        <a:t>OSQPend</a:t>
                      </a:r>
                      <a:r>
                        <a:rPr lang="en-US" sz="1600" b="1" kern="0" dirty="0">
                          <a:solidFill>
                            <a:schemeClr val="tx1"/>
                          </a:solidFill>
                          <a:effectLst/>
                          <a:latin typeface="+mn-lt"/>
                          <a:ea typeface="宋体"/>
                          <a:cs typeface="Times New Roman"/>
                        </a:rPr>
                        <a:t>()</a:t>
                      </a:r>
                      <a:endParaRPr lang="zh-CN" sz="3200" b="1" kern="100" dirty="0">
                        <a:solidFill>
                          <a:schemeClr val="tx1"/>
                        </a:solidFill>
                        <a:effectLst/>
                        <a:latin typeface="+mn-lt"/>
                        <a:ea typeface="宋体"/>
                        <a:cs typeface="Times New Roman"/>
                      </a:endParaRPr>
                    </a:p>
                  </a:txBody>
                  <a:tcPr marL="68580" marR="68580" marT="0" marB="0" anchor="ctr">
                    <a:solidFill>
                      <a:schemeClr val="accent5">
                        <a:lumMod val="20000"/>
                        <a:lumOff val="80000"/>
                      </a:schemeClr>
                    </a:solidFill>
                  </a:tcPr>
                </a:tc>
                <a:tc>
                  <a:txBody>
                    <a:bodyPr/>
                    <a:lstStyle/>
                    <a:p>
                      <a:pPr algn="just">
                        <a:spcAft>
                          <a:spcPts val="0"/>
                        </a:spcAft>
                      </a:pPr>
                      <a:r>
                        <a:rPr lang="zh-CN" sz="1600" b="1" kern="0" dirty="0">
                          <a:solidFill>
                            <a:schemeClr val="tx1"/>
                          </a:solidFill>
                          <a:effectLst/>
                          <a:latin typeface="+mn-lt"/>
                          <a:ea typeface="宋体"/>
                          <a:cs typeface="Times New Roman"/>
                        </a:rPr>
                        <a:t>等待一个消息队列的消息，与</a:t>
                      </a:r>
                      <a:r>
                        <a:rPr lang="en-US" sz="1600" b="1" kern="0" dirty="0" err="1">
                          <a:solidFill>
                            <a:schemeClr val="tx1"/>
                          </a:solidFill>
                          <a:effectLst/>
                          <a:latin typeface="+mn-lt"/>
                          <a:ea typeface="宋体"/>
                          <a:cs typeface="Times New Roman"/>
                        </a:rPr>
                        <a:t>OSQPost</a:t>
                      </a:r>
                      <a:r>
                        <a:rPr lang="en-US" sz="1600" b="1" kern="0" dirty="0">
                          <a:solidFill>
                            <a:schemeClr val="tx1"/>
                          </a:solidFill>
                          <a:effectLst/>
                          <a:latin typeface="+mn-lt"/>
                          <a:ea typeface="宋体"/>
                          <a:cs typeface="Times New Roman"/>
                        </a:rPr>
                        <a:t>()</a:t>
                      </a:r>
                      <a:r>
                        <a:rPr lang="zh-CN" sz="1600" b="1" kern="0" dirty="0">
                          <a:solidFill>
                            <a:schemeClr val="tx1"/>
                          </a:solidFill>
                          <a:effectLst/>
                          <a:latin typeface="+mn-lt"/>
                          <a:ea typeface="宋体"/>
                          <a:cs typeface="Times New Roman"/>
                        </a:rPr>
                        <a:t>相对应</a:t>
                      </a:r>
                      <a:endParaRPr lang="zh-CN" sz="3200" b="1" kern="100" dirty="0">
                        <a:solidFill>
                          <a:schemeClr val="tx1"/>
                        </a:solidFill>
                        <a:effectLst/>
                        <a:latin typeface="+mn-lt"/>
                        <a:ea typeface="宋体"/>
                        <a:cs typeface="Times New Roman"/>
                      </a:endParaRPr>
                    </a:p>
                  </a:txBody>
                  <a:tcPr marL="68580" marR="68580" marT="0" marB="0" anchor="ctr">
                    <a:solidFill>
                      <a:schemeClr val="accent5">
                        <a:lumMod val="20000"/>
                        <a:lumOff val="80000"/>
                      </a:schemeClr>
                    </a:solidFill>
                  </a:tcPr>
                </a:tc>
              </a:tr>
              <a:tr h="411475">
                <a:tc>
                  <a:txBody>
                    <a:bodyPr/>
                    <a:lstStyle/>
                    <a:p>
                      <a:pPr indent="54610" algn="just">
                        <a:spcAft>
                          <a:spcPts val="0"/>
                        </a:spcAft>
                      </a:pPr>
                      <a:r>
                        <a:rPr lang="en-US" sz="1600" b="1" kern="0">
                          <a:solidFill>
                            <a:schemeClr val="tx1"/>
                          </a:solidFill>
                          <a:effectLst/>
                          <a:latin typeface="+mn-lt"/>
                          <a:ea typeface="宋体"/>
                          <a:cs typeface="Times New Roman"/>
                        </a:rPr>
                        <a:t>OSQPendAbort()</a:t>
                      </a:r>
                      <a:endParaRPr lang="zh-CN" sz="3200" b="1" kern="100">
                        <a:solidFill>
                          <a:schemeClr val="tx1"/>
                        </a:solidFill>
                        <a:effectLst/>
                        <a:latin typeface="+mn-lt"/>
                        <a:ea typeface="宋体"/>
                        <a:cs typeface="Times New Roman"/>
                      </a:endParaRPr>
                    </a:p>
                  </a:txBody>
                  <a:tcPr marL="68580" marR="68580" marT="0" marB="0" anchor="ctr">
                    <a:solidFill>
                      <a:schemeClr val="accent5">
                        <a:lumMod val="40000"/>
                        <a:lumOff val="60000"/>
                      </a:schemeClr>
                    </a:solidFill>
                  </a:tcPr>
                </a:tc>
                <a:tc>
                  <a:txBody>
                    <a:bodyPr/>
                    <a:lstStyle/>
                    <a:p>
                      <a:pPr algn="just">
                        <a:spcAft>
                          <a:spcPts val="0"/>
                        </a:spcAft>
                      </a:pPr>
                      <a:r>
                        <a:rPr lang="zh-CN" sz="1600" b="1" kern="0" dirty="0">
                          <a:solidFill>
                            <a:schemeClr val="tx1"/>
                          </a:solidFill>
                          <a:effectLst/>
                          <a:latin typeface="+mn-lt"/>
                          <a:ea typeface="宋体"/>
                          <a:cs typeface="Times New Roman"/>
                        </a:rPr>
                        <a:t>取消或中止对一个消息队列的等待</a:t>
                      </a:r>
                      <a:endParaRPr lang="zh-CN" sz="3200" b="1" kern="100" dirty="0">
                        <a:solidFill>
                          <a:schemeClr val="tx1"/>
                        </a:solidFill>
                        <a:effectLst/>
                        <a:latin typeface="+mn-lt"/>
                        <a:ea typeface="宋体"/>
                        <a:cs typeface="Times New Roman"/>
                      </a:endParaRPr>
                    </a:p>
                  </a:txBody>
                  <a:tcPr marL="68580" marR="68580" marT="0" marB="0" anchor="ctr">
                    <a:solidFill>
                      <a:schemeClr val="accent5">
                        <a:lumMod val="40000"/>
                        <a:lumOff val="60000"/>
                      </a:schemeClr>
                    </a:solidFill>
                  </a:tcPr>
                </a:tc>
              </a:tr>
              <a:tr h="411475">
                <a:tc>
                  <a:txBody>
                    <a:bodyPr/>
                    <a:lstStyle/>
                    <a:p>
                      <a:pPr indent="54610" algn="just">
                        <a:spcAft>
                          <a:spcPts val="0"/>
                        </a:spcAft>
                      </a:pPr>
                      <a:r>
                        <a:rPr lang="en-US" sz="1600" b="1" kern="0">
                          <a:solidFill>
                            <a:schemeClr val="tx1"/>
                          </a:solidFill>
                          <a:effectLst/>
                          <a:latin typeface="+mn-lt"/>
                          <a:ea typeface="宋体"/>
                          <a:cs typeface="Times New Roman"/>
                        </a:rPr>
                        <a:t>OSQDel()</a:t>
                      </a:r>
                      <a:endParaRPr lang="zh-CN" sz="3200" b="1" kern="100">
                        <a:solidFill>
                          <a:schemeClr val="tx1"/>
                        </a:solidFill>
                        <a:effectLst/>
                        <a:latin typeface="+mn-lt"/>
                        <a:ea typeface="宋体"/>
                        <a:cs typeface="Times New Roman"/>
                      </a:endParaRPr>
                    </a:p>
                  </a:txBody>
                  <a:tcPr marL="68580" marR="68580" marT="0" marB="0" anchor="ctr">
                    <a:solidFill>
                      <a:schemeClr val="accent5">
                        <a:lumMod val="20000"/>
                        <a:lumOff val="80000"/>
                      </a:schemeClr>
                    </a:solidFill>
                  </a:tcPr>
                </a:tc>
                <a:tc>
                  <a:txBody>
                    <a:bodyPr/>
                    <a:lstStyle/>
                    <a:p>
                      <a:pPr algn="just">
                        <a:spcAft>
                          <a:spcPts val="0"/>
                        </a:spcAft>
                      </a:pPr>
                      <a:r>
                        <a:rPr lang="zh-CN" sz="1600" b="1" kern="0">
                          <a:solidFill>
                            <a:schemeClr val="tx1"/>
                          </a:solidFill>
                          <a:effectLst/>
                          <a:latin typeface="+mn-lt"/>
                          <a:ea typeface="宋体"/>
                          <a:cs typeface="Times New Roman"/>
                        </a:rPr>
                        <a:t>删除一个消息队列</a:t>
                      </a:r>
                      <a:endParaRPr lang="zh-CN" sz="3200" b="1" kern="100">
                        <a:solidFill>
                          <a:schemeClr val="tx1"/>
                        </a:solidFill>
                        <a:effectLst/>
                        <a:latin typeface="+mn-lt"/>
                        <a:ea typeface="宋体"/>
                        <a:cs typeface="Times New Roman"/>
                      </a:endParaRPr>
                    </a:p>
                  </a:txBody>
                  <a:tcPr marL="68580" marR="68580" marT="0" marB="0" anchor="ctr">
                    <a:solidFill>
                      <a:schemeClr val="accent5">
                        <a:lumMod val="20000"/>
                        <a:lumOff val="80000"/>
                      </a:schemeClr>
                    </a:solidFill>
                  </a:tcPr>
                </a:tc>
              </a:tr>
              <a:tr h="411475">
                <a:tc>
                  <a:txBody>
                    <a:bodyPr/>
                    <a:lstStyle/>
                    <a:p>
                      <a:pPr indent="54610" algn="just">
                        <a:spcAft>
                          <a:spcPts val="0"/>
                        </a:spcAft>
                      </a:pPr>
                      <a:r>
                        <a:rPr lang="en-US" sz="1600" b="1" kern="0">
                          <a:solidFill>
                            <a:schemeClr val="tx1"/>
                          </a:solidFill>
                          <a:effectLst/>
                          <a:latin typeface="+mn-lt"/>
                          <a:ea typeface="宋体"/>
                          <a:cs typeface="Times New Roman"/>
                        </a:rPr>
                        <a:t>OSQFlush()</a:t>
                      </a:r>
                      <a:endParaRPr lang="zh-CN" sz="3200" b="1" kern="100">
                        <a:solidFill>
                          <a:schemeClr val="tx1"/>
                        </a:solidFill>
                        <a:effectLst/>
                        <a:latin typeface="+mn-lt"/>
                        <a:ea typeface="宋体"/>
                        <a:cs typeface="Times New Roman"/>
                      </a:endParaRPr>
                    </a:p>
                  </a:txBody>
                  <a:tcPr marL="68580" marR="68580" marT="0" marB="0" anchor="ctr">
                    <a:solidFill>
                      <a:schemeClr val="accent5">
                        <a:lumMod val="40000"/>
                        <a:lumOff val="60000"/>
                      </a:schemeClr>
                    </a:solidFill>
                  </a:tcPr>
                </a:tc>
                <a:tc>
                  <a:txBody>
                    <a:bodyPr/>
                    <a:lstStyle/>
                    <a:p>
                      <a:pPr algn="just">
                        <a:spcAft>
                          <a:spcPts val="0"/>
                        </a:spcAft>
                      </a:pPr>
                      <a:r>
                        <a:rPr lang="zh-CN" sz="1600" b="1" kern="0" dirty="0">
                          <a:solidFill>
                            <a:schemeClr val="tx1"/>
                          </a:solidFill>
                          <a:effectLst/>
                          <a:latin typeface="+mn-lt"/>
                          <a:ea typeface="宋体"/>
                          <a:cs typeface="Times New Roman"/>
                        </a:rPr>
                        <a:t>用于清空一个消息队列</a:t>
                      </a:r>
                      <a:endParaRPr lang="zh-CN" sz="3200" b="1" kern="100" dirty="0">
                        <a:solidFill>
                          <a:schemeClr val="tx1"/>
                        </a:solidFill>
                        <a:effectLst/>
                        <a:latin typeface="+mn-lt"/>
                        <a:ea typeface="宋体"/>
                        <a:cs typeface="Times New Roman"/>
                      </a:endParaRPr>
                    </a:p>
                  </a:txBody>
                  <a:tcPr marL="68580" marR="68580" marT="0" marB="0" anchor="ctr">
                    <a:solidFill>
                      <a:schemeClr val="accent5">
                        <a:lumMod val="40000"/>
                        <a:lumOff val="60000"/>
                      </a:schemeClr>
                    </a:solidFill>
                  </a:tcPr>
                </a:tc>
              </a:tr>
            </a:tbl>
          </a:graphicData>
        </a:graphic>
      </p:graphicFrame>
      <p:sp>
        <p:nvSpPr>
          <p:cNvPr id="7" name="矩形 6"/>
          <p:cNvSpPr/>
          <p:nvPr/>
        </p:nvSpPr>
        <p:spPr>
          <a:xfrm>
            <a:off x="5148064" y="1059582"/>
            <a:ext cx="3230372" cy="369332"/>
          </a:xfrm>
          <a:prstGeom prst="rect">
            <a:avLst/>
          </a:prstGeom>
        </p:spPr>
        <p:txBody>
          <a:bodyPr wrap="none">
            <a:spAutoFit/>
          </a:bodyPr>
          <a:lstStyle/>
          <a:p>
            <a:r>
              <a:rPr lang="en-US" altLang="zh-CN" b="1" dirty="0" err="1"/>
              <a:t>uC</a:t>
            </a:r>
            <a:r>
              <a:rPr lang="en-US" altLang="zh-CN" b="1" dirty="0"/>
              <a:t>/OS-III</a:t>
            </a:r>
            <a:r>
              <a:rPr lang="zh-CN" altLang="zh-CN" b="1" dirty="0"/>
              <a:t>中消息队列的</a:t>
            </a:r>
            <a:r>
              <a:rPr lang="en-US" altLang="zh-CN" b="1" dirty="0"/>
              <a:t>API</a:t>
            </a:r>
            <a:r>
              <a:rPr lang="zh-CN" altLang="zh-CN" b="1" dirty="0"/>
              <a:t>函数</a:t>
            </a:r>
            <a:endParaRPr lang="zh-CN" altLang="en-US" b="1" dirty="0"/>
          </a:p>
        </p:txBody>
      </p:sp>
    </p:spTree>
    <p:extLst>
      <p:ext uri="{BB962C8B-B14F-4D97-AF65-F5344CB8AC3E}">
        <p14:creationId xmlns:p14="http://schemas.microsoft.com/office/powerpoint/2010/main" val="297348919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339503"/>
            <a:ext cx="399593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3902030"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12.4 </a:t>
            </a:r>
            <a:r>
              <a:rPr lang="en-US" altLang="zh-CN" sz="2400" b="1" dirty="0" err="1">
                <a:solidFill>
                  <a:schemeClr val="bg1"/>
                </a:solidFill>
                <a:latin typeface="微软雅黑" pitchFamily="34" charset="-122"/>
                <a:ea typeface="微软雅黑" pitchFamily="34" charset="-122"/>
              </a:rPr>
              <a:t>uC</a:t>
            </a:r>
            <a:r>
              <a:rPr lang="en-US" altLang="zh-CN" sz="2400" b="1" dirty="0">
                <a:solidFill>
                  <a:schemeClr val="bg1"/>
                </a:solidFill>
                <a:latin typeface="微软雅黑" pitchFamily="34" charset="-122"/>
                <a:ea typeface="微软雅黑" pitchFamily="34" charset="-122"/>
              </a:rPr>
              <a:t>/OS-III</a:t>
            </a:r>
            <a:r>
              <a:rPr lang="zh-CN" altLang="en-US" sz="2400" b="1" dirty="0">
                <a:solidFill>
                  <a:schemeClr val="bg1"/>
                </a:solidFill>
                <a:latin typeface="微软雅黑" pitchFamily="34" charset="-122"/>
                <a:ea typeface="微软雅黑" pitchFamily="34" charset="-122"/>
              </a:rPr>
              <a:t>移植与应用</a:t>
            </a:r>
            <a:endParaRPr lang="zh-CN" altLang="zh-CN" sz="2400" b="1" dirty="0">
              <a:solidFill>
                <a:schemeClr val="bg1"/>
              </a:solidFill>
              <a:latin typeface="微软雅黑" pitchFamily="34" charset="-122"/>
              <a:ea typeface="微软雅黑" pitchFamily="34" charset="-122"/>
            </a:endParaRPr>
          </a:p>
        </p:txBody>
      </p:sp>
      <p:sp>
        <p:nvSpPr>
          <p:cNvPr id="10" name="圆角矩形 9"/>
          <p:cNvSpPr/>
          <p:nvPr/>
        </p:nvSpPr>
        <p:spPr>
          <a:xfrm>
            <a:off x="4921112" y="1635646"/>
            <a:ext cx="3065866"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2800" kern="0">
              <a:solidFill>
                <a:sysClr val="window" lastClr="FFFFFF"/>
              </a:solidFill>
              <a:latin typeface="Franklin Gothic Book"/>
              <a:ea typeface="微软雅黑"/>
            </a:endParaRPr>
          </a:p>
        </p:txBody>
      </p:sp>
      <p:sp>
        <p:nvSpPr>
          <p:cNvPr id="11" name="TextBox 19"/>
          <p:cNvSpPr txBox="1"/>
          <p:nvPr/>
        </p:nvSpPr>
        <p:spPr>
          <a:xfrm>
            <a:off x="4962643" y="1682657"/>
            <a:ext cx="25202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altLang="zh-CN" b="1" spc="100" dirty="0" err="1" smtClean="0">
                <a:solidFill>
                  <a:sysClr val="window" lastClr="FFFFFF"/>
                </a:solidFill>
                <a:ea typeface="微软雅黑"/>
              </a:rPr>
              <a:t>uC</a:t>
            </a:r>
            <a:r>
              <a:rPr lang="en-GB" altLang="zh-CN" b="1" spc="100" dirty="0" smtClean="0">
                <a:solidFill>
                  <a:sysClr val="window" lastClr="FFFFFF"/>
                </a:solidFill>
                <a:ea typeface="微软雅黑"/>
              </a:rPr>
              <a:t>/OS-III</a:t>
            </a:r>
            <a:r>
              <a:rPr lang="zh-CN" altLang="en-US" b="1" spc="100" dirty="0">
                <a:solidFill>
                  <a:sysClr val="window" lastClr="FFFFFF"/>
                </a:solidFill>
                <a:ea typeface="微软雅黑"/>
              </a:rPr>
              <a:t>源码下载</a:t>
            </a:r>
            <a:endParaRPr kumimoji="0" lang="zh-CN" altLang="en-US" b="1" i="0" u="none" strike="noStrike" kern="1200" cap="none" spc="100" normalizeH="0" baseline="0" noProof="0" dirty="0">
              <a:ln>
                <a:noFill/>
              </a:ln>
              <a:solidFill>
                <a:sysClr val="window" lastClr="FFFFFF"/>
              </a:solidFill>
              <a:effectLst/>
              <a:uLnTx/>
              <a:uFillTx/>
              <a:ea typeface="微软雅黑"/>
            </a:endParaRPr>
          </a:p>
        </p:txBody>
      </p:sp>
      <p:sp>
        <p:nvSpPr>
          <p:cNvPr id="13" name="圆角矩形 12"/>
          <p:cNvSpPr/>
          <p:nvPr/>
        </p:nvSpPr>
        <p:spPr>
          <a:xfrm>
            <a:off x="3965258" y="1637882"/>
            <a:ext cx="996871"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smtClean="0">
                <a:ln>
                  <a:noFill/>
                </a:ln>
                <a:solidFill>
                  <a:sysClr val="window" lastClr="FFFFFF"/>
                </a:solidFill>
                <a:effectLst/>
                <a:uLnTx/>
                <a:uFillTx/>
                <a:ea typeface="微软雅黑"/>
                <a:cs typeface="+mn-cs"/>
              </a:rPr>
              <a:t>12.4.1</a:t>
            </a:r>
            <a:endParaRPr kumimoji="0" lang="zh-CN" altLang="en-US" sz="2000" b="1" i="0" u="none" strike="noStrike" kern="0" cap="none" spc="0" normalizeH="0" baseline="0" noProof="0" dirty="0">
              <a:ln>
                <a:noFill/>
              </a:ln>
              <a:solidFill>
                <a:sysClr val="window" lastClr="FFFFFF"/>
              </a:solidFill>
              <a:effectLst/>
              <a:uLnTx/>
              <a:uFillTx/>
              <a:ea typeface="微软雅黑"/>
              <a:cs typeface="+mn-cs"/>
            </a:endParaRPr>
          </a:p>
        </p:txBody>
      </p:sp>
      <p:sp>
        <p:nvSpPr>
          <p:cNvPr id="33" name="圆角矩形 32"/>
          <p:cNvSpPr/>
          <p:nvPr/>
        </p:nvSpPr>
        <p:spPr>
          <a:xfrm>
            <a:off x="4921112" y="2480003"/>
            <a:ext cx="3172905"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2800" kern="0">
              <a:solidFill>
                <a:sysClr val="window" lastClr="FFFFFF"/>
              </a:solidFill>
              <a:latin typeface="Franklin Gothic Book"/>
              <a:ea typeface="微软雅黑"/>
            </a:endParaRPr>
          </a:p>
        </p:txBody>
      </p:sp>
      <p:sp>
        <p:nvSpPr>
          <p:cNvPr id="34" name="TextBox 19"/>
          <p:cNvSpPr txBox="1"/>
          <p:nvPr/>
        </p:nvSpPr>
        <p:spPr>
          <a:xfrm>
            <a:off x="4962642" y="2527014"/>
            <a:ext cx="202859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altLang="zh-CN" b="1" spc="100" dirty="0" err="1" smtClean="0">
                <a:solidFill>
                  <a:sysClr val="window" lastClr="FFFFFF"/>
                </a:solidFill>
                <a:ea typeface="微软雅黑"/>
              </a:rPr>
              <a:t>uC</a:t>
            </a:r>
            <a:r>
              <a:rPr lang="en-GB" altLang="zh-CN" b="1" spc="100" dirty="0" smtClean="0">
                <a:solidFill>
                  <a:sysClr val="window" lastClr="FFFFFF"/>
                </a:solidFill>
                <a:ea typeface="微软雅黑"/>
              </a:rPr>
              <a:t>/OS-III</a:t>
            </a:r>
            <a:r>
              <a:rPr lang="zh-CN" altLang="en-US" b="1" spc="100" dirty="0">
                <a:solidFill>
                  <a:sysClr val="window" lastClr="FFFFFF"/>
                </a:solidFill>
                <a:ea typeface="微软雅黑"/>
              </a:rPr>
              <a:t>移植</a:t>
            </a:r>
            <a:endParaRPr kumimoji="0" lang="zh-CN" altLang="en-US" b="1" i="0" u="none" strike="noStrike" kern="1200" cap="none" spc="100" normalizeH="0" baseline="0" noProof="0" dirty="0">
              <a:ln>
                <a:noFill/>
              </a:ln>
              <a:solidFill>
                <a:sysClr val="window" lastClr="FFFFFF"/>
              </a:solidFill>
              <a:effectLst/>
              <a:uLnTx/>
              <a:uFillTx/>
              <a:ea typeface="微软雅黑"/>
            </a:endParaRPr>
          </a:p>
        </p:txBody>
      </p:sp>
      <p:sp>
        <p:nvSpPr>
          <p:cNvPr id="35" name="圆角矩形 34"/>
          <p:cNvSpPr/>
          <p:nvPr/>
        </p:nvSpPr>
        <p:spPr>
          <a:xfrm>
            <a:off x="3965258" y="2482239"/>
            <a:ext cx="996871"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2000" b="1" kern="0" dirty="0" smtClean="0">
                <a:solidFill>
                  <a:sysClr val="window" lastClr="FFFFFF"/>
                </a:solidFill>
                <a:ea typeface="微软雅黑"/>
              </a:rPr>
              <a:t>12.4.2</a:t>
            </a:r>
            <a:endParaRPr kumimoji="0" lang="zh-CN" altLang="en-US" sz="2000" b="1" i="0" u="none" strike="noStrike" kern="0" cap="none" spc="0" normalizeH="0" baseline="0" noProof="0" dirty="0">
              <a:ln>
                <a:noFill/>
              </a:ln>
              <a:solidFill>
                <a:sysClr val="window" lastClr="FFFFFF"/>
              </a:solidFill>
              <a:effectLst/>
              <a:uLnTx/>
              <a:uFillTx/>
              <a:ea typeface="微软雅黑"/>
            </a:endParaRPr>
          </a:p>
        </p:txBody>
      </p:sp>
      <p:sp>
        <p:nvSpPr>
          <p:cNvPr id="37" name="圆角矩形 36"/>
          <p:cNvSpPr/>
          <p:nvPr/>
        </p:nvSpPr>
        <p:spPr>
          <a:xfrm>
            <a:off x="4921112" y="3403908"/>
            <a:ext cx="3323296"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2800" kern="0">
              <a:solidFill>
                <a:sysClr val="window" lastClr="FFFFFF"/>
              </a:solidFill>
              <a:latin typeface="Franklin Gothic Book"/>
              <a:ea typeface="微软雅黑"/>
            </a:endParaRPr>
          </a:p>
        </p:txBody>
      </p:sp>
      <p:sp>
        <p:nvSpPr>
          <p:cNvPr id="38" name="TextBox 19"/>
          <p:cNvSpPr txBox="1"/>
          <p:nvPr/>
        </p:nvSpPr>
        <p:spPr>
          <a:xfrm>
            <a:off x="4921112" y="3450919"/>
            <a:ext cx="2981641"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altLang="zh-CN" b="1" spc="100" dirty="0">
                <a:solidFill>
                  <a:sysClr val="window" lastClr="FFFFFF"/>
                </a:solidFill>
                <a:ea typeface="微软雅黑"/>
              </a:rPr>
              <a:t> </a:t>
            </a:r>
            <a:r>
              <a:rPr lang="en-GB" altLang="zh-CN" b="1" spc="100" dirty="0" err="1">
                <a:solidFill>
                  <a:sysClr val="window" lastClr="FFFFFF"/>
                </a:solidFill>
                <a:ea typeface="微软雅黑"/>
              </a:rPr>
              <a:t>uC</a:t>
            </a:r>
            <a:r>
              <a:rPr lang="en-GB" altLang="zh-CN" b="1" spc="100" dirty="0">
                <a:solidFill>
                  <a:sysClr val="window" lastClr="FFFFFF"/>
                </a:solidFill>
                <a:ea typeface="微软雅黑"/>
              </a:rPr>
              <a:t>/OS-III</a:t>
            </a:r>
            <a:r>
              <a:rPr lang="zh-CN" altLang="en-US" b="1" spc="100" dirty="0">
                <a:solidFill>
                  <a:sysClr val="window" lastClr="FFFFFF"/>
                </a:solidFill>
                <a:ea typeface="微软雅黑"/>
              </a:rPr>
              <a:t>多任务应用实例</a:t>
            </a:r>
            <a:endParaRPr kumimoji="0" lang="zh-CN" altLang="en-US" b="1" i="0" u="none" strike="noStrike" kern="1200" cap="none" spc="100" normalizeH="0" baseline="0" noProof="0" dirty="0">
              <a:ln>
                <a:noFill/>
              </a:ln>
              <a:solidFill>
                <a:sysClr val="window" lastClr="FFFFFF"/>
              </a:solidFill>
              <a:effectLst/>
              <a:uLnTx/>
              <a:uFillTx/>
              <a:ea typeface="微软雅黑"/>
            </a:endParaRPr>
          </a:p>
        </p:txBody>
      </p:sp>
      <p:sp>
        <p:nvSpPr>
          <p:cNvPr id="39" name="圆角矩形 38"/>
          <p:cNvSpPr/>
          <p:nvPr/>
        </p:nvSpPr>
        <p:spPr>
          <a:xfrm>
            <a:off x="3965258" y="3406144"/>
            <a:ext cx="996871"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smtClean="0">
                <a:ln>
                  <a:noFill/>
                </a:ln>
                <a:solidFill>
                  <a:sysClr val="window" lastClr="FFFFFF"/>
                </a:solidFill>
                <a:effectLst/>
                <a:uLnTx/>
                <a:uFillTx/>
                <a:ea typeface="微软雅黑"/>
                <a:cs typeface="+mn-cs"/>
              </a:rPr>
              <a:t>12.4.3</a:t>
            </a:r>
            <a:endParaRPr kumimoji="0" lang="zh-CN" altLang="en-US" sz="2000" b="1" i="0" u="none" strike="noStrike" kern="0" cap="none" spc="0" normalizeH="0" baseline="0" noProof="0" dirty="0">
              <a:ln>
                <a:noFill/>
              </a:ln>
              <a:solidFill>
                <a:sysClr val="window" lastClr="FFFFFF"/>
              </a:solidFill>
              <a:effectLst/>
              <a:uLnTx/>
              <a:uFillTx/>
              <a:ea typeface="微软雅黑"/>
              <a:cs typeface="+mn-cs"/>
            </a:endParaRPr>
          </a:p>
        </p:txBody>
      </p:sp>
      <p:sp>
        <p:nvSpPr>
          <p:cNvPr id="2" name="矩形 1"/>
          <p:cNvSpPr/>
          <p:nvPr/>
        </p:nvSpPr>
        <p:spPr>
          <a:xfrm>
            <a:off x="575165" y="1181015"/>
            <a:ext cx="2988723" cy="3554819"/>
          </a:xfrm>
          <a:prstGeom prst="rect">
            <a:avLst/>
          </a:prstGeom>
        </p:spPr>
        <p:txBody>
          <a:bodyPr wrap="square">
            <a:spAutoFit/>
          </a:bodyPr>
          <a:lstStyle/>
          <a:p>
            <a:pPr marL="285750" indent="-285750">
              <a:lnSpc>
                <a:spcPct val="125000"/>
              </a:lnSpc>
              <a:buFont typeface="Wingdings" pitchFamily="2" charset="2"/>
              <a:buChar char="u"/>
            </a:pPr>
            <a:r>
              <a:rPr lang="zh-CN" altLang="en-US" b="1" dirty="0"/>
              <a:t>所谓</a:t>
            </a:r>
            <a:r>
              <a:rPr lang="zh-CN" altLang="en-US" b="1" dirty="0">
                <a:solidFill>
                  <a:srgbClr val="C00000"/>
                </a:solidFill>
              </a:rPr>
              <a:t>移植</a:t>
            </a:r>
            <a:r>
              <a:rPr lang="zh-CN" altLang="en-US" b="1" dirty="0"/>
              <a:t>就是对一个实时的内核进行修改，使其能在其他的微处理器或者微控制器上运行。</a:t>
            </a:r>
          </a:p>
          <a:p>
            <a:pPr marL="285750" indent="-285750">
              <a:lnSpc>
                <a:spcPct val="125000"/>
              </a:lnSpc>
              <a:buFont typeface="Wingdings" pitchFamily="2" charset="2"/>
              <a:buChar char="u"/>
            </a:pPr>
            <a:r>
              <a:rPr lang="zh-CN" altLang="en-US" b="1" dirty="0"/>
              <a:t>用高级语言编写的</a:t>
            </a:r>
            <a:r>
              <a:rPr lang="zh-CN" altLang="en-US" b="1" dirty="0" smtClean="0"/>
              <a:t>源程序经过</a:t>
            </a:r>
            <a:r>
              <a:rPr lang="zh-CN" altLang="en-US" b="1" dirty="0"/>
              <a:t>不同的编译器编译后，会产生不同的机器代码，运行于各类不同指令集的</a:t>
            </a:r>
            <a:r>
              <a:rPr lang="en-US" altLang="zh-CN" b="1" dirty="0"/>
              <a:t>CPU</a:t>
            </a:r>
            <a:r>
              <a:rPr lang="zh-CN" altLang="en-US" b="1" dirty="0"/>
              <a:t>上，这就是</a:t>
            </a:r>
            <a:r>
              <a:rPr lang="zh-CN" altLang="en-US" b="1" dirty="0">
                <a:solidFill>
                  <a:srgbClr val="C00000"/>
                </a:solidFill>
              </a:rPr>
              <a:t>跨平台</a:t>
            </a:r>
            <a:r>
              <a:rPr lang="zh-CN" altLang="en-US" b="1" dirty="0"/>
              <a:t>的概念。</a:t>
            </a:r>
          </a:p>
        </p:txBody>
      </p:sp>
    </p:spTree>
    <p:extLst>
      <p:ext uri="{BB962C8B-B14F-4D97-AF65-F5344CB8AC3E}">
        <p14:creationId xmlns:p14="http://schemas.microsoft.com/office/powerpoint/2010/main" val="161823581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363589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432350" cy="461665"/>
          </a:xfrm>
          <a:prstGeom prst="rect">
            <a:avLst/>
          </a:prstGeom>
        </p:spPr>
        <p:txBody>
          <a:bodyPr wrap="none">
            <a:spAutoFit/>
          </a:bodyPr>
          <a:lstStyle/>
          <a:p>
            <a:r>
              <a:rPr lang="en-US" altLang="zh-CN" sz="2400" b="1" dirty="0">
                <a:solidFill>
                  <a:schemeClr val="bg1"/>
                </a:solidFill>
              </a:rPr>
              <a:t>12.4.1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源码下载</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827584" y="1707654"/>
            <a:ext cx="2910456" cy="21698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登录</a:t>
            </a:r>
            <a:r>
              <a:rPr lang="en-US" altLang="zh-CN" b="1" dirty="0" err="1"/>
              <a:t>Micrium</a:t>
            </a:r>
            <a:r>
              <a:rPr lang="zh-CN" altLang="en-US" b="1" dirty="0"/>
              <a:t>公司官网，在“</a:t>
            </a:r>
            <a:r>
              <a:rPr lang="en-US" altLang="zh-CN" b="1" dirty="0"/>
              <a:t>Downloads”</a:t>
            </a:r>
            <a:r>
              <a:rPr lang="zh-CN" altLang="en-US" b="1" dirty="0"/>
              <a:t>中单击“</a:t>
            </a:r>
            <a:r>
              <a:rPr lang="en-US" altLang="zh-CN" b="1" dirty="0"/>
              <a:t>STMicroelectronics”</a:t>
            </a:r>
            <a:r>
              <a:rPr lang="zh-CN" altLang="en-US" b="1" dirty="0" smtClean="0"/>
              <a:t>，列出</a:t>
            </a:r>
            <a:r>
              <a:rPr lang="zh-CN" altLang="en-US" b="1" dirty="0"/>
              <a:t>了针对不同处理器平台的移植例程工程，如</a:t>
            </a:r>
            <a:r>
              <a:rPr lang="en-US" altLang="zh-CN" b="1" dirty="0"/>
              <a:t>ST</a:t>
            </a:r>
            <a:r>
              <a:rPr lang="zh-CN" altLang="en-US" b="1" dirty="0"/>
              <a:t>公司的</a:t>
            </a:r>
            <a:r>
              <a:rPr lang="en-US" altLang="zh-CN" b="1" dirty="0"/>
              <a:t>STM32</a:t>
            </a:r>
            <a:r>
              <a:rPr lang="zh-CN" altLang="en-US" b="1" dirty="0"/>
              <a:t>系列微控制器。</a:t>
            </a:r>
          </a:p>
        </p:txBody>
      </p:sp>
      <p:pic>
        <p:nvPicPr>
          <p:cNvPr id="9" name="图片 8" descr="C:\Users\Administrator\Desktop\Snipaste_2019-03-25_08-22-05.jpg"/>
          <p:cNvPicPr/>
          <p:nvPr/>
        </p:nvPicPr>
        <p:blipFill>
          <a:blip r:embed="rId2">
            <a:extLst>
              <a:ext uri="{28A0092B-C50C-407E-A947-70E740481C1C}">
                <a14:useLocalDpi xmlns:a14="http://schemas.microsoft.com/office/drawing/2010/main" val="0"/>
              </a:ext>
            </a:extLst>
          </a:blip>
          <a:srcRect/>
          <a:stretch>
            <a:fillRect/>
          </a:stretch>
        </p:blipFill>
        <p:spPr bwMode="auto">
          <a:xfrm>
            <a:off x="4347860" y="123478"/>
            <a:ext cx="4107696" cy="4784864"/>
          </a:xfrm>
          <a:prstGeom prst="rect">
            <a:avLst/>
          </a:prstGeom>
          <a:noFill/>
          <a:ln>
            <a:noFill/>
          </a:ln>
        </p:spPr>
      </p:pic>
    </p:spTree>
    <p:extLst>
      <p:ext uri="{BB962C8B-B14F-4D97-AF65-F5344CB8AC3E}">
        <p14:creationId xmlns:p14="http://schemas.microsoft.com/office/powerpoint/2010/main" val="68941309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363589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432350" cy="461665"/>
          </a:xfrm>
          <a:prstGeom prst="rect">
            <a:avLst/>
          </a:prstGeom>
        </p:spPr>
        <p:txBody>
          <a:bodyPr wrap="none">
            <a:spAutoFit/>
          </a:bodyPr>
          <a:lstStyle/>
          <a:p>
            <a:r>
              <a:rPr lang="en-US" altLang="zh-CN" sz="2400" b="1" dirty="0">
                <a:solidFill>
                  <a:schemeClr val="bg1"/>
                </a:solidFill>
              </a:rPr>
              <a:t>12.4.1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源码下载</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827584" y="1863223"/>
            <a:ext cx="2160240"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根据</a:t>
            </a:r>
            <a:r>
              <a:rPr lang="zh-CN" altLang="en-US" b="1" dirty="0"/>
              <a:t>所用芯片的</a:t>
            </a:r>
            <a:r>
              <a:rPr lang="en-US" altLang="zh-CN" b="1" dirty="0"/>
              <a:t>MCU</a:t>
            </a:r>
            <a:r>
              <a:rPr lang="zh-CN" altLang="en-US" b="1" dirty="0"/>
              <a:t>厂商，选择相应的微处理器芯片型号</a:t>
            </a:r>
          </a:p>
        </p:txBody>
      </p:sp>
      <p:pic>
        <p:nvPicPr>
          <p:cNvPr id="10" name="图片 9" descr="C:\Users\Administrator\Desktop\uCOS-III截图\Snipaste_2019-03-25_08-43-45.jpg"/>
          <p:cNvPicPr/>
          <p:nvPr/>
        </p:nvPicPr>
        <p:blipFill>
          <a:blip r:embed="rId2">
            <a:extLst>
              <a:ext uri="{28A0092B-C50C-407E-A947-70E740481C1C}">
                <a14:useLocalDpi xmlns:a14="http://schemas.microsoft.com/office/drawing/2010/main" val="0"/>
              </a:ext>
            </a:extLst>
          </a:blip>
          <a:srcRect/>
          <a:stretch>
            <a:fillRect/>
          </a:stretch>
        </p:blipFill>
        <p:spPr bwMode="auto">
          <a:xfrm>
            <a:off x="3536305" y="1059582"/>
            <a:ext cx="5094813" cy="3084611"/>
          </a:xfrm>
          <a:prstGeom prst="rect">
            <a:avLst/>
          </a:prstGeom>
          <a:noFill/>
          <a:ln>
            <a:noFill/>
          </a:ln>
        </p:spPr>
      </p:pic>
      <p:sp>
        <p:nvSpPr>
          <p:cNvPr id="3" name="矩形 2"/>
          <p:cNvSpPr/>
          <p:nvPr/>
        </p:nvSpPr>
        <p:spPr>
          <a:xfrm>
            <a:off x="4355976" y="4299942"/>
            <a:ext cx="3787575" cy="369332"/>
          </a:xfrm>
          <a:prstGeom prst="rect">
            <a:avLst/>
          </a:prstGeom>
        </p:spPr>
        <p:txBody>
          <a:bodyPr wrap="none">
            <a:spAutoFit/>
          </a:bodyPr>
          <a:lstStyle/>
          <a:p>
            <a:r>
              <a:rPr lang="zh-CN" altLang="zh-CN" b="1" dirty="0"/>
              <a:t>选择</a:t>
            </a:r>
            <a:r>
              <a:rPr lang="en-US" altLang="zh-CN" b="1" dirty="0"/>
              <a:t>STM32F107</a:t>
            </a:r>
            <a:r>
              <a:rPr lang="zh-CN" altLang="zh-CN" b="1" dirty="0"/>
              <a:t>平台的</a:t>
            </a:r>
            <a:r>
              <a:rPr lang="en-US" altLang="zh-CN" b="1" dirty="0" err="1"/>
              <a:t>uC</a:t>
            </a:r>
            <a:r>
              <a:rPr lang="en-US" altLang="zh-CN" b="1" dirty="0"/>
              <a:t>/OS-III</a:t>
            </a:r>
            <a:r>
              <a:rPr lang="zh-CN" altLang="zh-CN" b="1" dirty="0"/>
              <a:t>源码</a:t>
            </a:r>
          </a:p>
        </p:txBody>
      </p:sp>
    </p:spTree>
    <p:extLst>
      <p:ext uri="{BB962C8B-B14F-4D97-AF65-F5344CB8AC3E}">
        <p14:creationId xmlns:p14="http://schemas.microsoft.com/office/powerpoint/2010/main" val="219547237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363589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432350" cy="461665"/>
          </a:xfrm>
          <a:prstGeom prst="rect">
            <a:avLst/>
          </a:prstGeom>
        </p:spPr>
        <p:txBody>
          <a:bodyPr wrap="none">
            <a:spAutoFit/>
          </a:bodyPr>
          <a:lstStyle/>
          <a:p>
            <a:r>
              <a:rPr lang="en-US" altLang="zh-CN" sz="2400" b="1" dirty="0">
                <a:solidFill>
                  <a:schemeClr val="bg1"/>
                </a:solidFill>
              </a:rPr>
              <a:t>12.4.1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源码下载</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5868144" y="1073805"/>
            <a:ext cx="2880320" cy="355481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25000"/>
              </a:lnSpc>
              <a:buFont typeface="Wingdings" pitchFamily="2" charset="2"/>
              <a:buChar char="Ø"/>
            </a:pPr>
            <a:r>
              <a:rPr lang="zh-CN" altLang="en-US" b="1" dirty="0" smtClean="0"/>
              <a:t>针对</a:t>
            </a:r>
            <a:r>
              <a:rPr lang="zh-CN" altLang="en-US" b="1" dirty="0"/>
              <a:t>所使用的微处理器，选择合适的</a:t>
            </a:r>
            <a:r>
              <a:rPr lang="en-US" altLang="zh-CN" b="1" dirty="0" err="1"/>
              <a:t>uC</a:t>
            </a:r>
            <a:r>
              <a:rPr lang="en-US" altLang="zh-CN" b="1" dirty="0"/>
              <a:t>/OS-III</a:t>
            </a:r>
            <a:r>
              <a:rPr lang="zh-CN" altLang="en-US" b="1" dirty="0" smtClean="0"/>
              <a:t>版本；</a:t>
            </a:r>
            <a:endParaRPr lang="en-US" altLang="zh-CN" b="1" dirty="0" smtClean="0"/>
          </a:p>
          <a:p>
            <a:pPr marL="285750" indent="-285750">
              <a:lnSpc>
                <a:spcPct val="125000"/>
              </a:lnSpc>
              <a:buFont typeface="Wingdings" pitchFamily="2" charset="2"/>
              <a:buChar char="Ø"/>
            </a:pPr>
            <a:r>
              <a:rPr lang="en-US" altLang="zh-CN" b="1" dirty="0" smtClean="0"/>
              <a:t>STM32F103ZET</a:t>
            </a:r>
            <a:r>
              <a:rPr lang="zh-CN" altLang="en-US" b="1" dirty="0"/>
              <a:t>系列微控制器只有</a:t>
            </a:r>
            <a:r>
              <a:rPr lang="en-US" altLang="zh-CN" b="1" dirty="0" err="1"/>
              <a:t>uC</a:t>
            </a:r>
            <a:r>
              <a:rPr lang="en-US" altLang="zh-CN" b="1" dirty="0"/>
              <a:t>/OS-II</a:t>
            </a:r>
            <a:r>
              <a:rPr lang="zh-CN" altLang="en-US" b="1" dirty="0"/>
              <a:t>版本，且只针对</a:t>
            </a:r>
            <a:r>
              <a:rPr lang="en-US" altLang="zh-CN" b="1" dirty="0"/>
              <a:t>IAR</a:t>
            </a:r>
            <a:r>
              <a:rPr lang="zh-CN" altLang="en-US" b="1" dirty="0"/>
              <a:t>开发平台</a:t>
            </a:r>
            <a:r>
              <a:rPr lang="zh-CN" altLang="en-US" b="1" dirty="0" smtClean="0"/>
              <a:t>，若使用</a:t>
            </a:r>
            <a:r>
              <a:rPr lang="en-US" altLang="zh-CN" b="1" dirty="0" err="1" smtClean="0"/>
              <a:t>Keil</a:t>
            </a:r>
            <a:r>
              <a:rPr lang="en-US" altLang="zh-CN" b="1" dirty="0" smtClean="0"/>
              <a:t> </a:t>
            </a:r>
            <a:r>
              <a:rPr lang="en-US" altLang="zh-CN" b="1" dirty="0"/>
              <a:t>MDK</a:t>
            </a:r>
            <a:r>
              <a:rPr lang="zh-CN" altLang="en-US" b="1" dirty="0"/>
              <a:t>开发平台</a:t>
            </a:r>
            <a:r>
              <a:rPr lang="zh-CN" altLang="en-US" b="1" dirty="0" smtClean="0"/>
              <a:t>，选择</a:t>
            </a:r>
            <a:r>
              <a:rPr lang="en-US" altLang="zh-CN" b="1" dirty="0" smtClean="0"/>
              <a:t>STM32F107</a:t>
            </a:r>
            <a:r>
              <a:rPr lang="zh-CN" altLang="en-US" b="1" dirty="0"/>
              <a:t>下载基于</a:t>
            </a:r>
            <a:r>
              <a:rPr lang="en-US" altLang="zh-CN" b="1" dirty="0" err="1"/>
              <a:t>Keil</a:t>
            </a:r>
            <a:r>
              <a:rPr lang="en-US" altLang="zh-CN" b="1" dirty="0"/>
              <a:t> MDK</a:t>
            </a:r>
            <a:r>
              <a:rPr lang="zh-CN" altLang="en-US" b="1" dirty="0"/>
              <a:t>开发平台的</a:t>
            </a:r>
            <a:r>
              <a:rPr lang="en-US" altLang="zh-CN" b="1" dirty="0" err="1"/>
              <a:t>uC</a:t>
            </a:r>
            <a:r>
              <a:rPr lang="en-US" altLang="zh-CN" b="1" dirty="0"/>
              <a:t>/OS-III</a:t>
            </a:r>
            <a:endParaRPr lang="zh-CN" altLang="en-US" b="1" dirty="0"/>
          </a:p>
        </p:txBody>
      </p:sp>
      <p:sp>
        <p:nvSpPr>
          <p:cNvPr id="3" name="矩形 2"/>
          <p:cNvSpPr/>
          <p:nvPr/>
        </p:nvSpPr>
        <p:spPr>
          <a:xfrm>
            <a:off x="1026078" y="4443958"/>
            <a:ext cx="4016484" cy="369332"/>
          </a:xfrm>
          <a:prstGeom prst="rect">
            <a:avLst/>
          </a:prstGeom>
        </p:spPr>
        <p:txBody>
          <a:bodyPr wrap="none">
            <a:spAutoFit/>
          </a:bodyPr>
          <a:lstStyle/>
          <a:p>
            <a:r>
              <a:rPr lang="zh-CN" altLang="zh-CN" b="1" dirty="0"/>
              <a:t>针对</a:t>
            </a:r>
            <a:r>
              <a:rPr lang="en-US" altLang="zh-CN" b="1" dirty="0" err="1"/>
              <a:t>Keil</a:t>
            </a:r>
            <a:r>
              <a:rPr lang="en-US" altLang="zh-CN" b="1" dirty="0"/>
              <a:t> MDK</a:t>
            </a:r>
            <a:r>
              <a:rPr lang="zh-CN" altLang="zh-CN" b="1" dirty="0"/>
              <a:t>开发平台的</a:t>
            </a:r>
            <a:r>
              <a:rPr lang="en-US" altLang="zh-CN" b="1" dirty="0" err="1"/>
              <a:t>uC</a:t>
            </a:r>
            <a:r>
              <a:rPr lang="en-US" altLang="zh-CN" b="1" dirty="0"/>
              <a:t>/OS-III</a:t>
            </a:r>
            <a:r>
              <a:rPr lang="zh-CN" altLang="zh-CN" b="1" dirty="0"/>
              <a:t>下载</a:t>
            </a:r>
          </a:p>
        </p:txBody>
      </p:sp>
      <p:pic>
        <p:nvPicPr>
          <p:cNvPr id="11" name="图片 10" descr="C:\Users\Administrator\Desktop\uCOS-III截图\Snipaste_2019-03-25_08-43-04.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357" y="1131590"/>
            <a:ext cx="5400600" cy="3168352"/>
          </a:xfrm>
          <a:prstGeom prst="rect">
            <a:avLst/>
          </a:prstGeom>
          <a:noFill/>
          <a:ln>
            <a:noFill/>
          </a:ln>
        </p:spPr>
      </p:pic>
    </p:spTree>
    <p:extLst>
      <p:ext uri="{BB962C8B-B14F-4D97-AF65-F5344CB8AC3E}">
        <p14:creationId xmlns:p14="http://schemas.microsoft.com/office/powerpoint/2010/main" val="259204141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363589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432350" cy="461665"/>
          </a:xfrm>
          <a:prstGeom prst="rect">
            <a:avLst/>
          </a:prstGeom>
        </p:spPr>
        <p:txBody>
          <a:bodyPr wrap="none">
            <a:spAutoFit/>
          </a:bodyPr>
          <a:lstStyle/>
          <a:p>
            <a:r>
              <a:rPr lang="en-US" altLang="zh-CN" sz="2400" b="1" dirty="0">
                <a:solidFill>
                  <a:schemeClr val="bg1"/>
                </a:solidFill>
              </a:rPr>
              <a:t>12.4.1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源码下载</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5940152" y="1472797"/>
            <a:ext cx="2880320" cy="248593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25000"/>
              </a:lnSpc>
              <a:buFont typeface="Wingdings" pitchFamily="2" charset="2"/>
              <a:buChar char="Ø"/>
            </a:pPr>
            <a:r>
              <a:rPr lang="zh-CN" altLang="en-US" b="1" dirty="0"/>
              <a:t>单击页面跳转到下载</a:t>
            </a:r>
            <a:r>
              <a:rPr lang="zh-CN" altLang="en-US" b="1" dirty="0" smtClean="0"/>
              <a:t>页面；</a:t>
            </a:r>
            <a:endParaRPr lang="en-US" altLang="zh-CN" b="1" dirty="0" smtClean="0"/>
          </a:p>
          <a:p>
            <a:pPr marL="285750" indent="-285750">
              <a:lnSpc>
                <a:spcPct val="125000"/>
              </a:lnSpc>
              <a:buFont typeface="Wingdings" pitchFamily="2" charset="2"/>
              <a:buChar char="Ø"/>
            </a:pPr>
            <a:r>
              <a:rPr lang="zh-CN" altLang="en-US" b="1" dirty="0" smtClean="0"/>
              <a:t>单击</a:t>
            </a:r>
            <a:r>
              <a:rPr lang="zh-CN" altLang="en-US" b="1" dirty="0"/>
              <a:t>“</a:t>
            </a:r>
            <a:r>
              <a:rPr lang="en-US" altLang="zh-CN" b="1" dirty="0"/>
              <a:t>Log in to Download”</a:t>
            </a:r>
            <a:r>
              <a:rPr lang="zh-CN" altLang="en-US" b="1" dirty="0"/>
              <a:t>，需要先登录才能</a:t>
            </a:r>
            <a:r>
              <a:rPr lang="zh-CN" altLang="en-US" b="1" dirty="0" smtClean="0"/>
              <a:t>下载；</a:t>
            </a:r>
            <a:endParaRPr lang="en-US" altLang="zh-CN" b="1" dirty="0" smtClean="0"/>
          </a:p>
          <a:p>
            <a:pPr marL="285750" indent="-285750">
              <a:lnSpc>
                <a:spcPct val="125000"/>
              </a:lnSpc>
              <a:buFont typeface="Wingdings" pitchFamily="2" charset="2"/>
              <a:buChar char="Ø"/>
            </a:pPr>
            <a:r>
              <a:rPr lang="zh-CN" altLang="en-US" b="1" dirty="0" smtClean="0"/>
              <a:t>未</a:t>
            </a:r>
            <a:r>
              <a:rPr lang="zh-CN" altLang="en-US" b="1" dirty="0"/>
              <a:t>注册的用户还需要先注册。</a:t>
            </a:r>
          </a:p>
        </p:txBody>
      </p:sp>
      <p:pic>
        <p:nvPicPr>
          <p:cNvPr id="10" name="图片 9" descr="C:\Users\Administrator\Desktop\uCOS-III截图\Snipaste_2019-03-25_08-15-32.jpg"/>
          <p:cNvPicPr/>
          <p:nvPr/>
        </p:nvPicPr>
        <p:blipFill>
          <a:blip r:embed="rId2">
            <a:extLst>
              <a:ext uri="{28A0092B-C50C-407E-A947-70E740481C1C}">
                <a14:useLocalDpi xmlns:a14="http://schemas.microsoft.com/office/drawing/2010/main" val="0"/>
              </a:ext>
            </a:extLst>
          </a:blip>
          <a:srcRect/>
          <a:stretch>
            <a:fillRect/>
          </a:stretch>
        </p:blipFill>
        <p:spPr bwMode="auto">
          <a:xfrm>
            <a:off x="467544" y="1426959"/>
            <a:ext cx="5328592" cy="2534824"/>
          </a:xfrm>
          <a:prstGeom prst="rect">
            <a:avLst/>
          </a:prstGeom>
          <a:noFill/>
          <a:ln>
            <a:noFill/>
          </a:ln>
        </p:spPr>
      </p:pic>
    </p:spTree>
    <p:extLst>
      <p:ext uri="{BB962C8B-B14F-4D97-AF65-F5344CB8AC3E}">
        <p14:creationId xmlns:p14="http://schemas.microsoft.com/office/powerpoint/2010/main" val="282260569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363589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432350" cy="461665"/>
          </a:xfrm>
          <a:prstGeom prst="rect">
            <a:avLst/>
          </a:prstGeom>
        </p:spPr>
        <p:txBody>
          <a:bodyPr wrap="none">
            <a:spAutoFit/>
          </a:bodyPr>
          <a:lstStyle/>
          <a:p>
            <a:r>
              <a:rPr lang="en-US" altLang="zh-CN" sz="2400" b="1" dirty="0">
                <a:solidFill>
                  <a:schemeClr val="bg1"/>
                </a:solidFill>
              </a:rPr>
              <a:t>12.4.1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源码下载</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1331640" y="1354498"/>
            <a:ext cx="2457362" cy="310149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spcAft>
                <a:spcPts val="1200"/>
              </a:spcAft>
            </a:pPr>
            <a:r>
              <a:rPr lang="zh-CN" altLang="en-US" b="1" dirty="0" smtClean="0"/>
              <a:t>   下载</a:t>
            </a:r>
            <a:r>
              <a:rPr lang="zh-CN" altLang="en-US" b="1" dirty="0"/>
              <a:t>后解压，可以看到四个</a:t>
            </a:r>
            <a:r>
              <a:rPr lang="zh-CN" altLang="en-US" b="1" dirty="0" smtClean="0"/>
              <a:t>文件夹，分别为：</a:t>
            </a:r>
            <a:endParaRPr lang="en-US" altLang="zh-CN" b="1" dirty="0" smtClean="0"/>
          </a:p>
          <a:p>
            <a:pPr marL="285750" indent="-285750">
              <a:lnSpc>
                <a:spcPct val="125000"/>
              </a:lnSpc>
              <a:spcAft>
                <a:spcPts val="1200"/>
              </a:spcAft>
              <a:buBlip>
                <a:blip r:embed="rId2"/>
              </a:buBlip>
            </a:pPr>
            <a:r>
              <a:rPr lang="en-US" altLang="zh-CN" b="1" dirty="0" err="1" smtClean="0"/>
              <a:t>EvalBoards</a:t>
            </a:r>
            <a:endParaRPr lang="en-US" altLang="zh-CN" b="1" dirty="0" smtClean="0"/>
          </a:p>
          <a:p>
            <a:pPr marL="285750" indent="-285750">
              <a:lnSpc>
                <a:spcPct val="125000"/>
              </a:lnSpc>
              <a:spcAft>
                <a:spcPts val="1200"/>
              </a:spcAft>
              <a:buBlip>
                <a:blip r:embed="rId2"/>
              </a:buBlip>
            </a:pPr>
            <a:r>
              <a:rPr lang="en-US" altLang="zh-CN" b="1" dirty="0" err="1" smtClean="0"/>
              <a:t>uC</a:t>
            </a:r>
            <a:r>
              <a:rPr lang="en-US" altLang="zh-CN" b="1" dirty="0" smtClean="0"/>
              <a:t>-CPU</a:t>
            </a:r>
          </a:p>
          <a:p>
            <a:pPr marL="285750" indent="-285750">
              <a:lnSpc>
                <a:spcPct val="125000"/>
              </a:lnSpc>
              <a:spcAft>
                <a:spcPts val="1200"/>
              </a:spcAft>
              <a:buBlip>
                <a:blip r:embed="rId2"/>
              </a:buBlip>
            </a:pPr>
            <a:r>
              <a:rPr lang="en-US" altLang="zh-CN" b="1" dirty="0" err="1" smtClean="0"/>
              <a:t>uC</a:t>
            </a:r>
            <a:r>
              <a:rPr lang="en-US" altLang="zh-CN" b="1" dirty="0" smtClean="0"/>
              <a:t>-LIB</a:t>
            </a:r>
          </a:p>
          <a:p>
            <a:pPr marL="285750" indent="-285750">
              <a:lnSpc>
                <a:spcPct val="125000"/>
              </a:lnSpc>
              <a:spcAft>
                <a:spcPts val="1200"/>
              </a:spcAft>
              <a:buBlip>
                <a:blip r:embed="rId2"/>
              </a:buBlip>
            </a:pPr>
            <a:r>
              <a:rPr lang="en-US" altLang="zh-CN" b="1" dirty="0" err="1" smtClean="0"/>
              <a:t>uCOS</a:t>
            </a:r>
            <a:r>
              <a:rPr lang="en-US" altLang="zh-CN" b="1" dirty="0" smtClean="0"/>
              <a:t>-III</a:t>
            </a:r>
            <a:r>
              <a:rPr lang="zh-CN" altLang="en-US" b="1" dirty="0"/>
              <a:t>，</a:t>
            </a:r>
          </a:p>
        </p:txBody>
      </p:sp>
      <p:pic>
        <p:nvPicPr>
          <p:cNvPr id="11" name="图片 10" descr="C:\Users\Administrator\Desktop\Snipaste_2019-03-26_09-02-31.jpg"/>
          <p:cNvPicPr/>
          <p:nvPr/>
        </p:nvPicPr>
        <p:blipFill>
          <a:blip r:embed="rId3">
            <a:extLst>
              <a:ext uri="{28A0092B-C50C-407E-A947-70E740481C1C}">
                <a14:useLocalDpi xmlns:a14="http://schemas.microsoft.com/office/drawing/2010/main" val="0"/>
              </a:ext>
            </a:extLst>
          </a:blip>
          <a:srcRect/>
          <a:stretch>
            <a:fillRect/>
          </a:stretch>
        </p:blipFill>
        <p:spPr bwMode="auto">
          <a:xfrm>
            <a:off x="4644008" y="1491630"/>
            <a:ext cx="4033986" cy="1999848"/>
          </a:xfrm>
          <a:prstGeom prst="rect">
            <a:avLst/>
          </a:prstGeom>
          <a:noFill/>
          <a:ln>
            <a:noFill/>
          </a:ln>
        </p:spPr>
      </p:pic>
      <p:sp>
        <p:nvSpPr>
          <p:cNvPr id="7" name="矩形 6"/>
          <p:cNvSpPr/>
          <p:nvPr/>
        </p:nvSpPr>
        <p:spPr>
          <a:xfrm>
            <a:off x="4932040" y="3723878"/>
            <a:ext cx="1875770" cy="369332"/>
          </a:xfrm>
          <a:prstGeom prst="rect">
            <a:avLst/>
          </a:prstGeom>
        </p:spPr>
        <p:txBody>
          <a:bodyPr wrap="none">
            <a:spAutoFit/>
          </a:bodyPr>
          <a:lstStyle/>
          <a:p>
            <a:r>
              <a:rPr lang="en-US" altLang="zh-CN" b="1" dirty="0" err="1"/>
              <a:t>uCOS</a:t>
            </a:r>
            <a:r>
              <a:rPr lang="en-US" altLang="zh-CN" b="1" dirty="0"/>
              <a:t>-III</a:t>
            </a:r>
            <a:r>
              <a:rPr lang="zh-CN" altLang="zh-CN" b="1" dirty="0"/>
              <a:t>文件结构</a:t>
            </a:r>
            <a:endParaRPr lang="zh-CN" altLang="en-US" b="1" dirty="0"/>
          </a:p>
        </p:txBody>
      </p:sp>
    </p:spTree>
    <p:extLst>
      <p:ext uri="{BB962C8B-B14F-4D97-AF65-F5344CB8AC3E}">
        <p14:creationId xmlns:p14="http://schemas.microsoft.com/office/powerpoint/2010/main" val="120265621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827584" y="1419621"/>
            <a:ext cx="3096344" cy="2323713"/>
          </a:xfrm>
          <a:prstGeom prst="rect">
            <a:avLst/>
          </a:prstGeom>
        </p:spPr>
        <p:txBody>
          <a:bodyPr wrap="square">
            <a:spAutoFit/>
          </a:bodyPr>
          <a:lstStyle/>
          <a:p>
            <a:pPr marL="285750" indent="-285750">
              <a:lnSpc>
                <a:spcPct val="125000"/>
              </a:lnSpc>
              <a:spcAft>
                <a:spcPts val="1200"/>
              </a:spcAft>
              <a:buBlip>
                <a:blip r:embed="rId3"/>
              </a:buBlip>
            </a:pPr>
            <a:r>
              <a:rPr lang="zh-CN" altLang="en-US" b="1" dirty="0" smtClean="0">
                <a:solidFill>
                  <a:prstClr val="black"/>
                </a:solidFill>
              </a:rPr>
              <a:t>基于</a:t>
            </a:r>
            <a:r>
              <a:rPr lang="zh-CN" altLang="en-US" b="1" dirty="0">
                <a:solidFill>
                  <a:prstClr val="black"/>
                </a:solidFill>
              </a:rPr>
              <a:t>标准外设库</a:t>
            </a:r>
            <a:r>
              <a:rPr lang="en-US" altLang="zh-CN" b="1" dirty="0">
                <a:solidFill>
                  <a:prstClr val="black"/>
                </a:solidFill>
              </a:rPr>
              <a:t>v3.5.0</a:t>
            </a:r>
            <a:r>
              <a:rPr lang="zh-CN" altLang="en-US" b="1" dirty="0">
                <a:solidFill>
                  <a:prstClr val="black"/>
                </a:solidFill>
              </a:rPr>
              <a:t>的</a:t>
            </a:r>
            <a:r>
              <a:rPr lang="en-US" altLang="zh-CN" b="1" dirty="0">
                <a:solidFill>
                  <a:prstClr val="black"/>
                </a:solidFill>
              </a:rPr>
              <a:t>STM32</a:t>
            </a:r>
            <a:r>
              <a:rPr lang="zh-CN" altLang="en-US" b="1" dirty="0">
                <a:solidFill>
                  <a:prstClr val="black"/>
                </a:solidFill>
              </a:rPr>
              <a:t>工程模板上进行</a:t>
            </a:r>
            <a:r>
              <a:rPr lang="en-US" altLang="zh-CN" b="1" dirty="0" err="1">
                <a:solidFill>
                  <a:prstClr val="black"/>
                </a:solidFill>
              </a:rPr>
              <a:t>uC</a:t>
            </a:r>
            <a:r>
              <a:rPr lang="en-US" altLang="zh-CN" b="1" dirty="0">
                <a:solidFill>
                  <a:prstClr val="black"/>
                </a:solidFill>
              </a:rPr>
              <a:t>/OS-III</a:t>
            </a:r>
            <a:r>
              <a:rPr lang="zh-CN" altLang="en-US" b="1" dirty="0" smtClean="0">
                <a:solidFill>
                  <a:prstClr val="black"/>
                </a:solidFill>
              </a:rPr>
              <a:t>移植；</a:t>
            </a:r>
            <a:endParaRPr lang="en-US" altLang="zh-CN" b="1" dirty="0" smtClean="0">
              <a:solidFill>
                <a:prstClr val="black"/>
              </a:solidFill>
            </a:endParaRPr>
          </a:p>
          <a:p>
            <a:pPr marL="285750" indent="-285750">
              <a:lnSpc>
                <a:spcPct val="125000"/>
              </a:lnSpc>
              <a:spcAft>
                <a:spcPts val="1200"/>
              </a:spcAft>
              <a:buBlip>
                <a:blip r:embed="rId3"/>
              </a:buBlip>
            </a:pPr>
            <a:r>
              <a:rPr lang="zh-CN" altLang="en-US" b="1" dirty="0" smtClean="0">
                <a:solidFill>
                  <a:prstClr val="black"/>
                </a:solidFill>
              </a:rPr>
              <a:t>需要</a:t>
            </a:r>
            <a:r>
              <a:rPr lang="zh-CN" altLang="en-US" b="1" dirty="0">
                <a:solidFill>
                  <a:prstClr val="black"/>
                </a:solidFill>
              </a:rPr>
              <a:t>一个基础的</a:t>
            </a:r>
            <a:r>
              <a:rPr lang="en-US" altLang="zh-CN" b="1" dirty="0">
                <a:solidFill>
                  <a:prstClr val="black"/>
                </a:solidFill>
              </a:rPr>
              <a:t>STM32</a:t>
            </a:r>
            <a:r>
              <a:rPr lang="zh-CN" altLang="en-US" b="1" dirty="0">
                <a:solidFill>
                  <a:prstClr val="black"/>
                </a:solidFill>
              </a:rPr>
              <a:t>工程模板</a:t>
            </a:r>
            <a:r>
              <a:rPr lang="zh-CN" altLang="en-US" b="1" dirty="0" smtClean="0">
                <a:solidFill>
                  <a:prstClr val="black"/>
                </a:solidFill>
              </a:rPr>
              <a:t>，选择</a:t>
            </a:r>
            <a:r>
              <a:rPr lang="zh-CN" altLang="en-US" b="1" dirty="0">
                <a:solidFill>
                  <a:prstClr val="black"/>
                </a:solidFill>
              </a:rPr>
              <a:t>用</a:t>
            </a:r>
            <a:r>
              <a:rPr lang="en-US" altLang="zh-CN" b="1" dirty="0">
                <a:solidFill>
                  <a:prstClr val="black"/>
                </a:solidFill>
              </a:rPr>
              <a:t>GPIO</a:t>
            </a:r>
            <a:r>
              <a:rPr lang="zh-CN" altLang="en-US" b="1" dirty="0">
                <a:solidFill>
                  <a:prstClr val="black"/>
                </a:solidFill>
              </a:rPr>
              <a:t>中点亮一个</a:t>
            </a:r>
            <a:r>
              <a:rPr lang="en-US" altLang="zh-CN" b="1" dirty="0">
                <a:solidFill>
                  <a:prstClr val="black"/>
                </a:solidFill>
              </a:rPr>
              <a:t>LED</a:t>
            </a:r>
            <a:r>
              <a:rPr lang="zh-CN" altLang="en-US" b="1" dirty="0">
                <a:solidFill>
                  <a:prstClr val="black"/>
                </a:solidFill>
              </a:rPr>
              <a:t>灯的工程</a:t>
            </a:r>
            <a:r>
              <a:rPr lang="zh-CN" altLang="en-US" b="1" dirty="0" smtClean="0">
                <a:solidFill>
                  <a:prstClr val="black"/>
                </a:solidFill>
              </a:rPr>
              <a:t>。</a:t>
            </a:r>
            <a:endParaRPr lang="zh-CN" altLang="en-US" b="1" dirty="0">
              <a:solidFill>
                <a:prstClr val="black"/>
              </a:solidFill>
            </a:endParaRPr>
          </a:p>
        </p:txBody>
      </p:sp>
      <p:graphicFrame>
        <p:nvGraphicFramePr>
          <p:cNvPr id="16" name="图示 15"/>
          <p:cNvGraphicFramePr/>
          <p:nvPr>
            <p:extLst>
              <p:ext uri="{D42A27DB-BD31-4B8C-83A1-F6EECF244321}">
                <p14:modId xmlns:p14="http://schemas.microsoft.com/office/powerpoint/2010/main" val="2114508719"/>
              </p:ext>
            </p:extLst>
          </p:nvPr>
        </p:nvGraphicFramePr>
        <p:xfrm>
          <a:off x="4283968" y="1510523"/>
          <a:ext cx="4079130" cy="219222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679221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661855" y="1008969"/>
            <a:ext cx="3487601" cy="113107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spcAft>
                <a:spcPts val="1200"/>
              </a:spcAft>
            </a:pPr>
            <a:r>
              <a:rPr lang="en-US" altLang="zh-CN" b="1" dirty="0">
                <a:solidFill>
                  <a:prstClr val="black"/>
                </a:solidFill>
              </a:rPr>
              <a:t>1</a:t>
            </a:r>
            <a:r>
              <a:rPr lang="zh-CN" altLang="en-US" b="1" dirty="0">
                <a:solidFill>
                  <a:prstClr val="black"/>
                </a:solidFill>
              </a:rPr>
              <a:t>．将工程程序复制一份，并将其文件夹命名为“</a:t>
            </a:r>
            <a:r>
              <a:rPr lang="en-US" altLang="zh-CN" b="1" dirty="0">
                <a:solidFill>
                  <a:prstClr val="black"/>
                </a:solidFill>
              </a:rPr>
              <a:t>UCOS-III+LED”</a:t>
            </a:r>
            <a:r>
              <a:rPr lang="zh-CN" altLang="en-US" b="1" dirty="0">
                <a:solidFill>
                  <a:prstClr val="black"/>
                </a:solidFill>
              </a:rPr>
              <a:t>，工程目录如</a:t>
            </a:r>
            <a:r>
              <a:rPr lang="zh-CN" altLang="en-US" b="1" dirty="0" smtClean="0">
                <a:solidFill>
                  <a:prstClr val="black"/>
                </a:solidFill>
              </a:rPr>
              <a:t>图</a:t>
            </a:r>
            <a:endParaRPr lang="zh-CN" altLang="en-US" b="1" dirty="0">
              <a:solidFill>
                <a:prstClr val="black"/>
              </a:solidFill>
            </a:endParaRPr>
          </a:p>
        </p:txBody>
      </p:sp>
      <p:sp>
        <p:nvSpPr>
          <p:cNvPr id="3" name="矩形 2"/>
          <p:cNvSpPr/>
          <p:nvPr/>
        </p:nvSpPr>
        <p:spPr>
          <a:xfrm>
            <a:off x="3419872" y="406932"/>
            <a:ext cx="4572470" cy="369332"/>
          </a:xfrm>
          <a:prstGeom prst="rect">
            <a:avLst/>
          </a:prstGeom>
        </p:spPr>
        <p:txBody>
          <a:bodyPr wrap="none">
            <a:spAutoFit/>
          </a:bodyPr>
          <a:lstStyle/>
          <a:p>
            <a:r>
              <a:rPr lang="en-US" altLang="zh-CN" b="1" dirty="0"/>
              <a:t>Step1</a:t>
            </a:r>
            <a:r>
              <a:rPr lang="zh-CN" altLang="zh-CN" b="1" dirty="0"/>
              <a:t>：复制</a:t>
            </a:r>
            <a:r>
              <a:rPr lang="en-US" altLang="zh-CN" b="1" dirty="0" err="1"/>
              <a:t>uC</a:t>
            </a:r>
            <a:r>
              <a:rPr lang="en-US" altLang="zh-CN" b="1" dirty="0"/>
              <a:t>/OS-III</a:t>
            </a:r>
            <a:r>
              <a:rPr lang="zh-CN" altLang="zh-CN" b="1" dirty="0"/>
              <a:t>源文件到</a:t>
            </a:r>
            <a:r>
              <a:rPr lang="en-US" altLang="zh-CN" b="1" dirty="0"/>
              <a:t>SMT32</a:t>
            </a:r>
            <a:r>
              <a:rPr lang="zh-CN" altLang="zh-CN" b="1" dirty="0"/>
              <a:t>工程中</a:t>
            </a:r>
            <a:endParaRPr lang="zh-CN" altLang="zh-CN" dirty="0"/>
          </a:p>
        </p:txBody>
      </p:sp>
      <p:pic>
        <p:nvPicPr>
          <p:cNvPr id="10" name="图片 9" descr="C:\Users\Administrator\Desktop\Snipaste_2019-04-02_08-56-07.jpg"/>
          <p:cNvPicPr/>
          <p:nvPr/>
        </p:nvPicPr>
        <p:blipFill>
          <a:blip r:embed="rId3">
            <a:extLst>
              <a:ext uri="{28A0092B-C50C-407E-A947-70E740481C1C}">
                <a14:useLocalDpi xmlns:a14="http://schemas.microsoft.com/office/drawing/2010/main" val="0"/>
              </a:ext>
            </a:extLst>
          </a:blip>
          <a:srcRect/>
          <a:stretch>
            <a:fillRect/>
          </a:stretch>
        </p:blipFill>
        <p:spPr bwMode="auto">
          <a:xfrm>
            <a:off x="1063257" y="2161097"/>
            <a:ext cx="3086199" cy="2782863"/>
          </a:xfrm>
          <a:prstGeom prst="rect">
            <a:avLst/>
          </a:prstGeom>
          <a:noFill/>
          <a:ln>
            <a:noFill/>
          </a:ln>
        </p:spPr>
      </p:pic>
      <p:sp>
        <p:nvSpPr>
          <p:cNvPr id="11" name="矩形 10"/>
          <p:cNvSpPr/>
          <p:nvPr/>
        </p:nvSpPr>
        <p:spPr>
          <a:xfrm>
            <a:off x="4756807" y="987574"/>
            <a:ext cx="3487601" cy="7848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spcAft>
                <a:spcPts val="1200"/>
              </a:spcAft>
            </a:pPr>
            <a:r>
              <a:rPr lang="en-US" altLang="zh-CN" b="1" dirty="0" smtClean="0">
                <a:solidFill>
                  <a:prstClr val="black"/>
                </a:solidFill>
              </a:rPr>
              <a:t>2</a:t>
            </a:r>
            <a:r>
              <a:rPr lang="zh-CN" altLang="en-US" b="1" dirty="0">
                <a:solidFill>
                  <a:prstClr val="black"/>
                </a:solidFill>
              </a:rPr>
              <a:t>．在该工程目录下新建一个文件夹，命名为“</a:t>
            </a:r>
            <a:r>
              <a:rPr lang="en-US" altLang="zh-CN" b="1" dirty="0">
                <a:solidFill>
                  <a:prstClr val="black"/>
                </a:solidFill>
              </a:rPr>
              <a:t>UCOS-III”</a:t>
            </a:r>
            <a:endParaRPr lang="zh-CN" altLang="en-US" b="1" dirty="0">
              <a:solidFill>
                <a:prstClr val="black"/>
              </a:solidFill>
            </a:endParaRPr>
          </a:p>
        </p:txBody>
      </p:sp>
      <p:pic>
        <p:nvPicPr>
          <p:cNvPr id="15" name="图片 14" descr="C:\Users\Administrator\Desktop\Snipaste_2019-04-02_08-58-52.jpg"/>
          <p:cNvPicPr/>
          <p:nvPr/>
        </p:nvPicPr>
        <p:blipFill>
          <a:blip r:embed="rId4">
            <a:extLst>
              <a:ext uri="{28A0092B-C50C-407E-A947-70E740481C1C}">
                <a14:useLocalDpi xmlns:a14="http://schemas.microsoft.com/office/drawing/2010/main" val="0"/>
              </a:ext>
            </a:extLst>
          </a:blip>
          <a:srcRect/>
          <a:stretch>
            <a:fillRect/>
          </a:stretch>
        </p:blipFill>
        <p:spPr bwMode="auto">
          <a:xfrm>
            <a:off x="5076056" y="1923678"/>
            <a:ext cx="3024336" cy="2736304"/>
          </a:xfrm>
          <a:prstGeom prst="rect">
            <a:avLst/>
          </a:prstGeom>
          <a:noFill/>
          <a:ln>
            <a:noFill/>
          </a:ln>
        </p:spPr>
      </p:pic>
    </p:spTree>
    <p:extLst>
      <p:ext uri="{BB962C8B-B14F-4D97-AF65-F5344CB8AC3E}">
        <p14:creationId xmlns:p14="http://schemas.microsoft.com/office/powerpoint/2010/main" val="380081652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661855" y="1008969"/>
            <a:ext cx="4702233" cy="390106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smtClean="0">
                <a:solidFill>
                  <a:prstClr val="black"/>
                </a:solidFill>
              </a:rPr>
              <a:t>3</a:t>
            </a:r>
            <a:r>
              <a:rPr lang="zh-CN" altLang="en-US" b="1" dirty="0" smtClean="0">
                <a:solidFill>
                  <a:prstClr val="black"/>
                </a:solidFill>
              </a:rPr>
              <a:t>．打开</a:t>
            </a:r>
            <a:r>
              <a:rPr lang="en-US" altLang="zh-CN" b="1" dirty="0" err="1" smtClean="0"/>
              <a:t>uC</a:t>
            </a:r>
            <a:r>
              <a:rPr lang="en-US" altLang="zh-CN" b="1" dirty="0" smtClean="0"/>
              <a:t>/OS-III</a:t>
            </a:r>
            <a:r>
              <a:rPr lang="zh-CN" altLang="zh-CN" b="1" dirty="0"/>
              <a:t>源码文件，将源码中的三个文件夹</a:t>
            </a:r>
            <a:r>
              <a:rPr lang="en-US" altLang="zh-CN" b="1" dirty="0" err="1"/>
              <a:t>uC</a:t>
            </a:r>
            <a:r>
              <a:rPr lang="en-US" altLang="zh-CN" b="1" dirty="0"/>
              <a:t>-CPU</a:t>
            </a:r>
            <a:r>
              <a:rPr lang="zh-CN" altLang="zh-CN" b="1" dirty="0"/>
              <a:t>、</a:t>
            </a:r>
            <a:r>
              <a:rPr lang="en-US" altLang="zh-CN" b="1" dirty="0" err="1"/>
              <a:t>uC</a:t>
            </a:r>
            <a:r>
              <a:rPr lang="en-US" altLang="zh-CN" b="1" dirty="0"/>
              <a:t>-LIB</a:t>
            </a:r>
            <a:r>
              <a:rPr lang="zh-CN" altLang="zh-CN" b="1" dirty="0" smtClean="0"/>
              <a:t>、</a:t>
            </a:r>
            <a:r>
              <a:rPr lang="en-US" altLang="zh-CN" b="1" dirty="0" err="1" smtClean="0"/>
              <a:t>uCOS</a:t>
            </a:r>
            <a:r>
              <a:rPr lang="en-US" altLang="zh-CN" b="1" dirty="0" smtClean="0"/>
              <a:t>-III</a:t>
            </a:r>
            <a:r>
              <a:rPr lang="zh-CN" altLang="zh-CN" b="1" dirty="0"/>
              <a:t>复制到</a:t>
            </a:r>
            <a:r>
              <a:rPr lang="en-US" altLang="zh-CN" b="1" dirty="0"/>
              <a:t>UCOS-III+LED</a:t>
            </a:r>
            <a:r>
              <a:rPr lang="zh-CN" altLang="zh-CN" b="1" dirty="0"/>
              <a:t>工程目录</a:t>
            </a:r>
            <a:r>
              <a:rPr lang="zh-CN" altLang="zh-CN" b="1" dirty="0" smtClean="0"/>
              <a:t>下：</a:t>
            </a:r>
            <a:endParaRPr lang="zh-CN" altLang="zh-CN" b="1" dirty="0"/>
          </a:p>
          <a:p>
            <a:pPr>
              <a:lnSpc>
                <a:spcPct val="125000"/>
              </a:lnSpc>
            </a:pPr>
            <a:r>
              <a:rPr lang="en-US" altLang="zh-CN" b="1" dirty="0" err="1"/>
              <a:t>uC</a:t>
            </a:r>
            <a:r>
              <a:rPr lang="en-US" altLang="zh-CN" b="1" dirty="0"/>
              <a:t>-CPU\ARM-Cortex-M3</a:t>
            </a:r>
            <a:r>
              <a:rPr lang="zh-CN" altLang="zh-CN" b="1" dirty="0"/>
              <a:t>路径下的</a:t>
            </a:r>
            <a:r>
              <a:rPr lang="en-US" altLang="zh-CN" b="1" dirty="0"/>
              <a:t>GNU</a:t>
            </a:r>
            <a:r>
              <a:rPr lang="zh-CN" altLang="zh-CN" b="1" dirty="0"/>
              <a:t>和</a:t>
            </a:r>
            <a:r>
              <a:rPr lang="en-US" altLang="zh-CN" b="1" dirty="0"/>
              <a:t>IAR</a:t>
            </a:r>
            <a:r>
              <a:rPr lang="zh-CN" altLang="zh-CN" b="1" dirty="0"/>
              <a:t>两个文件夹删除；</a:t>
            </a:r>
          </a:p>
          <a:p>
            <a:pPr>
              <a:lnSpc>
                <a:spcPct val="125000"/>
              </a:lnSpc>
            </a:pPr>
            <a:r>
              <a:rPr lang="en-US" altLang="zh-CN" b="1" dirty="0" err="1"/>
              <a:t>uC</a:t>
            </a:r>
            <a:r>
              <a:rPr lang="en-US" altLang="zh-CN" b="1" dirty="0"/>
              <a:t>-LIB\Ports\ARM-Cortex-M3</a:t>
            </a:r>
            <a:r>
              <a:rPr lang="zh-CN" altLang="zh-CN" b="1" dirty="0"/>
              <a:t>路径下的</a:t>
            </a:r>
            <a:r>
              <a:rPr lang="en-US" altLang="zh-CN" b="1" dirty="0"/>
              <a:t>GNU</a:t>
            </a:r>
            <a:r>
              <a:rPr lang="zh-CN" altLang="zh-CN" b="1" dirty="0"/>
              <a:t>和</a:t>
            </a:r>
            <a:r>
              <a:rPr lang="en-US" altLang="zh-CN" b="1" dirty="0"/>
              <a:t>IAR</a:t>
            </a:r>
            <a:r>
              <a:rPr lang="zh-CN" altLang="zh-CN" b="1" dirty="0"/>
              <a:t>两个文件夹删除；</a:t>
            </a:r>
          </a:p>
          <a:p>
            <a:pPr>
              <a:lnSpc>
                <a:spcPct val="125000"/>
              </a:lnSpc>
            </a:pPr>
            <a:r>
              <a:rPr lang="en-US" altLang="zh-CN" b="1" dirty="0" err="1" smtClean="0"/>
              <a:t>uCOS</a:t>
            </a:r>
            <a:r>
              <a:rPr lang="en-US" altLang="zh-CN" b="1" dirty="0" smtClean="0"/>
              <a:t>-III\Ports\ARM-Cortex-M3\Generic</a:t>
            </a:r>
            <a:r>
              <a:rPr lang="zh-CN" altLang="zh-CN" b="1" dirty="0"/>
              <a:t>路径下的</a:t>
            </a:r>
            <a:r>
              <a:rPr lang="en-US" altLang="zh-CN" b="1" dirty="0"/>
              <a:t>GNU</a:t>
            </a:r>
            <a:r>
              <a:rPr lang="zh-CN" altLang="zh-CN" b="1" dirty="0"/>
              <a:t>和</a:t>
            </a:r>
            <a:r>
              <a:rPr lang="en-US" altLang="zh-CN" b="1" dirty="0"/>
              <a:t>IAR</a:t>
            </a:r>
            <a:r>
              <a:rPr lang="zh-CN" altLang="zh-CN" b="1" dirty="0"/>
              <a:t>两个文件夹删除；</a:t>
            </a:r>
          </a:p>
          <a:p>
            <a:pPr>
              <a:lnSpc>
                <a:spcPct val="125000"/>
              </a:lnSpc>
            </a:pPr>
            <a:r>
              <a:rPr lang="zh-CN" altLang="zh-CN" b="1" dirty="0"/>
              <a:t>新建一个</a:t>
            </a:r>
            <a:r>
              <a:rPr lang="en-US" altLang="zh-CN" b="1" dirty="0"/>
              <a:t>UC-CONFIG</a:t>
            </a:r>
            <a:r>
              <a:rPr lang="zh-CN" altLang="zh-CN" b="1" dirty="0"/>
              <a:t>文件夹，用于存放相关的</a:t>
            </a:r>
            <a:r>
              <a:rPr lang="zh-CN" altLang="zh-CN" b="1" dirty="0" smtClean="0"/>
              <a:t>配置文件</a:t>
            </a:r>
            <a:r>
              <a:rPr lang="zh-CN" altLang="en-US" b="1" dirty="0" smtClean="0"/>
              <a:t>。</a:t>
            </a:r>
            <a:endParaRPr lang="zh-CN" altLang="zh-CN" b="1" dirty="0"/>
          </a:p>
        </p:txBody>
      </p:sp>
      <p:sp>
        <p:nvSpPr>
          <p:cNvPr id="3" name="矩形 2"/>
          <p:cNvSpPr/>
          <p:nvPr/>
        </p:nvSpPr>
        <p:spPr>
          <a:xfrm>
            <a:off x="3419872" y="406932"/>
            <a:ext cx="4572470" cy="369332"/>
          </a:xfrm>
          <a:prstGeom prst="rect">
            <a:avLst/>
          </a:prstGeom>
        </p:spPr>
        <p:txBody>
          <a:bodyPr wrap="none">
            <a:spAutoFit/>
          </a:bodyPr>
          <a:lstStyle/>
          <a:p>
            <a:r>
              <a:rPr lang="en-US" altLang="zh-CN" b="1" dirty="0"/>
              <a:t>Step1</a:t>
            </a:r>
            <a:r>
              <a:rPr lang="zh-CN" altLang="zh-CN" b="1" dirty="0"/>
              <a:t>：复制</a:t>
            </a:r>
            <a:r>
              <a:rPr lang="en-US" altLang="zh-CN" b="1" dirty="0" err="1"/>
              <a:t>uC</a:t>
            </a:r>
            <a:r>
              <a:rPr lang="en-US" altLang="zh-CN" b="1" dirty="0"/>
              <a:t>/OS-III</a:t>
            </a:r>
            <a:r>
              <a:rPr lang="zh-CN" altLang="zh-CN" b="1" dirty="0"/>
              <a:t>源文件到</a:t>
            </a:r>
            <a:r>
              <a:rPr lang="en-US" altLang="zh-CN" b="1" dirty="0"/>
              <a:t>SMT32</a:t>
            </a:r>
            <a:r>
              <a:rPr lang="zh-CN" altLang="zh-CN" b="1" dirty="0"/>
              <a:t>工程中</a:t>
            </a:r>
            <a:endParaRPr lang="zh-CN" altLang="zh-CN" dirty="0"/>
          </a:p>
        </p:txBody>
      </p:sp>
      <p:pic>
        <p:nvPicPr>
          <p:cNvPr id="14" name="图片 13" descr="C:\Users\Administrator\Desktop\Snipaste_2019-04-02_09-07-20.jpg"/>
          <p:cNvPicPr/>
          <p:nvPr/>
        </p:nvPicPr>
        <p:blipFill>
          <a:blip r:embed="rId3">
            <a:extLst>
              <a:ext uri="{28A0092B-C50C-407E-A947-70E740481C1C}">
                <a14:useLocalDpi xmlns:a14="http://schemas.microsoft.com/office/drawing/2010/main" val="0"/>
              </a:ext>
            </a:extLst>
          </a:blip>
          <a:srcRect/>
          <a:stretch>
            <a:fillRect/>
          </a:stretch>
        </p:blipFill>
        <p:spPr bwMode="auto">
          <a:xfrm>
            <a:off x="5796136" y="1779662"/>
            <a:ext cx="2826333" cy="1656184"/>
          </a:xfrm>
          <a:prstGeom prst="rect">
            <a:avLst/>
          </a:prstGeom>
          <a:noFill/>
          <a:ln>
            <a:noFill/>
          </a:ln>
        </p:spPr>
      </p:pic>
    </p:spTree>
    <p:extLst>
      <p:ext uri="{BB962C8B-B14F-4D97-AF65-F5344CB8AC3E}">
        <p14:creationId xmlns:p14="http://schemas.microsoft.com/office/powerpoint/2010/main" val="241705458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661855" y="1008969"/>
            <a:ext cx="3694121" cy="390106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4</a:t>
            </a:r>
            <a:r>
              <a:rPr lang="zh-CN" altLang="en-US" b="1" dirty="0">
                <a:solidFill>
                  <a:prstClr val="black"/>
                </a:solidFill>
              </a:rPr>
              <a:t>．复制官方</a:t>
            </a:r>
            <a:r>
              <a:rPr lang="en-US" altLang="zh-CN" b="1" dirty="0" err="1">
                <a:solidFill>
                  <a:prstClr val="black"/>
                </a:solidFill>
              </a:rPr>
              <a:t>uC</a:t>
            </a:r>
            <a:r>
              <a:rPr lang="en-US" altLang="zh-CN" b="1" dirty="0">
                <a:solidFill>
                  <a:prstClr val="black"/>
                </a:solidFill>
              </a:rPr>
              <a:t>/OS-III</a:t>
            </a:r>
            <a:r>
              <a:rPr lang="zh-CN" altLang="en-US" b="1" dirty="0">
                <a:solidFill>
                  <a:prstClr val="black"/>
                </a:solidFill>
              </a:rPr>
              <a:t>源码中的相关文件到新建的</a:t>
            </a:r>
            <a:r>
              <a:rPr lang="en-US" altLang="zh-CN" b="1" dirty="0">
                <a:solidFill>
                  <a:prstClr val="black"/>
                </a:solidFill>
              </a:rPr>
              <a:t>UC-CONFIG</a:t>
            </a:r>
            <a:r>
              <a:rPr lang="zh-CN" altLang="en-US" b="1" dirty="0">
                <a:solidFill>
                  <a:prstClr val="black"/>
                </a:solidFill>
              </a:rPr>
              <a:t>文件夹，路径如下：</a:t>
            </a:r>
          </a:p>
          <a:p>
            <a:pPr>
              <a:lnSpc>
                <a:spcPct val="125000"/>
              </a:lnSpc>
            </a:pPr>
            <a:r>
              <a:rPr lang="en-US" altLang="zh-CN" b="1" dirty="0">
                <a:solidFill>
                  <a:prstClr val="black"/>
                </a:solidFill>
              </a:rPr>
              <a:t>\</a:t>
            </a:r>
            <a:r>
              <a:rPr lang="en-US" altLang="zh-CN" b="1" dirty="0" err="1">
                <a:solidFill>
                  <a:prstClr val="black"/>
                </a:solidFill>
              </a:rPr>
              <a:t>Micrium</a:t>
            </a:r>
            <a:r>
              <a:rPr lang="en-US" altLang="zh-CN" b="1" dirty="0">
                <a:solidFill>
                  <a:prstClr val="black"/>
                </a:solidFill>
              </a:rPr>
              <a:t>\Software\</a:t>
            </a:r>
            <a:r>
              <a:rPr lang="en-US" altLang="zh-CN" b="1" dirty="0" err="1">
                <a:solidFill>
                  <a:prstClr val="black"/>
                </a:solidFill>
              </a:rPr>
              <a:t>EvalBoards</a:t>
            </a:r>
            <a:r>
              <a:rPr lang="en-US" altLang="zh-CN" b="1" dirty="0">
                <a:solidFill>
                  <a:prstClr val="black"/>
                </a:solidFill>
              </a:rPr>
              <a:t>\</a:t>
            </a:r>
            <a:r>
              <a:rPr lang="en-US" altLang="zh-CN" b="1" dirty="0" err="1">
                <a:solidFill>
                  <a:prstClr val="black"/>
                </a:solidFill>
              </a:rPr>
              <a:t>Micrium</a:t>
            </a:r>
            <a:r>
              <a:rPr lang="en-US" altLang="zh-CN" b="1" dirty="0">
                <a:solidFill>
                  <a:prstClr val="black"/>
                </a:solidFill>
              </a:rPr>
              <a:t>\uC-Eval-STM32F107\</a:t>
            </a:r>
            <a:r>
              <a:rPr lang="en-US" altLang="zh-CN" b="1" dirty="0" err="1">
                <a:solidFill>
                  <a:prstClr val="black"/>
                </a:solidFill>
              </a:rPr>
              <a:t>uCOS</a:t>
            </a:r>
            <a:r>
              <a:rPr lang="en-US" altLang="zh-CN" b="1" dirty="0">
                <a:solidFill>
                  <a:prstClr val="black"/>
                </a:solidFill>
              </a:rPr>
              <a:t>-III</a:t>
            </a:r>
            <a:r>
              <a:rPr lang="zh-CN" altLang="en-US" b="1" dirty="0">
                <a:solidFill>
                  <a:prstClr val="black"/>
                </a:solidFill>
              </a:rPr>
              <a:t>，将其中的</a:t>
            </a:r>
            <a:r>
              <a:rPr lang="en-US" altLang="zh-CN" b="1" dirty="0" err="1">
                <a:solidFill>
                  <a:prstClr val="black"/>
                </a:solidFill>
              </a:rPr>
              <a:t>app.c</a:t>
            </a:r>
            <a:r>
              <a:rPr lang="zh-CN" altLang="en-US" b="1" dirty="0">
                <a:solidFill>
                  <a:prstClr val="black"/>
                </a:solidFill>
              </a:rPr>
              <a:t>、</a:t>
            </a:r>
            <a:r>
              <a:rPr lang="en-US" altLang="zh-CN" b="1" dirty="0" err="1">
                <a:solidFill>
                  <a:prstClr val="black"/>
                </a:solidFill>
              </a:rPr>
              <a:t>app_cfg.h</a:t>
            </a:r>
            <a:r>
              <a:rPr lang="zh-CN" altLang="en-US" b="1" dirty="0">
                <a:solidFill>
                  <a:prstClr val="black"/>
                </a:solidFill>
              </a:rPr>
              <a:t>、</a:t>
            </a:r>
            <a:r>
              <a:rPr lang="en-US" altLang="zh-CN" b="1" dirty="0" err="1">
                <a:solidFill>
                  <a:prstClr val="black"/>
                </a:solidFill>
              </a:rPr>
              <a:t>cpu_cfg.h</a:t>
            </a:r>
            <a:r>
              <a:rPr lang="zh-CN" altLang="en-US" b="1" dirty="0">
                <a:solidFill>
                  <a:prstClr val="black"/>
                </a:solidFill>
              </a:rPr>
              <a:t>、</a:t>
            </a:r>
            <a:r>
              <a:rPr lang="en-US" altLang="zh-CN" b="1" dirty="0" err="1">
                <a:solidFill>
                  <a:prstClr val="black"/>
                </a:solidFill>
              </a:rPr>
              <a:t>includes.h</a:t>
            </a:r>
            <a:r>
              <a:rPr lang="zh-CN" altLang="en-US" b="1" dirty="0">
                <a:solidFill>
                  <a:prstClr val="black"/>
                </a:solidFill>
              </a:rPr>
              <a:t>、</a:t>
            </a:r>
            <a:r>
              <a:rPr lang="en-US" altLang="zh-CN" b="1" dirty="0" err="1">
                <a:solidFill>
                  <a:prstClr val="black"/>
                </a:solidFill>
              </a:rPr>
              <a:t>lib_cfg.h</a:t>
            </a:r>
            <a:r>
              <a:rPr lang="zh-CN" altLang="en-US" b="1" dirty="0">
                <a:solidFill>
                  <a:prstClr val="black"/>
                </a:solidFill>
              </a:rPr>
              <a:t>、</a:t>
            </a:r>
            <a:r>
              <a:rPr lang="en-US" altLang="zh-CN" b="1" dirty="0" err="1">
                <a:solidFill>
                  <a:prstClr val="black"/>
                </a:solidFill>
              </a:rPr>
              <a:t>os_app_hooks.c</a:t>
            </a:r>
            <a:r>
              <a:rPr lang="zh-CN" altLang="en-US" b="1" dirty="0">
                <a:solidFill>
                  <a:prstClr val="black"/>
                </a:solidFill>
              </a:rPr>
              <a:t>、</a:t>
            </a:r>
            <a:r>
              <a:rPr lang="en-US" altLang="zh-CN" b="1" dirty="0" err="1">
                <a:solidFill>
                  <a:prstClr val="black"/>
                </a:solidFill>
              </a:rPr>
              <a:t>os_app_hooks.h</a:t>
            </a:r>
            <a:r>
              <a:rPr lang="zh-CN" altLang="en-US" b="1" dirty="0">
                <a:solidFill>
                  <a:prstClr val="black"/>
                </a:solidFill>
              </a:rPr>
              <a:t>、</a:t>
            </a:r>
            <a:r>
              <a:rPr lang="en-US" altLang="zh-CN" b="1" dirty="0" err="1">
                <a:solidFill>
                  <a:prstClr val="black"/>
                </a:solidFill>
              </a:rPr>
              <a:t>os_cfg.h</a:t>
            </a:r>
            <a:r>
              <a:rPr lang="zh-CN" altLang="en-US" b="1" dirty="0">
                <a:solidFill>
                  <a:prstClr val="black"/>
                </a:solidFill>
              </a:rPr>
              <a:t>、</a:t>
            </a:r>
            <a:r>
              <a:rPr lang="en-US" altLang="zh-CN" b="1" dirty="0" err="1">
                <a:solidFill>
                  <a:prstClr val="black"/>
                </a:solidFill>
              </a:rPr>
              <a:t>os_cfg_app.h</a:t>
            </a:r>
            <a:r>
              <a:rPr lang="zh-CN" altLang="en-US" b="1" dirty="0">
                <a:solidFill>
                  <a:prstClr val="black"/>
                </a:solidFill>
              </a:rPr>
              <a:t>等</a:t>
            </a:r>
            <a:r>
              <a:rPr lang="en-US" altLang="zh-CN" b="1" dirty="0">
                <a:solidFill>
                  <a:prstClr val="black"/>
                </a:solidFill>
              </a:rPr>
              <a:t>9</a:t>
            </a:r>
            <a:r>
              <a:rPr lang="zh-CN" altLang="en-US" b="1" dirty="0">
                <a:solidFill>
                  <a:prstClr val="black"/>
                </a:solidFill>
              </a:rPr>
              <a:t>个文件复制到</a:t>
            </a:r>
            <a:r>
              <a:rPr lang="en-US" altLang="zh-CN" b="1" dirty="0">
                <a:solidFill>
                  <a:prstClr val="black"/>
                </a:solidFill>
              </a:rPr>
              <a:t>UC-CONFIG</a:t>
            </a:r>
            <a:r>
              <a:rPr lang="zh-CN" altLang="en-US" b="1" dirty="0">
                <a:solidFill>
                  <a:prstClr val="black"/>
                </a:solidFill>
              </a:rPr>
              <a:t>文件夹下</a:t>
            </a:r>
            <a:r>
              <a:rPr lang="zh-CN" altLang="en-US" b="1" dirty="0" smtClean="0">
                <a:solidFill>
                  <a:prstClr val="black"/>
                </a:solidFill>
              </a:rPr>
              <a:t>，将</a:t>
            </a:r>
            <a:r>
              <a:rPr lang="zh-CN" altLang="en-US" b="1" dirty="0">
                <a:solidFill>
                  <a:prstClr val="black"/>
                </a:solidFill>
              </a:rPr>
              <a:t>原工程中的</a:t>
            </a:r>
            <a:r>
              <a:rPr lang="en-US" altLang="zh-CN" b="1" dirty="0" err="1">
                <a:solidFill>
                  <a:prstClr val="black"/>
                </a:solidFill>
              </a:rPr>
              <a:t>main.c</a:t>
            </a:r>
            <a:r>
              <a:rPr lang="zh-CN" altLang="en-US" b="1" dirty="0">
                <a:solidFill>
                  <a:prstClr val="black"/>
                </a:solidFill>
              </a:rPr>
              <a:t>文件移</a:t>
            </a:r>
            <a:r>
              <a:rPr lang="zh-CN" altLang="en-US" b="1" dirty="0" smtClean="0">
                <a:solidFill>
                  <a:prstClr val="black"/>
                </a:solidFill>
              </a:rPr>
              <a:t>除。</a:t>
            </a:r>
            <a:endParaRPr lang="zh-CN" altLang="zh-CN" b="1" dirty="0"/>
          </a:p>
        </p:txBody>
      </p:sp>
      <p:sp>
        <p:nvSpPr>
          <p:cNvPr id="3" name="矩形 2"/>
          <p:cNvSpPr/>
          <p:nvPr/>
        </p:nvSpPr>
        <p:spPr>
          <a:xfrm>
            <a:off x="3419872" y="406932"/>
            <a:ext cx="4572470" cy="369332"/>
          </a:xfrm>
          <a:prstGeom prst="rect">
            <a:avLst/>
          </a:prstGeom>
        </p:spPr>
        <p:txBody>
          <a:bodyPr wrap="none">
            <a:spAutoFit/>
          </a:bodyPr>
          <a:lstStyle/>
          <a:p>
            <a:r>
              <a:rPr lang="en-US" altLang="zh-CN" b="1" dirty="0"/>
              <a:t>Step1</a:t>
            </a:r>
            <a:r>
              <a:rPr lang="zh-CN" altLang="zh-CN" b="1" dirty="0"/>
              <a:t>：复制</a:t>
            </a:r>
            <a:r>
              <a:rPr lang="en-US" altLang="zh-CN" b="1" dirty="0" err="1"/>
              <a:t>uC</a:t>
            </a:r>
            <a:r>
              <a:rPr lang="en-US" altLang="zh-CN" b="1" dirty="0"/>
              <a:t>/OS-III</a:t>
            </a:r>
            <a:r>
              <a:rPr lang="zh-CN" altLang="zh-CN" b="1" dirty="0"/>
              <a:t>源文件到</a:t>
            </a:r>
            <a:r>
              <a:rPr lang="en-US" altLang="zh-CN" b="1" dirty="0"/>
              <a:t>SMT32</a:t>
            </a:r>
            <a:r>
              <a:rPr lang="zh-CN" altLang="zh-CN" b="1" dirty="0"/>
              <a:t>工程中</a:t>
            </a:r>
            <a:endParaRPr lang="zh-CN" altLang="zh-CN" dirty="0"/>
          </a:p>
        </p:txBody>
      </p:sp>
      <p:pic>
        <p:nvPicPr>
          <p:cNvPr id="10" name="图片 9" descr="C:\Users\Administrator\Desktop\Snipaste_2019-04-02_09-27-51.jpg"/>
          <p:cNvPicPr/>
          <p:nvPr/>
        </p:nvPicPr>
        <p:blipFill>
          <a:blip r:embed="rId3">
            <a:extLst>
              <a:ext uri="{28A0092B-C50C-407E-A947-70E740481C1C}">
                <a14:useLocalDpi xmlns:a14="http://schemas.microsoft.com/office/drawing/2010/main" val="0"/>
              </a:ext>
            </a:extLst>
          </a:blip>
          <a:srcRect/>
          <a:stretch>
            <a:fillRect/>
          </a:stretch>
        </p:blipFill>
        <p:spPr bwMode="auto">
          <a:xfrm>
            <a:off x="5436096" y="771550"/>
            <a:ext cx="2221230" cy="2683510"/>
          </a:xfrm>
          <a:prstGeom prst="rect">
            <a:avLst/>
          </a:prstGeom>
          <a:noFill/>
          <a:ln>
            <a:noFill/>
          </a:ln>
        </p:spPr>
      </p:pic>
      <p:sp>
        <p:nvSpPr>
          <p:cNvPr id="11" name="矩形 10"/>
          <p:cNvSpPr/>
          <p:nvPr/>
        </p:nvSpPr>
        <p:spPr>
          <a:xfrm>
            <a:off x="4644008" y="3435846"/>
            <a:ext cx="4032448"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solidFill>
                  <a:prstClr val="black"/>
                </a:solidFill>
              </a:rPr>
              <a:t>     将</a:t>
            </a:r>
            <a:r>
              <a:rPr lang="en-US" altLang="zh-CN" b="1" dirty="0" err="1">
                <a:solidFill>
                  <a:prstClr val="black"/>
                </a:solidFill>
              </a:rPr>
              <a:t>Micrium</a:t>
            </a:r>
            <a:r>
              <a:rPr lang="en-US" altLang="zh-CN" b="1" dirty="0">
                <a:solidFill>
                  <a:prstClr val="black"/>
                </a:solidFill>
              </a:rPr>
              <a:t>\Software\</a:t>
            </a:r>
            <a:r>
              <a:rPr lang="en-US" altLang="zh-CN" b="1" dirty="0" err="1">
                <a:solidFill>
                  <a:prstClr val="black"/>
                </a:solidFill>
              </a:rPr>
              <a:t>EvalBoards</a:t>
            </a:r>
            <a:r>
              <a:rPr lang="en-US" altLang="zh-CN" b="1" dirty="0" smtClean="0">
                <a:solidFill>
                  <a:prstClr val="black"/>
                </a:solidFill>
              </a:rPr>
              <a:t>\</a:t>
            </a:r>
          </a:p>
          <a:p>
            <a:pPr>
              <a:lnSpc>
                <a:spcPct val="125000"/>
              </a:lnSpc>
            </a:pPr>
            <a:r>
              <a:rPr lang="en-US" altLang="zh-CN" b="1" dirty="0" err="1" smtClean="0">
                <a:solidFill>
                  <a:prstClr val="black"/>
                </a:solidFill>
              </a:rPr>
              <a:t>Micrium</a:t>
            </a:r>
            <a:r>
              <a:rPr lang="en-US" altLang="zh-CN" b="1" dirty="0" smtClean="0">
                <a:solidFill>
                  <a:prstClr val="black"/>
                </a:solidFill>
              </a:rPr>
              <a:t>\uC-Eval-STM32F107\BSP</a:t>
            </a:r>
            <a:r>
              <a:rPr lang="zh-CN" altLang="en-US" b="1" dirty="0">
                <a:solidFill>
                  <a:prstClr val="black"/>
                </a:solidFill>
              </a:rPr>
              <a:t>文件夹下的</a:t>
            </a:r>
            <a:r>
              <a:rPr lang="en-US" altLang="zh-CN" b="1" dirty="0" err="1">
                <a:solidFill>
                  <a:prstClr val="black"/>
                </a:solidFill>
              </a:rPr>
              <a:t>bsp.c</a:t>
            </a:r>
            <a:r>
              <a:rPr lang="zh-CN" altLang="en-US" b="1" dirty="0">
                <a:solidFill>
                  <a:prstClr val="black"/>
                </a:solidFill>
              </a:rPr>
              <a:t>、</a:t>
            </a:r>
            <a:r>
              <a:rPr lang="en-US" altLang="zh-CN" b="1" dirty="0" err="1">
                <a:solidFill>
                  <a:prstClr val="black"/>
                </a:solidFill>
              </a:rPr>
              <a:t>bsp.h</a:t>
            </a:r>
            <a:r>
              <a:rPr lang="zh-CN" altLang="en-US" b="1" dirty="0">
                <a:solidFill>
                  <a:prstClr val="black"/>
                </a:solidFill>
              </a:rPr>
              <a:t>两个文件复制到</a:t>
            </a:r>
            <a:r>
              <a:rPr lang="en-US" altLang="zh-CN" b="1" dirty="0">
                <a:solidFill>
                  <a:prstClr val="black"/>
                </a:solidFill>
              </a:rPr>
              <a:t>UC-CONFIG</a:t>
            </a:r>
            <a:r>
              <a:rPr lang="zh-CN" altLang="en-US" b="1" dirty="0">
                <a:solidFill>
                  <a:prstClr val="black"/>
                </a:solidFill>
              </a:rPr>
              <a:t>文件夹中。</a:t>
            </a:r>
            <a:endParaRPr lang="zh-CN" altLang="zh-CN" b="1" dirty="0"/>
          </a:p>
        </p:txBody>
      </p:sp>
    </p:spTree>
    <p:extLst>
      <p:ext uri="{BB962C8B-B14F-4D97-AF65-F5344CB8AC3E}">
        <p14:creationId xmlns:p14="http://schemas.microsoft.com/office/powerpoint/2010/main" val="249561182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5796135" y="1203598"/>
            <a:ext cx="2736305" cy="320857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spcAft>
                <a:spcPts val="1200"/>
              </a:spcAft>
            </a:pPr>
            <a:r>
              <a:rPr lang="en-US" altLang="zh-CN" b="1" dirty="0">
                <a:solidFill>
                  <a:prstClr val="black"/>
                </a:solidFill>
              </a:rPr>
              <a:t>6</a:t>
            </a:r>
            <a:r>
              <a:rPr lang="zh-CN" altLang="en-US" b="1" dirty="0">
                <a:solidFill>
                  <a:prstClr val="black"/>
                </a:solidFill>
              </a:rPr>
              <a:t>．打开工程，将</a:t>
            </a:r>
            <a:r>
              <a:rPr lang="en-US" altLang="zh-CN" b="1" dirty="0" err="1">
                <a:solidFill>
                  <a:prstClr val="black"/>
                </a:solidFill>
              </a:rPr>
              <a:t>uC</a:t>
            </a:r>
            <a:r>
              <a:rPr lang="en-US" altLang="zh-CN" b="1" dirty="0">
                <a:solidFill>
                  <a:prstClr val="black"/>
                </a:solidFill>
              </a:rPr>
              <a:t>/OS-III</a:t>
            </a:r>
            <a:r>
              <a:rPr lang="zh-CN" altLang="en-US" b="1" dirty="0">
                <a:solidFill>
                  <a:prstClr val="black"/>
                </a:solidFill>
              </a:rPr>
              <a:t>的源码添加到</a:t>
            </a:r>
            <a:r>
              <a:rPr lang="en-US" altLang="zh-CN" b="1" dirty="0">
                <a:solidFill>
                  <a:prstClr val="black"/>
                </a:solidFill>
              </a:rPr>
              <a:t>STM32</a:t>
            </a:r>
            <a:r>
              <a:rPr lang="zh-CN" altLang="en-US" b="1" dirty="0">
                <a:solidFill>
                  <a:prstClr val="black"/>
                </a:solidFill>
              </a:rPr>
              <a:t>工程中，单击</a:t>
            </a:r>
            <a:r>
              <a:rPr lang="en-US" altLang="zh-CN" b="1" dirty="0" err="1">
                <a:solidFill>
                  <a:prstClr val="black"/>
                </a:solidFill>
              </a:rPr>
              <a:t>Keil</a:t>
            </a:r>
            <a:r>
              <a:rPr lang="zh-CN" altLang="en-US" b="1" dirty="0">
                <a:solidFill>
                  <a:prstClr val="black"/>
                </a:solidFill>
              </a:rPr>
              <a:t>快捷菜单中的 按钮，在弹出的“</a:t>
            </a:r>
            <a:r>
              <a:rPr lang="en-US" altLang="zh-CN" b="1" dirty="0">
                <a:solidFill>
                  <a:prstClr val="black"/>
                </a:solidFill>
              </a:rPr>
              <a:t>Manage Project Items”</a:t>
            </a:r>
            <a:r>
              <a:rPr lang="zh-CN" altLang="en-US" b="1" dirty="0">
                <a:solidFill>
                  <a:prstClr val="black"/>
                </a:solidFill>
              </a:rPr>
              <a:t>的“</a:t>
            </a:r>
            <a:r>
              <a:rPr lang="en-US" altLang="zh-CN" b="1" dirty="0">
                <a:solidFill>
                  <a:prstClr val="black"/>
                </a:solidFill>
              </a:rPr>
              <a:t>Groups”</a:t>
            </a:r>
            <a:r>
              <a:rPr lang="zh-CN" altLang="en-US" b="1" dirty="0">
                <a:solidFill>
                  <a:prstClr val="black"/>
                </a:solidFill>
              </a:rPr>
              <a:t>一栏添加五个新的工程组：</a:t>
            </a:r>
            <a:r>
              <a:rPr lang="en-US" altLang="zh-CN" b="1" dirty="0">
                <a:solidFill>
                  <a:prstClr val="black"/>
                </a:solidFill>
              </a:rPr>
              <a:t>UC-CPU</a:t>
            </a:r>
            <a:r>
              <a:rPr lang="zh-CN" altLang="en-US" b="1" dirty="0">
                <a:solidFill>
                  <a:prstClr val="black"/>
                </a:solidFill>
              </a:rPr>
              <a:t>、</a:t>
            </a:r>
            <a:r>
              <a:rPr lang="en-US" altLang="zh-CN" b="1" dirty="0">
                <a:solidFill>
                  <a:prstClr val="black"/>
                </a:solidFill>
              </a:rPr>
              <a:t>UC-LIB</a:t>
            </a:r>
            <a:r>
              <a:rPr lang="zh-CN" altLang="en-US" b="1" dirty="0">
                <a:solidFill>
                  <a:prstClr val="black"/>
                </a:solidFill>
              </a:rPr>
              <a:t>、</a:t>
            </a:r>
            <a:r>
              <a:rPr lang="en-US" altLang="zh-CN" b="1" dirty="0">
                <a:solidFill>
                  <a:prstClr val="black"/>
                </a:solidFill>
              </a:rPr>
              <a:t>UC-SOURCE</a:t>
            </a:r>
            <a:r>
              <a:rPr lang="zh-CN" altLang="en-US" b="1" dirty="0">
                <a:solidFill>
                  <a:prstClr val="black"/>
                </a:solidFill>
              </a:rPr>
              <a:t>、</a:t>
            </a:r>
            <a:r>
              <a:rPr lang="en-US" altLang="zh-CN" b="1" dirty="0">
                <a:solidFill>
                  <a:prstClr val="black"/>
                </a:solidFill>
              </a:rPr>
              <a:t>UC-PORT</a:t>
            </a:r>
            <a:r>
              <a:rPr lang="zh-CN" altLang="en-US" b="1" dirty="0">
                <a:solidFill>
                  <a:prstClr val="black"/>
                </a:solidFill>
              </a:rPr>
              <a:t>、</a:t>
            </a:r>
            <a:r>
              <a:rPr lang="en-US" altLang="zh-CN" b="1" dirty="0">
                <a:solidFill>
                  <a:prstClr val="black"/>
                </a:solidFill>
              </a:rPr>
              <a:t>UC-CONFIG</a:t>
            </a:r>
            <a:endParaRPr lang="zh-CN" altLang="en-US" b="1" dirty="0">
              <a:solidFill>
                <a:prstClr val="black"/>
              </a:solidFill>
            </a:endParaRPr>
          </a:p>
        </p:txBody>
      </p:sp>
      <p:sp>
        <p:nvSpPr>
          <p:cNvPr id="3" name="矩形 2"/>
          <p:cNvSpPr/>
          <p:nvPr/>
        </p:nvSpPr>
        <p:spPr>
          <a:xfrm>
            <a:off x="3419872" y="406932"/>
            <a:ext cx="3913635" cy="369332"/>
          </a:xfrm>
          <a:prstGeom prst="rect">
            <a:avLst/>
          </a:prstGeom>
        </p:spPr>
        <p:txBody>
          <a:bodyPr wrap="none">
            <a:spAutoFit/>
          </a:bodyPr>
          <a:lstStyle/>
          <a:p>
            <a:r>
              <a:rPr lang="en-US" altLang="zh-CN" b="1" dirty="0"/>
              <a:t>Step2</a:t>
            </a:r>
            <a:r>
              <a:rPr lang="zh-CN" altLang="en-US" b="1" dirty="0"/>
              <a:t>：将</a:t>
            </a:r>
            <a:r>
              <a:rPr lang="en-US" altLang="zh-CN" b="1" dirty="0" err="1"/>
              <a:t>uC</a:t>
            </a:r>
            <a:r>
              <a:rPr lang="en-US" altLang="zh-CN" b="1" dirty="0"/>
              <a:t>/OS-III</a:t>
            </a:r>
            <a:r>
              <a:rPr lang="zh-CN" altLang="en-US" b="1" dirty="0"/>
              <a:t>源文件添加进工程</a:t>
            </a:r>
            <a:endParaRPr lang="zh-CN" altLang="zh-CN" dirty="0"/>
          </a:p>
        </p:txBody>
      </p:sp>
      <p:pic>
        <p:nvPicPr>
          <p:cNvPr id="14" name="图片 13" descr="C:\Users\Administrator\Desktop\Snipaste_2019-04-02_10-28-02.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5972" y="1043450"/>
            <a:ext cx="5083706" cy="3769583"/>
          </a:xfrm>
          <a:prstGeom prst="rect">
            <a:avLst/>
          </a:prstGeom>
          <a:noFill/>
          <a:ln>
            <a:noFill/>
          </a:ln>
        </p:spPr>
      </p:pic>
    </p:spTree>
    <p:extLst>
      <p:ext uri="{BB962C8B-B14F-4D97-AF65-F5344CB8AC3E}">
        <p14:creationId xmlns:p14="http://schemas.microsoft.com/office/powerpoint/2010/main" val="226835314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5376689" y="915566"/>
            <a:ext cx="3443784" cy="390106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7</a:t>
            </a:r>
            <a:r>
              <a:rPr lang="zh-CN" altLang="en-US" b="1" dirty="0">
                <a:solidFill>
                  <a:prstClr val="black"/>
                </a:solidFill>
              </a:rPr>
              <a:t>．向</a:t>
            </a:r>
            <a:r>
              <a:rPr lang="en-US" altLang="zh-CN" b="1" dirty="0">
                <a:solidFill>
                  <a:prstClr val="black"/>
                </a:solidFill>
              </a:rPr>
              <a:t>UC-CPU</a:t>
            </a:r>
            <a:r>
              <a:rPr lang="zh-CN" altLang="en-US" b="1" dirty="0">
                <a:solidFill>
                  <a:prstClr val="black"/>
                </a:solidFill>
              </a:rPr>
              <a:t>工程组件中添加源文件</a:t>
            </a:r>
            <a:r>
              <a:rPr lang="zh-CN" altLang="en-US" b="1" dirty="0" smtClean="0">
                <a:solidFill>
                  <a:prstClr val="black"/>
                </a:solidFill>
              </a:rPr>
              <a:t>。</a:t>
            </a:r>
            <a:endParaRPr lang="en-US" altLang="zh-CN" b="1" dirty="0" smtClean="0">
              <a:solidFill>
                <a:prstClr val="black"/>
              </a:solidFill>
            </a:endParaRPr>
          </a:p>
          <a:p>
            <a:pPr marL="285750" indent="-285750">
              <a:lnSpc>
                <a:spcPct val="125000"/>
              </a:lnSpc>
              <a:buFont typeface="Wingdings" pitchFamily="2" charset="2"/>
              <a:buChar char="Ø"/>
            </a:pPr>
            <a:r>
              <a:rPr lang="zh-CN" altLang="en-US" b="1" dirty="0" smtClean="0">
                <a:solidFill>
                  <a:prstClr val="black"/>
                </a:solidFill>
              </a:rPr>
              <a:t>选择</a:t>
            </a:r>
            <a:r>
              <a:rPr lang="en-US" altLang="zh-CN" b="1" dirty="0">
                <a:solidFill>
                  <a:prstClr val="black"/>
                </a:solidFill>
              </a:rPr>
              <a:t>UC-CPU</a:t>
            </a:r>
            <a:r>
              <a:rPr lang="zh-CN" altLang="en-US" b="1" dirty="0">
                <a:solidFill>
                  <a:prstClr val="black"/>
                </a:solidFill>
              </a:rPr>
              <a:t>组件，单击“</a:t>
            </a:r>
            <a:r>
              <a:rPr lang="en-US" altLang="zh-CN" b="1" dirty="0">
                <a:solidFill>
                  <a:prstClr val="black"/>
                </a:solidFill>
              </a:rPr>
              <a:t>Add Files…”</a:t>
            </a:r>
            <a:r>
              <a:rPr lang="zh-CN" altLang="en-US" b="1" dirty="0">
                <a:solidFill>
                  <a:prstClr val="black"/>
                </a:solidFill>
              </a:rPr>
              <a:t>按钮，跳转到</a:t>
            </a:r>
            <a:r>
              <a:rPr lang="en-US" altLang="zh-CN" b="1" dirty="0">
                <a:solidFill>
                  <a:prstClr val="black"/>
                </a:solidFill>
              </a:rPr>
              <a:t>UCOS-III/</a:t>
            </a:r>
            <a:r>
              <a:rPr lang="en-US" altLang="zh-CN" b="1" dirty="0" err="1">
                <a:solidFill>
                  <a:prstClr val="black"/>
                </a:solidFill>
              </a:rPr>
              <a:t>uC</a:t>
            </a:r>
            <a:r>
              <a:rPr lang="en-US" altLang="zh-CN" b="1" dirty="0">
                <a:solidFill>
                  <a:prstClr val="black"/>
                </a:solidFill>
              </a:rPr>
              <a:t>-CPU</a:t>
            </a:r>
            <a:r>
              <a:rPr lang="zh-CN" altLang="en-US" b="1" dirty="0">
                <a:solidFill>
                  <a:prstClr val="black"/>
                </a:solidFill>
              </a:rPr>
              <a:t>，选择文件类型为“</a:t>
            </a:r>
            <a:r>
              <a:rPr lang="en-US" altLang="zh-CN" b="1" dirty="0">
                <a:solidFill>
                  <a:prstClr val="black"/>
                </a:solidFill>
              </a:rPr>
              <a:t>All files(*.*)”</a:t>
            </a:r>
            <a:r>
              <a:rPr lang="zh-CN" altLang="en-US" b="1" dirty="0">
                <a:solidFill>
                  <a:prstClr val="black"/>
                </a:solidFill>
              </a:rPr>
              <a:t>，选中其中的三个文件，单击“</a:t>
            </a:r>
            <a:r>
              <a:rPr lang="en-US" altLang="zh-CN" b="1" dirty="0">
                <a:solidFill>
                  <a:prstClr val="black"/>
                </a:solidFill>
              </a:rPr>
              <a:t>Add”</a:t>
            </a:r>
            <a:r>
              <a:rPr lang="zh-CN" altLang="en-US" b="1" dirty="0" smtClean="0">
                <a:solidFill>
                  <a:prstClr val="black"/>
                </a:solidFill>
              </a:rPr>
              <a:t>添加；</a:t>
            </a:r>
            <a:endParaRPr lang="en-US" altLang="zh-CN" b="1" dirty="0" smtClean="0">
              <a:solidFill>
                <a:prstClr val="black"/>
              </a:solidFill>
            </a:endParaRPr>
          </a:p>
          <a:p>
            <a:pPr marL="285750" indent="-285750">
              <a:lnSpc>
                <a:spcPct val="125000"/>
              </a:lnSpc>
              <a:buFont typeface="Wingdings" pitchFamily="2" charset="2"/>
              <a:buChar char="Ø"/>
            </a:pPr>
            <a:r>
              <a:rPr lang="zh-CN" altLang="en-US" b="1" dirty="0" smtClean="0">
                <a:solidFill>
                  <a:prstClr val="black"/>
                </a:solidFill>
              </a:rPr>
              <a:t>打开</a:t>
            </a:r>
            <a:r>
              <a:rPr lang="en-US" altLang="zh-CN" b="1" dirty="0" smtClean="0">
                <a:solidFill>
                  <a:prstClr val="black"/>
                </a:solidFill>
              </a:rPr>
              <a:t>ARM-Cortex-M3\</a:t>
            </a:r>
            <a:r>
              <a:rPr lang="en-US" altLang="zh-CN" b="1" dirty="0" err="1" smtClean="0">
                <a:solidFill>
                  <a:prstClr val="black"/>
                </a:solidFill>
              </a:rPr>
              <a:t>RealView</a:t>
            </a:r>
            <a:r>
              <a:rPr lang="zh-CN" altLang="en-US" b="1" dirty="0">
                <a:solidFill>
                  <a:prstClr val="black"/>
                </a:solidFill>
              </a:rPr>
              <a:t>文件夹，</a:t>
            </a:r>
            <a:r>
              <a:rPr lang="zh-CN" altLang="en-US" b="1" dirty="0" smtClean="0">
                <a:solidFill>
                  <a:prstClr val="black"/>
                </a:solidFill>
              </a:rPr>
              <a:t>将</a:t>
            </a:r>
            <a:r>
              <a:rPr lang="en-US" altLang="zh-CN" b="1" dirty="0" err="1" smtClean="0">
                <a:solidFill>
                  <a:prstClr val="black"/>
                </a:solidFill>
              </a:rPr>
              <a:t>cpu.h</a:t>
            </a:r>
            <a:r>
              <a:rPr lang="zh-CN" altLang="en-US" b="1" dirty="0">
                <a:solidFill>
                  <a:prstClr val="black"/>
                </a:solidFill>
              </a:rPr>
              <a:t>、</a:t>
            </a:r>
            <a:r>
              <a:rPr lang="en-US" altLang="zh-CN" b="1" dirty="0">
                <a:solidFill>
                  <a:prstClr val="black"/>
                </a:solidFill>
              </a:rPr>
              <a:t>cpu_a.asm</a:t>
            </a:r>
            <a:r>
              <a:rPr lang="zh-CN" altLang="en-US" b="1" dirty="0">
                <a:solidFill>
                  <a:prstClr val="black"/>
                </a:solidFill>
              </a:rPr>
              <a:t>、</a:t>
            </a:r>
            <a:r>
              <a:rPr lang="en-US" altLang="zh-CN" b="1" dirty="0" err="1">
                <a:solidFill>
                  <a:prstClr val="black"/>
                </a:solidFill>
              </a:rPr>
              <a:t>cpu_c.c</a:t>
            </a:r>
            <a:r>
              <a:rPr lang="zh-CN" altLang="en-US" b="1" dirty="0">
                <a:solidFill>
                  <a:prstClr val="black"/>
                </a:solidFill>
              </a:rPr>
              <a:t>添加进工程</a:t>
            </a:r>
            <a:r>
              <a:rPr lang="zh-CN" altLang="en-US" b="1" dirty="0" smtClean="0">
                <a:solidFill>
                  <a:prstClr val="black"/>
                </a:solidFill>
              </a:rPr>
              <a:t>。</a:t>
            </a:r>
            <a:endParaRPr lang="zh-CN" altLang="en-US" b="1" dirty="0">
              <a:solidFill>
                <a:prstClr val="black"/>
              </a:solidFill>
            </a:endParaRPr>
          </a:p>
        </p:txBody>
      </p:sp>
      <p:sp>
        <p:nvSpPr>
          <p:cNvPr id="3" name="矩形 2"/>
          <p:cNvSpPr/>
          <p:nvPr/>
        </p:nvSpPr>
        <p:spPr>
          <a:xfrm>
            <a:off x="3419872" y="406932"/>
            <a:ext cx="3913635" cy="369332"/>
          </a:xfrm>
          <a:prstGeom prst="rect">
            <a:avLst/>
          </a:prstGeom>
        </p:spPr>
        <p:txBody>
          <a:bodyPr wrap="none">
            <a:spAutoFit/>
          </a:bodyPr>
          <a:lstStyle/>
          <a:p>
            <a:r>
              <a:rPr lang="en-US" altLang="zh-CN" b="1" dirty="0"/>
              <a:t>Step2</a:t>
            </a:r>
            <a:r>
              <a:rPr lang="zh-CN" altLang="en-US" b="1" dirty="0"/>
              <a:t>：将</a:t>
            </a:r>
            <a:r>
              <a:rPr lang="en-US" altLang="zh-CN" b="1" dirty="0" err="1"/>
              <a:t>uC</a:t>
            </a:r>
            <a:r>
              <a:rPr lang="en-US" altLang="zh-CN" b="1" dirty="0"/>
              <a:t>/OS-III</a:t>
            </a:r>
            <a:r>
              <a:rPr lang="zh-CN" altLang="en-US" b="1" dirty="0"/>
              <a:t>源文件添加进工程</a:t>
            </a:r>
            <a:endParaRPr lang="zh-CN" altLang="zh-CN" dirty="0"/>
          </a:p>
        </p:txBody>
      </p:sp>
      <p:pic>
        <p:nvPicPr>
          <p:cNvPr id="10" name="图片 9" descr="C:\Users\Administrator\Desktop\Snipaste_2019-04-02_10-38-04.jpg"/>
          <p:cNvPicPr/>
          <p:nvPr/>
        </p:nvPicPr>
        <p:blipFill>
          <a:blip r:embed="rId3">
            <a:extLst>
              <a:ext uri="{28A0092B-C50C-407E-A947-70E740481C1C}">
                <a14:useLocalDpi xmlns:a14="http://schemas.microsoft.com/office/drawing/2010/main" val="0"/>
              </a:ext>
            </a:extLst>
          </a:blip>
          <a:srcRect/>
          <a:stretch>
            <a:fillRect/>
          </a:stretch>
        </p:blipFill>
        <p:spPr bwMode="auto">
          <a:xfrm>
            <a:off x="395536" y="1059582"/>
            <a:ext cx="4824536" cy="3384376"/>
          </a:xfrm>
          <a:prstGeom prst="rect">
            <a:avLst/>
          </a:prstGeom>
          <a:noFill/>
          <a:ln>
            <a:noFill/>
          </a:ln>
        </p:spPr>
      </p:pic>
    </p:spTree>
    <p:extLst>
      <p:ext uri="{BB962C8B-B14F-4D97-AF65-F5344CB8AC3E}">
        <p14:creationId xmlns:p14="http://schemas.microsoft.com/office/powerpoint/2010/main" val="387115994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5292080" y="915566"/>
            <a:ext cx="3443784" cy="390106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8</a:t>
            </a:r>
            <a:r>
              <a:rPr lang="zh-CN" altLang="en-US" b="1" dirty="0">
                <a:solidFill>
                  <a:prstClr val="black"/>
                </a:solidFill>
              </a:rPr>
              <a:t>．向</a:t>
            </a:r>
            <a:r>
              <a:rPr lang="en-US" altLang="zh-CN" b="1" dirty="0">
                <a:solidFill>
                  <a:prstClr val="black"/>
                </a:solidFill>
              </a:rPr>
              <a:t>UC-LIB</a:t>
            </a:r>
            <a:r>
              <a:rPr lang="zh-CN" altLang="en-US" b="1" dirty="0">
                <a:solidFill>
                  <a:prstClr val="black"/>
                </a:solidFill>
              </a:rPr>
              <a:t>工程组件中添加源文件</a:t>
            </a:r>
            <a:r>
              <a:rPr lang="zh-CN" altLang="en-US" b="1" dirty="0" smtClean="0">
                <a:solidFill>
                  <a:prstClr val="black"/>
                </a:solidFill>
              </a:rPr>
              <a:t>。</a:t>
            </a:r>
            <a:endParaRPr lang="en-US" altLang="zh-CN" b="1" dirty="0" smtClean="0">
              <a:solidFill>
                <a:prstClr val="black"/>
              </a:solidFill>
            </a:endParaRPr>
          </a:p>
          <a:p>
            <a:pPr marL="285750" indent="-285750">
              <a:lnSpc>
                <a:spcPct val="125000"/>
              </a:lnSpc>
              <a:buFont typeface="Wingdings" pitchFamily="2" charset="2"/>
              <a:buChar char="Ø"/>
            </a:pPr>
            <a:r>
              <a:rPr lang="zh-CN" altLang="en-US" b="1" dirty="0" smtClean="0">
                <a:solidFill>
                  <a:prstClr val="black"/>
                </a:solidFill>
              </a:rPr>
              <a:t>选择</a:t>
            </a:r>
            <a:r>
              <a:rPr lang="en-US" altLang="zh-CN" b="1" dirty="0">
                <a:solidFill>
                  <a:prstClr val="black"/>
                </a:solidFill>
              </a:rPr>
              <a:t>UC-LIB</a:t>
            </a:r>
            <a:r>
              <a:rPr lang="zh-CN" altLang="en-US" b="1" dirty="0">
                <a:solidFill>
                  <a:prstClr val="black"/>
                </a:solidFill>
              </a:rPr>
              <a:t>工程组件，单击“</a:t>
            </a:r>
            <a:r>
              <a:rPr lang="en-US" altLang="zh-CN" b="1" dirty="0">
                <a:solidFill>
                  <a:prstClr val="black"/>
                </a:solidFill>
              </a:rPr>
              <a:t>Add Files…”</a:t>
            </a:r>
            <a:r>
              <a:rPr lang="zh-CN" altLang="en-US" b="1" dirty="0">
                <a:solidFill>
                  <a:prstClr val="black"/>
                </a:solidFill>
              </a:rPr>
              <a:t>按钮，跳转到</a:t>
            </a:r>
            <a:r>
              <a:rPr lang="en-US" altLang="zh-CN" b="1" dirty="0">
                <a:solidFill>
                  <a:prstClr val="black"/>
                </a:solidFill>
              </a:rPr>
              <a:t>UCOS-III/</a:t>
            </a:r>
            <a:r>
              <a:rPr lang="en-US" altLang="zh-CN" b="1" dirty="0" err="1">
                <a:solidFill>
                  <a:prstClr val="black"/>
                </a:solidFill>
              </a:rPr>
              <a:t>uC</a:t>
            </a:r>
            <a:r>
              <a:rPr lang="en-US" altLang="zh-CN" b="1" dirty="0">
                <a:solidFill>
                  <a:prstClr val="black"/>
                </a:solidFill>
              </a:rPr>
              <a:t>-LIB</a:t>
            </a:r>
            <a:r>
              <a:rPr lang="zh-CN" altLang="en-US" b="1" dirty="0">
                <a:solidFill>
                  <a:prstClr val="black"/>
                </a:solidFill>
              </a:rPr>
              <a:t>，选择“</a:t>
            </a:r>
            <a:r>
              <a:rPr lang="en-US" altLang="zh-CN" b="1" dirty="0">
                <a:solidFill>
                  <a:prstClr val="black"/>
                </a:solidFill>
              </a:rPr>
              <a:t>All files(*.*)”</a:t>
            </a:r>
            <a:r>
              <a:rPr lang="zh-CN" altLang="en-US" b="1" dirty="0">
                <a:solidFill>
                  <a:prstClr val="black"/>
                </a:solidFill>
              </a:rPr>
              <a:t>文件类型，将其中的</a:t>
            </a:r>
            <a:r>
              <a:rPr lang="en-US" altLang="zh-CN" b="1" dirty="0">
                <a:solidFill>
                  <a:prstClr val="black"/>
                </a:solidFill>
              </a:rPr>
              <a:t>9</a:t>
            </a:r>
            <a:r>
              <a:rPr lang="zh-CN" altLang="en-US" b="1" dirty="0">
                <a:solidFill>
                  <a:prstClr val="black"/>
                </a:solidFill>
              </a:rPr>
              <a:t>个文件添加进</a:t>
            </a:r>
            <a:r>
              <a:rPr lang="en-US" altLang="zh-CN" b="1" dirty="0">
                <a:solidFill>
                  <a:prstClr val="black"/>
                </a:solidFill>
              </a:rPr>
              <a:t>UC-LIB</a:t>
            </a:r>
            <a:r>
              <a:rPr lang="zh-CN" altLang="en-US" b="1" dirty="0">
                <a:solidFill>
                  <a:prstClr val="black"/>
                </a:solidFill>
              </a:rPr>
              <a:t>工程</a:t>
            </a:r>
            <a:r>
              <a:rPr lang="zh-CN" altLang="en-US" b="1" dirty="0" smtClean="0">
                <a:solidFill>
                  <a:prstClr val="black"/>
                </a:solidFill>
              </a:rPr>
              <a:t>组；</a:t>
            </a:r>
            <a:endParaRPr lang="en-US" altLang="zh-CN" b="1" dirty="0" smtClean="0">
              <a:solidFill>
                <a:prstClr val="black"/>
              </a:solidFill>
            </a:endParaRPr>
          </a:p>
          <a:p>
            <a:pPr marL="285750" indent="-285750">
              <a:lnSpc>
                <a:spcPct val="125000"/>
              </a:lnSpc>
              <a:buFont typeface="Wingdings" pitchFamily="2" charset="2"/>
              <a:buChar char="Ø"/>
            </a:pPr>
            <a:r>
              <a:rPr lang="zh-CN" altLang="en-US" b="1" dirty="0" smtClean="0">
                <a:solidFill>
                  <a:prstClr val="black"/>
                </a:solidFill>
              </a:rPr>
              <a:t>将</a:t>
            </a:r>
            <a:r>
              <a:rPr lang="en-US" altLang="zh-CN" b="1" dirty="0">
                <a:solidFill>
                  <a:prstClr val="black"/>
                </a:solidFill>
              </a:rPr>
              <a:t>Ports\ARM-Cortex-M3\</a:t>
            </a:r>
            <a:r>
              <a:rPr lang="en-US" altLang="zh-CN" b="1" dirty="0" err="1">
                <a:solidFill>
                  <a:prstClr val="black"/>
                </a:solidFill>
              </a:rPr>
              <a:t>RealView</a:t>
            </a:r>
            <a:r>
              <a:rPr lang="zh-CN" altLang="en-US" b="1" dirty="0">
                <a:solidFill>
                  <a:prstClr val="black"/>
                </a:solidFill>
              </a:rPr>
              <a:t>文件下的</a:t>
            </a:r>
            <a:r>
              <a:rPr lang="en-US" altLang="zh-CN" b="1" dirty="0">
                <a:solidFill>
                  <a:prstClr val="black"/>
                </a:solidFill>
              </a:rPr>
              <a:t>lib_mem_a.asm</a:t>
            </a:r>
            <a:r>
              <a:rPr lang="zh-CN" altLang="en-US" b="1" dirty="0">
                <a:solidFill>
                  <a:prstClr val="black"/>
                </a:solidFill>
              </a:rPr>
              <a:t>添加进工程组。</a:t>
            </a:r>
          </a:p>
        </p:txBody>
      </p:sp>
      <p:sp>
        <p:nvSpPr>
          <p:cNvPr id="3" name="矩形 2"/>
          <p:cNvSpPr/>
          <p:nvPr/>
        </p:nvSpPr>
        <p:spPr>
          <a:xfrm>
            <a:off x="3419872" y="406932"/>
            <a:ext cx="3913635" cy="369332"/>
          </a:xfrm>
          <a:prstGeom prst="rect">
            <a:avLst/>
          </a:prstGeom>
        </p:spPr>
        <p:txBody>
          <a:bodyPr wrap="none">
            <a:spAutoFit/>
          </a:bodyPr>
          <a:lstStyle/>
          <a:p>
            <a:r>
              <a:rPr lang="en-US" altLang="zh-CN" b="1" dirty="0"/>
              <a:t>Step2</a:t>
            </a:r>
            <a:r>
              <a:rPr lang="zh-CN" altLang="en-US" b="1" dirty="0"/>
              <a:t>：将</a:t>
            </a:r>
            <a:r>
              <a:rPr lang="en-US" altLang="zh-CN" b="1" dirty="0" err="1"/>
              <a:t>uC</a:t>
            </a:r>
            <a:r>
              <a:rPr lang="en-US" altLang="zh-CN" b="1" dirty="0"/>
              <a:t>/OS-III</a:t>
            </a:r>
            <a:r>
              <a:rPr lang="zh-CN" altLang="en-US" b="1" dirty="0"/>
              <a:t>源文件添加进工程</a:t>
            </a:r>
            <a:endParaRPr lang="zh-CN" altLang="zh-CN" dirty="0"/>
          </a:p>
        </p:txBody>
      </p:sp>
      <p:pic>
        <p:nvPicPr>
          <p:cNvPr id="11" name="图片 10" descr="C:\Users\Administrator\Desktop\Snipaste_2019-04-02_10-43-46.jpg"/>
          <p:cNvPicPr/>
          <p:nvPr/>
        </p:nvPicPr>
        <p:blipFill>
          <a:blip r:embed="rId3">
            <a:extLst>
              <a:ext uri="{28A0092B-C50C-407E-A947-70E740481C1C}">
                <a14:useLocalDpi xmlns:a14="http://schemas.microsoft.com/office/drawing/2010/main" val="0"/>
              </a:ext>
            </a:extLst>
          </a:blip>
          <a:srcRect/>
          <a:stretch>
            <a:fillRect/>
          </a:stretch>
        </p:blipFill>
        <p:spPr bwMode="auto">
          <a:xfrm>
            <a:off x="539552" y="1101904"/>
            <a:ext cx="4592284" cy="3528392"/>
          </a:xfrm>
          <a:prstGeom prst="rect">
            <a:avLst/>
          </a:prstGeom>
          <a:noFill/>
          <a:ln>
            <a:noFill/>
          </a:ln>
        </p:spPr>
      </p:pic>
    </p:spTree>
    <p:extLst>
      <p:ext uri="{BB962C8B-B14F-4D97-AF65-F5344CB8AC3E}">
        <p14:creationId xmlns:p14="http://schemas.microsoft.com/office/powerpoint/2010/main" val="833893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467544" y="1059582"/>
            <a:ext cx="3312368" cy="390106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10</a:t>
            </a:r>
            <a:r>
              <a:rPr lang="zh-CN" altLang="en-US" b="1" dirty="0">
                <a:solidFill>
                  <a:prstClr val="black"/>
                </a:solidFill>
              </a:rPr>
              <a:t>．向</a:t>
            </a:r>
            <a:r>
              <a:rPr lang="en-US" altLang="zh-CN" b="1" dirty="0">
                <a:solidFill>
                  <a:prstClr val="black"/>
                </a:solidFill>
              </a:rPr>
              <a:t>UC-PORT</a:t>
            </a:r>
            <a:r>
              <a:rPr lang="zh-CN" altLang="en-US" b="1" dirty="0">
                <a:solidFill>
                  <a:prstClr val="black"/>
                </a:solidFill>
              </a:rPr>
              <a:t>工程组件中添加源文件</a:t>
            </a:r>
            <a:r>
              <a:rPr lang="zh-CN" altLang="en-US" b="1" dirty="0" smtClean="0">
                <a:solidFill>
                  <a:prstClr val="black"/>
                </a:solidFill>
              </a:rPr>
              <a:t>。</a:t>
            </a:r>
            <a:endParaRPr lang="en-US" altLang="zh-CN" b="1" dirty="0" smtClean="0">
              <a:solidFill>
                <a:prstClr val="black"/>
              </a:solidFill>
            </a:endParaRPr>
          </a:p>
          <a:p>
            <a:pPr marL="285750" indent="-285750">
              <a:lnSpc>
                <a:spcPct val="125000"/>
              </a:lnSpc>
              <a:buFont typeface="Wingdings" pitchFamily="2" charset="2"/>
              <a:buChar char="Ø"/>
            </a:pPr>
            <a:r>
              <a:rPr lang="zh-CN" altLang="en-US" b="1" dirty="0" smtClean="0">
                <a:solidFill>
                  <a:prstClr val="black"/>
                </a:solidFill>
              </a:rPr>
              <a:t>选择</a:t>
            </a:r>
            <a:r>
              <a:rPr lang="en-US" altLang="zh-CN" b="1" dirty="0">
                <a:solidFill>
                  <a:prstClr val="black"/>
                </a:solidFill>
              </a:rPr>
              <a:t>UC-PORT</a:t>
            </a:r>
            <a:r>
              <a:rPr lang="zh-CN" altLang="en-US" b="1" dirty="0">
                <a:solidFill>
                  <a:prstClr val="black"/>
                </a:solidFill>
              </a:rPr>
              <a:t>工程组件，单击“</a:t>
            </a:r>
            <a:r>
              <a:rPr lang="en-US" altLang="zh-CN" b="1" dirty="0">
                <a:solidFill>
                  <a:prstClr val="black"/>
                </a:solidFill>
              </a:rPr>
              <a:t>Add Files…”</a:t>
            </a:r>
            <a:r>
              <a:rPr lang="zh-CN" altLang="en-US" b="1" dirty="0">
                <a:solidFill>
                  <a:prstClr val="black"/>
                </a:solidFill>
              </a:rPr>
              <a:t>按钮，跳转到</a:t>
            </a:r>
            <a:r>
              <a:rPr lang="en-US" altLang="zh-CN" b="1" dirty="0">
                <a:solidFill>
                  <a:prstClr val="black"/>
                </a:solidFill>
              </a:rPr>
              <a:t>UCOS-III\</a:t>
            </a:r>
            <a:r>
              <a:rPr lang="en-US" altLang="zh-CN" b="1" dirty="0" err="1">
                <a:solidFill>
                  <a:prstClr val="black"/>
                </a:solidFill>
              </a:rPr>
              <a:t>uCOS</a:t>
            </a:r>
            <a:r>
              <a:rPr lang="en-US" altLang="zh-CN" b="1" dirty="0">
                <a:solidFill>
                  <a:prstClr val="black"/>
                </a:solidFill>
              </a:rPr>
              <a:t>-III\Ports\ARM-Cortex-M3\Generic\</a:t>
            </a:r>
            <a:r>
              <a:rPr lang="en-US" altLang="zh-CN" b="1" dirty="0" err="1">
                <a:solidFill>
                  <a:prstClr val="black"/>
                </a:solidFill>
              </a:rPr>
              <a:t>RealView</a:t>
            </a:r>
            <a:r>
              <a:rPr lang="zh-CN" altLang="en-US" b="1" dirty="0">
                <a:solidFill>
                  <a:prstClr val="black"/>
                </a:solidFill>
              </a:rPr>
              <a:t>，选择“</a:t>
            </a:r>
            <a:r>
              <a:rPr lang="en-US" altLang="zh-CN" b="1" dirty="0">
                <a:solidFill>
                  <a:prstClr val="black"/>
                </a:solidFill>
              </a:rPr>
              <a:t>All files(*.*)”</a:t>
            </a:r>
            <a:r>
              <a:rPr lang="zh-CN" altLang="en-US" b="1" dirty="0">
                <a:solidFill>
                  <a:prstClr val="black"/>
                </a:solidFill>
              </a:rPr>
              <a:t>文件类型，将其中的三个文件</a:t>
            </a:r>
            <a:r>
              <a:rPr lang="en-US" altLang="zh-CN" b="1" dirty="0" err="1">
                <a:solidFill>
                  <a:prstClr val="black"/>
                </a:solidFill>
              </a:rPr>
              <a:t>os_cpu.h</a:t>
            </a:r>
            <a:r>
              <a:rPr lang="zh-CN" altLang="en-US" b="1" dirty="0">
                <a:solidFill>
                  <a:prstClr val="black"/>
                </a:solidFill>
              </a:rPr>
              <a:t>、</a:t>
            </a:r>
            <a:r>
              <a:rPr lang="en-US" altLang="zh-CN" b="1" dirty="0" err="1">
                <a:solidFill>
                  <a:prstClr val="black"/>
                </a:solidFill>
              </a:rPr>
              <a:t>os_cpu_a.s</a:t>
            </a:r>
            <a:r>
              <a:rPr lang="zh-CN" altLang="en-US" b="1" dirty="0">
                <a:solidFill>
                  <a:prstClr val="black"/>
                </a:solidFill>
              </a:rPr>
              <a:t>、</a:t>
            </a:r>
            <a:r>
              <a:rPr lang="en-US" altLang="zh-CN" b="1" dirty="0" err="1">
                <a:solidFill>
                  <a:prstClr val="black"/>
                </a:solidFill>
              </a:rPr>
              <a:t>os_cpu_c.c</a:t>
            </a:r>
            <a:r>
              <a:rPr lang="zh-CN" altLang="en-US" b="1" dirty="0">
                <a:solidFill>
                  <a:prstClr val="black"/>
                </a:solidFill>
              </a:rPr>
              <a:t>添加进</a:t>
            </a:r>
            <a:r>
              <a:rPr lang="en-US" altLang="zh-CN" b="1" dirty="0">
                <a:solidFill>
                  <a:prstClr val="black"/>
                </a:solidFill>
              </a:rPr>
              <a:t>UC-PORT</a:t>
            </a:r>
            <a:r>
              <a:rPr lang="zh-CN" altLang="en-US" b="1" dirty="0">
                <a:solidFill>
                  <a:prstClr val="black"/>
                </a:solidFill>
              </a:rPr>
              <a:t>工程组件中</a:t>
            </a:r>
            <a:r>
              <a:rPr lang="zh-CN" altLang="en-US" b="1" dirty="0" smtClean="0">
                <a:solidFill>
                  <a:prstClr val="black"/>
                </a:solidFill>
              </a:rPr>
              <a:t>。</a:t>
            </a:r>
            <a:endParaRPr lang="zh-CN" altLang="en-US" b="1" dirty="0">
              <a:solidFill>
                <a:prstClr val="black"/>
              </a:solidFill>
            </a:endParaRPr>
          </a:p>
        </p:txBody>
      </p:sp>
      <p:sp>
        <p:nvSpPr>
          <p:cNvPr id="3" name="矩形 2"/>
          <p:cNvSpPr/>
          <p:nvPr/>
        </p:nvSpPr>
        <p:spPr>
          <a:xfrm>
            <a:off x="3419872" y="406932"/>
            <a:ext cx="3913635" cy="369332"/>
          </a:xfrm>
          <a:prstGeom prst="rect">
            <a:avLst/>
          </a:prstGeom>
        </p:spPr>
        <p:txBody>
          <a:bodyPr wrap="none">
            <a:spAutoFit/>
          </a:bodyPr>
          <a:lstStyle/>
          <a:p>
            <a:r>
              <a:rPr lang="en-US" altLang="zh-CN" b="1" dirty="0"/>
              <a:t>Step2</a:t>
            </a:r>
            <a:r>
              <a:rPr lang="zh-CN" altLang="en-US" b="1" dirty="0"/>
              <a:t>：将</a:t>
            </a:r>
            <a:r>
              <a:rPr lang="en-US" altLang="zh-CN" b="1" dirty="0" err="1"/>
              <a:t>uC</a:t>
            </a:r>
            <a:r>
              <a:rPr lang="en-US" altLang="zh-CN" b="1" dirty="0"/>
              <a:t>/OS-III</a:t>
            </a:r>
            <a:r>
              <a:rPr lang="zh-CN" altLang="en-US" b="1" dirty="0"/>
              <a:t>源文件添加进工程</a:t>
            </a:r>
            <a:endParaRPr lang="zh-CN" altLang="zh-CN" dirty="0"/>
          </a:p>
        </p:txBody>
      </p:sp>
      <p:pic>
        <p:nvPicPr>
          <p:cNvPr id="10" name="图片 9" descr="C:\Users\Administrator\Desktop\Snipaste_2019-04-02_10-56-50.jpg"/>
          <p:cNvPicPr/>
          <p:nvPr/>
        </p:nvPicPr>
        <p:blipFill>
          <a:blip r:embed="rId3">
            <a:extLst>
              <a:ext uri="{28A0092B-C50C-407E-A947-70E740481C1C}">
                <a14:useLocalDpi xmlns:a14="http://schemas.microsoft.com/office/drawing/2010/main" val="0"/>
              </a:ext>
            </a:extLst>
          </a:blip>
          <a:srcRect/>
          <a:stretch>
            <a:fillRect/>
          </a:stretch>
        </p:blipFill>
        <p:spPr bwMode="auto">
          <a:xfrm>
            <a:off x="4067944" y="1203598"/>
            <a:ext cx="4708100" cy="3488472"/>
          </a:xfrm>
          <a:prstGeom prst="rect">
            <a:avLst/>
          </a:prstGeom>
          <a:noFill/>
          <a:ln>
            <a:noFill/>
          </a:ln>
        </p:spPr>
      </p:pic>
    </p:spTree>
    <p:extLst>
      <p:ext uri="{BB962C8B-B14F-4D97-AF65-F5344CB8AC3E}">
        <p14:creationId xmlns:p14="http://schemas.microsoft.com/office/powerpoint/2010/main" val="232556824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467544" y="1059582"/>
            <a:ext cx="3312368" cy="355481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11</a:t>
            </a:r>
            <a:r>
              <a:rPr lang="zh-CN" altLang="en-US" b="1" dirty="0">
                <a:solidFill>
                  <a:prstClr val="black"/>
                </a:solidFill>
              </a:rPr>
              <a:t>．向</a:t>
            </a:r>
            <a:r>
              <a:rPr lang="en-US" altLang="zh-CN" b="1" dirty="0">
                <a:solidFill>
                  <a:prstClr val="black"/>
                </a:solidFill>
              </a:rPr>
              <a:t>UC-CONFIG</a:t>
            </a:r>
            <a:r>
              <a:rPr lang="zh-CN" altLang="en-US" b="1" dirty="0">
                <a:solidFill>
                  <a:prstClr val="black"/>
                </a:solidFill>
              </a:rPr>
              <a:t>工程组添加源文件</a:t>
            </a:r>
            <a:r>
              <a:rPr lang="zh-CN" altLang="en-US" b="1" dirty="0" smtClean="0">
                <a:solidFill>
                  <a:prstClr val="black"/>
                </a:solidFill>
              </a:rPr>
              <a:t>。</a:t>
            </a:r>
            <a:endParaRPr lang="en-US" altLang="zh-CN" b="1" dirty="0" smtClean="0">
              <a:solidFill>
                <a:prstClr val="black"/>
              </a:solidFill>
            </a:endParaRPr>
          </a:p>
          <a:p>
            <a:pPr marL="285750" indent="-285750">
              <a:lnSpc>
                <a:spcPct val="125000"/>
              </a:lnSpc>
              <a:buFont typeface="Wingdings" pitchFamily="2" charset="2"/>
              <a:buChar char="Ø"/>
            </a:pPr>
            <a:r>
              <a:rPr lang="zh-CN" altLang="en-US" b="1" dirty="0" smtClean="0">
                <a:solidFill>
                  <a:prstClr val="black"/>
                </a:solidFill>
              </a:rPr>
              <a:t>选择</a:t>
            </a:r>
            <a:r>
              <a:rPr lang="en-US" altLang="zh-CN" b="1" dirty="0">
                <a:solidFill>
                  <a:prstClr val="black"/>
                </a:solidFill>
              </a:rPr>
              <a:t>UC-CONFIG</a:t>
            </a:r>
            <a:r>
              <a:rPr lang="zh-CN" altLang="en-US" b="1" dirty="0">
                <a:solidFill>
                  <a:prstClr val="black"/>
                </a:solidFill>
              </a:rPr>
              <a:t>工程组件，单击“</a:t>
            </a:r>
            <a:r>
              <a:rPr lang="en-US" altLang="zh-CN" b="1" dirty="0">
                <a:solidFill>
                  <a:prstClr val="black"/>
                </a:solidFill>
              </a:rPr>
              <a:t>Add Files…”</a:t>
            </a:r>
            <a:r>
              <a:rPr lang="zh-CN" altLang="en-US" b="1" dirty="0">
                <a:solidFill>
                  <a:prstClr val="black"/>
                </a:solidFill>
              </a:rPr>
              <a:t>按钮，跳转到</a:t>
            </a:r>
            <a:r>
              <a:rPr lang="en-US" altLang="zh-CN" b="1" dirty="0">
                <a:solidFill>
                  <a:prstClr val="black"/>
                </a:solidFill>
              </a:rPr>
              <a:t>UCOS-III\UC-CONFIG</a:t>
            </a:r>
            <a:r>
              <a:rPr lang="zh-CN" altLang="en-US" b="1" dirty="0">
                <a:solidFill>
                  <a:prstClr val="black"/>
                </a:solidFill>
              </a:rPr>
              <a:t>，选择“</a:t>
            </a:r>
            <a:r>
              <a:rPr lang="en-US" altLang="zh-CN" b="1" dirty="0">
                <a:solidFill>
                  <a:prstClr val="black"/>
                </a:solidFill>
              </a:rPr>
              <a:t>All files(*.*)”</a:t>
            </a:r>
            <a:r>
              <a:rPr lang="zh-CN" altLang="en-US" b="1" dirty="0">
                <a:solidFill>
                  <a:prstClr val="black"/>
                </a:solidFill>
              </a:rPr>
              <a:t>文件类型，将其中的</a:t>
            </a:r>
            <a:r>
              <a:rPr lang="en-US" altLang="zh-CN" b="1" dirty="0">
                <a:solidFill>
                  <a:prstClr val="black"/>
                </a:solidFill>
              </a:rPr>
              <a:t>8</a:t>
            </a:r>
            <a:r>
              <a:rPr lang="zh-CN" altLang="en-US" b="1" dirty="0">
                <a:solidFill>
                  <a:prstClr val="black"/>
                </a:solidFill>
              </a:rPr>
              <a:t>个文件（除了</a:t>
            </a:r>
            <a:r>
              <a:rPr lang="en-US" altLang="zh-CN" b="1" dirty="0" err="1">
                <a:solidFill>
                  <a:prstClr val="black"/>
                </a:solidFill>
              </a:rPr>
              <a:t>app.c</a:t>
            </a:r>
            <a:r>
              <a:rPr lang="zh-CN" altLang="en-US" b="1" dirty="0">
                <a:solidFill>
                  <a:prstClr val="black"/>
                </a:solidFill>
              </a:rPr>
              <a:t>、</a:t>
            </a:r>
            <a:r>
              <a:rPr lang="en-US" altLang="zh-CN" b="1" dirty="0" err="1">
                <a:solidFill>
                  <a:prstClr val="black"/>
                </a:solidFill>
              </a:rPr>
              <a:t>bsp.c</a:t>
            </a:r>
            <a:r>
              <a:rPr lang="zh-CN" altLang="en-US" b="1" dirty="0">
                <a:solidFill>
                  <a:prstClr val="black"/>
                </a:solidFill>
              </a:rPr>
              <a:t>、</a:t>
            </a:r>
            <a:r>
              <a:rPr lang="en-US" altLang="zh-CN" b="1" dirty="0" err="1">
                <a:solidFill>
                  <a:prstClr val="black"/>
                </a:solidFill>
              </a:rPr>
              <a:t>bsp.h</a:t>
            </a:r>
            <a:r>
              <a:rPr lang="zh-CN" altLang="en-US" b="1" dirty="0">
                <a:solidFill>
                  <a:prstClr val="black"/>
                </a:solidFill>
              </a:rPr>
              <a:t>这三个文件）添加进</a:t>
            </a:r>
            <a:r>
              <a:rPr lang="en-US" altLang="zh-CN" b="1" dirty="0">
                <a:solidFill>
                  <a:prstClr val="black"/>
                </a:solidFill>
              </a:rPr>
              <a:t>UC-CONFIG</a:t>
            </a:r>
            <a:r>
              <a:rPr lang="zh-CN" altLang="en-US" b="1" dirty="0">
                <a:solidFill>
                  <a:prstClr val="black"/>
                </a:solidFill>
              </a:rPr>
              <a:t>工程组</a:t>
            </a:r>
          </a:p>
        </p:txBody>
      </p:sp>
      <p:sp>
        <p:nvSpPr>
          <p:cNvPr id="3" name="矩形 2"/>
          <p:cNvSpPr/>
          <p:nvPr/>
        </p:nvSpPr>
        <p:spPr>
          <a:xfrm>
            <a:off x="3419872" y="406932"/>
            <a:ext cx="3913635" cy="369332"/>
          </a:xfrm>
          <a:prstGeom prst="rect">
            <a:avLst/>
          </a:prstGeom>
        </p:spPr>
        <p:txBody>
          <a:bodyPr wrap="none">
            <a:spAutoFit/>
          </a:bodyPr>
          <a:lstStyle/>
          <a:p>
            <a:r>
              <a:rPr lang="en-US" altLang="zh-CN" b="1" dirty="0"/>
              <a:t>Step2</a:t>
            </a:r>
            <a:r>
              <a:rPr lang="zh-CN" altLang="en-US" b="1" dirty="0"/>
              <a:t>：将</a:t>
            </a:r>
            <a:r>
              <a:rPr lang="en-US" altLang="zh-CN" b="1" dirty="0" err="1"/>
              <a:t>uC</a:t>
            </a:r>
            <a:r>
              <a:rPr lang="en-US" altLang="zh-CN" b="1" dirty="0"/>
              <a:t>/OS-III</a:t>
            </a:r>
            <a:r>
              <a:rPr lang="zh-CN" altLang="en-US" b="1" dirty="0"/>
              <a:t>源文件添加进工程</a:t>
            </a:r>
            <a:endParaRPr lang="zh-CN" altLang="zh-CN" dirty="0"/>
          </a:p>
        </p:txBody>
      </p:sp>
      <p:pic>
        <p:nvPicPr>
          <p:cNvPr id="11" name="图片 10" descr="C:\Users\Administrator\Desktop\Snipaste_2019-04-02_10-59-27.jpg"/>
          <p:cNvPicPr/>
          <p:nvPr/>
        </p:nvPicPr>
        <p:blipFill>
          <a:blip r:embed="rId3">
            <a:extLst>
              <a:ext uri="{28A0092B-C50C-407E-A947-70E740481C1C}">
                <a14:useLocalDpi xmlns:a14="http://schemas.microsoft.com/office/drawing/2010/main" val="0"/>
              </a:ext>
            </a:extLst>
          </a:blip>
          <a:srcRect/>
          <a:stretch>
            <a:fillRect/>
          </a:stretch>
        </p:blipFill>
        <p:spPr bwMode="auto">
          <a:xfrm>
            <a:off x="4211960" y="1059582"/>
            <a:ext cx="4176464" cy="3549519"/>
          </a:xfrm>
          <a:prstGeom prst="rect">
            <a:avLst/>
          </a:prstGeom>
          <a:noFill/>
          <a:ln>
            <a:noFill/>
          </a:ln>
        </p:spPr>
      </p:pic>
    </p:spTree>
    <p:extLst>
      <p:ext uri="{BB962C8B-B14F-4D97-AF65-F5344CB8AC3E}">
        <p14:creationId xmlns:p14="http://schemas.microsoft.com/office/powerpoint/2010/main" val="129581720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611560" y="1275606"/>
            <a:ext cx="3312368" cy="110094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12</a:t>
            </a:r>
            <a:r>
              <a:rPr lang="zh-CN" altLang="en-US" b="1" dirty="0">
                <a:solidFill>
                  <a:prstClr val="black"/>
                </a:solidFill>
              </a:rPr>
              <a:t>．添加</a:t>
            </a:r>
            <a:r>
              <a:rPr lang="en-US" altLang="zh-CN" b="1" dirty="0" err="1">
                <a:solidFill>
                  <a:prstClr val="black"/>
                </a:solidFill>
              </a:rPr>
              <a:t>app.c</a:t>
            </a:r>
            <a:r>
              <a:rPr lang="zh-CN" altLang="en-US" b="1" dirty="0">
                <a:solidFill>
                  <a:prstClr val="black"/>
                </a:solidFill>
              </a:rPr>
              <a:t>文件到</a:t>
            </a:r>
            <a:r>
              <a:rPr lang="en-US" altLang="zh-CN" b="1" dirty="0">
                <a:solidFill>
                  <a:prstClr val="black"/>
                </a:solidFill>
              </a:rPr>
              <a:t>USER</a:t>
            </a:r>
            <a:r>
              <a:rPr lang="zh-CN" altLang="en-US" b="1" dirty="0">
                <a:solidFill>
                  <a:prstClr val="black"/>
                </a:solidFill>
              </a:rPr>
              <a:t>工程组件，添加</a:t>
            </a:r>
            <a:r>
              <a:rPr lang="en-US" altLang="zh-CN" b="1" dirty="0" err="1">
                <a:solidFill>
                  <a:prstClr val="black"/>
                </a:solidFill>
              </a:rPr>
              <a:t>bsp.c</a:t>
            </a:r>
            <a:r>
              <a:rPr lang="zh-CN" altLang="en-US" b="1" dirty="0">
                <a:solidFill>
                  <a:prstClr val="black"/>
                </a:solidFill>
              </a:rPr>
              <a:t>、</a:t>
            </a:r>
            <a:r>
              <a:rPr lang="en-US" altLang="zh-CN" b="1" dirty="0" err="1">
                <a:solidFill>
                  <a:prstClr val="black"/>
                </a:solidFill>
              </a:rPr>
              <a:t>bsp.h</a:t>
            </a:r>
            <a:r>
              <a:rPr lang="zh-CN" altLang="en-US" b="1" dirty="0">
                <a:solidFill>
                  <a:prstClr val="black"/>
                </a:solidFill>
              </a:rPr>
              <a:t>文件到</a:t>
            </a:r>
            <a:r>
              <a:rPr lang="en-US" altLang="zh-CN" b="1" dirty="0">
                <a:solidFill>
                  <a:prstClr val="black"/>
                </a:solidFill>
              </a:rPr>
              <a:t>BSP</a:t>
            </a:r>
            <a:r>
              <a:rPr lang="zh-CN" altLang="en-US" b="1" dirty="0">
                <a:solidFill>
                  <a:prstClr val="black"/>
                </a:solidFill>
              </a:rPr>
              <a:t>工程组件</a:t>
            </a:r>
            <a:r>
              <a:rPr lang="zh-CN" altLang="en-US" b="1" dirty="0" smtClean="0">
                <a:solidFill>
                  <a:prstClr val="black"/>
                </a:solidFill>
              </a:rPr>
              <a:t>。</a:t>
            </a:r>
            <a:endParaRPr lang="zh-CN" altLang="en-US" b="1" dirty="0">
              <a:solidFill>
                <a:prstClr val="black"/>
              </a:solidFill>
            </a:endParaRPr>
          </a:p>
        </p:txBody>
      </p:sp>
      <p:sp>
        <p:nvSpPr>
          <p:cNvPr id="3" name="矩形 2"/>
          <p:cNvSpPr/>
          <p:nvPr/>
        </p:nvSpPr>
        <p:spPr>
          <a:xfrm>
            <a:off x="3419872" y="406932"/>
            <a:ext cx="3913635" cy="369332"/>
          </a:xfrm>
          <a:prstGeom prst="rect">
            <a:avLst/>
          </a:prstGeom>
        </p:spPr>
        <p:txBody>
          <a:bodyPr wrap="none">
            <a:spAutoFit/>
          </a:bodyPr>
          <a:lstStyle/>
          <a:p>
            <a:r>
              <a:rPr lang="en-US" altLang="zh-CN" b="1" dirty="0"/>
              <a:t>Step2</a:t>
            </a:r>
            <a:r>
              <a:rPr lang="zh-CN" altLang="en-US" b="1" dirty="0"/>
              <a:t>：将</a:t>
            </a:r>
            <a:r>
              <a:rPr lang="en-US" altLang="zh-CN" b="1" dirty="0" err="1"/>
              <a:t>uC</a:t>
            </a:r>
            <a:r>
              <a:rPr lang="en-US" altLang="zh-CN" b="1" dirty="0"/>
              <a:t>/OS-III</a:t>
            </a:r>
            <a:r>
              <a:rPr lang="zh-CN" altLang="en-US" b="1" dirty="0"/>
              <a:t>源文件添加进工程</a:t>
            </a:r>
            <a:endParaRPr lang="zh-CN" altLang="zh-CN" dirty="0"/>
          </a:p>
        </p:txBody>
      </p:sp>
      <p:sp>
        <p:nvSpPr>
          <p:cNvPr id="10" name="矩形 9"/>
          <p:cNvSpPr/>
          <p:nvPr/>
        </p:nvSpPr>
        <p:spPr>
          <a:xfrm>
            <a:off x="611560" y="2499742"/>
            <a:ext cx="3312368" cy="182357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smtClean="0">
                <a:solidFill>
                  <a:prstClr val="black"/>
                </a:solidFill>
              </a:rPr>
              <a:t>13</a:t>
            </a:r>
            <a:r>
              <a:rPr lang="zh-CN" altLang="en-US" b="1" dirty="0">
                <a:solidFill>
                  <a:prstClr val="black"/>
                </a:solidFill>
              </a:rPr>
              <a:t>．添加工程头文件路径，使得编译器能够找到工程所需的“</a:t>
            </a:r>
            <a:r>
              <a:rPr lang="en-US" altLang="zh-CN" b="1" dirty="0">
                <a:solidFill>
                  <a:prstClr val="black"/>
                </a:solidFill>
              </a:rPr>
              <a:t>.h”</a:t>
            </a:r>
            <a:r>
              <a:rPr lang="zh-CN" altLang="en-US" b="1" dirty="0">
                <a:solidFill>
                  <a:prstClr val="black"/>
                </a:solidFill>
              </a:rPr>
              <a:t>文件。单击魔法棒 ，选择</a:t>
            </a:r>
            <a:r>
              <a:rPr lang="en-US" altLang="zh-CN" b="1" dirty="0">
                <a:solidFill>
                  <a:prstClr val="black"/>
                </a:solidFill>
              </a:rPr>
              <a:t>C/C++</a:t>
            </a:r>
            <a:r>
              <a:rPr lang="zh-CN" altLang="en-US" b="1" dirty="0">
                <a:solidFill>
                  <a:prstClr val="black"/>
                </a:solidFill>
              </a:rPr>
              <a:t>，在</a:t>
            </a:r>
            <a:r>
              <a:rPr lang="en-US" altLang="zh-CN" b="1" dirty="0">
                <a:solidFill>
                  <a:prstClr val="black"/>
                </a:solidFill>
              </a:rPr>
              <a:t>Include Paths</a:t>
            </a:r>
            <a:r>
              <a:rPr lang="zh-CN" altLang="en-US" b="1" dirty="0">
                <a:solidFill>
                  <a:prstClr val="black"/>
                </a:solidFill>
              </a:rPr>
              <a:t>中添加头文件路径</a:t>
            </a:r>
            <a:r>
              <a:rPr lang="zh-CN" altLang="en-US" b="1" dirty="0" smtClean="0">
                <a:solidFill>
                  <a:prstClr val="black"/>
                </a:solidFill>
              </a:rPr>
              <a:t>。</a:t>
            </a:r>
            <a:endParaRPr lang="zh-CN" altLang="en-US" b="1" dirty="0">
              <a:solidFill>
                <a:prstClr val="black"/>
              </a:solidFill>
            </a:endParaRPr>
          </a:p>
        </p:txBody>
      </p:sp>
      <p:pic>
        <p:nvPicPr>
          <p:cNvPr id="14" name="图片 13" descr="C:\Users\Administrator\Desktop\Snipaste_2019-04-02_11-10-50.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6150" y="1059582"/>
            <a:ext cx="4316095" cy="3526790"/>
          </a:xfrm>
          <a:prstGeom prst="rect">
            <a:avLst/>
          </a:prstGeom>
          <a:noFill/>
          <a:ln>
            <a:noFill/>
          </a:ln>
        </p:spPr>
      </p:pic>
    </p:spTree>
    <p:extLst>
      <p:ext uri="{BB962C8B-B14F-4D97-AF65-F5344CB8AC3E}">
        <p14:creationId xmlns:p14="http://schemas.microsoft.com/office/powerpoint/2010/main" val="305839391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683568" y="1275606"/>
            <a:ext cx="3024336" cy="320857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14</a:t>
            </a:r>
            <a:r>
              <a:rPr lang="zh-CN" altLang="en-US" b="1" dirty="0">
                <a:solidFill>
                  <a:prstClr val="black"/>
                </a:solidFill>
              </a:rPr>
              <a:t>．修改工程的启动文件</a:t>
            </a:r>
            <a:r>
              <a:rPr lang="en-US" altLang="zh-CN" b="1" dirty="0">
                <a:solidFill>
                  <a:prstClr val="black"/>
                </a:solidFill>
              </a:rPr>
              <a:t>tartup_stm32f10x_hd.s</a:t>
            </a:r>
            <a:r>
              <a:rPr lang="zh-CN" altLang="en-US" b="1" dirty="0">
                <a:solidFill>
                  <a:prstClr val="black"/>
                </a:solidFill>
              </a:rPr>
              <a:t>。将其中的“</a:t>
            </a:r>
            <a:r>
              <a:rPr lang="en-US" altLang="zh-CN" b="1" dirty="0" err="1">
                <a:solidFill>
                  <a:prstClr val="black"/>
                </a:solidFill>
              </a:rPr>
              <a:t>PendSV_Handler</a:t>
            </a:r>
            <a:r>
              <a:rPr lang="en-US" altLang="zh-CN" b="1" dirty="0">
                <a:solidFill>
                  <a:prstClr val="black"/>
                </a:solidFill>
              </a:rPr>
              <a:t>”</a:t>
            </a:r>
            <a:r>
              <a:rPr lang="zh-CN" altLang="en-US" b="1" dirty="0">
                <a:solidFill>
                  <a:prstClr val="black"/>
                </a:solidFill>
              </a:rPr>
              <a:t>和“</a:t>
            </a:r>
            <a:r>
              <a:rPr lang="en-US" altLang="zh-CN" b="1" dirty="0" err="1">
                <a:solidFill>
                  <a:prstClr val="black"/>
                </a:solidFill>
              </a:rPr>
              <a:t>SysTick_Handler</a:t>
            </a:r>
            <a:r>
              <a:rPr lang="en-US" altLang="zh-CN" b="1" dirty="0">
                <a:solidFill>
                  <a:prstClr val="black"/>
                </a:solidFill>
              </a:rPr>
              <a:t>”</a:t>
            </a:r>
            <a:r>
              <a:rPr lang="zh-CN" altLang="en-US" b="1" dirty="0">
                <a:solidFill>
                  <a:prstClr val="black"/>
                </a:solidFill>
              </a:rPr>
              <a:t>修改为“</a:t>
            </a:r>
            <a:r>
              <a:rPr lang="en-US" altLang="zh-CN" b="1" dirty="0" err="1">
                <a:solidFill>
                  <a:prstClr val="black"/>
                </a:solidFill>
              </a:rPr>
              <a:t>OS_CPU_PendSVHandler</a:t>
            </a:r>
            <a:r>
              <a:rPr lang="en-US" altLang="zh-CN" b="1" dirty="0">
                <a:solidFill>
                  <a:prstClr val="black"/>
                </a:solidFill>
              </a:rPr>
              <a:t>”</a:t>
            </a:r>
            <a:r>
              <a:rPr lang="zh-CN" altLang="en-US" b="1" dirty="0">
                <a:solidFill>
                  <a:prstClr val="black"/>
                </a:solidFill>
              </a:rPr>
              <a:t>和“</a:t>
            </a:r>
            <a:r>
              <a:rPr lang="en-US" altLang="zh-CN" b="1" dirty="0" err="1">
                <a:solidFill>
                  <a:prstClr val="black"/>
                </a:solidFill>
              </a:rPr>
              <a:t>OS_CPU_SysTickHandler</a:t>
            </a:r>
            <a:r>
              <a:rPr lang="en-US" altLang="zh-CN" b="1" dirty="0">
                <a:solidFill>
                  <a:prstClr val="black"/>
                </a:solidFill>
              </a:rPr>
              <a:t>”</a:t>
            </a:r>
            <a:r>
              <a:rPr lang="zh-CN" altLang="en-US" b="1" dirty="0">
                <a:solidFill>
                  <a:prstClr val="black"/>
                </a:solidFill>
              </a:rPr>
              <a:t>，共有三处，如</a:t>
            </a:r>
            <a:r>
              <a:rPr lang="zh-CN" altLang="en-US" b="1" dirty="0" smtClean="0">
                <a:solidFill>
                  <a:prstClr val="black"/>
                </a:solidFill>
              </a:rPr>
              <a:t>图所</a:t>
            </a:r>
            <a:r>
              <a:rPr lang="zh-CN" altLang="en-US" b="1" dirty="0">
                <a:solidFill>
                  <a:prstClr val="black"/>
                </a:solidFill>
              </a:rPr>
              <a:t>示为中断向量表处的修改。</a:t>
            </a:r>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pic>
        <p:nvPicPr>
          <p:cNvPr id="11" name="图片 10" descr="C:\Users\Administrator\Desktop\Snipaste_2019-04-02_11-28-37.jpg"/>
          <p:cNvPicPr/>
          <p:nvPr/>
        </p:nvPicPr>
        <p:blipFill>
          <a:blip r:embed="rId3">
            <a:extLst>
              <a:ext uri="{28A0092B-C50C-407E-A947-70E740481C1C}">
                <a14:useLocalDpi xmlns:a14="http://schemas.microsoft.com/office/drawing/2010/main" val="0"/>
              </a:ext>
            </a:extLst>
          </a:blip>
          <a:srcRect/>
          <a:stretch>
            <a:fillRect/>
          </a:stretch>
        </p:blipFill>
        <p:spPr bwMode="auto">
          <a:xfrm>
            <a:off x="3923928" y="1223707"/>
            <a:ext cx="4824536" cy="3312368"/>
          </a:xfrm>
          <a:prstGeom prst="rect">
            <a:avLst/>
          </a:prstGeom>
          <a:noFill/>
          <a:ln>
            <a:noFill/>
          </a:ln>
        </p:spPr>
      </p:pic>
    </p:spTree>
    <p:extLst>
      <p:ext uri="{BB962C8B-B14F-4D97-AF65-F5344CB8AC3E}">
        <p14:creationId xmlns:p14="http://schemas.microsoft.com/office/powerpoint/2010/main" val="119533716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2328707" y="3075806"/>
            <a:ext cx="4835581" cy="113107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pPr>
            <a:r>
              <a:rPr lang="zh-CN" altLang="en-US" b="1" dirty="0" smtClean="0">
                <a:solidFill>
                  <a:prstClr val="black"/>
                </a:solidFill>
              </a:rPr>
              <a:t>     必须</a:t>
            </a:r>
            <a:r>
              <a:rPr lang="zh-CN" altLang="en-US" b="1" dirty="0">
                <a:solidFill>
                  <a:prstClr val="black"/>
                </a:solidFill>
              </a:rPr>
              <a:t>将启动文件中的</a:t>
            </a:r>
            <a:r>
              <a:rPr lang="en-US" altLang="zh-CN" b="1" dirty="0" err="1">
                <a:solidFill>
                  <a:prstClr val="black"/>
                </a:solidFill>
              </a:rPr>
              <a:t>PendSV_Handler</a:t>
            </a:r>
            <a:r>
              <a:rPr lang="zh-CN" altLang="en-US" b="1" dirty="0">
                <a:solidFill>
                  <a:prstClr val="black"/>
                </a:solidFill>
              </a:rPr>
              <a:t>和</a:t>
            </a:r>
            <a:r>
              <a:rPr lang="en-US" altLang="zh-CN" b="1" dirty="0" err="1">
                <a:solidFill>
                  <a:prstClr val="black"/>
                </a:solidFill>
              </a:rPr>
              <a:t>SysTick_Handler</a:t>
            </a:r>
            <a:r>
              <a:rPr lang="zh-CN" altLang="en-US" b="1" dirty="0">
                <a:solidFill>
                  <a:prstClr val="black"/>
                </a:solidFill>
              </a:rPr>
              <a:t>修改为</a:t>
            </a:r>
            <a:r>
              <a:rPr lang="en-US" altLang="zh-CN" b="1" dirty="0" err="1">
                <a:solidFill>
                  <a:prstClr val="black"/>
                </a:solidFill>
              </a:rPr>
              <a:t>OS_CPU_PendSVHandler</a:t>
            </a:r>
            <a:r>
              <a:rPr lang="zh-CN" altLang="en-US" b="1" dirty="0">
                <a:solidFill>
                  <a:prstClr val="black"/>
                </a:solidFill>
              </a:rPr>
              <a:t>和</a:t>
            </a:r>
            <a:r>
              <a:rPr lang="en-US" altLang="zh-CN" b="1" dirty="0" err="1">
                <a:solidFill>
                  <a:prstClr val="black"/>
                </a:solidFill>
              </a:rPr>
              <a:t>OS_CPU_SysTickHandler</a:t>
            </a:r>
            <a:r>
              <a:rPr lang="zh-CN" altLang="en-US" b="1" dirty="0" smtClean="0">
                <a:solidFill>
                  <a:prstClr val="black"/>
                </a:solidFill>
              </a:rPr>
              <a:t>。</a:t>
            </a:r>
            <a:endParaRPr lang="en-US" altLang="zh-CN" b="1" dirty="0" smtClean="0">
              <a:solidFill>
                <a:prstClr val="black"/>
              </a:solidFill>
            </a:endParaRPr>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p:cNvSpPr/>
          <p:nvPr/>
        </p:nvSpPr>
        <p:spPr>
          <a:xfrm>
            <a:off x="827584" y="1299413"/>
            <a:ext cx="3024540" cy="1200329"/>
          </a:xfrm>
          <a:prstGeom prst="rect">
            <a:avLst/>
          </a:prstGeom>
          <a:solidFill>
            <a:schemeClr val="accent5">
              <a:lumMod val="40000"/>
              <a:lumOff val="60000"/>
            </a:schemeClr>
          </a:solidFill>
        </p:spPr>
        <p:txBody>
          <a:bodyPr wrap="square">
            <a:spAutoFit/>
          </a:bodyPr>
          <a:lstStyle/>
          <a:p>
            <a:r>
              <a:rPr lang="en-US" altLang="zh-CN" b="1" dirty="0" err="1">
                <a:solidFill>
                  <a:prstClr val="black"/>
                </a:solidFill>
              </a:rPr>
              <a:t>PendSV_Handler</a:t>
            </a:r>
            <a:r>
              <a:rPr lang="zh-CN" altLang="en-US" b="1" dirty="0">
                <a:solidFill>
                  <a:prstClr val="black"/>
                </a:solidFill>
              </a:rPr>
              <a:t>和</a:t>
            </a:r>
            <a:r>
              <a:rPr lang="en-US" altLang="zh-CN" b="1" dirty="0" err="1">
                <a:solidFill>
                  <a:prstClr val="black"/>
                </a:solidFill>
              </a:rPr>
              <a:t>SysTick_Handler</a:t>
            </a:r>
            <a:r>
              <a:rPr lang="zh-CN" altLang="en-US" b="1" dirty="0">
                <a:solidFill>
                  <a:prstClr val="black"/>
                </a:solidFill>
              </a:rPr>
              <a:t>函数是</a:t>
            </a:r>
            <a:r>
              <a:rPr lang="en-US" altLang="zh-CN" b="1" dirty="0">
                <a:solidFill>
                  <a:prstClr val="black"/>
                </a:solidFill>
              </a:rPr>
              <a:t>STM32</a:t>
            </a:r>
            <a:r>
              <a:rPr lang="zh-CN" altLang="en-US" b="1" dirty="0">
                <a:solidFill>
                  <a:prstClr val="black"/>
                </a:solidFill>
              </a:rPr>
              <a:t>的标准外设库所命名的中断处理函数入口名称</a:t>
            </a:r>
            <a:endParaRPr lang="zh-CN" altLang="en-US" dirty="0"/>
          </a:p>
        </p:txBody>
      </p:sp>
      <p:sp>
        <p:nvSpPr>
          <p:cNvPr id="14" name="矩形 13"/>
          <p:cNvSpPr/>
          <p:nvPr/>
        </p:nvSpPr>
        <p:spPr>
          <a:xfrm>
            <a:off x="5166320" y="1419622"/>
            <a:ext cx="3294112" cy="923330"/>
          </a:xfrm>
          <a:prstGeom prst="rect">
            <a:avLst/>
          </a:prstGeom>
          <a:solidFill>
            <a:schemeClr val="accent4">
              <a:lumMod val="20000"/>
              <a:lumOff val="80000"/>
            </a:schemeClr>
          </a:solidFill>
        </p:spPr>
        <p:txBody>
          <a:bodyPr wrap="square">
            <a:spAutoFit/>
          </a:bodyPr>
          <a:lstStyle/>
          <a:p>
            <a:r>
              <a:rPr lang="en-US" altLang="zh-CN" b="1" dirty="0" err="1">
                <a:solidFill>
                  <a:prstClr val="black"/>
                </a:solidFill>
              </a:rPr>
              <a:t>uC</a:t>
            </a:r>
            <a:r>
              <a:rPr lang="en-US" altLang="zh-CN" b="1" dirty="0">
                <a:solidFill>
                  <a:prstClr val="black"/>
                </a:solidFill>
              </a:rPr>
              <a:t>/OS-III</a:t>
            </a:r>
            <a:r>
              <a:rPr lang="zh-CN" altLang="en-US" b="1" dirty="0">
                <a:solidFill>
                  <a:prstClr val="black"/>
                </a:solidFill>
              </a:rPr>
              <a:t>源码将</a:t>
            </a:r>
            <a:r>
              <a:rPr lang="en-US" altLang="zh-CN" b="1" dirty="0" err="1">
                <a:solidFill>
                  <a:prstClr val="black"/>
                </a:solidFill>
              </a:rPr>
              <a:t>SysTick_Handler</a:t>
            </a:r>
            <a:r>
              <a:rPr lang="zh-CN" altLang="en-US" b="1" dirty="0">
                <a:solidFill>
                  <a:prstClr val="black"/>
                </a:solidFill>
              </a:rPr>
              <a:t>函数命名为</a:t>
            </a:r>
            <a:r>
              <a:rPr lang="en-US" altLang="zh-CN" b="1" dirty="0" err="1">
                <a:solidFill>
                  <a:prstClr val="black"/>
                </a:solidFill>
              </a:rPr>
              <a:t>OS_CPU_SysTickHandler</a:t>
            </a:r>
            <a:endParaRPr lang="zh-CN" altLang="en-US" dirty="0"/>
          </a:p>
        </p:txBody>
      </p:sp>
      <p:sp>
        <p:nvSpPr>
          <p:cNvPr id="15" name="左右箭头 14"/>
          <p:cNvSpPr/>
          <p:nvPr/>
        </p:nvSpPr>
        <p:spPr>
          <a:xfrm>
            <a:off x="3870380" y="1563638"/>
            <a:ext cx="1295940" cy="576064"/>
          </a:xfrm>
          <a:prstGeom prst="lef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1600" b="1" dirty="0" smtClean="0"/>
              <a:t>不一致</a:t>
            </a:r>
          </a:p>
        </p:txBody>
      </p:sp>
      <p:sp>
        <p:nvSpPr>
          <p:cNvPr id="17" name="下箭头 16"/>
          <p:cNvSpPr/>
          <p:nvPr/>
        </p:nvSpPr>
        <p:spPr>
          <a:xfrm>
            <a:off x="4351577" y="2167851"/>
            <a:ext cx="360040" cy="792088"/>
          </a:xfrm>
          <a:prstGeom prst="downArrow">
            <a:avLst/>
          </a:prstGeom>
          <a:solidFill>
            <a:schemeClr val="accent2">
              <a:lumMod val="40000"/>
              <a:lumOff val="6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solidFill>
                <a:schemeClr val="accent5">
                  <a:lumMod val="20000"/>
                  <a:lumOff val="80000"/>
                </a:schemeClr>
              </a:solidFill>
            </a:endParaRPr>
          </a:p>
        </p:txBody>
      </p:sp>
    </p:spTree>
    <p:extLst>
      <p:ext uri="{BB962C8B-B14F-4D97-AF65-F5344CB8AC3E}">
        <p14:creationId xmlns:p14="http://schemas.microsoft.com/office/powerpoint/2010/main" val="14416305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sp>
        <p:nvSpPr>
          <p:cNvPr id="5" name="矩形 4"/>
          <p:cNvSpPr/>
          <p:nvPr/>
        </p:nvSpPr>
        <p:spPr>
          <a:xfrm>
            <a:off x="539552" y="846974"/>
            <a:ext cx="8064896" cy="1477328"/>
          </a:xfrm>
          <a:prstGeom prst="rect">
            <a:avLst/>
          </a:prstGeom>
        </p:spPr>
        <p:txBody>
          <a:bodyPr wrap="square">
            <a:spAutoFit/>
          </a:bodyPr>
          <a:lstStyle/>
          <a:p>
            <a:pPr marL="285750" lvl="0" indent="-285750">
              <a:lnSpc>
                <a:spcPct val="125000"/>
              </a:lnSpc>
              <a:buFont typeface="Wingdings" pitchFamily="2" charset="2"/>
              <a:buChar char="Ø"/>
            </a:pPr>
            <a:r>
              <a:rPr lang="en-US" altLang="zh-CN" b="1" dirty="0" err="1" smtClean="0">
                <a:solidFill>
                  <a:prstClr val="black"/>
                </a:solidFill>
              </a:rPr>
              <a:t>SysTick_Handler</a:t>
            </a:r>
            <a:r>
              <a:rPr lang="zh-CN" altLang="en-US" b="1" dirty="0">
                <a:solidFill>
                  <a:prstClr val="black"/>
                </a:solidFill>
              </a:rPr>
              <a:t>是滴答定时器</a:t>
            </a:r>
            <a:r>
              <a:rPr lang="zh-CN" altLang="en-US" b="1" dirty="0" smtClean="0">
                <a:solidFill>
                  <a:prstClr val="black"/>
                </a:solidFill>
              </a:rPr>
              <a:t>中断，为操作系统提供进程</a:t>
            </a:r>
            <a:r>
              <a:rPr lang="en-US" altLang="zh-CN" b="1" dirty="0" smtClean="0">
                <a:solidFill>
                  <a:prstClr val="black"/>
                </a:solidFill>
              </a:rPr>
              <a:t>/</a:t>
            </a:r>
            <a:r>
              <a:rPr lang="zh-CN" altLang="en-US" b="1" dirty="0" smtClean="0">
                <a:solidFill>
                  <a:prstClr val="black"/>
                </a:solidFill>
              </a:rPr>
              <a:t>任务的上下文切换和任务调度；</a:t>
            </a:r>
            <a:endParaRPr lang="en-US" altLang="zh-CN" b="1" dirty="0" smtClean="0">
              <a:solidFill>
                <a:prstClr val="black"/>
              </a:solidFill>
            </a:endParaRPr>
          </a:p>
          <a:p>
            <a:pPr marL="285750" lvl="0" indent="-285750">
              <a:lnSpc>
                <a:spcPct val="125000"/>
              </a:lnSpc>
              <a:buFont typeface="Wingdings" pitchFamily="2" charset="2"/>
              <a:buChar char="Ø"/>
            </a:pPr>
            <a:r>
              <a:rPr lang="en-US" altLang="zh-CN" b="1" dirty="0" err="1" smtClean="0">
                <a:solidFill>
                  <a:prstClr val="black"/>
                </a:solidFill>
              </a:rPr>
              <a:t>PendSV_Handler</a:t>
            </a:r>
            <a:r>
              <a:rPr lang="zh-CN" altLang="en-US" b="1" dirty="0">
                <a:solidFill>
                  <a:prstClr val="black"/>
                </a:solidFill>
              </a:rPr>
              <a:t>的作用是当操作系统检测到某</a:t>
            </a:r>
            <a:r>
              <a:rPr lang="en-US" altLang="zh-CN" b="1" dirty="0">
                <a:solidFill>
                  <a:prstClr val="black"/>
                </a:solidFill>
              </a:rPr>
              <a:t>IRQ</a:t>
            </a:r>
            <a:r>
              <a:rPr lang="zh-CN" altLang="en-US" b="1" dirty="0">
                <a:solidFill>
                  <a:prstClr val="black"/>
                </a:solidFill>
              </a:rPr>
              <a:t>正在活动，并且被</a:t>
            </a:r>
            <a:r>
              <a:rPr lang="en-US" altLang="zh-CN" b="1" dirty="0" err="1">
                <a:solidFill>
                  <a:prstClr val="black"/>
                </a:solidFill>
              </a:rPr>
              <a:t>SysTick</a:t>
            </a:r>
            <a:r>
              <a:rPr lang="zh-CN" altLang="en-US" b="1" dirty="0">
                <a:solidFill>
                  <a:prstClr val="black"/>
                </a:solidFill>
              </a:rPr>
              <a:t>抢占时将触发</a:t>
            </a:r>
            <a:r>
              <a:rPr lang="en-US" altLang="zh-CN" b="1" dirty="0" err="1">
                <a:solidFill>
                  <a:prstClr val="black"/>
                </a:solidFill>
              </a:rPr>
              <a:t>PendSV</a:t>
            </a:r>
            <a:r>
              <a:rPr lang="zh-CN" altLang="en-US" b="1" dirty="0">
                <a:solidFill>
                  <a:prstClr val="black"/>
                </a:solidFill>
              </a:rPr>
              <a:t>异常，以便缓期执行上下文切换。</a:t>
            </a:r>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727229619"/>
              </p:ext>
            </p:extLst>
          </p:nvPr>
        </p:nvGraphicFramePr>
        <p:xfrm>
          <a:off x="1485948" y="2324302"/>
          <a:ext cx="6282742" cy="2715766"/>
        </p:xfrm>
        <a:graphic>
          <a:graphicData uri="http://schemas.openxmlformats.org/presentationml/2006/ole">
            <mc:AlternateContent xmlns:mc="http://schemas.openxmlformats.org/markup-compatibility/2006">
              <mc:Choice xmlns:v="urn:schemas-microsoft-com:vml" Requires="v">
                <p:oleObj spid="_x0000_s115720" name="Visio" r:id="rId4" imgW="4217236" imgH="1822187" progId="Visio.Drawing.11">
                  <p:embed/>
                </p:oleObj>
              </mc:Choice>
              <mc:Fallback>
                <p:oleObj name="Visio" r:id="rId4" imgW="4217236" imgH="1822187"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5948" y="2324302"/>
                        <a:ext cx="6282742" cy="2715766"/>
                      </a:xfrm>
                      <a:prstGeom prst="rect">
                        <a:avLst/>
                      </a:prstGeom>
                      <a:noFill/>
                    </p:spPr>
                  </p:pic>
                </p:oleObj>
              </mc:Fallback>
            </mc:AlternateContent>
          </a:graphicData>
        </a:graphic>
      </p:graphicFrame>
    </p:spTree>
    <p:extLst>
      <p:ext uri="{BB962C8B-B14F-4D97-AF65-F5344CB8AC3E}">
        <p14:creationId xmlns:p14="http://schemas.microsoft.com/office/powerpoint/2010/main" val="155087679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539552" y="987574"/>
            <a:ext cx="3624888" cy="113107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smtClean="0">
                <a:solidFill>
                  <a:prstClr val="black"/>
                </a:solidFill>
              </a:rPr>
              <a:t>15</a:t>
            </a:r>
            <a:r>
              <a:rPr lang="zh-CN" altLang="en-US" b="1" dirty="0" smtClean="0">
                <a:solidFill>
                  <a:prstClr val="black"/>
                </a:solidFill>
              </a:rPr>
              <a:t>．修改</a:t>
            </a:r>
            <a:r>
              <a:rPr lang="en-US" altLang="zh-CN" b="1" dirty="0" err="1" smtClean="0">
                <a:solidFill>
                  <a:prstClr val="black"/>
                </a:solidFill>
              </a:rPr>
              <a:t>includes.h</a:t>
            </a:r>
            <a:r>
              <a:rPr lang="zh-CN" altLang="en-US" b="1" dirty="0" smtClean="0">
                <a:solidFill>
                  <a:prstClr val="black"/>
                </a:solidFill>
              </a:rPr>
              <a:t>文件。</a:t>
            </a:r>
            <a:endParaRPr lang="en-US" altLang="zh-CN" b="1" dirty="0" smtClean="0">
              <a:solidFill>
                <a:prstClr val="black"/>
              </a:solidFill>
            </a:endParaRPr>
          </a:p>
          <a:p>
            <a:pPr>
              <a:lnSpc>
                <a:spcPct val="125000"/>
              </a:lnSpc>
            </a:pPr>
            <a:r>
              <a:rPr lang="zh-CN" altLang="en-US" b="1" dirty="0">
                <a:solidFill>
                  <a:prstClr val="black"/>
                </a:solidFill>
              </a:rPr>
              <a:t>将</a:t>
            </a:r>
            <a:r>
              <a:rPr lang="en-US" altLang="zh-CN" b="1" dirty="0">
                <a:solidFill>
                  <a:prstClr val="black"/>
                </a:solidFill>
              </a:rPr>
              <a:t>#</a:t>
            </a:r>
            <a:r>
              <a:rPr lang="en-GB" altLang="zh-CN" b="1" dirty="0">
                <a:solidFill>
                  <a:prstClr val="black"/>
                </a:solidFill>
              </a:rPr>
              <a:t>include  &lt;stm32f10x_lib.h&gt;</a:t>
            </a:r>
            <a:r>
              <a:rPr lang="zh-CN" altLang="en-US" b="1" dirty="0">
                <a:solidFill>
                  <a:prstClr val="black"/>
                </a:solidFill>
              </a:rPr>
              <a:t>修改为 </a:t>
            </a:r>
            <a:r>
              <a:rPr lang="en-US" altLang="zh-CN" b="1" dirty="0">
                <a:solidFill>
                  <a:prstClr val="black"/>
                </a:solidFill>
              </a:rPr>
              <a:t>#</a:t>
            </a:r>
            <a:r>
              <a:rPr lang="en-GB" altLang="zh-CN" b="1" dirty="0">
                <a:solidFill>
                  <a:prstClr val="black"/>
                </a:solidFill>
              </a:rPr>
              <a:t>include "stm32f10x.h"</a:t>
            </a:r>
            <a:r>
              <a:rPr lang="zh-CN" altLang="en-GB" b="1" dirty="0">
                <a:solidFill>
                  <a:prstClr val="black"/>
                </a:solidFill>
              </a:rPr>
              <a:t>。</a:t>
            </a:r>
            <a:endParaRPr lang="zh-CN" altLang="en-US" b="1" dirty="0">
              <a:solidFill>
                <a:prstClr val="black"/>
              </a:solidFill>
            </a:endParaRPr>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pic>
        <p:nvPicPr>
          <p:cNvPr id="10" name="图片 9" descr="C:\Users\Administrator\Desktop\Snipaste_2019-04-02_12-13-54.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2427734"/>
            <a:ext cx="5544616" cy="2362917"/>
          </a:xfrm>
          <a:prstGeom prst="rect">
            <a:avLst/>
          </a:prstGeom>
          <a:noFill/>
          <a:ln>
            <a:noFill/>
          </a:ln>
        </p:spPr>
      </p:pic>
      <p:sp>
        <p:nvSpPr>
          <p:cNvPr id="9" name="矩形 8"/>
          <p:cNvSpPr/>
          <p:nvPr/>
        </p:nvSpPr>
        <p:spPr>
          <a:xfrm>
            <a:off x="4556260" y="1009885"/>
            <a:ext cx="3624888" cy="251607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16</a:t>
            </a:r>
            <a:r>
              <a:rPr lang="zh-CN" altLang="en-US" b="1" dirty="0">
                <a:solidFill>
                  <a:prstClr val="black"/>
                </a:solidFill>
              </a:rPr>
              <a:t>．修改</a:t>
            </a:r>
            <a:r>
              <a:rPr lang="en-US" altLang="zh-CN" b="1" dirty="0" err="1">
                <a:solidFill>
                  <a:prstClr val="black"/>
                </a:solidFill>
              </a:rPr>
              <a:t>bsp.h</a:t>
            </a:r>
            <a:r>
              <a:rPr lang="zh-CN" altLang="en-US" b="1" dirty="0">
                <a:solidFill>
                  <a:prstClr val="black"/>
                </a:solidFill>
              </a:rPr>
              <a:t>文件。需要修改的地方有两处：</a:t>
            </a:r>
          </a:p>
          <a:p>
            <a:pPr>
              <a:lnSpc>
                <a:spcPct val="125000"/>
              </a:lnSpc>
            </a:pPr>
            <a:r>
              <a:rPr lang="en-US" altLang="zh-CN" b="1" dirty="0" smtClean="0">
                <a:solidFill>
                  <a:prstClr val="black"/>
                </a:solidFill>
              </a:rPr>
              <a:t>1</a:t>
            </a:r>
            <a:r>
              <a:rPr lang="zh-CN" altLang="en-US" b="1" dirty="0">
                <a:solidFill>
                  <a:prstClr val="black"/>
                </a:solidFill>
              </a:rPr>
              <a:t>）将</a:t>
            </a:r>
            <a:r>
              <a:rPr lang="en-US" altLang="zh-CN" b="1" dirty="0" err="1">
                <a:solidFill>
                  <a:prstClr val="black"/>
                </a:solidFill>
              </a:rPr>
              <a:t>bsp.h</a:t>
            </a:r>
            <a:r>
              <a:rPr lang="zh-CN" altLang="en-US" b="1" dirty="0">
                <a:solidFill>
                  <a:prstClr val="black"/>
                </a:solidFill>
              </a:rPr>
              <a:t>文件中的</a:t>
            </a:r>
            <a:r>
              <a:rPr lang="en-US" altLang="zh-CN" b="1" dirty="0">
                <a:solidFill>
                  <a:prstClr val="black"/>
                </a:solidFill>
              </a:rPr>
              <a:t>#include  &lt;stm32f10x_lib.h&gt;</a:t>
            </a:r>
            <a:r>
              <a:rPr lang="zh-CN" altLang="en-US" b="1" dirty="0">
                <a:solidFill>
                  <a:prstClr val="black"/>
                </a:solidFill>
              </a:rPr>
              <a:t>修改为</a:t>
            </a:r>
            <a:r>
              <a:rPr lang="en-US" altLang="zh-CN" b="1" dirty="0">
                <a:solidFill>
                  <a:prstClr val="black"/>
                </a:solidFill>
              </a:rPr>
              <a:t>#include  "stm32f10x.h"</a:t>
            </a:r>
            <a:r>
              <a:rPr lang="zh-CN" altLang="en-US" b="1" dirty="0">
                <a:solidFill>
                  <a:prstClr val="black"/>
                </a:solidFill>
              </a:rPr>
              <a:t>，并删除</a:t>
            </a:r>
            <a:r>
              <a:rPr lang="en-US" altLang="zh-CN" b="1" dirty="0" err="1">
                <a:solidFill>
                  <a:prstClr val="black"/>
                </a:solidFill>
              </a:rPr>
              <a:t>bsp_os.h</a:t>
            </a:r>
            <a:r>
              <a:rPr lang="zh-CN" altLang="en-US" b="1" dirty="0">
                <a:solidFill>
                  <a:prstClr val="black"/>
                </a:solidFill>
              </a:rPr>
              <a:t>、</a:t>
            </a:r>
            <a:r>
              <a:rPr lang="en-US" altLang="zh-CN" b="1" dirty="0" err="1">
                <a:solidFill>
                  <a:prstClr val="black"/>
                </a:solidFill>
              </a:rPr>
              <a:t>bsp_ser.h</a:t>
            </a:r>
            <a:r>
              <a:rPr lang="zh-CN" altLang="en-US" b="1" dirty="0">
                <a:solidFill>
                  <a:prstClr val="black"/>
                </a:solidFill>
              </a:rPr>
              <a:t>、</a:t>
            </a:r>
            <a:r>
              <a:rPr lang="en-US" altLang="zh-CN" b="1" dirty="0">
                <a:solidFill>
                  <a:prstClr val="black"/>
                </a:solidFill>
              </a:rPr>
              <a:t>bsp_i2c.h</a:t>
            </a:r>
            <a:r>
              <a:rPr lang="zh-CN" altLang="en-US" b="1" dirty="0">
                <a:solidFill>
                  <a:prstClr val="black"/>
                </a:solidFill>
              </a:rPr>
              <a:t>、</a:t>
            </a:r>
            <a:r>
              <a:rPr lang="en-US" altLang="zh-CN" b="1" dirty="0">
                <a:solidFill>
                  <a:prstClr val="black"/>
                </a:solidFill>
              </a:rPr>
              <a:t>bsp_stlm75.h</a:t>
            </a:r>
            <a:r>
              <a:rPr lang="zh-CN" altLang="en-US" b="1" dirty="0">
                <a:solidFill>
                  <a:prstClr val="black"/>
                </a:solidFill>
              </a:rPr>
              <a:t>这四</a:t>
            </a:r>
            <a:r>
              <a:rPr lang="zh-CN" altLang="en-US" b="1" dirty="0" smtClean="0">
                <a:solidFill>
                  <a:prstClr val="black"/>
                </a:solidFill>
              </a:rPr>
              <a:t>个头文件</a:t>
            </a:r>
            <a:endParaRPr lang="zh-CN" altLang="en-US" b="1" dirty="0">
              <a:solidFill>
                <a:prstClr val="black"/>
              </a:solidFill>
            </a:endParaRPr>
          </a:p>
        </p:txBody>
      </p:sp>
    </p:spTree>
    <p:extLst>
      <p:ext uri="{BB962C8B-B14F-4D97-AF65-F5344CB8AC3E}">
        <p14:creationId xmlns:p14="http://schemas.microsoft.com/office/powerpoint/2010/main" val="249066539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1259632" y="1018218"/>
            <a:ext cx="6336704" cy="7848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2</a:t>
            </a:r>
            <a:r>
              <a:rPr lang="zh-CN" altLang="en-US" b="1" dirty="0">
                <a:solidFill>
                  <a:prstClr val="black"/>
                </a:solidFill>
              </a:rPr>
              <a:t>）删除头文件中</a:t>
            </a:r>
            <a:r>
              <a:rPr lang="en-US" altLang="zh-CN" b="1" dirty="0">
                <a:solidFill>
                  <a:prstClr val="black"/>
                </a:solidFill>
              </a:rPr>
              <a:t>#include &lt;</a:t>
            </a:r>
            <a:r>
              <a:rPr lang="en-US" altLang="zh-CN" b="1" dirty="0" err="1">
                <a:solidFill>
                  <a:prstClr val="black"/>
                </a:solidFill>
              </a:rPr>
              <a:t>app_cfg.h</a:t>
            </a:r>
            <a:r>
              <a:rPr lang="en-US" altLang="zh-CN" b="1" dirty="0">
                <a:solidFill>
                  <a:prstClr val="black"/>
                </a:solidFill>
              </a:rPr>
              <a:t>&gt;</a:t>
            </a:r>
            <a:r>
              <a:rPr lang="zh-CN" altLang="en-US" b="1" dirty="0">
                <a:solidFill>
                  <a:prstClr val="black"/>
                </a:solidFill>
              </a:rPr>
              <a:t>之下的代码段，只保留</a:t>
            </a:r>
            <a:r>
              <a:rPr lang="en-US" altLang="zh-CN" b="1" dirty="0" err="1">
                <a:solidFill>
                  <a:prstClr val="black"/>
                </a:solidFill>
              </a:rPr>
              <a:t>BSP_Init</a:t>
            </a:r>
            <a:r>
              <a:rPr lang="en-US" altLang="zh-CN" b="1" dirty="0">
                <a:solidFill>
                  <a:prstClr val="black"/>
                </a:solidFill>
              </a:rPr>
              <a:t> (void)</a:t>
            </a:r>
            <a:r>
              <a:rPr lang="zh-CN" altLang="en-US" b="1" dirty="0">
                <a:solidFill>
                  <a:prstClr val="black"/>
                </a:solidFill>
              </a:rPr>
              <a:t>和</a:t>
            </a:r>
            <a:r>
              <a:rPr lang="en-US" altLang="zh-CN" b="1" dirty="0" err="1">
                <a:solidFill>
                  <a:prstClr val="black"/>
                </a:solidFill>
              </a:rPr>
              <a:t>BSP_CPU_ClkFreq</a:t>
            </a:r>
            <a:r>
              <a:rPr lang="en-US" altLang="zh-CN" b="1" dirty="0">
                <a:solidFill>
                  <a:prstClr val="black"/>
                </a:solidFill>
              </a:rPr>
              <a:t>(void)</a:t>
            </a:r>
            <a:r>
              <a:rPr lang="zh-CN" altLang="en-US" b="1" dirty="0">
                <a:solidFill>
                  <a:prstClr val="black"/>
                </a:solidFill>
              </a:rPr>
              <a:t>两个函数的声明</a:t>
            </a:r>
            <a:r>
              <a:rPr lang="zh-CN" altLang="en-GB" b="1" dirty="0" smtClean="0">
                <a:solidFill>
                  <a:prstClr val="black"/>
                </a:solidFill>
              </a:rPr>
              <a:t>。</a:t>
            </a:r>
            <a:endParaRPr lang="zh-CN" altLang="en-US" b="1" dirty="0">
              <a:solidFill>
                <a:prstClr val="black"/>
              </a:solidFill>
            </a:endParaRPr>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pic>
        <p:nvPicPr>
          <p:cNvPr id="11" name="图片 10" descr="C:\Users\Administrator\Desktop\Snipaste_2019-04-02_12-24-09.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1720" y="1923678"/>
            <a:ext cx="4968552" cy="2880320"/>
          </a:xfrm>
          <a:prstGeom prst="rect">
            <a:avLst/>
          </a:prstGeom>
          <a:noFill/>
          <a:ln>
            <a:noFill/>
          </a:ln>
        </p:spPr>
      </p:pic>
    </p:spTree>
    <p:extLst>
      <p:ext uri="{BB962C8B-B14F-4D97-AF65-F5344CB8AC3E}">
        <p14:creationId xmlns:p14="http://schemas.microsoft.com/office/powerpoint/2010/main" val="173199943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6444208" y="1416774"/>
            <a:ext cx="2304256" cy="286232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17</a:t>
            </a:r>
            <a:r>
              <a:rPr lang="zh-CN" altLang="en-US" b="1" dirty="0">
                <a:solidFill>
                  <a:prstClr val="black"/>
                </a:solidFill>
              </a:rPr>
              <a:t>．修改</a:t>
            </a:r>
            <a:r>
              <a:rPr lang="en-US" altLang="zh-CN" b="1" dirty="0" err="1">
                <a:solidFill>
                  <a:prstClr val="black"/>
                </a:solidFill>
              </a:rPr>
              <a:t>bsp.c</a:t>
            </a:r>
            <a:r>
              <a:rPr lang="zh-CN" altLang="en-US" b="1" dirty="0">
                <a:solidFill>
                  <a:prstClr val="black"/>
                </a:solidFill>
              </a:rPr>
              <a:t>文件。</a:t>
            </a:r>
          </a:p>
          <a:p>
            <a:pPr>
              <a:lnSpc>
                <a:spcPct val="125000"/>
              </a:lnSpc>
            </a:pPr>
            <a:r>
              <a:rPr lang="en-US" altLang="zh-CN" b="1" dirty="0" smtClean="0">
                <a:solidFill>
                  <a:prstClr val="black"/>
                </a:solidFill>
              </a:rPr>
              <a:t>1</a:t>
            </a:r>
            <a:r>
              <a:rPr lang="zh-CN" altLang="en-US" b="1" dirty="0">
                <a:solidFill>
                  <a:prstClr val="black"/>
                </a:solidFill>
              </a:rPr>
              <a:t>）删除</a:t>
            </a:r>
            <a:r>
              <a:rPr lang="en-US" altLang="zh-CN" b="1" dirty="0">
                <a:solidFill>
                  <a:prstClr val="black"/>
                </a:solidFill>
              </a:rPr>
              <a:t>#define BSP_LED_START_BIT (13-1)</a:t>
            </a:r>
            <a:r>
              <a:rPr lang="zh-CN" altLang="en-US" b="1" dirty="0">
                <a:solidFill>
                  <a:prstClr val="black"/>
                </a:solidFill>
              </a:rPr>
              <a:t>和</a:t>
            </a:r>
            <a:r>
              <a:rPr lang="en-US" altLang="zh-CN" b="1" dirty="0">
                <a:solidFill>
                  <a:prstClr val="black"/>
                </a:solidFill>
              </a:rPr>
              <a:t>BSP_ _</a:t>
            </a:r>
            <a:r>
              <a:rPr lang="en-US" altLang="zh-CN" b="1" dirty="0" err="1">
                <a:solidFill>
                  <a:prstClr val="black"/>
                </a:solidFill>
              </a:rPr>
              <a:t>LED_Init</a:t>
            </a:r>
            <a:r>
              <a:rPr lang="en-US" altLang="zh-CN" b="1" dirty="0">
                <a:solidFill>
                  <a:prstClr val="black"/>
                </a:solidFill>
              </a:rPr>
              <a:t>()</a:t>
            </a:r>
            <a:r>
              <a:rPr lang="zh-CN" altLang="en-US" b="1" dirty="0">
                <a:solidFill>
                  <a:prstClr val="black"/>
                </a:solidFill>
              </a:rPr>
              <a:t>、</a:t>
            </a:r>
            <a:r>
              <a:rPr lang="en-US" altLang="zh-CN" b="1" dirty="0" err="1">
                <a:solidFill>
                  <a:prstClr val="black"/>
                </a:solidFill>
              </a:rPr>
              <a:t>BSP_StatusInit</a:t>
            </a:r>
            <a:r>
              <a:rPr lang="en-US" altLang="zh-CN" b="1" dirty="0">
                <a:solidFill>
                  <a:prstClr val="black"/>
                </a:solidFill>
              </a:rPr>
              <a:t>()</a:t>
            </a:r>
            <a:r>
              <a:rPr lang="zh-CN" altLang="en-US" b="1" dirty="0">
                <a:solidFill>
                  <a:prstClr val="black"/>
                </a:solidFill>
              </a:rPr>
              <a:t>这些</a:t>
            </a:r>
            <a:r>
              <a:rPr lang="en-US" altLang="zh-CN" b="1" dirty="0" err="1">
                <a:solidFill>
                  <a:prstClr val="black"/>
                </a:solidFill>
              </a:rPr>
              <a:t>uC</a:t>
            </a:r>
            <a:r>
              <a:rPr lang="en-US" altLang="zh-CN" b="1" dirty="0">
                <a:solidFill>
                  <a:prstClr val="black"/>
                </a:solidFill>
              </a:rPr>
              <a:t>/OS-III</a:t>
            </a:r>
            <a:r>
              <a:rPr lang="zh-CN" altLang="en-US" b="1" dirty="0">
                <a:solidFill>
                  <a:prstClr val="black"/>
                </a:solidFill>
              </a:rPr>
              <a:t>自带的板载驱动函数</a:t>
            </a:r>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pic>
        <p:nvPicPr>
          <p:cNvPr id="11" name="图片 10" descr="C:\Users\Administrator\Desktop\Snipaste_2019-04-02_12-46-42.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536" y="1131590"/>
            <a:ext cx="5579124" cy="3432690"/>
          </a:xfrm>
          <a:prstGeom prst="rect">
            <a:avLst/>
          </a:prstGeom>
          <a:noFill/>
          <a:ln>
            <a:noFill/>
          </a:ln>
        </p:spPr>
      </p:pic>
    </p:spTree>
    <p:extLst>
      <p:ext uri="{BB962C8B-B14F-4D97-AF65-F5344CB8AC3E}">
        <p14:creationId xmlns:p14="http://schemas.microsoft.com/office/powerpoint/2010/main" val="326038929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478298" y="1203598"/>
            <a:ext cx="4282746"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17</a:t>
            </a:r>
            <a:r>
              <a:rPr lang="zh-CN" altLang="en-US" b="1" dirty="0">
                <a:solidFill>
                  <a:prstClr val="black"/>
                </a:solidFill>
              </a:rPr>
              <a:t>．修改</a:t>
            </a:r>
            <a:r>
              <a:rPr lang="en-US" altLang="zh-CN" b="1" dirty="0" err="1">
                <a:solidFill>
                  <a:prstClr val="black"/>
                </a:solidFill>
              </a:rPr>
              <a:t>bsp.c</a:t>
            </a:r>
            <a:r>
              <a:rPr lang="zh-CN" altLang="en-US" b="1" dirty="0">
                <a:solidFill>
                  <a:prstClr val="black"/>
                </a:solidFill>
              </a:rPr>
              <a:t>文件。</a:t>
            </a:r>
          </a:p>
          <a:p>
            <a:pPr>
              <a:lnSpc>
                <a:spcPct val="125000"/>
              </a:lnSpc>
            </a:pPr>
            <a:r>
              <a:rPr lang="en-US" altLang="zh-CN" b="1" dirty="0">
                <a:solidFill>
                  <a:prstClr val="black"/>
                </a:solidFill>
              </a:rPr>
              <a:t>2</a:t>
            </a:r>
            <a:r>
              <a:rPr lang="zh-CN" altLang="en-US" b="1" dirty="0">
                <a:solidFill>
                  <a:prstClr val="black"/>
                </a:solidFill>
              </a:rPr>
              <a:t>）将</a:t>
            </a:r>
            <a:r>
              <a:rPr lang="en-US" altLang="zh-CN" b="1" dirty="0" err="1">
                <a:solidFill>
                  <a:prstClr val="black"/>
                </a:solidFill>
              </a:rPr>
              <a:t>uC</a:t>
            </a:r>
            <a:r>
              <a:rPr lang="en-US" altLang="zh-CN" b="1" dirty="0">
                <a:solidFill>
                  <a:prstClr val="black"/>
                </a:solidFill>
              </a:rPr>
              <a:t>/OS-III</a:t>
            </a:r>
            <a:r>
              <a:rPr lang="zh-CN" altLang="en-US" b="1" dirty="0">
                <a:solidFill>
                  <a:prstClr val="black"/>
                </a:solidFill>
              </a:rPr>
              <a:t>自带的板载初始化函数</a:t>
            </a:r>
            <a:r>
              <a:rPr lang="en-US" altLang="zh-CN" b="1" dirty="0" err="1">
                <a:solidFill>
                  <a:prstClr val="black"/>
                </a:solidFill>
              </a:rPr>
              <a:t>BSP_Init</a:t>
            </a:r>
            <a:r>
              <a:rPr lang="en-US" altLang="zh-CN" b="1" dirty="0">
                <a:solidFill>
                  <a:prstClr val="black"/>
                </a:solidFill>
              </a:rPr>
              <a:t> (void)</a:t>
            </a:r>
            <a:r>
              <a:rPr lang="zh-CN" altLang="en-US" b="1" dirty="0">
                <a:solidFill>
                  <a:prstClr val="black"/>
                </a:solidFill>
              </a:rPr>
              <a:t>内的全部内容删除，改为工程用到的</a:t>
            </a:r>
            <a:r>
              <a:rPr lang="en-US" altLang="zh-CN" b="1" dirty="0">
                <a:solidFill>
                  <a:prstClr val="black"/>
                </a:solidFill>
              </a:rPr>
              <a:t>STM32</a:t>
            </a:r>
            <a:r>
              <a:rPr lang="zh-CN" altLang="en-US" b="1" dirty="0">
                <a:solidFill>
                  <a:prstClr val="black"/>
                </a:solidFill>
              </a:rPr>
              <a:t>裸机</a:t>
            </a:r>
            <a:r>
              <a:rPr lang="en-US" altLang="zh-CN" b="1" dirty="0">
                <a:solidFill>
                  <a:prstClr val="black"/>
                </a:solidFill>
              </a:rPr>
              <a:t>LED</a:t>
            </a:r>
            <a:r>
              <a:rPr lang="zh-CN" altLang="en-US" b="1" dirty="0">
                <a:solidFill>
                  <a:prstClr val="black"/>
                </a:solidFill>
              </a:rPr>
              <a:t>初始化函数</a:t>
            </a:r>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pic>
        <p:nvPicPr>
          <p:cNvPr id="10" name="图片 9" descr="C:\Users\Administrator\Desktop\Snipaste_2019-04-02_12-50-48.jpg"/>
          <p:cNvPicPr/>
          <p:nvPr/>
        </p:nvPicPr>
        <p:blipFill>
          <a:blip r:embed="rId3">
            <a:extLst>
              <a:ext uri="{28A0092B-C50C-407E-A947-70E740481C1C}">
                <a14:useLocalDpi xmlns:a14="http://schemas.microsoft.com/office/drawing/2010/main" val="0"/>
              </a:ext>
            </a:extLst>
          </a:blip>
          <a:srcRect/>
          <a:stretch>
            <a:fillRect/>
          </a:stretch>
        </p:blipFill>
        <p:spPr bwMode="auto">
          <a:xfrm>
            <a:off x="637571" y="2843591"/>
            <a:ext cx="4104456" cy="1440160"/>
          </a:xfrm>
          <a:prstGeom prst="rect">
            <a:avLst/>
          </a:prstGeom>
          <a:noFill/>
          <a:ln>
            <a:noFill/>
          </a:ln>
        </p:spPr>
      </p:pic>
      <p:sp>
        <p:nvSpPr>
          <p:cNvPr id="14" name="矩形 13"/>
          <p:cNvSpPr/>
          <p:nvPr/>
        </p:nvSpPr>
        <p:spPr>
          <a:xfrm>
            <a:off x="4355976" y="3186324"/>
            <a:ext cx="4282746" cy="75469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3</a:t>
            </a:r>
            <a:r>
              <a:rPr lang="zh-CN" altLang="en-US" b="1" dirty="0">
                <a:solidFill>
                  <a:prstClr val="black"/>
                </a:solidFill>
              </a:rPr>
              <a:t>）删除</a:t>
            </a:r>
            <a:r>
              <a:rPr lang="en-US" altLang="zh-CN" b="1" dirty="0" err="1">
                <a:solidFill>
                  <a:prstClr val="black"/>
                </a:solidFill>
              </a:rPr>
              <a:t>BSP_LED_Init</a:t>
            </a:r>
            <a:r>
              <a:rPr lang="en-US" altLang="zh-CN" b="1" dirty="0">
                <a:solidFill>
                  <a:prstClr val="black"/>
                </a:solidFill>
              </a:rPr>
              <a:t> ()</a:t>
            </a:r>
            <a:r>
              <a:rPr lang="zh-CN" altLang="en-US" b="1" dirty="0">
                <a:solidFill>
                  <a:prstClr val="black"/>
                </a:solidFill>
              </a:rPr>
              <a:t>函数及以下的所有以“</a:t>
            </a:r>
            <a:r>
              <a:rPr lang="en-US" altLang="zh-CN" b="1" dirty="0">
                <a:solidFill>
                  <a:prstClr val="black"/>
                </a:solidFill>
              </a:rPr>
              <a:t>BSP_”</a:t>
            </a:r>
            <a:r>
              <a:rPr lang="zh-CN" altLang="en-US" b="1" dirty="0">
                <a:solidFill>
                  <a:prstClr val="black"/>
                </a:solidFill>
              </a:rPr>
              <a:t>开头的板载驱动函数定义。</a:t>
            </a:r>
          </a:p>
        </p:txBody>
      </p:sp>
    </p:spTree>
    <p:extLst>
      <p:ext uri="{BB962C8B-B14F-4D97-AF65-F5344CB8AC3E}">
        <p14:creationId xmlns:p14="http://schemas.microsoft.com/office/powerpoint/2010/main" val="348789199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478298" y="1203598"/>
            <a:ext cx="4282746" cy="113107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18</a:t>
            </a:r>
            <a:r>
              <a:rPr lang="zh-CN" altLang="en-US" b="1" dirty="0">
                <a:solidFill>
                  <a:prstClr val="black"/>
                </a:solidFill>
              </a:rPr>
              <a:t>．修改</a:t>
            </a:r>
            <a:r>
              <a:rPr lang="en-US" altLang="zh-CN" b="1" dirty="0" err="1">
                <a:solidFill>
                  <a:prstClr val="black"/>
                </a:solidFill>
              </a:rPr>
              <a:t>app.c</a:t>
            </a:r>
            <a:r>
              <a:rPr lang="zh-CN" altLang="en-US" b="1" dirty="0">
                <a:solidFill>
                  <a:prstClr val="black"/>
                </a:solidFill>
              </a:rPr>
              <a:t>文件</a:t>
            </a:r>
          </a:p>
          <a:p>
            <a:pPr>
              <a:lnSpc>
                <a:spcPct val="125000"/>
              </a:lnSpc>
            </a:pPr>
            <a:r>
              <a:rPr lang="en-US" altLang="zh-CN" b="1" dirty="0">
                <a:solidFill>
                  <a:prstClr val="black"/>
                </a:solidFill>
              </a:rPr>
              <a:t>1</a:t>
            </a:r>
            <a:r>
              <a:rPr lang="zh-CN" altLang="en-US" b="1" dirty="0">
                <a:solidFill>
                  <a:prstClr val="black"/>
                </a:solidFill>
              </a:rPr>
              <a:t>）删除</a:t>
            </a:r>
            <a:r>
              <a:rPr lang="en-US" altLang="zh-CN" b="1" dirty="0" err="1">
                <a:solidFill>
                  <a:prstClr val="black"/>
                </a:solidFill>
              </a:rPr>
              <a:t>AppTaskCreate</a:t>
            </a:r>
            <a:r>
              <a:rPr lang="en-US" altLang="zh-CN" b="1" dirty="0">
                <a:solidFill>
                  <a:prstClr val="black"/>
                </a:solidFill>
              </a:rPr>
              <a:t> ()</a:t>
            </a:r>
            <a:r>
              <a:rPr lang="zh-CN" altLang="en-US" b="1" dirty="0">
                <a:solidFill>
                  <a:prstClr val="black"/>
                </a:solidFill>
              </a:rPr>
              <a:t>和</a:t>
            </a:r>
            <a:r>
              <a:rPr lang="en-US" altLang="zh-CN" b="1" dirty="0" err="1">
                <a:solidFill>
                  <a:prstClr val="black"/>
                </a:solidFill>
              </a:rPr>
              <a:t>AppObjCreate</a:t>
            </a:r>
            <a:r>
              <a:rPr lang="en-US" altLang="zh-CN" b="1" dirty="0">
                <a:solidFill>
                  <a:prstClr val="black"/>
                </a:solidFill>
              </a:rPr>
              <a:t> ()</a:t>
            </a:r>
            <a:r>
              <a:rPr lang="zh-CN" altLang="en-US" b="1" dirty="0">
                <a:solidFill>
                  <a:prstClr val="black"/>
                </a:solidFill>
              </a:rPr>
              <a:t>这两个函数</a:t>
            </a:r>
            <a:r>
              <a:rPr lang="zh-CN" altLang="en-US" b="1" dirty="0" smtClean="0">
                <a:solidFill>
                  <a:prstClr val="black"/>
                </a:solidFill>
              </a:rPr>
              <a:t>声明</a:t>
            </a:r>
            <a:endParaRPr lang="zh-CN" altLang="en-US" b="1" dirty="0">
              <a:solidFill>
                <a:prstClr val="black"/>
              </a:solidFill>
            </a:endParaRPr>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sp>
        <p:nvSpPr>
          <p:cNvPr id="14" name="矩形 13"/>
          <p:cNvSpPr/>
          <p:nvPr/>
        </p:nvSpPr>
        <p:spPr>
          <a:xfrm>
            <a:off x="5364088" y="1549846"/>
            <a:ext cx="2717640" cy="43858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2</a:t>
            </a:r>
            <a:r>
              <a:rPr lang="zh-CN" altLang="en-US" b="1" dirty="0">
                <a:solidFill>
                  <a:prstClr val="black"/>
                </a:solidFill>
              </a:rPr>
              <a:t>）删除</a:t>
            </a:r>
            <a:r>
              <a:rPr lang="en-US" altLang="zh-CN" b="1" dirty="0" err="1">
                <a:solidFill>
                  <a:prstClr val="black"/>
                </a:solidFill>
              </a:rPr>
              <a:t>BSP_IntDisAll</a:t>
            </a:r>
            <a:r>
              <a:rPr lang="en-US" altLang="zh-CN" b="1" dirty="0" smtClean="0">
                <a:solidFill>
                  <a:prstClr val="black"/>
                </a:solidFill>
              </a:rPr>
              <a:t>()</a:t>
            </a:r>
            <a:endParaRPr lang="zh-CN" altLang="en-US" b="1" dirty="0">
              <a:solidFill>
                <a:prstClr val="black"/>
              </a:solidFill>
            </a:endParaRPr>
          </a:p>
        </p:txBody>
      </p:sp>
      <p:pic>
        <p:nvPicPr>
          <p:cNvPr id="11" name="图片 10" descr="C:\Users\Administrator\Desktop\Snipaste_2019-04-02_12-58-0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9592" y="2571750"/>
            <a:ext cx="6552728" cy="2088232"/>
          </a:xfrm>
          <a:prstGeom prst="rect">
            <a:avLst/>
          </a:prstGeom>
          <a:noFill/>
          <a:ln>
            <a:noFill/>
          </a:ln>
        </p:spPr>
      </p:pic>
    </p:spTree>
    <p:extLst>
      <p:ext uri="{BB962C8B-B14F-4D97-AF65-F5344CB8AC3E}">
        <p14:creationId xmlns:p14="http://schemas.microsoft.com/office/powerpoint/2010/main" val="263015720"/>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899592" y="1707654"/>
            <a:ext cx="2221494" cy="21698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18</a:t>
            </a:r>
            <a:r>
              <a:rPr lang="zh-CN" altLang="en-US" b="1" dirty="0">
                <a:solidFill>
                  <a:prstClr val="black"/>
                </a:solidFill>
              </a:rPr>
              <a:t>．修改</a:t>
            </a:r>
            <a:r>
              <a:rPr lang="en-US" altLang="zh-CN" b="1" dirty="0" err="1">
                <a:solidFill>
                  <a:prstClr val="black"/>
                </a:solidFill>
              </a:rPr>
              <a:t>app.c</a:t>
            </a:r>
            <a:r>
              <a:rPr lang="zh-CN" altLang="en-US" b="1" dirty="0">
                <a:solidFill>
                  <a:prstClr val="black"/>
                </a:solidFill>
              </a:rPr>
              <a:t>文件</a:t>
            </a:r>
          </a:p>
          <a:p>
            <a:pPr>
              <a:lnSpc>
                <a:spcPct val="125000"/>
              </a:lnSpc>
            </a:pPr>
            <a:r>
              <a:rPr lang="en-US" altLang="zh-CN" b="1" dirty="0">
                <a:solidFill>
                  <a:prstClr val="black"/>
                </a:solidFill>
              </a:rPr>
              <a:t>3</a:t>
            </a:r>
            <a:r>
              <a:rPr lang="zh-CN" altLang="en-US" b="1" dirty="0">
                <a:solidFill>
                  <a:prstClr val="black"/>
                </a:solidFill>
              </a:rPr>
              <a:t>）删除</a:t>
            </a:r>
            <a:r>
              <a:rPr lang="en-US" altLang="zh-CN" b="1" dirty="0">
                <a:solidFill>
                  <a:prstClr val="black"/>
                </a:solidFill>
              </a:rPr>
              <a:t>void  </a:t>
            </a:r>
            <a:r>
              <a:rPr lang="en-US" altLang="zh-CN" b="1" dirty="0" err="1">
                <a:solidFill>
                  <a:prstClr val="black"/>
                </a:solidFill>
              </a:rPr>
              <a:t>AppTaskStart</a:t>
            </a:r>
            <a:r>
              <a:rPr lang="en-US" altLang="zh-CN" b="1" dirty="0">
                <a:solidFill>
                  <a:prstClr val="black"/>
                </a:solidFill>
              </a:rPr>
              <a:t> (void *</a:t>
            </a:r>
            <a:r>
              <a:rPr lang="en-US" altLang="zh-CN" b="1" dirty="0" err="1">
                <a:solidFill>
                  <a:prstClr val="black"/>
                </a:solidFill>
              </a:rPr>
              <a:t>p_arg</a:t>
            </a:r>
            <a:r>
              <a:rPr lang="en-US" altLang="zh-CN" b="1" dirty="0">
                <a:solidFill>
                  <a:prstClr val="black"/>
                </a:solidFill>
              </a:rPr>
              <a:t>)</a:t>
            </a:r>
            <a:r>
              <a:rPr lang="zh-CN" altLang="en-US" b="1" dirty="0">
                <a:solidFill>
                  <a:prstClr val="black"/>
                </a:solidFill>
              </a:rPr>
              <a:t>中</a:t>
            </a:r>
            <a:r>
              <a:rPr lang="en-US" altLang="zh-CN" b="1" dirty="0" err="1">
                <a:solidFill>
                  <a:prstClr val="black"/>
                </a:solidFill>
              </a:rPr>
              <a:t>uC</a:t>
            </a:r>
            <a:r>
              <a:rPr lang="en-US" altLang="zh-CN" b="1" dirty="0">
                <a:solidFill>
                  <a:prstClr val="black"/>
                </a:solidFill>
              </a:rPr>
              <a:t>/OS-III</a:t>
            </a:r>
            <a:r>
              <a:rPr lang="zh-CN" altLang="en-US" b="1" dirty="0">
                <a:solidFill>
                  <a:prstClr val="black"/>
                </a:solidFill>
              </a:rPr>
              <a:t>自带的板载驱动函数及串口</a:t>
            </a:r>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pic>
        <p:nvPicPr>
          <p:cNvPr id="15" name="图片 14" descr="C:\Users\Administrator\Desktop\Snipaste_2019-04-02_13-03-39.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5896" y="987574"/>
            <a:ext cx="4957705" cy="3744416"/>
          </a:xfrm>
          <a:prstGeom prst="rect">
            <a:avLst/>
          </a:prstGeom>
          <a:noFill/>
          <a:ln>
            <a:noFill/>
          </a:ln>
        </p:spPr>
      </p:pic>
    </p:spTree>
    <p:extLst>
      <p:ext uri="{BB962C8B-B14F-4D97-AF65-F5344CB8AC3E}">
        <p14:creationId xmlns:p14="http://schemas.microsoft.com/office/powerpoint/2010/main" val="20278728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899592" y="1707654"/>
            <a:ext cx="2160240" cy="182357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18</a:t>
            </a:r>
            <a:r>
              <a:rPr lang="zh-CN" altLang="en-US" b="1" dirty="0">
                <a:solidFill>
                  <a:prstClr val="black"/>
                </a:solidFill>
              </a:rPr>
              <a:t>．修改</a:t>
            </a:r>
            <a:r>
              <a:rPr lang="en-US" altLang="zh-CN" b="1" dirty="0" err="1">
                <a:solidFill>
                  <a:prstClr val="black"/>
                </a:solidFill>
              </a:rPr>
              <a:t>app.c</a:t>
            </a:r>
            <a:r>
              <a:rPr lang="zh-CN" altLang="en-US" b="1" dirty="0">
                <a:solidFill>
                  <a:prstClr val="black"/>
                </a:solidFill>
              </a:rPr>
              <a:t>文件</a:t>
            </a:r>
          </a:p>
          <a:p>
            <a:pPr>
              <a:lnSpc>
                <a:spcPct val="125000"/>
              </a:lnSpc>
            </a:pPr>
            <a:r>
              <a:rPr lang="en-US" altLang="zh-CN" b="1" dirty="0">
                <a:solidFill>
                  <a:prstClr val="black"/>
                </a:solidFill>
              </a:rPr>
              <a:t>4</a:t>
            </a:r>
            <a:r>
              <a:rPr lang="zh-CN" altLang="en-US" b="1" dirty="0">
                <a:solidFill>
                  <a:prstClr val="black"/>
                </a:solidFill>
              </a:rPr>
              <a:t>）删除</a:t>
            </a:r>
            <a:r>
              <a:rPr lang="en-US" altLang="zh-CN" b="1" dirty="0" err="1">
                <a:solidFill>
                  <a:prstClr val="black"/>
                </a:solidFill>
              </a:rPr>
              <a:t>AppTaskCreate</a:t>
            </a:r>
            <a:r>
              <a:rPr lang="en-US" altLang="zh-CN" b="1" dirty="0">
                <a:solidFill>
                  <a:prstClr val="black"/>
                </a:solidFill>
              </a:rPr>
              <a:t>()</a:t>
            </a:r>
            <a:r>
              <a:rPr lang="zh-CN" altLang="en-US" b="1" dirty="0">
                <a:solidFill>
                  <a:prstClr val="black"/>
                </a:solidFill>
              </a:rPr>
              <a:t>和</a:t>
            </a:r>
            <a:r>
              <a:rPr lang="en-US" altLang="zh-CN" b="1" dirty="0" err="1">
                <a:solidFill>
                  <a:prstClr val="black"/>
                </a:solidFill>
              </a:rPr>
              <a:t>AppObjCreate</a:t>
            </a:r>
            <a:r>
              <a:rPr lang="en-US" altLang="zh-CN" b="1" dirty="0">
                <a:solidFill>
                  <a:prstClr val="black"/>
                </a:solidFill>
              </a:rPr>
              <a:t>()</a:t>
            </a:r>
            <a:r>
              <a:rPr lang="zh-CN" altLang="en-US" b="1" dirty="0">
                <a:solidFill>
                  <a:prstClr val="black"/>
                </a:solidFill>
              </a:rPr>
              <a:t>这两个空函数</a:t>
            </a:r>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pic>
        <p:nvPicPr>
          <p:cNvPr id="10" name="图片 9" descr="C:\Users\Administrator\Desktop\Snipaste_2019-04-02_13-13-48.jpg"/>
          <p:cNvPicPr/>
          <p:nvPr/>
        </p:nvPicPr>
        <p:blipFill>
          <a:blip r:embed="rId3">
            <a:extLst>
              <a:ext uri="{28A0092B-C50C-407E-A947-70E740481C1C}">
                <a14:useLocalDpi xmlns:a14="http://schemas.microsoft.com/office/drawing/2010/main" val="0"/>
              </a:ext>
            </a:extLst>
          </a:blip>
          <a:srcRect/>
          <a:stretch>
            <a:fillRect/>
          </a:stretch>
        </p:blipFill>
        <p:spPr bwMode="auto">
          <a:xfrm>
            <a:off x="3203848" y="1203598"/>
            <a:ext cx="5472608" cy="3439130"/>
          </a:xfrm>
          <a:prstGeom prst="rect">
            <a:avLst/>
          </a:prstGeom>
          <a:noFill/>
          <a:ln>
            <a:noFill/>
          </a:ln>
        </p:spPr>
      </p:pic>
    </p:spTree>
    <p:extLst>
      <p:ext uri="{BB962C8B-B14F-4D97-AF65-F5344CB8AC3E}">
        <p14:creationId xmlns:p14="http://schemas.microsoft.com/office/powerpoint/2010/main" val="54503768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971600" y="1545054"/>
            <a:ext cx="2880320"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19</a:t>
            </a:r>
            <a:r>
              <a:rPr lang="zh-CN" altLang="en-US" b="1" dirty="0">
                <a:solidFill>
                  <a:prstClr val="black"/>
                </a:solidFill>
              </a:rPr>
              <a:t>．编译工程，无错误，无警告。在</a:t>
            </a:r>
            <a:r>
              <a:rPr lang="en-US" altLang="zh-CN" b="1" dirty="0" err="1">
                <a:solidFill>
                  <a:prstClr val="black"/>
                </a:solidFill>
              </a:rPr>
              <a:t>app.c</a:t>
            </a:r>
            <a:r>
              <a:rPr lang="zh-CN" altLang="en-US" b="1" dirty="0">
                <a:solidFill>
                  <a:prstClr val="black"/>
                </a:solidFill>
              </a:rPr>
              <a:t>文件里，添加两个</a:t>
            </a:r>
            <a:r>
              <a:rPr lang="en-US" altLang="zh-CN" b="1" dirty="0">
                <a:solidFill>
                  <a:prstClr val="black"/>
                </a:solidFill>
              </a:rPr>
              <a:t>LED</a:t>
            </a:r>
            <a:r>
              <a:rPr lang="zh-CN" altLang="en-US" b="1" dirty="0">
                <a:solidFill>
                  <a:prstClr val="black"/>
                </a:solidFill>
              </a:rPr>
              <a:t>灯闪烁的任务函数，验证是否移植成功。</a:t>
            </a:r>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sp>
        <p:nvSpPr>
          <p:cNvPr id="5" name="矩形 4"/>
          <p:cNvSpPr/>
          <p:nvPr/>
        </p:nvSpPr>
        <p:spPr>
          <a:xfrm>
            <a:off x="4427984" y="2355726"/>
            <a:ext cx="3952913" cy="182357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smtClean="0"/>
              <a:t>#</a:t>
            </a:r>
            <a:r>
              <a:rPr lang="en-GB" altLang="zh-CN" b="1" dirty="0"/>
              <a:t>define LED_PRIO 3</a:t>
            </a:r>
          </a:p>
          <a:p>
            <a:pPr>
              <a:lnSpc>
                <a:spcPct val="125000"/>
              </a:lnSpc>
            </a:pPr>
            <a:r>
              <a:rPr lang="en-GB" altLang="zh-CN" b="1" dirty="0"/>
              <a:t>#define LED_STK_SIZE 512</a:t>
            </a:r>
          </a:p>
          <a:p>
            <a:pPr>
              <a:lnSpc>
                <a:spcPct val="125000"/>
              </a:lnSpc>
            </a:pPr>
            <a:r>
              <a:rPr lang="en-GB" altLang="zh-CN" b="1" dirty="0"/>
              <a:t>static OS_TCB LEDTCB;</a:t>
            </a:r>
          </a:p>
          <a:p>
            <a:pPr>
              <a:lnSpc>
                <a:spcPct val="125000"/>
              </a:lnSpc>
            </a:pPr>
            <a:r>
              <a:rPr lang="en-GB" altLang="zh-CN" b="1" dirty="0"/>
              <a:t>static CPU_STK LEDSTK[LED_STK_SIZE];</a:t>
            </a:r>
          </a:p>
          <a:p>
            <a:pPr>
              <a:lnSpc>
                <a:spcPct val="125000"/>
              </a:lnSpc>
            </a:pPr>
            <a:r>
              <a:rPr lang="en-GB" altLang="zh-CN" b="1" dirty="0"/>
              <a:t>static void </a:t>
            </a:r>
            <a:r>
              <a:rPr lang="en-GB" altLang="zh-CN" b="1" dirty="0" err="1"/>
              <a:t>LED_Task</a:t>
            </a:r>
            <a:r>
              <a:rPr lang="en-GB" altLang="zh-CN" b="1" dirty="0"/>
              <a:t> (void *</a:t>
            </a:r>
            <a:r>
              <a:rPr lang="en-GB" altLang="zh-CN" b="1" dirty="0" err="1"/>
              <a:t>p_arg</a:t>
            </a:r>
            <a:r>
              <a:rPr lang="en-GB" altLang="zh-CN" b="1" dirty="0"/>
              <a:t>);</a:t>
            </a:r>
          </a:p>
        </p:txBody>
      </p:sp>
      <p:sp>
        <p:nvSpPr>
          <p:cNvPr id="8" name="矩形 7"/>
          <p:cNvSpPr/>
          <p:nvPr/>
        </p:nvSpPr>
        <p:spPr>
          <a:xfrm>
            <a:off x="4572000" y="1845136"/>
            <a:ext cx="3898900" cy="438582"/>
          </a:xfrm>
          <a:prstGeom prst="rect">
            <a:avLst/>
          </a:prstGeom>
        </p:spPr>
        <p:txBody>
          <a:bodyPr wrap="square">
            <a:spAutoFit/>
          </a:bodyPr>
          <a:lstStyle/>
          <a:p>
            <a:pPr lvl="0">
              <a:lnSpc>
                <a:spcPct val="125000"/>
              </a:lnSpc>
            </a:pPr>
            <a:r>
              <a:rPr lang="zh-CN" altLang="en-US" b="1" dirty="0">
                <a:solidFill>
                  <a:prstClr val="black"/>
                </a:solidFill>
              </a:rPr>
              <a:t>在</a:t>
            </a:r>
            <a:r>
              <a:rPr lang="en-GB" altLang="zh-CN" b="1" dirty="0">
                <a:solidFill>
                  <a:prstClr val="black"/>
                </a:solidFill>
              </a:rPr>
              <a:t>main()</a:t>
            </a:r>
            <a:r>
              <a:rPr lang="zh-CN" altLang="en-US" b="1" dirty="0">
                <a:solidFill>
                  <a:prstClr val="black"/>
                </a:solidFill>
              </a:rPr>
              <a:t>函数之前添加如下代码：</a:t>
            </a:r>
          </a:p>
        </p:txBody>
      </p:sp>
    </p:spTree>
    <p:extLst>
      <p:ext uri="{BB962C8B-B14F-4D97-AF65-F5344CB8AC3E}">
        <p14:creationId xmlns:p14="http://schemas.microsoft.com/office/powerpoint/2010/main" val="339248901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sp>
        <p:nvSpPr>
          <p:cNvPr id="9" name="矩形 8"/>
          <p:cNvSpPr/>
          <p:nvPr/>
        </p:nvSpPr>
        <p:spPr>
          <a:xfrm>
            <a:off x="1043608" y="1923678"/>
            <a:ext cx="2161970" cy="1823576"/>
          </a:xfrm>
          <a:prstGeom prst="rect">
            <a:avLst/>
          </a:prstGeom>
        </p:spPr>
        <p:txBody>
          <a:bodyPr wrap="square">
            <a:spAutoFit/>
          </a:bodyPr>
          <a:lstStyle/>
          <a:p>
            <a:pPr>
              <a:lnSpc>
                <a:spcPct val="125000"/>
              </a:lnSpc>
            </a:pPr>
            <a:r>
              <a:rPr lang="zh-CN" altLang="en-US" b="1" dirty="0" smtClean="0"/>
              <a:t>    在</a:t>
            </a:r>
            <a:r>
              <a:rPr lang="en-GB" altLang="zh-CN" b="1" dirty="0" err="1"/>
              <a:t>AppTaskStart</a:t>
            </a:r>
            <a:r>
              <a:rPr lang="en-GB" altLang="zh-CN" b="1" dirty="0"/>
              <a:t> ()</a:t>
            </a:r>
            <a:r>
              <a:rPr lang="zh-CN" altLang="en-US" b="1" dirty="0"/>
              <a:t>函数中的</a:t>
            </a:r>
            <a:r>
              <a:rPr lang="en-GB" altLang="zh-CN" b="1" dirty="0" err="1"/>
              <a:t>CPU_IntDisMeasMaxCurReset</a:t>
            </a:r>
            <a:r>
              <a:rPr lang="en-GB" altLang="zh-CN" b="1" dirty="0"/>
              <a:t>()</a:t>
            </a:r>
            <a:r>
              <a:rPr lang="zh-CN" altLang="en-US" b="1" dirty="0"/>
              <a:t>代码之后</a:t>
            </a:r>
            <a:r>
              <a:rPr lang="zh-CN" altLang="en-US" b="1" dirty="0" smtClean="0"/>
              <a:t>添加代码</a:t>
            </a:r>
            <a:r>
              <a:rPr lang="zh-CN" altLang="en-US" b="1" dirty="0"/>
              <a:t>：</a:t>
            </a:r>
          </a:p>
        </p:txBody>
      </p:sp>
      <p:sp>
        <p:nvSpPr>
          <p:cNvPr id="11" name="矩形 10"/>
          <p:cNvSpPr/>
          <p:nvPr/>
        </p:nvSpPr>
        <p:spPr>
          <a:xfrm>
            <a:off x="3635896" y="1131590"/>
            <a:ext cx="4572000" cy="3539430"/>
          </a:xfrm>
          <a:prstGeom prst="rect">
            <a:avLst/>
          </a:prstGeom>
        </p:spPr>
        <p:style>
          <a:lnRef idx="2">
            <a:schemeClr val="accent5"/>
          </a:lnRef>
          <a:fillRef idx="1">
            <a:schemeClr val="lt1"/>
          </a:fillRef>
          <a:effectRef idx="0">
            <a:schemeClr val="accent5"/>
          </a:effectRef>
          <a:fontRef idx="minor">
            <a:schemeClr val="dk1"/>
          </a:fontRef>
        </p:style>
        <p:txBody>
          <a:bodyPr>
            <a:spAutoFit/>
          </a:bodyPr>
          <a:lstStyle/>
          <a:p>
            <a:r>
              <a:rPr lang="en-GB" altLang="zh-CN" sz="1600" b="1" dirty="0" err="1"/>
              <a:t>OSTaskCreate</a:t>
            </a:r>
            <a:r>
              <a:rPr lang="en-GB" altLang="zh-CN" sz="1600" b="1" dirty="0"/>
              <a:t>((OS_TCB *) &amp;LEDTCB,</a:t>
            </a:r>
          </a:p>
          <a:p>
            <a:r>
              <a:rPr lang="en-GB" altLang="zh-CN" sz="1600" b="1" dirty="0"/>
              <a:t>                  (CPU_CHAR *) "LED",</a:t>
            </a:r>
          </a:p>
          <a:p>
            <a:r>
              <a:rPr lang="en-GB" altLang="zh-CN" sz="1600" b="1" dirty="0"/>
              <a:t>                  (OS_TASK_PTR)</a:t>
            </a:r>
            <a:r>
              <a:rPr lang="en-GB" altLang="zh-CN" sz="1600" b="1" dirty="0" err="1"/>
              <a:t>LED_Task</a:t>
            </a:r>
            <a:r>
              <a:rPr lang="en-GB" altLang="zh-CN" sz="1600" b="1" dirty="0"/>
              <a:t>,</a:t>
            </a:r>
          </a:p>
          <a:p>
            <a:r>
              <a:rPr lang="en-GB" altLang="zh-CN" sz="1600" b="1" dirty="0"/>
              <a:t>                  (void *) 0,</a:t>
            </a:r>
          </a:p>
          <a:p>
            <a:r>
              <a:rPr lang="en-GB" altLang="zh-CN" sz="1600" b="1" dirty="0"/>
              <a:t>                  (OS_PRIO)LED_PRIO,</a:t>
            </a:r>
          </a:p>
          <a:p>
            <a:r>
              <a:rPr lang="en-GB" altLang="zh-CN" sz="1600" b="1" dirty="0"/>
              <a:t>                  (CPU_STK *)&amp;LEDSTK[0],</a:t>
            </a:r>
          </a:p>
          <a:p>
            <a:r>
              <a:rPr lang="en-GB" altLang="zh-CN" sz="1600" b="1" dirty="0"/>
              <a:t>                  (CPU_STK_SIZE)LED_STK_SIZE/10,</a:t>
            </a:r>
          </a:p>
          <a:p>
            <a:r>
              <a:rPr lang="en-GB" altLang="zh-CN" sz="1600" b="1" dirty="0"/>
              <a:t>                  (CPU_STK_SIZE)LED_STK_SIZE,</a:t>
            </a:r>
          </a:p>
          <a:p>
            <a:r>
              <a:rPr lang="en-GB" altLang="zh-CN" sz="1600" b="1" dirty="0"/>
              <a:t>                  (OS_MSG_QTY) 0,</a:t>
            </a:r>
          </a:p>
          <a:p>
            <a:r>
              <a:rPr lang="en-GB" altLang="zh-CN" sz="1600" b="1" dirty="0"/>
              <a:t>                  (OS_TICK) 0,</a:t>
            </a:r>
          </a:p>
          <a:p>
            <a:r>
              <a:rPr lang="en-GB" altLang="zh-CN" sz="1600" b="1" dirty="0"/>
              <a:t>                  (void *)0,</a:t>
            </a:r>
          </a:p>
          <a:p>
            <a:r>
              <a:rPr lang="en-GB" altLang="zh-CN" sz="1600" b="1" dirty="0"/>
              <a:t>                  (OS_OPT) (OS_OPT_TASK_STK_CHK|OS_OPT_TASK_STK_CLR),</a:t>
            </a:r>
          </a:p>
          <a:p>
            <a:r>
              <a:rPr lang="en-GB" altLang="zh-CN" sz="1600" b="1" dirty="0"/>
              <a:t>                  (OS_ERR *)&amp;err);</a:t>
            </a:r>
          </a:p>
        </p:txBody>
      </p:sp>
    </p:spTree>
    <p:extLst>
      <p:ext uri="{BB962C8B-B14F-4D97-AF65-F5344CB8AC3E}">
        <p14:creationId xmlns:p14="http://schemas.microsoft.com/office/powerpoint/2010/main" val="392705152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sp>
        <p:nvSpPr>
          <p:cNvPr id="9" name="矩形 8"/>
          <p:cNvSpPr/>
          <p:nvPr/>
        </p:nvSpPr>
        <p:spPr>
          <a:xfrm>
            <a:off x="376646" y="909075"/>
            <a:ext cx="8390707" cy="438582"/>
          </a:xfrm>
          <a:prstGeom prst="rect">
            <a:avLst/>
          </a:prstGeom>
        </p:spPr>
        <p:txBody>
          <a:bodyPr wrap="square">
            <a:spAutoFit/>
          </a:bodyPr>
          <a:lstStyle/>
          <a:p>
            <a:pPr>
              <a:lnSpc>
                <a:spcPct val="125000"/>
              </a:lnSpc>
            </a:pPr>
            <a:r>
              <a:rPr lang="zh-CN" altLang="en-US" b="1" dirty="0" smtClean="0"/>
              <a:t>    在</a:t>
            </a:r>
            <a:r>
              <a:rPr lang="en-GB" altLang="zh-CN" b="1" dirty="0" err="1"/>
              <a:t>AppTaskStart</a:t>
            </a:r>
            <a:r>
              <a:rPr lang="en-GB" altLang="zh-CN" b="1" dirty="0"/>
              <a:t> ()</a:t>
            </a:r>
            <a:r>
              <a:rPr lang="zh-CN" altLang="en-US" b="1" dirty="0"/>
              <a:t>函数中的</a:t>
            </a:r>
            <a:r>
              <a:rPr lang="en-GB" altLang="zh-CN" b="1" dirty="0" err="1"/>
              <a:t>CPU_IntDisMeasMaxCurReset</a:t>
            </a:r>
            <a:r>
              <a:rPr lang="en-GB" altLang="zh-CN" b="1" dirty="0"/>
              <a:t>()</a:t>
            </a:r>
            <a:r>
              <a:rPr lang="zh-CN" altLang="en-US" b="1" dirty="0"/>
              <a:t>代码之后</a:t>
            </a:r>
            <a:r>
              <a:rPr lang="zh-CN" altLang="en-US" b="1" dirty="0" smtClean="0"/>
              <a:t>添加代码</a:t>
            </a:r>
            <a:r>
              <a:rPr lang="zh-CN" altLang="en-US" b="1" dirty="0"/>
              <a:t>：</a:t>
            </a:r>
          </a:p>
        </p:txBody>
      </p:sp>
      <p:sp>
        <p:nvSpPr>
          <p:cNvPr id="11" name="矩形 10"/>
          <p:cNvSpPr/>
          <p:nvPr/>
        </p:nvSpPr>
        <p:spPr>
          <a:xfrm>
            <a:off x="323528" y="1347657"/>
            <a:ext cx="4680520" cy="35394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GB" altLang="zh-CN" sz="1600" b="1" dirty="0" err="1"/>
              <a:t>OSTaskCreate</a:t>
            </a:r>
            <a:r>
              <a:rPr lang="en-GB" altLang="zh-CN" sz="1600" b="1" dirty="0"/>
              <a:t>((OS_TCB *) &amp;LEDTCB,</a:t>
            </a:r>
          </a:p>
          <a:p>
            <a:r>
              <a:rPr lang="en-GB" altLang="zh-CN" sz="1600" b="1" dirty="0"/>
              <a:t>                  (CPU_CHAR *) "LED",</a:t>
            </a:r>
          </a:p>
          <a:p>
            <a:r>
              <a:rPr lang="en-GB" altLang="zh-CN" sz="1600" b="1" dirty="0"/>
              <a:t>                  (OS_TASK_PTR)</a:t>
            </a:r>
            <a:r>
              <a:rPr lang="en-GB" altLang="zh-CN" sz="1600" b="1" dirty="0" err="1"/>
              <a:t>LED_Task</a:t>
            </a:r>
            <a:r>
              <a:rPr lang="en-GB" altLang="zh-CN" sz="1600" b="1" dirty="0"/>
              <a:t>,</a:t>
            </a:r>
          </a:p>
          <a:p>
            <a:r>
              <a:rPr lang="en-GB" altLang="zh-CN" sz="1600" b="1" dirty="0"/>
              <a:t>                  (void *) 0,</a:t>
            </a:r>
          </a:p>
          <a:p>
            <a:r>
              <a:rPr lang="en-GB" altLang="zh-CN" sz="1600" b="1" dirty="0"/>
              <a:t>                  (OS_PRIO)LED_PRIO,</a:t>
            </a:r>
          </a:p>
          <a:p>
            <a:r>
              <a:rPr lang="en-GB" altLang="zh-CN" sz="1600" b="1" dirty="0"/>
              <a:t>                  (CPU_STK *)&amp;LEDSTK[0],</a:t>
            </a:r>
          </a:p>
          <a:p>
            <a:r>
              <a:rPr lang="en-GB" altLang="zh-CN" sz="1600" b="1" dirty="0"/>
              <a:t>                  (CPU_STK_SIZE)LED_STK_SIZE/10,</a:t>
            </a:r>
          </a:p>
          <a:p>
            <a:r>
              <a:rPr lang="en-GB" altLang="zh-CN" sz="1600" b="1" dirty="0"/>
              <a:t>                  (CPU_STK_SIZE)LED_STK_SIZE,</a:t>
            </a:r>
          </a:p>
          <a:p>
            <a:r>
              <a:rPr lang="en-GB" altLang="zh-CN" sz="1600" b="1" dirty="0"/>
              <a:t>                  (OS_MSG_QTY) 0,</a:t>
            </a:r>
          </a:p>
          <a:p>
            <a:r>
              <a:rPr lang="en-GB" altLang="zh-CN" sz="1600" b="1" dirty="0"/>
              <a:t>                  (OS_TICK) 0,</a:t>
            </a:r>
          </a:p>
          <a:p>
            <a:r>
              <a:rPr lang="en-GB" altLang="zh-CN" sz="1600" b="1" dirty="0"/>
              <a:t>                  (void *)0,</a:t>
            </a:r>
          </a:p>
          <a:p>
            <a:r>
              <a:rPr lang="en-GB" altLang="zh-CN" sz="1600" b="1" dirty="0"/>
              <a:t>                  (OS_OPT) (OS_OPT_TASK_STK_CHK|OS_OPT_TASK_STK_CLR),</a:t>
            </a:r>
          </a:p>
          <a:p>
            <a:r>
              <a:rPr lang="en-GB" altLang="zh-CN" sz="1600" b="1" dirty="0"/>
              <a:t>                  (OS_ERR *)&amp;err);</a:t>
            </a:r>
          </a:p>
        </p:txBody>
      </p:sp>
      <p:pic>
        <p:nvPicPr>
          <p:cNvPr id="10" name="图片 9" descr="C:\Users\Administrator\Desktop\Snipaste_2019-04-02_13-59-20.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3244" y="1707654"/>
            <a:ext cx="3571047" cy="2672714"/>
          </a:xfrm>
          <a:prstGeom prst="rect">
            <a:avLst/>
          </a:prstGeom>
          <a:noFill/>
          <a:ln>
            <a:noFill/>
          </a:ln>
        </p:spPr>
      </p:pic>
    </p:spTree>
    <p:extLst>
      <p:ext uri="{BB962C8B-B14F-4D97-AF65-F5344CB8AC3E}">
        <p14:creationId xmlns:p14="http://schemas.microsoft.com/office/powerpoint/2010/main" val="237835464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 y="339503"/>
            <a:ext cx="29878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813591" cy="461665"/>
          </a:xfrm>
          <a:prstGeom prst="rect">
            <a:avLst/>
          </a:prstGeom>
        </p:spPr>
        <p:txBody>
          <a:bodyPr wrap="none">
            <a:spAutoFit/>
          </a:bodyPr>
          <a:lstStyle/>
          <a:p>
            <a:r>
              <a:rPr lang="en-US" altLang="zh-CN" sz="2400" b="1" dirty="0">
                <a:solidFill>
                  <a:schemeClr val="bg1"/>
                </a:solidFill>
              </a:rPr>
              <a:t>12.4.2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移植</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3419872" y="406932"/>
            <a:ext cx="4445832" cy="369332"/>
          </a:xfrm>
          <a:prstGeom prst="rect">
            <a:avLst/>
          </a:prstGeom>
        </p:spPr>
        <p:txBody>
          <a:bodyPr wrap="none">
            <a:spAutoFit/>
          </a:bodyPr>
          <a:lstStyle/>
          <a:p>
            <a:r>
              <a:rPr lang="en-US" altLang="zh-CN" b="1" dirty="0"/>
              <a:t>Step3</a:t>
            </a:r>
            <a:r>
              <a:rPr lang="zh-CN" altLang="en-US" b="1" dirty="0"/>
              <a:t>：针对移植平台，修改相应的源文件</a:t>
            </a:r>
            <a:endParaRPr lang="zh-CN" altLang="zh-CN" dirty="0"/>
          </a:p>
        </p:txBody>
      </p:sp>
      <p:sp>
        <p:nvSpPr>
          <p:cNvPr id="9" name="矩形 8"/>
          <p:cNvSpPr/>
          <p:nvPr/>
        </p:nvSpPr>
        <p:spPr>
          <a:xfrm>
            <a:off x="736686" y="909075"/>
            <a:ext cx="4195354" cy="438582"/>
          </a:xfrm>
          <a:prstGeom prst="rect">
            <a:avLst/>
          </a:prstGeom>
        </p:spPr>
        <p:txBody>
          <a:bodyPr wrap="square">
            <a:spAutoFit/>
          </a:bodyPr>
          <a:lstStyle/>
          <a:p>
            <a:pPr>
              <a:lnSpc>
                <a:spcPct val="125000"/>
              </a:lnSpc>
            </a:pPr>
            <a:r>
              <a:rPr lang="zh-CN" altLang="zh-CN" b="1" dirty="0"/>
              <a:t>在</a:t>
            </a:r>
            <a:r>
              <a:rPr lang="en-US" altLang="zh-CN" b="1" dirty="0" err="1"/>
              <a:t>AppTaskStart</a:t>
            </a:r>
            <a:r>
              <a:rPr lang="en-US" altLang="zh-CN" b="1" dirty="0"/>
              <a:t>()</a:t>
            </a:r>
            <a:r>
              <a:rPr lang="zh-CN" altLang="zh-CN" b="1" dirty="0"/>
              <a:t>函数后添加如下代码：</a:t>
            </a:r>
            <a:endParaRPr lang="zh-CN" altLang="en-US" b="1" dirty="0"/>
          </a:p>
        </p:txBody>
      </p:sp>
      <p:sp>
        <p:nvSpPr>
          <p:cNvPr id="11" name="矩形 10"/>
          <p:cNvSpPr/>
          <p:nvPr/>
        </p:nvSpPr>
        <p:spPr>
          <a:xfrm>
            <a:off x="683568" y="1347657"/>
            <a:ext cx="4536504" cy="35394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GB" altLang="zh-CN" sz="1600" b="1" dirty="0"/>
              <a:t>static void </a:t>
            </a:r>
            <a:r>
              <a:rPr lang="en-GB" altLang="zh-CN" sz="1600" b="1" dirty="0" err="1"/>
              <a:t>LED_Task</a:t>
            </a:r>
            <a:r>
              <a:rPr lang="en-GB" altLang="zh-CN" sz="1600" b="1" dirty="0"/>
              <a:t> (void *</a:t>
            </a:r>
            <a:r>
              <a:rPr lang="en-GB" altLang="zh-CN" sz="1600" b="1" dirty="0" err="1"/>
              <a:t>p_arg</a:t>
            </a:r>
            <a:r>
              <a:rPr lang="en-GB" altLang="zh-CN" sz="1600" b="1" dirty="0"/>
              <a:t>)</a:t>
            </a:r>
          </a:p>
          <a:p>
            <a:r>
              <a:rPr lang="en-GB" altLang="zh-CN" sz="1600" b="1" dirty="0"/>
              <a:t>{</a:t>
            </a:r>
          </a:p>
          <a:p>
            <a:r>
              <a:rPr lang="en-GB" altLang="zh-CN" sz="1600" b="1" dirty="0"/>
              <a:t>    OS_ERR err;</a:t>
            </a:r>
          </a:p>
          <a:p>
            <a:r>
              <a:rPr lang="en-GB" altLang="zh-CN" sz="1600" b="1" dirty="0"/>
              <a:t>    (void )</a:t>
            </a:r>
            <a:r>
              <a:rPr lang="en-GB" altLang="zh-CN" sz="1600" b="1" dirty="0" err="1"/>
              <a:t>p_arg</a:t>
            </a:r>
            <a:r>
              <a:rPr lang="en-GB" altLang="zh-CN" sz="1600" b="1" dirty="0"/>
              <a:t>;</a:t>
            </a:r>
          </a:p>
          <a:p>
            <a:r>
              <a:rPr lang="en-GB" altLang="zh-CN" sz="1600" b="1" dirty="0"/>
              <a:t>    </a:t>
            </a:r>
            <a:r>
              <a:rPr lang="en-GB" altLang="zh-CN" sz="1600" b="1" dirty="0" smtClean="0"/>
              <a:t>    </a:t>
            </a:r>
            <a:r>
              <a:rPr lang="en-GB" altLang="zh-CN" sz="1600" b="1" dirty="0"/>
              <a:t>while(1)</a:t>
            </a:r>
          </a:p>
          <a:p>
            <a:r>
              <a:rPr lang="en-GB" altLang="zh-CN" sz="1600" b="1" dirty="0"/>
              <a:t>    </a:t>
            </a:r>
            <a:r>
              <a:rPr lang="en-GB" altLang="zh-CN" sz="1600" b="1" dirty="0" smtClean="0"/>
              <a:t>{        </a:t>
            </a:r>
            <a:r>
              <a:rPr lang="en-GB" altLang="zh-CN" sz="1600" b="1" dirty="0" err="1"/>
              <a:t>GPIO_SetBits</a:t>
            </a:r>
            <a:r>
              <a:rPr lang="en-GB" altLang="zh-CN" sz="1600" b="1" dirty="0"/>
              <a:t>(GPIOB,GPIO_Pin_5);</a:t>
            </a:r>
          </a:p>
          <a:p>
            <a:r>
              <a:rPr lang="en-GB" altLang="zh-CN" sz="1600" b="1" dirty="0" err="1" smtClean="0"/>
              <a:t>OSTimeDlyHMSM</a:t>
            </a:r>
            <a:r>
              <a:rPr lang="en-GB" altLang="zh-CN" sz="1600" b="1" dirty="0" smtClean="0"/>
              <a:t>(0,0,0,100,OS_OPT_TIME_HMSM_STRICT</a:t>
            </a:r>
            <a:r>
              <a:rPr lang="en-GB" altLang="zh-CN" sz="1600" b="1" dirty="0"/>
              <a:t>,&amp;err);</a:t>
            </a:r>
          </a:p>
          <a:p>
            <a:r>
              <a:rPr lang="en-GB" altLang="zh-CN" sz="1600" b="1" dirty="0"/>
              <a:t>        </a:t>
            </a:r>
            <a:r>
              <a:rPr lang="en-GB" altLang="zh-CN" sz="1600" b="1" dirty="0" err="1"/>
              <a:t>GPIO_ResetBits</a:t>
            </a:r>
            <a:r>
              <a:rPr lang="en-GB" altLang="zh-CN" sz="1600" b="1" dirty="0"/>
              <a:t>(GPIOB,GPIO_Pin_5);</a:t>
            </a:r>
          </a:p>
          <a:p>
            <a:r>
              <a:rPr lang="en-GB" altLang="zh-CN" sz="1600" b="1" dirty="0"/>
              <a:t>        </a:t>
            </a:r>
            <a:r>
              <a:rPr lang="en-GB" altLang="zh-CN" sz="1600" b="1" dirty="0" err="1"/>
              <a:t>OSTimeDlyHMSM</a:t>
            </a:r>
            <a:r>
              <a:rPr lang="en-GB" altLang="zh-CN" sz="1600" b="1" dirty="0"/>
              <a:t>(0,0,0,100,OS_OPT_TIME_HMSM_STRICT,&amp;err);</a:t>
            </a:r>
          </a:p>
          <a:p>
            <a:r>
              <a:rPr lang="en-GB" altLang="zh-CN" sz="1600" b="1" dirty="0"/>
              <a:t>    }</a:t>
            </a:r>
          </a:p>
          <a:p>
            <a:r>
              <a:rPr lang="en-GB" altLang="zh-CN" sz="1600" b="1" dirty="0"/>
              <a:t>}</a:t>
            </a:r>
          </a:p>
        </p:txBody>
      </p:sp>
      <p:sp>
        <p:nvSpPr>
          <p:cNvPr id="5" name="矩形 4"/>
          <p:cNvSpPr/>
          <p:nvPr/>
        </p:nvSpPr>
        <p:spPr>
          <a:xfrm>
            <a:off x="5364088" y="2139702"/>
            <a:ext cx="3168352" cy="1477328"/>
          </a:xfrm>
          <a:prstGeom prst="rect">
            <a:avLst/>
          </a:prstGeom>
        </p:spPr>
        <p:txBody>
          <a:bodyPr wrap="square">
            <a:spAutoFit/>
          </a:bodyPr>
          <a:lstStyle/>
          <a:p>
            <a:pPr>
              <a:lnSpc>
                <a:spcPct val="125000"/>
              </a:lnSpc>
            </a:pPr>
            <a:r>
              <a:rPr lang="en-US" altLang="zh-CN" b="1" dirty="0" smtClean="0"/>
              <a:t>     </a:t>
            </a:r>
            <a:r>
              <a:rPr lang="zh-CN" altLang="zh-CN" b="1" dirty="0" smtClean="0"/>
              <a:t>重新</a:t>
            </a:r>
            <a:r>
              <a:rPr lang="zh-CN" altLang="zh-CN" b="1" dirty="0"/>
              <a:t>编译工程，无错误和警告，则下载到开发板中进行验证。至此，</a:t>
            </a:r>
            <a:r>
              <a:rPr lang="en-US" altLang="zh-CN" b="1" dirty="0" err="1"/>
              <a:t>uC</a:t>
            </a:r>
            <a:r>
              <a:rPr lang="en-US" altLang="zh-CN" b="1" dirty="0"/>
              <a:t>/OS-III</a:t>
            </a:r>
            <a:r>
              <a:rPr lang="zh-CN" altLang="zh-CN" b="1" dirty="0"/>
              <a:t>移植结束。</a:t>
            </a:r>
          </a:p>
        </p:txBody>
      </p:sp>
    </p:spTree>
    <p:extLst>
      <p:ext uri="{BB962C8B-B14F-4D97-AF65-F5344CB8AC3E}">
        <p14:creationId xmlns:p14="http://schemas.microsoft.com/office/powerpoint/2010/main" val="163591462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57199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60489" cy="461665"/>
          </a:xfrm>
          <a:prstGeom prst="rect">
            <a:avLst/>
          </a:prstGeom>
        </p:spPr>
        <p:txBody>
          <a:bodyPr wrap="none">
            <a:spAutoFit/>
          </a:bodyPr>
          <a:lstStyle/>
          <a:p>
            <a:r>
              <a:rPr lang="en-US" altLang="zh-CN" sz="2400" b="1" dirty="0">
                <a:solidFill>
                  <a:schemeClr val="bg1"/>
                </a:solidFill>
              </a:rPr>
              <a:t>12.4.3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多任务应用实例</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1043608" y="1059582"/>
            <a:ext cx="6768752" cy="1131079"/>
          </a:xfrm>
          <a:prstGeom prst="rect">
            <a:avLst/>
          </a:prstGeom>
        </p:spPr>
        <p:txBody>
          <a:bodyPr wrap="square">
            <a:spAutoFit/>
          </a:bodyPr>
          <a:lstStyle/>
          <a:p>
            <a:pPr>
              <a:lnSpc>
                <a:spcPct val="125000"/>
              </a:lnSpc>
            </a:pPr>
            <a:r>
              <a:rPr lang="en-US" altLang="zh-CN" b="1" dirty="0"/>
              <a:t>     </a:t>
            </a:r>
            <a:r>
              <a:rPr lang="en-US" altLang="zh-CN" b="1" dirty="0" err="1"/>
              <a:t>uC</a:t>
            </a:r>
            <a:r>
              <a:rPr lang="en-US" altLang="zh-CN" b="1" dirty="0"/>
              <a:t>/OS-III</a:t>
            </a:r>
            <a:r>
              <a:rPr lang="zh-CN" altLang="en-US" b="1" dirty="0" smtClean="0"/>
              <a:t>实时操作系统能</a:t>
            </a:r>
            <a:r>
              <a:rPr lang="zh-CN" altLang="en-US" b="1" dirty="0"/>
              <a:t>运行多任务，其各种服务都是以任务的形式实现的，</a:t>
            </a:r>
            <a:r>
              <a:rPr lang="en-US" altLang="zh-CN" b="1" dirty="0" err="1"/>
              <a:t>uC</a:t>
            </a:r>
            <a:r>
              <a:rPr lang="en-US" altLang="zh-CN" b="1" dirty="0"/>
              <a:t>/OS-III</a:t>
            </a:r>
            <a:r>
              <a:rPr lang="zh-CN" altLang="en-US" b="1" dirty="0"/>
              <a:t>中，每个任务都有唯一的优先级。</a:t>
            </a:r>
          </a:p>
          <a:p>
            <a:pPr>
              <a:lnSpc>
                <a:spcPct val="125000"/>
              </a:lnSpc>
            </a:pPr>
            <a:r>
              <a:rPr lang="zh-CN" altLang="en-US" b="1" dirty="0" smtClean="0"/>
              <a:t>     基于</a:t>
            </a:r>
            <a:r>
              <a:rPr lang="en-US" altLang="zh-CN" b="1" dirty="0" err="1"/>
              <a:t>uC</a:t>
            </a:r>
            <a:r>
              <a:rPr lang="en-US" altLang="zh-CN" b="1" dirty="0"/>
              <a:t>/OS-III</a:t>
            </a:r>
            <a:r>
              <a:rPr lang="zh-CN" altLang="en-US" b="1" dirty="0"/>
              <a:t>应用程序的一般结构如下所示：</a:t>
            </a:r>
          </a:p>
        </p:txBody>
      </p:sp>
      <p:graphicFrame>
        <p:nvGraphicFramePr>
          <p:cNvPr id="7" name="图示 6"/>
          <p:cNvGraphicFramePr/>
          <p:nvPr>
            <p:extLst>
              <p:ext uri="{D42A27DB-BD31-4B8C-83A1-F6EECF244321}">
                <p14:modId xmlns:p14="http://schemas.microsoft.com/office/powerpoint/2010/main" val="633449261"/>
              </p:ext>
            </p:extLst>
          </p:nvPr>
        </p:nvGraphicFramePr>
        <p:xfrm>
          <a:off x="576012" y="2283718"/>
          <a:ext cx="7776864" cy="21760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450764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57199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60489" cy="461665"/>
          </a:xfrm>
          <a:prstGeom prst="rect">
            <a:avLst/>
          </a:prstGeom>
        </p:spPr>
        <p:txBody>
          <a:bodyPr wrap="none">
            <a:spAutoFit/>
          </a:bodyPr>
          <a:lstStyle/>
          <a:p>
            <a:r>
              <a:rPr lang="en-US" altLang="zh-CN" sz="2400" b="1" dirty="0">
                <a:solidFill>
                  <a:schemeClr val="bg1"/>
                </a:solidFill>
              </a:rPr>
              <a:t>12.4.3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多任务应用实例</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467544" y="987574"/>
            <a:ext cx="2448272" cy="39703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400" b="1" dirty="0"/>
              <a:t>static void MyTask1 (void *</a:t>
            </a:r>
            <a:r>
              <a:rPr lang="en-US" altLang="zh-CN" sz="1400" b="1" dirty="0" err="1"/>
              <a:t>p_arg</a:t>
            </a:r>
            <a:r>
              <a:rPr lang="en-US" altLang="zh-CN" sz="1400" b="1" dirty="0"/>
              <a:t>)</a:t>
            </a:r>
          </a:p>
          <a:p>
            <a:r>
              <a:rPr lang="en-US" altLang="zh-CN" sz="1400" b="1" dirty="0"/>
              <a:t>{</a:t>
            </a:r>
          </a:p>
          <a:p>
            <a:r>
              <a:rPr lang="en-US" altLang="zh-CN" sz="1400" b="1" dirty="0"/>
              <a:t>    OS_ERR err;</a:t>
            </a:r>
          </a:p>
          <a:p>
            <a:r>
              <a:rPr lang="en-US" altLang="zh-CN" sz="1400" b="1" dirty="0"/>
              <a:t>    (void )</a:t>
            </a:r>
            <a:r>
              <a:rPr lang="en-US" altLang="zh-CN" sz="1400" b="1" dirty="0" err="1"/>
              <a:t>p_arg</a:t>
            </a:r>
            <a:r>
              <a:rPr lang="en-US" altLang="zh-CN" sz="1400" b="1" dirty="0"/>
              <a:t>;</a:t>
            </a:r>
          </a:p>
          <a:p>
            <a:r>
              <a:rPr lang="en-US" altLang="zh-CN" sz="1400" b="1" dirty="0"/>
              <a:t>    </a:t>
            </a:r>
          </a:p>
          <a:p>
            <a:r>
              <a:rPr lang="en-US" altLang="zh-CN" sz="1400" b="1" dirty="0"/>
              <a:t>    while(1)</a:t>
            </a:r>
          </a:p>
          <a:p>
            <a:r>
              <a:rPr lang="en-US" altLang="zh-CN" sz="1400" b="1" dirty="0"/>
              <a:t>    {</a:t>
            </a:r>
          </a:p>
          <a:p>
            <a:r>
              <a:rPr lang="en-US" altLang="zh-CN" sz="1400" b="1" dirty="0"/>
              <a:t>        … …</a:t>
            </a:r>
          </a:p>
          <a:p>
            <a:r>
              <a:rPr lang="en-US" altLang="zh-CN" sz="1400" b="1" dirty="0"/>
              <a:t>    }</a:t>
            </a:r>
          </a:p>
          <a:p>
            <a:r>
              <a:rPr lang="en-US" altLang="zh-CN" sz="1400" b="1" dirty="0"/>
              <a:t>}</a:t>
            </a:r>
          </a:p>
          <a:p>
            <a:r>
              <a:rPr lang="en-US" altLang="zh-CN" sz="1400" b="1" dirty="0"/>
              <a:t>//</a:t>
            </a:r>
            <a:r>
              <a:rPr lang="zh-CN" altLang="en-US" sz="1400" b="1" dirty="0"/>
              <a:t>定义用户任务</a:t>
            </a:r>
            <a:r>
              <a:rPr lang="en-US" altLang="zh-CN" sz="1400" b="1" dirty="0"/>
              <a:t>2</a:t>
            </a:r>
          </a:p>
          <a:p>
            <a:r>
              <a:rPr lang="en-US" altLang="zh-CN" sz="1400" b="1" dirty="0"/>
              <a:t>static void MyTask2 (void *</a:t>
            </a:r>
            <a:r>
              <a:rPr lang="en-US" altLang="zh-CN" sz="1400" b="1" dirty="0" err="1"/>
              <a:t>p_arg</a:t>
            </a:r>
            <a:r>
              <a:rPr lang="en-US" altLang="zh-CN" sz="1400" b="1" dirty="0"/>
              <a:t>)</a:t>
            </a:r>
          </a:p>
          <a:p>
            <a:r>
              <a:rPr lang="en-US" altLang="zh-CN" sz="1400" b="1" dirty="0"/>
              <a:t>{</a:t>
            </a:r>
          </a:p>
          <a:p>
            <a:r>
              <a:rPr lang="en-US" altLang="zh-CN" sz="1400" b="1" dirty="0"/>
              <a:t>    OS_ERR err;</a:t>
            </a:r>
          </a:p>
          <a:p>
            <a:r>
              <a:rPr lang="en-US" altLang="zh-CN" sz="1400" b="1" dirty="0"/>
              <a:t>    (void )</a:t>
            </a:r>
            <a:r>
              <a:rPr lang="en-US" altLang="zh-CN" sz="1400" b="1" dirty="0" err="1"/>
              <a:t>p_arg</a:t>
            </a:r>
            <a:r>
              <a:rPr lang="en-US" altLang="zh-CN" sz="1400" b="1" dirty="0"/>
              <a:t>;</a:t>
            </a:r>
          </a:p>
          <a:p>
            <a:r>
              <a:rPr lang="en-US" altLang="zh-CN" sz="1400" b="1" dirty="0"/>
              <a:t>    </a:t>
            </a:r>
          </a:p>
        </p:txBody>
      </p:sp>
      <p:sp>
        <p:nvSpPr>
          <p:cNvPr id="9" name="矩形 8"/>
          <p:cNvSpPr/>
          <p:nvPr/>
        </p:nvSpPr>
        <p:spPr>
          <a:xfrm>
            <a:off x="3131840" y="987574"/>
            <a:ext cx="2304256" cy="39703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400" b="1" dirty="0"/>
              <a:t> while(1)</a:t>
            </a:r>
          </a:p>
          <a:p>
            <a:r>
              <a:rPr lang="en-US" altLang="zh-CN" sz="1400" b="1" dirty="0"/>
              <a:t>    {</a:t>
            </a:r>
          </a:p>
          <a:p>
            <a:r>
              <a:rPr lang="en-US" altLang="zh-CN" sz="1400" b="1" dirty="0"/>
              <a:t>        … …</a:t>
            </a:r>
          </a:p>
          <a:p>
            <a:r>
              <a:rPr lang="en-US" altLang="zh-CN" sz="1400" b="1" dirty="0"/>
              <a:t>    }</a:t>
            </a:r>
          </a:p>
          <a:p>
            <a:r>
              <a:rPr lang="en-US" altLang="zh-CN" sz="1400" b="1" dirty="0" smtClean="0"/>
              <a:t>}</a:t>
            </a:r>
          </a:p>
          <a:p>
            <a:endParaRPr lang="en-US" altLang="zh-CN" sz="1400" b="1" dirty="0" smtClean="0"/>
          </a:p>
          <a:p>
            <a:r>
              <a:rPr lang="en-US" altLang="zh-CN" sz="1400" b="1" dirty="0" smtClean="0"/>
              <a:t>//</a:t>
            </a:r>
            <a:r>
              <a:rPr lang="zh-CN" altLang="zh-CN" sz="1400" b="1" dirty="0"/>
              <a:t>定义用户任务</a:t>
            </a:r>
            <a:r>
              <a:rPr lang="en-US" altLang="zh-CN" sz="1400" b="1" dirty="0"/>
              <a:t>3</a:t>
            </a:r>
            <a:endParaRPr lang="zh-CN" altLang="zh-CN" sz="1400" b="1" dirty="0"/>
          </a:p>
          <a:p>
            <a:r>
              <a:rPr lang="en-US" altLang="zh-CN" sz="1400" b="1" dirty="0"/>
              <a:t>static void MyTask3 (void *</a:t>
            </a:r>
            <a:r>
              <a:rPr lang="en-US" altLang="zh-CN" sz="1400" b="1" dirty="0" err="1"/>
              <a:t>p_arg</a:t>
            </a:r>
            <a:r>
              <a:rPr lang="en-US" altLang="zh-CN" sz="1400" b="1" dirty="0"/>
              <a:t>)</a:t>
            </a:r>
            <a:endParaRPr lang="zh-CN" altLang="zh-CN" sz="1400" b="1" dirty="0"/>
          </a:p>
          <a:p>
            <a:r>
              <a:rPr lang="en-US" altLang="zh-CN" sz="1400" b="1" dirty="0"/>
              <a:t>{</a:t>
            </a:r>
            <a:endParaRPr lang="zh-CN" altLang="zh-CN" sz="1400" b="1" dirty="0"/>
          </a:p>
          <a:p>
            <a:r>
              <a:rPr lang="en-US" altLang="zh-CN" sz="1400" b="1" dirty="0"/>
              <a:t>    OS_ERR err;</a:t>
            </a:r>
            <a:endParaRPr lang="zh-CN" altLang="zh-CN" sz="1400" b="1" dirty="0"/>
          </a:p>
          <a:p>
            <a:r>
              <a:rPr lang="en-US" altLang="zh-CN" sz="1400" b="1" dirty="0"/>
              <a:t>    (void )</a:t>
            </a:r>
            <a:r>
              <a:rPr lang="en-US" altLang="zh-CN" sz="1400" b="1" dirty="0" err="1"/>
              <a:t>p_arg</a:t>
            </a:r>
            <a:r>
              <a:rPr lang="en-US" altLang="zh-CN" sz="1400" b="1" dirty="0"/>
              <a:t>;</a:t>
            </a:r>
            <a:endParaRPr lang="zh-CN" altLang="zh-CN" sz="1400" b="1" dirty="0"/>
          </a:p>
          <a:p>
            <a:r>
              <a:rPr lang="en-US" altLang="zh-CN" sz="1400" b="1" dirty="0"/>
              <a:t>    </a:t>
            </a:r>
            <a:endParaRPr lang="zh-CN" altLang="zh-CN" sz="1400" b="1" dirty="0"/>
          </a:p>
          <a:p>
            <a:r>
              <a:rPr lang="en-US" altLang="zh-CN" sz="1400" b="1" dirty="0"/>
              <a:t>    while(1)</a:t>
            </a:r>
            <a:endParaRPr lang="zh-CN" altLang="zh-CN" sz="1400" b="1" dirty="0"/>
          </a:p>
          <a:p>
            <a:r>
              <a:rPr lang="en-US" altLang="zh-CN" sz="1400" b="1" dirty="0"/>
              <a:t>    {</a:t>
            </a:r>
            <a:endParaRPr lang="zh-CN" altLang="zh-CN" sz="1400" b="1" dirty="0"/>
          </a:p>
          <a:p>
            <a:r>
              <a:rPr lang="en-US" altLang="zh-CN" sz="1400" b="1" dirty="0"/>
              <a:t>        … …</a:t>
            </a:r>
            <a:endParaRPr lang="zh-CN" altLang="zh-CN" sz="1400" b="1" dirty="0"/>
          </a:p>
          <a:p>
            <a:r>
              <a:rPr lang="en-US" altLang="zh-CN" sz="1400" b="1" dirty="0"/>
              <a:t>    }</a:t>
            </a:r>
            <a:endParaRPr lang="zh-CN" altLang="zh-CN" sz="1400" b="1" dirty="0"/>
          </a:p>
          <a:p>
            <a:r>
              <a:rPr lang="en-US" altLang="zh-CN" sz="1400" b="1" dirty="0" smtClean="0"/>
              <a:t>}</a:t>
            </a:r>
            <a:r>
              <a:rPr lang="en-US" altLang="zh-CN" sz="1400" b="1" dirty="0"/>
              <a:t> </a:t>
            </a:r>
            <a:endParaRPr lang="zh-CN" altLang="zh-CN" sz="1400" b="1" dirty="0"/>
          </a:p>
        </p:txBody>
      </p:sp>
      <p:sp>
        <p:nvSpPr>
          <p:cNvPr id="10" name="矩形 9"/>
          <p:cNvSpPr/>
          <p:nvPr/>
        </p:nvSpPr>
        <p:spPr>
          <a:xfrm>
            <a:off x="5652120" y="772131"/>
            <a:ext cx="3240360" cy="418576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400" b="1" dirty="0" err="1" smtClean="0"/>
              <a:t>int</a:t>
            </a:r>
            <a:r>
              <a:rPr lang="en-US" altLang="zh-CN" sz="1400" b="1" dirty="0" smtClean="0"/>
              <a:t>  </a:t>
            </a:r>
            <a:r>
              <a:rPr lang="en-US" altLang="zh-CN" sz="1400" b="1" dirty="0"/>
              <a:t>main (void)</a:t>
            </a:r>
            <a:endParaRPr lang="zh-CN" altLang="zh-CN" sz="1400" b="1" dirty="0"/>
          </a:p>
          <a:p>
            <a:r>
              <a:rPr lang="en-US" altLang="zh-CN" sz="1400" b="1" dirty="0" smtClean="0"/>
              <a:t>{OS_ERR  </a:t>
            </a:r>
            <a:r>
              <a:rPr lang="en-US" altLang="zh-CN" sz="1400" b="1" dirty="0"/>
              <a:t>err;</a:t>
            </a:r>
            <a:endParaRPr lang="zh-CN" altLang="zh-CN" sz="1400" b="1" dirty="0"/>
          </a:p>
          <a:p>
            <a:r>
              <a:rPr lang="en-US" altLang="zh-CN" sz="1400" b="1" dirty="0" err="1"/>
              <a:t>OSInit</a:t>
            </a:r>
            <a:r>
              <a:rPr lang="en-US" altLang="zh-CN" sz="1400" b="1" dirty="0"/>
              <a:t>(&amp;err);  // </a:t>
            </a:r>
            <a:r>
              <a:rPr lang="zh-CN" altLang="zh-CN" sz="1400" b="1" dirty="0"/>
              <a:t>初始化</a:t>
            </a:r>
            <a:r>
              <a:rPr lang="en-US" altLang="zh-CN" sz="1400" b="1" dirty="0" err="1"/>
              <a:t>uC</a:t>
            </a:r>
            <a:r>
              <a:rPr lang="en-US" altLang="zh-CN" sz="1400" b="1" dirty="0"/>
              <a:t>/OS-III</a:t>
            </a:r>
            <a:endParaRPr lang="zh-CN" altLang="zh-CN" sz="1400" b="1" dirty="0"/>
          </a:p>
          <a:p>
            <a:r>
              <a:rPr lang="en-US" altLang="zh-CN" sz="1400" b="1" dirty="0" err="1"/>
              <a:t>BSP_Init</a:t>
            </a:r>
            <a:r>
              <a:rPr lang="en-US" altLang="zh-CN" sz="1400" b="1" dirty="0"/>
              <a:t>();  //</a:t>
            </a:r>
            <a:r>
              <a:rPr lang="zh-CN" altLang="zh-CN" sz="1400" b="1" dirty="0"/>
              <a:t>硬件初始化</a:t>
            </a:r>
          </a:p>
          <a:p>
            <a:r>
              <a:rPr lang="en-US" altLang="zh-CN" sz="1400" b="1" dirty="0"/>
              <a:t>… …</a:t>
            </a:r>
            <a:endParaRPr lang="zh-CN" altLang="zh-CN" sz="1400" b="1" dirty="0"/>
          </a:p>
          <a:p>
            <a:r>
              <a:rPr lang="en-US" altLang="zh-CN" sz="1400" b="1" dirty="0"/>
              <a:t>/* </a:t>
            </a:r>
            <a:r>
              <a:rPr lang="zh-CN" altLang="zh-CN" sz="1400" b="1" dirty="0"/>
              <a:t>创建用户任务</a:t>
            </a:r>
            <a:r>
              <a:rPr lang="en-US" altLang="zh-CN" sz="1400" b="1" dirty="0"/>
              <a:t>1 */</a:t>
            </a:r>
            <a:endParaRPr lang="zh-CN" altLang="zh-CN" sz="1400" b="1" dirty="0"/>
          </a:p>
          <a:p>
            <a:r>
              <a:rPr lang="en-US" altLang="zh-CN" sz="1400" b="1" dirty="0" err="1"/>
              <a:t>OSTaskCreate</a:t>
            </a:r>
            <a:r>
              <a:rPr lang="en-US" altLang="zh-CN" sz="1400" b="1" dirty="0"/>
              <a:t>((OS_TCB *)&amp; MyTask1TCB, (CPU_CHAR   *)"MyTask1",… …);</a:t>
            </a:r>
            <a:endParaRPr lang="zh-CN" altLang="zh-CN" sz="1400" b="1" dirty="0"/>
          </a:p>
          <a:p>
            <a:r>
              <a:rPr lang="en-US" altLang="zh-CN" sz="1400" b="1" dirty="0"/>
              <a:t>/* </a:t>
            </a:r>
            <a:r>
              <a:rPr lang="zh-CN" altLang="zh-CN" sz="1400" b="1" dirty="0"/>
              <a:t>创建用户任务</a:t>
            </a:r>
            <a:r>
              <a:rPr lang="en-US" altLang="zh-CN" sz="1400" b="1" dirty="0"/>
              <a:t>2*/</a:t>
            </a:r>
            <a:endParaRPr lang="zh-CN" altLang="zh-CN" sz="1400" b="1" dirty="0"/>
          </a:p>
          <a:p>
            <a:r>
              <a:rPr lang="en-US" altLang="zh-CN" sz="1400" b="1" dirty="0" err="1"/>
              <a:t>OSTaskCreate</a:t>
            </a:r>
            <a:r>
              <a:rPr lang="en-US" altLang="zh-CN" sz="1400" b="1" dirty="0"/>
              <a:t>((OS_TCB *)&amp; MyTask2TCB, (CPU_CHAR   *)"MyTask2",… …);</a:t>
            </a:r>
            <a:endParaRPr lang="zh-CN" altLang="zh-CN" sz="1400" b="1" dirty="0"/>
          </a:p>
          <a:p>
            <a:r>
              <a:rPr lang="en-US" altLang="zh-CN" sz="1400" b="1" dirty="0"/>
              <a:t>/* </a:t>
            </a:r>
            <a:r>
              <a:rPr lang="zh-CN" altLang="zh-CN" sz="1400" b="1" dirty="0"/>
              <a:t>创建用户任务</a:t>
            </a:r>
            <a:r>
              <a:rPr lang="en-US" altLang="zh-CN" sz="1400" b="1" dirty="0"/>
              <a:t>3 */</a:t>
            </a:r>
            <a:endParaRPr lang="zh-CN" altLang="zh-CN" sz="1400" b="1" dirty="0"/>
          </a:p>
          <a:p>
            <a:r>
              <a:rPr lang="en-US" altLang="zh-CN" sz="1400" b="1" dirty="0" err="1"/>
              <a:t>OSTaskCreate</a:t>
            </a:r>
            <a:r>
              <a:rPr lang="en-US" altLang="zh-CN" sz="1400" b="1" dirty="0"/>
              <a:t>((OS_TCB *)&amp; MyTask3TCB, (CPU_CHAR   *)"MyTask3",… …);</a:t>
            </a:r>
            <a:endParaRPr lang="zh-CN" altLang="zh-CN" sz="1400" b="1" dirty="0"/>
          </a:p>
          <a:p>
            <a:r>
              <a:rPr lang="en-US" altLang="zh-CN" sz="1400" b="1" dirty="0"/>
              <a:t>… …</a:t>
            </a:r>
            <a:endParaRPr lang="zh-CN" altLang="zh-CN" sz="1400" b="1" dirty="0"/>
          </a:p>
          <a:p>
            <a:r>
              <a:rPr lang="en-US" altLang="zh-CN" sz="1400" b="1" dirty="0" err="1"/>
              <a:t>OSStart</a:t>
            </a:r>
            <a:r>
              <a:rPr lang="en-US" altLang="zh-CN" sz="1400" b="1" dirty="0"/>
              <a:t>(&amp;err); </a:t>
            </a:r>
            <a:endParaRPr lang="en-US" altLang="zh-CN" sz="1400" b="1" dirty="0" smtClean="0"/>
          </a:p>
          <a:p>
            <a:r>
              <a:rPr lang="en-US" altLang="zh-CN" sz="1400" b="1" dirty="0" smtClean="0"/>
              <a:t>//</a:t>
            </a:r>
            <a:r>
              <a:rPr lang="zh-CN" altLang="zh-CN" sz="1400" b="1" dirty="0"/>
              <a:t>启动</a:t>
            </a:r>
            <a:r>
              <a:rPr lang="en-US" altLang="zh-CN" sz="1400" b="1" dirty="0" err="1"/>
              <a:t>uC</a:t>
            </a:r>
            <a:r>
              <a:rPr lang="en-US" altLang="zh-CN" sz="1400" b="1" dirty="0"/>
              <a:t>/OS-III</a:t>
            </a:r>
            <a:r>
              <a:rPr lang="zh-CN" altLang="zh-CN" sz="1400" b="1" dirty="0"/>
              <a:t>，开始多任务</a:t>
            </a:r>
            <a:r>
              <a:rPr lang="en-US" altLang="zh-CN" sz="1400" b="1" dirty="0"/>
              <a:t>    </a:t>
            </a:r>
            <a:endParaRPr lang="zh-CN" altLang="zh-CN" sz="1400" b="1" dirty="0"/>
          </a:p>
          <a:p>
            <a:r>
              <a:rPr lang="en-US" altLang="zh-CN" sz="1400" b="1" dirty="0"/>
              <a:t>… …                                         </a:t>
            </a:r>
            <a:endParaRPr lang="zh-CN" altLang="zh-CN" sz="1400" b="1" dirty="0"/>
          </a:p>
          <a:p>
            <a:r>
              <a:rPr lang="en-US" altLang="zh-CN" sz="1400" b="1" dirty="0"/>
              <a:t>}</a:t>
            </a:r>
            <a:endParaRPr lang="zh-CN" altLang="zh-CN" sz="1400" b="1" dirty="0"/>
          </a:p>
        </p:txBody>
      </p:sp>
      <p:sp>
        <p:nvSpPr>
          <p:cNvPr id="3" name="矩形 2"/>
          <p:cNvSpPr/>
          <p:nvPr/>
        </p:nvSpPr>
        <p:spPr>
          <a:xfrm>
            <a:off x="5004048" y="222266"/>
            <a:ext cx="3603872" cy="369332"/>
          </a:xfrm>
          <a:prstGeom prst="rect">
            <a:avLst/>
          </a:prstGeom>
        </p:spPr>
        <p:txBody>
          <a:bodyPr wrap="none">
            <a:spAutoFit/>
          </a:bodyPr>
          <a:lstStyle/>
          <a:p>
            <a:r>
              <a:rPr lang="zh-CN" altLang="en-US" b="1" dirty="0"/>
              <a:t>基于</a:t>
            </a:r>
            <a:r>
              <a:rPr lang="en-US" altLang="zh-CN" b="1" dirty="0" err="1"/>
              <a:t>uC</a:t>
            </a:r>
            <a:r>
              <a:rPr lang="en-US" altLang="zh-CN" b="1" dirty="0"/>
              <a:t>/OS-III</a:t>
            </a:r>
            <a:r>
              <a:rPr lang="zh-CN" altLang="en-US" b="1" dirty="0"/>
              <a:t>应用程序的一般结构</a:t>
            </a:r>
            <a:endParaRPr lang="zh-CN" altLang="en-US" dirty="0"/>
          </a:p>
        </p:txBody>
      </p:sp>
    </p:spTree>
    <p:extLst>
      <p:ext uri="{BB962C8B-B14F-4D97-AF65-F5344CB8AC3E}">
        <p14:creationId xmlns:p14="http://schemas.microsoft.com/office/powerpoint/2010/main" val="631933195"/>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57199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60489" cy="461665"/>
          </a:xfrm>
          <a:prstGeom prst="rect">
            <a:avLst/>
          </a:prstGeom>
        </p:spPr>
        <p:txBody>
          <a:bodyPr wrap="none">
            <a:spAutoFit/>
          </a:bodyPr>
          <a:lstStyle/>
          <a:p>
            <a:r>
              <a:rPr lang="en-US" altLang="zh-CN" sz="2400" b="1" dirty="0">
                <a:solidFill>
                  <a:schemeClr val="bg1"/>
                </a:solidFill>
              </a:rPr>
              <a:t>12.4.3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多任务应用实例</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p:cNvSpPr/>
          <p:nvPr/>
        </p:nvSpPr>
        <p:spPr>
          <a:xfrm>
            <a:off x="527624" y="1923678"/>
            <a:ext cx="3390340" cy="289310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400" b="1" dirty="0"/>
              <a:t>#include &lt;</a:t>
            </a:r>
            <a:r>
              <a:rPr lang="en-US" altLang="zh-CN" sz="1400" b="1" dirty="0" err="1"/>
              <a:t>includes.h</a:t>
            </a:r>
            <a:r>
              <a:rPr lang="en-US" altLang="zh-CN" sz="1400" b="1" dirty="0"/>
              <a:t>&gt;</a:t>
            </a:r>
          </a:p>
          <a:p>
            <a:r>
              <a:rPr lang="en-US" altLang="zh-CN" sz="1400" b="1" dirty="0"/>
              <a:t>/*  </a:t>
            </a:r>
            <a:r>
              <a:rPr lang="zh-CN" altLang="en-US" sz="1400" b="1" dirty="0"/>
              <a:t>定义任务优先级  *</a:t>
            </a:r>
            <a:r>
              <a:rPr lang="en-US" altLang="zh-CN" sz="1400" b="1" dirty="0"/>
              <a:t>/</a:t>
            </a:r>
          </a:p>
          <a:p>
            <a:r>
              <a:rPr lang="en-US" altLang="zh-CN" sz="1400" b="1" dirty="0"/>
              <a:t>#define APP_TASK_START_PRIO 2</a:t>
            </a:r>
          </a:p>
          <a:p>
            <a:r>
              <a:rPr lang="en-US" altLang="zh-CN" sz="1400" b="1" dirty="0"/>
              <a:t>#define MyTask_LED1_PRIO 3</a:t>
            </a:r>
          </a:p>
          <a:p>
            <a:r>
              <a:rPr lang="en-US" altLang="zh-CN" sz="1400" b="1" dirty="0"/>
              <a:t>#define MyTask_LED2_PRIO 3</a:t>
            </a:r>
          </a:p>
          <a:p>
            <a:r>
              <a:rPr lang="en-US" altLang="zh-CN" sz="1400" b="1" dirty="0"/>
              <a:t>/* </a:t>
            </a:r>
            <a:r>
              <a:rPr lang="zh-CN" altLang="en-US" sz="1400" b="1" dirty="0"/>
              <a:t>设置栈空间大小 *</a:t>
            </a:r>
            <a:r>
              <a:rPr lang="en-US" altLang="zh-CN" sz="1400" b="1" dirty="0"/>
              <a:t>/</a:t>
            </a:r>
          </a:p>
          <a:p>
            <a:r>
              <a:rPr lang="en-US" altLang="zh-CN" sz="1400" b="1" dirty="0"/>
              <a:t>#define APP_TASK_START_STK_SIZE 128</a:t>
            </a:r>
          </a:p>
          <a:p>
            <a:r>
              <a:rPr lang="en-US" altLang="zh-CN" sz="1400" b="1" dirty="0"/>
              <a:t>#define MyTask_LED1_STK_SIZE 512</a:t>
            </a:r>
          </a:p>
          <a:p>
            <a:r>
              <a:rPr lang="en-US" altLang="zh-CN" sz="1400" b="1" dirty="0"/>
              <a:t>#define MyTask_LED2_STK_SIZE 512</a:t>
            </a:r>
          </a:p>
          <a:p>
            <a:r>
              <a:rPr lang="en-US" altLang="zh-CN" sz="1400" b="1" dirty="0"/>
              <a:t>/* </a:t>
            </a:r>
            <a:r>
              <a:rPr lang="zh-CN" altLang="en-US" sz="1400" b="1" dirty="0"/>
              <a:t>定义任务控制块 *</a:t>
            </a:r>
            <a:r>
              <a:rPr lang="en-US" altLang="zh-CN" sz="1400" b="1" dirty="0"/>
              <a:t>/</a:t>
            </a:r>
          </a:p>
          <a:p>
            <a:r>
              <a:rPr lang="en-US" altLang="zh-CN" sz="1400" b="1" dirty="0"/>
              <a:t>static OS_TCB  </a:t>
            </a:r>
            <a:r>
              <a:rPr lang="en-US" altLang="zh-CN" sz="1400" b="1" dirty="0" err="1"/>
              <a:t>AppTaskStartTCB</a:t>
            </a:r>
            <a:r>
              <a:rPr lang="en-US" altLang="zh-CN" sz="1400" b="1" dirty="0"/>
              <a:t>;</a:t>
            </a:r>
          </a:p>
          <a:p>
            <a:r>
              <a:rPr lang="en-US" altLang="zh-CN" sz="1400" b="1" dirty="0"/>
              <a:t>static OS_TCB  MyTask_LED1TCB;</a:t>
            </a:r>
          </a:p>
          <a:p>
            <a:r>
              <a:rPr lang="en-US" altLang="zh-CN" sz="1400" b="1" dirty="0"/>
              <a:t>static OS_TCB  MyTask_LED2TCB;</a:t>
            </a:r>
          </a:p>
        </p:txBody>
      </p:sp>
      <p:sp>
        <p:nvSpPr>
          <p:cNvPr id="3" name="矩形 2"/>
          <p:cNvSpPr/>
          <p:nvPr/>
        </p:nvSpPr>
        <p:spPr>
          <a:xfrm>
            <a:off x="539552" y="987574"/>
            <a:ext cx="8136904" cy="784830"/>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本应用实例中，在初始任务</a:t>
            </a:r>
            <a:r>
              <a:rPr lang="en-GB" altLang="zh-CN" b="1" dirty="0" err="1" smtClean="0"/>
              <a:t>AppTaskStart</a:t>
            </a:r>
            <a:r>
              <a:rPr lang="zh-CN" altLang="en-US" b="1" dirty="0" smtClean="0"/>
              <a:t>中建立</a:t>
            </a:r>
            <a:r>
              <a:rPr lang="en-GB" altLang="zh-CN" b="1" dirty="0" smtClean="0"/>
              <a:t>MyTask_LED1</a:t>
            </a:r>
            <a:r>
              <a:rPr lang="zh-CN" altLang="en-GB" b="1" dirty="0" smtClean="0"/>
              <a:t>、</a:t>
            </a:r>
            <a:r>
              <a:rPr lang="en-GB" altLang="zh-CN" b="1" dirty="0" smtClean="0"/>
              <a:t>MyTask_LED2</a:t>
            </a:r>
            <a:r>
              <a:rPr lang="zh-CN" altLang="en-US" b="1" dirty="0" smtClean="0"/>
              <a:t>分别以</a:t>
            </a:r>
            <a:r>
              <a:rPr lang="en-US" altLang="zh-CN" b="1" dirty="0" smtClean="0"/>
              <a:t>100</a:t>
            </a:r>
            <a:r>
              <a:rPr lang="en-GB" altLang="zh-CN" b="1" dirty="0" err="1" smtClean="0"/>
              <a:t>ms</a:t>
            </a:r>
            <a:r>
              <a:rPr lang="zh-CN" altLang="en-GB" b="1" dirty="0" smtClean="0"/>
              <a:t>、</a:t>
            </a:r>
            <a:r>
              <a:rPr lang="en-GB" altLang="zh-CN" b="1" dirty="0" smtClean="0"/>
              <a:t>300ms</a:t>
            </a:r>
            <a:r>
              <a:rPr lang="zh-CN" altLang="en-US" b="1" dirty="0" smtClean="0"/>
              <a:t>的时间间隔控制</a:t>
            </a:r>
            <a:r>
              <a:rPr lang="en-GB" altLang="zh-CN" b="1" dirty="0" smtClean="0"/>
              <a:t>LED</a:t>
            </a:r>
            <a:r>
              <a:rPr lang="zh-CN" altLang="en-US" b="1" dirty="0" smtClean="0"/>
              <a:t>灯闪烁。</a:t>
            </a:r>
            <a:r>
              <a:rPr lang="en-GB" altLang="zh-CN" b="1" dirty="0" err="1"/>
              <a:t>app.c</a:t>
            </a:r>
            <a:r>
              <a:rPr lang="zh-CN" altLang="en-US" b="1" dirty="0"/>
              <a:t>文件代码如下所示：</a:t>
            </a:r>
          </a:p>
        </p:txBody>
      </p:sp>
      <p:sp>
        <p:nvSpPr>
          <p:cNvPr id="7" name="矩形 6"/>
          <p:cNvSpPr/>
          <p:nvPr/>
        </p:nvSpPr>
        <p:spPr>
          <a:xfrm>
            <a:off x="4211960" y="1923678"/>
            <a:ext cx="4572000" cy="2862322"/>
          </a:xfrm>
          <a:prstGeom prst="rect">
            <a:avLst/>
          </a:prstGeom>
        </p:spPr>
        <p:style>
          <a:lnRef idx="2">
            <a:schemeClr val="accent5"/>
          </a:lnRef>
          <a:fillRef idx="1">
            <a:schemeClr val="lt1"/>
          </a:fillRef>
          <a:effectRef idx="0">
            <a:schemeClr val="accent5"/>
          </a:effectRef>
          <a:fontRef idx="minor">
            <a:schemeClr val="dk1"/>
          </a:fontRef>
        </p:style>
        <p:txBody>
          <a:bodyPr>
            <a:spAutoFit/>
          </a:bodyPr>
          <a:lstStyle/>
          <a:p>
            <a:r>
              <a:rPr lang="en-US" altLang="zh-CN" sz="1600" b="1" dirty="0"/>
              <a:t>/* </a:t>
            </a:r>
            <a:r>
              <a:rPr lang="zh-CN" altLang="zh-CN" sz="1600" b="1" dirty="0"/>
              <a:t>定义任务堆栈</a:t>
            </a:r>
            <a:r>
              <a:rPr lang="en-US" altLang="zh-CN" sz="1600" b="1" dirty="0"/>
              <a:t>  */</a:t>
            </a:r>
            <a:endParaRPr lang="zh-CN" altLang="zh-CN" sz="1600" b="1" dirty="0"/>
          </a:p>
          <a:p>
            <a:r>
              <a:rPr lang="en-US" altLang="zh-CN" sz="1600" b="1" dirty="0"/>
              <a:t>static CPU_STK  </a:t>
            </a:r>
            <a:r>
              <a:rPr lang="en-US" altLang="zh-CN" sz="1600" b="1" dirty="0" err="1"/>
              <a:t>AppTaskStartStk</a:t>
            </a:r>
            <a:r>
              <a:rPr lang="en-US" altLang="zh-CN" sz="1600" b="1" dirty="0"/>
              <a:t>[APP_TASK_START_STK_SIZE];</a:t>
            </a:r>
            <a:endParaRPr lang="zh-CN" altLang="zh-CN" sz="1600" b="1" dirty="0"/>
          </a:p>
          <a:p>
            <a:r>
              <a:rPr lang="en-US" altLang="zh-CN" sz="1600" b="1" dirty="0"/>
              <a:t>static CPU_STK TASK_LED1STK[MyTask_LED1_STK_SIZE];</a:t>
            </a:r>
            <a:endParaRPr lang="zh-CN" altLang="zh-CN" sz="1600" b="1" dirty="0"/>
          </a:p>
          <a:p>
            <a:r>
              <a:rPr lang="en-US" altLang="zh-CN" sz="1600" b="1" dirty="0"/>
              <a:t>static CPU_STK TASK_LED2STK[MyTask_LED2_STK_SIZE];</a:t>
            </a:r>
            <a:endParaRPr lang="zh-CN" altLang="zh-CN" sz="1600" b="1" dirty="0"/>
          </a:p>
          <a:p>
            <a:r>
              <a:rPr lang="en-US" altLang="zh-CN" sz="1600" b="1" dirty="0"/>
              <a:t>/* </a:t>
            </a:r>
            <a:r>
              <a:rPr lang="zh-CN" altLang="zh-CN" sz="1600" b="1" dirty="0"/>
              <a:t>声明用户任务</a:t>
            </a:r>
            <a:r>
              <a:rPr lang="en-US" altLang="zh-CN" sz="1600" b="1" dirty="0"/>
              <a:t>  */</a:t>
            </a:r>
            <a:endParaRPr lang="zh-CN" altLang="zh-CN" sz="1600" b="1" dirty="0"/>
          </a:p>
          <a:p>
            <a:r>
              <a:rPr lang="en-US" altLang="zh-CN" sz="1600" b="1" dirty="0"/>
              <a:t>static void  </a:t>
            </a:r>
            <a:r>
              <a:rPr lang="en-US" altLang="zh-CN" sz="1600" b="1" dirty="0" err="1"/>
              <a:t>AppTaskStart</a:t>
            </a:r>
            <a:r>
              <a:rPr lang="en-US" altLang="zh-CN" sz="1600" b="1" dirty="0"/>
              <a:t>  (void *</a:t>
            </a:r>
            <a:r>
              <a:rPr lang="en-US" altLang="zh-CN" sz="1600" b="1" dirty="0" err="1"/>
              <a:t>p_arg</a:t>
            </a:r>
            <a:r>
              <a:rPr lang="en-US" altLang="zh-CN" sz="1600" b="1" dirty="0"/>
              <a:t>);</a:t>
            </a:r>
            <a:endParaRPr lang="zh-CN" altLang="zh-CN" sz="1600" b="1" dirty="0"/>
          </a:p>
          <a:p>
            <a:r>
              <a:rPr lang="en-US" altLang="zh-CN" sz="1600" b="1" dirty="0"/>
              <a:t>static void  MyTask_LED1 (void *</a:t>
            </a:r>
            <a:r>
              <a:rPr lang="en-US" altLang="zh-CN" sz="1600" b="1" dirty="0" err="1"/>
              <a:t>p_arg</a:t>
            </a:r>
            <a:r>
              <a:rPr lang="en-US" altLang="zh-CN" sz="1600" b="1" dirty="0"/>
              <a:t>);</a:t>
            </a:r>
            <a:endParaRPr lang="zh-CN" altLang="zh-CN" sz="1600" b="1" dirty="0"/>
          </a:p>
          <a:p>
            <a:r>
              <a:rPr lang="en-US" altLang="zh-CN" sz="1600" b="1" dirty="0"/>
              <a:t>static void  MyTask_LED2 (void *</a:t>
            </a:r>
            <a:r>
              <a:rPr lang="en-US" altLang="zh-CN" sz="1600" b="1" dirty="0" err="1"/>
              <a:t>p_arg</a:t>
            </a:r>
            <a:r>
              <a:rPr lang="en-US" altLang="zh-CN" sz="1600" b="1" dirty="0"/>
              <a:t>);</a:t>
            </a:r>
            <a:endParaRPr lang="zh-CN" altLang="zh-CN" sz="1600" b="1" dirty="0"/>
          </a:p>
        </p:txBody>
      </p:sp>
    </p:spTree>
    <p:extLst>
      <p:ext uri="{BB962C8B-B14F-4D97-AF65-F5344CB8AC3E}">
        <p14:creationId xmlns:p14="http://schemas.microsoft.com/office/powerpoint/2010/main" val="14234095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57199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60489" cy="461665"/>
          </a:xfrm>
          <a:prstGeom prst="rect">
            <a:avLst/>
          </a:prstGeom>
        </p:spPr>
        <p:txBody>
          <a:bodyPr wrap="none">
            <a:spAutoFit/>
          </a:bodyPr>
          <a:lstStyle/>
          <a:p>
            <a:r>
              <a:rPr lang="en-US" altLang="zh-CN" sz="2400" b="1" dirty="0">
                <a:solidFill>
                  <a:schemeClr val="bg1"/>
                </a:solidFill>
              </a:rPr>
              <a:t>12.4.3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多任务应用实例</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p:cNvSpPr/>
          <p:nvPr/>
        </p:nvSpPr>
        <p:spPr>
          <a:xfrm>
            <a:off x="1296092" y="930650"/>
            <a:ext cx="6336704" cy="40934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300" b="1" dirty="0"/>
              <a:t>/* </a:t>
            </a:r>
            <a:r>
              <a:rPr lang="zh-CN" altLang="zh-CN" sz="1300" b="1" dirty="0"/>
              <a:t>主函数</a:t>
            </a:r>
            <a:r>
              <a:rPr lang="en-US" altLang="zh-CN" sz="1300" b="1" dirty="0"/>
              <a:t> main()  */</a:t>
            </a:r>
            <a:endParaRPr lang="zh-CN" altLang="zh-CN" sz="1300" b="1" dirty="0"/>
          </a:p>
          <a:p>
            <a:r>
              <a:rPr lang="en-US" altLang="zh-CN" sz="1300" b="1" dirty="0" err="1"/>
              <a:t>int</a:t>
            </a:r>
            <a:r>
              <a:rPr lang="en-US" altLang="zh-CN" sz="1300" b="1" dirty="0"/>
              <a:t>  main (void</a:t>
            </a:r>
            <a:r>
              <a:rPr lang="en-US" altLang="zh-CN" sz="1300" b="1" dirty="0" smtClean="0"/>
              <a:t>)</a:t>
            </a:r>
            <a:endParaRPr lang="en-US" altLang="zh-CN" sz="1300" b="1" dirty="0"/>
          </a:p>
          <a:p>
            <a:r>
              <a:rPr lang="en-US" altLang="zh-CN" sz="1300" b="1" dirty="0" smtClean="0"/>
              <a:t>{   OS_ERR  </a:t>
            </a:r>
            <a:r>
              <a:rPr lang="en-US" altLang="zh-CN" sz="1300" b="1" dirty="0"/>
              <a:t>err;</a:t>
            </a:r>
            <a:endParaRPr lang="zh-CN" altLang="zh-CN" sz="1300" b="1" dirty="0"/>
          </a:p>
          <a:p>
            <a:pPr indent="177800"/>
            <a:r>
              <a:rPr lang="en-US" altLang="zh-CN" sz="1300" b="1" dirty="0" err="1"/>
              <a:t>OSInit</a:t>
            </a:r>
            <a:r>
              <a:rPr lang="en-US" altLang="zh-CN" sz="1300" b="1" dirty="0"/>
              <a:t>(&amp;err);  /* </a:t>
            </a:r>
            <a:r>
              <a:rPr lang="zh-CN" altLang="zh-CN" sz="1300" b="1" dirty="0"/>
              <a:t>初始化</a:t>
            </a:r>
            <a:r>
              <a:rPr lang="en-US" altLang="zh-CN" sz="1300" b="1" dirty="0" err="1"/>
              <a:t>uC</a:t>
            </a:r>
            <a:r>
              <a:rPr lang="en-US" altLang="zh-CN" sz="1300" b="1" dirty="0"/>
              <a:t>/OS-III */</a:t>
            </a:r>
            <a:endParaRPr lang="zh-CN" altLang="zh-CN" sz="1300" b="1" dirty="0"/>
          </a:p>
          <a:p>
            <a:pPr indent="177800"/>
            <a:r>
              <a:rPr lang="en-US" altLang="zh-CN" sz="1300" b="1" dirty="0"/>
              <a:t>/* </a:t>
            </a:r>
            <a:r>
              <a:rPr lang="zh-CN" altLang="zh-CN" sz="1300" b="1" dirty="0"/>
              <a:t>创建起始任务</a:t>
            </a:r>
            <a:r>
              <a:rPr lang="en-US" altLang="zh-CN" sz="1300" b="1" dirty="0"/>
              <a:t>  */</a:t>
            </a:r>
            <a:endParaRPr lang="zh-CN" altLang="zh-CN" sz="1300" b="1" dirty="0"/>
          </a:p>
          <a:p>
            <a:pPr indent="177800"/>
            <a:r>
              <a:rPr lang="en-US" altLang="zh-CN" sz="1300" b="1" dirty="0" err="1"/>
              <a:t>OSTaskCreate</a:t>
            </a:r>
            <a:r>
              <a:rPr lang="en-US" altLang="zh-CN" sz="1300" b="1" dirty="0"/>
              <a:t>((OS_TCB  *)&amp;</a:t>
            </a:r>
            <a:r>
              <a:rPr lang="en-US" altLang="zh-CN" sz="1300" b="1" dirty="0" err="1"/>
              <a:t>AppTaskStartTCB</a:t>
            </a:r>
            <a:r>
              <a:rPr lang="en-US" altLang="zh-CN" sz="1300" b="1" dirty="0" smtClean="0"/>
              <a:t>, </a:t>
            </a:r>
            <a:r>
              <a:rPr lang="en-US" altLang="zh-CN" sz="1300" b="1" dirty="0"/>
              <a:t>// </a:t>
            </a:r>
            <a:r>
              <a:rPr lang="zh-CN" altLang="zh-CN" sz="1300" b="1" dirty="0"/>
              <a:t>任务控制块指针，参数类型</a:t>
            </a:r>
            <a:r>
              <a:rPr lang="en-US" altLang="zh-CN" sz="1300" b="1" dirty="0"/>
              <a:t>OS_TCB  *</a:t>
            </a:r>
            <a:endParaRPr lang="zh-CN" altLang="zh-CN" sz="1300" b="1" dirty="0"/>
          </a:p>
          <a:p>
            <a:pPr indent="177800"/>
            <a:r>
              <a:rPr lang="en-US" altLang="zh-CN" sz="1300" b="1" dirty="0"/>
              <a:t>(CPU_CHAR  *)"App Task Start",  //</a:t>
            </a:r>
            <a:r>
              <a:rPr lang="zh-CN" altLang="zh-CN" sz="1300" b="1" dirty="0"/>
              <a:t>设置任务名称，参数类型</a:t>
            </a:r>
            <a:r>
              <a:rPr lang="en-US" altLang="zh-CN" sz="1300" b="1" dirty="0"/>
              <a:t>CPU_CHAR  *</a:t>
            </a:r>
            <a:endParaRPr lang="zh-CN" altLang="zh-CN" sz="1300" b="1" dirty="0"/>
          </a:p>
          <a:p>
            <a:pPr indent="177800"/>
            <a:r>
              <a:rPr lang="en-US" altLang="zh-CN" sz="1300" b="1" dirty="0"/>
              <a:t>(OS_TASK_PTR ) </a:t>
            </a:r>
            <a:r>
              <a:rPr lang="en-US" altLang="zh-CN" sz="1300" b="1" dirty="0" err="1"/>
              <a:t>AppTaskStart</a:t>
            </a:r>
            <a:r>
              <a:rPr lang="en-US" altLang="zh-CN" sz="1300" b="1" dirty="0"/>
              <a:t>,  //</a:t>
            </a:r>
            <a:r>
              <a:rPr lang="zh-CN" altLang="zh-CN" sz="1300" b="1" dirty="0"/>
              <a:t>任务代码指针，参数类型</a:t>
            </a:r>
            <a:r>
              <a:rPr lang="en-US" altLang="zh-CN" sz="1300" b="1" dirty="0"/>
              <a:t>OS_TASK_PTR</a:t>
            </a:r>
            <a:endParaRPr lang="zh-CN" altLang="zh-CN" sz="1300" b="1" dirty="0"/>
          </a:p>
          <a:p>
            <a:pPr indent="177800"/>
            <a:r>
              <a:rPr lang="en-US" altLang="zh-CN" sz="1300" b="1" dirty="0"/>
              <a:t>(void *) 0,  //</a:t>
            </a:r>
            <a:r>
              <a:rPr lang="zh-CN" altLang="zh-CN" sz="1300" b="1" dirty="0"/>
              <a:t>传递给任务的参数</a:t>
            </a:r>
            <a:r>
              <a:rPr lang="en-US" altLang="zh-CN" sz="1300" b="1" dirty="0" err="1"/>
              <a:t>p_arg</a:t>
            </a:r>
            <a:r>
              <a:rPr lang="zh-CN" altLang="zh-CN" sz="1300" b="1" dirty="0"/>
              <a:t>，设置为</a:t>
            </a:r>
            <a:r>
              <a:rPr lang="en-US" altLang="zh-CN" sz="1300" b="1" dirty="0"/>
              <a:t>0</a:t>
            </a:r>
            <a:r>
              <a:rPr lang="zh-CN" altLang="zh-CN" sz="1300" b="1" dirty="0"/>
              <a:t>表示不使用传递参数</a:t>
            </a:r>
          </a:p>
          <a:p>
            <a:pPr indent="177800"/>
            <a:r>
              <a:rPr lang="en-US" altLang="zh-CN" sz="1300" b="1" dirty="0"/>
              <a:t>(OS_PRIO   ) APP_TASK_START_PRIO,  //</a:t>
            </a:r>
            <a:r>
              <a:rPr lang="zh-CN" altLang="zh-CN" sz="1300" b="1" dirty="0"/>
              <a:t>设置任务优先级</a:t>
            </a:r>
          </a:p>
          <a:p>
            <a:pPr indent="177800"/>
            <a:r>
              <a:rPr lang="en-US" altLang="zh-CN" sz="1300" b="1" dirty="0"/>
              <a:t>(CPU_STK  *)&amp;</a:t>
            </a:r>
            <a:r>
              <a:rPr lang="en-US" altLang="zh-CN" sz="1300" b="1" dirty="0" err="1"/>
              <a:t>AppTaskStartStk</a:t>
            </a:r>
            <a:r>
              <a:rPr lang="en-US" altLang="zh-CN" sz="1300" b="1" dirty="0"/>
              <a:t>[0],  //</a:t>
            </a:r>
            <a:r>
              <a:rPr lang="zh-CN" altLang="zh-CN" sz="1300" b="1" dirty="0"/>
              <a:t>设置任务堆栈基地址</a:t>
            </a:r>
          </a:p>
          <a:p>
            <a:pPr indent="177800"/>
            <a:r>
              <a:rPr lang="en-US" altLang="zh-CN" sz="1300" b="1" dirty="0"/>
              <a:t>(CPU_STK_SIZE) APP_TASK_START_STK_SIZE / 10,  //</a:t>
            </a:r>
            <a:r>
              <a:rPr lang="zh-CN" altLang="zh-CN" sz="1300" b="1" dirty="0"/>
              <a:t>设置堆栈剩余警戒线 </a:t>
            </a:r>
          </a:p>
          <a:p>
            <a:pPr indent="177800"/>
            <a:r>
              <a:rPr lang="en-US" altLang="zh-CN" sz="1300" b="1" dirty="0"/>
              <a:t>(CPU_STK_SIZE) APP_TASK_START_STK_SIZE,  //</a:t>
            </a:r>
            <a:r>
              <a:rPr lang="zh-CN" altLang="zh-CN" sz="1300" b="1" dirty="0"/>
              <a:t>设置堆栈大小</a:t>
            </a:r>
          </a:p>
          <a:p>
            <a:pPr indent="177800"/>
            <a:r>
              <a:rPr lang="en-US" altLang="zh-CN" sz="1300" b="1" dirty="0"/>
              <a:t>(OS_MSG_QTY ) 5u,  // </a:t>
            </a:r>
            <a:r>
              <a:rPr lang="zh-CN" altLang="zh-CN" sz="1300" b="1" dirty="0"/>
              <a:t>可接收的最大消息队列数，为</a:t>
            </a:r>
            <a:r>
              <a:rPr lang="en-US" altLang="zh-CN" sz="1300" b="1" dirty="0"/>
              <a:t>0</a:t>
            </a:r>
            <a:r>
              <a:rPr lang="zh-CN" altLang="zh-CN" sz="1300" b="1" dirty="0"/>
              <a:t>时表示不使用消息队列</a:t>
            </a:r>
          </a:p>
          <a:p>
            <a:pPr indent="177800"/>
            <a:r>
              <a:rPr lang="en-US" altLang="zh-CN" sz="1300" b="1" dirty="0"/>
              <a:t>(OS_TICK   ) 0u,  //</a:t>
            </a:r>
            <a:r>
              <a:rPr lang="zh-CN" altLang="zh-CN" sz="1300" b="1" dirty="0"/>
              <a:t>时间片轮转时间，为</a:t>
            </a:r>
            <a:r>
              <a:rPr lang="en-US" altLang="zh-CN" sz="1300" b="1" dirty="0"/>
              <a:t>0</a:t>
            </a:r>
            <a:r>
              <a:rPr lang="zh-CN" altLang="zh-CN" sz="1300" b="1" dirty="0"/>
              <a:t>时表示默认长度</a:t>
            </a:r>
          </a:p>
          <a:p>
            <a:pPr indent="177800"/>
            <a:r>
              <a:rPr lang="en-US" altLang="zh-CN" sz="1300" b="1" dirty="0"/>
              <a:t>(void      *) 0,  // </a:t>
            </a:r>
            <a:r>
              <a:rPr lang="zh-CN" altLang="zh-CN" sz="1300" b="1" dirty="0"/>
              <a:t>任务控制块扩展信息，为</a:t>
            </a:r>
            <a:r>
              <a:rPr lang="en-US" altLang="zh-CN" sz="1300" b="1" dirty="0"/>
              <a:t>0</a:t>
            </a:r>
            <a:r>
              <a:rPr lang="zh-CN" altLang="zh-CN" sz="1300" b="1" dirty="0"/>
              <a:t>表示不使用任务控制块扩展信息</a:t>
            </a:r>
          </a:p>
          <a:p>
            <a:pPr indent="177800"/>
            <a:r>
              <a:rPr lang="en-US" altLang="zh-CN" sz="1300" b="1" dirty="0"/>
              <a:t>(OS_OPT )(OS_OPT_TASK_STK_CHK | OS_OPT_TASK_STK_CLR), // </a:t>
            </a:r>
            <a:r>
              <a:rPr lang="zh-CN" altLang="zh-CN" sz="1300" b="1" dirty="0"/>
              <a:t>任务选项</a:t>
            </a:r>
          </a:p>
          <a:p>
            <a:pPr indent="177800"/>
            <a:r>
              <a:rPr lang="en-US" altLang="zh-CN" sz="1300" b="1" dirty="0"/>
              <a:t>(OS_ERR     *)&amp;err);  // </a:t>
            </a:r>
            <a:r>
              <a:rPr lang="zh-CN" altLang="zh-CN" sz="1300" b="1" dirty="0"/>
              <a:t>返回值，调试用</a:t>
            </a:r>
          </a:p>
          <a:p>
            <a:pPr indent="177800"/>
            <a:r>
              <a:rPr lang="en-US" altLang="zh-CN" sz="1300" b="1" dirty="0" err="1"/>
              <a:t>OSStart</a:t>
            </a:r>
            <a:r>
              <a:rPr lang="en-US" altLang="zh-CN" sz="1300" b="1" dirty="0"/>
              <a:t>(&amp;err);  //</a:t>
            </a:r>
            <a:r>
              <a:rPr lang="zh-CN" altLang="zh-CN" sz="1300" b="1" dirty="0"/>
              <a:t>启动</a:t>
            </a:r>
            <a:r>
              <a:rPr lang="en-US" altLang="zh-CN" sz="1300" b="1" dirty="0" err="1"/>
              <a:t>uC</a:t>
            </a:r>
            <a:r>
              <a:rPr lang="en-US" altLang="zh-CN" sz="1300" b="1" dirty="0"/>
              <a:t>/OS-III</a:t>
            </a:r>
            <a:endParaRPr lang="zh-CN" altLang="zh-CN" sz="1300" b="1" dirty="0"/>
          </a:p>
          <a:p>
            <a:r>
              <a:rPr lang="en-US" altLang="zh-CN" sz="1300" b="1" dirty="0"/>
              <a:t>}</a:t>
            </a:r>
            <a:endParaRPr lang="zh-CN" altLang="zh-CN" sz="1300" b="1" dirty="0"/>
          </a:p>
        </p:txBody>
      </p:sp>
    </p:spTree>
    <p:extLst>
      <p:ext uri="{BB962C8B-B14F-4D97-AF65-F5344CB8AC3E}">
        <p14:creationId xmlns:p14="http://schemas.microsoft.com/office/powerpoint/2010/main" val="3697076752"/>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57199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60489" cy="461665"/>
          </a:xfrm>
          <a:prstGeom prst="rect">
            <a:avLst/>
          </a:prstGeom>
        </p:spPr>
        <p:txBody>
          <a:bodyPr wrap="none">
            <a:spAutoFit/>
          </a:bodyPr>
          <a:lstStyle/>
          <a:p>
            <a:r>
              <a:rPr lang="en-US" altLang="zh-CN" sz="2400" b="1" dirty="0">
                <a:solidFill>
                  <a:schemeClr val="bg1"/>
                </a:solidFill>
              </a:rPr>
              <a:t>12.4.3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多任务应用实例</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p:cNvSpPr/>
          <p:nvPr/>
        </p:nvSpPr>
        <p:spPr>
          <a:xfrm>
            <a:off x="467544" y="987574"/>
            <a:ext cx="3923980" cy="389337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300" b="1" dirty="0"/>
              <a:t>/*  </a:t>
            </a:r>
            <a:r>
              <a:rPr lang="zh-CN" altLang="en-US" sz="1300" b="1" dirty="0"/>
              <a:t>启动任务 </a:t>
            </a:r>
            <a:r>
              <a:rPr lang="en-US" altLang="zh-CN" sz="1300" b="1" dirty="0"/>
              <a:t>STARTUP TASK  */</a:t>
            </a:r>
          </a:p>
          <a:p>
            <a:r>
              <a:rPr lang="en-US" altLang="zh-CN" sz="1300" b="1" dirty="0"/>
              <a:t>static  void  </a:t>
            </a:r>
            <a:r>
              <a:rPr lang="en-US" altLang="zh-CN" sz="1300" b="1" dirty="0" err="1"/>
              <a:t>AppTaskStart</a:t>
            </a:r>
            <a:r>
              <a:rPr lang="en-US" altLang="zh-CN" sz="1300" b="1" dirty="0"/>
              <a:t> (void *</a:t>
            </a:r>
            <a:r>
              <a:rPr lang="en-US" altLang="zh-CN" sz="1300" b="1" dirty="0" err="1"/>
              <a:t>p_arg</a:t>
            </a:r>
            <a:r>
              <a:rPr lang="en-US" altLang="zh-CN" sz="1300" b="1" dirty="0"/>
              <a:t>)</a:t>
            </a:r>
          </a:p>
          <a:p>
            <a:r>
              <a:rPr lang="en-US" altLang="zh-CN" sz="1300" b="1" dirty="0"/>
              <a:t>{</a:t>
            </a:r>
          </a:p>
          <a:p>
            <a:r>
              <a:rPr lang="en-US" altLang="zh-CN" sz="1300" b="1" dirty="0"/>
              <a:t>CPU_INT32U  </a:t>
            </a:r>
            <a:r>
              <a:rPr lang="en-US" altLang="zh-CN" sz="1300" b="1" dirty="0" err="1"/>
              <a:t>cpu_clk_freq</a:t>
            </a:r>
            <a:r>
              <a:rPr lang="en-US" altLang="zh-CN" sz="1300" b="1" dirty="0"/>
              <a:t>;</a:t>
            </a:r>
          </a:p>
          <a:p>
            <a:r>
              <a:rPr lang="en-US" altLang="zh-CN" sz="1300" b="1" dirty="0"/>
              <a:t>CPU_INT32U  </a:t>
            </a:r>
            <a:r>
              <a:rPr lang="en-US" altLang="zh-CN" sz="1300" b="1" dirty="0" err="1"/>
              <a:t>cnts</a:t>
            </a:r>
            <a:r>
              <a:rPr lang="en-US" altLang="zh-CN" sz="1300" b="1" dirty="0"/>
              <a:t>;</a:t>
            </a:r>
          </a:p>
          <a:p>
            <a:r>
              <a:rPr lang="en-US" altLang="zh-CN" sz="1300" b="1" dirty="0"/>
              <a:t>OS_ERR      err;</a:t>
            </a:r>
          </a:p>
          <a:p>
            <a:r>
              <a:rPr lang="en-US" altLang="zh-CN" sz="1300" b="1" dirty="0"/>
              <a:t>(void)</a:t>
            </a:r>
            <a:r>
              <a:rPr lang="en-US" altLang="zh-CN" sz="1300" b="1" dirty="0" err="1"/>
              <a:t>p_arg</a:t>
            </a:r>
            <a:r>
              <a:rPr lang="en-US" altLang="zh-CN" sz="1300" b="1" dirty="0"/>
              <a:t>;</a:t>
            </a:r>
          </a:p>
          <a:p>
            <a:r>
              <a:rPr lang="en-US" altLang="zh-CN" sz="1300" b="1" dirty="0" err="1"/>
              <a:t>BSP_Init</a:t>
            </a:r>
            <a:r>
              <a:rPr lang="en-US" altLang="zh-CN" sz="1300" b="1" dirty="0"/>
              <a:t>();  // </a:t>
            </a:r>
            <a:r>
              <a:rPr lang="zh-CN" altLang="en-US" sz="1300" b="1" dirty="0"/>
              <a:t>板级硬件初始化</a:t>
            </a:r>
          </a:p>
          <a:p>
            <a:r>
              <a:rPr lang="en-US" altLang="zh-CN" sz="1300" b="1" dirty="0" err="1"/>
              <a:t>CPU_Init</a:t>
            </a:r>
            <a:r>
              <a:rPr lang="en-US" altLang="zh-CN" sz="1300" b="1" dirty="0"/>
              <a:t>();  // CPU</a:t>
            </a:r>
            <a:r>
              <a:rPr lang="zh-CN" altLang="en-US" sz="1300" b="1" dirty="0"/>
              <a:t>初始化</a:t>
            </a:r>
          </a:p>
          <a:p>
            <a:r>
              <a:rPr lang="en-US" altLang="zh-CN" sz="1300" b="1" dirty="0" err="1"/>
              <a:t>cpu_clk_freq</a:t>
            </a:r>
            <a:r>
              <a:rPr lang="en-US" altLang="zh-CN" sz="1300" b="1" dirty="0"/>
              <a:t> = </a:t>
            </a:r>
            <a:r>
              <a:rPr lang="en-US" altLang="zh-CN" sz="1300" b="1" dirty="0" err="1"/>
              <a:t>BSP_CPU_ClkFreq</a:t>
            </a:r>
            <a:r>
              <a:rPr lang="en-US" altLang="zh-CN" sz="1300" b="1" dirty="0"/>
              <a:t>();  //Determine </a:t>
            </a:r>
            <a:r>
              <a:rPr lang="en-US" altLang="zh-CN" sz="1300" b="1" dirty="0" err="1"/>
              <a:t>SysTick</a:t>
            </a:r>
            <a:r>
              <a:rPr lang="en-US" altLang="zh-CN" sz="1300" b="1" dirty="0"/>
              <a:t> reference </a:t>
            </a:r>
            <a:r>
              <a:rPr lang="en-US" altLang="zh-CN" sz="1300" b="1" dirty="0" err="1"/>
              <a:t>freq</a:t>
            </a:r>
            <a:endParaRPr lang="en-US" altLang="zh-CN" sz="1300" b="1" dirty="0"/>
          </a:p>
          <a:p>
            <a:r>
              <a:rPr lang="en-US" altLang="zh-CN" sz="1300" b="1" dirty="0" err="1"/>
              <a:t>cnts</a:t>
            </a:r>
            <a:r>
              <a:rPr lang="en-US" altLang="zh-CN" sz="1300" b="1" dirty="0"/>
              <a:t> = </a:t>
            </a:r>
            <a:r>
              <a:rPr lang="en-US" altLang="zh-CN" sz="1300" b="1" dirty="0" err="1"/>
              <a:t>cpu_clk_freq</a:t>
            </a:r>
            <a:r>
              <a:rPr lang="en-US" altLang="zh-CN" sz="1300" b="1" dirty="0"/>
              <a:t> / (CPU_INT32U)</a:t>
            </a:r>
            <a:r>
              <a:rPr lang="en-US" altLang="zh-CN" sz="1300" b="1" dirty="0" err="1"/>
              <a:t>OSCfg_TickRate_Hz</a:t>
            </a:r>
            <a:r>
              <a:rPr lang="en-US" altLang="zh-CN" sz="1300" b="1" dirty="0"/>
              <a:t>; // Determine </a:t>
            </a:r>
            <a:r>
              <a:rPr lang="en-US" altLang="zh-CN" sz="1300" b="1" dirty="0" err="1"/>
              <a:t>nbr</a:t>
            </a:r>
            <a:r>
              <a:rPr lang="en-US" altLang="zh-CN" sz="1300" b="1" dirty="0"/>
              <a:t> </a:t>
            </a:r>
            <a:r>
              <a:rPr lang="en-US" altLang="zh-CN" sz="1300" b="1" dirty="0" err="1"/>
              <a:t>SysTick</a:t>
            </a:r>
            <a:r>
              <a:rPr lang="en-US" altLang="zh-CN" sz="1300" b="1" dirty="0"/>
              <a:t> increments                     </a:t>
            </a:r>
          </a:p>
          <a:p>
            <a:r>
              <a:rPr lang="en-US" altLang="zh-CN" sz="1300" b="1" dirty="0" err="1"/>
              <a:t>OS_CPU_SysTickInit</a:t>
            </a:r>
            <a:r>
              <a:rPr lang="en-US" altLang="zh-CN" sz="1300" b="1" dirty="0"/>
              <a:t>(</a:t>
            </a:r>
            <a:r>
              <a:rPr lang="en-US" altLang="zh-CN" sz="1300" b="1" dirty="0" err="1"/>
              <a:t>cnts</a:t>
            </a:r>
            <a:r>
              <a:rPr lang="en-US" altLang="zh-CN" sz="1300" b="1" dirty="0"/>
              <a:t>);  //</a:t>
            </a:r>
            <a:r>
              <a:rPr lang="en-US" altLang="zh-CN" sz="1300" b="1" dirty="0" err="1"/>
              <a:t>Init</a:t>
            </a:r>
            <a:r>
              <a:rPr lang="en-US" altLang="zh-CN" sz="1300" b="1" dirty="0"/>
              <a:t> </a:t>
            </a:r>
            <a:r>
              <a:rPr lang="en-US" altLang="zh-CN" sz="1300" b="1" dirty="0" err="1"/>
              <a:t>uC</a:t>
            </a:r>
            <a:r>
              <a:rPr lang="en-US" altLang="zh-CN" sz="1300" b="1" dirty="0"/>
              <a:t>/OS periodic time </a:t>
            </a:r>
            <a:r>
              <a:rPr lang="en-US" altLang="zh-CN" sz="1300" b="1" dirty="0" err="1"/>
              <a:t>src</a:t>
            </a:r>
            <a:r>
              <a:rPr lang="en-US" altLang="zh-CN" sz="1300" b="1" dirty="0"/>
              <a:t> (</a:t>
            </a:r>
            <a:r>
              <a:rPr lang="en-US" altLang="zh-CN" sz="1300" b="1" dirty="0" err="1"/>
              <a:t>SysTick</a:t>
            </a:r>
            <a:r>
              <a:rPr lang="en-US" altLang="zh-CN" sz="1300" b="1" dirty="0"/>
              <a:t>)</a:t>
            </a:r>
          </a:p>
          <a:p>
            <a:r>
              <a:rPr lang="en-US" altLang="zh-CN" sz="1300" b="1" dirty="0" err="1"/>
              <a:t>Mem_Init</a:t>
            </a:r>
            <a:r>
              <a:rPr lang="en-US" altLang="zh-CN" sz="1300" b="1" dirty="0"/>
              <a:t>();   // Initialize Memory Management Module</a:t>
            </a:r>
          </a:p>
          <a:p>
            <a:endParaRPr lang="en-US" altLang="zh-CN" sz="1300" b="1" dirty="0"/>
          </a:p>
        </p:txBody>
      </p:sp>
      <p:sp>
        <p:nvSpPr>
          <p:cNvPr id="8" name="矩形 7"/>
          <p:cNvSpPr/>
          <p:nvPr/>
        </p:nvSpPr>
        <p:spPr>
          <a:xfrm>
            <a:off x="4607977" y="987574"/>
            <a:ext cx="3923980" cy="389337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300" b="1" dirty="0"/>
              <a:t>#if OS_CFG_STAT_TASK_EN &gt; 0u</a:t>
            </a:r>
          </a:p>
          <a:p>
            <a:r>
              <a:rPr lang="en-US" altLang="zh-CN" sz="1300" b="1" dirty="0"/>
              <a:t>    </a:t>
            </a:r>
            <a:r>
              <a:rPr lang="en-US" altLang="zh-CN" sz="1300" b="1" dirty="0" err="1"/>
              <a:t>OSStatTaskCPUUsageInit</a:t>
            </a:r>
            <a:r>
              <a:rPr lang="en-US" altLang="zh-CN" sz="1300" b="1" dirty="0"/>
              <a:t>(&amp;err);  // Compute CPU capacity with no task running </a:t>
            </a:r>
          </a:p>
          <a:p>
            <a:r>
              <a:rPr lang="en-US" altLang="zh-CN" sz="1300" b="1" dirty="0"/>
              <a:t>#</a:t>
            </a:r>
            <a:r>
              <a:rPr lang="en-US" altLang="zh-CN" sz="1300" b="1" dirty="0" err="1"/>
              <a:t>endif</a:t>
            </a:r>
            <a:endParaRPr lang="en-US" altLang="zh-CN" sz="1300" b="1" dirty="0"/>
          </a:p>
          <a:p>
            <a:r>
              <a:rPr lang="en-US" altLang="zh-CN" sz="1300" b="1" dirty="0"/>
              <a:t>    </a:t>
            </a:r>
            <a:r>
              <a:rPr lang="en-US" altLang="zh-CN" sz="1300" b="1" dirty="0" err="1"/>
              <a:t>CPU_IntDisMeasMaxCurReset</a:t>
            </a:r>
            <a:r>
              <a:rPr lang="en-US" altLang="zh-CN" sz="1300" b="1" dirty="0"/>
              <a:t>();</a:t>
            </a:r>
          </a:p>
          <a:p>
            <a:r>
              <a:rPr lang="en-US" altLang="zh-CN" sz="1300" b="1" dirty="0"/>
              <a:t>    </a:t>
            </a:r>
            <a:r>
              <a:rPr lang="en-US" altLang="zh-CN" sz="1300" b="1" dirty="0" err="1"/>
              <a:t>OSTaskCreate</a:t>
            </a:r>
            <a:r>
              <a:rPr lang="en-US" altLang="zh-CN" sz="1300" b="1" dirty="0"/>
              <a:t>((OS_TCB *) &amp;MyTask_LED1TCB,</a:t>
            </a:r>
          </a:p>
          <a:p>
            <a:r>
              <a:rPr lang="en-US" altLang="zh-CN" sz="1300" b="1" dirty="0"/>
              <a:t>                  (CPU_CHAR *) "LED1",</a:t>
            </a:r>
          </a:p>
          <a:p>
            <a:r>
              <a:rPr lang="en-US" altLang="zh-CN" sz="1300" b="1" dirty="0"/>
              <a:t>                  (OS_TASK_PTR)MyTask_LED1,</a:t>
            </a:r>
          </a:p>
          <a:p>
            <a:r>
              <a:rPr lang="en-US" altLang="zh-CN" sz="1300" b="1" dirty="0"/>
              <a:t>                  (void *) 0,</a:t>
            </a:r>
          </a:p>
          <a:p>
            <a:r>
              <a:rPr lang="en-US" altLang="zh-CN" sz="1300" b="1" dirty="0"/>
              <a:t>                  (OS_PRIO)MyTask_LED1_PRIO,</a:t>
            </a:r>
          </a:p>
          <a:p>
            <a:r>
              <a:rPr lang="en-US" altLang="zh-CN" sz="1300" b="1" dirty="0"/>
              <a:t>                  (CPU_STK *)&amp;TASK_LED1STK[0],</a:t>
            </a:r>
          </a:p>
          <a:p>
            <a:r>
              <a:rPr lang="en-US" altLang="zh-CN" sz="1300" b="1" dirty="0"/>
              <a:t>                  (CPU_STK_SIZE)MyTask_LED1_STK_SIZE/10,</a:t>
            </a:r>
          </a:p>
          <a:p>
            <a:r>
              <a:rPr lang="en-US" altLang="zh-CN" sz="1300" b="1" dirty="0"/>
              <a:t>                  (CPU_STK_SIZE)MyTask_LED1_STK_SIZE,</a:t>
            </a:r>
          </a:p>
          <a:p>
            <a:r>
              <a:rPr lang="en-US" altLang="zh-CN" sz="1300" b="1" dirty="0"/>
              <a:t>                  (OS_MSG_QTY) 0</a:t>
            </a:r>
            <a:r>
              <a:rPr lang="en-US" altLang="zh-CN" sz="1300" b="1" dirty="0" smtClean="0"/>
              <a:t>,</a:t>
            </a:r>
          </a:p>
          <a:p>
            <a:r>
              <a:rPr lang="da-DK" altLang="zh-CN" sz="1300" b="1" dirty="0" smtClean="0"/>
              <a:t>                  (</a:t>
            </a:r>
            <a:r>
              <a:rPr lang="da-DK" altLang="zh-CN" sz="1300" b="1" dirty="0"/>
              <a:t>OS_TICK) 0,</a:t>
            </a:r>
          </a:p>
          <a:p>
            <a:r>
              <a:rPr lang="da-DK" altLang="zh-CN" sz="1300" b="1" dirty="0"/>
              <a:t>                  (void *)0,</a:t>
            </a:r>
          </a:p>
          <a:p>
            <a:r>
              <a:rPr lang="da-DK" altLang="zh-CN" sz="1300" b="1" dirty="0"/>
              <a:t>                  (OS_OPT) (OS_OPT_TASK_STK_CHK|OS_OPT_TASK_STK_CLR),</a:t>
            </a:r>
          </a:p>
          <a:p>
            <a:r>
              <a:rPr lang="da-DK" altLang="zh-CN" sz="1300" b="1" dirty="0"/>
              <a:t>                  (OS_ERR *)&amp;err</a:t>
            </a:r>
            <a:r>
              <a:rPr lang="da-DK" altLang="zh-CN" sz="1300" b="1" dirty="0" smtClean="0"/>
              <a:t>);</a:t>
            </a:r>
            <a:endParaRPr lang="en-US" altLang="zh-CN" sz="1300" b="1" dirty="0"/>
          </a:p>
        </p:txBody>
      </p:sp>
    </p:spTree>
    <p:extLst>
      <p:ext uri="{BB962C8B-B14F-4D97-AF65-F5344CB8AC3E}">
        <p14:creationId xmlns:p14="http://schemas.microsoft.com/office/powerpoint/2010/main" val="16772495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57199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60489" cy="461665"/>
          </a:xfrm>
          <a:prstGeom prst="rect">
            <a:avLst/>
          </a:prstGeom>
        </p:spPr>
        <p:txBody>
          <a:bodyPr wrap="none">
            <a:spAutoFit/>
          </a:bodyPr>
          <a:lstStyle/>
          <a:p>
            <a:r>
              <a:rPr lang="en-US" altLang="zh-CN" sz="2400" b="1" dirty="0">
                <a:solidFill>
                  <a:schemeClr val="bg1"/>
                </a:solidFill>
              </a:rPr>
              <a:t>12.4.3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多任务应用实例</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p:cNvSpPr/>
          <p:nvPr/>
        </p:nvSpPr>
        <p:spPr>
          <a:xfrm>
            <a:off x="1295636" y="1059582"/>
            <a:ext cx="6552728" cy="35394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400" b="1" dirty="0"/>
              <a:t> </a:t>
            </a:r>
            <a:r>
              <a:rPr lang="en-US" altLang="zh-CN" sz="1600" b="1" dirty="0" err="1"/>
              <a:t>OSTaskCreate</a:t>
            </a:r>
            <a:r>
              <a:rPr lang="en-US" altLang="zh-CN" sz="1600" b="1" dirty="0"/>
              <a:t>((OS_TCB *) &amp;MyTask_LED2TCB,</a:t>
            </a:r>
            <a:endParaRPr lang="zh-CN" altLang="zh-CN" sz="1600" b="1" dirty="0"/>
          </a:p>
          <a:p>
            <a:r>
              <a:rPr lang="en-US" altLang="zh-CN" sz="1600" b="1" dirty="0"/>
              <a:t>                 (CPU_CHAR *) "LED2",</a:t>
            </a:r>
            <a:endParaRPr lang="zh-CN" altLang="zh-CN" sz="1600" b="1" dirty="0"/>
          </a:p>
          <a:p>
            <a:r>
              <a:rPr lang="en-US" altLang="zh-CN" sz="1600" b="1" dirty="0"/>
              <a:t>                 (OS_TASK_PTR)MyTask_LED2,</a:t>
            </a:r>
            <a:endParaRPr lang="zh-CN" altLang="zh-CN" sz="1600" b="1" dirty="0"/>
          </a:p>
          <a:p>
            <a:r>
              <a:rPr lang="en-US" altLang="zh-CN" sz="1600" b="1" dirty="0"/>
              <a:t>                 (void *) 0,</a:t>
            </a:r>
            <a:endParaRPr lang="zh-CN" altLang="zh-CN" sz="1600" b="1" dirty="0"/>
          </a:p>
          <a:p>
            <a:r>
              <a:rPr lang="en-US" altLang="zh-CN" sz="1600" b="1" dirty="0"/>
              <a:t>                 (OS_PRIO)MyTask_LED2_PRIO,</a:t>
            </a:r>
            <a:endParaRPr lang="zh-CN" altLang="zh-CN" sz="1600" b="1" dirty="0"/>
          </a:p>
          <a:p>
            <a:r>
              <a:rPr lang="en-US" altLang="zh-CN" sz="1600" b="1" dirty="0"/>
              <a:t>                 (CPU_STK *)&amp;TASK_LED2STK[0],</a:t>
            </a:r>
            <a:endParaRPr lang="zh-CN" altLang="zh-CN" sz="1600" b="1" dirty="0"/>
          </a:p>
          <a:p>
            <a:r>
              <a:rPr lang="en-US" altLang="zh-CN" sz="1600" b="1" dirty="0"/>
              <a:t>                 (CPU_STK_SIZE)MyTask_LED2_STK_SIZE/10,</a:t>
            </a:r>
            <a:endParaRPr lang="zh-CN" altLang="zh-CN" sz="1600" b="1" dirty="0"/>
          </a:p>
          <a:p>
            <a:r>
              <a:rPr lang="en-US" altLang="zh-CN" sz="1600" b="1" dirty="0"/>
              <a:t>                 (CPU_STK_SIZE)MyTask_LED2_STK_SIZE,</a:t>
            </a:r>
            <a:endParaRPr lang="zh-CN" altLang="zh-CN" sz="1600" b="1" dirty="0"/>
          </a:p>
          <a:p>
            <a:r>
              <a:rPr lang="en-US" altLang="zh-CN" sz="1600" b="1" dirty="0"/>
              <a:t>                 (OS_MSG_QTY) 0,</a:t>
            </a:r>
            <a:endParaRPr lang="zh-CN" altLang="zh-CN" sz="1600" b="1" dirty="0"/>
          </a:p>
          <a:p>
            <a:r>
              <a:rPr lang="en-US" altLang="zh-CN" sz="1600" b="1" dirty="0"/>
              <a:t>                 (OS_TICK ) 0,</a:t>
            </a:r>
            <a:endParaRPr lang="zh-CN" altLang="zh-CN" sz="1600" b="1" dirty="0"/>
          </a:p>
          <a:p>
            <a:r>
              <a:rPr lang="en-US" altLang="zh-CN" sz="1600" b="1" dirty="0"/>
              <a:t>                 (void *) 0,</a:t>
            </a:r>
            <a:endParaRPr lang="zh-CN" altLang="zh-CN" sz="1600" b="1" dirty="0"/>
          </a:p>
          <a:p>
            <a:r>
              <a:rPr lang="en-US" altLang="zh-CN" sz="1600" b="1" dirty="0"/>
              <a:t>                 (OS_OPT)(OS_OPT_TASK_STK_CLR|OS_OPT_TASK_STK_CHK),</a:t>
            </a:r>
            <a:endParaRPr lang="zh-CN" altLang="zh-CN" sz="1600" b="1" dirty="0"/>
          </a:p>
          <a:p>
            <a:r>
              <a:rPr lang="en-US" altLang="zh-CN" sz="1600" b="1" dirty="0"/>
              <a:t>                 (OS_ERR *) &amp;err);</a:t>
            </a:r>
            <a:endParaRPr lang="zh-CN" altLang="zh-CN" sz="1600" b="1" dirty="0"/>
          </a:p>
          <a:p>
            <a:r>
              <a:rPr lang="en-US" altLang="zh-CN" sz="1600" b="1" dirty="0"/>
              <a:t>}</a:t>
            </a:r>
            <a:endParaRPr lang="zh-CN" altLang="zh-CN" sz="1600" b="1" dirty="0"/>
          </a:p>
        </p:txBody>
      </p:sp>
    </p:spTree>
    <p:extLst>
      <p:ext uri="{BB962C8B-B14F-4D97-AF65-F5344CB8AC3E}">
        <p14:creationId xmlns:p14="http://schemas.microsoft.com/office/powerpoint/2010/main" val="240805249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57199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60489" cy="461665"/>
          </a:xfrm>
          <a:prstGeom prst="rect">
            <a:avLst/>
          </a:prstGeom>
        </p:spPr>
        <p:txBody>
          <a:bodyPr wrap="none">
            <a:spAutoFit/>
          </a:bodyPr>
          <a:lstStyle/>
          <a:p>
            <a:r>
              <a:rPr lang="en-US" altLang="zh-CN" sz="2400" b="1" dirty="0">
                <a:solidFill>
                  <a:schemeClr val="bg1"/>
                </a:solidFill>
              </a:rPr>
              <a:t>12.4.3 </a:t>
            </a:r>
            <a:r>
              <a:rPr lang="en-US" altLang="zh-CN" sz="2400" b="1" dirty="0" err="1">
                <a:solidFill>
                  <a:schemeClr val="bg1"/>
                </a:solidFill>
              </a:rPr>
              <a:t>uC</a:t>
            </a:r>
            <a:r>
              <a:rPr lang="en-US" altLang="zh-CN" sz="2400" b="1" dirty="0">
                <a:solidFill>
                  <a:schemeClr val="bg1"/>
                </a:solidFill>
              </a:rPr>
              <a:t>/OS-III</a:t>
            </a:r>
            <a:r>
              <a:rPr lang="zh-CN" altLang="en-US" sz="2400" b="1" dirty="0">
                <a:solidFill>
                  <a:schemeClr val="bg1"/>
                </a:solidFill>
              </a:rPr>
              <a:t>多任务应用实例</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p:cNvSpPr/>
          <p:nvPr/>
        </p:nvSpPr>
        <p:spPr>
          <a:xfrm>
            <a:off x="612043" y="987574"/>
            <a:ext cx="3923980" cy="389337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300" b="1" dirty="0"/>
              <a:t>/* </a:t>
            </a:r>
          </a:p>
          <a:p>
            <a:r>
              <a:rPr lang="en-US" altLang="zh-CN" sz="1300" b="1" dirty="0"/>
              <a:t>*</a:t>
            </a:r>
            <a:r>
              <a:rPr lang="zh-CN" altLang="en-US" sz="1300" b="1" dirty="0"/>
              <a:t>用户任务函数名：</a:t>
            </a:r>
            <a:r>
              <a:rPr lang="en-US" altLang="zh-CN" sz="1300" b="1" dirty="0"/>
              <a:t>MyTask_LED1  </a:t>
            </a:r>
          </a:p>
          <a:p>
            <a:r>
              <a:rPr lang="en-US" altLang="zh-CN" sz="1300" b="1" dirty="0"/>
              <a:t>*LED1</a:t>
            </a:r>
            <a:r>
              <a:rPr lang="zh-CN" altLang="en-US" sz="1300" b="1" dirty="0"/>
              <a:t>任务，优先级为</a:t>
            </a:r>
            <a:r>
              <a:rPr lang="en-US" altLang="zh-CN" sz="1300" b="1" dirty="0"/>
              <a:t>3</a:t>
            </a:r>
            <a:r>
              <a:rPr lang="zh-CN" altLang="en-US" sz="1300" b="1" dirty="0"/>
              <a:t>，以</a:t>
            </a:r>
            <a:r>
              <a:rPr lang="en-US" altLang="zh-CN" sz="1300" b="1" dirty="0"/>
              <a:t>100ms</a:t>
            </a:r>
            <a:r>
              <a:rPr lang="zh-CN" altLang="en-US" sz="1300" b="1" dirty="0"/>
              <a:t>间隔闪烁</a:t>
            </a:r>
          </a:p>
          <a:p>
            <a:r>
              <a:rPr lang="zh-CN" altLang="en-US" sz="1300" b="1" dirty="0"/>
              <a:t>*无输入、输出参数</a:t>
            </a:r>
          </a:p>
          <a:p>
            <a:r>
              <a:rPr lang="zh-CN" altLang="en-US" sz="1300" b="1" dirty="0"/>
              <a:t>*</a:t>
            </a:r>
            <a:r>
              <a:rPr lang="en-US" altLang="zh-CN" sz="1300" b="1" dirty="0"/>
              <a:t>/</a:t>
            </a:r>
          </a:p>
          <a:p>
            <a:r>
              <a:rPr lang="en-US" altLang="zh-CN" sz="1300" b="1" dirty="0"/>
              <a:t>static void MyTask_LED1(void *</a:t>
            </a:r>
            <a:r>
              <a:rPr lang="en-US" altLang="zh-CN" sz="1300" b="1" dirty="0" err="1"/>
              <a:t>p_arg</a:t>
            </a:r>
            <a:r>
              <a:rPr lang="en-US" altLang="zh-CN" sz="1300" b="1" dirty="0"/>
              <a:t>)</a:t>
            </a:r>
          </a:p>
          <a:p>
            <a:r>
              <a:rPr lang="en-US" altLang="zh-CN" sz="1300" b="1" dirty="0" smtClean="0"/>
              <a:t>{    </a:t>
            </a:r>
            <a:r>
              <a:rPr lang="en-US" altLang="zh-CN" sz="1300" b="1" dirty="0"/>
              <a:t>OS_ERR err;</a:t>
            </a:r>
          </a:p>
          <a:p>
            <a:r>
              <a:rPr lang="en-US" altLang="zh-CN" sz="1300" b="1" dirty="0"/>
              <a:t>    (void )</a:t>
            </a:r>
            <a:r>
              <a:rPr lang="en-US" altLang="zh-CN" sz="1300" b="1" dirty="0" err="1"/>
              <a:t>p_arg</a:t>
            </a:r>
            <a:r>
              <a:rPr lang="en-US" altLang="zh-CN" sz="1300" b="1" dirty="0"/>
              <a:t>;</a:t>
            </a:r>
          </a:p>
          <a:p>
            <a:r>
              <a:rPr lang="en-US" altLang="zh-CN" sz="1300" b="1" dirty="0"/>
              <a:t>    </a:t>
            </a:r>
            <a:r>
              <a:rPr lang="en-US" altLang="zh-CN" sz="1300" b="1" dirty="0" smtClean="0"/>
              <a:t>while(1</a:t>
            </a:r>
            <a:r>
              <a:rPr lang="en-US" altLang="zh-CN" sz="1300" b="1" dirty="0"/>
              <a:t>)</a:t>
            </a:r>
          </a:p>
          <a:p>
            <a:r>
              <a:rPr lang="en-US" altLang="zh-CN" sz="1300" b="1" dirty="0"/>
              <a:t>    </a:t>
            </a:r>
            <a:r>
              <a:rPr lang="en-US" altLang="zh-CN" sz="1300" b="1" dirty="0" smtClean="0"/>
              <a:t>{        </a:t>
            </a:r>
            <a:r>
              <a:rPr lang="en-US" altLang="zh-CN" sz="1300" b="1" dirty="0" err="1"/>
              <a:t>GPIO_SetBits</a:t>
            </a:r>
            <a:r>
              <a:rPr lang="en-US" altLang="zh-CN" sz="1300" b="1" dirty="0"/>
              <a:t>(GPIOB,GPIO_Pin_5);</a:t>
            </a:r>
          </a:p>
          <a:p>
            <a:r>
              <a:rPr lang="en-US" altLang="zh-CN" sz="1300" b="1" dirty="0"/>
              <a:t>        </a:t>
            </a:r>
            <a:r>
              <a:rPr lang="en-US" altLang="zh-CN" sz="1300" b="1" dirty="0" err="1"/>
              <a:t>OSTimeDlyHMSM</a:t>
            </a:r>
            <a:r>
              <a:rPr lang="en-US" altLang="zh-CN" sz="1300" b="1" dirty="0"/>
              <a:t>(0,0,0,100,OS_OPT_TIME_HMSM_STRICT,&amp;err);</a:t>
            </a:r>
          </a:p>
          <a:p>
            <a:r>
              <a:rPr lang="en-US" altLang="zh-CN" sz="1300" b="1" dirty="0"/>
              <a:t>        </a:t>
            </a:r>
            <a:r>
              <a:rPr lang="en-US" altLang="zh-CN" sz="1300" b="1" dirty="0" err="1"/>
              <a:t>GPIO_ResetBits</a:t>
            </a:r>
            <a:r>
              <a:rPr lang="en-US" altLang="zh-CN" sz="1300" b="1" dirty="0"/>
              <a:t>(GPIOB,GPIO_Pin_5);</a:t>
            </a:r>
          </a:p>
          <a:p>
            <a:r>
              <a:rPr lang="en-US" altLang="zh-CN" sz="1300" b="1" dirty="0"/>
              <a:t>        </a:t>
            </a:r>
            <a:r>
              <a:rPr lang="en-US" altLang="zh-CN" sz="1300" b="1" dirty="0" err="1"/>
              <a:t>OSTimeDlyHMSM</a:t>
            </a:r>
            <a:r>
              <a:rPr lang="en-US" altLang="zh-CN" sz="1300" b="1" dirty="0"/>
              <a:t>(0,0,0,100,OS_OPT_TIME_HMSM_STRICT,&amp;err);</a:t>
            </a:r>
          </a:p>
          <a:p>
            <a:r>
              <a:rPr lang="en-US" altLang="zh-CN" sz="1300" b="1" dirty="0"/>
              <a:t>    }</a:t>
            </a:r>
          </a:p>
          <a:p>
            <a:r>
              <a:rPr lang="en-US" altLang="zh-CN" sz="1300" b="1" dirty="0" smtClean="0"/>
              <a:t>}</a:t>
            </a:r>
            <a:endParaRPr lang="en-US" altLang="zh-CN" sz="1300" b="1" dirty="0"/>
          </a:p>
        </p:txBody>
      </p:sp>
      <p:sp>
        <p:nvSpPr>
          <p:cNvPr id="8" name="矩形 7"/>
          <p:cNvSpPr/>
          <p:nvPr/>
        </p:nvSpPr>
        <p:spPr>
          <a:xfrm>
            <a:off x="4752476" y="987574"/>
            <a:ext cx="3923980" cy="389337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300" b="1" dirty="0"/>
              <a:t>/* </a:t>
            </a:r>
          </a:p>
          <a:p>
            <a:r>
              <a:rPr lang="en-US" altLang="zh-CN" sz="1300" b="1" dirty="0"/>
              <a:t>*</a:t>
            </a:r>
            <a:r>
              <a:rPr lang="zh-CN" altLang="en-US" sz="1300" b="1" dirty="0"/>
              <a:t>用户任务函数名：</a:t>
            </a:r>
            <a:r>
              <a:rPr lang="en-US" altLang="zh-CN" sz="1300" b="1" dirty="0"/>
              <a:t>MyTask_LED2  </a:t>
            </a:r>
          </a:p>
          <a:p>
            <a:r>
              <a:rPr lang="en-US" altLang="zh-CN" sz="1300" b="1" dirty="0"/>
              <a:t>*LED2</a:t>
            </a:r>
            <a:r>
              <a:rPr lang="zh-CN" altLang="en-US" sz="1300" b="1" dirty="0"/>
              <a:t>任务，优先级为</a:t>
            </a:r>
            <a:r>
              <a:rPr lang="en-US" altLang="zh-CN" sz="1300" b="1" dirty="0"/>
              <a:t>3</a:t>
            </a:r>
            <a:r>
              <a:rPr lang="zh-CN" altLang="en-US" sz="1300" b="1" dirty="0"/>
              <a:t>，以</a:t>
            </a:r>
            <a:r>
              <a:rPr lang="en-US" altLang="zh-CN" sz="1300" b="1" dirty="0"/>
              <a:t>300ms</a:t>
            </a:r>
            <a:r>
              <a:rPr lang="zh-CN" altLang="en-US" sz="1300" b="1" dirty="0"/>
              <a:t>间隔闪烁</a:t>
            </a:r>
          </a:p>
          <a:p>
            <a:r>
              <a:rPr lang="zh-CN" altLang="en-US" sz="1300" b="1" dirty="0"/>
              <a:t>*无输入、输出参数</a:t>
            </a:r>
          </a:p>
          <a:p>
            <a:r>
              <a:rPr lang="zh-CN" altLang="en-US" sz="1300" b="1" dirty="0"/>
              <a:t>*</a:t>
            </a:r>
            <a:r>
              <a:rPr lang="en-US" altLang="zh-CN" sz="1300" b="1" dirty="0"/>
              <a:t>/</a:t>
            </a:r>
          </a:p>
          <a:p>
            <a:r>
              <a:rPr lang="en-US" altLang="zh-CN" sz="1300" b="1" dirty="0"/>
              <a:t>static void MyTask_LED2(void *</a:t>
            </a:r>
            <a:r>
              <a:rPr lang="en-US" altLang="zh-CN" sz="1300" b="1" dirty="0" err="1"/>
              <a:t>p_arg</a:t>
            </a:r>
            <a:r>
              <a:rPr lang="en-US" altLang="zh-CN" sz="1300" b="1" dirty="0"/>
              <a:t>)</a:t>
            </a:r>
          </a:p>
          <a:p>
            <a:r>
              <a:rPr lang="en-US" altLang="zh-CN" sz="1300" b="1" dirty="0" smtClean="0"/>
              <a:t>{   </a:t>
            </a:r>
            <a:r>
              <a:rPr lang="en-US" altLang="zh-CN" sz="1300" b="1" dirty="0"/>
              <a:t>OS_ERR err;</a:t>
            </a:r>
          </a:p>
          <a:p>
            <a:r>
              <a:rPr lang="en-US" altLang="zh-CN" sz="1300" b="1" dirty="0"/>
              <a:t>    (void )</a:t>
            </a:r>
            <a:r>
              <a:rPr lang="en-US" altLang="zh-CN" sz="1300" b="1" dirty="0" err="1"/>
              <a:t>p_arg</a:t>
            </a:r>
            <a:r>
              <a:rPr lang="en-US" altLang="zh-CN" sz="1300" b="1" dirty="0"/>
              <a:t>;</a:t>
            </a:r>
          </a:p>
          <a:p>
            <a:r>
              <a:rPr lang="en-US" altLang="zh-CN" sz="1300" b="1" dirty="0"/>
              <a:t>    </a:t>
            </a:r>
            <a:r>
              <a:rPr lang="en-US" altLang="zh-CN" sz="1300" b="1" dirty="0" smtClean="0"/>
              <a:t>while(1</a:t>
            </a:r>
            <a:r>
              <a:rPr lang="en-US" altLang="zh-CN" sz="1300" b="1" dirty="0"/>
              <a:t>)</a:t>
            </a:r>
          </a:p>
          <a:p>
            <a:r>
              <a:rPr lang="en-US" altLang="zh-CN" sz="1300" b="1" dirty="0"/>
              <a:t>    </a:t>
            </a:r>
            <a:r>
              <a:rPr lang="en-US" altLang="zh-CN" sz="1300" b="1" dirty="0" smtClean="0"/>
              <a:t>{      </a:t>
            </a:r>
            <a:r>
              <a:rPr lang="en-US" altLang="zh-CN" sz="1300" b="1" dirty="0" err="1"/>
              <a:t>GPIO_SetBits</a:t>
            </a:r>
            <a:r>
              <a:rPr lang="en-US" altLang="zh-CN" sz="1300" b="1" dirty="0"/>
              <a:t>(GPIOE,GPIO_Pin_5);</a:t>
            </a:r>
          </a:p>
          <a:p>
            <a:r>
              <a:rPr lang="en-US" altLang="zh-CN" sz="1300" b="1" dirty="0"/>
              <a:t>        </a:t>
            </a:r>
            <a:r>
              <a:rPr lang="en-US" altLang="zh-CN" sz="1300" b="1" dirty="0" err="1"/>
              <a:t>OSTimeDlyHMSM</a:t>
            </a:r>
            <a:r>
              <a:rPr lang="en-US" altLang="zh-CN" sz="1300" b="1" dirty="0"/>
              <a:t>(0,0,0,300,OS_OPT_TIME_HMSM_STRICT,&amp;err);</a:t>
            </a:r>
          </a:p>
          <a:p>
            <a:r>
              <a:rPr lang="en-US" altLang="zh-CN" sz="1300" b="1" dirty="0"/>
              <a:t>        </a:t>
            </a:r>
            <a:r>
              <a:rPr lang="en-US" altLang="zh-CN" sz="1300" b="1" dirty="0" err="1"/>
              <a:t>GPIO_ResetBits</a:t>
            </a:r>
            <a:r>
              <a:rPr lang="en-US" altLang="zh-CN" sz="1300" b="1" dirty="0"/>
              <a:t>(GPIOE,GPIO_Pin_5);</a:t>
            </a:r>
          </a:p>
          <a:p>
            <a:r>
              <a:rPr lang="en-US" altLang="zh-CN" sz="1300" b="1" dirty="0"/>
              <a:t>        </a:t>
            </a:r>
            <a:r>
              <a:rPr lang="en-US" altLang="zh-CN" sz="1300" b="1" dirty="0" err="1"/>
              <a:t>OSTimeDlyHMSM</a:t>
            </a:r>
            <a:r>
              <a:rPr lang="en-US" altLang="zh-CN" sz="1300" b="1" dirty="0"/>
              <a:t>(0,0,0,300,OS_OPT_TIME_HMSM_STRICT,&amp;err);</a:t>
            </a:r>
          </a:p>
          <a:p>
            <a:r>
              <a:rPr lang="en-US" altLang="zh-CN" sz="1300" b="1" dirty="0"/>
              <a:t>    }</a:t>
            </a:r>
          </a:p>
          <a:p>
            <a:r>
              <a:rPr lang="en-US" altLang="zh-CN" sz="1300" b="1" dirty="0"/>
              <a:t>}</a:t>
            </a:r>
          </a:p>
        </p:txBody>
      </p:sp>
    </p:spTree>
    <p:extLst>
      <p:ext uri="{BB962C8B-B14F-4D97-AF65-F5344CB8AC3E}">
        <p14:creationId xmlns:p14="http://schemas.microsoft.com/office/powerpoint/2010/main" val="365865037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矩形 8"/>
          <p:cNvSpPr/>
          <p:nvPr/>
        </p:nvSpPr>
        <p:spPr>
          <a:xfrm>
            <a:off x="1" y="339503"/>
            <a:ext cx="16196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0" name="矩形 9"/>
          <p:cNvSpPr/>
          <p:nvPr/>
        </p:nvSpPr>
        <p:spPr>
          <a:xfrm>
            <a:off x="35498" y="339503"/>
            <a:ext cx="1510598" cy="461665"/>
          </a:xfrm>
          <a:prstGeom prst="rect">
            <a:avLst/>
          </a:prstGeom>
        </p:spPr>
        <p:txBody>
          <a:bodyPr wrap="square">
            <a:spAutoFit/>
          </a:bodyPr>
          <a:lstStyle/>
          <a:p>
            <a:r>
              <a:rPr lang="zh-CN" altLang="en-US" sz="2400" b="1" dirty="0" smtClean="0">
                <a:solidFill>
                  <a:schemeClr val="bg1"/>
                </a:solidFill>
                <a:latin typeface="黑体" pitchFamily="49" charset="-122"/>
                <a:ea typeface="黑体" pitchFamily="49" charset="-122"/>
              </a:rPr>
              <a:t>本章小结</a:t>
            </a:r>
          </a:p>
        </p:txBody>
      </p:sp>
      <p:graphicFrame>
        <p:nvGraphicFramePr>
          <p:cNvPr id="3" name="图示 2"/>
          <p:cNvGraphicFramePr/>
          <p:nvPr>
            <p:extLst>
              <p:ext uri="{D42A27DB-BD31-4B8C-83A1-F6EECF244321}">
                <p14:modId xmlns:p14="http://schemas.microsoft.com/office/powerpoint/2010/main" val="3485945802"/>
              </p:ext>
            </p:extLst>
          </p:nvPr>
        </p:nvGraphicFramePr>
        <p:xfrm>
          <a:off x="790797" y="915566"/>
          <a:ext cx="7997734"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8418626"/>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779662"/>
            <a:ext cx="284380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7" name="矩形 6"/>
          <p:cNvSpPr/>
          <p:nvPr/>
        </p:nvSpPr>
        <p:spPr>
          <a:xfrm>
            <a:off x="2915816" y="123478"/>
            <a:ext cx="5148064"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880320" y="1923678"/>
            <a:ext cx="5148064" cy="1015663"/>
          </a:xfrm>
          <a:prstGeom prst="rect">
            <a:avLst/>
          </a:prstGeom>
          <a:solidFill>
            <a:schemeClr val="bg1"/>
          </a:solidFill>
        </p:spPr>
        <p:txBody>
          <a:bodyPr wrap="square">
            <a:spAutoFit/>
          </a:bodyPr>
          <a:lstStyle/>
          <a:p>
            <a:pPr algn="ctr"/>
            <a:r>
              <a:rPr lang="en-US" altLang="zh-CN" sz="6000" b="1" dirty="0" smtClean="0">
                <a:solidFill>
                  <a:schemeClr val="accent1">
                    <a:lumMod val="75000"/>
                  </a:schemeClr>
                </a:solidFill>
                <a:latin typeface="华文隶书" pitchFamily="2" charset="-122"/>
                <a:ea typeface="华文隶书" pitchFamily="2" charset="-122"/>
              </a:rPr>
              <a:t>T</a:t>
            </a:r>
            <a:r>
              <a:rPr lang="en-GB" altLang="zh-CN" sz="6000" b="1" dirty="0" smtClean="0">
                <a:solidFill>
                  <a:schemeClr val="accent1">
                    <a:lumMod val="75000"/>
                  </a:schemeClr>
                </a:solidFill>
                <a:latin typeface="华文隶书" pitchFamily="2" charset="-122"/>
                <a:ea typeface="华文隶书" pitchFamily="2" charset="-122"/>
              </a:rPr>
              <a:t>he     End!</a:t>
            </a:r>
            <a:endParaRPr lang="zh-CN" altLang="zh-CN" sz="6000" b="1" dirty="0">
              <a:solidFill>
                <a:schemeClr val="accent1">
                  <a:lumMod val="75000"/>
                </a:schemeClr>
              </a:solidFill>
              <a:latin typeface="华文隶书" pitchFamily="2" charset="-122"/>
              <a:ea typeface="华文隶书" pitchFamily="2" charset="-122"/>
            </a:endParaRPr>
          </a:p>
        </p:txBody>
      </p:sp>
      <p:sp>
        <p:nvSpPr>
          <p:cNvPr id="10" name="矩形 9"/>
          <p:cNvSpPr/>
          <p:nvPr/>
        </p:nvSpPr>
        <p:spPr>
          <a:xfrm>
            <a:off x="7991872" y="1779662"/>
            <a:ext cx="115212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菱形 12"/>
          <p:cNvSpPr/>
          <p:nvPr/>
        </p:nvSpPr>
        <p:spPr>
          <a:xfrm>
            <a:off x="7812360" y="4155926"/>
            <a:ext cx="936104" cy="581892"/>
          </a:xfrm>
          <a:prstGeom prst="diamond">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7344308" y="4136372"/>
            <a:ext cx="936104" cy="58189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新月形 5"/>
          <p:cNvSpPr/>
          <p:nvPr/>
        </p:nvSpPr>
        <p:spPr>
          <a:xfrm rot="5400000">
            <a:off x="3908409" y="1003093"/>
            <a:ext cx="576063" cy="2129201"/>
          </a:xfrm>
          <a:prstGeom prst="moon">
            <a:avLst>
              <a:gd name="adj" fmla="val 1436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新月形 11"/>
          <p:cNvSpPr/>
          <p:nvPr/>
        </p:nvSpPr>
        <p:spPr>
          <a:xfrm rot="16200000">
            <a:off x="6081017" y="1669836"/>
            <a:ext cx="613404" cy="2129201"/>
          </a:xfrm>
          <a:prstGeom prst="moon">
            <a:avLst>
              <a:gd name="adj" fmla="val 1436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十字箭头标注 14"/>
          <p:cNvSpPr/>
          <p:nvPr/>
        </p:nvSpPr>
        <p:spPr>
          <a:xfrm>
            <a:off x="395536" y="339502"/>
            <a:ext cx="1296144" cy="720080"/>
          </a:xfrm>
          <a:prstGeom prst="quadArrowCallou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GB" altLang="zh-CN" sz="1200" b="1" dirty="0" smtClean="0"/>
              <a:t>STM32</a:t>
            </a:r>
            <a:endParaRPr lang="zh-CN" altLang="en-US" sz="1200" b="1" dirty="0"/>
          </a:p>
        </p:txBody>
      </p:sp>
    </p:spTree>
    <p:extLst>
      <p:ext uri="{BB962C8B-B14F-4D97-AF65-F5344CB8AC3E}">
        <p14:creationId xmlns:p14="http://schemas.microsoft.com/office/powerpoint/2010/main" val="32475077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defRPr sz="1600" b="1" dirty="0" smtClean="0"/>
        </a:defPPr>
      </a:lstStyle>
      <a:style>
        <a:lnRef idx="0">
          <a:schemeClr val="accent5"/>
        </a:lnRef>
        <a:fillRef idx="3">
          <a:schemeClr val="accent5"/>
        </a:fillRef>
        <a:effectRef idx="3">
          <a:schemeClr val="accent5"/>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5949</TotalTime>
  <Words>9123</Words>
  <Application>Microsoft Office PowerPoint</Application>
  <PresentationFormat>全屏显示(16:9)</PresentationFormat>
  <Paragraphs>1165</Paragraphs>
  <Slides>101</Slides>
  <Notes>44</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101</vt:i4>
      </vt:variant>
    </vt:vector>
  </HeadingPairs>
  <TitlesOfParts>
    <vt:vector size="103" baseType="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mf</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马锋</dc:creator>
  <cp:lastModifiedBy>马锋</cp:lastModifiedBy>
  <cp:revision>632</cp:revision>
  <dcterms:created xsi:type="dcterms:W3CDTF">2019-08-08T08:45:05Z</dcterms:created>
  <dcterms:modified xsi:type="dcterms:W3CDTF">2020-06-16T12:26:48Z</dcterms:modified>
</cp:coreProperties>
</file>