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57" r:id="rId2"/>
    <p:sldId id="259" r:id="rId3"/>
    <p:sldId id="300" r:id="rId4"/>
    <p:sldId id="260" r:id="rId5"/>
    <p:sldId id="334" r:id="rId6"/>
    <p:sldId id="337" r:id="rId7"/>
    <p:sldId id="261" r:id="rId8"/>
    <p:sldId id="262" r:id="rId9"/>
    <p:sldId id="339" r:id="rId10"/>
    <p:sldId id="340" r:id="rId11"/>
    <p:sldId id="263" r:id="rId12"/>
    <p:sldId id="341" r:id="rId13"/>
    <p:sldId id="342" r:id="rId14"/>
    <p:sldId id="343" r:id="rId15"/>
    <p:sldId id="264" r:id="rId16"/>
    <p:sldId id="344" r:id="rId17"/>
    <p:sldId id="345" r:id="rId18"/>
    <p:sldId id="346" r:id="rId19"/>
    <p:sldId id="347" r:id="rId20"/>
    <p:sldId id="348" r:id="rId21"/>
    <p:sldId id="349" r:id="rId22"/>
    <p:sldId id="350" r:id="rId23"/>
    <p:sldId id="265" r:id="rId24"/>
    <p:sldId id="351" r:id="rId25"/>
    <p:sldId id="352" r:id="rId26"/>
    <p:sldId id="353" r:id="rId27"/>
    <p:sldId id="354" r:id="rId28"/>
    <p:sldId id="355" r:id="rId29"/>
    <p:sldId id="356" r:id="rId30"/>
    <p:sldId id="357" r:id="rId31"/>
    <p:sldId id="266" r:id="rId32"/>
    <p:sldId id="358" r:id="rId33"/>
    <p:sldId id="359" r:id="rId34"/>
    <p:sldId id="360" r:id="rId35"/>
    <p:sldId id="362" r:id="rId36"/>
    <p:sldId id="363" r:id="rId37"/>
    <p:sldId id="364" r:id="rId38"/>
    <p:sldId id="367" r:id="rId39"/>
    <p:sldId id="365" r:id="rId40"/>
    <p:sldId id="366" r:id="rId41"/>
    <p:sldId id="368" r:id="rId42"/>
    <p:sldId id="369" r:id="rId43"/>
    <p:sldId id="370" r:id="rId44"/>
    <p:sldId id="371" r:id="rId45"/>
    <p:sldId id="372" r:id="rId46"/>
    <p:sldId id="377" r:id="rId47"/>
    <p:sldId id="378" r:id="rId48"/>
    <p:sldId id="308" r:id="rId49"/>
    <p:sldId id="310" r:id="rId50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8583"/>
    <a:srgbClr val="FFFFCC"/>
    <a:srgbClr val="CD7371"/>
    <a:srgbClr val="FF00FF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中度样式 3 - 强调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深色样式 1 - 强调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27F97BB-C833-4FB7-BDE5-3F7075034690}" styleName="主题样式 2 - 强调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856" autoAdjust="0"/>
  </p:normalViewPr>
  <p:slideViewPr>
    <p:cSldViewPr>
      <p:cViewPr varScale="1">
        <p:scale>
          <a:sx n="71" d="100"/>
          <a:sy n="71" d="100"/>
        </p:scale>
        <p:origin x="-102" y="-1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ata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jpeg"/></Relationships>
</file>

<file path=ppt/diagrams/_rels/data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jpe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jpeg"/></Relationships>
</file>

<file path=ppt/diagrams/_rels/drawing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6CF03A-A09B-4020-8CA3-90228726561B}" type="doc">
      <dgm:prSet loTypeId="urn:microsoft.com/office/officeart/2005/8/layout/h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93D40E86-BB79-493F-A85C-A10B62372843}">
      <dgm:prSet custT="1"/>
      <dgm:spPr/>
      <dgm:t>
        <a:bodyPr/>
        <a:lstStyle/>
        <a:p>
          <a:pPr rtl="0"/>
          <a:r>
            <a:rPr lang="en-US" altLang="zh-CN" sz="2000" b="1" dirty="0" smtClean="0"/>
            <a:t>DMA</a:t>
          </a:r>
          <a:r>
            <a:rPr lang="zh-CN" altLang="en-US" sz="2000" b="1" dirty="0" smtClean="0"/>
            <a:t>请求</a:t>
          </a:r>
          <a:endParaRPr lang="zh-CN" altLang="en-US" sz="2000" b="1" dirty="0"/>
        </a:p>
      </dgm:t>
    </dgm:pt>
    <dgm:pt modelId="{2A07C2EA-0AC0-45C0-B374-696D79DF7128}" type="parTrans" cxnId="{0D112951-556A-4E68-B87D-29C804B45D84}">
      <dgm:prSet/>
      <dgm:spPr/>
      <dgm:t>
        <a:bodyPr/>
        <a:lstStyle/>
        <a:p>
          <a:endParaRPr lang="zh-CN" altLang="en-US" sz="4000" b="1"/>
        </a:p>
      </dgm:t>
    </dgm:pt>
    <dgm:pt modelId="{6927A1AB-184B-469F-8C53-046BFB38C4A8}" type="sibTrans" cxnId="{0D112951-556A-4E68-B87D-29C804B45D84}">
      <dgm:prSet/>
      <dgm:spPr/>
      <dgm:t>
        <a:bodyPr/>
        <a:lstStyle/>
        <a:p>
          <a:endParaRPr lang="zh-CN" altLang="en-US" sz="4000" b="1"/>
        </a:p>
      </dgm:t>
    </dgm:pt>
    <dgm:pt modelId="{8EA85C5E-A8D6-470F-A913-6974BDCDCF47}">
      <dgm:prSet custT="1"/>
      <dgm:spPr/>
      <dgm:t>
        <a:bodyPr/>
        <a:lstStyle/>
        <a:p>
          <a:pPr rtl="0">
            <a:lnSpc>
              <a:spcPct val="125000"/>
            </a:lnSpc>
          </a:pPr>
          <a:r>
            <a:rPr lang="zh-CN" altLang="en-US" sz="1600" b="1" dirty="0" smtClean="0"/>
            <a:t>对</a:t>
          </a:r>
          <a:r>
            <a:rPr lang="en-US" altLang="zh-CN" sz="1600" b="1" dirty="0" smtClean="0"/>
            <a:t>DMA</a:t>
          </a:r>
          <a:r>
            <a:rPr lang="zh-CN" altLang="en-US" sz="1600" b="1" dirty="0" smtClean="0"/>
            <a:t>进行初始化，</a:t>
          </a:r>
          <a:r>
            <a:rPr lang="en-US" altLang="zh-CN" sz="1600" b="1" dirty="0" smtClean="0"/>
            <a:t>I/O</a:t>
          </a:r>
          <a:r>
            <a:rPr lang="zh-CN" altLang="en-US" sz="1600" b="1" dirty="0" smtClean="0"/>
            <a:t>设备准备好后，向</a:t>
          </a:r>
          <a:r>
            <a:rPr lang="en-US" altLang="zh-CN" sz="1600" b="1" dirty="0" smtClean="0"/>
            <a:t>DMA</a:t>
          </a:r>
          <a:r>
            <a:rPr lang="zh-CN" altLang="en-US" sz="1600" b="1" dirty="0" smtClean="0"/>
            <a:t>控制器发出</a:t>
          </a:r>
          <a:r>
            <a:rPr lang="en-US" altLang="zh-CN" sz="1600" b="1" dirty="0" smtClean="0"/>
            <a:t>DMA</a:t>
          </a:r>
          <a:r>
            <a:rPr lang="zh-CN" altLang="en-US" sz="1600" b="1" dirty="0" smtClean="0"/>
            <a:t>请求。</a:t>
          </a:r>
          <a:endParaRPr lang="zh-CN" sz="1600" b="1" dirty="0"/>
        </a:p>
      </dgm:t>
    </dgm:pt>
    <dgm:pt modelId="{A1691CB7-F69D-4C85-B80D-1A560036D724}" type="parTrans" cxnId="{C59F855A-5AF8-47A2-9C91-23DE8B7F73A6}">
      <dgm:prSet/>
      <dgm:spPr/>
      <dgm:t>
        <a:bodyPr/>
        <a:lstStyle/>
        <a:p>
          <a:endParaRPr lang="zh-CN" altLang="en-US" sz="4000" b="1"/>
        </a:p>
      </dgm:t>
    </dgm:pt>
    <dgm:pt modelId="{1EB755AF-FA2B-4617-9C0A-EDC2EAECA558}" type="sibTrans" cxnId="{C59F855A-5AF8-47A2-9C91-23DE8B7F73A6}">
      <dgm:prSet/>
      <dgm:spPr/>
      <dgm:t>
        <a:bodyPr/>
        <a:lstStyle/>
        <a:p>
          <a:endParaRPr lang="zh-CN" altLang="en-US" sz="4000" b="1"/>
        </a:p>
      </dgm:t>
    </dgm:pt>
    <dgm:pt modelId="{C418A107-61C3-4714-A574-F7EDE76683B4}">
      <dgm:prSet custT="1"/>
      <dgm:spPr/>
      <dgm:t>
        <a:bodyPr/>
        <a:lstStyle/>
        <a:p>
          <a:pPr rtl="0"/>
          <a:r>
            <a:rPr lang="en-US" altLang="zh-CN" sz="2000" b="1" dirty="0" smtClean="0"/>
            <a:t>DMA</a:t>
          </a:r>
          <a:r>
            <a:rPr lang="zh-CN" altLang="en-US" sz="2000" b="1" dirty="0" smtClean="0"/>
            <a:t>响应</a:t>
          </a:r>
          <a:endParaRPr lang="zh-CN" altLang="en-US" sz="2000" b="1" dirty="0"/>
        </a:p>
      </dgm:t>
    </dgm:pt>
    <dgm:pt modelId="{8A48FE8A-D0F3-4694-B81F-C5EE0A55D5B4}" type="parTrans" cxnId="{2671D2C9-99F3-44F0-A990-1680B4FE7213}">
      <dgm:prSet/>
      <dgm:spPr/>
      <dgm:t>
        <a:bodyPr/>
        <a:lstStyle/>
        <a:p>
          <a:endParaRPr lang="zh-CN" altLang="en-US" sz="4000" b="1"/>
        </a:p>
      </dgm:t>
    </dgm:pt>
    <dgm:pt modelId="{B095903A-B981-4B29-A0E9-C76728C8EF89}" type="sibTrans" cxnId="{2671D2C9-99F3-44F0-A990-1680B4FE7213}">
      <dgm:prSet/>
      <dgm:spPr/>
      <dgm:t>
        <a:bodyPr/>
        <a:lstStyle/>
        <a:p>
          <a:endParaRPr lang="zh-CN" altLang="en-US" sz="4000" b="1"/>
        </a:p>
      </dgm:t>
    </dgm:pt>
    <dgm:pt modelId="{0572802A-3215-433D-8EA8-DA9A32963592}">
      <dgm:prSet custT="1"/>
      <dgm:spPr/>
      <dgm:t>
        <a:bodyPr/>
        <a:lstStyle/>
        <a:p>
          <a:pPr rtl="0">
            <a:lnSpc>
              <a:spcPct val="100000"/>
            </a:lnSpc>
          </a:pPr>
          <a:r>
            <a:rPr lang="en-US" altLang="zh-CN" sz="1600" b="1" dirty="0" smtClean="0"/>
            <a:t>DMA</a:t>
          </a:r>
          <a:r>
            <a:rPr lang="zh-CN" altLang="en-US" sz="1600" b="1" dirty="0" smtClean="0"/>
            <a:t>控制器对</a:t>
          </a:r>
          <a:r>
            <a:rPr lang="en-US" altLang="zh-CN" sz="1600" b="1" dirty="0" smtClean="0"/>
            <a:t>DMA</a:t>
          </a:r>
          <a:r>
            <a:rPr lang="zh-CN" altLang="en-US" sz="1600" b="1" dirty="0" smtClean="0"/>
            <a:t>请求进行优先级判别，向</a:t>
          </a:r>
          <a:r>
            <a:rPr lang="en-US" altLang="zh-CN" sz="1600" b="1" dirty="0" smtClean="0"/>
            <a:t>CPU</a:t>
          </a:r>
          <a:r>
            <a:rPr lang="zh-CN" altLang="en-US" sz="1600" b="1" dirty="0" smtClean="0"/>
            <a:t>发出总线请求信号。</a:t>
          </a:r>
          <a:r>
            <a:rPr lang="en-US" altLang="zh-CN" sz="1600" b="1" dirty="0" smtClean="0"/>
            <a:t>CPU</a:t>
          </a:r>
          <a:r>
            <a:rPr lang="zh-CN" altLang="en-US" sz="1600" b="1" dirty="0" smtClean="0"/>
            <a:t>响应总线请求，当</a:t>
          </a:r>
          <a:r>
            <a:rPr lang="en-US" altLang="zh-CN" sz="1600" b="1" dirty="0" smtClean="0"/>
            <a:t>CPU</a:t>
          </a:r>
          <a:r>
            <a:rPr lang="zh-CN" altLang="en-US" sz="1600" b="1" dirty="0" smtClean="0"/>
            <a:t>执行完当前总线周期就将总线控制权交给</a:t>
          </a:r>
          <a:r>
            <a:rPr lang="en-US" altLang="zh-CN" sz="1600" b="1" dirty="0" smtClean="0"/>
            <a:t>DMA</a:t>
          </a:r>
          <a:r>
            <a:rPr lang="zh-CN" altLang="en-US" sz="1600" b="1" dirty="0" smtClean="0"/>
            <a:t>控制器，完成</a:t>
          </a:r>
          <a:r>
            <a:rPr lang="en-US" altLang="zh-CN" sz="1600" b="1" dirty="0" smtClean="0"/>
            <a:t>DMA</a:t>
          </a:r>
          <a:r>
            <a:rPr lang="zh-CN" altLang="en-US" sz="1600" b="1" dirty="0" smtClean="0"/>
            <a:t>响应。</a:t>
          </a:r>
          <a:endParaRPr lang="zh-CN" sz="1600" b="1" dirty="0"/>
        </a:p>
      </dgm:t>
    </dgm:pt>
    <dgm:pt modelId="{C6199BD1-990A-4B5C-AF89-45FDC9EC89BF}" type="parTrans" cxnId="{47DDB047-B8C9-46C0-A6F6-BDBE44485D4F}">
      <dgm:prSet/>
      <dgm:spPr/>
      <dgm:t>
        <a:bodyPr/>
        <a:lstStyle/>
        <a:p>
          <a:endParaRPr lang="zh-CN" altLang="en-US" sz="4000" b="1"/>
        </a:p>
      </dgm:t>
    </dgm:pt>
    <dgm:pt modelId="{2587B59D-8E3D-4B52-9EE8-505100F1A966}" type="sibTrans" cxnId="{47DDB047-B8C9-46C0-A6F6-BDBE44485D4F}">
      <dgm:prSet/>
      <dgm:spPr/>
      <dgm:t>
        <a:bodyPr/>
        <a:lstStyle/>
        <a:p>
          <a:endParaRPr lang="zh-CN" altLang="en-US" sz="4000" b="1"/>
        </a:p>
      </dgm:t>
    </dgm:pt>
    <dgm:pt modelId="{3054D8F1-E38D-41B9-A7BB-56BE139151CC}">
      <dgm:prSet custT="1"/>
      <dgm:spPr/>
      <dgm:t>
        <a:bodyPr/>
        <a:lstStyle/>
        <a:p>
          <a:pPr rtl="0">
            <a:lnSpc>
              <a:spcPct val="120000"/>
            </a:lnSpc>
          </a:pPr>
          <a:r>
            <a:rPr lang="en-US" altLang="zh-CN" sz="1600" b="1" dirty="0" smtClean="0"/>
            <a:t>DMA</a:t>
          </a:r>
          <a:r>
            <a:rPr lang="zh-CN" altLang="en-US" sz="1600" b="1" dirty="0" smtClean="0"/>
            <a:t>控制器获得总线控制权后，外设经硬件信号请求</a:t>
          </a:r>
          <a:r>
            <a:rPr lang="en-US" altLang="zh-CN" sz="1600" b="1" dirty="0" smtClean="0"/>
            <a:t>DMA</a:t>
          </a:r>
          <a:r>
            <a:rPr lang="zh-CN" altLang="en-US" sz="1600" b="1" dirty="0" smtClean="0"/>
            <a:t>传输或通过软件启动</a:t>
          </a:r>
          <a:r>
            <a:rPr lang="en-US" altLang="zh-CN" sz="1600" b="1" dirty="0" smtClean="0"/>
            <a:t>DMA</a:t>
          </a:r>
          <a:r>
            <a:rPr lang="zh-CN" altLang="en-US" sz="1600" b="1" dirty="0" smtClean="0"/>
            <a:t>请求，按配置好的相关参数，</a:t>
          </a:r>
          <a:r>
            <a:rPr lang="en-US" altLang="zh-CN" sz="1600" b="1" dirty="0" smtClean="0"/>
            <a:t>DMA</a:t>
          </a:r>
          <a:r>
            <a:rPr lang="zh-CN" altLang="en-US" sz="1600" b="1" dirty="0" smtClean="0"/>
            <a:t>控制器发出读写命令，开始进行数据传送。</a:t>
          </a:r>
          <a:endParaRPr lang="zh-CN" sz="1600" b="1" dirty="0"/>
        </a:p>
      </dgm:t>
    </dgm:pt>
    <dgm:pt modelId="{48C94C59-51AA-48FE-968D-D508336C3729}" type="parTrans" cxnId="{707B521D-9287-4DC9-AA7A-7909B87E8857}">
      <dgm:prSet/>
      <dgm:spPr/>
      <dgm:t>
        <a:bodyPr/>
        <a:lstStyle/>
        <a:p>
          <a:endParaRPr lang="zh-CN" altLang="en-US" sz="4000" b="1"/>
        </a:p>
      </dgm:t>
    </dgm:pt>
    <dgm:pt modelId="{0EB95326-0561-4A67-BBCA-84E7E97A0189}" type="sibTrans" cxnId="{707B521D-9287-4DC9-AA7A-7909B87E8857}">
      <dgm:prSet/>
      <dgm:spPr/>
      <dgm:t>
        <a:bodyPr/>
        <a:lstStyle/>
        <a:p>
          <a:endParaRPr lang="zh-CN" altLang="en-US" sz="4000" b="1"/>
        </a:p>
      </dgm:t>
    </dgm:pt>
    <dgm:pt modelId="{6016F531-BE6D-4FF1-BBC6-2E315533750D}">
      <dgm:prSet custT="1"/>
      <dgm:spPr/>
      <dgm:t>
        <a:bodyPr/>
        <a:lstStyle/>
        <a:p>
          <a:pPr rtl="0"/>
          <a:r>
            <a:rPr lang="en-US" altLang="zh-CN" sz="2000" b="1" dirty="0" smtClean="0"/>
            <a:t>DMA</a:t>
          </a:r>
          <a:r>
            <a:rPr lang="zh-CN" altLang="en-US" sz="2000" b="1" dirty="0" smtClean="0"/>
            <a:t>传输</a:t>
          </a:r>
          <a:endParaRPr lang="zh-CN" altLang="en-US" sz="2000" b="1" dirty="0"/>
        </a:p>
      </dgm:t>
    </dgm:pt>
    <dgm:pt modelId="{70241CF3-B70F-41D9-81D7-8FAD94D8D0A2}" type="parTrans" cxnId="{3695D9DD-39C7-427F-8440-454A9E31023C}">
      <dgm:prSet/>
      <dgm:spPr/>
      <dgm:t>
        <a:bodyPr/>
        <a:lstStyle/>
        <a:p>
          <a:endParaRPr lang="zh-CN" altLang="en-US" sz="4000" b="1"/>
        </a:p>
      </dgm:t>
    </dgm:pt>
    <dgm:pt modelId="{C7D00921-9D73-413B-8734-EE0FBB804A9C}" type="sibTrans" cxnId="{3695D9DD-39C7-427F-8440-454A9E31023C}">
      <dgm:prSet/>
      <dgm:spPr/>
      <dgm:t>
        <a:bodyPr/>
        <a:lstStyle/>
        <a:p>
          <a:endParaRPr lang="zh-CN" altLang="en-US" sz="4000" b="1"/>
        </a:p>
      </dgm:t>
    </dgm:pt>
    <dgm:pt modelId="{F2D9B4C0-8D8D-46F1-8847-F20D26049C01}">
      <dgm:prSet custT="1"/>
      <dgm:spPr/>
      <dgm:t>
        <a:bodyPr/>
        <a:lstStyle/>
        <a:p>
          <a:pPr rtl="0"/>
          <a:r>
            <a:rPr lang="en-US" altLang="zh-CN" sz="2000" b="1" dirty="0" smtClean="0"/>
            <a:t>DMA</a:t>
          </a:r>
          <a:r>
            <a:rPr lang="zh-CN" altLang="en-US" sz="2000" b="1" dirty="0" smtClean="0"/>
            <a:t>结束</a:t>
          </a:r>
          <a:endParaRPr lang="zh-CN" altLang="en-US" sz="2000" b="1" dirty="0"/>
        </a:p>
      </dgm:t>
    </dgm:pt>
    <dgm:pt modelId="{399097E4-4539-4E67-B0A2-74E04E73F5A2}" type="parTrans" cxnId="{E07CBE25-9468-4734-BBAC-8F53C56E1890}">
      <dgm:prSet/>
      <dgm:spPr/>
      <dgm:t>
        <a:bodyPr/>
        <a:lstStyle/>
        <a:p>
          <a:endParaRPr lang="zh-CN" altLang="en-US" sz="1600"/>
        </a:p>
      </dgm:t>
    </dgm:pt>
    <dgm:pt modelId="{2D345CAF-E9A0-4C89-9C7A-4C6F74E4C136}" type="sibTrans" cxnId="{E07CBE25-9468-4734-BBAC-8F53C56E1890}">
      <dgm:prSet/>
      <dgm:spPr/>
      <dgm:t>
        <a:bodyPr/>
        <a:lstStyle/>
        <a:p>
          <a:endParaRPr lang="zh-CN" altLang="en-US" sz="1600"/>
        </a:p>
      </dgm:t>
    </dgm:pt>
    <dgm:pt modelId="{8ABFFB0D-DC8C-4EB9-9697-9D389C2E9AE0}">
      <dgm:prSet custT="1"/>
      <dgm:spPr/>
      <dgm:t>
        <a:bodyPr/>
        <a:lstStyle/>
        <a:p>
          <a:pPr rtl="0">
            <a:lnSpc>
              <a:spcPct val="125000"/>
            </a:lnSpc>
          </a:pPr>
          <a:r>
            <a:rPr lang="en-US" altLang="zh-CN" sz="1600" b="1" dirty="0" smtClean="0"/>
            <a:t>DMA</a:t>
          </a:r>
          <a:r>
            <a:rPr lang="zh-CN" altLang="en-US" sz="1600" b="1" dirty="0" smtClean="0"/>
            <a:t>控制器对传输的数据进行计数，判断数据是否传输完成，当传输完成，</a:t>
          </a:r>
          <a:r>
            <a:rPr lang="en-US" altLang="zh-CN" sz="1600" b="1" dirty="0" smtClean="0"/>
            <a:t>DMA</a:t>
          </a:r>
          <a:r>
            <a:rPr lang="zh-CN" altLang="en-US" sz="1600" b="1" dirty="0" smtClean="0"/>
            <a:t>控制器将总线控制权交还给</a:t>
          </a:r>
          <a:r>
            <a:rPr lang="en-US" altLang="zh-CN" sz="1600" b="1" dirty="0" smtClean="0"/>
            <a:t>CPU</a:t>
          </a:r>
          <a:r>
            <a:rPr lang="zh-CN" altLang="en-US" sz="1600" b="1" dirty="0" smtClean="0"/>
            <a:t>，并向</a:t>
          </a:r>
          <a:r>
            <a:rPr lang="en-US" altLang="zh-CN" sz="1600" b="1" dirty="0" smtClean="0"/>
            <a:t>I/O</a:t>
          </a:r>
          <a:r>
            <a:rPr lang="zh-CN" altLang="en-US" sz="1600" b="1" dirty="0" smtClean="0"/>
            <a:t>设备发出结束信号。</a:t>
          </a:r>
          <a:endParaRPr lang="zh-CN" altLang="en-US" sz="1600" b="1" dirty="0"/>
        </a:p>
      </dgm:t>
    </dgm:pt>
    <dgm:pt modelId="{A54D0727-90B2-425D-810C-308E03CBF6F2}" type="sibTrans" cxnId="{C745BC66-F28E-47AA-9C49-8A374FA8F8DB}">
      <dgm:prSet/>
      <dgm:spPr/>
      <dgm:t>
        <a:bodyPr/>
        <a:lstStyle/>
        <a:p>
          <a:endParaRPr lang="zh-CN" altLang="en-US" sz="1600"/>
        </a:p>
      </dgm:t>
    </dgm:pt>
    <dgm:pt modelId="{4E7FA631-914C-472C-A462-3E8331F5A4E8}" type="parTrans" cxnId="{C745BC66-F28E-47AA-9C49-8A374FA8F8DB}">
      <dgm:prSet/>
      <dgm:spPr/>
      <dgm:t>
        <a:bodyPr/>
        <a:lstStyle/>
        <a:p>
          <a:endParaRPr lang="zh-CN" altLang="en-US" sz="1600"/>
        </a:p>
      </dgm:t>
    </dgm:pt>
    <dgm:pt modelId="{62FE5A5C-CFCA-4371-AE4A-4986F6EFA248}" type="pres">
      <dgm:prSet presAssocID="{E26CF03A-A09B-4020-8CA3-90228726561B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A167635-CEB5-4A5C-9D4F-351498CD19D6}" type="pres">
      <dgm:prSet presAssocID="{93D40E86-BB79-493F-A85C-A10B62372843}" presName="composite" presStyleCnt="0"/>
      <dgm:spPr/>
    </dgm:pt>
    <dgm:pt modelId="{EE5B50D9-E114-45D6-9988-9CB81F146828}" type="pres">
      <dgm:prSet presAssocID="{93D40E86-BB79-493F-A85C-A10B62372843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84C0314-499A-4296-830D-1A2EE3245853}" type="pres">
      <dgm:prSet presAssocID="{93D40E86-BB79-493F-A85C-A10B62372843}" presName="desTx" presStyleLbl="alignAccFollowNode1" presStyleIdx="0" presStyleCnt="4" custScaleY="100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CFFBAEB-9852-45E7-BD44-1066E2C56CEC}" type="pres">
      <dgm:prSet presAssocID="{6927A1AB-184B-469F-8C53-046BFB38C4A8}" presName="space" presStyleCnt="0"/>
      <dgm:spPr/>
    </dgm:pt>
    <dgm:pt modelId="{A36B080D-485A-47EB-BC7A-ACFFD0EF3D37}" type="pres">
      <dgm:prSet presAssocID="{C418A107-61C3-4714-A574-F7EDE76683B4}" presName="composite" presStyleCnt="0"/>
      <dgm:spPr/>
    </dgm:pt>
    <dgm:pt modelId="{6A63927C-7A0D-431A-9CEB-77A44942A3B2}" type="pres">
      <dgm:prSet presAssocID="{C418A107-61C3-4714-A574-F7EDE76683B4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68270D5-ACA5-4E8E-A306-07D0E3D33A81}" type="pres">
      <dgm:prSet presAssocID="{C418A107-61C3-4714-A574-F7EDE76683B4}" presName="desTx" presStyleLbl="alignAccFollowNode1" presStyleIdx="1" presStyleCnt="4" custScaleY="100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28E3E18-F603-468E-A1FF-51B4A6E928E9}" type="pres">
      <dgm:prSet presAssocID="{B095903A-B981-4B29-A0E9-C76728C8EF89}" presName="space" presStyleCnt="0"/>
      <dgm:spPr/>
    </dgm:pt>
    <dgm:pt modelId="{5852E467-5849-4AFC-9939-733A9E0616AB}" type="pres">
      <dgm:prSet presAssocID="{6016F531-BE6D-4FF1-BBC6-2E315533750D}" presName="composite" presStyleCnt="0"/>
      <dgm:spPr/>
    </dgm:pt>
    <dgm:pt modelId="{2490AAF1-3F9F-49C8-B6B1-322EB12BD329}" type="pres">
      <dgm:prSet presAssocID="{6016F531-BE6D-4FF1-BBC6-2E315533750D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9ADC815-4988-46AE-AF7E-D67F80F60741}" type="pres">
      <dgm:prSet presAssocID="{6016F531-BE6D-4FF1-BBC6-2E315533750D}" presName="desTx" presStyleLbl="alignAccFollowNode1" presStyleIdx="2" presStyleCnt="4" custScaleY="100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3CAF331-82B1-4A72-8AE5-54C5DD1CCE5C}" type="pres">
      <dgm:prSet presAssocID="{C7D00921-9D73-413B-8734-EE0FBB804A9C}" presName="space" presStyleCnt="0"/>
      <dgm:spPr/>
    </dgm:pt>
    <dgm:pt modelId="{2AE1ECA2-6FB0-45CF-A379-E6E96ED774DE}" type="pres">
      <dgm:prSet presAssocID="{F2D9B4C0-8D8D-46F1-8847-F20D26049C01}" presName="composite" presStyleCnt="0"/>
      <dgm:spPr/>
    </dgm:pt>
    <dgm:pt modelId="{43C778E5-807A-4DBD-B653-3F680D11EED1}" type="pres">
      <dgm:prSet presAssocID="{F2D9B4C0-8D8D-46F1-8847-F20D26049C01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2B2F66D-09CD-447F-AAF0-2C43E9FBF8A5}" type="pres">
      <dgm:prSet presAssocID="{F2D9B4C0-8D8D-46F1-8847-F20D26049C01}" presName="desTx" presStyleLbl="alignAccFollowNode1" presStyleIdx="3" presStyleCnt="4" custScaleY="100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C745BC66-F28E-47AA-9C49-8A374FA8F8DB}" srcId="{F2D9B4C0-8D8D-46F1-8847-F20D26049C01}" destId="{8ABFFB0D-DC8C-4EB9-9697-9D389C2E9AE0}" srcOrd="0" destOrd="0" parTransId="{4E7FA631-914C-472C-A462-3E8331F5A4E8}" sibTransId="{A54D0727-90B2-425D-810C-308E03CBF6F2}"/>
    <dgm:cxn modelId="{84DBA700-B1C2-46E0-98D8-AC00B6852A0A}" type="presOf" srcId="{0572802A-3215-433D-8EA8-DA9A32963592}" destId="{C68270D5-ACA5-4E8E-A306-07D0E3D33A81}" srcOrd="0" destOrd="0" presId="urn:microsoft.com/office/officeart/2005/8/layout/hList1"/>
    <dgm:cxn modelId="{C5ADD312-617B-4ECB-93E5-AB14B3F39EED}" type="presOf" srcId="{6016F531-BE6D-4FF1-BBC6-2E315533750D}" destId="{2490AAF1-3F9F-49C8-B6B1-322EB12BD329}" srcOrd="0" destOrd="0" presId="urn:microsoft.com/office/officeart/2005/8/layout/hList1"/>
    <dgm:cxn modelId="{C59F855A-5AF8-47A2-9C91-23DE8B7F73A6}" srcId="{93D40E86-BB79-493F-A85C-A10B62372843}" destId="{8EA85C5E-A8D6-470F-A913-6974BDCDCF47}" srcOrd="0" destOrd="0" parTransId="{A1691CB7-F69D-4C85-B80D-1A560036D724}" sibTransId="{1EB755AF-FA2B-4617-9C0A-EDC2EAECA558}"/>
    <dgm:cxn modelId="{0D112951-556A-4E68-B87D-29C804B45D84}" srcId="{E26CF03A-A09B-4020-8CA3-90228726561B}" destId="{93D40E86-BB79-493F-A85C-A10B62372843}" srcOrd="0" destOrd="0" parTransId="{2A07C2EA-0AC0-45C0-B374-696D79DF7128}" sibTransId="{6927A1AB-184B-469F-8C53-046BFB38C4A8}"/>
    <dgm:cxn modelId="{F9DBEA56-54AA-40C7-9D02-86B82BBECF41}" type="presOf" srcId="{F2D9B4C0-8D8D-46F1-8847-F20D26049C01}" destId="{43C778E5-807A-4DBD-B653-3F680D11EED1}" srcOrd="0" destOrd="0" presId="urn:microsoft.com/office/officeart/2005/8/layout/hList1"/>
    <dgm:cxn modelId="{AE09DD2C-9158-4E28-B3DA-83F0F7AAC475}" type="presOf" srcId="{93D40E86-BB79-493F-A85C-A10B62372843}" destId="{EE5B50D9-E114-45D6-9988-9CB81F146828}" srcOrd="0" destOrd="0" presId="urn:microsoft.com/office/officeart/2005/8/layout/hList1"/>
    <dgm:cxn modelId="{B18061F9-1B53-4EC3-BAF3-15C63E213A30}" type="presOf" srcId="{8ABFFB0D-DC8C-4EB9-9697-9D389C2E9AE0}" destId="{E2B2F66D-09CD-447F-AAF0-2C43E9FBF8A5}" srcOrd="0" destOrd="0" presId="urn:microsoft.com/office/officeart/2005/8/layout/hList1"/>
    <dgm:cxn modelId="{2BDA4892-C1DC-4E6C-9CD3-1659B791E483}" type="presOf" srcId="{E26CF03A-A09B-4020-8CA3-90228726561B}" destId="{62FE5A5C-CFCA-4371-AE4A-4986F6EFA248}" srcOrd="0" destOrd="0" presId="urn:microsoft.com/office/officeart/2005/8/layout/hList1"/>
    <dgm:cxn modelId="{2671D2C9-99F3-44F0-A990-1680B4FE7213}" srcId="{E26CF03A-A09B-4020-8CA3-90228726561B}" destId="{C418A107-61C3-4714-A574-F7EDE76683B4}" srcOrd="1" destOrd="0" parTransId="{8A48FE8A-D0F3-4694-B81F-C5EE0A55D5B4}" sibTransId="{B095903A-B981-4B29-A0E9-C76728C8EF89}"/>
    <dgm:cxn modelId="{9AFA5C83-8D4F-4951-85BD-114337EAB914}" type="presOf" srcId="{8EA85C5E-A8D6-470F-A913-6974BDCDCF47}" destId="{584C0314-499A-4296-830D-1A2EE3245853}" srcOrd="0" destOrd="0" presId="urn:microsoft.com/office/officeart/2005/8/layout/hList1"/>
    <dgm:cxn modelId="{B680D60E-0FCB-4FC1-9727-E4D196504F04}" type="presOf" srcId="{3054D8F1-E38D-41B9-A7BB-56BE139151CC}" destId="{19ADC815-4988-46AE-AF7E-D67F80F60741}" srcOrd="0" destOrd="0" presId="urn:microsoft.com/office/officeart/2005/8/layout/hList1"/>
    <dgm:cxn modelId="{707B521D-9287-4DC9-AA7A-7909B87E8857}" srcId="{6016F531-BE6D-4FF1-BBC6-2E315533750D}" destId="{3054D8F1-E38D-41B9-A7BB-56BE139151CC}" srcOrd="0" destOrd="0" parTransId="{48C94C59-51AA-48FE-968D-D508336C3729}" sibTransId="{0EB95326-0561-4A67-BBCA-84E7E97A0189}"/>
    <dgm:cxn modelId="{47DDB047-B8C9-46C0-A6F6-BDBE44485D4F}" srcId="{C418A107-61C3-4714-A574-F7EDE76683B4}" destId="{0572802A-3215-433D-8EA8-DA9A32963592}" srcOrd="0" destOrd="0" parTransId="{C6199BD1-990A-4B5C-AF89-45FDC9EC89BF}" sibTransId="{2587B59D-8E3D-4B52-9EE8-505100F1A966}"/>
    <dgm:cxn modelId="{3695D9DD-39C7-427F-8440-454A9E31023C}" srcId="{E26CF03A-A09B-4020-8CA3-90228726561B}" destId="{6016F531-BE6D-4FF1-BBC6-2E315533750D}" srcOrd="2" destOrd="0" parTransId="{70241CF3-B70F-41D9-81D7-8FAD94D8D0A2}" sibTransId="{C7D00921-9D73-413B-8734-EE0FBB804A9C}"/>
    <dgm:cxn modelId="{E07CBE25-9468-4734-BBAC-8F53C56E1890}" srcId="{E26CF03A-A09B-4020-8CA3-90228726561B}" destId="{F2D9B4C0-8D8D-46F1-8847-F20D26049C01}" srcOrd="3" destOrd="0" parTransId="{399097E4-4539-4E67-B0A2-74E04E73F5A2}" sibTransId="{2D345CAF-E9A0-4C89-9C7A-4C6F74E4C136}"/>
    <dgm:cxn modelId="{A07178CC-8BF6-4FD1-93FD-A3C666730AA9}" type="presOf" srcId="{C418A107-61C3-4714-A574-F7EDE76683B4}" destId="{6A63927C-7A0D-431A-9CEB-77A44942A3B2}" srcOrd="0" destOrd="0" presId="urn:microsoft.com/office/officeart/2005/8/layout/hList1"/>
    <dgm:cxn modelId="{3EDFD700-B270-4CD3-B2C3-CE049D010513}" type="presParOf" srcId="{62FE5A5C-CFCA-4371-AE4A-4986F6EFA248}" destId="{DA167635-CEB5-4A5C-9D4F-351498CD19D6}" srcOrd="0" destOrd="0" presId="urn:microsoft.com/office/officeart/2005/8/layout/hList1"/>
    <dgm:cxn modelId="{C6610E07-FEC3-4F33-9C2C-68C4ABBB1999}" type="presParOf" srcId="{DA167635-CEB5-4A5C-9D4F-351498CD19D6}" destId="{EE5B50D9-E114-45D6-9988-9CB81F146828}" srcOrd="0" destOrd="0" presId="urn:microsoft.com/office/officeart/2005/8/layout/hList1"/>
    <dgm:cxn modelId="{8AC7E09F-1E61-4FFE-9D44-C367216F2660}" type="presParOf" srcId="{DA167635-CEB5-4A5C-9D4F-351498CD19D6}" destId="{584C0314-499A-4296-830D-1A2EE3245853}" srcOrd="1" destOrd="0" presId="urn:microsoft.com/office/officeart/2005/8/layout/hList1"/>
    <dgm:cxn modelId="{0C49E2E8-DE35-4FAB-821A-AF0C11FB15CC}" type="presParOf" srcId="{62FE5A5C-CFCA-4371-AE4A-4986F6EFA248}" destId="{1CFFBAEB-9852-45E7-BD44-1066E2C56CEC}" srcOrd="1" destOrd="0" presId="urn:microsoft.com/office/officeart/2005/8/layout/hList1"/>
    <dgm:cxn modelId="{DC9270B1-EB2D-4749-804F-2CFE2A4EF017}" type="presParOf" srcId="{62FE5A5C-CFCA-4371-AE4A-4986F6EFA248}" destId="{A36B080D-485A-47EB-BC7A-ACFFD0EF3D37}" srcOrd="2" destOrd="0" presId="urn:microsoft.com/office/officeart/2005/8/layout/hList1"/>
    <dgm:cxn modelId="{81951CC6-D267-4125-B866-2A8EA1F23FE6}" type="presParOf" srcId="{A36B080D-485A-47EB-BC7A-ACFFD0EF3D37}" destId="{6A63927C-7A0D-431A-9CEB-77A44942A3B2}" srcOrd="0" destOrd="0" presId="urn:microsoft.com/office/officeart/2005/8/layout/hList1"/>
    <dgm:cxn modelId="{D9AFB208-DA6D-40BD-A820-48811AB16B24}" type="presParOf" srcId="{A36B080D-485A-47EB-BC7A-ACFFD0EF3D37}" destId="{C68270D5-ACA5-4E8E-A306-07D0E3D33A81}" srcOrd="1" destOrd="0" presId="urn:microsoft.com/office/officeart/2005/8/layout/hList1"/>
    <dgm:cxn modelId="{1B25B238-0ECD-4082-92F3-2A8600342F2F}" type="presParOf" srcId="{62FE5A5C-CFCA-4371-AE4A-4986F6EFA248}" destId="{328E3E18-F603-468E-A1FF-51B4A6E928E9}" srcOrd="3" destOrd="0" presId="urn:microsoft.com/office/officeart/2005/8/layout/hList1"/>
    <dgm:cxn modelId="{98C2E827-99CB-455C-A12A-5565D3B6E585}" type="presParOf" srcId="{62FE5A5C-CFCA-4371-AE4A-4986F6EFA248}" destId="{5852E467-5849-4AFC-9939-733A9E0616AB}" srcOrd="4" destOrd="0" presId="urn:microsoft.com/office/officeart/2005/8/layout/hList1"/>
    <dgm:cxn modelId="{19D37B36-3EE1-4481-B0FF-6783A534B0F3}" type="presParOf" srcId="{5852E467-5849-4AFC-9939-733A9E0616AB}" destId="{2490AAF1-3F9F-49C8-B6B1-322EB12BD329}" srcOrd="0" destOrd="0" presId="urn:microsoft.com/office/officeart/2005/8/layout/hList1"/>
    <dgm:cxn modelId="{B457F928-FB8F-4E80-899A-84548D899073}" type="presParOf" srcId="{5852E467-5849-4AFC-9939-733A9E0616AB}" destId="{19ADC815-4988-46AE-AF7E-D67F80F60741}" srcOrd="1" destOrd="0" presId="urn:microsoft.com/office/officeart/2005/8/layout/hList1"/>
    <dgm:cxn modelId="{3FE54DF8-EBDD-4B37-9635-DFF4DF90625D}" type="presParOf" srcId="{62FE5A5C-CFCA-4371-AE4A-4986F6EFA248}" destId="{13CAF331-82B1-4A72-8AE5-54C5DD1CCE5C}" srcOrd="5" destOrd="0" presId="urn:microsoft.com/office/officeart/2005/8/layout/hList1"/>
    <dgm:cxn modelId="{90B01499-B909-49A5-A771-9CFFE3FAC765}" type="presParOf" srcId="{62FE5A5C-CFCA-4371-AE4A-4986F6EFA248}" destId="{2AE1ECA2-6FB0-45CF-A379-E6E96ED774DE}" srcOrd="6" destOrd="0" presId="urn:microsoft.com/office/officeart/2005/8/layout/hList1"/>
    <dgm:cxn modelId="{FC99C28D-0E80-4D39-ACB1-97744685A59C}" type="presParOf" srcId="{2AE1ECA2-6FB0-45CF-A379-E6E96ED774DE}" destId="{43C778E5-807A-4DBD-B653-3F680D11EED1}" srcOrd="0" destOrd="0" presId="urn:microsoft.com/office/officeart/2005/8/layout/hList1"/>
    <dgm:cxn modelId="{ACD2AF12-9E56-44F6-B28C-CF62BDCB34E9}" type="presParOf" srcId="{2AE1ECA2-6FB0-45CF-A379-E6E96ED774DE}" destId="{E2B2F66D-09CD-447F-AAF0-2C43E9FBF8A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02CEBAA-E1A0-4A5E-892A-353144A3ECB1}" type="doc">
      <dgm:prSet loTypeId="urn:microsoft.com/office/officeart/2005/8/layout/vList3#1" loCatId="list" qsTypeId="urn:microsoft.com/office/officeart/2005/8/quickstyle/simple3" qsCatId="simple" csTypeId="urn:microsoft.com/office/officeart/2005/8/colors/accent1_1" csCatId="accent1" phldr="1"/>
      <dgm:spPr/>
      <dgm:t>
        <a:bodyPr/>
        <a:lstStyle/>
        <a:p>
          <a:endParaRPr lang="zh-CN" altLang="en-US"/>
        </a:p>
      </dgm:t>
    </dgm:pt>
    <dgm:pt modelId="{13106C34-DDA7-4704-AE3C-0B0E4328523F}">
      <dgm:prSet/>
      <dgm:spPr/>
      <dgm:t>
        <a:bodyPr/>
        <a:lstStyle/>
        <a:p>
          <a:pPr marL="0" indent="177800" algn="l" rtl="0"/>
          <a:r>
            <a:rPr lang="en-US" b="1" dirty="0" smtClean="0"/>
            <a:t>8.2.1 </a:t>
          </a:r>
          <a:r>
            <a:rPr lang="en-US" b="1" dirty="0" smtClean="0"/>
            <a:t>DMA</a:t>
          </a:r>
          <a:r>
            <a:rPr lang="zh-CN" b="1" dirty="0" smtClean="0"/>
            <a:t>内部结构</a:t>
          </a:r>
          <a:endParaRPr lang="zh-CN" b="1" dirty="0"/>
        </a:p>
      </dgm:t>
    </dgm:pt>
    <dgm:pt modelId="{5B2484B4-0902-44AE-9451-619122864D26}" type="parTrans" cxnId="{02BAFB49-29A0-4418-8227-F8F120C95367}">
      <dgm:prSet/>
      <dgm:spPr/>
      <dgm:t>
        <a:bodyPr/>
        <a:lstStyle/>
        <a:p>
          <a:pPr algn="l"/>
          <a:endParaRPr lang="zh-CN" altLang="en-US" b="1"/>
        </a:p>
      </dgm:t>
    </dgm:pt>
    <dgm:pt modelId="{09265D00-2571-440C-8A2D-A0D7C0ECA357}" type="sibTrans" cxnId="{02BAFB49-29A0-4418-8227-F8F120C95367}">
      <dgm:prSet/>
      <dgm:spPr/>
      <dgm:t>
        <a:bodyPr/>
        <a:lstStyle/>
        <a:p>
          <a:pPr algn="l"/>
          <a:endParaRPr lang="zh-CN" altLang="en-US" b="1"/>
        </a:p>
      </dgm:t>
    </dgm:pt>
    <dgm:pt modelId="{047B7240-9B3B-4945-ABFC-8AA577225995}">
      <dgm:prSet/>
      <dgm:spPr/>
      <dgm:t>
        <a:bodyPr/>
        <a:lstStyle/>
        <a:p>
          <a:pPr marL="0" indent="177800" algn="l" rtl="0"/>
          <a:r>
            <a:rPr lang="en-US" b="1" dirty="0" smtClean="0"/>
            <a:t>8.2.2 DMA</a:t>
          </a:r>
          <a:r>
            <a:rPr lang="zh-CN" b="1" dirty="0" smtClean="0"/>
            <a:t>优先权</a:t>
          </a:r>
          <a:endParaRPr lang="zh-CN" b="1" dirty="0"/>
        </a:p>
      </dgm:t>
    </dgm:pt>
    <dgm:pt modelId="{30432C7E-5CB4-43B7-ABDA-FDD668F97924}" type="parTrans" cxnId="{8ECEC30A-7947-4089-82B2-F4118177782E}">
      <dgm:prSet/>
      <dgm:spPr/>
      <dgm:t>
        <a:bodyPr/>
        <a:lstStyle/>
        <a:p>
          <a:pPr algn="l"/>
          <a:endParaRPr lang="zh-CN" altLang="en-US" b="1"/>
        </a:p>
      </dgm:t>
    </dgm:pt>
    <dgm:pt modelId="{2AD50ABE-3325-4DD9-8E1F-7ECDCF00ED92}" type="sibTrans" cxnId="{8ECEC30A-7947-4089-82B2-F4118177782E}">
      <dgm:prSet/>
      <dgm:spPr/>
      <dgm:t>
        <a:bodyPr/>
        <a:lstStyle/>
        <a:p>
          <a:pPr algn="l"/>
          <a:endParaRPr lang="zh-CN" altLang="en-US" b="1"/>
        </a:p>
      </dgm:t>
    </dgm:pt>
    <dgm:pt modelId="{C03C3471-A4DA-417B-8393-2DA0F765F0DE}">
      <dgm:prSet/>
      <dgm:spPr/>
      <dgm:t>
        <a:bodyPr/>
        <a:lstStyle/>
        <a:p>
          <a:pPr marL="0" indent="177800" algn="l" rtl="0"/>
          <a:r>
            <a:rPr lang="en-US" b="1" dirty="0" smtClean="0"/>
            <a:t>8.2.3 DMA</a:t>
          </a:r>
          <a:r>
            <a:rPr lang="zh-CN" b="1" dirty="0" smtClean="0"/>
            <a:t>中断请求</a:t>
          </a:r>
          <a:endParaRPr lang="zh-CN" b="1" dirty="0"/>
        </a:p>
      </dgm:t>
    </dgm:pt>
    <dgm:pt modelId="{1933975E-8B86-46FF-B7C1-099FB70E688A}" type="parTrans" cxnId="{972459DD-7803-4179-A553-DC73E2AA763F}">
      <dgm:prSet/>
      <dgm:spPr/>
      <dgm:t>
        <a:bodyPr/>
        <a:lstStyle/>
        <a:p>
          <a:pPr algn="l"/>
          <a:endParaRPr lang="zh-CN" altLang="en-US" b="1"/>
        </a:p>
      </dgm:t>
    </dgm:pt>
    <dgm:pt modelId="{B2D04BCB-8D1E-44D6-B48A-12C7951CB416}" type="sibTrans" cxnId="{972459DD-7803-4179-A553-DC73E2AA763F}">
      <dgm:prSet/>
      <dgm:spPr/>
      <dgm:t>
        <a:bodyPr/>
        <a:lstStyle/>
        <a:p>
          <a:pPr algn="l"/>
          <a:endParaRPr lang="zh-CN" altLang="en-US" b="1"/>
        </a:p>
      </dgm:t>
    </dgm:pt>
    <dgm:pt modelId="{01BA8000-F013-4439-BEFE-860C47094334}" type="pres">
      <dgm:prSet presAssocID="{A02CEBAA-E1A0-4A5E-892A-353144A3ECB1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28DE22D8-6D57-4E52-9246-B2B231773FAC}" type="pres">
      <dgm:prSet presAssocID="{13106C34-DDA7-4704-AE3C-0B0E4328523F}" presName="composite" presStyleCnt="0"/>
      <dgm:spPr/>
      <dgm:t>
        <a:bodyPr/>
        <a:lstStyle/>
        <a:p>
          <a:endParaRPr lang="zh-CN" altLang="en-US"/>
        </a:p>
      </dgm:t>
    </dgm:pt>
    <dgm:pt modelId="{BD893DEC-F94E-4CFD-8B1D-44EBE27F01D8}" type="pres">
      <dgm:prSet presAssocID="{13106C34-DDA7-4704-AE3C-0B0E4328523F}" presName="imgShp" presStyleLbl="fgImgPlace1" presStyleIdx="0" presStyleCnt="3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28575">
          <a:solidFill>
            <a:schemeClr val="accent5">
              <a:lumMod val="75000"/>
            </a:schemeClr>
          </a:solidFill>
        </a:ln>
      </dgm:spPr>
      <dgm:t>
        <a:bodyPr/>
        <a:lstStyle/>
        <a:p>
          <a:endParaRPr lang="zh-CN" altLang="en-US"/>
        </a:p>
      </dgm:t>
    </dgm:pt>
    <dgm:pt modelId="{144B12B0-8ED7-423A-98C2-ACC6EE7F5834}" type="pres">
      <dgm:prSet presAssocID="{13106C34-DDA7-4704-AE3C-0B0E4328523F}" presName="txShp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9BC0434-ED20-4C04-9137-BBCAA037438E}" type="pres">
      <dgm:prSet presAssocID="{09265D00-2571-440C-8A2D-A0D7C0ECA357}" presName="spacing" presStyleCnt="0"/>
      <dgm:spPr/>
      <dgm:t>
        <a:bodyPr/>
        <a:lstStyle/>
        <a:p>
          <a:endParaRPr lang="zh-CN" altLang="en-US"/>
        </a:p>
      </dgm:t>
    </dgm:pt>
    <dgm:pt modelId="{EC350B0D-0634-4595-A61D-EA92D440B58A}" type="pres">
      <dgm:prSet presAssocID="{047B7240-9B3B-4945-ABFC-8AA577225995}" presName="composite" presStyleCnt="0"/>
      <dgm:spPr/>
      <dgm:t>
        <a:bodyPr/>
        <a:lstStyle/>
        <a:p>
          <a:endParaRPr lang="zh-CN" altLang="en-US"/>
        </a:p>
      </dgm:t>
    </dgm:pt>
    <dgm:pt modelId="{536BAE9F-688B-43CA-8A61-824EE17C80DA}" type="pres">
      <dgm:prSet presAssocID="{047B7240-9B3B-4945-ABFC-8AA577225995}" presName="imgShp" presStyleLbl="fgImgPlace1" presStyleIdx="1" presStyleCnt="3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28575">
          <a:solidFill>
            <a:schemeClr val="accent5">
              <a:lumMod val="75000"/>
            </a:schemeClr>
          </a:solidFill>
        </a:ln>
      </dgm:spPr>
      <dgm:t>
        <a:bodyPr/>
        <a:lstStyle/>
        <a:p>
          <a:endParaRPr lang="zh-CN" altLang="en-US"/>
        </a:p>
      </dgm:t>
    </dgm:pt>
    <dgm:pt modelId="{8D22E1E6-691D-45DB-B730-1DC2060C8198}" type="pres">
      <dgm:prSet presAssocID="{047B7240-9B3B-4945-ABFC-8AA577225995}" presName="txShp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AFABC0B-51F3-4213-B6F4-56292C43F92A}" type="pres">
      <dgm:prSet presAssocID="{2AD50ABE-3325-4DD9-8E1F-7ECDCF00ED92}" presName="spacing" presStyleCnt="0"/>
      <dgm:spPr/>
      <dgm:t>
        <a:bodyPr/>
        <a:lstStyle/>
        <a:p>
          <a:endParaRPr lang="zh-CN" altLang="en-US"/>
        </a:p>
      </dgm:t>
    </dgm:pt>
    <dgm:pt modelId="{78AD4F32-45E7-4AAD-8574-22FDF390F682}" type="pres">
      <dgm:prSet presAssocID="{C03C3471-A4DA-417B-8393-2DA0F765F0DE}" presName="composite" presStyleCnt="0"/>
      <dgm:spPr/>
      <dgm:t>
        <a:bodyPr/>
        <a:lstStyle/>
        <a:p>
          <a:endParaRPr lang="zh-CN" altLang="en-US"/>
        </a:p>
      </dgm:t>
    </dgm:pt>
    <dgm:pt modelId="{25EE83B5-9181-4312-AF69-76E7DB3C707E}" type="pres">
      <dgm:prSet presAssocID="{C03C3471-A4DA-417B-8393-2DA0F765F0DE}" presName="imgShp" presStyleLbl="fgImgPlace1" presStyleIdx="2" presStyleCnt="3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28575">
          <a:solidFill>
            <a:schemeClr val="accent5">
              <a:lumMod val="75000"/>
            </a:schemeClr>
          </a:solidFill>
        </a:ln>
      </dgm:spPr>
      <dgm:t>
        <a:bodyPr/>
        <a:lstStyle/>
        <a:p>
          <a:endParaRPr lang="zh-CN" altLang="en-US"/>
        </a:p>
      </dgm:t>
    </dgm:pt>
    <dgm:pt modelId="{4C9106F8-718B-46E5-8FB7-F18DA0278976}" type="pres">
      <dgm:prSet presAssocID="{C03C3471-A4DA-417B-8393-2DA0F765F0DE}" presName="txShp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AAB37239-B8BC-4E92-AD62-86F0BD3C40E2}" type="presOf" srcId="{047B7240-9B3B-4945-ABFC-8AA577225995}" destId="{8D22E1E6-691D-45DB-B730-1DC2060C8198}" srcOrd="0" destOrd="0" presId="urn:microsoft.com/office/officeart/2005/8/layout/vList3#1"/>
    <dgm:cxn modelId="{972459DD-7803-4179-A553-DC73E2AA763F}" srcId="{A02CEBAA-E1A0-4A5E-892A-353144A3ECB1}" destId="{C03C3471-A4DA-417B-8393-2DA0F765F0DE}" srcOrd="2" destOrd="0" parTransId="{1933975E-8B86-46FF-B7C1-099FB70E688A}" sibTransId="{B2D04BCB-8D1E-44D6-B48A-12C7951CB416}"/>
    <dgm:cxn modelId="{0B3C4F1F-E7B9-4993-A78D-CA68120EA808}" type="presOf" srcId="{C03C3471-A4DA-417B-8393-2DA0F765F0DE}" destId="{4C9106F8-718B-46E5-8FB7-F18DA0278976}" srcOrd="0" destOrd="0" presId="urn:microsoft.com/office/officeart/2005/8/layout/vList3#1"/>
    <dgm:cxn modelId="{4BB55098-B337-4190-9467-4615FF254525}" type="presOf" srcId="{13106C34-DDA7-4704-AE3C-0B0E4328523F}" destId="{144B12B0-8ED7-423A-98C2-ACC6EE7F5834}" srcOrd="0" destOrd="0" presId="urn:microsoft.com/office/officeart/2005/8/layout/vList3#1"/>
    <dgm:cxn modelId="{D309A7D2-9626-4B49-9A7F-33CEA2E455D9}" type="presOf" srcId="{A02CEBAA-E1A0-4A5E-892A-353144A3ECB1}" destId="{01BA8000-F013-4439-BEFE-860C47094334}" srcOrd="0" destOrd="0" presId="urn:microsoft.com/office/officeart/2005/8/layout/vList3#1"/>
    <dgm:cxn modelId="{8ECEC30A-7947-4089-82B2-F4118177782E}" srcId="{A02CEBAA-E1A0-4A5E-892A-353144A3ECB1}" destId="{047B7240-9B3B-4945-ABFC-8AA577225995}" srcOrd="1" destOrd="0" parTransId="{30432C7E-5CB4-43B7-ABDA-FDD668F97924}" sibTransId="{2AD50ABE-3325-4DD9-8E1F-7ECDCF00ED92}"/>
    <dgm:cxn modelId="{02BAFB49-29A0-4418-8227-F8F120C95367}" srcId="{A02CEBAA-E1A0-4A5E-892A-353144A3ECB1}" destId="{13106C34-DDA7-4704-AE3C-0B0E4328523F}" srcOrd="0" destOrd="0" parTransId="{5B2484B4-0902-44AE-9451-619122864D26}" sibTransId="{09265D00-2571-440C-8A2D-A0D7C0ECA357}"/>
    <dgm:cxn modelId="{0303515B-E294-4F29-AE14-F21A89F539F6}" type="presParOf" srcId="{01BA8000-F013-4439-BEFE-860C47094334}" destId="{28DE22D8-6D57-4E52-9246-B2B231773FAC}" srcOrd="0" destOrd="0" presId="urn:microsoft.com/office/officeart/2005/8/layout/vList3#1"/>
    <dgm:cxn modelId="{6DE00900-A326-40E0-9F7F-36FCF09E5788}" type="presParOf" srcId="{28DE22D8-6D57-4E52-9246-B2B231773FAC}" destId="{BD893DEC-F94E-4CFD-8B1D-44EBE27F01D8}" srcOrd="0" destOrd="0" presId="urn:microsoft.com/office/officeart/2005/8/layout/vList3#1"/>
    <dgm:cxn modelId="{804C30DC-B211-4134-8E8E-DCE7C41F551C}" type="presParOf" srcId="{28DE22D8-6D57-4E52-9246-B2B231773FAC}" destId="{144B12B0-8ED7-423A-98C2-ACC6EE7F5834}" srcOrd="1" destOrd="0" presId="urn:microsoft.com/office/officeart/2005/8/layout/vList3#1"/>
    <dgm:cxn modelId="{FC95EEBC-A694-456E-879D-172059FB75EB}" type="presParOf" srcId="{01BA8000-F013-4439-BEFE-860C47094334}" destId="{29BC0434-ED20-4C04-9137-BBCAA037438E}" srcOrd="1" destOrd="0" presId="urn:microsoft.com/office/officeart/2005/8/layout/vList3#1"/>
    <dgm:cxn modelId="{1D313071-A00B-4085-9745-C4760DC72A98}" type="presParOf" srcId="{01BA8000-F013-4439-BEFE-860C47094334}" destId="{EC350B0D-0634-4595-A61D-EA92D440B58A}" srcOrd="2" destOrd="0" presId="urn:microsoft.com/office/officeart/2005/8/layout/vList3#1"/>
    <dgm:cxn modelId="{93E8E5D2-CA9B-484D-84A4-5DB4ABCCA8EF}" type="presParOf" srcId="{EC350B0D-0634-4595-A61D-EA92D440B58A}" destId="{536BAE9F-688B-43CA-8A61-824EE17C80DA}" srcOrd="0" destOrd="0" presId="urn:microsoft.com/office/officeart/2005/8/layout/vList3#1"/>
    <dgm:cxn modelId="{5CE23A9C-EB4F-4F1D-800A-6326F3131257}" type="presParOf" srcId="{EC350B0D-0634-4595-A61D-EA92D440B58A}" destId="{8D22E1E6-691D-45DB-B730-1DC2060C8198}" srcOrd="1" destOrd="0" presId="urn:microsoft.com/office/officeart/2005/8/layout/vList3#1"/>
    <dgm:cxn modelId="{0D8D5ABB-F9ED-435F-B1C7-F750399D0848}" type="presParOf" srcId="{01BA8000-F013-4439-BEFE-860C47094334}" destId="{1AFABC0B-51F3-4213-B6F4-56292C43F92A}" srcOrd="3" destOrd="0" presId="urn:microsoft.com/office/officeart/2005/8/layout/vList3#1"/>
    <dgm:cxn modelId="{85E5160A-CA6E-4305-87CA-5754930C1C47}" type="presParOf" srcId="{01BA8000-F013-4439-BEFE-860C47094334}" destId="{78AD4F32-45E7-4AAD-8574-22FDF390F682}" srcOrd="4" destOrd="0" presId="urn:microsoft.com/office/officeart/2005/8/layout/vList3#1"/>
    <dgm:cxn modelId="{58CADD12-2E4E-4A62-8881-B31CD1E5A5E9}" type="presParOf" srcId="{78AD4F32-45E7-4AAD-8574-22FDF390F682}" destId="{25EE83B5-9181-4312-AF69-76E7DB3C707E}" srcOrd="0" destOrd="0" presId="urn:microsoft.com/office/officeart/2005/8/layout/vList3#1"/>
    <dgm:cxn modelId="{006184FF-33C1-44C4-9D1D-6D82F7B215F4}" type="presParOf" srcId="{78AD4F32-45E7-4AAD-8574-22FDF390F682}" destId="{4C9106F8-718B-46E5-8FB7-F18DA0278976}" srcOrd="1" destOrd="0" presId="urn:microsoft.com/office/officeart/2005/8/layout/vList3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6103D46-8351-49F4-A00E-84E0D53069E2}" type="doc">
      <dgm:prSet loTypeId="urn:microsoft.com/office/officeart/2005/8/layout/hierarchy1" loCatId="hierarchy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zh-CN" altLang="en-US"/>
        </a:p>
      </dgm:t>
    </dgm:pt>
    <dgm:pt modelId="{4B07B968-2C30-4942-A18D-EC8D561FCEF6}">
      <dgm:prSet phldrT="[文本]" custT="1"/>
      <dgm:spPr/>
      <dgm:t>
        <a:bodyPr/>
        <a:lstStyle/>
        <a:p>
          <a:r>
            <a:rPr lang="zh-CN" altLang="en-US" sz="1800" b="1" dirty="0" smtClean="0"/>
            <a:t>软件</a:t>
          </a:r>
          <a:endParaRPr lang="en-GB" altLang="zh-CN" sz="1800" b="1" dirty="0" smtClean="0"/>
        </a:p>
        <a:p>
          <a:r>
            <a:rPr lang="zh-CN" altLang="en-US" sz="1800" b="1" dirty="0" smtClean="0"/>
            <a:t>设计</a:t>
          </a:r>
          <a:endParaRPr lang="zh-CN" altLang="en-US" sz="1800" b="1" dirty="0"/>
        </a:p>
      </dgm:t>
    </dgm:pt>
    <dgm:pt modelId="{280F6AC1-C0C4-438B-B3D4-B18EE9B05E38}" type="parTrans" cxnId="{231830FF-602B-4D82-8F7E-A8E199DD0CB8}">
      <dgm:prSet/>
      <dgm:spPr/>
      <dgm:t>
        <a:bodyPr/>
        <a:lstStyle/>
        <a:p>
          <a:endParaRPr lang="zh-CN" altLang="en-US" sz="1800" b="1"/>
        </a:p>
      </dgm:t>
    </dgm:pt>
    <dgm:pt modelId="{AB558B99-BE41-49FA-A9A0-692B93FAFF6A}" type="sibTrans" cxnId="{231830FF-602B-4D82-8F7E-A8E199DD0CB8}">
      <dgm:prSet/>
      <dgm:spPr/>
      <dgm:t>
        <a:bodyPr/>
        <a:lstStyle/>
        <a:p>
          <a:endParaRPr lang="zh-CN" altLang="en-US" sz="1800" b="1"/>
        </a:p>
      </dgm:t>
    </dgm:pt>
    <dgm:pt modelId="{0DF59A6B-8766-4C2D-8EE5-C9D9A325379B}">
      <dgm:prSet phldrT="[文本]" custT="1"/>
      <dgm:spPr/>
      <dgm:t>
        <a:bodyPr/>
        <a:lstStyle/>
        <a:p>
          <a:r>
            <a:rPr lang="en-US" sz="1800" b="1" dirty="0" err="1" smtClean="0"/>
            <a:t>main.c</a:t>
          </a:r>
          <a:endParaRPr lang="en-US" sz="1800" b="1" dirty="0" smtClean="0"/>
        </a:p>
        <a:p>
          <a:r>
            <a:rPr lang="zh-CN" sz="1800" b="1" dirty="0" smtClean="0"/>
            <a:t>文件</a:t>
          </a:r>
          <a:endParaRPr lang="zh-CN" altLang="en-US" sz="1800" b="1" dirty="0"/>
        </a:p>
      </dgm:t>
    </dgm:pt>
    <dgm:pt modelId="{9664FCAC-0ACE-47E3-AA93-66B70DBD7E2D}" type="parTrans" cxnId="{B7CAFFA3-A8A8-4C60-B827-4F9D69FAEF04}">
      <dgm:prSet/>
      <dgm:spPr/>
      <dgm:t>
        <a:bodyPr/>
        <a:lstStyle/>
        <a:p>
          <a:endParaRPr lang="zh-CN" altLang="en-US" sz="1800" b="1"/>
        </a:p>
      </dgm:t>
    </dgm:pt>
    <dgm:pt modelId="{63B209D0-E3BA-4803-A8A3-5167D4A0B388}" type="sibTrans" cxnId="{B7CAFFA3-A8A8-4C60-B827-4F9D69FAEF04}">
      <dgm:prSet/>
      <dgm:spPr/>
      <dgm:t>
        <a:bodyPr/>
        <a:lstStyle/>
        <a:p>
          <a:endParaRPr lang="zh-CN" altLang="en-US" sz="1800" b="1"/>
        </a:p>
      </dgm:t>
    </dgm:pt>
    <dgm:pt modelId="{A6D70259-A35F-4F78-9C35-FA15F06714D8}">
      <dgm:prSet phldrT="[文本]" custT="1"/>
      <dgm:spPr/>
      <dgm:t>
        <a:bodyPr/>
        <a:lstStyle/>
        <a:p>
          <a:r>
            <a:rPr lang="en-US" sz="1800" b="1" smtClean="0"/>
            <a:t>USARTx.c</a:t>
          </a:r>
          <a:r>
            <a:rPr lang="zh-CN" sz="1800" b="1" smtClean="0"/>
            <a:t>文件</a:t>
          </a:r>
          <a:endParaRPr lang="zh-CN" altLang="en-US" sz="1800" b="1" dirty="0"/>
        </a:p>
      </dgm:t>
    </dgm:pt>
    <dgm:pt modelId="{D1C9C9AB-D5A6-4A74-A254-DEEFD5700ADB}" type="parTrans" cxnId="{7B305C34-B283-4F70-8160-9794B25D7B30}">
      <dgm:prSet/>
      <dgm:spPr/>
      <dgm:t>
        <a:bodyPr/>
        <a:lstStyle/>
        <a:p>
          <a:endParaRPr lang="zh-CN" altLang="en-US" sz="1800" b="1"/>
        </a:p>
      </dgm:t>
    </dgm:pt>
    <dgm:pt modelId="{6D49F307-445B-41F6-AA6A-35D7E66A3617}" type="sibTrans" cxnId="{7B305C34-B283-4F70-8160-9794B25D7B30}">
      <dgm:prSet/>
      <dgm:spPr/>
      <dgm:t>
        <a:bodyPr/>
        <a:lstStyle/>
        <a:p>
          <a:endParaRPr lang="zh-CN" altLang="en-US" sz="1800" b="1"/>
        </a:p>
      </dgm:t>
    </dgm:pt>
    <dgm:pt modelId="{988E28AD-1D00-4B06-907D-E95C40983163}">
      <dgm:prSet phldrT="[文本]" custT="1"/>
      <dgm:spPr/>
      <dgm:t>
        <a:bodyPr/>
        <a:lstStyle/>
        <a:p>
          <a:r>
            <a:rPr lang="en-US" sz="1800" b="1" smtClean="0"/>
            <a:t>USARTx.h</a:t>
          </a:r>
          <a:r>
            <a:rPr lang="zh-CN" sz="1800" b="1" smtClean="0"/>
            <a:t>头文件</a:t>
          </a:r>
          <a:endParaRPr lang="zh-CN" altLang="en-US" sz="1800" b="1" dirty="0"/>
        </a:p>
      </dgm:t>
    </dgm:pt>
    <dgm:pt modelId="{C248154C-7F5B-496F-9049-68F1D517C091}" type="parTrans" cxnId="{F3ACEADC-4FE3-416A-B754-DC2CEF89945A}">
      <dgm:prSet/>
      <dgm:spPr/>
      <dgm:t>
        <a:bodyPr/>
        <a:lstStyle/>
        <a:p>
          <a:endParaRPr lang="zh-CN" altLang="en-US" sz="1800"/>
        </a:p>
      </dgm:t>
    </dgm:pt>
    <dgm:pt modelId="{B1649AB3-80E8-4653-B7D6-9DE384543E69}" type="sibTrans" cxnId="{F3ACEADC-4FE3-416A-B754-DC2CEF89945A}">
      <dgm:prSet/>
      <dgm:spPr/>
      <dgm:t>
        <a:bodyPr/>
        <a:lstStyle/>
        <a:p>
          <a:endParaRPr lang="zh-CN" altLang="en-US" sz="1800"/>
        </a:p>
      </dgm:t>
    </dgm:pt>
    <dgm:pt modelId="{99D53A17-0282-442E-ABB7-42EE3C86F3DC}" type="pres">
      <dgm:prSet presAssocID="{A6103D46-8351-49F4-A00E-84E0D53069E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B15D71D1-AF50-4F71-86D7-2E22806589B0}" type="pres">
      <dgm:prSet presAssocID="{4B07B968-2C30-4942-A18D-EC8D561FCEF6}" presName="hierRoot1" presStyleCnt="0"/>
      <dgm:spPr/>
    </dgm:pt>
    <dgm:pt modelId="{39CF98CD-7A4A-418A-9553-0E04A9CC1279}" type="pres">
      <dgm:prSet presAssocID="{4B07B968-2C30-4942-A18D-EC8D561FCEF6}" presName="composite" presStyleCnt="0"/>
      <dgm:spPr/>
    </dgm:pt>
    <dgm:pt modelId="{6743EF83-417E-4A1D-93B9-E9C51D103401}" type="pres">
      <dgm:prSet presAssocID="{4B07B968-2C30-4942-A18D-EC8D561FCEF6}" presName="background" presStyleLbl="node0" presStyleIdx="0" presStyleCnt="1"/>
      <dgm:spPr/>
    </dgm:pt>
    <dgm:pt modelId="{42EF75DD-10A1-4D60-8536-A02214F442E7}" type="pres">
      <dgm:prSet presAssocID="{4B07B968-2C30-4942-A18D-EC8D561FCEF6}" presName="text" presStyleLbl="fgAcc0" presStyleIdx="0" presStyleCnt="1" custScaleX="8056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7D70D73C-DF72-4CDB-A072-ADE2FE8BB7EE}" type="pres">
      <dgm:prSet presAssocID="{4B07B968-2C30-4942-A18D-EC8D561FCEF6}" presName="hierChild2" presStyleCnt="0"/>
      <dgm:spPr/>
    </dgm:pt>
    <dgm:pt modelId="{D0A6F472-E56D-45FB-BFFA-CBAAAAF88CC6}" type="pres">
      <dgm:prSet presAssocID="{9664FCAC-0ACE-47E3-AA93-66B70DBD7E2D}" presName="Name10" presStyleLbl="parChTrans1D2" presStyleIdx="0" presStyleCnt="3"/>
      <dgm:spPr/>
      <dgm:t>
        <a:bodyPr/>
        <a:lstStyle/>
        <a:p>
          <a:endParaRPr lang="zh-CN" altLang="en-US"/>
        </a:p>
      </dgm:t>
    </dgm:pt>
    <dgm:pt modelId="{A0E055BB-00CB-49A3-9F85-A24C231DD086}" type="pres">
      <dgm:prSet presAssocID="{0DF59A6B-8766-4C2D-8EE5-C9D9A325379B}" presName="hierRoot2" presStyleCnt="0"/>
      <dgm:spPr/>
    </dgm:pt>
    <dgm:pt modelId="{A10E1ED1-C336-4DB5-9C95-51FFED58979A}" type="pres">
      <dgm:prSet presAssocID="{0DF59A6B-8766-4C2D-8EE5-C9D9A325379B}" presName="composite2" presStyleCnt="0"/>
      <dgm:spPr/>
    </dgm:pt>
    <dgm:pt modelId="{D8EB8E23-805B-40CB-8662-CF33E471B5CE}" type="pres">
      <dgm:prSet presAssocID="{0DF59A6B-8766-4C2D-8EE5-C9D9A325379B}" presName="background2" presStyleLbl="node2" presStyleIdx="0" presStyleCnt="3"/>
      <dgm:spPr/>
    </dgm:pt>
    <dgm:pt modelId="{9D2D64FA-D755-481D-87DD-3F67BCE6968E}" type="pres">
      <dgm:prSet presAssocID="{0DF59A6B-8766-4C2D-8EE5-C9D9A325379B}" presName="text2" presStyleLbl="fgAcc2" presStyleIdx="0" presStyleCnt="3" custScaleX="8056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112F595A-52EE-4E61-AC6B-BE8BF6B76F58}" type="pres">
      <dgm:prSet presAssocID="{0DF59A6B-8766-4C2D-8EE5-C9D9A325379B}" presName="hierChild3" presStyleCnt="0"/>
      <dgm:spPr/>
    </dgm:pt>
    <dgm:pt modelId="{207D381B-E7C1-4F4E-BA17-EEB52D2C8AA5}" type="pres">
      <dgm:prSet presAssocID="{D1C9C9AB-D5A6-4A74-A254-DEEFD5700ADB}" presName="Name10" presStyleLbl="parChTrans1D2" presStyleIdx="1" presStyleCnt="3"/>
      <dgm:spPr/>
      <dgm:t>
        <a:bodyPr/>
        <a:lstStyle/>
        <a:p>
          <a:endParaRPr lang="zh-CN" altLang="en-US"/>
        </a:p>
      </dgm:t>
    </dgm:pt>
    <dgm:pt modelId="{EACBCC77-EBC2-4C38-873D-ED7E28776688}" type="pres">
      <dgm:prSet presAssocID="{A6D70259-A35F-4F78-9C35-FA15F06714D8}" presName="hierRoot2" presStyleCnt="0"/>
      <dgm:spPr/>
    </dgm:pt>
    <dgm:pt modelId="{3CE5B7F0-4F49-44B5-A22D-0E51BD30B346}" type="pres">
      <dgm:prSet presAssocID="{A6D70259-A35F-4F78-9C35-FA15F06714D8}" presName="composite2" presStyleCnt="0"/>
      <dgm:spPr/>
    </dgm:pt>
    <dgm:pt modelId="{24273FF2-B74E-41A2-9B5B-6F2959F84AF1}" type="pres">
      <dgm:prSet presAssocID="{A6D70259-A35F-4F78-9C35-FA15F06714D8}" presName="background2" presStyleLbl="node2" presStyleIdx="1" presStyleCnt="3"/>
      <dgm:spPr/>
    </dgm:pt>
    <dgm:pt modelId="{064BD57B-74EE-4A3D-AEF3-DAE8808DAD01}" type="pres">
      <dgm:prSet presAssocID="{A6D70259-A35F-4F78-9C35-FA15F06714D8}" presName="text2" presStyleLbl="fgAcc2" presStyleIdx="1" presStyleCnt="3" custScaleX="8056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9E89DD45-C6CE-46CE-A64D-E95255CF56C8}" type="pres">
      <dgm:prSet presAssocID="{A6D70259-A35F-4F78-9C35-FA15F06714D8}" presName="hierChild3" presStyleCnt="0"/>
      <dgm:spPr/>
    </dgm:pt>
    <dgm:pt modelId="{7B39DE1D-88E5-4232-8A71-F7EDBE12ABE4}" type="pres">
      <dgm:prSet presAssocID="{C248154C-7F5B-496F-9049-68F1D517C091}" presName="Name10" presStyleLbl="parChTrans1D2" presStyleIdx="2" presStyleCnt="3"/>
      <dgm:spPr/>
      <dgm:t>
        <a:bodyPr/>
        <a:lstStyle/>
        <a:p>
          <a:endParaRPr lang="zh-CN" altLang="en-US"/>
        </a:p>
      </dgm:t>
    </dgm:pt>
    <dgm:pt modelId="{38D7846C-C953-41B4-92EA-8ADD7611D44A}" type="pres">
      <dgm:prSet presAssocID="{988E28AD-1D00-4B06-907D-E95C40983163}" presName="hierRoot2" presStyleCnt="0"/>
      <dgm:spPr/>
    </dgm:pt>
    <dgm:pt modelId="{27C9DCC5-74DA-4488-8009-ADE89FC4F42B}" type="pres">
      <dgm:prSet presAssocID="{988E28AD-1D00-4B06-907D-E95C40983163}" presName="composite2" presStyleCnt="0"/>
      <dgm:spPr/>
    </dgm:pt>
    <dgm:pt modelId="{F9FF813C-926B-4C72-902C-A4870AD7A6EA}" type="pres">
      <dgm:prSet presAssocID="{988E28AD-1D00-4B06-907D-E95C40983163}" presName="background2" presStyleLbl="node2" presStyleIdx="2" presStyleCnt="3"/>
      <dgm:spPr/>
    </dgm:pt>
    <dgm:pt modelId="{60160550-D9BE-4342-BD8A-4AE710304FAC}" type="pres">
      <dgm:prSet presAssocID="{988E28AD-1D00-4B06-907D-E95C40983163}" presName="text2" presStyleLbl="fgAcc2" presStyleIdx="2" presStyleCnt="3" custScaleX="9166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57E9F57D-40F5-4F34-B516-5A0FED6C4713}" type="pres">
      <dgm:prSet presAssocID="{988E28AD-1D00-4B06-907D-E95C40983163}" presName="hierChild3" presStyleCnt="0"/>
      <dgm:spPr/>
    </dgm:pt>
  </dgm:ptLst>
  <dgm:cxnLst>
    <dgm:cxn modelId="{F3ACEADC-4FE3-416A-B754-DC2CEF89945A}" srcId="{4B07B968-2C30-4942-A18D-EC8D561FCEF6}" destId="{988E28AD-1D00-4B06-907D-E95C40983163}" srcOrd="2" destOrd="0" parTransId="{C248154C-7F5B-496F-9049-68F1D517C091}" sibTransId="{B1649AB3-80E8-4653-B7D6-9DE384543E69}"/>
    <dgm:cxn modelId="{D4AAD9D4-3F9F-4723-B4D8-8691E46280C5}" type="presOf" srcId="{9664FCAC-0ACE-47E3-AA93-66B70DBD7E2D}" destId="{D0A6F472-E56D-45FB-BFFA-CBAAAAF88CC6}" srcOrd="0" destOrd="0" presId="urn:microsoft.com/office/officeart/2005/8/layout/hierarchy1"/>
    <dgm:cxn modelId="{38573E68-2AFF-4450-B8DF-67CD0DAA3E4B}" type="presOf" srcId="{A6103D46-8351-49F4-A00E-84E0D53069E2}" destId="{99D53A17-0282-442E-ABB7-42EE3C86F3DC}" srcOrd="0" destOrd="0" presId="urn:microsoft.com/office/officeart/2005/8/layout/hierarchy1"/>
    <dgm:cxn modelId="{5E758E42-EC59-4B94-81E6-B89927F96C56}" type="presOf" srcId="{988E28AD-1D00-4B06-907D-E95C40983163}" destId="{60160550-D9BE-4342-BD8A-4AE710304FAC}" srcOrd="0" destOrd="0" presId="urn:microsoft.com/office/officeart/2005/8/layout/hierarchy1"/>
    <dgm:cxn modelId="{ED530832-AAA6-4E63-8610-E359BD757CC7}" type="presOf" srcId="{0DF59A6B-8766-4C2D-8EE5-C9D9A325379B}" destId="{9D2D64FA-D755-481D-87DD-3F67BCE6968E}" srcOrd="0" destOrd="0" presId="urn:microsoft.com/office/officeart/2005/8/layout/hierarchy1"/>
    <dgm:cxn modelId="{231830FF-602B-4D82-8F7E-A8E199DD0CB8}" srcId="{A6103D46-8351-49F4-A00E-84E0D53069E2}" destId="{4B07B968-2C30-4942-A18D-EC8D561FCEF6}" srcOrd="0" destOrd="0" parTransId="{280F6AC1-C0C4-438B-B3D4-B18EE9B05E38}" sibTransId="{AB558B99-BE41-49FA-A9A0-692B93FAFF6A}"/>
    <dgm:cxn modelId="{7B305C34-B283-4F70-8160-9794B25D7B30}" srcId="{4B07B968-2C30-4942-A18D-EC8D561FCEF6}" destId="{A6D70259-A35F-4F78-9C35-FA15F06714D8}" srcOrd="1" destOrd="0" parTransId="{D1C9C9AB-D5A6-4A74-A254-DEEFD5700ADB}" sibTransId="{6D49F307-445B-41F6-AA6A-35D7E66A3617}"/>
    <dgm:cxn modelId="{B7CAFFA3-A8A8-4C60-B827-4F9D69FAEF04}" srcId="{4B07B968-2C30-4942-A18D-EC8D561FCEF6}" destId="{0DF59A6B-8766-4C2D-8EE5-C9D9A325379B}" srcOrd="0" destOrd="0" parTransId="{9664FCAC-0ACE-47E3-AA93-66B70DBD7E2D}" sibTransId="{63B209D0-E3BA-4803-A8A3-5167D4A0B388}"/>
    <dgm:cxn modelId="{DB505429-55C6-47D9-9AB9-15891910AC2E}" type="presOf" srcId="{D1C9C9AB-D5A6-4A74-A254-DEEFD5700ADB}" destId="{207D381B-E7C1-4F4E-BA17-EEB52D2C8AA5}" srcOrd="0" destOrd="0" presId="urn:microsoft.com/office/officeart/2005/8/layout/hierarchy1"/>
    <dgm:cxn modelId="{0C646CA3-CEF8-4588-9D6D-AC4F2DC77642}" type="presOf" srcId="{4B07B968-2C30-4942-A18D-EC8D561FCEF6}" destId="{42EF75DD-10A1-4D60-8536-A02214F442E7}" srcOrd="0" destOrd="0" presId="urn:microsoft.com/office/officeart/2005/8/layout/hierarchy1"/>
    <dgm:cxn modelId="{294B86CB-45E4-48A7-8FC9-227D7DD6D02A}" type="presOf" srcId="{A6D70259-A35F-4F78-9C35-FA15F06714D8}" destId="{064BD57B-74EE-4A3D-AEF3-DAE8808DAD01}" srcOrd="0" destOrd="0" presId="urn:microsoft.com/office/officeart/2005/8/layout/hierarchy1"/>
    <dgm:cxn modelId="{D90AA022-F6F9-4F5D-BC8C-E09CB57DBCB6}" type="presOf" srcId="{C248154C-7F5B-496F-9049-68F1D517C091}" destId="{7B39DE1D-88E5-4232-8A71-F7EDBE12ABE4}" srcOrd="0" destOrd="0" presId="urn:microsoft.com/office/officeart/2005/8/layout/hierarchy1"/>
    <dgm:cxn modelId="{A7E24B20-693A-497E-BD95-4DDE1B143878}" type="presParOf" srcId="{99D53A17-0282-442E-ABB7-42EE3C86F3DC}" destId="{B15D71D1-AF50-4F71-86D7-2E22806589B0}" srcOrd="0" destOrd="0" presId="urn:microsoft.com/office/officeart/2005/8/layout/hierarchy1"/>
    <dgm:cxn modelId="{56C82126-78AD-471C-99B8-42B1ACBF74A1}" type="presParOf" srcId="{B15D71D1-AF50-4F71-86D7-2E22806589B0}" destId="{39CF98CD-7A4A-418A-9553-0E04A9CC1279}" srcOrd="0" destOrd="0" presId="urn:microsoft.com/office/officeart/2005/8/layout/hierarchy1"/>
    <dgm:cxn modelId="{D879C935-4FCD-43ED-87D5-3726D979820A}" type="presParOf" srcId="{39CF98CD-7A4A-418A-9553-0E04A9CC1279}" destId="{6743EF83-417E-4A1D-93B9-E9C51D103401}" srcOrd="0" destOrd="0" presId="urn:microsoft.com/office/officeart/2005/8/layout/hierarchy1"/>
    <dgm:cxn modelId="{0731969B-8D8F-43DC-85EC-3E0E68A2D892}" type="presParOf" srcId="{39CF98CD-7A4A-418A-9553-0E04A9CC1279}" destId="{42EF75DD-10A1-4D60-8536-A02214F442E7}" srcOrd="1" destOrd="0" presId="urn:microsoft.com/office/officeart/2005/8/layout/hierarchy1"/>
    <dgm:cxn modelId="{AE04FC4D-DE8A-47CA-8C27-257D7057B01A}" type="presParOf" srcId="{B15D71D1-AF50-4F71-86D7-2E22806589B0}" destId="{7D70D73C-DF72-4CDB-A072-ADE2FE8BB7EE}" srcOrd="1" destOrd="0" presId="urn:microsoft.com/office/officeart/2005/8/layout/hierarchy1"/>
    <dgm:cxn modelId="{CDF2BF8B-70BA-4839-AD6C-CA1DEB5CAA8F}" type="presParOf" srcId="{7D70D73C-DF72-4CDB-A072-ADE2FE8BB7EE}" destId="{D0A6F472-E56D-45FB-BFFA-CBAAAAF88CC6}" srcOrd="0" destOrd="0" presId="urn:microsoft.com/office/officeart/2005/8/layout/hierarchy1"/>
    <dgm:cxn modelId="{29931780-E1EB-435D-B56E-17F2DEB5E4E7}" type="presParOf" srcId="{7D70D73C-DF72-4CDB-A072-ADE2FE8BB7EE}" destId="{A0E055BB-00CB-49A3-9F85-A24C231DD086}" srcOrd="1" destOrd="0" presId="urn:microsoft.com/office/officeart/2005/8/layout/hierarchy1"/>
    <dgm:cxn modelId="{023A580D-0D5C-48A9-97C0-A1B75423A03E}" type="presParOf" srcId="{A0E055BB-00CB-49A3-9F85-A24C231DD086}" destId="{A10E1ED1-C336-4DB5-9C95-51FFED58979A}" srcOrd="0" destOrd="0" presId="urn:microsoft.com/office/officeart/2005/8/layout/hierarchy1"/>
    <dgm:cxn modelId="{02FF14B5-4FDE-4C24-B98C-1C884B02C6B4}" type="presParOf" srcId="{A10E1ED1-C336-4DB5-9C95-51FFED58979A}" destId="{D8EB8E23-805B-40CB-8662-CF33E471B5CE}" srcOrd="0" destOrd="0" presId="urn:microsoft.com/office/officeart/2005/8/layout/hierarchy1"/>
    <dgm:cxn modelId="{7ED97B24-6585-441A-B72B-5C6FC48C1C4C}" type="presParOf" srcId="{A10E1ED1-C336-4DB5-9C95-51FFED58979A}" destId="{9D2D64FA-D755-481D-87DD-3F67BCE6968E}" srcOrd="1" destOrd="0" presId="urn:microsoft.com/office/officeart/2005/8/layout/hierarchy1"/>
    <dgm:cxn modelId="{32BBDD38-20E2-467B-9C63-B0BD3B802E64}" type="presParOf" srcId="{A0E055BB-00CB-49A3-9F85-A24C231DD086}" destId="{112F595A-52EE-4E61-AC6B-BE8BF6B76F58}" srcOrd="1" destOrd="0" presId="urn:microsoft.com/office/officeart/2005/8/layout/hierarchy1"/>
    <dgm:cxn modelId="{E99E4029-0B55-490F-8F08-31940C4DA091}" type="presParOf" srcId="{7D70D73C-DF72-4CDB-A072-ADE2FE8BB7EE}" destId="{207D381B-E7C1-4F4E-BA17-EEB52D2C8AA5}" srcOrd="2" destOrd="0" presId="urn:microsoft.com/office/officeart/2005/8/layout/hierarchy1"/>
    <dgm:cxn modelId="{46564EAE-E06D-449F-86F7-94B3CC6A517E}" type="presParOf" srcId="{7D70D73C-DF72-4CDB-A072-ADE2FE8BB7EE}" destId="{EACBCC77-EBC2-4C38-873D-ED7E28776688}" srcOrd="3" destOrd="0" presId="urn:microsoft.com/office/officeart/2005/8/layout/hierarchy1"/>
    <dgm:cxn modelId="{10EF0DA4-3A18-40C2-B7F1-6176925688B8}" type="presParOf" srcId="{EACBCC77-EBC2-4C38-873D-ED7E28776688}" destId="{3CE5B7F0-4F49-44B5-A22D-0E51BD30B346}" srcOrd="0" destOrd="0" presId="urn:microsoft.com/office/officeart/2005/8/layout/hierarchy1"/>
    <dgm:cxn modelId="{11D7BBF8-367D-4324-9DEA-9BF836357159}" type="presParOf" srcId="{3CE5B7F0-4F49-44B5-A22D-0E51BD30B346}" destId="{24273FF2-B74E-41A2-9B5B-6F2959F84AF1}" srcOrd="0" destOrd="0" presId="urn:microsoft.com/office/officeart/2005/8/layout/hierarchy1"/>
    <dgm:cxn modelId="{5F4093BD-24E6-487C-AEEB-3DFB1A6A5A47}" type="presParOf" srcId="{3CE5B7F0-4F49-44B5-A22D-0E51BD30B346}" destId="{064BD57B-74EE-4A3D-AEF3-DAE8808DAD01}" srcOrd="1" destOrd="0" presId="urn:microsoft.com/office/officeart/2005/8/layout/hierarchy1"/>
    <dgm:cxn modelId="{496AE0A8-6418-49C5-9F0F-B7F34BF11A50}" type="presParOf" srcId="{EACBCC77-EBC2-4C38-873D-ED7E28776688}" destId="{9E89DD45-C6CE-46CE-A64D-E95255CF56C8}" srcOrd="1" destOrd="0" presId="urn:microsoft.com/office/officeart/2005/8/layout/hierarchy1"/>
    <dgm:cxn modelId="{5E7BD90B-3277-4A9B-8928-BCF1C773C861}" type="presParOf" srcId="{7D70D73C-DF72-4CDB-A072-ADE2FE8BB7EE}" destId="{7B39DE1D-88E5-4232-8A71-F7EDBE12ABE4}" srcOrd="4" destOrd="0" presId="urn:microsoft.com/office/officeart/2005/8/layout/hierarchy1"/>
    <dgm:cxn modelId="{8C754482-33DD-4E45-B1BC-ECDACAD00868}" type="presParOf" srcId="{7D70D73C-DF72-4CDB-A072-ADE2FE8BB7EE}" destId="{38D7846C-C953-41B4-92EA-8ADD7611D44A}" srcOrd="5" destOrd="0" presId="urn:microsoft.com/office/officeart/2005/8/layout/hierarchy1"/>
    <dgm:cxn modelId="{5C3C72F9-D43E-4F1E-A2F6-A39A772CFFD3}" type="presParOf" srcId="{38D7846C-C953-41B4-92EA-8ADD7611D44A}" destId="{27C9DCC5-74DA-4488-8009-ADE89FC4F42B}" srcOrd="0" destOrd="0" presId="urn:microsoft.com/office/officeart/2005/8/layout/hierarchy1"/>
    <dgm:cxn modelId="{88094ADC-9553-461E-9670-0435A60F1BA2}" type="presParOf" srcId="{27C9DCC5-74DA-4488-8009-ADE89FC4F42B}" destId="{F9FF813C-926B-4C72-902C-A4870AD7A6EA}" srcOrd="0" destOrd="0" presId="urn:microsoft.com/office/officeart/2005/8/layout/hierarchy1"/>
    <dgm:cxn modelId="{49F71CBA-D23A-4637-9BD0-B47A4C0E567E}" type="presParOf" srcId="{27C9DCC5-74DA-4488-8009-ADE89FC4F42B}" destId="{60160550-D9BE-4342-BD8A-4AE710304FAC}" srcOrd="1" destOrd="0" presId="urn:microsoft.com/office/officeart/2005/8/layout/hierarchy1"/>
    <dgm:cxn modelId="{78073246-B677-4632-9CF4-252CDC493534}" type="presParOf" srcId="{38D7846C-C953-41B4-92EA-8ADD7611D44A}" destId="{57E9F57D-40F5-4F34-B516-5A0FED6C471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6103D46-8351-49F4-A00E-84E0D53069E2}" type="doc">
      <dgm:prSet loTypeId="urn:microsoft.com/office/officeart/2005/8/layout/hierarchy1" loCatId="hierarchy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zh-CN" altLang="en-US"/>
        </a:p>
      </dgm:t>
    </dgm:pt>
    <dgm:pt modelId="{4B07B968-2C30-4942-A18D-EC8D561FCEF6}">
      <dgm:prSet phldrT="[文本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800" b="1" dirty="0" smtClean="0"/>
            <a:t>软件</a:t>
          </a:r>
          <a:endParaRPr lang="en-GB" altLang="zh-CN" sz="1800" b="1" dirty="0" smtClean="0"/>
        </a:p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800" b="1" dirty="0" smtClean="0"/>
            <a:t>设计</a:t>
          </a:r>
          <a:endParaRPr lang="zh-CN" altLang="en-US" sz="1800" b="1" dirty="0"/>
        </a:p>
      </dgm:t>
    </dgm:pt>
    <dgm:pt modelId="{280F6AC1-C0C4-438B-B3D4-B18EE9B05E38}" type="parTrans" cxnId="{231830FF-602B-4D82-8F7E-A8E199DD0CB8}">
      <dgm:prSet/>
      <dgm:spPr/>
      <dgm:t>
        <a:bodyPr/>
        <a:lstStyle/>
        <a:p>
          <a:endParaRPr lang="zh-CN" altLang="en-US" sz="1800" b="1"/>
        </a:p>
      </dgm:t>
    </dgm:pt>
    <dgm:pt modelId="{AB558B99-BE41-49FA-A9A0-692B93FAFF6A}" type="sibTrans" cxnId="{231830FF-602B-4D82-8F7E-A8E199DD0CB8}">
      <dgm:prSet/>
      <dgm:spPr/>
      <dgm:t>
        <a:bodyPr/>
        <a:lstStyle/>
        <a:p>
          <a:endParaRPr lang="zh-CN" altLang="en-US" sz="1800" b="1"/>
        </a:p>
      </dgm:t>
    </dgm:pt>
    <dgm:pt modelId="{0DF59A6B-8766-4C2D-8EE5-C9D9A325379B}">
      <dgm:prSet phldrT="[文本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sz="1800" b="1" dirty="0" err="1" smtClean="0"/>
            <a:t>main.c</a:t>
          </a:r>
          <a:endParaRPr lang="en-US" sz="1800" b="1" dirty="0" smtClean="0"/>
        </a:p>
        <a:p>
          <a:pPr>
            <a:lnSpc>
              <a:spcPct val="100000"/>
            </a:lnSpc>
            <a:spcAft>
              <a:spcPts val="0"/>
            </a:spcAft>
          </a:pPr>
          <a:r>
            <a:rPr lang="zh-CN" sz="1800" b="1" dirty="0" smtClean="0"/>
            <a:t>文件</a:t>
          </a:r>
          <a:endParaRPr lang="zh-CN" altLang="en-US" sz="1800" b="1" dirty="0"/>
        </a:p>
      </dgm:t>
    </dgm:pt>
    <dgm:pt modelId="{9664FCAC-0ACE-47E3-AA93-66B70DBD7E2D}" type="parTrans" cxnId="{B7CAFFA3-A8A8-4C60-B827-4F9D69FAEF04}">
      <dgm:prSet/>
      <dgm:spPr/>
      <dgm:t>
        <a:bodyPr/>
        <a:lstStyle/>
        <a:p>
          <a:endParaRPr lang="zh-CN" altLang="en-US" sz="1800" b="1"/>
        </a:p>
      </dgm:t>
    </dgm:pt>
    <dgm:pt modelId="{63B209D0-E3BA-4803-A8A3-5167D4A0B388}" type="sibTrans" cxnId="{B7CAFFA3-A8A8-4C60-B827-4F9D69FAEF04}">
      <dgm:prSet/>
      <dgm:spPr/>
      <dgm:t>
        <a:bodyPr/>
        <a:lstStyle/>
        <a:p>
          <a:endParaRPr lang="zh-CN" altLang="en-US" sz="1800" b="1"/>
        </a:p>
      </dgm:t>
    </dgm:pt>
    <dgm:pt modelId="{A6D70259-A35F-4F78-9C35-FA15F06714D8}">
      <dgm:prSet phldrT="[文本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sz="1800" b="1" dirty="0" err="1" smtClean="0"/>
            <a:t>USARTx.c</a:t>
          </a:r>
          <a:r>
            <a:rPr lang="zh-CN" sz="1800" b="1" dirty="0" smtClean="0"/>
            <a:t>文件</a:t>
          </a:r>
          <a:endParaRPr lang="zh-CN" altLang="en-US" sz="1800" b="1" dirty="0"/>
        </a:p>
      </dgm:t>
    </dgm:pt>
    <dgm:pt modelId="{D1C9C9AB-D5A6-4A74-A254-DEEFD5700ADB}" type="parTrans" cxnId="{7B305C34-B283-4F70-8160-9794B25D7B30}">
      <dgm:prSet/>
      <dgm:spPr/>
      <dgm:t>
        <a:bodyPr/>
        <a:lstStyle/>
        <a:p>
          <a:endParaRPr lang="zh-CN" altLang="en-US" sz="1800" b="1"/>
        </a:p>
      </dgm:t>
    </dgm:pt>
    <dgm:pt modelId="{6D49F307-445B-41F6-AA6A-35D7E66A3617}" type="sibTrans" cxnId="{7B305C34-B283-4F70-8160-9794B25D7B30}">
      <dgm:prSet/>
      <dgm:spPr/>
      <dgm:t>
        <a:bodyPr/>
        <a:lstStyle/>
        <a:p>
          <a:endParaRPr lang="zh-CN" altLang="en-US" sz="1800" b="1"/>
        </a:p>
      </dgm:t>
    </dgm:pt>
    <dgm:pt modelId="{988E28AD-1D00-4B06-907D-E95C40983163}">
      <dgm:prSet phldrT="[文本]" custT="1"/>
      <dgm:spPr>
        <a:solidFill>
          <a:schemeClr val="accent2">
            <a:lumMod val="20000"/>
            <a:lumOff val="80000"/>
            <a:alpha val="90000"/>
          </a:schemeClr>
        </a:solidFill>
      </dgm:spPr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sz="1800" b="1" dirty="0" err="1" smtClean="0"/>
            <a:t>USARTx.h</a:t>
          </a:r>
          <a:r>
            <a:rPr lang="zh-CN" sz="1800" b="1" dirty="0" smtClean="0"/>
            <a:t>头文件</a:t>
          </a:r>
          <a:endParaRPr lang="zh-CN" altLang="en-US" sz="1800" b="1" dirty="0"/>
        </a:p>
      </dgm:t>
    </dgm:pt>
    <dgm:pt modelId="{C248154C-7F5B-496F-9049-68F1D517C091}" type="parTrans" cxnId="{F3ACEADC-4FE3-416A-B754-DC2CEF89945A}">
      <dgm:prSet/>
      <dgm:spPr/>
      <dgm:t>
        <a:bodyPr/>
        <a:lstStyle/>
        <a:p>
          <a:endParaRPr lang="zh-CN" altLang="en-US" sz="1800"/>
        </a:p>
      </dgm:t>
    </dgm:pt>
    <dgm:pt modelId="{B1649AB3-80E8-4653-B7D6-9DE384543E69}" type="sibTrans" cxnId="{F3ACEADC-4FE3-416A-B754-DC2CEF89945A}">
      <dgm:prSet/>
      <dgm:spPr/>
      <dgm:t>
        <a:bodyPr/>
        <a:lstStyle/>
        <a:p>
          <a:endParaRPr lang="zh-CN" altLang="en-US" sz="1800"/>
        </a:p>
      </dgm:t>
    </dgm:pt>
    <dgm:pt modelId="{99D53A17-0282-442E-ABB7-42EE3C86F3DC}" type="pres">
      <dgm:prSet presAssocID="{A6103D46-8351-49F4-A00E-84E0D53069E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B15D71D1-AF50-4F71-86D7-2E22806589B0}" type="pres">
      <dgm:prSet presAssocID="{4B07B968-2C30-4942-A18D-EC8D561FCEF6}" presName="hierRoot1" presStyleCnt="0"/>
      <dgm:spPr/>
    </dgm:pt>
    <dgm:pt modelId="{39CF98CD-7A4A-418A-9553-0E04A9CC1279}" type="pres">
      <dgm:prSet presAssocID="{4B07B968-2C30-4942-A18D-EC8D561FCEF6}" presName="composite" presStyleCnt="0"/>
      <dgm:spPr/>
    </dgm:pt>
    <dgm:pt modelId="{6743EF83-417E-4A1D-93B9-E9C51D103401}" type="pres">
      <dgm:prSet presAssocID="{4B07B968-2C30-4942-A18D-EC8D561FCEF6}" presName="background" presStyleLbl="node0" presStyleIdx="0" presStyleCnt="1"/>
      <dgm:spPr/>
    </dgm:pt>
    <dgm:pt modelId="{42EF75DD-10A1-4D60-8536-A02214F442E7}" type="pres">
      <dgm:prSet presAssocID="{4B07B968-2C30-4942-A18D-EC8D561FCEF6}" presName="text" presStyleLbl="fgAcc0" presStyleIdx="0" presStyleCnt="1" custScaleX="8056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7D70D73C-DF72-4CDB-A072-ADE2FE8BB7EE}" type="pres">
      <dgm:prSet presAssocID="{4B07B968-2C30-4942-A18D-EC8D561FCEF6}" presName="hierChild2" presStyleCnt="0"/>
      <dgm:spPr/>
    </dgm:pt>
    <dgm:pt modelId="{D0A6F472-E56D-45FB-BFFA-CBAAAAF88CC6}" type="pres">
      <dgm:prSet presAssocID="{9664FCAC-0ACE-47E3-AA93-66B70DBD7E2D}" presName="Name10" presStyleLbl="parChTrans1D2" presStyleIdx="0" presStyleCnt="3"/>
      <dgm:spPr/>
      <dgm:t>
        <a:bodyPr/>
        <a:lstStyle/>
        <a:p>
          <a:endParaRPr lang="zh-CN" altLang="en-US"/>
        </a:p>
      </dgm:t>
    </dgm:pt>
    <dgm:pt modelId="{A0E055BB-00CB-49A3-9F85-A24C231DD086}" type="pres">
      <dgm:prSet presAssocID="{0DF59A6B-8766-4C2D-8EE5-C9D9A325379B}" presName="hierRoot2" presStyleCnt="0"/>
      <dgm:spPr/>
    </dgm:pt>
    <dgm:pt modelId="{A10E1ED1-C336-4DB5-9C95-51FFED58979A}" type="pres">
      <dgm:prSet presAssocID="{0DF59A6B-8766-4C2D-8EE5-C9D9A325379B}" presName="composite2" presStyleCnt="0"/>
      <dgm:spPr/>
    </dgm:pt>
    <dgm:pt modelId="{D8EB8E23-805B-40CB-8662-CF33E471B5CE}" type="pres">
      <dgm:prSet presAssocID="{0DF59A6B-8766-4C2D-8EE5-C9D9A325379B}" presName="background2" presStyleLbl="node2" presStyleIdx="0" presStyleCnt="3"/>
      <dgm:spPr/>
    </dgm:pt>
    <dgm:pt modelId="{9D2D64FA-D755-481D-87DD-3F67BCE6968E}" type="pres">
      <dgm:prSet presAssocID="{0DF59A6B-8766-4C2D-8EE5-C9D9A325379B}" presName="text2" presStyleLbl="fgAcc2" presStyleIdx="0" presStyleCnt="3" custScaleX="9180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112F595A-52EE-4E61-AC6B-BE8BF6B76F58}" type="pres">
      <dgm:prSet presAssocID="{0DF59A6B-8766-4C2D-8EE5-C9D9A325379B}" presName="hierChild3" presStyleCnt="0"/>
      <dgm:spPr/>
    </dgm:pt>
    <dgm:pt modelId="{207D381B-E7C1-4F4E-BA17-EEB52D2C8AA5}" type="pres">
      <dgm:prSet presAssocID="{D1C9C9AB-D5A6-4A74-A254-DEEFD5700ADB}" presName="Name10" presStyleLbl="parChTrans1D2" presStyleIdx="1" presStyleCnt="3"/>
      <dgm:spPr/>
      <dgm:t>
        <a:bodyPr/>
        <a:lstStyle/>
        <a:p>
          <a:endParaRPr lang="zh-CN" altLang="en-US"/>
        </a:p>
      </dgm:t>
    </dgm:pt>
    <dgm:pt modelId="{EACBCC77-EBC2-4C38-873D-ED7E28776688}" type="pres">
      <dgm:prSet presAssocID="{A6D70259-A35F-4F78-9C35-FA15F06714D8}" presName="hierRoot2" presStyleCnt="0"/>
      <dgm:spPr/>
    </dgm:pt>
    <dgm:pt modelId="{3CE5B7F0-4F49-44B5-A22D-0E51BD30B346}" type="pres">
      <dgm:prSet presAssocID="{A6D70259-A35F-4F78-9C35-FA15F06714D8}" presName="composite2" presStyleCnt="0"/>
      <dgm:spPr/>
    </dgm:pt>
    <dgm:pt modelId="{24273FF2-B74E-41A2-9B5B-6F2959F84AF1}" type="pres">
      <dgm:prSet presAssocID="{A6D70259-A35F-4F78-9C35-FA15F06714D8}" presName="background2" presStyleLbl="node2" presStyleIdx="1" presStyleCnt="3"/>
      <dgm:spPr/>
    </dgm:pt>
    <dgm:pt modelId="{064BD57B-74EE-4A3D-AEF3-DAE8808DAD01}" type="pres">
      <dgm:prSet presAssocID="{A6D70259-A35F-4F78-9C35-FA15F06714D8}" presName="text2" presStyleLbl="fgAcc2" presStyleIdx="1" presStyleCnt="3" custScaleX="8839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9E89DD45-C6CE-46CE-A64D-E95255CF56C8}" type="pres">
      <dgm:prSet presAssocID="{A6D70259-A35F-4F78-9C35-FA15F06714D8}" presName="hierChild3" presStyleCnt="0"/>
      <dgm:spPr/>
    </dgm:pt>
    <dgm:pt modelId="{7B39DE1D-88E5-4232-8A71-F7EDBE12ABE4}" type="pres">
      <dgm:prSet presAssocID="{C248154C-7F5B-496F-9049-68F1D517C091}" presName="Name10" presStyleLbl="parChTrans1D2" presStyleIdx="2" presStyleCnt="3"/>
      <dgm:spPr/>
      <dgm:t>
        <a:bodyPr/>
        <a:lstStyle/>
        <a:p>
          <a:endParaRPr lang="zh-CN" altLang="en-US"/>
        </a:p>
      </dgm:t>
    </dgm:pt>
    <dgm:pt modelId="{38D7846C-C953-41B4-92EA-8ADD7611D44A}" type="pres">
      <dgm:prSet presAssocID="{988E28AD-1D00-4B06-907D-E95C40983163}" presName="hierRoot2" presStyleCnt="0"/>
      <dgm:spPr/>
    </dgm:pt>
    <dgm:pt modelId="{27C9DCC5-74DA-4488-8009-ADE89FC4F42B}" type="pres">
      <dgm:prSet presAssocID="{988E28AD-1D00-4B06-907D-E95C40983163}" presName="composite2" presStyleCnt="0"/>
      <dgm:spPr/>
    </dgm:pt>
    <dgm:pt modelId="{F9FF813C-926B-4C72-902C-A4870AD7A6EA}" type="pres">
      <dgm:prSet presAssocID="{988E28AD-1D00-4B06-907D-E95C40983163}" presName="background2" presStyleLbl="node2" presStyleIdx="2" presStyleCnt="3"/>
      <dgm:spPr/>
    </dgm:pt>
    <dgm:pt modelId="{60160550-D9BE-4342-BD8A-4AE710304FAC}" type="pres">
      <dgm:prSet presAssocID="{988E28AD-1D00-4B06-907D-E95C40983163}" presName="text2" presStyleLbl="fgAcc2" presStyleIdx="2" presStyleCnt="3" custScaleX="9166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57E9F57D-40F5-4F34-B516-5A0FED6C4713}" type="pres">
      <dgm:prSet presAssocID="{988E28AD-1D00-4B06-907D-E95C40983163}" presName="hierChild3" presStyleCnt="0"/>
      <dgm:spPr/>
    </dgm:pt>
  </dgm:ptLst>
  <dgm:cxnLst>
    <dgm:cxn modelId="{F3ACEADC-4FE3-416A-B754-DC2CEF89945A}" srcId="{4B07B968-2C30-4942-A18D-EC8D561FCEF6}" destId="{988E28AD-1D00-4B06-907D-E95C40983163}" srcOrd="2" destOrd="0" parTransId="{C248154C-7F5B-496F-9049-68F1D517C091}" sibTransId="{B1649AB3-80E8-4653-B7D6-9DE384543E69}"/>
    <dgm:cxn modelId="{020B1F25-80C4-473B-B57E-34806B5B7C8C}" type="presOf" srcId="{988E28AD-1D00-4B06-907D-E95C40983163}" destId="{60160550-D9BE-4342-BD8A-4AE710304FAC}" srcOrd="0" destOrd="0" presId="urn:microsoft.com/office/officeart/2005/8/layout/hierarchy1"/>
    <dgm:cxn modelId="{4E5121F7-F84D-47C4-99C9-6D581CE37F1B}" type="presOf" srcId="{4B07B968-2C30-4942-A18D-EC8D561FCEF6}" destId="{42EF75DD-10A1-4D60-8536-A02214F442E7}" srcOrd="0" destOrd="0" presId="urn:microsoft.com/office/officeart/2005/8/layout/hierarchy1"/>
    <dgm:cxn modelId="{2C27294B-F716-4EFB-80E1-77E4B523F883}" type="presOf" srcId="{A6103D46-8351-49F4-A00E-84E0D53069E2}" destId="{99D53A17-0282-442E-ABB7-42EE3C86F3DC}" srcOrd="0" destOrd="0" presId="urn:microsoft.com/office/officeart/2005/8/layout/hierarchy1"/>
    <dgm:cxn modelId="{EA993633-C42A-4FA0-8E12-4F66183E1881}" type="presOf" srcId="{0DF59A6B-8766-4C2D-8EE5-C9D9A325379B}" destId="{9D2D64FA-D755-481D-87DD-3F67BCE6968E}" srcOrd="0" destOrd="0" presId="urn:microsoft.com/office/officeart/2005/8/layout/hierarchy1"/>
    <dgm:cxn modelId="{231830FF-602B-4D82-8F7E-A8E199DD0CB8}" srcId="{A6103D46-8351-49F4-A00E-84E0D53069E2}" destId="{4B07B968-2C30-4942-A18D-EC8D561FCEF6}" srcOrd="0" destOrd="0" parTransId="{280F6AC1-C0C4-438B-B3D4-B18EE9B05E38}" sibTransId="{AB558B99-BE41-49FA-A9A0-692B93FAFF6A}"/>
    <dgm:cxn modelId="{D95CACE3-2548-4F5C-BEA1-5538C9081401}" type="presOf" srcId="{D1C9C9AB-D5A6-4A74-A254-DEEFD5700ADB}" destId="{207D381B-E7C1-4F4E-BA17-EEB52D2C8AA5}" srcOrd="0" destOrd="0" presId="urn:microsoft.com/office/officeart/2005/8/layout/hierarchy1"/>
    <dgm:cxn modelId="{7B305C34-B283-4F70-8160-9794B25D7B30}" srcId="{4B07B968-2C30-4942-A18D-EC8D561FCEF6}" destId="{A6D70259-A35F-4F78-9C35-FA15F06714D8}" srcOrd="1" destOrd="0" parTransId="{D1C9C9AB-D5A6-4A74-A254-DEEFD5700ADB}" sibTransId="{6D49F307-445B-41F6-AA6A-35D7E66A3617}"/>
    <dgm:cxn modelId="{ED8C727E-3746-4A94-BEB2-ADF6EA5C307D}" type="presOf" srcId="{A6D70259-A35F-4F78-9C35-FA15F06714D8}" destId="{064BD57B-74EE-4A3D-AEF3-DAE8808DAD01}" srcOrd="0" destOrd="0" presId="urn:microsoft.com/office/officeart/2005/8/layout/hierarchy1"/>
    <dgm:cxn modelId="{B7CAFFA3-A8A8-4C60-B827-4F9D69FAEF04}" srcId="{4B07B968-2C30-4942-A18D-EC8D561FCEF6}" destId="{0DF59A6B-8766-4C2D-8EE5-C9D9A325379B}" srcOrd="0" destOrd="0" parTransId="{9664FCAC-0ACE-47E3-AA93-66B70DBD7E2D}" sibTransId="{63B209D0-E3BA-4803-A8A3-5167D4A0B388}"/>
    <dgm:cxn modelId="{E7EDE611-DB04-40F5-BE79-2E680623A0F0}" type="presOf" srcId="{9664FCAC-0ACE-47E3-AA93-66B70DBD7E2D}" destId="{D0A6F472-E56D-45FB-BFFA-CBAAAAF88CC6}" srcOrd="0" destOrd="0" presId="urn:microsoft.com/office/officeart/2005/8/layout/hierarchy1"/>
    <dgm:cxn modelId="{36604F70-59D4-4326-BD24-1235852D7F23}" type="presOf" srcId="{C248154C-7F5B-496F-9049-68F1D517C091}" destId="{7B39DE1D-88E5-4232-8A71-F7EDBE12ABE4}" srcOrd="0" destOrd="0" presId="urn:microsoft.com/office/officeart/2005/8/layout/hierarchy1"/>
    <dgm:cxn modelId="{84B099C9-9ECA-4DD3-86D6-A907EB9276C0}" type="presParOf" srcId="{99D53A17-0282-442E-ABB7-42EE3C86F3DC}" destId="{B15D71D1-AF50-4F71-86D7-2E22806589B0}" srcOrd="0" destOrd="0" presId="urn:microsoft.com/office/officeart/2005/8/layout/hierarchy1"/>
    <dgm:cxn modelId="{81AC5ECE-3B52-4394-9A39-835F8108B206}" type="presParOf" srcId="{B15D71D1-AF50-4F71-86D7-2E22806589B0}" destId="{39CF98CD-7A4A-418A-9553-0E04A9CC1279}" srcOrd="0" destOrd="0" presId="urn:microsoft.com/office/officeart/2005/8/layout/hierarchy1"/>
    <dgm:cxn modelId="{8E45BF54-8D77-408B-A07C-0A46EDE9B510}" type="presParOf" srcId="{39CF98CD-7A4A-418A-9553-0E04A9CC1279}" destId="{6743EF83-417E-4A1D-93B9-E9C51D103401}" srcOrd="0" destOrd="0" presId="urn:microsoft.com/office/officeart/2005/8/layout/hierarchy1"/>
    <dgm:cxn modelId="{66902B45-4BD7-44A4-963F-114E750FE4C5}" type="presParOf" srcId="{39CF98CD-7A4A-418A-9553-0E04A9CC1279}" destId="{42EF75DD-10A1-4D60-8536-A02214F442E7}" srcOrd="1" destOrd="0" presId="urn:microsoft.com/office/officeart/2005/8/layout/hierarchy1"/>
    <dgm:cxn modelId="{CE1A5418-4265-4AB5-8863-1D8166BB96CE}" type="presParOf" srcId="{B15D71D1-AF50-4F71-86D7-2E22806589B0}" destId="{7D70D73C-DF72-4CDB-A072-ADE2FE8BB7EE}" srcOrd="1" destOrd="0" presId="urn:microsoft.com/office/officeart/2005/8/layout/hierarchy1"/>
    <dgm:cxn modelId="{D5A42D1F-95A5-4BB7-A4A9-BE762125958B}" type="presParOf" srcId="{7D70D73C-DF72-4CDB-A072-ADE2FE8BB7EE}" destId="{D0A6F472-E56D-45FB-BFFA-CBAAAAF88CC6}" srcOrd="0" destOrd="0" presId="urn:microsoft.com/office/officeart/2005/8/layout/hierarchy1"/>
    <dgm:cxn modelId="{19BE728D-FEA2-430C-B3D7-27AC709789BE}" type="presParOf" srcId="{7D70D73C-DF72-4CDB-A072-ADE2FE8BB7EE}" destId="{A0E055BB-00CB-49A3-9F85-A24C231DD086}" srcOrd="1" destOrd="0" presId="urn:microsoft.com/office/officeart/2005/8/layout/hierarchy1"/>
    <dgm:cxn modelId="{CB27FD80-6D00-4589-B2AA-99B191B52249}" type="presParOf" srcId="{A0E055BB-00CB-49A3-9F85-A24C231DD086}" destId="{A10E1ED1-C336-4DB5-9C95-51FFED58979A}" srcOrd="0" destOrd="0" presId="urn:microsoft.com/office/officeart/2005/8/layout/hierarchy1"/>
    <dgm:cxn modelId="{E3A22BD4-DDD1-409C-9B13-1E08EB056F8C}" type="presParOf" srcId="{A10E1ED1-C336-4DB5-9C95-51FFED58979A}" destId="{D8EB8E23-805B-40CB-8662-CF33E471B5CE}" srcOrd="0" destOrd="0" presId="urn:microsoft.com/office/officeart/2005/8/layout/hierarchy1"/>
    <dgm:cxn modelId="{21B24755-9D95-406B-A095-1FA62AFFB370}" type="presParOf" srcId="{A10E1ED1-C336-4DB5-9C95-51FFED58979A}" destId="{9D2D64FA-D755-481D-87DD-3F67BCE6968E}" srcOrd="1" destOrd="0" presId="urn:microsoft.com/office/officeart/2005/8/layout/hierarchy1"/>
    <dgm:cxn modelId="{C2983783-4B59-4818-BDA2-1FB6D446B103}" type="presParOf" srcId="{A0E055BB-00CB-49A3-9F85-A24C231DD086}" destId="{112F595A-52EE-4E61-AC6B-BE8BF6B76F58}" srcOrd="1" destOrd="0" presId="urn:microsoft.com/office/officeart/2005/8/layout/hierarchy1"/>
    <dgm:cxn modelId="{BDA7C8C4-61FA-44D9-BD01-7499AB0F9369}" type="presParOf" srcId="{7D70D73C-DF72-4CDB-A072-ADE2FE8BB7EE}" destId="{207D381B-E7C1-4F4E-BA17-EEB52D2C8AA5}" srcOrd="2" destOrd="0" presId="urn:microsoft.com/office/officeart/2005/8/layout/hierarchy1"/>
    <dgm:cxn modelId="{38E35941-0327-4B60-B097-48F7AC1ADE36}" type="presParOf" srcId="{7D70D73C-DF72-4CDB-A072-ADE2FE8BB7EE}" destId="{EACBCC77-EBC2-4C38-873D-ED7E28776688}" srcOrd="3" destOrd="0" presId="urn:microsoft.com/office/officeart/2005/8/layout/hierarchy1"/>
    <dgm:cxn modelId="{71A1D804-2D89-4BEB-88CE-F848FFA9FC51}" type="presParOf" srcId="{EACBCC77-EBC2-4C38-873D-ED7E28776688}" destId="{3CE5B7F0-4F49-44B5-A22D-0E51BD30B346}" srcOrd="0" destOrd="0" presId="urn:microsoft.com/office/officeart/2005/8/layout/hierarchy1"/>
    <dgm:cxn modelId="{9B3CAADE-F552-4101-8960-68CBF82E1A19}" type="presParOf" srcId="{3CE5B7F0-4F49-44B5-A22D-0E51BD30B346}" destId="{24273FF2-B74E-41A2-9B5B-6F2959F84AF1}" srcOrd="0" destOrd="0" presId="urn:microsoft.com/office/officeart/2005/8/layout/hierarchy1"/>
    <dgm:cxn modelId="{91F162DC-581B-49D8-A09F-D63B681F91D3}" type="presParOf" srcId="{3CE5B7F0-4F49-44B5-A22D-0E51BD30B346}" destId="{064BD57B-74EE-4A3D-AEF3-DAE8808DAD01}" srcOrd="1" destOrd="0" presId="urn:microsoft.com/office/officeart/2005/8/layout/hierarchy1"/>
    <dgm:cxn modelId="{B7900836-A6D9-4CE2-B5D0-B13BD7895210}" type="presParOf" srcId="{EACBCC77-EBC2-4C38-873D-ED7E28776688}" destId="{9E89DD45-C6CE-46CE-A64D-E95255CF56C8}" srcOrd="1" destOrd="0" presId="urn:microsoft.com/office/officeart/2005/8/layout/hierarchy1"/>
    <dgm:cxn modelId="{939D3FE9-DE01-42F2-AD93-FE46C2B3DE1C}" type="presParOf" srcId="{7D70D73C-DF72-4CDB-A072-ADE2FE8BB7EE}" destId="{7B39DE1D-88E5-4232-8A71-F7EDBE12ABE4}" srcOrd="4" destOrd="0" presId="urn:microsoft.com/office/officeart/2005/8/layout/hierarchy1"/>
    <dgm:cxn modelId="{420CF691-3559-4A7F-96C7-C2856B59BEF3}" type="presParOf" srcId="{7D70D73C-DF72-4CDB-A072-ADE2FE8BB7EE}" destId="{38D7846C-C953-41B4-92EA-8ADD7611D44A}" srcOrd="5" destOrd="0" presId="urn:microsoft.com/office/officeart/2005/8/layout/hierarchy1"/>
    <dgm:cxn modelId="{3093A165-297D-4096-B9A3-32E9B9F112DB}" type="presParOf" srcId="{38D7846C-C953-41B4-92EA-8ADD7611D44A}" destId="{27C9DCC5-74DA-4488-8009-ADE89FC4F42B}" srcOrd="0" destOrd="0" presId="urn:microsoft.com/office/officeart/2005/8/layout/hierarchy1"/>
    <dgm:cxn modelId="{8A070C19-59F2-41F6-BBF0-7BCBF7448B49}" type="presParOf" srcId="{27C9DCC5-74DA-4488-8009-ADE89FC4F42B}" destId="{F9FF813C-926B-4C72-902C-A4870AD7A6EA}" srcOrd="0" destOrd="0" presId="urn:microsoft.com/office/officeart/2005/8/layout/hierarchy1"/>
    <dgm:cxn modelId="{3DA9F953-E975-4ADA-95E2-1EA2357FFD64}" type="presParOf" srcId="{27C9DCC5-74DA-4488-8009-ADE89FC4F42B}" destId="{60160550-D9BE-4342-BD8A-4AE710304FAC}" srcOrd="1" destOrd="0" presId="urn:microsoft.com/office/officeart/2005/8/layout/hierarchy1"/>
    <dgm:cxn modelId="{EF339185-2036-47C7-8638-D1261352EE50}" type="presParOf" srcId="{38D7846C-C953-41B4-92EA-8ADD7611D44A}" destId="{57E9F57D-40F5-4F34-B516-5A0FED6C471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02CEBAA-E1A0-4A5E-892A-353144A3ECB1}" type="doc">
      <dgm:prSet loTypeId="urn:microsoft.com/office/officeart/2005/8/layout/vList3" loCatId="list" qsTypeId="urn:microsoft.com/office/officeart/2005/8/quickstyle/3d6" qsCatId="3D" csTypeId="urn:microsoft.com/office/officeart/2005/8/colors/accent5_2" csCatId="accent5" phldr="1"/>
      <dgm:spPr/>
      <dgm:t>
        <a:bodyPr/>
        <a:lstStyle/>
        <a:p>
          <a:endParaRPr lang="zh-CN" altLang="en-US"/>
        </a:p>
      </dgm:t>
    </dgm:pt>
    <dgm:pt modelId="{13106C34-DDA7-4704-AE3C-0B0E4328523F}">
      <dgm:prSet custT="1"/>
      <dgm:spPr/>
      <dgm:t>
        <a:bodyPr/>
        <a:lstStyle/>
        <a:p>
          <a:pPr algn="l" rtl="0"/>
          <a:r>
            <a:rPr lang="en-US" altLang="zh-CN" sz="3200" b="1" dirty="0" smtClean="0"/>
            <a:t>8.4.1 DMA</a:t>
          </a:r>
          <a:r>
            <a:rPr lang="zh-CN" altLang="zh-CN" sz="3200" b="1" dirty="0" smtClean="0"/>
            <a:t>的</a:t>
          </a:r>
          <a:r>
            <a:rPr lang="en-US" altLang="zh-CN" sz="3200" b="1" dirty="0" smtClean="0"/>
            <a:t>HAL</a:t>
          </a:r>
          <a:r>
            <a:rPr lang="zh-CN" altLang="zh-CN" sz="3200" b="1" dirty="0" smtClean="0"/>
            <a:t>库接口函数</a:t>
          </a:r>
          <a:endParaRPr lang="zh-CN" sz="3200" b="1" dirty="0"/>
        </a:p>
      </dgm:t>
    </dgm:pt>
    <dgm:pt modelId="{5B2484B4-0902-44AE-9451-619122864D26}" type="parTrans" cxnId="{02BAFB49-29A0-4418-8227-F8F120C95367}">
      <dgm:prSet/>
      <dgm:spPr/>
      <dgm:t>
        <a:bodyPr/>
        <a:lstStyle/>
        <a:p>
          <a:pPr algn="l"/>
          <a:endParaRPr lang="zh-CN" altLang="en-US" sz="3200" b="1"/>
        </a:p>
      </dgm:t>
    </dgm:pt>
    <dgm:pt modelId="{09265D00-2571-440C-8A2D-A0D7C0ECA357}" type="sibTrans" cxnId="{02BAFB49-29A0-4418-8227-F8F120C95367}">
      <dgm:prSet/>
      <dgm:spPr/>
      <dgm:t>
        <a:bodyPr/>
        <a:lstStyle/>
        <a:p>
          <a:pPr algn="l"/>
          <a:endParaRPr lang="zh-CN" altLang="en-US" sz="3200" b="1"/>
        </a:p>
      </dgm:t>
    </dgm:pt>
    <dgm:pt modelId="{21A5513E-94DA-4F61-849B-AC32DF8770F8}" type="pres">
      <dgm:prSet presAssocID="{A02CEBAA-E1A0-4A5E-892A-353144A3ECB1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980B9B6E-5779-4E3D-B05F-5D3FBCE34AB3}" type="pres">
      <dgm:prSet presAssocID="{13106C34-DDA7-4704-AE3C-0B0E4328523F}" presName="composite" presStyleCnt="0"/>
      <dgm:spPr/>
      <dgm:t>
        <a:bodyPr/>
        <a:lstStyle/>
        <a:p>
          <a:endParaRPr lang="zh-CN" altLang="en-US"/>
        </a:p>
      </dgm:t>
    </dgm:pt>
    <dgm:pt modelId="{DC36F2B0-35F2-4893-AC41-D3E7369A8C18}" type="pres">
      <dgm:prSet presAssocID="{13106C34-DDA7-4704-AE3C-0B0E4328523F}" presName="imgShp" presStyleLbl="fgImgPlace1" presStyleIdx="0" presStyleCnt="1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  <dgm:t>
        <a:bodyPr/>
        <a:lstStyle/>
        <a:p>
          <a:endParaRPr lang="zh-CN" altLang="en-US"/>
        </a:p>
      </dgm:t>
    </dgm:pt>
    <dgm:pt modelId="{C9EBB688-8441-4E98-AD8A-6C8A7FD22F1E}" type="pres">
      <dgm:prSet presAssocID="{13106C34-DDA7-4704-AE3C-0B0E4328523F}" presName="txShp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34BC58A-6E75-4B9E-A305-F0FDFA74E727}" type="presOf" srcId="{13106C34-DDA7-4704-AE3C-0B0E4328523F}" destId="{C9EBB688-8441-4E98-AD8A-6C8A7FD22F1E}" srcOrd="0" destOrd="0" presId="urn:microsoft.com/office/officeart/2005/8/layout/vList3"/>
    <dgm:cxn modelId="{02BAFB49-29A0-4418-8227-F8F120C95367}" srcId="{A02CEBAA-E1A0-4A5E-892A-353144A3ECB1}" destId="{13106C34-DDA7-4704-AE3C-0B0E4328523F}" srcOrd="0" destOrd="0" parTransId="{5B2484B4-0902-44AE-9451-619122864D26}" sibTransId="{09265D00-2571-440C-8A2D-A0D7C0ECA357}"/>
    <dgm:cxn modelId="{5F0BC11B-B644-48CF-B092-57CD27EE4B24}" type="presOf" srcId="{A02CEBAA-E1A0-4A5E-892A-353144A3ECB1}" destId="{21A5513E-94DA-4F61-849B-AC32DF8770F8}" srcOrd="0" destOrd="0" presId="urn:microsoft.com/office/officeart/2005/8/layout/vList3"/>
    <dgm:cxn modelId="{DAFC1CB9-C286-40E5-AC57-044B6ED9E654}" type="presParOf" srcId="{21A5513E-94DA-4F61-849B-AC32DF8770F8}" destId="{980B9B6E-5779-4E3D-B05F-5D3FBCE34AB3}" srcOrd="0" destOrd="0" presId="urn:microsoft.com/office/officeart/2005/8/layout/vList3"/>
    <dgm:cxn modelId="{41A60F84-FF55-475C-8BD6-F652E8339F31}" type="presParOf" srcId="{980B9B6E-5779-4E3D-B05F-5D3FBCE34AB3}" destId="{DC36F2B0-35F2-4893-AC41-D3E7369A8C18}" srcOrd="0" destOrd="0" presId="urn:microsoft.com/office/officeart/2005/8/layout/vList3"/>
    <dgm:cxn modelId="{E246697B-3FC9-4E5F-9BD9-652D9782CA76}" type="presParOf" srcId="{980B9B6E-5779-4E3D-B05F-5D3FBCE34AB3}" destId="{C9EBB688-8441-4E98-AD8A-6C8A7FD22F1E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02CEBAA-E1A0-4A5E-892A-353144A3ECB1}" type="doc">
      <dgm:prSet loTypeId="urn:microsoft.com/office/officeart/2005/8/layout/vList3" loCatId="list" qsTypeId="urn:microsoft.com/office/officeart/2005/8/quickstyle/3d6" qsCatId="3D" csTypeId="urn:microsoft.com/office/officeart/2005/8/colors/accent5_2" csCatId="accent5" phldr="1"/>
      <dgm:spPr/>
      <dgm:t>
        <a:bodyPr/>
        <a:lstStyle/>
        <a:p>
          <a:endParaRPr lang="zh-CN" altLang="en-US"/>
        </a:p>
      </dgm:t>
    </dgm:pt>
    <dgm:pt modelId="{13106C34-DDA7-4704-AE3C-0B0E4328523F}">
      <dgm:prSet custT="1"/>
      <dgm:spPr/>
      <dgm:t>
        <a:bodyPr/>
        <a:lstStyle/>
        <a:p>
          <a:pPr algn="l" rtl="0"/>
          <a:r>
            <a:rPr lang="en-US" altLang="zh-CN" sz="3200" b="1" dirty="0" smtClean="0"/>
            <a:t>8.4.2 HAL</a:t>
          </a:r>
          <a:r>
            <a:rPr lang="zh-CN" altLang="zh-CN" sz="3200" b="1" dirty="0" smtClean="0"/>
            <a:t>库</a:t>
          </a:r>
          <a:r>
            <a:rPr lang="en-US" altLang="zh-CN" sz="3200" b="1" dirty="0" smtClean="0"/>
            <a:t>DMA</a:t>
          </a:r>
          <a:r>
            <a:rPr lang="zh-CN" altLang="zh-CN" sz="3200" b="1" dirty="0" smtClean="0"/>
            <a:t>应用实例</a:t>
          </a:r>
          <a:endParaRPr lang="zh-CN" sz="3200" b="1" dirty="0"/>
        </a:p>
      </dgm:t>
    </dgm:pt>
    <dgm:pt modelId="{5B2484B4-0902-44AE-9451-619122864D26}" type="parTrans" cxnId="{02BAFB49-29A0-4418-8227-F8F120C95367}">
      <dgm:prSet/>
      <dgm:spPr/>
      <dgm:t>
        <a:bodyPr/>
        <a:lstStyle/>
        <a:p>
          <a:pPr algn="l"/>
          <a:endParaRPr lang="zh-CN" altLang="en-US" sz="3200" b="1"/>
        </a:p>
      </dgm:t>
    </dgm:pt>
    <dgm:pt modelId="{09265D00-2571-440C-8A2D-A0D7C0ECA357}" type="sibTrans" cxnId="{02BAFB49-29A0-4418-8227-F8F120C95367}">
      <dgm:prSet/>
      <dgm:spPr/>
      <dgm:t>
        <a:bodyPr/>
        <a:lstStyle/>
        <a:p>
          <a:pPr algn="l"/>
          <a:endParaRPr lang="zh-CN" altLang="en-US" sz="3200" b="1"/>
        </a:p>
      </dgm:t>
    </dgm:pt>
    <dgm:pt modelId="{21A5513E-94DA-4F61-849B-AC32DF8770F8}" type="pres">
      <dgm:prSet presAssocID="{A02CEBAA-E1A0-4A5E-892A-353144A3ECB1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980B9B6E-5779-4E3D-B05F-5D3FBCE34AB3}" type="pres">
      <dgm:prSet presAssocID="{13106C34-DDA7-4704-AE3C-0B0E4328523F}" presName="composite" presStyleCnt="0"/>
      <dgm:spPr/>
      <dgm:t>
        <a:bodyPr/>
        <a:lstStyle/>
        <a:p>
          <a:endParaRPr lang="zh-CN" altLang="en-US"/>
        </a:p>
      </dgm:t>
    </dgm:pt>
    <dgm:pt modelId="{DC36F2B0-35F2-4893-AC41-D3E7369A8C18}" type="pres">
      <dgm:prSet presAssocID="{13106C34-DDA7-4704-AE3C-0B0E4328523F}" presName="imgShp" presStyleLbl="fgImgPlace1" presStyleIdx="0" presStyleCnt="1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  <dgm:t>
        <a:bodyPr/>
        <a:lstStyle/>
        <a:p>
          <a:endParaRPr lang="zh-CN" altLang="en-US"/>
        </a:p>
      </dgm:t>
    </dgm:pt>
    <dgm:pt modelId="{C9EBB688-8441-4E98-AD8A-6C8A7FD22F1E}" type="pres">
      <dgm:prSet presAssocID="{13106C34-DDA7-4704-AE3C-0B0E4328523F}" presName="txShp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02BAFB49-29A0-4418-8227-F8F120C95367}" srcId="{A02CEBAA-E1A0-4A5E-892A-353144A3ECB1}" destId="{13106C34-DDA7-4704-AE3C-0B0E4328523F}" srcOrd="0" destOrd="0" parTransId="{5B2484B4-0902-44AE-9451-619122864D26}" sibTransId="{09265D00-2571-440C-8A2D-A0D7C0ECA357}"/>
    <dgm:cxn modelId="{94015D05-1FBC-4002-B869-8044DE567E59}" type="presOf" srcId="{13106C34-DDA7-4704-AE3C-0B0E4328523F}" destId="{C9EBB688-8441-4E98-AD8A-6C8A7FD22F1E}" srcOrd="0" destOrd="0" presId="urn:microsoft.com/office/officeart/2005/8/layout/vList3"/>
    <dgm:cxn modelId="{C8417E83-B820-4E92-A0BA-6A1812A3DA0B}" type="presOf" srcId="{A02CEBAA-E1A0-4A5E-892A-353144A3ECB1}" destId="{21A5513E-94DA-4F61-849B-AC32DF8770F8}" srcOrd="0" destOrd="0" presId="urn:microsoft.com/office/officeart/2005/8/layout/vList3"/>
    <dgm:cxn modelId="{D11573A9-A605-4061-B27D-175292EA14F7}" type="presParOf" srcId="{21A5513E-94DA-4F61-849B-AC32DF8770F8}" destId="{980B9B6E-5779-4E3D-B05F-5D3FBCE34AB3}" srcOrd="0" destOrd="0" presId="urn:microsoft.com/office/officeart/2005/8/layout/vList3"/>
    <dgm:cxn modelId="{28260D73-51D6-4314-8F16-4DCEE662E2C5}" type="presParOf" srcId="{980B9B6E-5779-4E3D-B05F-5D3FBCE34AB3}" destId="{DC36F2B0-35F2-4893-AC41-D3E7369A8C18}" srcOrd="0" destOrd="0" presId="urn:microsoft.com/office/officeart/2005/8/layout/vList3"/>
    <dgm:cxn modelId="{00FC6C74-0F18-432A-8FF3-13F9A073E934}" type="presParOf" srcId="{980B9B6E-5779-4E3D-B05F-5D3FBCE34AB3}" destId="{C9EBB688-8441-4E98-AD8A-6C8A7FD22F1E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041DEFC-9CE6-4E34-851E-E3B693F99DF0}" type="doc">
      <dgm:prSet loTypeId="urn:microsoft.com/office/officeart/2005/8/layout/hierarchy2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7C47229B-18FF-494C-B50B-D0F09D16C066}">
      <dgm:prSet phldrT="[文本]" custT="1"/>
      <dgm:spPr/>
      <dgm:t>
        <a:bodyPr/>
        <a:lstStyle/>
        <a:p>
          <a:r>
            <a:rPr lang="zh-CN" altLang="en-US" sz="1800" b="1" dirty="0" smtClean="0"/>
            <a:t>四个参数</a:t>
          </a:r>
          <a:endParaRPr lang="zh-CN" altLang="en-US" sz="1800" b="1" dirty="0"/>
        </a:p>
      </dgm:t>
    </dgm:pt>
    <dgm:pt modelId="{15EF6D02-3EED-48AC-B63D-FA7EB0EA70CD}" type="parTrans" cxnId="{FAB33611-6E75-41B7-87E3-2B621C4E5600}">
      <dgm:prSet/>
      <dgm:spPr/>
      <dgm:t>
        <a:bodyPr/>
        <a:lstStyle/>
        <a:p>
          <a:endParaRPr lang="zh-CN" altLang="en-US" sz="2800"/>
        </a:p>
      </dgm:t>
    </dgm:pt>
    <dgm:pt modelId="{7135BBF3-092D-4626-987F-4E80A2C03FF7}" type="sibTrans" cxnId="{FAB33611-6E75-41B7-87E3-2B621C4E5600}">
      <dgm:prSet/>
      <dgm:spPr/>
      <dgm:t>
        <a:bodyPr/>
        <a:lstStyle/>
        <a:p>
          <a:endParaRPr lang="zh-CN" altLang="en-US" sz="2800"/>
        </a:p>
      </dgm:t>
    </dgm:pt>
    <dgm:pt modelId="{8A75A9D9-1087-461D-A762-FB26267B1073}">
      <dgm:prSet phldrT="[文本]" custT="1"/>
      <dgm:spPr/>
      <dgm:t>
        <a:bodyPr/>
        <a:lstStyle/>
        <a:p>
          <a:r>
            <a:rPr lang="en-US" altLang="zh-CN" sz="1800" b="1" smtClean="0"/>
            <a:t>hdma</a:t>
          </a:r>
          <a:endParaRPr lang="zh-CN" altLang="en-US" sz="1800" dirty="0"/>
        </a:p>
      </dgm:t>
    </dgm:pt>
    <dgm:pt modelId="{97928937-E8DE-47B4-8C68-5F388582EAAD}" type="parTrans" cxnId="{648BB483-3775-4796-880C-7A3D315C54BC}">
      <dgm:prSet custT="1"/>
      <dgm:spPr/>
      <dgm:t>
        <a:bodyPr/>
        <a:lstStyle/>
        <a:p>
          <a:endParaRPr lang="zh-CN" altLang="en-US" sz="800"/>
        </a:p>
      </dgm:t>
    </dgm:pt>
    <dgm:pt modelId="{746F9594-7B0D-4630-85C9-253D9B120CFB}" type="sibTrans" cxnId="{648BB483-3775-4796-880C-7A3D315C54BC}">
      <dgm:prSet/>
      <dgm:spPr/>
      <dgm:t>
        <a:bodyPr/>
        <a:lstStyle/>
        <a:p>
          <a:endParaRPr lang="zh-CN" altLang="en-US" sz="2800"/>
        </a:p>
      </dgm:t>
    </dgm:pt>
    <dgm:pt modelId="{E4F97206-3014-4B29-A273-AE637947B3C9}">
      <dgm:prSet phldrT="[文本]" custT="1"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zh-CN" altLang="en-US" sz="1800" b="1" smtClean="0"/>
            <a:t>具体使用的</a:t>
          </a:r>
          <a:r>
            <a:rPr lang="en-US" altLang="zh-CN" sz="1800" b="1" smtClean="0"/>
            <a:t>DMA</a:t>
          </a:r>
          <a:r>
            <a:rPr lang="zh-CN" altLang="en-US" sz="1800" b="1" smtClean="0"/>
            <a:t>对象</a:t>
          </a:r>
          <a:endParaRPr lang="zh-CN" altLang="en-US" sz="1800" dirty="0"/>
        </a:p>
      </dgm:t>
    </dgm:pt>
    <dgm:pt modelId="{8551E531-D859-4AA0-B7D6-3681397EBFBC}" type="parTrans" cxnId="{EC7DE9E0-D8CD-4ACA-8B30-A1CA38FBFF90}">
      <dgm:prSet custT="1"/>
      <dgm:spPr/>
      <dgm:t>
        <a:bodyPr/>
        <a:lstStyle/>
        <a:p>
          <a:endParaRPr lang="zh-CN" altLang="en-US" sz="800"/>
        </a:p>
      </dgm:t>
    </dgm:pt>
    <dgm:pt modelId="{57D1DB33-0265-43B5-B5FE-FCEADDE11554}" type="sibTrans" cxnId="{EC7DE9E0-D8CD-4ACA-8B30-A1CA38FBFF90}">
      <dgm:prSet/>
      <dgm:spPr/>
      <dgm:t>
        <a:bodyPr/>
        <a:lstStyle/>
        <a:p>
          <a:endParaRPr lang="zh-CN" altLang="en-US" sz="2800"/>
        </a:p>
      </dgm:t>
    </dgm:pt>
    <dgm:pt modelId="{96BE0D20-5322-4905-BF89-C0B5F59D4C7B}">
      <dgm:prSet phldrT="[文本]" custT="1"/>
      <dgm:spPr/>
      <dgm:t>
        <a:bodyPr/>
        <a:lstStyle/>
        <a:p>
          <a:r>
            <a:rPr lang="en-US" altLang="zh-CN" sz="1800" b="1" smtClean="0"/>
            <a:t>SrcAddress</a:t>
          </a:r>
          <a:endParaRPr lang="zh-CN" altLang="en-US" sz="1800" dirty="0"/>
        </a:p>
      </dgm:t>
    </dgm:pt>
    <dgm:pt modelId="{DC77DF0F-27BC-403B-9B14-8D505109ABCC}" type="parTrans" cxnId="{D9615725-1575-4DD4-B957-782C9E39BB73}">
      <dgm:prSet custT="1"/>
      <dgm:spPr/>
      <dgm:t>
        <a:bodyPr/>
        <a:lstStyle/>
        <a:p>
          <a:endParaRPr lang="zh-CN" altLang="en-US" sz="800"/>
        </a:p>
      </dgm:t>
    </dgm:pt>
    <dgm:pt modelId="{66BF3190-C9CB-46EB-A98B-2D5EF260F23E}" type="sibTrans" cxnId="{D9615725-1575-4DD4-B957-782C9E39BB73}">
      <dgm:prSet/>
      <dgm:spPr/>
      <dgm:t>
        <a:bodyPr/>
        <a:lstStyle/>
        <a:p>
          <a:endParaRPr lang="zh-CN" altLang="en-US" sz="2800"/>
        </a:p>
      </dgm:t>
    </dgm:pt>
    <dgm:pt modelId="{2CD1CD6C-4990-42A5-98F7-9788B7963F59}">
      <dgm:prSet phldrT="[文本]" custT="1"/>
      <dgm:spPr/>
      <dgm:t>
        <a:bodyPr/>
        <a:lstStyle/>
        <a:p>
          <a:r>
            <a:rPr lang="en-US" altLang="zh-CN" sz="1800" b="1" smtClean="0"/>
            <a:t>DMA</a:t>
          </a:r>
          <a:r>
            <a:rPr lang="zh-CN" altLang="en-US" sz="1800" b="1" smtClean="0"/>
            <a:t>传输的源数据地址</a:t>
          </a:r>
          <a:endParaRPr lang="zh-CN" altLang="en-US" sz="1800" dirty="0"/>
        </a:p>
      </dgm:t>
    </dgm:pt>
    <dgm:pt modelId="{C3DCEF9E-9608-456F-87F7-A561348DE7BD}" type="parTrans" cxnId="{A44C42F8-0985-4EC8-B83A-14FBADAB8F41}">
      <dgm:prSet custT="1"/>
      <dgm:spPr/>
      <dgm:t>
        <a:bodyPr/>
        <a:lstStyle/>
        <a:p>
          <a:endParaRPr lang="zh-CN" altLang="en-US" sz="800"/>
        </a:p>
      </dgm:t>
    </dgm:pt>
    <dgm:pt modelId="{612E9762-8881-4316-B9B6-769E1AB2B469}" type="sibTrans" cxnId="{A44C42F8-0985-4EC8-B83A-14FBADAB8F41}">
      <dgm:prSet/>
      <dgm:spPr/>
      <dgm:t>
        <a:bodyPr/>
        <a:lstStyle/>
        <a:p>
          <a:endParaRPr lang="zh-CN" altLang="en-US" sz="2800"/>
        </a:p>
      </dgm:t>
    </dgm:pt>
    <dgm:pt modelId="{155CC6B1-A884-4BE1-BCA0-CE2A7D5A6FE3}">
      <dgm:prSet phldrT="[文本]" custT="1"/>
      <dgm:spPr/>
      <dgm:t>
        <a:bodyPr/>
        <a:lstStyle/>
        <a:p>
          <a:r>
            <a:rPr lang="en-US" altLang="zh-CN" sz="1800" b="1" smtClean="0"/>
            <a:t>DstAddress</a:t>
          </a:r>
          <a:endParaRPr lang="zh-CN" altLang="en-US" sz="1800" dirty="0"/>
        </a:p>
      </dgm:t>
    </dgm:pt>
    <dgm:pt modelId="{C87A8DB3-87CA-4B69-BA6B-3408C5A6797E}" type="parTrans" cxnId="{7446B142-C820-4464-8B36-5B93F712804B}">
      <dgm:prSet custT="1"/>
      <dgm:spPr/>
      <dgm:t>
        <a:bodyPr/>
        <a:lstStyle/>
        <a:p>
          <a:endParaRPr lang="zh-CN" altLang="en-US" sz="800"/>
        </a:p>
      </dgm:t>
    </dgm:pt>
    <dgm:pt modelId="{900A9D3A-690F-4AD1-B23A-086AB60A7A7F}" type="sibTrans" cxnId="{7446B142-C820-4464-8B36-5B93F712804B}">
      <dgm:prSet/>
      <dgm:spPr/>
      <dgm:t>
        <a:bodyPr/>
        <a:lstStyle/>
        <a:p>
          <a:endParaRPr lang="zh-CN" altLang="en-US" sz="2800"/>
        </a:p>
      </dgm:t>
    </dgm:pt>
    <dgm:pt modelId="{347E5A37-D364-40BD-B543-5E98C271F82D}">
      <dgm:prSet custT="1"/>
      <dgm:spPr/>
      <dgm:t>
        <a:bodyPr/>
        <a:lstStyle/>
        <a:p>
          <a:r>
            <a:rPr lang="en-US" altLang="zh-CN" sz="1800" b="1" smtClean="0"/>
            <a:t>DataLength</a:t>
          </a:r>
          <a:endParaRPr lang="zh-CN" altLang="en-US" sz="1800" b="1" dirty="0"/>
        </a:p>
      </dgm:t>
    </dgm:pt>
    <dgm:pt modelId="{82EF8964-2168-4C82-B793-C82D47CE837E}" type="parTrans" cxnId="{6E5EEDDC-A17A-42B1-B799-7E8BF3F56D6B}">
      <dgm:prSet custT="1"/>
      <dgm:spPr/>
      <dgm:t>
        <a:bodyPr/>
        <a:lstStyle/>
        <a:p>
          <a:endParaRPr lang="zh-CN" altLang="en-US" sz="800"/>
        </a:p>
      </dgm:t>
    </dgm:pt>
    <dgm:pt modelId="{C498ACAE-7B83-4777-AE07-FAA023254A58}" type="sibTrans" cxnId="{6E5EEDDC-A17A-42B1-B799-7E8BF3F56D6B}">
      <dgm:prSet/>
      <dgm:spPr/>
      <dgm:t>
        <a:bodyPr/>
        <a:lstStyle/>
        <a:p>
          <a:endParaRPr lang="zh-CN" altLang="en-US" sz="2800"/>
        </a:p>
      </dgm:t>
    </dgm:pt>
    <dgm:pt modelId="{793AB951-4B57-445B-95D4-AEBC726FF804}">
      <dgm:prSet phldrT="[文本]" custT="1"/>
      <dgm:spPr/>
      <dgm:t>
        <a:bodyPr/>
        <a:lstStyle/>
        <a:p>
          <a:r>
            <a:rPr lang="en-US" altLang="zh-CN" sz="1800" b="1" dirty="0" smtClean="0"/>
            <a:t>DMA</a:t>
          </a:r>
          <a:r>
            <a:rPr lang="zh-CN" altLang="en-US" sz="1800" b="1" dirty="0" smtClean="0"/>
            <a:t>传输的目的地址</a:t>
          </a:r>
          <a:endParaRPr lang="zh-CN" altLang="en-US" sz="1800" dirty="0"/>
        </a:p>
      </dgm:t>
    </dgm:pt>
    <dgm:pt modelId="{9ECC3C4B-04E3-4BBE-8E82-1F6FCE51C353}" type="parTrans" cxnId="{CE5C0D30-5C43-4904-B849-E35393763D50}">
      <dgm:prSet custT="1"/>
      <dgm:spPr/>
      <dgm:t>
        <a:bodyPr/>
        <a:lstStyle/>
        <a:p>
          <a:endParaRPr lang="zh-CN" altLang="en-US" sz="800"/>
        </a:p>
      </dgm:t>
    </dgm:pt>
    <dgm:pt modelId="{5F1A2A5F-A7E3-44CC-836D-93695795DC81}" type="sibTrans" cxnId="{CE5C0D30-5C43-4904-B849-E35393763D50}">
      <dgm:prSet/>
      <dgm:spPr/>
      <dgm:t>
        <a:bodyPr/>
        <a:lstStyle/>
        <a:p>
          <a:endParaRPr lang="zh-CN" altLang="en-US" sz="2800"/>
        </a:p>
      </dgm:t>
    </dgm:pt>
    <dgm:pt modelId="{C3BE303E-FB69-4D15-A57A-C70E9ECBE7EB}">
      <dgm:prSet custT="1"/>
      <dgm:spPr/>
      <dgm:t>
        <a:bodyPr/>
        <a:lstStyle/>
        <a:p>
          <a:r>
            <a:rPr lang="en-US" altLang="zh-CN" sz="1800" b="1" dirty="0" smtClean="0"/>
            <a:t>DMA</a:t>
          </a:r>
          <a:r>
            <a:rPr lang="zh-CN" altLang="en-US" sz="1800" b="1" dirty="0" smtClean="0"/>
            <a:t>传输数据的长度</a:t>
          </a:r>
          <a:endParaRPr lang="zh-CN" altLang="en-US" sz="1800" b="1" dirty="0"/>
        </a:p>
      </dgm:t>
    </dgm:pt>
    <dgm:pt modelId="{F076FBB8-ACB0-4E42-82D8-5CFABE77E8EE}" type="parTrans" cxnId="{F20688DF-CA1D-4EC4-9EDD-19C6EED1B02B}">
      <dgm:prSet custT="1"/>
      <dgm:spPr/>
      <dgm:t>
        <a:bodyPr/>
        <a:lstStyle/>
        <a:p>
          <a:endParaRPr lang="zh-CN" altLang="en-US" sz="800"/>
        </a:p>
      </dgm:t>
    </dgm:pt>
    <dgm:pt modelId="{E5C2BD7C-426D-4041-AEDF-EC65D1128B6F}" type="sibTrans" cxnId="{F20688DF-CA1D-4EC4-9EDD-19C6EED1B02B}">
      <dgm:prSet/>
      <dgm:spPr/>
      <dgm:t>
        <a:bodyPr/>
        <a:lstStyle/>
        <a:p>
          <a:endParaRPr lang="zh-CN" altLang="en-US" sz="2800"/>
        </a:p>
      </dgm:t>
    </dgm:pt>
    <dgm:pt modelId="{909DD612-8B8C-4DA5-8112-8FC0453FC9B2}" type="pres">
      <dgm:prSet presAssocID="{9041DEFC-9CE6-4E34-851E-E3B693F99DF0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83D07295-1145-4C66-A0BA-14BB61D45D80}" type="pres">
      <dgm:prSet presAssocID="{7C47229B-18FF-494C-B50B-D0F09D16C066}" presName="root1" presStyleCnt="0"/>
      <dgm:spPr/>
    </dgm:pt>
    <dgm:pt modelId="{03891E18-0E9C-4F64-93A4-ACDDFF17952A}" type="pres">
      <dgm:prSet presAssocID="{7C47229B-18FF-494C-B50B-D0F09D16C066}" presName="LevelOneTextNode" presStyleLbl="node0" presStyleIdx="0" presStyleCnt="1" custScaleX="12131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8D2705AE-D9C5-41F2-876D-D15DF8A30CC1}" type="pres">
      <dgm:prSet presAssocID="{7C47229B-18FF-494C-B50B-D0F09D16C066}" presName="level2hierChild" presStyleCnt="0"/>
      <dgm:spPr/>
    </dgm:pt>
    <dgm:pt modelId="{F23D922E-F22E-4205-A3D5-734B96659B3C}" type="pres">
      <dgm:prSet presAssocID="{97928937-E8DE-47B4-8C68-5F388582EAAD}" presName="conn2-1" presStyleLbl="parChTrans1D2" presStyleIdx="0" presStyleCnt="4"/>
      <dgm:spPr/>
      <dgm:t>
        <a:bodyPr/>
        <a:lstStyle/>
        <a:p>
          <a:endParaRPr lang="zh-CN" altLang="en-US"/>
        </a:p>
      </dgm:t>
    </dgm:pt>
    <dgm:pt modelId="{54F7A3ED-73B6-4935-AD60-25DFEFB1FF6A}" type="pres">
      <dgm:prSet presAssocID="{97928937-E8DE-47B4-8C68-5F388582EAAD}" presName="connTx" presStyleLbl="parChTrans1D2" presStyleIdx="0" presStyleCnt="4"/>
      <dgm:spPr/>
      <dgm:t>
        <a:bodyPr/>
        <a:lstStyle/>
        <a:p>
          <a:endParaRPr lang="zh-CN" altLang="en-US"/>
        </a:p>
      </dgm:t>
    </dgm:pt>
    <dgm:pt modelId="{6D5C8460-4B2A-4A85-A32A-54892ADDED63}" type="pres">
      <dgm:prSet presAssocID="{8A75A9D9-1087-461D-A762-FB26267B1073}" presName="root2" presStyleCnt="0"/>
      <dgm:spPr/>
    </dgm:pt>
    <dgm:pt modelId="{1498C16F-5FA3-47CE-B9F6-A17843D9BA4D}" type="pres">
      <dgm:prSet presAssocID="{8A75A9D9-1087-461D-A762-FB26267B1073}" presName="LevelTwoTextNode" presStyleLbl="node2" presStyleIdx="0" presStyleCnt="4" custScaleX="155058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F4A44500-0114-48BA-8FC7-223374D56028}" type="pres">
      <dgm:prSet presAssocID="{8A75A9D9-1087-461D-A762-FB26267B1073}" presName="level3hierChild" presStyleCnt="0"/>
      <dgm:spPr/>
    </dgm:pt>
    <dgm:pt modelId="{A2A38995-FE81-43B0-9EDE-5A2F5B47A71D}" type="pres">
      <dgm:prSet presAssocID="{8551E531-D859-4AA0-B7D6-3681397EBFBC}" presName="conn2-1" presStyleLbl="parChTrans1D3" presStyleIdx="0" presStyleCnt="4"/>
      <dgm:spPr/>
      <dgm:t>
        <a:bodyPr/>
        <a:lstStyle/>
        <a:p>
          <a:endParaRPr lang="zh-CN" altLang="en-US"/>
        </a:p>
      </dgm:t>
    </dgm:pt>
    <dgm:pt modelId="{FE858A1B-4B5B-40A1-8477-721B16871FAC}" type="pres">
      <dgm:prSet presAssocID="{8551E531-D859-4AA0-B7D6-3681397EBFBC}" presName="connTx" presStyleLbl="parChTrans1D3" presStyleIdx="0" presStyleCnt="4"/>
      <dgm:spPr/>
      <dgm:t>
        <a:bodyPr/>
        <a:lstStyle/>
        <a:p>
          <a:endParaRPr lang="zh-CN" altLang="en-US"/>
        </a:p>
      </dgm:t>
    </dgm:pt>
    <dgm:pt modelId="{9AD4BD56-077A-41AF-B13E-BDAC785F4DE7}" type="pres">
      <dgm:prSet presAssocID="{E4F97206-3014-4B29-A273-AE637947B3C9}" presName="root2" presStyleCnt="0"/>
      <dgm:spPr/>
    </dgm:pt>
    <dgm:pt modelId="{AF3E376D-55BB-4059-B330-B2EDB5EF44B3}" type="pres">
      <dgm:prSet presAssocID="{E4F97206-3014-4B29-A273-AE637947B3C9}" presName="LevelTwoTextNode" presStyleLbl="node3" presStyleIdx="0" presStyleCnt="4" custScaleX="49957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6791B040-827C-4FCC-9E81-67DEF740D762}" type="pres">
      <dgm:prSet presAssocID="{E4F97206-3014-4B29-A273-AE637947B3C9}" presName="level3hierChild" presStyleCnt="0"/>
      <dgm:spPr/>
    </dgm:pt>
    <dgm:pt modelId="{9F45FEBE-0C1D-41FC-9F50-7C03150FE3BF}" type="pres">
      <dgm:prSet presAssocID="{DC77DF0F-27BC-403B-9B14-8D505109ABCC}" presName="conn2-1" presStyleLbl="parChTrans1D2" presStyleIdx="1" presStyleCnt="4"/>
      <dgm:spPr/>
      <dgm:t>
        <a:bodyPr/>
        <a:lstStyle/>
        <a:p>
          <a:endParaRPr lang="zh-CN" altLang="en-US"/>
        </a:p>
      </dgm:t>
    </dgm:pt>
    <dgm:pt modelId="{A4DDBA46-40BD-4398-9002-320229992BA2}" type="pres">
      <dgm:prSet presAssocID="{DC77DF0F-27BC-403B-9B14-8D505109ABCC}" presName="connTx" presStyleLbl="parChTrans1D2" presStyleIdx="1" presStyleCnt="4"/>
      <dgm:spPr/>
      <dgm:t>
        <a:bodyPr/>
        <a:lstStyle/>
        <a:p>
          <a:endParaRPr lang="zh-CN" altLang="en-US"/>
        </a:p>
      </dgm:t>
    </dgm:pt>
    <dgm:pt modelId="{D2994C21-F3B8-4563-9B11-984A5F40D576}" type="pres">
      <dgm:prSet presAssocID="{96BE0D20-5322-4905-BF89-C0B5F59D4C7B}" presName="root2" presStyleCnt="0"/>
      <dgm:spPr/>
    </dgm:pt>
    <dgm:pt modelId="{50928973-2B42-4CBC-9775-B4DEEC8304AC}" type="pres">
      <dgm:prSet presAssocID="{96BE0D20-5322-4905-BF89-C0B5F59D4C7B}" presName="LevelTwoTextNode" presStyleLbl="node2" presStyleIdx="1" presStyleCnt="4" custScaleX="155058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29AFC6EE-50F6-4441-88AF-5554146A31CB}" type="pres">
      <dgm:prSet presAssocID="{96BE0D20-5322-4905-BF89-C0B5F59D4C7B}" presName="level3hierChild" presStyleCnt="0"/>
      <dgm:spPr/>
    </dgm:pt>
    <dgm:pt modelId="{677A2031-C229-4C35-BC3E-352C9B68E4FD}" type="pres">
      <dgm:prSet presAssocID="{C3DCEF9E-9608-456F-87F7-A561348DE7BD}" presName="conn2-1" presStyleLbl="parChTrans1D3" presStyleIdx="1" presStyleCnt="4"/>
      <dgm:spPr/>
      <dgm:t>
        <a:bodyPr/>
        <a:lstStyle/>
        <a:p>
          <a:endParaRPr lang="zh-CN" altLang="en-US"/>
        </a:p>
      </dgm:t>
    </dgm:pt>
    <dgm:pt modelId="{D846E586-FBE6-4460-97CA-6BD71F6F18E3}" type="pres">
      <dgm:prSet presAssocID="{C3DCEF9E-9608-456F-87F7-A561348DE7BD}" presName="connTx" presStyleLbl="parChTrans1D3" presStyleIdx="1" presStyleCnt="4"/>
      <dgm:spPr/>
      <dgm:t>
        <a:bodyPr/>
        <a:lstStyle/>
        <a:p>
          <a:endParaRPr lang="zh-CN" altLang="en-US"/>
        </a:p>
      </dgm:t>
    </dgm:pt>
    <dgm:pt modelId="{A93E1437-0B02-4602-B71F-B8C0536EBDEA}" type="pres">
      <dgm:prSet presAssocID="{2CD1CD6C-4990-42A5-98F7-9788B7963F59}" presName="root2" presStyleCnt="0"/>
      <dgm:spPr/>
    </dgm:pt>
    <dgm:pt modelId="{112780DA-1446-4C27-B785-149A7B9D426D}" type="pres">
      <dgm:prSet presAssocID="{2CD1CD6C-4990-42A5-98F7-9788B7963F59}" presName="LevelTwoTextNode" presStyleLbl="node3" presStyleIdx="1" presStyleCnt="4" custScaleX="49957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D4CDA654-0615-4E96-A6A2-BC9FA43373A4}" type="pres">
      <dgm:prSet presAssocID="{2CD1CD6C-4990-42A5-98F7-9788B7963F59}" presName="level3hierChild" presStyleCnt="0"/>
      <dgm:spPr/>
    </dgm:pt>
    <dgm:pt modelId="{9D30B484-78F1-4CA7-858A-29E75A7A316B}" type="pres">
      <dgm:prSet presAssocID="{C87A8DB3-87CA-4B69-BA6B-3408C5A6797E}" presName="conn2-1" presStyleLbl="parChTrans1D2" presStyleIdx="2" presStyleCnt="4"/>
      <dgm:spPr/>
      <dgm:t>
        <a:bodyPr/>
        <a:lstStyle/>
        <a:p>
          <a:endParaRPr lang="zh-CN" altLang="en-US"/>
        </a:p>
      </dgm:t>
    </dgm:pt>
    <dgm:pt modelId="{4DDD44F1-4D68-46C5-83F3-0916EB78F9EE}" type="pres">
      <dgm:prSet presAssocID="{C87A8DB3-87CA-4B69-BA6B-3408C5A6797E}" presName="connTx" presStyleLbl="parChTrans1D2" presStyleIdx="2" presStyleCnt="4"/>
      <dgm:spPr/>
      <dgm:t>
        <a:bodyPr/>
        <a:lstStyle/>
        <a:p>
          <a:endParaRPr lang="zh-CN" altLang="en-US"/>
        </a:p>
      </dgm:t>
    </dgm:pt>
    <dgm:pt modelId="{134156FF-6B42-4C76-B3F1-950780593944}" type="pres">
      <dgm:prSet presAssocID="{155CC6B1-A884-4BE1-BCA0-CE2A7D5A6FE3}" presName="root2" presStyleCnt="0"/>
      <dgm:spPr/>
    </dgm:pt>
    <dgm:pt modelId="{DA341AF3-8DF5-4EA0-A343-E37AF033BC7C}" type="pres">
      <dgm:prSet presAssocID="{155CC6B1-A884-4BE1-BCA0-CE2A7D5A6FE3}" presName="LevelTwoTextNode" presStyleLbl="node2" presStyleIdx="2" presStyleCnt="4" custScaleX="155058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505FA0AD-EAE9-4C69-B0CE-00709390A8E6}" type="pres">
      <dgm:prSet presAssocID="{155CC6B1-A884-4BE1-BCA0-CE2A7D5A6FE3}" presName="level3hierChild" presStyleCnt="0"/>
      <dgm:spPr/>
    </dgm:pt>
    <dgm:pt modelId="{C71E981F-8274-4D2B-847B-C553D807874F}" type="pres">
      <dgm:prSet presAssocID="{9ECC3C4B-04E3-4BBE-8E82-1F6FCE51C353}" presName="conn2-1" presStyleLbl="parChTrans1D3" presStyleIdx="2" presStyleCnt="4"/>
      <dgm:spPr/>
      <dgm:t>
        <a:bodyPr/>
        <a:lstStyle/>
        <a:p>
          <a:endParaRPr lang="zh-CN" altLang="en-US"/>
        </a:p>
      </dgm:t>
    </dgm:pt>
    <dgm:pt modelId="{62756B6C-267A-4CEC-953F-C610CC4E846D}" type="pres">
      <dgm:prSet presAssocID="{9ECC3C4B-04E3-4BBE-8E82-1F6FCE51C353}" presName="connTx" presStyleLbl="parChTrans1D3" presStyleIdx="2" presStyleCnt="4"/>
      <dgm:spPr/>
      <dgm:t>
        <a:bodyPr/>
        <a:lstStyle/>
        <a:p>
          <a:endParaRPr lang="zh-CN" altLang="en-US"/>
        </a:p>
      </dgm:t>
    </dgm:pt>
    <dgm:pt modelId="{D0044C30-5B6A-4F4C-B755-F8F164859592}" type="pres">
      <dgm:prSet presAssocID="{793AB951-4B57-445B-95D4-AEBC726FF804}" presName="root2" presStyleCnt="0"/>
      <dgm:spPr/>
    </dgm:pt>
    <dgm:pt modelId="{94E5EA62-B28C-463C-8A7E-C5C079FF7AD1}" type="pres">
      <dgm:prSet presAssocID="{793AB951-4B57-445B-95D4-AEBC726FF804}" presName="LevelTwoTextNode" presStyleLbl="node3" presStyleIdx="2" presStyleCnt="4" custScaleX="49957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2D57173D-6DB2-499A-81CF-34FA8E6C5B7E}" type="pres">
      <dgm:prSet presAssocID="{793AB951-4B57-445B-95D4-AEBC726FF804}" presName="level3hierChild" presStyleCnt="0"/>
      <dgm:spPr/>
    </dgm:pt>
    <dgm:pt modelId="{7B7DCE91-B29A-4A36-9294-051C570A521B}" type="pres">
      <dgm:prSet presAssocID="{82EF8964-2168-4C82-B793-C82D47CE837E}" presName="conn2-1" presStyleLbl="parChTrans1D2" presStyleIdx="3" presStyleCnt="4"/>
      <dgm:spPr/>
      <dgm:t>
        <a:bodyPr/>
        <a:lstStyle/>
        <a:p>
          <a:endParaRPr lang="zh-CN" altLang="en-US"/>
        </a:p>
      </dgm:t>
    </dgm:pt>
    <dgm:pt modelId="{5753400B-2E9A-4485-BD65-8CA9B1854108}" type="pres">
      <dgm:prSet presAssocID="{82EF8964-2168-4C82-B793-C82D47CE837E}" presName="connTx" presStyleLbl="parChTrans1D2" presStyleIdx="3" presStyleCnt="4"/>
      <dgm:spPr/>
      <dgm:t>
        <a:bodyPr/>
        <a:lstStyle/>
        <a:p>
          <a:endParaRPr lang="zh-CN" altLang="en-US"/>
        </a:p>
      </dgm:t>
    </dgm:pt>
    <dgm:pt modelId="{3F74FBC4-E4CC-4EC9-9211-C3AB106BB844}" type="pres">
      <dgm:prSet presAssocID="{347E5A37-D364-40BD-B543-5E98C271F82D}" presName="root2" presStyleCnt="0"/>
      <dgm:spPr/>
    </dgm:pt>
    <dgm:pt modelId="{AA2E5C56-13D5-42CA-B73C-3CE7D5917A97}" type="pres">
      <dgm:prSet presAssocID="{347E5A37-D364-40BD-B543-5E98C271F82D}" presName="LevelTwoTextNode" presStyleLbl="node2" presStyleIdx="3" presStyleCnt="4" custScaleX="155058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D654B5E0-2687-4C16-8F9C-0DF2F73B082F}" type="pres">
      <dgm:prSet presAssocID="{347E5A37-D364-40BD-B543-5E98C271F82D}" presName="level3hierChild" presStyleCnt="0"/>
      <dgm:spPr/>
    </dgm:pt>
    <dgm:pt modelId="{6F4AA16A-40E1-4C0D-80DB-EA8A467C8875}" type="pres">
      <dgm:prSet presAssocID="{F076FBB8-ACB0-4E42-82D8-5CFABE77E8EE}" presName="conn2-1" presStyleLbl="parChTrans1D3" presStyleIdx="3" presStyleCnt="4"/>
      <dgm:spPr/>
      <dgm:t>
        <a:bodyPr/>
        <a:lstStyle/>
        <a:p>
          <a:endParaRPr lang="zh-CN" altLang="en-US"/>
        </a:p>
      </dgm:t>
    </dgm:pt>
    <dgm:pt modelId="{8C7D6666-9D71-4437-A55C-EFC2BAFD8E47}" type="pres">
      <dgm:prSet presAssocID="{F076FBB8-ACB0-4E42-82D8-5CFABE77E8EE}" presName="connTx" presStyleLbl="parChTrans1D3" presStyleIdx="3" presStyleCnt="4"/>
      <dgm:spPr/>
      <dgm:t>
        <a:bodyPr/>
        <a:lstStyle/>
        <a:p>
          <a:endParaRPr lang="zh-CN" altLang="en-US"/>
        </a:p>
      </dgm:t>
    </dgm:pt>
    <dgm:pt modelId="{879160D1-78E9-4CAE-9AAA-D25D360CE852}" type="pres">
      <dgm:prSet presAssocID="{C3BE303E-FB69-4D15-A57A-C70E9ECBE7EB}" presName="root2" presStyleCnt="0"/>
      <dgm:spPr/>
    </dgm:pt>
    <dgm:pt modelId="{8915A25B-AF10-430E-BE88-5F1B3616B7E0}" type="pres">
      <dgm:prSet presAssocID="{C3BE303E-FB69-4D15-A57A-C70E9ECBE7EB}" presName="LevelTwoTextNode" presStyleLbl="node3" presStyleIdx="3" presStyleCnt="4" custScaleX="49957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344106D5-A5CA-49ED-B9AC-2A9319B77A73}" type="pres">
      <dgm:prSet presAssocID="{C3BE303E-FB69-4D15-A57A-C70E9ECBE7EB}" presName="level3hierChild" presStyleCnt="0"/>
      <dgm:spPr/>
    </dgm:pt>
  </dgm:ptLst>
  <dgm:cxnLst>
    <dgm:cxn modelId="{6E5EEDDC-A17A-42B1-B799-7E8BF3F56D6B}" srcId="{7C47229B-18FF-494C-B50B-D0F09D16C066}" destId="{347E5A37-D364-40BD-B543-5E98C271F82D}" srcOrd="3" destOrd="0" parTransId="{82EF8964-2168-4C82-B793-C82D47CE837E}" sibTransId="{C498ACAE-7B83-4777-AE07-FAA023254A58}"/>
    <dgm:cxn modelId="{71B766AE-1B12-4044-AA82-16D5BD37BA82}" type="presOf" srcId="{97928937-E8DE-47B4-8C68-5F388582EAAD}" destId="{54F7A3ED-73B6-4935-AD60-25DFEFB1FF6A}" srcOrd="1" destOrd="0" presId="urn:microsoft.com/office/officeart/2005/8/layout/hierarchy2"/>
    <dgm:cxn modelId="{3A87E120-3903-4660-AD3C-53886D732412}" type="presOf" srcId="{8551E531-D859-4AA0-B7D6-3681397EBFBC}" destId="{A2A38995-FE81-43B0-9EDE-5A2F5B47A71D}" srcOrd="0" destOrd="0" presId="urn:microsoft.com/office/officeart/2005/8/layout/hierarchy2"/>
    <dgm:cxn modelId="{93677974-33DD-43BD-BEB7-1CC32655070C}" type="presOf" srcId="{C3DCEF9E-9608-456F-87F7-A561348DE7BD}" destId="{D846E586-FBE6-4460-97CA-6BD71F6F18E3}" srcOrd="1" destOrd="0" presId="urn:microsoft.com/office/officeart/2005/8/layout/hierarchy2"/>
    <dgm:cxn modelId="{75A61937-6DAE-4ED2-B236-8CC93AC1337A}" type="presOf" srcId="{8551E531-D859-4AA0-B7D6-3681397EBFBC}" destId="{FE858A1B-4B5B-40A1-8477-721B16871FAC}" srcOrd="1" destOrd="0" presId="urn:microsoft.com/office/officeart/2005/8/layout/hierarchy2"/>
    <dgm:cxn modelId="{FAB33611-6E75-41B7-87E3-2B621C4E5600}" srcId="{9041DEFC-9CE6-4E34-851E-E3B693F99DF0}" destId="{7C47229B-18FF-494C-B50B-D0F09D16C066}" srcOrd="0" destOrd="0" parTransId="{15EF6D02-3EED-48AC-B63D-FA7EB0EA70CD}" sibTransId="{7135BBF3-092D-4626-987F-4E80A2C03FF7}"/>
    <dgm:cxn modelId="{B10AAC01-A58A-42BE-8450-25A909556798}" type="presOf" srcId="{E4F97206-3014-4B29-A273-AE637947B3C9}" destId="{AF3E376D-55BB-4059-B330-B2EDB5EF44B3}" srcOrd="0" destOrd="0" presId="urn:microsoft.com/office/officeart/2005/8/layout/hierarchy2"/>
    <dgm:cxn modelId="{F76B9A7F-42AA-4DEC-8922-52792F23A8C0}" type="presOf" srcId="{DC77DF0F-27BC-403B-9B14-8D505109ABCC}" destId="{9F45FEBE-0C1D-41FC-9F50-7C03150FE3BF}" srcOrd="0" destOrd="0" presId="urn:microsoft.com/office/officeart/2005/8/layout/hierarchy2"/>
    <dgm:cxn modelId="{04EBEA38-0F51-4521-9211-B6B15CE1C5AE}" type="presOf" srcId="{C87A8DB3-87CA-4B69-BA6B-3408C5A6797E}" destId="{4DDD44F1-4D68-46C5-83F3-0916EB78F9EE}" srcOrd="1" destOrd="0" presId="urn:microsoft.com/office/officeart/2005/8/layout/hierarchy2"/>
    <dgm:cxn modelId="{CCF58DD4-C42D-4368-BDBB-7B61F6DE02E3}" type="presOf" srcId="{82EF8964-2168-4C82-B793-C82D47CE837E}" destId="{5753400B-2E9A-4485-BD65-8CA9B1854108}" srcOrd="1" destOrd="0" presId="urn:microsoft.com/office/officeart/2005/8/layout/hierarchy2"/>
    <dgm:cxn modelId="{01B9D08D-B070-45E9-96B9-915B16C628D5}" type="presOf" srcId="{F076FBB8-ACB0-4E42-82D8-5CFABE77E8EE}" destId="{8C7D6666-9D71-4437-A55C-EFC2BAFD8E47}" srcOrd="1" destOrd="0" presId="urn:microsoft.com/office/officeart/2005/8/layout/hierarchy2"/>
    <dgm:cxn modelId="{246BF235-B751-46D5-BE17-ED5DE4F54C38}" type="presOf" srcId="{155CC6B1-A884-4BE1-BCA0-CE2A7D5A6FE3}" destId="{DA341AF3-8DF5-4EA0-A343-E37AF033BC7C}" srcOrd="0" destOrd="0" presId="urn:microsoft.com/office/officeart/2005/8/layout/hierarchy2"/>
    <dgm:cxn modelId="{F7230F58-F9EF-4092-BECD-D65077880FDA}" type="presOf" srcId="{347E5A37-D364-40BD-B543-5E98C271F82D}" destId="{AA2E5C56-13D5-42CA-B73C-3CE7D5917A97}" srcOrd="0" destOrd="0" presId="urn:microsoft.com/office/officeart/2005/8/layout/hierarchy2"/>
    <dgm:cxn modelId="{EC7DE9E0-D8CD-4ACA-8B30-A1CA38FBFF90}" srcId="{8A75A9D9-1087-461D-A762-FB26267B1073}" destId="{E4F97206-3014-4B29-A273-AE637947B3C9}" srcOrd="0" destOrd="0" parTransId="{8551E531-D859-4AA0-B7D6-3681397EBFBC}" sibTransId="{57D1DB33-0265-43B5-B5FE-FCEADDE11554}"/>
    <dgm:cxn modelId="{E9B12A08-87B6-4253-94ED-0D981E3404E8}" type="presOf" srcId="{82EF8964-2168-4C82-B793-C82D47CE837E}" destId="{7B7DCE91-B29A-4A36-9294-051C570A521B}" srcOrd="0" destOrd="0" presId="urn:microsoft.com/office/officeart/2005/8/layout/hierarchy2"/>
    <dgm:cxn modelId="{F0D5127D-2BB2-402E-869E-15DA7B2089B8}" type="presOf" srcId="{C3DCEF9E-9608-456F-87F7-A561348DE7BD}" destId="{677A2031-C229-4C35-BC3E-352C9B68E4FD}" srcOrd="0" destOrd="0" presId="urn:microsoft.com/office/officeart/2005/8/layout/hierarchy2"/>
    <dgm:cxn modelId="{57CB54DF-D5DE-4EF3-9B46-125DACB4AB42}" type="presOf" srcId="{F076FBB8-ACB0-4E42-82D8-5CFABE77E8EE}" destId="{6F4AA16A-40E1-4C0D-80DB-EA8A467C8875}" srcOrd="0" destOrd="0" presId="urn:microsoft.com/office/officeart/2005/8/layout/hierarchy2"/>
    <dgm:cxn modelId="{91F8A895-BBB1-42DF-9C83-9FDB1B990C05}" type="presOf" srcId="{DC77DF0F-27BC-403B-9B14-8D505109ABCC}" destId="{A4DDBA46-40BD-4398-9002-320229992BA2}" srcOrd="1" destOrd="0" presId="urn:microsoft.com/office/officeart/2005/8/layout/hierarchy2"/>
    <dgm:cxn modelId="{648BB483-3775-4796-880C-7A3D315C54BC}" srcId="{7C47229B-18FF-494C-B50B-D0F09D16C066}" destId="{8A75A9D9-1087-461D-A762-FB26267B1073}" srcOrd="0" destOrd="0" parTransId="{97928937-E8DE-47B4-8C68-5F388582EAAD}" sibTransId="{746F9594-7B0D-4630-85C9-253D9B120CFB}"/>
    <dgm:cxn modelId="{A44C42F8-0985-4EC8-B83A-14FBADAB8F41}" srcId="{96BE0D20-5322-4905-BF89-C0B5F59D4C7B}" destId="{2CD1CD6C-4990-42A5-98F7-9788B7963F59}" srcOrd="0" destOrd="0" parTransId="{C3DCEF9E-9608-456F-87F7-A561348DE7BD}" sibTransId="{612E9762-8881-4316-B9B6-769E1AB2B469}"/>
    <dgm:cxn modelId="{E1BF505F-F963-4F71-8F9C-C64BA32C44D2}" type="presOf" srcId="{C3BE303E-FB69-4D15-A57A-C70E9ECBE7EB}" destId="{8915A25B-AF10-430E-BE88-5F1B3616B7E0}" srcOrd="0" destOrd="0" presId="urn:microsoft.com/office/officeart/2005/8/layout/hierarchy2"/>
    <dgm:cxn modelId="{C2CA9A1C-2C3C-4442-99ED-3164C8604435}" type="presOf" srcId="{793AB951-4B57-445B-95D4-AEBC726FF804}" destId="{94E5EA62-B28C-463C-8A7E-C5C079FF7AD1}" srcOrd="0" destOrd="0" presId="urn:microsoft.com/office/officeart/2005/8/layout/hierarchy2"/>
    <dgm:cxn modelId="{853C8A4E-8503-4487-AFDA-6F2D68C43910}" type="presOf" srcId="{97928937-E8DE-47B4-8C68-5F388582EAAD}" destId="{F23D922E-F22E-4205-A3D5-734B96659B3C}" srcOrd="0" destOrd="0" presId="urn:microsoft.com/office/officeart/2005/8/layout/hierarchy2"/>
    <dgm:cxn modelId="{71393192-8425-4F01-8B8D-F06E408AEB43}" type="presOf" srcId="{2CD1CD6C-4990-42A5-98F7-9788B7963F59}" destId="{112780DA-1446-4C27-B785-149A7B9D426D}" srcOrd="0" destOrd="0" presId="urn:microsoft.com/office/officeart/2005/8/layout/hierarchy2"/>
    <dgm:cxn modelId="{E61E8383-2510-45FD-8A64-84FC01936B53}" type="presOf" srcId="{7C47229B-18FF-494C-B50B-D0F09D16C066}" destId="{03891E18-0E9C-4F64-93A4-ACDDFF17952A}" srcOrd="0" destOrd="0" presId="urn:microsoft.com/office/officeart/2005/8/layout/hierarchy2"/>
    <dgm:cxn modelId="{7446B142-C820-4464-8B36-5B93F712804B}" srcId="{7C47229B-18FF-494C-B50B-D0F09D16C066}" destId="{155CC6B1-A884-4BE1-BCA0-CE2A7D5A6FE3}" srcOrd="2" destOrd="0" parTransId="{C87A8DB3-87CA-4B69-BA6B-3408C5A6797E}" sibTransId="{900A9D3A-690F-4AD1-B23A-086AB60A7A7F}"/>
    <dgm:cxn modelId="{E7F04D6C-0F69-4779-98DB-E3B1F9BE9268}" type="presOf" srcId="{8A75A9D9-1087-461D-A762-FB26267B1073}" destId="{1498C16F-5FA3-47CE-B9F6-A17843D9BA4D}" srcOrd="0" destOrd="0" presId="urn:microsoft.com/office/officeart/2005/8/layout/hierarchy2"/>
    <dgm:cxn modelId="{894CDA02-F38C-4CB3-8E1C-FCA862689852}" type="presOf" srcId="{9041DEFC-9CE6-4E34-851E-E3B693F99DF0}" destId="{909DD612-8B8C-4DA5-8112-8FC0453FC9B2}" srcOrd="0" destOrd="0" presId="urn:microsoft.com/office/officeart/2005/8/layout/hierarchy2"/>
    <dgm:cxn modelId="{D9615725-1575-4DD4-B957-782C9E39BB73}" srcId="{7C47229B-18FF-494C-B50B-D0F09D16C066}" destId="{96BE0D20-5322-4905-BF89-C0B5F59D4C7B}" srcOrd="1" destOrd="0" parTransId="{DC77DF0F-27BC-403B-9B14-8D505109ABCC}" sibTransId="{66BF3190-C9CB-46EB-A98B-2D5EF260F23E}"/>
    <dgm:cxn modelId="{74F27DA1-3693-4A38-8642-8F9AEB7A152F}" type="presOf" srcId="{9ECC3C4B-04E3-4BBE-8E82-1F6FCE51C353}" destId="{62756B6C-267A-4CEC-953F-C610CC4E846D}" srcOrd="1" destOrd="0" presId="urn:microsoft.com/office/officeart/2005/8/layout/hierarchy2"/>
    <dgm:cxn modelId="{F20688DF-CA1D-4EC4-9EDD-19C6EED1B02B}" srcId="{347E5A37-D364-40BD-B543-5E98C271F82D}" destId="{C3BE303E-FB69-4D15-A57A-C70E9ECBE7EB}" srcOrd="0" destOrd="0" parTransId="{F076FBB8-ACB0-4E42-82D8-5CFABE77E8EE}" sibTransId="{E5C2BD7C-426D-4041-AEDF-EC65D1128B6F}"/>
    <dgm:cxn modelId="{BDE78EED-FD28-4D4F-8CD9-20916A3E387C}" type="presOf" srcId="{9ECC3C4B-04E3-4BBE-8E82-1F6FCE51C353}" destId="{C71E981F-8274-4D2B-847B-C553D807874F}" srcOrd="0" destOrd="0" presId="urn:microsoft.com/office/officeart/2005/8/layout/hierarchy2"/>
    <dgm:cxn modelId="{57E3CDFE-E3B0-434E-9695-9E8E2EDFF0DA}" type="presOf" srcId="{96BE0D20-5322-4905-BF89-C0B5F59D4C7B}" destId="{50928973-2B42-4CBC-9775-B4DEEC8304AC}" srcOrd="0" destOrd="0" presId="urn:microsoft.com/office/officeart/2005/8/layout/hierarchy2"/>
    <dgm:cxn modelId="{67382634-1B95-4512-B9FE-D4EC17FACB57}" type="presOf" srcId="{C87A8DB3-87CA-4B69-BA6B-3408C5A6797E}" destId="{9D30B484-78F1-4CA7-858A-29E75A7A316B}" srcOrd="0" destOrd="0" presId="urn:microsoft.com/office/officeart/2005/8/layout/hierarchy2"/>
    <dgm:cxn modelId="{CE5C0D30-5C43-4904-B849-E35393763D50}" srcId="{155CC6B1-A884-4BE1-BCA0-CE2A7D5A6FE3}" destId="{793AB951-4B57-445B-95D4-AEBC726FF804}" srcOrd="0" destOrd="0" parTransId="{9ECC3C4B-04E3-4BBE-8E82-1F6FCE51C353}" sibTransId="{5F1A2A5F-A7E3-44CC-836D-93695795DC81}"/>
    <dgm:cxn modelId="{E47F3378-DB26-4BFD-9285-52F20056AF4B}" type="presParOf" srcId="{909DD612-8B8C-4DA5-8112-8FC0453FC9B2}" destId="{83D07295-1145-4C66-A0BA-14BB61D45D80}" srcOrd="0" destOrd="0" presId="urn:microsoft.com/office/officeart/2005/8/layout/hierarchy2"/>
    <dgm:cxn modelId="{15D9D9D2-6EF1-4257-995C-D7FC3C404B5A}" type="presParOf" srcId="{83D07295-1145-4C66-A0BA-14BB61D45D80}" destId="{03891E18-0E9C-4F64-93A4-ACDDFF17952A}" srcOrd="0" destOrd="0" presId="urn:microsoft.com/office/officeart/2005/8/layout/hierarchy2"/>
    <dgm:cxn modelId="{1F6205A3-669F-4B0E-9ADF-8D806ED14950}" type="presParOf" srcId="{83D07295-1145-4C66-A0BA-14BB61D45D80}" destId="{8D2705AE-D9C5-41F2-876D-D15DF8A30CC1}" srcOrd="1" destOrd="0" presId="urn:microsoft.com/office/officeart/2005/8/layout/hierarchy2"/>
    <dgm:cxn modelId="{53312BA8-F7DB-4155-9987-153059B6692F}" type="presParOf" srcId="{8D2705AE-D9C5-41F2-876D-D15DF8A30CC1}" destId="{F23D922E-F22E-4205-A3D5-734B96659B3C}" srcOrd="0" destOrd="0" presId="urn:microsoft.com/office/officeart/2005/8/layout/hierarchy2"/>
    <dgm:cxn modelId="{66FE8521-8B17-431C-903B-D44CFBC5CB52}" type="presParOf" srcId="{F23D922E-F22E-4205-A3D5-734B96659B3C}" destId="{54F7A3ED-73B6-4935-AD60-25DFEFB1FF6A}" srcOrd="0" destOrd="0" presId="urn:microsoft.com/office/officeart/2005/8/layout/hierarchy2"/>
    <dgm:cxn modelId="{A07E3F23-717E-4E7C-B6F6-48CBA799A7C1}" type="presParOf" srcId="{8D2705AE-D9C5-41F2-876D-D15DF8A30CC1}" destId="{6D5C8460-4B2A-4A85-A32A-54892ADDED63}" srcOrd="1" destOrd="0" presId="urn:microsoft.com/office/officeart/2005/8/layout/hierarchy2"/>
    <dgm:cxn modelId="{8AB9FE8A-2BDA-433D-9FD9-2D8BFB54FCA8}" type="presParOf" srcId="{6D5C8460-4B2A-4A85-A32A-54892ADDED63}" destId="{1498C16F-5FA3-47CE-B9F6-A17843D9BA4D}" srcOrd="0" destOrd="0" presId="urn:microsoft.com/office/officeart/2005/8/layout/hierarchy2"/>
    <dgm:cxn modelId="{5FA9EC82-D387-4DD6-A405-D4EE60E08779}" type="presParOf" srcId="{6D5C8460-4B2A-4A85-A32A-54892ADDED63}" destId="{F4A44500-0114-48BA-8FC7-223374D56028}" srcOrd="1" destOrd="0" presId="urn:microsoft.com/office/officeart/2005/8/layout/hierarchy2"/>
    <dgm:cxn modelId="{8F7AB510-0862-4939-8FDE-B81EF21E975D}" type="presParOf" srcId="{F4A44500-0114-48BA-8FC7-223374D56028}" destId="{A2A38995-FE81-43B0-9EDE-5A2F5B47A71D}" srcOrd="0" destOrd="0" presId="urn:microsoft.com/office/officeart/2005/8/layout/hierarchy2"/>
    <dgm:cxn modelId="{41416C2A-8282-41BD-A3C9-E584434B3C03}" type="presParOf" srcId="{A2A38995-FE81-43B0-9EDE-5A2F5B47A71D}" destId="{FE858A1B-4B5B-40A1-8477-721B16871FAC}" srcOrd="0" destOrd="0" presId="urn:microsoft.com/office/officeart/2005/8/layout/hierarchy2"/>
    <dgm:cxn modelId="{5D08294C-45C9-41E1-873A-60D4057664CA}" type="presParOf" srcId="{F4A44500-0114-48BA-8FC7-223374D56028}" destId="{9AD4BD56-077A-41AF-B13E-BDAC785F4DE7}" srcOrd="1" destOrd="0" presId="urn:microsoft.com/office/officeart/2005/8/layout/hierarchy2"/>
    <dgm:cxn modelId="{57FC46EA-A0C6-49DE-AEE5-B66C23351513}" type="presParOf" srcId="{9AD4BD56-077A-41AF-B13E-BDAC785F4DE7}" destId="{AF3E376D-55BB-4059-B330-B2EDB5EF44B3}" srcOrd="0" destOrd="0" presId="urn:microsoft.com/office/officeart/2005/8/layout/hierarchy2"/>
    <dgm:cxn modelId="{678C2FFD-885D-4261-8492-1F91036AB014}" type="presParOf" srcId="{9AD4BD56-077A-41AF-B13E-BDAC785F4DE7}" destId="{6791B040-827C-4FCC-9E81-67DEF740D762}" srcOrd="1" destOrd="0" presId="urn:microsoft.com/office/officeart/2005/8/layout/hierarchy2"/>
    <dgm:cxn modelId="{56B16148-DFD6-4AA4-B154-1CC32D84D442}" type="presParOf" srcId="{8D2705AE-D9C5-41F2-876D-D15DF8A30CC1}" destId="{9F45FEBE-0C1D-41FC-9F50-7C03150FE3BF}" srcOrd="2" destOrd="0" presId="urn:microsoft.com/office/officeart/2005/8/layout/hierarchy2"/>
    <dgm:cxn modelId="{FA495180-B887-474B-A7B3-CFAEC8435AB8}" type="presParOf" srcId="{9F45FEBE-0C1D-41FC-9F50-7C03150FE3BF}" destId="{A4DDBA46-40BD-4398-9002-320229992BA2}" srcOrd="0" destOrd="0" presId="urn:microsoft.com/office/officeart/2005/8/layout/hierarchy2"/>
    <dgm:cxn modelId="{9FCA9037-472C-4172-A2BD-5A9448648099}" type="presParOf" srcId="{8D2705AE-D9C5-41F2-876D-D15DF8A30CC1}" destId="{D2994C21-F3B8-4563-9B11-984A5F40D576}" srcOrd="3" destOrd="0" presId="urn:microsoft.com/office/officeart/2005/8/layout/hierarchy2"/>
    <dgm:cxn modelId="{7E809169-8289-497A-81C9-C0B0F365DA55}" type="presParOf" srcId="{D2994C21-F3B8-4563-9B11-984A5F40D576}" destId="{50928973-2B42-4CBC-9775-B4DEEC8304AC}" srcOrd="0" destOrd="0" presId="urn:microsoft.com/office/officeart/2005/8/layout/hierarchy2"/>
    <dgm:cxn modelId="{529FEF3B-98A3-4348-B32E-CF0B9432D14F}" type="presParOf" srcId="{D2994C21-F3B8-4563-9B11-984A5F40D576}" destId="{29AFC6EE-50F6-4441-88AF-5554146A31CB}" srcOrd="1" destOrd="0" presId="urn:microsoft.com/office/officeart/2005/8/layout/hierarchy2"/>
    <dgm:cxn modelId="{855AF132-C3E5-4550-A5FB-2EA8972DB9CE}" type="presParOf" srcId="{29AFC6EE-50F6-4441-88AF-5554146A31CB}" destId="{677A2031-C229-4C35-BC3E-352C9B68E4FD}" srcOrd="0" destOrd="0" presId="urn:microsoft.com/office/officeart/2005/8/layout/hierarchy2"/>
    <dgm:cxn modelId="{B77DC383-5E83-417F-A5A6-75A5D4F5FEDE}" type="presParOf" srcId="{677A2031-C229-4C35-BC3E-352C9B68E4FD}" destId="{D846E586-FBE6-4460-97CA-6BD71F6F18E3}" srcOrd="0" destOrd="0" presId="urn:microsoft.com/office/officeart/2005/8/layout/hierarchy2"/>
    <dgm:cxn modelId="{9B1254CA-8D69-45B9-9D18-974F2EE83C98}" type="presParOf" srcId="{29AFC6EE-50F6-4441-88AF-5554146A31CB}" destId="{A93E1437-0B02-4602-B71F-B8C0536EBDEA}" srcOrd="1" destOrd="0" presId="urn:microsoft.com/office/officeart/2005/8/layout/hierarchy2"/>
    <dgm:cxn modelId="{4F052730-96AA-4BF1-86B6-79D5E29E4095}" type="presParOf" srcId="{A93E1437-0B02-4602-B71F-B8C0536EBDEA}" destId="{112780DA-1446-4C27-B785-149A7B9D426D}" srcOrd="0" destOrd="0" presId="urn:microsoft.com/office/officeart/2005/8/layout/hierarchy2"/>
    <dgm:cxn modelId="{1AF2246A-44FE-44E3-911D-C8E819927BE9}" type="presParOf" srcId="{A93E1437-0B02-4602-B71F-B8C0536EBDEA}" destId="{D4CDA654-0615-4E96-A6A2-BC9FA43373A4}" srcOrd="1" destOrd="0" presId="urn:microsoft.com/office/officeart/2005/8/layout/hierarchy2"/>
    <dgm:cxn modelId="{BA0E4267-FFF9-4016-9646-9D736F370B2B}" type="presParOf" srcId="{8D2705AE-D9C5-41F2-876D-D15DF8A30CC1}" destId="{9D30B484-78F1-4CA7-858A-29E75A7A316B}" srcOrd="4" destOrd="0" presId="urn:microsoft.com/office/officeart/2005/8/layout/hierarchy2"/>
    <dgm:cxn modelId="{15A67E58-B634-4456-935A-15F3A809F3CE}" type="presParOf" srcId="{9D30B484-78F1-4CA7-858A-29E75A7A316B}" destId="{4DDD44F1-4D68-46C5-83F3-0916EB78F9EE}" srcOrd="0" destOrd="0" presId="urn:microsoft.com/office/officeart/2005/8/layout/hierarchy2"/>
    <dgm:cxn modelId="{A314D4D3-F55F-42C0-A982-567333AA1055}" type="presParOf" srcId="{8D2705AE-D9C5-41F2-876D-D15DF8A30CC1}" destId="{134156FF-6B42-4C76-B3F1-950780593944}" srcOrd="5" destOrd="0" presId="urn:microsoft.com/office/officeart/2005/8/layout/hierarchy2"/>
    <dgm:cxn modelId="{27AFD0DB-DA8D-49CE-9838-54CF44B194EC}" type="presParOf" srcId="{134156FF-6B42-4C76-B3F1-950780593944}" destId="{DA341AF3-8DF5-4EA0-A343-E37AF033BC7C}" srcOrd="0" destOrd="0" presId="urn:microsoft.com/office/officeart/2005/8/layout/hierarchy2"/>
    <dgm:cxn modelId="{DD3261B9-8F44-4F2D-A116-359CCDA180AC}" type="presParOf" srcId="{134156FF-6B42-4C76-B3F1-950780593944}" destId="{505FA0AD-EAE9-4C69-B0CE-00709390A8E6}" srcOrd="1" destOrd="0" presId="urn:microsoft.com/office/officeart/2005/8/layout/hierarchy2"/>
    <dgm:cxn modelId="{26886A15-63BE-4906-9F4D-F3F8DEC80E7B}" type="presParOf" srcId="{505FA0AD-EAE9-4C69-B0CE-00709390A8E6}" destId="{C71E981F-8274-4D2B-847B-C553D807874F}" srcOrd="0" destOrd="0" presId="urn:microsoft.com/office/officeart/2005/8/layout/hierarchy2"/>
    <dgm:cxn modelId="{05FAD486-7C73-474F-9AD5-65076DFCF713}" type="presParOf" srcId="{C71E981F-8274-4D2B-847B-C553D807874F}" destId="{62756B6C-267A-4CEC-953F-C610CC4E846D}" srcOrd="0" destOrd="0" presId="urn:microsoft.com/office/officeart/2005/8/layout/hierarchy2"/>
    <dgm:cxn modelId="{061DBC04-0428-4A7F-8B8C-0813A30EF3AB}" type="presParOf" srcId="{505FA0AD-EAE9-4C69-B0CE-00709390A8E6}" destId="{D0044C30-5B6A-4F4C-B755-F8F164859592}" srcOrd="1" destOrd="0" presId="urn:microsoft.com/office/officeart/2005/8/layout/hierarchy2"/>
    <dgm:cxn modelId="{A4A409B6-859F-4210-B937-C2572EEEBF4D}" type="presParOf" srcId="{D0044C30-5B6A-4F4C-B755-F8F164859592}" destId="{94E5EA62-B28C-463C-8A7E-C5C079FF7AD1}" srcOrd="0" destOrd="0" presId="urn:microsoft.com/office/officeart/2005/8/layout/hierarchy2"/>
    <dgm:cxn modelId="{81F88D8D-7683-49AA-B2C8-5DB90F1DEEAB}" type="presParOf" srcId="{D0044C30-5B6A-4F4C-B755-F8F164859592}" destId="{2D57173D-6DB2-499A-81CF-34FA8E6C5B7E}" srcOrd="1" destOrd="0" presId="urn:microsoft.com/office/officeart/2005/8/layout/hierarchy2"/>
    <dgm:cxn modelId="{AEA67726-572C-4C72-BF19-5F43FBFF51EB}" type="presParOf" srcId="{8D2705AE-D9C5-41F2-876D-D15DF8A30CC1}" destId="{7B7DCE91-B29A-4A36-9294-051C570A521B}" srcOrd="6" destOrd="0" presId="urn:microsoft.com/office/officeart/2005/8/layout/hierarchy2"/>
    <dgm:cxn modelId="{53CF3B68-229E-4991-B86C-5BFC33D6EDC1}" type="presParOf" srcId="{7B7DCE91-B29A-4A36-9294-051C570A521B}" destId="{5753400B-2E9A-4485-BD65-8CA9B1854108}" srcOrd="0" destOrd="0" presId="urn:microsoft.com/office/officeart/2005/8/layout/hierarchy2"/>
    <dgm:cxn modelId="{C1D0061B-2A95-428F-821A-5B361E0130E4}" type="presParOf" srcId="{8D2705AE-D9C5-41F2-876D-D15DF8A30CC1}" destId="{3F74FBC4-E4CC-4EC9-9211-C3AB106BB844}" srcOrd="7" destOrd="0" presId="urn:microsoft.com/office/officeart/2005/8/layout/hierarchy2"/>
    <dgm:cxn modelId="{77C98E7B-FD53-40AE-AA1B-ACE35954EE35}" type="presParOf" srcId="{3F74FBC4-E4CC-4EC9-9211-C3AB106BB844}" destId="{AA2E5C56-13D5-42CA-B73C-3CE7D5917A97}" srcOrd="0" destOrd="0" presId="urn:microsoft.com/office/officeart/2005/8/layout/hierarchy2"/>
    <dgm:cxn modelId="{6335007F-0558-4D8E-85F6-50BFBD67F0F7}" type="presParOf" srcId="{3F74FBC4-E4CC-4EC9-9211-C3AB106BB844}" destId="{D654B5E0-2687-4C16-8F9C-0DF2F73B082F}" srcOrd="1" destOrd="0" presId="urn:microsoft.com/office/officeart/2005/8/layout/hierarchy2"/>
    <dgm:cxn modelId="{E46C45E8-B2D2-4439-A367-157FA453BB9F}" type="presParOf" srcId="{D654B5E0-2687-4C16-8F9C-0DF2F73B082F}" destId="{6F4AA16A-40E1-4C0D-80DB-EA8A467C8875}" srcOrd="0" destOrd="0" presId="urn:microsoft.com/office/officeart/2005/8/layout/hierarchy2"/>
    <dgm:cxn modelId="{320365CC-95F8-497D-8000-33A2859DDA3B}" type="presParOf" srcId="{6F4AA16A-40E1-4C0D-80DB-EA8A467C8875}" destId="{8C7D6666-9D71-4437-A55C-EFC2BAFD8E47}" srcOrd="0" destOrd="0" presId="urn:microsoft.com/office/officeart/2005/8/layout/hierarchy2"/>
    <dgm:cxn modelId="{AF680747-BBB4-4FA7-91A9-173AE85B75B8}" type="presParOf" srcId="{D654B5E0-2687-4C16-8F9C-0DF2F73B082F}" destId="{879160D1-78E9-4CAE-9AAA-D25D360CE852}" srcOrd="1" destOrd="0" presId="urn:microsoft.com/office/officeart/2005/8/layout/hierarchy2"/>
    <dgm:cxn modelId="{D0586A96-24F1-4337-9425-149B05396FB0}" type="presParOf" srcId="{879160D1-78E9-4CAE-9AAA-D25D360CE852}" destId="{8915A25B-AF10-430E-BE88-5F1B3616B7E0}" srcOrd="0" destOrd="0" presId="urn:microsoft.com/office/officeart/2005/8/layout/hierarchy2"/>
    <dgm:cxn modelId="{0AEAC2B7-2F32-4969-B09D-EB7CA8DC14C9}" type="presParOf" srcId="{879160D1-78E9-4CAE-9AAA-D25D360CE852}" destId="{344106D5-A5CA-49ED-B9AC-2A9319B77A73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7FD59C3-2377-4EE5-A4EB-150A5E986134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4BC4E87E-BCB2-48FF-8293-12E75F1AD588}">
      <dgm:prSet phldrT="[文本]" custT="1"/>
      <dgm:spPr/>
      <dgm:t>
        <a:bodyPr/>
        <a:lstStyle/>
        <a:p>
          <a:r>
            <a:rPr lang="zh-CN" sz="1800" b="1" dirty="0" smtClean="0"/>
            <a:t>新建</a:t>
          </a:r>
          <a:r>
            <a:rPr lang="en-US" sz="1800" b="1" dirty="0" smtClean="0"/>
            <a:t>STM32CubeMX</a:t>
          </a:r>
          <a:r>
            <a:rPr lang="zh-CN" sz="1800" b="1" dirty="0" smtClean="0"/>
            <a:t>工程，选择</a:t>
          </a:r>
          <a:r>
            <a:rPr lang="en-US" sz="1800" b="1" dirty="0" smtClean="0"/>
            <a:t>MCU</a:t>
          </a:r>
          <a:endParaRPr lang="zh-CN" altLang="en-US" sz="1800" dirty="0"/>
        </a:p>
      </dgm:t>
    </dgm:pt>
    <dgm:pt modelId="{145D3E99-07BA-4D1D-A694-3B11C0FB41D2}" type="parTrans" cxnId="{31CB78DA-6B54-400F-8E1D-A7D787F124D7}">
      <dgm:prSet/>
      <dgm:spPr/>
      <dgm:t>
        <a:bodyPr/>
        <a:lstStyle/>
        <a:p>
          <a:endParaRPr lang="zh-CN" altLang="en-US" sz="3200"/>
        </a:p>
      </dgm:t>
    </dgm:pt>
    <dgm:pt modelId="{A1E7FF71-0E6C-437B-951E-DC759DE1EF30}" type="sibTrans" cxnId="{31CB78DA-6B54-400F-8E1D-A7D787F124D7}">
      <dgm:prSet/>
      <dgm:spPr/>
      <dgm:t>
        <a:bodyPr/>
        <a:lstStyle/>
        <a:p>
          <a:endParaRPr lang="zh-CN" altLang="en-US" sz="3200"/>
        </a:p>
      </dgm:t>
    </dgm:pt>
    <dgm:pt modelId="{9FF358D5-CEAA-4F44-984A-806EB8502955}">
      <dgm:prSet phldrT="[文本]" custT="1"/>
      <dgm:spPr>
        <a:solidFill>
          <a:schemeClr val="accent5">
            <a:lumMod val="40000"/>
            <a:lumOff val="60000"/>
          </a:schemeClr>
        </a:solidFill>
      </dgm:spPr>
      <dgm:t>
        <a:bodyPr/>
        <a:lstStyle/>
        <a:p>
          <a:r>
            <a:rPr lang="en-US" sz="1800" b="1" dirty="0" smtClean="0"/>
            <a:t>STM32CubeMX</a:t>
          </a:r>
          <a:r>
            <a:rPr lang="zh-CN" sz="1800" b="1" dirty="0" smtClean="0"/>
            <a:t>功能参数配置</a:t>
          </a:r>
          <a:endParaRPr lang="zh-CN" altLang="en-US" sz="1800" dirty="0"/>
        </a:p>
      </dgm:t>
    </dgm:pt>
    <dgm:pt modelId="{692A2ADD-4162-451E-9945-78B829236339}" type="parTrans" cxnId="{869A7BF2-E8AC-4F94-B4E4-E3AF50505D7F}">
      <dgm:prSet/>
      <dgm:spPr/>
      <dgm:t>
        <a:bodyPr/>
        <a:lstStyle/>
        <a:p>
          <a:endParaRPr lang="zh-CN" altLang="en-US" sz="3200"/>
        </a:p>
      </dgm:t>
    </dgm:pt>
    <dgm:pt modelId="{F04ADFBB-68E3-442D-8060-23D4CF78358D}" type="sibTrans" cxnId="{869A7BF2-E8AC-4F94-B4E4-E3AF50505D7F}">
      <dgm:prSet/>
      <dgm:spPr/>
      <dgm:t>
        <a:bodyPr/>
        <a:lstStyle/>
        <a:p>
          <a:endParaRPr lang="zh-CN" altLang="en-US" sz="3200"/>
        </a:p>
      </dgm:t>
    </dgm:pt>
    <dgm:pt modelId="{AF94DE5F-EC5C-43CF-A8C9-73E06BB0D41B}">
      <dgm:prSet phldrT="[文本]" custT="1"/>
      <dgm:spPr/>
      <dgm:t>
        <a:bodyPr/>
        <a:lstStyle/>
        <a:p>
          <a:r>
            <a:rPr lang="zh-CN" altLang="en-US" sz="1800" b="1" dirty="0" smtClean="0"/>
            <a:t>生成工程代码</a:t>
          </a:r>
          <a:endParaRPr lang="zh-CN" altLang="en-US" sz="1800" dirty="0"/>
        </a:p>
      </dgm:t>
    </dgm:pt>
    <dgm:pt modelId="{5055C4F0-1F25-44FB-A6A1-8220906DBEA0}" type="parTrans" cxnId="{B2D575FC-4CFF-4413-BDF7-3BE9D62B304C}">
      <dgm:prSet/>
      <dgm:spPr/>
      <dgm:t>
        <a:bodyPr/>
        <a:lstStyle/>
        <a:p>
          <a:endParaRPr lang="zh-CN" altLang="en-US" sz="3200"/>
        </a:p>
      </dgm:t>
    </dgm:pt>
    <dgm:pt modelId="{C445B0C2-7A85-41F6-B4F9-FCBDBAAEDBFB}" type="sibTrans" cxnId="{B2D575FC-4CFF-4413-BDF7-3BE9D62B304C}">
      <dgm:prSet/>
      <dgm:spPr/>
      <dgm:t>
        <a:bodyPr/>
        <a:lstStyle/>
        <a:p>
          <a:endParaRPr lang="zh-CN" altLang="en-US" sz="3200"/>
        </a:p>
      </dgm:t>
    </dgm:pt>
    <dgm:pt modelId="{3E336CA0-661C-4A3B-8D64-17BD820118C6}">
      <dgm:prSet phldrT="[文本]" custT="1"/>
      <dgm:spPr/>
      <dgm:t>
        <a:bodyPr/>
        <a:lstStyle/>
        <a:p>
          <a:r>
            <a:rPr lang="zh-CN" altLang="en-US" sz="1800" b="1" dirty="0" smtClean="0"/>
            <a:t>编写应用程序</a:t>
          </a:r>
          <a:endParaRPr lang="zh-CN" altLang="en-US" sz="1800" dirty="0"/>
        </a:p>
      </dgm:t>
    </dgm:pt>
    <dgm:pt modelId="{4C686F72-57D2-4DC7-ADAF-E99FDB739E4C}" type="parTrans" cxnId="{DA4EFA11-7C01-459D-903E-9571E70A3CA8}">
      <dgm:prSet/>
      <dgm:spPr/>
      <dgm:t>
        <a:bodyPr/>
        <a:lstStyle/>
        <a:p>
          <a:endParaRPr lang="zh-CN" altLang="en-US" sz="3200"/>
        </a:p>
      </dgm:t>
    </dgm:pt>
    <dgm:pt modelId="{3BFFCFFD-E6BA-45BD-BB24-B0C3E944D3CC}" type="sibTrans" cxnId="{DA4EFA11-7C01-459D-903E-9571E70A3CA8}">
      <dgm:prSet/>
      <dgm:spPr/>
      <dgm:t>
        <a:bodyPr/>
        <a:lstStyle/>
        <a:p>
          <a:endParaRPr lang="zh-CN" altLang="en-US" sz="3200"/>
        </a:p>
      </dgm:t>
    </dgm:pt>
    <dgm:pt modelId="{0A7AAE6D-DF8C-41C3-BD28-1A5DE184833C}">
      <dgm:prSet phldrT="[文本]" custT="1"/>
      <dgm:spPr/>
      <dgm:t>
        <a:bodyPr/>
        <a:lstStyle/>
        <a:p>
          <a:r>
            <a:rPr lang="zh-CN" altLang="en-US" sz="1800" b="1" smtClean="0"/>
            <a:t>下载调试验证</a:t>
          </a:r>
          <a:endParaRPr lang="zh-CN" altLang="en-US" sz="1800" dirty="0"/>
        </a:p>
      </dgm:t>
    </dgm:pt>
    <dgm:pt modelId="{B60C203B-DFCC-4DE2-8551-1AA4E265A9C8}" type="parTrans" cxnId="{1385F6F3-5059-4471-8E3B-EF1A29B0D8E2}">
      <dgm:prSet/>
      <dgm:spPr/>
      <dgm:t>
        <a:bodyPr/>
        <a:lstStyle/>
        <a:p>
          <a:endParaRPr lang="zh-CN" altLang="en-US" sz="3200"/>
        </a:p>
      </dgm:t>
    </dgm:pt>
    <dgm:pt modelId="{C6AEA220-0F15-4BC1-A92C-987A33E36B18}" type="sibTrans" cxnId="{1385F6F3-5059-4471-8E3B-EF1A29B0D8E2}">
      <dgm:prSet/>
      <dgm:spPr/>
      <dgm:t>
        <a:bodyPr/>
        <a:lstStyle/>
        <a:p>
          <a:endParaRPr lang="zh-CN" altLang="en-US" sz="3200"/>
        </a:p>
      </dgm:t>
    </dgm:pt>
    <dgm:pt modelId="{A293DF9F-1C46-4A35-97C0-A07CAB6817BE}" type="pres">
      <dgm:prSet presAssocID="{B7FD59C3-2377-4EE5-A4EB-150A5E986134}" presName="Name0" presStyleCnt="0">
        <dgm:presLayoutVars>
          <dgm:dir/>
          <dgm:resizeHandles val="exact"/>
        </dgm:presLayoutVars>
      </dgm:prSet>
      <dgm:spPr/>
    </dgm:pt>
    <dgm:pt modelId="{0180920E-E6B7-473B-A9D3-1F85DFE2575E}" type="pres">
      <dgm:prSet presAssocID="{4BC4E87E-BCB2-48FF-8293-12E75F1AD588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4FCBCF-D797-4034-99BA-7079D9A4F600}" type="pres">
      <dgm:prSet presAssocID="{A1E7FF71-0E6C-437B-951E-DC759DE1EF30}" presName="sibTrans" presStyleLbl="sibTrans2D1" presStyleIdx="0" presStyleCnt="4"/>
      <dgm:spPr/>
      <dgm:t>
        <a:bodyPr/>
        <a:lstStyle/>
        <a:p>
          <a:endParaRPr lang="zh-CN" altLang="en-US"/>
        </a:p>
      </dgm:t>
    </dgm:pt>
    <dgm:pt modelId="{880D96D4-C1F7-49CF-95C6-E1FC0CA3615D}" type="pres">
      <dgm:prSet presAssocID="{A1E7FF71-0E6C-437B-951E-DC759DE1EF30}" presName="connectorText" presStyleLbl="sibTrans2D1" presStyleIdx="0" presStyleCnt="4"/>
      <dgm:spPr/>
      <dgm:t>
        <a:bodyPr/>
        <a:lstStyle/>
        <a:p>
          <a:endParaRPr lang="zh-CN" altLang="en-US"/>
        </a:p>
      </dgm:t>
    </dgm:pt>
    <dgm:pt modelId="{FF74BA51-0237-4304-9437-506E313DFC66}" type="pres">
      <dgm:prSet presAssocID="{9FF358D5-CEAA-4F44-984A-806EB8502955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57D2FF1-EA0D-4FEF-BA65-DB5E70590D33}" type="pres">
      <dgm:prSet presAssocID="{F04ADFBB-68E3-442D-8060-23D4CF78358D}" presName="sibTrans" presStyleLbl="sibTrans2D1" presStyleIdx="1" presStyleCnt="4"/>
      <dgm:spPr/>
      <dgm:t>
        <a:bodyPr/>
        <a:lstStyle/>
        <a:p>
          <a:endParaRPr lang="zh-CN" altLang="en-US"/>
        </a:p>
      </dgm:t>
    </dgm:pt>
    <dgm:pt modelId="{08A07E1F-9008-4743-B6DA-29F230E39257}" type="pres">
      <dgm:prSet presAssocID="{F04ADFBB-68E3-442D-8060-23D4CF78358D}" presName="connectorText" presStyleLbl="sibTrans2D1" presStyleIdx="1" presStyleCnt="4"/>
      <dgm:spPr/>
      <dgm:t>
        <a:bodyPr/>
        <a:lstStyle/>
        <a:p>
          <a:endParaRPr lang="zh-CN" altLang="en-US"/>
        </a:p>
      </dgm:t>
    </dgm:pt>
    <dgm:pt modelId="{80F22BB9-697F-4175-97CE-CA041987EE96}" type="pres">
      <dgm:prSet presAssocID="{AF94DE5F-EC5C-43CF-A8C9-73E06BB0D41B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32325F8-5569-4843-B296-D85EDEB86313}" type="pres">
      <dgm:prSet presAssocID="{C445B0C2-7A85-41F6-B4F9-FCBDBAAEDBFB}" presName="sibTrans" presStyleLbl="sibTrans2D1" presStyleIdx="2" presStyleCnt="4"/>
      <dgm:spPr/>
      <dgm:t>
        <a:bodyPr/>
        <a:lstStyle/>
        <a:p>
          <a:endParaRPr lang="zh-CN" altLang="en-US"/>
        </a:p>
      </dgm:t>
    </dgm:pt>
    <dgm:pt modelId="{9C7E07FD-BA4B-4B05-9C87-D5E5503554A7}" type="pres">
      <dgm:prSet presAssocID="{C445B0C2-7A85-41F6-B4F9-FCBDBAAEDBFB}" presName="connectorText" presStyleLbl="sibTrans2D1" presStyleIdx="2" presStyleCnt="4"/>
      <dgm:spPr/>
      <dgm:t>
        <a:bodyPr/>
        <a:lstStyle/>
        <a:p>
          <a:endParaRPr lang="zh-CN" altLang="en-US"/>
        </a:p>
      </dgm:t>
    </dgm:pt>
    <dgm:pt modelId="{BD3942B7-8CD9-472B-8C67-B963E826446C}" type="pres">
      <dgm:prSet presAssocID="{3E336CA0-661C-4A3B-8D64-17BD820118C6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5703991-0EBF-4858-851D-C6FF46BE9EC3}" type="pres">
      <dgm:prSet presAssocID="{3BFFCFFD-E6BA-45BD-BB24-B0C3E944D3CC}" presName="sibTrans" presStyleLbl="sibTrans2D1" presStyleIdx="3" presStyleCnt="4"/>
      <dgm:spPr/>
      <dgm:t>
        <a:bodyPr/>
        <a:lstStyle/>
        <a:p>
          <a:endParaRPr lang="zh-CN" altLang="en-US"/>
        </a:p>
      </dgm:t>
    </dgm:pt>
    <dgm:pt modelId="{2A2D76C2-89A7-4418-833A-1700C877F512}" type="pres">
      <dgm:prSet presAssocID="{3BFFCFFD-E6BA-45BD-BB24-B0C3E944D3CC}" presName="connectorText" presStyleLbl="sibTrans2D1" presStyleIdx="3" presStyleCnt="4"/>
      <dgm:spPr/>
      <dgm:t>
        <a:bodyPr/>
        <a:lstStyle/>
        <a:p>
          <a:endParaRPr lang="zh-CN" altLang="en-US"/>
        </a:p>
      </dgm:t>
    </dgm:pt>
    <dgm:pt modelId="{C6F262EF-0BB1-42D6-ADB9-4E9E982D5345}" type="pres">
      <dgm:prSet presAssocID="{0A7AAE6D-DF8C-41C3-BD28-1A5DE184833C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89B6297-8AEE-4BCA-82F9-E52E4CA22E11}" type="presOf" srcId="{A1E7FF71-0E6C-437B-951E-DC759DE1EF30}" destId="{880D96D4-C1F7-49CF-95C6-E1FC0CA3615D}" srcOrd="1" destOrd="0" presId="urn:microsoft.com/office/officeart/2005/8/layout/process1"/>
    <dgm:cxn modelId="{1385F6F3-5059-4471-8E3B-EF1A29B0D8E2}" srcId="{B7FD59C3-2377-4EE5-A4EB-150A5E986134}" destId="{0A7AAE6D-DF8C-41C3-BD28-1A5DE184833C}" srcOrd="4" destOrd="0" parTransId="{B60C203B-DFCC-4DE2-8551-1AA4E265A9C8}" sibTransId="{C6AEA220-0F15-4BC1-A92C-987A33E36B18}"/>
    <dgm:cxn modelId="{721DE9EA-DBE2-467A-ABC4-A3154591EC90}" type="presOf" srcId="{F04ADFBB-68E3-442D-8060-23D4CF78358D}" destId="{557D2FF1-EA0D-4FEF-BA65-DB5E70590D33}" srcOrd="0" destOrd="0" presId="urn:microsoft.com/office/officeart/2005/8/layout/process1"/>
    <dgm:cxn modelId="{B2D575FC-4CFF-4413-BDF7-3BE9D62B304C}" srcId="{B7FD59C3-2377-4EE5-A4EB-150A5E986134}" destId="{AF94DE5F-EC5C-43CF-A8C9-73E06BB0D41B}" srcOrd="2" destOrd="0" parTransId="{5055C4F0-1F25-44FB-A6A1-8220906DBEA0}" sibTransId="{C445B0C2-7A85-41F6-B4F9-FCBDBAAEDBFB}"/>
    <dgm:cxn modelId="{31CB78DA-6B54-400F-8E1D-A7D787F124D7}" srcId="{B7FD59C3-2377-4EE5-A4EB-150A5E986134}" destId="{4BC4E87E-BCB2-48FF-8293-12E75F1AD588}" srcOrd="0" destOrd="0" parTransId="{145D3E99-07BA-4D1D-A694-3B11C0FB41D2}" sibTransId="{A1E7FF71-0E6C-437B-951E-DC759DE1EF30}"/>
    <dgm:cxn modelId="{869A7BF2-E8AC-4F94-B4E4-E3AF50505D7F}" srcId="{B7FD59C3-2377-4EE5-A4EB-150A5E986134}" destId="{9FF358D5-CEAA-4F44-984A-806EB8502955}" srcOrd="1" destOrd="0" parTransId="{692A2ADD-4162-451E-9945-78B829236339}" sibTransId="{F04ADFBB-68E3-442D-8060-23D4CF78358D}"/>
    <dgm:cxn modelId="{EEC732EC-52C2-4F3A-BF4E-70641B6CDF8E}" type="presOf" srcId="{4BC4E87E-BCB2-48FF-8293-12E75F1AD588}" destId="{0180920E-E6B7-473B-A9D3-1F85DFE2575E}" srcOrd="0" destOrd="0" presId="urn:microsoft.com/office/officeart/2005/8/layout/process1"/>
    <dgm:cxn modelId="{DA4EFA11-7C01-459D-903E-9571E70A3CA8}" srcId="{B7FD59C3-2377-4EE5-A4EB-150A5E986134}" destId="{3E336CA0-661C-4A3B-8D64-17BD820118C6}" srcOrd="3" destOrd="0" parTransId="{4C686F72-57D2-4DC7-ADAF-E99FDB739E4C}" sibTransId="{3BFFCFFD-E6BA-45BD-BB24-B0C3E944D3CC}"/>
    <dgm:cxn modelId="{A58CAADA-66AC-4DFC-9EB6-CB87D1DB97DC}" type="presOf" srcId="{A1E7FF71-0E6C-437B-951E-DC759DE1EF30}" destId="{644FCBCF-D797-4034-99BA-7079D9A4F600}" srcOrd="0" destOrd="0" presId="urn:microsoft.com/office/officeart/2005/8/layout/process1"/>
    <dgm:cxn modelId="{DC320079-CA19-430B-9993-CE609D0A0BC9}" type="presOf" srcId="{3BFFCFFD-E6BA-45BD-BB24-B0C3E944D3CC}" destId="{35703991-0EBF-4858-851D-C6FF46BE9EC3}" srcOrd="0" destOrd="0" presId="urn:microsoft.com/office/officeart/2005/8/layout/process1"/>
    <dgm:cxn modelId="{DA8AF925-D6BA-4373-B3E5-199A92744963}" type="presOf" srcId="{9FF358D5-CEAA-4F44-984A-806EB8502955}" destId="{FF74BA51-0237-4304-9437-506E313DFC66}" srcOrd="0" destOrd="0" presId="urn:microsoft.com/office/officeart/2005/8/layout/process1"/>
    <dgm:cxn modelId="{B2A2F8B2-50B7-481B-89CA-088FEB6CE78F}" type="presOf" srcId="{B7FD59C3-2377-4EE5-A4EB-150A5E986134}" destId="{A293DF9F-1C46-4A35-97C0-A07CAB6817BE}" srcOrd="0" destOrd="0" presId="urn:microsoft.com/office/officeart/2005/8/layout/process1"/>
    <dgm:cxn modelId="{AF60DC3E-F5AD-41E7-A6DA-F105F08FA1FE}" type="presOf" srcId="{0A7AAE6D-DF8C-41C3-BD28-1A5DE184833C}" destId="{C6F262EF-0BB1-42D6-ADB9-4E9E982D5345}" srcOrd="0" destOrd="0" presId="urn:microsoft.com/office/officeart/2005/8/layout/process1"/>
    <dgm:cxn modelId="{264D39B4-B9D3-4990-939D-B7DDB2A1656E}" type="presOf" srcId="{3E336CA0-661C-4A3B-8D64-17BD820118C6}" destId="{BD3942B7-8CD9-472B-8C67-B963E826446C}" srcOrd="0" destOrd="0" presId="urn:microsoft.com/office/officeart/2005/8/layout/process1"/>
    <dgm:cxn modelId="{43A00770-BFBA-4192-AD51-17AB35DA7EFB}" type="presOf" srcId="{C445B0C2-7A85-41F6-B4F9-FCBDBAAEDBFB}" destId="{932325F8-5569-4843-B296-D85EDEB86313}" srcOrd="0" destOrd="0" presId="urn:microsoft.com/office/officeart/2005/8/layout/process1"/>
    <dgm:cxn modelId="{C226D1AE-2D7F-4D6C-A5FA-C0C75D81F4DC}" type="presOf" srcId="{3BFFCFFD-E6BA-45BD-BB24-B0C3E944D3CC}" destId="{2A2D76C2-89A7-4418-833A-1700C877F512}" srcOrd="1" destOrd="0" presId="urn:microsoft.com/office/officeart/2005/8/layout/process1"/>
    <dgm:cxn modelId="{CA5D131B-C2FB-442C-B81C-8681DD67AFB6}" type="presOf" srcId="{F04ADFBB-68E3-442D-8060-23D4CF78358D}" destId="{08A07E1F-9008-4743-B6DA-29F230E39257}" srcOrd="1" destOrd="0" presId="urn:microsoft.com/office/officeart/2005/8/layout/process1"/>
    <dgm:cxn modelId="{1AD0DE9D-B42C-41DC-9F0F-BA2B049BD942}" type="presOf" srcId="{AF94DE5F-EC5C-43CF-A8C9-73E06BB0D41B}" destId="{80F22BB9-697F-4175-97CE-CA041987EE96}" srcOrd="0" destOrd="0" presId="urn:microsoft.com/office/officeart/2005/8/layout/process1"/>
    <dgm:cxn modelId="{1737DE10-0860-4283-A791-2CC8218DE84C}" type="presOf" srcId="{C445B0C2-7A85-41F6-B4F9-FCBDBAAEDBFB}" destId="{9C7E07FD-BA4B-4B05-9C87-D5E5503554A7}" srcOrd="1" destOrd="0" presId="urn:microsoft.com/office/officeart/2005/8/layout/process1"/>
    <dgm:cxn modelId="{07156B21-04F0-4C8F-AB02-E8AB2A3A6CD8}" type="presParOf" srcId="{A293DF9F-1C46-4A35-97C0-A07CAB6817BE}" destId="{0180920E-E6B7-473B-A9D3-1F85DFE2575E}" srcOrd="0" destOrd="0" presId="urn:microsoft.com/office/officeart/2005/8/layout/process1"/>
    <dgm:cxn modelId="{429C1BFF-CD27-44AD-ABDF-9C4CE96027EF}" type="presParOf" srcId="{A293DF9F-1C46-4A35-97C0-A07CAB6817BE}" destId="{644FCBCF-D797-4034-99BA-7079D9A4F600}" srcOrd="1" destOrd="0" presId="urn:microsoft.com/office/officeart/2005/8/layout/process1"/>
    <dgm:cxn modelId="{22D62995-2751-48E2-A40B-5399DB9B3DFA}" type="presParOf" srcId="{644FCBCF-D797-4034-99BA-7079D9A4F600}" destId="{880D96D4-C1F7-49CF-95C6-E1FC0CA3615D}" srcOrd="0" destOrd="0" presId="urn:microsoft.com/office/officeart/2005/8/layout/process1"/>
    <dgm:cxn modelId="{D28EE49F-5E6F-47CC-94A0-FD446ECA10B4}" type="presParOf" srcId="{A293DF9F-1C46-4A35-97C0-A07CAB6817BE}" destId="{FF74BA51-0237-4304-9437-506E313DFC66}" srcOrd="2" destOrd="0" presId="urn:microsoft.com/office/officeart/2005/8/layout/process1"/>
    <dgm:cxn modelId="{8D876749-6B87-4BEF-900F-D0B1505F016E}" type="presParOf" srcId="{A293DF9F-1C46-4A35-97C0-A07CAB6817BE}" destId="{557D2FF1-EA0D-4FEF-BA65-DB5E70590D33}" srcOrd="3" destOrd="0" presId="urn:microsoft.com/office/officeart/2005/8/layout/process1"/>
    <dgm:cxn modelId="{2463CFAD-4298-4FE3-AD74-F3FA44B5293A}" type="presParOf" srcId="{557D2FF1-EA0D-4FEF-BA65-DB5E70590D33}" destId="{08A07E1F-9008-4743-B6DA-29F230E39257}" srcOrd="0" destOrd="0" presId="urn:microsoft.com/office/officeart/2005/8/layout/process1"/>
    <dgm:cxn modelId="{5CAA27C3-83E9-4AD9-8459-4C6B0B74BA5D}" type="presParOf" srcId="{A293DF9F-1C46-4A35-97C0-A07CAB6817BE}" destId="{80F22BB9-697F-4175-97CE-CA041987EE96}" srcOrd="4" destOrd="0" presId="urn:microsoft.com/office/officeart/2005/8/layout/process1"/>
    <dgm:cxn modelId="{600B10DA-ADA4-4C96-951D-F57608FE602A}" type="presParOf" srcId="{A293DF9F-1C46-4A35-97C0-A07CAB6817BE}" destId="{932325F8-5569-4843-B296-D85EDEB86313}" srcOrd="5" destOrd="0" presId="urn:microsoft.com/office/officeart/2005/8/layout/process1"/>
    <dgm:cxn modelId="{50EE0AA9-5E31-4791-902E-82E8769EF1C7}" type="presParOf" srcId="{932325F8-5569-4843-B296-D85EDEB86313}" destId="{9C7E07FD-BA4B-4B05-9C87-D5E5503554A7}" srcOrd="0" destOrd="0" presId="urn:microsoft.com/office/officeart/2005/8/layout/process1"/>
    <dgm:cxn modelId="{26FEDD81-1B95-41D7-85ED-C7C9DB08547F}" type="presParOf" srcId="{A293DF9F-1C46-4A35-97C0-A07CAB6817BE}" destId="{BD3942B7-8CD9-472B-8C67-B963E826446C}" srcOrd="6" destOrd="0" presId="urn:microsoft.com/office/officeart/2005/8/layout/process1"/>
    <dgm:cxn modelId="{1CAD38E8-3FCE-488E-A9F0-98CD953F7480}" type="presParOf" srcId="{A293DF9F-1C46-4A35-97C0-A07CAB6817BE}" destId="{35703991-0EBF-4858-851D-C6FF46BE9EC3}" srcOrd="7" destOrd="0" presId="urn:microsoft.com/office/officeart/2005/8/layout/process1"/>
    <dgm:cxn modelId="{6A1824DA-522F-4766-B83C-1868ECA1759A}" type="presParOf" srcId="{35703991-0EBF-4858-851D-C6FF46BE9EC3}" destId="{2A2D76C2-89A7-4418-833A-1700C877F512}" srcOrd="0" destOrd="0" presId="urn:microsoft.com/office/officeart/2005/8/layout/process1"/>
    <dgm:cxn modelId="{47CF5BD7-EF2C-4EE1-9E27-08B2A7993D4B}" type="presParOf" srcId="{A293DF9F-1C46-4A35-97C0-A07CAB6817BE}" destId="{C6F262EF-0BB1-42D6-ADB9-4E9E982D5345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02CEBAA-E1A0-4A5E-892A-353144A3ECB1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13106C34-DDA7-4704-AE3C-0B0E4328523F}">
      <dgm:prSet custT="1"/>
      <dgm:spPr/>
      <dgm:t>
        <a:bodyPr/>
        <a:lstStyle/>
        <a:p>
          <a:pPr rtl="0"/>
          <a:r>
            <a:rPr lang="en-US" altLang="zh-CN" sz="1600" b="1" dirty="0" smtClean="0"/>
            <a:t>8.1 DMA</a:t>
          </a:r>
          <a:r>
            <a:rPr lang="zh-CN" altLang="zh-CN" sz="1600" b="1" dirty="0" smtClean="0"/>
            <a:t>基础理论知识</a:t>
          </a:r>
          <a:endParaRPr lang="zh-CN" sz="1600" b="1" dirty="0"/>
        </a:p>
      </dgm:t>
    </dgm:pt>
    <dgm:pt modelId="{5B2484B4-0902-44AE-9451-619122864D26}" type="parTrans" cxnId="{02BAFB49-29A0-4418-8227-F8F120C95367}">
      <dgm:prSet/>
      <dgm:spPr/>
      <dgm:t>
        <a:bodyPr/>
        <a:lstStyle/>
        <a:p>
          <a:endParaRPr lang="zh-CN" altLang="en-US" sz="1600" b="1"/>
        </a:p>
      </dgm:t>
    </dgm:pt>
    <dgm:pt modelId="{09265D00-2571-440C-8A2D-A0D7C0ECA357}" type="sibTrans" cxnId="{02BAFB49-29A0-4418-8227-F8F120C95367}">
      <dgm:prSet/>
      <dgm:spPr/>
      <dgm:t>
        <a:bodyPr/>
        <a:lstStyle/>
        <a:p>
          <a:endParaRPr lang="zh-CN" altLang="en-US" sz="1600" b="1"/>
        </a:p>
      </dgm:t>
    </dgm:pt>
    <dgm:pt modelId="{047B7240-9B3B-4945-ABFC-8AA577225995}">
      <dgm:prSet custT="1"/>
      <dgm:spPr/>
      <dgm:t>
        <a:bodyPr/>
        <a:lstStyle/>
        <a:p>
          <a:pPr rtl="0"/>
          <a:r>
            <a:rPr lang="en-GB" altLang="zh-CN" sz="1600" b="1" dirty="0" smtClean="0"/>
            <a:t>8.2 STM32</a:t>
          </a:r>
          <a:r>
            <a:rPr lang="zh-CN" altLang="zh-CN" sz="1600" b="1" dirty="0" smtClean="0"/>
            <a:t>的</a:t>
          </a:r>
          <a:r>
            <a:rPr lang="en-GB" altLang="zh-CN" sz="1600" b="1" dirty="0" smtClean="0"/>
            <a:t>DMA</a:t>
          </a:r>
          <a:r>
            <a:rPr lang="zh-CN" altLang="zh-CN" sz="1600" b="1" dirty="0" smtClean="0"/>
            <a:t>模块</a:t>
          </a:r>
          <a:endParaRPr lang="zh-CN" sz="1600" b="1" dirty="0"/>
        </a:p>
      </dgm:t>
    </dgm:pt>
    <dgm:pt modelId="{30432C7E-5CB4-43B7-ABDA-FDD668F97924}" type="parTrans" cxnId="{8ECEC30A-7947-4089-82B2-F4118177782E}">
      <dgm:prSet/>
      <dgm:spPr/>
      <dgm:t>
        <a:bodyPr/>
        <a:lstStyle/>
        <a:p>
          <a:endParaRPr lang="zh-CN" altLang="en-US" sz="1600" b="1"/>
        </a:p>
      </dgm:t>
    </dgm:pt>
    <dgm:pt modelId="{2AD50ABE-3325-4DD9-8E1F-7ECDCF00ED92}" type="sibTrans" cxnId="{8ECEC30A-7947-4089-82B2-F4118177782E}">
      <dgm:prSet/>
      <dgm:spPr/>
      <dgm:t>
        <a:bodyPr/>
        <a:lstStyle/>
        <a:p>
          <a:endParaRPr lang="zh-CN" altLang="en-US" sz="1600" b="1"/>
        </a:p>
      </dgm:t>
    </dgm:pt>
    <dgm:pt modelId="{C03C3471-A4DA-417B-8393-2DA0F765F0DE}">
      <dgm:prSet custT="1"/>
      <dgm:spPr/>
      <dgm:t>
        <a:bodyPr/>
        <a:lstStyle/>
        <a:p>
          <a:pPr rtl="0"/>
          <a:r>
            <a:rPr lang="en-US" sz="1600" b="1" dirty="0" smtClean="0"/>
            <a:t>8.3 DMA</a:t>
          </a:r>
          <a:r>
            <a:rPr lang="zh-CN" sz="1600" b="1" dirty="0" smtClean="0"/>
            <a:t>模块的标准外设库接口函数及应用</a:t>
          </a:r>
          <a:endParaRPr lang="zh-CN" sz="1600" b="1" dirty="0"/>
        </a:p>
      </dgm:t>
    </dgm:pt>
    <dgm:pt modelId="{1933975E-8B86-46FF-B7C1-099FB70E688A}" type="parTrans" cxnId="{972459DD-7803-4179-A553-DC73E2AA763F}">
      <dgm:prSet/>
      <dgm:spPr/>
      <dgm:t>
        <a:bodyPr/>
        <a:lstStyle/>
        <a:p>
          <a:endParaRPr lang="zh-CN" altLang="en-US" sz="1600" b="1"/>
        </a:p>
      </dgm:t>
    </dgm:pt>
    <dgm:pt modelId="{B2D04BCB-8D1E-44D6-B48A-12C7951CB416}" type="sibTrans" cxnId="{972459DD-7803-4179-A553-DC73E2AA763F}">
      <dgm:prSet/>
      <dgm:spPr/>
      <dgm:t>
        <a:bodyPr/>
        <a:lstStyle/>
        <a:p>
          <a:endParaRPr lang="zh-CN" altLang="en-US" sz="1600" b="1"/>
        </a:p>
      </dgm:t>
    </dgm:pt>
    <dgm:pt modelId="{272A1E72-89D8-435F-ABBC-9FE234A43252}">
      <dgm:prSet custT="1"/>
      <dgm:spPr/>
      <dgm:t>
        <a:bodyPr/>
        <a:lstStyle/>
        <a:p>
          <a:pPr rtl="0"/>
          <a:r>
            <a:rPr lang="en-US" sz="1600" b="1" dirty="0" smtClean="0"/>
            <a:t>8.4 DMA</a:t>
          </a:r>
          <a:r>
            <a:rPr lang="zh-CN" sz="1600" b="1" dirty="0" smtClean="0"/>
            <a:t>模块的</a:t>
          </a:r>
          <a:r>
            <a:rPr lang="en-US" sz="1600" b="1" dirty="0" smtClean="0"/>
            <a:t>HAL</a:t>
          </a:r>
          <a:r>
            <a:rPr lang="zh-CN" sz="1600" b="1" dirty="0" smtClean="0"/>
            <a:t>库接口函数及应用</a:t>
          </a:r>
          <a:endParaRPr lang="zh-CN" sz="1600" b="1" dirty="0"/>
        </a:p>
      </dgm:t>
    </dgm:pt>
    <dgm:pt modelId="{A0A1EA4B-DAC0-4B94-8B11-139BB9C11FB5}" type="parTrans" cxnId="{954B69F5-7AC8-4D7D-ABDF-192385BA37D4}">
      <dgm:prSet/>
      <dgm:spPr/>
      <dgm:t>
        <a:bodyPr/>
        <a:lstStyle/>
        <a:p>
          <a:endParaRPr lang="zh-CN" altLang="en-US" sz="1600" b="1"/>
        </a:p>
      </dgm:t>
    </dgm:pt>
    <dgm:pt modelId="{61F94D7D-F4DF-43A8-98D1-22E94A9786B6}" type="sibTrans" cxnId="{954B69F5-7AC8-4D7D-ABDF-192385BA37D4}">
      <dgm:prSet/>
      <dgm:spPr/>
      <dgm:t>
        <a:bodyPr/>
        <a:lstStyle/>
        <a:p>
          <a:endParaRPr lang="zh-CN" altLang="en-US" sz="1600" b="1"/>
        </a:p>
      </dgm:t>
    </dgm:pt>
    <dgm:pt modelId="{96772F72-AE47-49C0-A0C2-1DD06A5A15F9}">
      <dgm:prSet custT="1"/>
      <dgm:spPr/>
      <dgm:t>
        <a:bodyPr/>
        <a:lstStyle/>
        <a:p>
          <a:pPr rtl="0"/>
          <a:r>
            <a:rPr lang="en-GB" altLang="zh-CN" sz="1600" b="1" dirty="0" smtClean="0"/>
            <a:t>DMA</a:t>
          </a:r>
          <a:r>
            <a:rPr lang="zh-CN" altLang="zh-CN" sz="1600" b="1" dirty="0" smtClean="0"/>
            <a:t>内部结构</a:t>
          </a:r>
          <a:endParaRPr lang="zh-CN" altLang="en-US" sz="1600" b="1" dirty="0"/>
        </a:p>
      </dgm:t>
    </dgm:pt>
    <dgm:pt modelId="{99D307A9-AB17-4212-9146-5DBDE43CCFDD}" type="parTrans" cxnId="{7BC5AABE-F7D8-4933-BECE-19DB8E90C553}">
      <dgm:prSet/>
      <dgm:spPr/>
      <dgm:t>
        <a:bodyPr/>
        <a:lstStyle/>
        <a:p>
          <a:endParaRPr lang="zh-CN" altLang="en-US" sz="1600" b="1"/>
        </a:p>
      </dgm:t>
    </dgm:pt>
    <dgm:pt modelId="{8E51BC18-75F4-4486-84A5-9EB337BA7E44}" type="sibTrans" cxnId="{7BC5AABE-F7D8-4933-BECE-19DB8E90C553}">
      <dgm:prSet/>
      <dgm:spPr/>
      <dgm:t>
        <a:bodyPr/>
        <a:lstStyle/>
        <a:p>
          <a:endParaRPr lang="zh-CN" altLang="en-US" sz="1600" b="1"/>
        </a:p>
      </dgm:t>
    </dgm:pt>
    <dgm:pt modelId="{22AC8412-CAAB-442B-A35F-7EF8B97318B1}">
      <dgm:prSet custT="1"/>
      <dgm:spPr/>
      <dgm:t>
        <a:bodyPr/>
        <a:lstStyle/>
        <a:p>
          <a:pPr rtl="0"/>
          <a:r>
            <a:rPr lang="en-US" altLang="zh-CN" sz="1600" b="1" dirty="0" smtClean="0"/>
            <a:t>DMA</a:t>
          </a:r>
          <a:r>
            <a:rPr lang="zh-CN" altLang="en-US" sz="1600" b="1" dirty="0" smtClean="0"/>
            <a:t>优先权</a:t>
          </a:r>
          <a:endParaRPr lang="zh-CN" sz="1600" b="1" dirty="0"/>
        </a:p>
      </dgm:t>
    </dgm:pt>
    <dgm:pt modelId="{9EE0CEBB-1AEE-4672-BA03-047C97DCE283}" type="parTrans" cxnId="{26947123-8985-48B0-8FF8-54B9007DC4ED}">
      <dgm:prSet/>
      <dgm:spPr/>
      <dgm:t>
        <a:bodyPr/>
        <a:lstStyle/>
        <a:p>
          <a:endParaRPr lang="zh-CN" altLang="en-US" sz="1600" b="1"/>
        </a:p>
      </dgm:t>
    </dgm:pt>
    <dgm:pt modelId="{B7970A8C-ADD6-4063-AFB1-4D6B7C9E1E9D}" type="sibTrans" cxnId="{26947123-8985-48B0-8FF8-54B9007DC4ED}">
      <dgm:prSet/>
      <dgm:spPr/>
      <dgm:t>
        <a:bodyPr/>
        <a:lstStyle/>
        <a:p>
          <a:endParaRPr lang="zh-CN" altLang="en-US" sz="1600" b="1"/>
        </a:p>
      </dgm:t>
    </dgm:pt>
    <dgm:pt modelId="{4D41701B-4E19-4C54-A9E8-039654E33689}">
      <dgm:prSet custT="1"/>
      <dgm:spPr/>
      <dgm:t>
        <a:bodyPr/>
        <a:lstStyle/>
        <a:p>
          <a:pPr rtl="0"/>
          <a:r>
            <a:rPr lang="zh-CN" sz="1600" b="1" dirty="0" smtClean="0"/>
            <a:t>接口函数</a:t>
          </a:r>
          <a:endParaRPr lang="zh-CN" sz="1600" b="1" dirty="0"/>
        </a:p>
      </dgm:t>
    </dgm:pt>
    <dgm:pt modelId="{08A619BC-3239-4AF6-B4B2-1669C9FACF46}" type="parTrans" cxnId="{C8E7FA5C-0477-4A4C-A15D-3CD0C8A5F85D}">
      <dgm:prSet/>
      <dgm:spPr/>
      <dgm:t>
        <a:bodyPr/>
        <a:lstStyle/>
        <a:p>
          <a:endParaRPr lang="zh-CN" altLang="en-US" sz="1600" b="1"/>
        </a:p>
      </dgm:t>
    </dgm:pt>
    <dgm:pt modelId="{B96928D2-2C80-42B7-A164-7A50D57F3B16}" type="sibTrans" cxnId="{C8E7FA5C-0477-4A4C-A15D-3CD0C8A5F85D}">
      <dgm:prSet/>
      <dgm:spPr/>
      <dgm:t>
        <a:bodyPr/>
        <a:lstStyle/>
        <a:p>
          <a:endParaRPr lang="zh-CN" altLang="en-US" sz="1600" b="1"/>
        </a:p>
      </dgm:t>
    </dgm:pt>
    <dgm:pt modelId="{D4F9DDD4-C1B9-4409-B226-C8867ECB3AF0}">
      <dgm:prSet custT="1"/>
      <dgm:spPr/>
      <dgm:t>
        <a:bodyPr/>
        <a:lstStyle/>
        <a:p>
          <a:pPr rtl="0"/>
          <a:r>
            <a:rPr lang="zh-CN" sz="1600" b="1" dirty="0" smtClean="0"/>
            <a:t>应用实例</a:t>
          </a:r>
          <a:endParaRPr lang="zh-CN" sz="1600" b="1" dirty="0"/>
        </a:p>
      </dgm:t>
    </dgm:pt>
    <dgm:pt modelId="{660A3CBD-2529-4EA8-AF2B-2909D622066B}" type="parTrans" cxnId="{59611747-6B14-4A6B-B853-BDCAA303D532}">
      <dgm:prSet/>
      <dgm:spPr/>
      <dgm:t>
        <a:bodyPr/>
        <a:lstStyle/>
        <a:p>
          <a:endParaRPr lang="zh-CN" altLang="en-US" sz="1600" b="1"/>
        </a:p>
      </dgm:t>
    </dgm:pt>
    <dgm:pt modelId="{FE881062-D958-43D5-8A66-81917AE3041F}" type="sibTrans" cxnId="{59611747-6B14-4A6B-B853-BDCAA303D532}">
      <dgm:prSet/>
      <dgm:spPr/>
      <dgm:t>
        <a:bodyPr/>
        <a:lstStyle/>
        <a:p>
          <a:endParaRPr lang="zh-CN" altLang="en-US" sz="1600" b="1"/>
        </a:p>
      </dgm:t>
    </dgm:pt>
    <dgm:pt modelId="{DD1FF239-F601-404F-ABFC-399A955A2D4D}">
      <dgm:prSet custT="1"/>
      <dgm:spPr/>
      <dgm:t>
        <a:bodyPr/>
        <a:lstStyle/>
        <a:p>
          <a:pPr rtl="0"/>
          <a:r>
            <a:rPr lang="zh-CN" altLang="en-US" sz="1600" b="1" dirty="0" smtClean="0"/>
            <a:t>接口函数</a:t>
          </a:r>
          <a:endParaRPr lang="zh-CN" sz="1600" b="1" dirty="0"/>
        </a:p>
      </dgm:t>
    </dgm:pt>
    <dgm:pt modelId="{99AD00EF-F9FE-4FFE-937D-5A2E3B80E4CB}" type="parTrans" cxnId="{8F102FB3-6937-4EB1-A17B-BD72D72466DB}">
      <dgm:prSet/>
      <dgm:spPr/>
      <dgm:t>
        <a:bodyPr/>
        <a:lstStyle/>
        <a:p>
          <a:endParaRPr lang="zh-CN" altLang="en-US" sz="1600" b="1"/>
        </a:p>
      </dgm:t>
    </dgm:pt>
    <dgm:pt modelId="{E2D25E48-1D2B-4E3F-AC19-F09A9E83B436}" type="sibTrans" cxnId="{8F102FB3-6937-4EB1-A17B-BD72D72466DB}">
      <dgm:prSet/>
      <dgm:spPr/>
      <dgm:t>
        <a:bodyPr/>
        <a:lstStyle/>
        <a:p>
          <a:endParaRPr lang="zh-CN" altLang="en-US" sz="1600" b="1"/>
        </a:p>
      </dgm:t>
    </dgm:pt>
    <dgm:pt modelId="{A47AF0FD-F47B-48D7-9CE5-4CC5500269FA}">
      <dgm:prSet custT="1"/>
      <dgm:spPr/>
      <dgm:t>
        <a:bodyPr/>
        <a:lstStyle/>
        <a:p>
          <a:pPr rtl="0"/>
          <a:r>
            <a:rPr lang="zh-CN" altLang="en-US" sz="1600" b="1" dirty="0" smtClean="0"/>
            <a:t>应用实例</a:t>
          </a:r>
          <a:endParaRPr lang="zh-CN" sz="1600" b="1" dirty="0"/>
        </a:p>
      </dgm:t>
    </dgm:pt>
    <dgm:pt modelId="{0FBA812C-C16B-4F72-A83D-5ACE7BB20557}" type="parTrans" cxnId="{903E628F-50EF-483D-ACD2-97A42A2E2C63}">
      <dgm:prSet/>
      <dgm:spPr/>
      <dgm:t>
        <a:bodyPr/>
        <a:lstStyle/>
        <a:p>
          <a:endParaRPr lang="zh-CN" altLang="en-US" sz="1600" b="1"/>
        </a:p>
      </dgm:t>
    </dgm:pt>
    <dgm:pt modelId="{00EDC49D-5F77-4ACA-807A-AB8EB4AD2736}" type="sibTrans" cxnId="{903E628F-50EF-483D-ACD2-97A42A2E2C63}">
      <dgm:prSet/>
      <dgm:spPr/>
      <dgm:t>
        <a:bodyPr/>
        <a:lstStyle/>
        <a:p>
          <a:endParaRPr lang="zh-CN" altLang="en-US" sz="1600" b="1"/>
        </a:p>
      </dgm:t>
    </dgm:pt>
    <dgm:pt modelId="{5F7979C6-1D3C-4AB2-B678-14D6349169A8}">
      <dgm:prSet custT="1"/>
      <dgm:spPr/>
      <dgm:t>
        <a:bodyPr/>
        <a:lstStyle/>
        <a:p>
          <a:pPr rtl="0"/>
          <a:r>
            <a:rPr lang="en-US" altLang="zh-CN" sz="1600" b="1" dirty="0" smtClean="0"/>
            <a:t>DMA</a:t>
          </a:r>
          <a:r>
            <a:rPr lang="zh-CN" altLang="en-US" sz="1600" b="1" dirty="0" smtClean="0"/>
            <a:t>中断请求</a:t>
          </a:r>
          <a:endParaRPr lang="zh-CN" sz="1600" b="1" dirty="0"/>
        </a:p>
      </dgm:t>
    </dgm:pt>
    <dgm:pt modelId="{2A0B1056-F385-450C-B6A4-B8EBB7D3C98E}" type="parTrans" cxnId="{5858CEBC-712A-4BA4-AA9A-F7F7F676BCB6}">
      <dgm:prSet/>
      <dgm:spPr/>
      <dgm:t>
        <a:bodyPr/>
        <a:lstStyle/>
        <a:p>
          <a:endParaRPr lang="zh-CN" altLang="en-US"/>
        </a:p>
      </dgm:t>
    </dgm:pt>
    <dgm:pt modelId="{E197871E-D1D2-4868-963C-DA68A98FD84D}" type="sibTrans" cxnId="{5858CEBC-712A-4BA4-AA9A-F7F7F676BCB6}">
      <dgm:prSet/>
      <dgm:spPr/>
      <dgm:t>
        <a:bodyPr/>
        <a:lstStyle/>
        <a:p>
          <a:endParaRPr lang="zh-CN" altLang="en-US"/>
        </a:p>
      </dgm:t>
    </dgm:pt>
    <dgm:pt modelId="{549B5B6E-1B7F-4A29-8AAD-C91A426CA16D}">
      <dgm:prSet custT="1"/>
      <dgm:spPr/>
      <dgm:t>
        <a:bodyPr/>
        <a:lstStyle/>
        <a:p>
          <a:pPr rtl="0"/>
          <a:r>
            <a:rPr lang="zh-CN" altLang="en-US" sz="1600" b="1" dirty="0" smtClean="0"/>
            <a:t>配置过程</a:t>
          </a:r>
          <a:endParaRPr lang="zh-CN" sz="1600" b="1" dirty="0"/>
        </a:p>
      </dgm:t>
    </dgm:pt>
    <dgm:pt modelId="{E901C63F-6383-4B9D-AD6C-32001D831EDA}" type="parTrans" cxnId="{D9231221-97B5-4B9C-BE1A-49736C389962}">
      <dgm:prSet/>
      <dgm:spPr/>
      <dgm:t>
        <a:bodyPr/>
        <a:lstStyle/>
        <a:p>
          <a:endParaRPr lang="zh-CN" altLang="en-US"/>
        </a:p>
      </dgm:t>
    </dgm:pt>
    <dgm:pt modelId="{8EF2B138-450D-445A-9D1C-DDB2AE6C25C7}" type="sibTrans" cxnId="{D9231221-97B5-4B9C-BE1A-49736C389962}">
      <dgm:prSet/>
      <dgm:spPr/>
      <dgm:t>
        <a:bodyPr/>
        <a:lstStyle/>
        <a:p>
          <a:endParaRPr lang="zh-CN" altLang="en-US"/>
        </a:p>
      </dgm:t>
    </dgm:pt>
    <dgm:pt modelId="{BC94C317-721D-429B-9FBF-8BCC96FAAF4E}" type="pres">
      <dgm:prSet presAssocID="{A02CEBAA-E1A0-4A5E-892A-353144A3ECB1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382E1F9D-5EB7-47F5-9F25-ED0620A839C8}" type="pres">
      <dgm:prSet presAssocID="{A02CEBAA-E1A0-4A5E-892A-353144A3ECB1}" presName="arrow" presStyleLbl="bgShp" presStyleIdx="0" presStyleCnt="1"/>
      <dgm:spPr>
        <a:solidFill>
          <a:schemeClr val="accent5">
            <a:lumMod val="75000"/>
          </a:schemeClr>
        </a:solidFill>
      </dgm:spPr>
      <dgm:t>
        <a:bodyPr/>
        <a:lstStyle/>
        <a:p>
          <a:endParaRPr lang="zh-CN" altLang="en-US"/>
        </a:p>
      </dgm:t>
    </dgm:pt>
    <dgm:pt modelId="{0EC97455-800F-4B6E-BC58-4FE74E805E41}" type="pres">
      <dgm:prSet presAssocID="{A02CEBAA-E1A0-4A5E-892A-353144A3ECB1}" presName="points" presStyleCnt="0"/>
      <dgm:spPr/>
    </dgm:pt>
    <dgm:pt modelId="{5ADC1BFC-505B-4E60-8A9F-1C0BECD98F60}" type="pres">
      <dgm:prSet presAssocID="{13106C34-DDA7-4704-AE3C-0B0E4328523F}" presName="compositeA" presStyleCnt="0"/>
      <dgm:spPr/>
    </dgm:pt>
    <dgm:pt modelId="{2CD93801-4098-4C11-A909-440ECFA383A2}" type="pres">
      <dgm:prSet presAssocID="{13106C34-DDA7-4704-AE3C-0B0E4328523F}" presName="textA" presStyleLbl="revTx" presStyleIdx="0" presStyleCnt="4" custScaleX="21138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84E3730-E2CA-4A8A-8272-498570DC41F1}" type="pres">
      <dgm:prSet presAssocID="{13106C34-DDA7-4704-AE3C-0B0E4328523F}" presName="circleA" presStyleLbl="node1" presStyleIdx="0" presStyleCnt="4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endParaRPr lang="zh-CN" altLang="en-US"/>
        </a:p>
      </dgm:t>
    </dgm:pt>
    <dgm:pt modelId="{7C1E2C63-345C-4F58-B1D9-2C57F2705265}" type="pres">
      <dgm:prSet presAssocID="{13106C34-DDA7-4704-AE3C-0B0E4328523F}" presName="spaceA" presStyleCnt="0"/>
      <dgm:spPr/>
    </dgm:pt>
    <dgm:pt modelId="{76785A7F-1334-452E-900A-122869B95075}" type="pres">
      <dgm:prSet presAssocID="{09265D00-2571-440C-8A2D-A0D7C0ECA357}" presName="space" presStyleCnt="0"/>
      <dgm:spPr/>
    </dgm:pt>
    <dgm:pt modelId="{7C62BDFA-9783-4BBC-A320-B4A3410C310A}" type="pres">
      <dgm:prSet presAssocID="{047B7240-9B3B-4945-ABFC-8AA577225995}" presName="compositeB" presStyleCnt="0"/>
      <dgm:spPr/>
    </dgm:pt>
    <dgm:pt modelId="{23C78EED-C1E3-4587-B3A8-671D09A24C60}" type="pres">
      <dgm:prSet presAssocID="{047B7240-9B3B-4945-ABFC-8AA577225995}" presName="textB" presStyleLbl="revTx" presStyleIdx="1" presStyleCnt="4" custScaleX="40717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3BA9797-292D-4BD6-B215-2A2809AF67DB}" type="pres">
      <dgm:prSet presAssocID="{047B7240-9B3B-4945-ABFC-8AA577225995}" presName="circleB" presStyleLbl="node1" presStyleIdx="1" presStyleCnt="4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endParaRPr lang="zh-CN" altLang="en-US"/>
        </a:p>
      </dgm:t>
    </dgm:pt>
    <dgm:pt modelId="{6C40C7D9-68FA-46D4-B5C5-44435F65B0B0}" type="pres">
      <dgm:prSet presAssocID="{047B7240-9B3B-4945-ABFC-8AA577225995}" presName="spaceB" presStyleCnt="0"/>
      <dgm:spPr/>
    </dgm:pt>
    <dgm:pt modelId="{91BF1774-F22A-4237-B0F6-5F4DB2DE7178}" type="pres">
      <dgm:prSet presAssocID="{2AD50ABE-3325-4DD9-8E1F-7ECDCF00ED92}" presName="space" presStyleCnt="0"/>
      <dgm:spPr/>
    </dgm:pt>
    <dgm:pt modelId="{C3AA8583-53D4-4888-B215-BC7443B4DF05}" type="pres">
      <dgm:prSet presAssocID="{C03C3471-A4DA-417B-8393-2DA0F765F0DE}" presName="compositeA" presStyleCnt="0"/>
      <dgm:spPr/>
    </dgm:pt>
    <dgm:pt modelId="{95967AEE-768E-418B-B9BD-64EC5DFC8B56}" type="pres">
      <dgm:prSet presAssocID="{C03C3471-A4DA-417B-8393-2DA0F765F0DE}" presName="textA" presStyleLbl="revTx" presStyleIdx="2" presStyleCnt="4" custScaleX="26216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98E92A1-2510-464C-AD9E-E715F147210B}" type="pres">
      <dgm:prSet presAssocID="{C03C3471-A4DA-417B-8393-2DA0F765F0DE}" presName="circleA" presStyleLbl="node1" presStyleIdx="2" presStyleCnt="4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endParaRPr lang="zh-CN" altLang="en-US"/>
        </a:p>
      </dgm:t>
    </dgm:pt>
    <dgm:pt modelId="{E957C6D6-167F-4BDB-A1F6-022D012C34F1}" type="pres">
      <dgm:prSet presAssocID="{C03C3471-A4DA-417B-8393-2DA0F765F0DE}" presName="spaceA" presStyleCnt="0"/>
      <dgm:spPr/>
    </dgm:pt>
    <dgm:pt modelId="{BF3EA0CF-E216-4B58-9EC2-3D3F8BE87733}" type="pres">
      <dgm:prSet presAssocID="{B2D04BCB-8D1E-44D6-B48A-12C7951CB416}" presName="space" presStyleCnt="0"/>
      <dgm:spPr/>
    </dgm:pt>
    <dgm:pt modelId="{5DEFE004-A464-4B43-8312-E782954EAC0D}" type="pres">
      <dgm:prSet presAssocID="{272A1E72-89D8-435F-ABBC-9FE234A43252}" presName="compositeB" presStyleCnt="0"/>
      <dgm:spPr/>
    </dgm:pt>
    <dgm:pt modelId="{4082F6AB-4D37-4274-AD93-F376FDB8CE2A}" type="pres">
      <dgm:prSet presAssocID="{272A1E72-89D8-435F-ABBC-9FE234A43252}" presName="textB" presStyleLbl="revTx" presStyleIdx="3" presStyleCnt="4" custScaleX="28794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EB4FCD8-5A8B-44A0-8AA0-48927BB94BB4}" type="pres">
      <dgm:prSet presAssocID="{272A1E72-89D8-435F-ABBC-9FE234A43252}" presName="circleB" presStyleLbl="node1" presStyleIdx="3" presStyleCnt="4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endParaRPr lang="zh-CN" altLang="en-US"/>
        </a:p>
      </dgm:t>
    </dgm:pt>
    <dgm:pt modelId="{AD201939-4342-4623-992B-FEA189144ED5}" type="pres">
      <dgm:prSet presAssocID="{272A1E72-89D8-435F-ABBC-9FE234A43252}" presName="spaceB" presStyleCnt="0"/>
      <dgm:spPr/>
    </dgm:pt>
  </dgm:ptLst>
  <dgm:cxnLst>
    <dgm:cxn modelId="{32ADA1A6-B6FA-4F17-85A5-C2F3A15E0B7F}" type="presOf" srcId="{C03C3471-A4DA-417B-8393-2DA0F765F0DE}" destId="{95967AEE-768E-418B-B9BD-64EC5DFC8B56}" srcOrd="0" destOrd="0" presId="urn:microsoft.com/office/officeart/2005/8/layout/hProcess11"/>
    <dgm:cxn modelId="{5858CEBC-712A-4BA4-AA9A-F7F7F676BCB6}" srcId="{047B7240-9B3B-4945-ABFC-8AA577225995}" destId="{5F7979C6-1D3C-4AB2-B678-14D6349169A8}" srcOrd="2" destOrd="0" parTransId="{2A0B1056-F385-450C-B6A4-B8EBB7D3C98E}" sibTransId="{E197871E-D1D2-4868-963C-DA68A98FD84D}"/>
    <dgm:cxn modelId="{CBB0975D-C1B3-4CC0-9F98-EF672D03D13F}" type="presOf" srcId="{22AC8412-CAAB-442B-A35F-7EF8B97318B1}" destId="{23C78EED-C1E3-4587-B3A8-671D09A24C60}" srcOrd="0" destOrd="2" presId="urn:microsoft.com/office/officeart/2005/8/layout/hProcess11"/>
    <dgm:cxn modelId="{B359BDBA-4043-4BE6-ADC6-F6A81A5CF285}" type="presOf" srcId="{A47AF0FD-F47B-48D7-9CE5-4CC5500269FA}" destId="{4082F6AB-4D37-4274-AD93-F376FDB8CE2A}" srcOrd="0" destOrd="2" presId="urn:microsoft.com/office/officeart/2005/8/layout/hProcess11"/>
    <dgm:cxn modelId="{D9231221-97B5-4B9C-BE1A-49736C389962}" srcId="{C03C3471-A4DA-417B-8393-2DA0F765F0DE}" destId="{549B5B6E-1B7F-4A29-8AAD-C91A426CA16D}" srcOrd="1" destOrd="0" parTransId="{E901C63F-6383-4B9D-AD6C-32001D831EDA}" sibTransId="{8EF2B138-450D-445A-9D1C-DDB2AE6C25C7}"/>
    <dgm:cxn modelId="{26947123-8985-48B0-8FF8-54B9007DC4ED}" srcId="{047B7240-9B3B-4945-ABFC-8AA577225995}" destId="{22AC8412-CAAB-442B-A35F-7EF8B97318B1}" srcOrd="1" destOrd="0" parTransId="{9EE0CEBB-1AEE-4672-BA03-047C97DCE283}" sibTransId="{B7970A8C-ADD6-4063-AFB1-4D6B7C9E1E9D}"/>
    <dgm:cxn modelId="{C485254D-B6F9-4FB2-BC2E-B651D66EC467}" type="presOf" srcId="{5F7979C6-1D3C-4AB2-B678-14D6349169A8}" destId="{23C78EED-C1E3-4587-B3A8-671D09A24C60}" srcOrd="0" destOrd="3" presId="urn:microsoft.com/office/officeart/2005/8/layout/hProcess11"/>
    <dgm:cxn modelId="{80D1B369-91BC-4DA9-984B-6D93B2298337}" type="presOf" srcId="{4D41701B-4E19-4C54-A9E8-039654E33689}" destId="{95967AEE-768E-418B-B9BD-64EC5DFC8B56}" srcOrd="0" destOrd="1" presId="urn:microsoft.com/office/officeart/2005/8/layout/hProcess11"/>
    <dgm:cxn modelId="{F1A102F2-AD31-4BC0-962C-AE11EA4E7927}" type="presOf" srcId="{549B5B6E-1B7F-4A29-8AAD-C91A426CA16D}" destId="{95967AEE-768E-418B-B9BD-64EC5DFC8B56}" srcOrd="0" destOrd="2" presId="urn:microsoft.com/office/officeart/2005/8/layout/hProcess11"/>
    <dgm:cxn modelId="{F506BFA2-6949-4D53-ADCF-B54CE19A02F8}" type="presOf" srcId="{96772F72-AE47-49C0-A0C2-1DD06A5A15F9}" destId="{23C78EED-C1E3-4587-B3A8-671D09A24C60}" srcOrd="0" destOrd="1" presId="urn:microsoft.com/office/officeart/2005/8/layout/hProcess11"/>
    <dgm:cxn modelId="{7BC5AABE-F7D8-4933-BECE-19DB8E90C553}" srcId="{047B7240-9B3B-4945-ABFC-8AA577225995}" destId="{96772F72-AE47-49C0-A0C2-1DD06A5A15F9}" srcOrd="0" destOrd="0" parTransId="{99D307A9-AB17-4212-9146-5DBDE43CCFDD}" sibTransId="{8E51BC18-75F4-4486-84A5-9EB337BA7E44}"/>
    <dgm:cxn modelId="{8F102FB3-6937-4EB1-A17B-BD72D72466DB}" srcId="{272A1E72-89D8-435F-ABBC-9FE234A43252}" destId="{DD1FF239-F601-404F-ABFC-399A955A2D4D}" srcOrd="0" destOrd="0" parTransId="{99AD00EF-F9FE-4FFE-937D-5A2E3B80E4CB}" sibTransId="{E2D25E48-1D2B-4E3F-AC19-F09A9E83B436}"/>
    <dgm:cxn modelId="{7120C7A7-60D4-4DD2-979B-363A5D1B2AA2}" type="presOf" srcId="{047B7240-9B3B-4945-ABFC-8AA577225995}" destId="{23C78EED-C1E3-4587-B3A8-671D09A24C60}" srcOrd="0" destOrd="0" presId="urn:microsoft.com/office/officeart/2005/8/layout/hProcess11"/>
    <dgm:cxn modelId="{02BAFB49-29A0-4418-8227-F8F120C95367}" srcId="{A02CEBAA-E1A0-4A5E-892A-353144A3ECB1}" destId="{13106C34-DDA7-4704-AE3C-0B0E4328523F}" srcOrd="0" destOrd="0" parTransId="{5B2484B4-0902-44AE-9451-619122864D26}" sibTransId="{09265D00-2571-440C-8A2D-A0D7C0ECA357}"/>
    <dgm:cxn modelId="{B5668B11-69A3-4645-8C93-080D5E96EFBD}" type="presOf" srcId="{D4F9DDD4-C1B9-4409-B226-C8867ECB3AF0}" destId="{95967AEE-768E-418B-B9BD-64EC5DFC8B56}" srcOrd="0" destOrd="3" presId="urn:microsoft.com/office/officeart/2005/8/layout/hProcess11"/>
    <dgm:cxn modelId="{903E628F-50EF-483D-ACD2-97A42A2E2C63}" srcId="{272A1E72-89D8-435F-ABBC-9FE234A43252}" destId="{A47AF0FD-F47B-48D7-9CE5-4CC5500269FA}" srcOrd="1" destOrd="0" parTransId="{0FBA812C-C16B-4F72-A83D-5ACE7BB20557}" sibTransId="{00EDC49D-5F77-4ACA-807A-AB8EB4AD2736}"/>
    <dgm:cxn modelId="{8BDB6227-FC29-48FD-8169-9E3E34A48F3D}" type="presOf" srcId="{DD1FF239-F601-404F-ABFC-399A955A2D4D}" destId="{4082F6AB-4D37-4274-AD93-F376FDB8CE2A}" srcOrd="0" destOrd="1" presId="urn:microsoft.com/office/officeart/2005/8/layout/hProcess11"/>
    <dgm:cxn modelId="{59611747-6B14-4A6B-B853-BDCAA303D532}" srcId="{C03C3471-A4DA-417B-8393-2DA0F765F0DE}" destId="{D4F9DDD4-C1B9-4409-B226-C8867ECB3AF0}" srcOrd="2" destOrd="0" parTransId="{660A3CBD-2529-4EA8-AF2B-2909D622066B}" sibTransId="{FE881062-D958-43D5-8A66-81917AE3041F}"/>
    <dgm:cxn modelId="{C8E7FA5C-0477-4A4C-A15D-3CD0C8A5F85D}" srcId="{C03C3471-A4DA-417B-8393-2DA0F765F0DE}" destId="{4D41701B-4E19-4C54-A9E8-039654E33689}" srcOrd="0" destOrd="0" parTransId="{08A619BC-3239-4AF6-B4B2-1669C9FACF46}" sibTransId="{B96928D2-2C80-42B7-A164-7A50D57F3B16}"/>
    <dgm:cxn modelId="{5BF74F12-9CFF-48FF-A77E-94FDC0CCEC30}" type="presOf" srcId="{272A1E72-89D8-435F-ABBC-9FE234A43252}" destId="{4082F6AB-4D37-4274-AD93-F376FDB8CE2A}" srcOrd="0" destOrd="0" presId="urn:microsoft.com/office/officeart/2005/8/layout/hProcess11"/>
    <dgm:cxn modelId="{972459DD-7803-4179-A553-DC73E2AA763F}" srcId="{A02CEBAA-E1A0-4A5E-892A-353144A3ECB1}" destId="{C03C3471-A4DA-417B-8393-2DA0F765F0DE}" srcOrd="2" destOrd="0" parTransId="{1933975E-8B86-46FF-B7C1-099FB70E688A}" sibTransId="{B2D04BCB-8D1E-44D6-B48A-12C7951CB416}"/>
    <dgm:cxn modelId="{F46302E4-0C0D-431A-A372-C804690261BF}" type="presOf" srcId="{13106C34-DDA7-4704-AE3C-0B0E4328523F}" destId="{2CD93801-4098-4C11-A909-440ECFA383A2}" srcOrd="0" destOrd="0" presId="urn:microsoft.com/office/officeart/2005/8/layout/hProcess11"/>
    <dgm:cxn modelId="{954B69F5-7AC8-4D7D-ABDF-192385BA37D4}" srcId="{A02CEBAA-E1A0-4A5E-892A-353144A3ECB1}" destId="{272A1E72-89D8-435F-ABBC-9FE234A43252}" srcOrd="3" destOrd="0" parTransId="{A0A1EA4B-DAC0-4B94-8B11-139BB9C11FB5}" sibTransId="{61F94D7D-F4DF-43A8-98D1-22E94A9786B6}"/>
    <dgm:cxn modelId="{3EAAF3D1-4F8F-49E3-A92A-420DEB102C98}" type="presOf" srcId="{A02CEBAA-E1A0-4A5E-892A-353144A3ECB1}" destId="{BC94C317-721D-429B-9FBF-8BCC96FAAF4E}" srcOrd="0" destOrd="0" presId="urn:microsoft.com/office/officeart/2005/8/layout/hProcess11"/>
    <dgm:cxn modelId="{8ECEC30A-7947-4089-82B2-F4118177782E}" srcId="{A02CEBAA-E1A0-4A5E-892A-353144A3ECB1}" destId="{047B7240-9B3B-4945-ABFC-8AA577225995}" srcOrd="1" destOrd="0" parTransId="{30432C7E-5CB4-43B7-ABDA-FDD668F97924}" sibTransId="{2AD50ABE-3325-4DD9-8E1F-7ECDCF00ED92}"/>
    <dgm:cxn modelId="{8B634E3A-29E6-476C-AC4F-6A160D24E210}" type="presParOf" srcId="{BC94C317-721D-429B-9FBF-8BCC96FAAF4E}" destId="{382E1F9D-5EB7-47F5-9F25-ED0620A839C8}" srcOrd="0" destOrd="0" presId="urn:microsoft.com/office/officeart/2005/8/layout/hProcess11"/>
    <dgm:cxn modelId="{13A0EE36-ED1F-43F2-8773-27A49C5AB783}" type="presParOf" srcId="{BC94C317-721D-429B-9FBF-8BCC96FAAF4E}" destId="{0EC97455-800F-4B6E-BC58-4FE74E805E41}" srcOrd="1" destOrd="0" presId="urn:microsoft.com/office/officeart/2005/8/layout/hProcess11"/>
    <dgm:cxn modelId="{0BCFC5D8-FDD8-47AE-9FD8-A897880BD71F}" type="presParOf" srcId="{0EC97455-800F-4B6E-BC58-4FE74E805E41}" destId="{5ADC1BFC-505B-4E60-8A9F-1C0BECD98F60}" srcOrd="0" destOrd="0" presId="urn:microsoft.com/office/officeart/2005/8/layout/hProcess11"/>
    <dgm:cxn modelId="{AB897117-5CB3-4B74-B422-7A67E59BE6D5}" type="presParOf" srcId="{5ADC1BFC-505B-4E60-8A9F-1C0BECD98F60}" destId="{2CD93801-4098-4C11-A909-440ECFA383A2}" srcOrd="0" destOrd="0" presId="urn:microsoft.com/office/officeart/2005/8/layout/hProcess11"/>
    <dgm:cxn modelId="{6962DD2A-A35F-4418-93D6-B24E13D42037}" type="presParOf" srcId="{5ADC1BFC-505B-4E60-8A9F-1C0BECD98F60}" destId="{D84E3730-E2CA-4A8A-8272-498570DC41F1}" srcOrd="1" destOrd="0" presId="urn:microsoft.com/office/officeart/2005/8/layout/hProcess11"/>
    <dgm:cxn modelId="{2B87DFD6-28F1-4FA9-BAEB-F417D0FEECE0}" type="presParOf" srcId="{5ADC1BFC-505B-4E60-8A9F-1C0BECD98F60}" destId="{7C1E2C63-345C-4F58-B1D9-2C57F2705265}" srcOrd="2" destOrd="0" presId="urn:microsoft.com/office/officeart/2005/8/layout/hProcess11"/>
    <dgm:cxn modelId="{04B56788-33DF-4826-A79F-2E40B37EB529}" type="presParOf" srcId="{0EC97455-800F-4B6E-BC58-4FE74E805E41}" destId="{76785A7F-1334-452E-900A-122869B95075}" srcOrd="1" destOrd="0" presId="urn:microsoft.com/office/officeart/2005/8/layout/hProcess11"/>
    <dgm:cxn modelId="{C1E34C4D-B518-4288-A414-FBAF19613D9A}" type="presParOf" srcId="{0EC97455-800F-4B6E-BC58-4FE74E805E41}" destId="{7C62BDFA-9783-4BBC-A320-B4A3410C310A}" srcOrd="2" destOrd="0" presId="urn:microsoft.com/office/officeart/2005/8/layout/hProcess11"/>
    <dgm:cxn modelId="{1ACB1180-51EA-472B-9F1E-6E7E4DB72967}" type="presParOf" srcId="{7C62BDFA-9783-4BBC-A320-B4A3410C310A}" destId="{23C78EED-C1E3-4587-B3A8-671D09A24C60}" srcOrd="0" destOrd="0" presId="urn:microsoft.com/office/officeart/2005/8/layout/hProcess11"/>
    <dgm:cxn modelId="{5AE69DD7-EF03-40FA-9E3B-DB4D2B261111}" type="presParOf" srcId="{7C62BDFA-9783-4BBC-A320-B4A3410C310A}" destId="{B3BA9797-292D-4BD6-B215-2A2809AF67DB}" srcOrd="1" destOrd="0" presId="urn:microsoft.com/office/officeart/2005/8/layout/hProcess11"/>
    <dgm:cxn modelId="{A713C9A5-BFDD-426F-BB1F-FE55C118A9E6}" type="presParOf" srcId="{7C62BDFA-9783-4BBC-A320-B4A3410C310A}" destId="{6C40C7D9-68FA-46D4-B5C5-44435F65B0B0}" srcOrd="2" destOrd="0" presId="urn:microsoft.com/office/officeart/2005/8/layout/hProcess11"/>
    <dgm:cxn modelId="{AD5A2EC9-8BB2-4634-B4BA-CD4425B1B7BD}" type="presParOf" srcId="{0EC97455-800F-4B6E-BC58-4FE74E805E41}" destId="{91BF1774-F22A-4237-B0F6-5F4DB2DE7178}" srcOrd="3" destOrd="0" presId="urn:microsoft.com/office/officeart/2005/8/layout/hProcess11"/>
    <dgm:cxn modelId="{E46D3007-BD5C-4E79-B6B7-197A7FE93175}" type="presParOf" srcId="{0EC97455-800F-4B6E-BC58-4FE74E805E41}" destId="{C3AA8583-53D4-4888-B215-BC7443B4DF05}" srcOrd="4" destOrd="0" presId="urn:microsoft.com/office/officeart/2005/8/layout/hProcess11"/>
    <dgm:cxn modelId="{F154B29B-292E-4C53-AABC-47FA9B17D75C}" type="presParOf" srcId="{C3AA8583-53D4-4888-B215-BC7443B4DF05}" destId="{95967AEE-768E-418B-B9BD-64EC5DFC8B56}" srcOrd="0" destOrd="0" presId="urn:microsoft.com/office/officeart/2005/8/layout/hProcess11"/>
    <dgm:cxn modelId="{23D18D59-DAB2-42A8-8899-7C2AC6572BCE}" type="presParOf" srcId="{C3AA8583-53D4-4888-B215-BC7443B4DF05}" destId="{698E92A1-2510-464C-AD9E-E715F147210B}" srcOrd="1" destOrd="0" presId="urn:microsoft.com/office/officeart/2005/8/layout/hProcess11"/>
    <dgm:cxn modelId="{642873E5-7430-4A6E-AD29-8104633A39A3}" type="presParOf" srcId="{C3AA8583-53D4-4888-B215-BC7443B4DF05}" destId="{E957C6D6-167F-4BDB-A1F6-022D012C34F1}" srcOrd="2" destOrd="0" presId="urn:microsoft.com/office/officeart/2005/8/layout/hProcess11"/>
    <dgm:cxn modelId="{464FCA47-71B9-4E7E-8314-4A4E5403F78E}" type="presParOf" srcId="{0EC97455-800F-4B6E-BC58-4FE74E805E41}" destId="{BF3EA0CF-E216-4B58-9EC2-3D3F8BE87733}" srcOrd="5" destOrd="0" presId="urn:microsoft.com/office/officeart/2005/8/layout/hProcess11"/>
    <dgm:cxn modelId="{0648F05B-584B-4D37-95E5-2DAF4CF9B505}" type="presParOf" srcId="{0EC97455-800F-4B6E-BC58-4FE74E805E41}" destId="{5DEFE004-A464-4B43-8312-E782954EAC0D}" srcOrd="6" destOrd="0" presId="urn:microsoft.com/office/officeart/2005/8/layout/hProcess11"/>
    <dgm:cxn modelId="{BF4F42BA-0BF8-4CE6-AE3C-E950F5A241E7}" type="presParOf" srcId="{5DEFE004-A464-4B43-8312-E782954EAC0D}" destId="{4082F6AB-4D37-4274-AD93-F376FDB8CE2A}" srcOrd="0" destOrd="0" presId="urn:microsoft.com/office/officeart/2005/8/layout/hProcess11"/>
    <dgm:cxn modelId="{B1C9D1D5-38CA-4C0C-AD79-2CE5CDB28E9E}" type="presParOf" srcId="{5DEFE004-A464-4B43-8312-E782954EAC0D}" destId="{1EB4FCD8-5A8B-44A0-8AA0-48927BB94BB4}" srcOrd="1" destOrd="0" presId="urn:microsoft.com/office/officeart/2005/8/layout/hProcess11"/>
    <dgm:cxn modelId="{1FB17AC1-8385-4317-8B17-2378EFB0348F}" type="presParOf" srcId="{5DEFE004-A464-4B43-8312-E782954EAC0D}" destId="{AD201939-4342-4623-992B-FEA189144ED5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5B50D9-E114-45D6-9988-9CB81F146828}">
      <dsp:nvSpPr>
        <dsp:cNvPr id="0" name=""/>
        <dsp:cNvSpPr/>
      </dsp:nvSpPr>
      <dsp:spPr>
        <a:xfrm>
          <a:off x="7602" y="-234390"/>
          <a:ext cx="1886537" cy="46878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000" b="1" kern="1200" dirty="0" smtClean="0"/>
            <a:t>DMA</a:t>
          </a:r>
          <a:r>
            <a:rPr lang="zh-CN" altLang="en-US" sz="2000" b="1" kern="1200" dirty="0" smtClean="0"/>
            <a:t>请求</a:t>
          </a:r>
          <a:endParaRPr lang="zh-CN" altLang="en-US" sz="2000" b="1" kern="1200" dirty="0"/>
        </a:p>
      </dsp:txBody>
      <dsp:txXfrm>
        <a:off x="7602" y="-234390"/>
        <a:ext cx="1886537" cy="468781"/>
      </dsp:txXfrm>
    </dsp:sp>
    <dsp:sp modelId="{584C0314-499A-4296-830D-1A2EE3245853}">
      <dsp:nvSpPr>
        <dsp:cNvPr id="0" name=""/>
        <dsp:cNvSpPr/>
      </dsp:nvSpPr>
      <dsp:spPr>
        <a:xfrm>
          <a:off x="7602" y="234390"/>
          <a:ext cx="1886537" cy="3294697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 rtl="0">
            <a:lnSpc>
              <a:spcPct val="125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600" b="1" kern="1200" dirty="0" smtClean="0"/>
            <a:t>对</a:t>
          </a:r>
          <a:r>
            <a:rPr lang="en-US" altLang="zh-CN" sz="1600" b="1" kern="1200" dirty="0" smtClean="0"/>
            <a:t>DMA</a:t>
          </a:r>
          <a:r>
            <a:rPr lang="zh-CN" altLang="en-US" sz="1600" b="1" kern="1200" dirty="0" smtClean="0"/>
            <a:t>进行初始化，</a:t>
          </a:r>
          <a:r>
            <a:rPr lang="en-US" altLang="zh-CN" sz="1600" b="1" kern="1200" dirty="0" smtClean="0"/>
            <a:t>I/O</a:t>
          </a:r>
          <a:r>
            <a:rPr lang="zh-CN" altLang="en-US" sz="1600" b="1" kern="1200" dirty="0" smtClean="0"/>
            <a:t>设备准备好后，向</a:t>
          </a:r>
          <a:r>
            <a:rPr lang="en-US" altLang="zh-CN" sz="1600" b="1" kern="1200" dirty="0" smtClean="0"/>
            <a:t>DMA</a:t>
          </a:r>
          <a:r>
            <a:rPr lang="zh-CN" altLang="en-US" sz="1600" b="1" kern="1200" dirty="0" smtClean="0"/>
            <a:t>控制器发出</a:t>
          </a:r>
          <a:r>
            <a:rPr lang="en-US" altLang="zh-CN" sz="1600" b="1" kern="1200" dirty="0" smtClean="0"/>
            <a:t>DMA</a:t>
          </a:r>
          <a:r>
            <a:rPr lang="zh-CN" altLang="en-US" sz="1600" b="1" kern="1200" dirty="0" smtClean="0"/>
            <a:t>请求。</a:t>
          </a:r>
          <a:endParaRPr lang="zh-CN" sz="1600" b="1" kern="1200" dirty="0"/>
        </a:p>
      </dsp:txBody>
      <dsp:txXfrm>
        <a:off x="7602" y="234390"/>
        <a:ext cx="1886537" cy="3294697"/>
      </dsp:txXfrm>
    </dsp:sp>
    <dsp:sp modelId="{6A63927C-7A0D-431A-9CEB-77A44942A3B2}">
      <dsp:nvSpPr>
        <dsp:cNvPr id="0" name=""/>
        <dsp:cNvSpPr/>
      </dsp:nvSpPr>
      <dsp:spPr>
        <a:xfrm>
          <a:off x="2157997" y="-234390"/>
          <a:ext cx="1886537" cy="468781"/>
        </a:xfrm>
        <a:prstGeom prst="rect">
          <a:avLst/>
        </a:prstGeom>
        <a:solidFill>
          <a:schemeClr val="accent4">
            <a:hueOff val="-1488257"/>
            <a:satOff val="8966"/>
            <a:lumOff val="719"/>
            <a:alphaOff val="0"/>
          </a:schemeClr>
        </a:solidFill>
        <a:ln w="25400" cap="flat" cmpd="sng" algn="ctr">
          <a:solidFill>
            <a:schemeClr val="accent4">
              <a:hueOff val="-1488257"/>
              <a:satOff val="8966"/>
              <a:lumOff val="71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000" b="1" kern="1200" dirty="0" smtClean="0"/>
            <a:t>DMA</a:t>
          </a:r>
          <a:r>
            <a:rPr lang="zh-CN" altLang="en-US" sz="2000" b="1" kern="1200" dirty="0" smtClean="0"/>
            <a:t>响应</a:t>
          </a:r>
          <a:endParaRPr lang="zh-CN" altLang="en-US" sz="2000" b="1" kern="1200" dirty="0"/>
        </a:p>
      </dsp:txBody>
      <dsp:txXfrm>
        <a:off x="2157997" y="-234390"/>
        <a:ext cx="1886537" cy="468781"/>
      </dsp:txXfrm>
    </dsp:sp>
    <dsp:sp modelId="{C68270D5-ACA5-4E8E-A306-07D0E3D33A81}">
      <dsp:nvSpPr>
        <dsp:cNvPr id="0" name=""/>
        <dsp:cNvSpPr/>
      </dsp:nvSpPr>
      <dsp:spPr>
        <a:xfrm>
          <a:off x="2157997" y="234390"/>
          <a:ext cx="1886537" cy="3294697"/>
        </a:xfrm>
        <a:prstGeom prst="rect">
          <a:avLst/>
        </a:prstGeom>
        <a:solidFill>
          <a:schemeClr val="accent4">
            <a:tint val="40000"/>
            <a:alpha val="90000"/>
            <a:hueOff val="-1315235"/>
            <a:satOff val="7386"/>
            <a:lumOff val="469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1315235"/>
              <a:satOff val="7386"/>
              <a:lumOff val="4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 rtl="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1600" b="1" kern="1200" dirty="0" smtClean="0"/>
            <a:t>DMA</a:t>
          </a:r>
          <a:r>
            <a:rPr lang="zh-CN" altLang="en-US" sz="1600" b="1" kern="1200" dirty="0" smtClean="0"/>
            <a:t>控制器对</a:t>
          </a:r>
          <a:r>
            <a:rPr lang="en-US" altLang="zh-CN" sz="1600" b="1" kern="1200" dirty="0" smtClean="0"/>
            <a:t>DMA</a:t>
          </a:r>
          <a:r>
            <a:rPr lang="zh-CN" altLang="en-US" sz="1600" b="1" kern="1200" dirty="0" smtClean="0"/>
            <a:t>请求进行优先级判别，向</a:t>
          </a:r>
          <a:r>
            <a:rPr lang="en-US" altLang="zh-CN" sz="1600" b="1" kern="1200" dirty="0" smtClean="0"/>
            <a:t>CPU</a:t>
          </a:r>
          <a:r>
            <a:rPr lang="zh-CN" altLang="en-US" sz="1600" b="1" kern="1200" dirty="0" smtClean="0"/>
            <a:t>发出总线请求信号。</a:t>
          </a:r>
          <a:r>
            <a:rPr lang="en-US" altLang="zh-CN" sz="1600" b="1" kern="1200" dirty="0" smtClean="0"/>
            <a:t>CPU</a:t>
          </a:r>
          <a:r>
            <a:rPr lang="zh-CN" altLang="en-US" sz="1600" b="1" kern="1200" dirty="0" smtClean="0"/>
            <a:t>响应总线请求，当</a:t>
          </a:r>
          <a:r>
            <a:rPr lang="en-US" altLang="zh-CN" sz="1600" b="1" kern="1200" dirty="0" smtClean="0"/>
            <a:t>CPU</a:t>
          </a:r>
          <a:r>
            <a:rPr lang="zh-CN" altLang="en-US" sz="1600" b="1" kern="1200" dirty="0" smtClean="0"/>
            <a:t>执行完当前总线周期就将总线控制权交给</a:t>
          </a:r>
          <a:r>
            <a:rPr lang="en-US" altLang="zh-CN" sz="1600" b="1" kern="1200" dirty="0" smtClean="0"/>
            <a:t>DMA</a:t>
          </a:r>
          <a:r>
            <a:rPr lang="zh-CN" altLang="en-US" sz="1600" b="1" kern="1200" dirty="0" smtClean="0"/>
            <a:t>控制器，完成</a:t>
          </a:r>
          <a:r>
            <a:rPr lang="en-US" altLang="zh-CN" sz="1600" b="1" kern="1200" dirty="0" smtClean="0"/>
            <a:t>DMA</a:t>
          </a:r>
          <a:r>
            <a:rPr lang="zh-CN" altLang="en-US" sz="1600" b="1" kern="1200" dirty="0" smtClean="0"/>
            <a:t>响应。</a:t>
          </a:r>
          <a:endParaRPr lang="zh-CN" sz="1600" b="1" kern="1200" dirty="0"/>
        </a:p>
      </dsp:txBody>
      <dsp:txXfrm>
        <a:off x="2157997" y="234390"/>
        <a:ext cx="1886537" cy="3294697"/>
      </dsp:txXfrm>
    </dsp:sp>
    <dsp:sp modelId="{2490AAF1-3F9F-49C8-B6B1-322EB12BD329}">
      <dsp:nvSpPr>
        <dsp:cNvPr id="0" name=""/>
        <dsp:cNvSpPr/>
      </dsp:nvSpPr>
      <dsp:spPr>
        <a:xfrm>
          <a:off x="4308392" y="-234390"/>
          <a:ext cx="1886537" cy="468781"/>
        </a:xfrm>
        <a:prstGeom prst="rect">
          <a:avLst/>
        </a:prstGeom>
        <a:solidFill>
          <a:schemeClr val="accent4">
            <a:hueOff val="-2976513"/>
            <a:satOff val="17933"/>
            <a:lumOff val="1437"/>
            <a:alphaOff val="0"/>
          </a:schemeClr>
        </a:solidFill>
        <a:ln w="25400" cap="flat" cmpd="sng" algn="ctr">
          <a:solidFill>
            <a:schemeClr val="accent4">
              <a:hueOff val="-2976513"/>
              <a:satOff val="17933"/>
              <a:lumOff val="14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000" b="1" kern="1200" dirty="0" smtClean="0"/>
            <a:t>DMA</a:t>
          </a:r>
          <a:r>
            <a:rPr lang="zh-CN" altLang="en-US" sz="2000" b="1" kern="1200" dirty="0" smtClean="0"/>
            <a:t>传输</a:t>
          </a:r>
          <a:endParaRPr lang="zh-CN" altLang="en-US" sz="2000" b="1" kern="1200" dirty="0"/>
        </a:p>
      </dsp:txBody>
      <dsp:txXfrm>
        <a:off x="4308392" y="-234390"/>
        <a:ext cx="1886537" cy="468781"/>
      </dsp:txXfrm>
    </dsp:sp>
    <dsp:sp modelId="{19ADC815-4988-46AE-AF7E-D67F80F60741}">
      <dsp:nvSpPr>
        <dsp:cNvPr id="0" name=""/>
        <dsp:cNvSpPr/>
      </dsp:nvSpPr>
      <dsp:spPr>
        <a:xfrm>
          <a:off x="4308392" y="234390"/>
          <a:ext cx="1886537" cy="3294697"/>
        </a:xfrm>
        <a:prstGeom prst="rect">
          <a:avLst/>
        </a:prstGeom>
        <a:solidFill>
          <a:schemeClr val="accent4">
            <a:tint val="40000"/>
            <a:alpha val="90000"/>
            <a:hueOff val="-2630471"/>
            <a:satOff val="14771"/>
            <a:lumOff val="939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2630471"/>
              <a:satOff val="14771"/>
              <a:lumOff val="93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 rtl="0">
            <a:lnSpc>
              <a:spcPct val="12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1600" b="1" kern="1200" dirty="0" smtClean="0"/>
            <a:t>DMA</a:t>
          </a:r>
          <a:r>
            <a:rPr lang="zh-CN" altLang="en-US" sz="1600" b="1" kern="1200" dirty="0" smtClean="0"/>
            <a:t>控制器获得总线控制权后，外设经硬件信号请求</a:t>
          </a:r>
          <a:r>
            <a:rPr lang="en-US" altLang="zh-CN" sz="1600" b="1" kern="1200" dirty="0" smtClean="0"/>
            <a:t>DMA</a:t>
          </a:r>
          <a:r>
            <a:rPr lang="zh-CN" altLang="en-US" sz="1600" b="1" kern="1200" dirty="0" smtClean="0"/>
            <a:t>传输或通过软件启动</a:t>
          </a:r>
          <a:r>
            <a:rPr lang="en-US" altLang="zh-CN" sz="1600" b="1" kern="1200" dirty="0" smtClean="0"/>
            <a:t>DMA</a:t>
          </a:r>
          <a:r>
            <a:rPr lang="zh-CN" altLang="en-US" sz="1600" b="1" kern="1200" dirty="0" smtClean="0"/>
            <a:t>请求，按配置好的相关参数，</a:t>
          </a:r>
          <a:r>
            <a:rPr lang="en-US" altLang="zh-CN" sz="1600" b="1" kern="1200" dirty="0" smtClean="0"/>
            <a:t>DMA</a:t>
          </a:r>
          <a:r>
            <a:rPr lang="zh-CN" altLang="en-US" sz="1600" b="1" kern="1200" dirty="0" smtClean="0"/>
            <a:t>控制器发出读写命令，开始进行数据传送。</a:t>
          </a:r>
          <a:endParaRPr lang="zh-CN" sz="1600" b="1" kern="1200" dirty="0"/>
        </a:p>
      </dsp:txBody>
      <dsp:txXfrm>
        <a:off x="4308392" y="234390"/>
        <a:ext cx="1886537" cy="3294697"/>
      </dsp:txXfrm>
    </dsp:sp>
    <dsp:sp modelId="{43C778E5-807A-4DBD-B653-3F680D11EED1}">
      <dsp:nvSpPr>
        <dsp:cNvPr id="0" name=""/>
        <dsp:cNvSpPr/>
      </dsp:nvSpPr>
      <dsp:spPr>
        <a:xfrm>
          <a:off x="6458787" y="-234390"/>
          <a:ext cx="1886537" cy="468781"/>
        </a:xfrm>
        <a:prstGeom prst="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000" b="1" kern="1200" dirty="0" smtClean="0"/>
            <a:t>DMA</a:t>
          </a:r>
          <a:r>
            <a:rPr lang="zh-CN" altLang="en-US" sz="2000" b="1" kern="1200" dirty="0" smtClean="0"/>
            <a:t>结束</a:t>
          </a:r>
          <a:endParaRPr lang="zh-CN" altLang="en-US" sz="2000" b="1" kern="1200" dirty="0"/>
        </a:p>
      </dsp:txBody>
      <dsp:txXfrm>
        <a:off x="6458787" y="-234390"/>
        <a:ext cx="1886537" cy="468781"/>
      </dsp:txXfrm>
    </dsp:sp>
    <dsp:sp modelId="{E2B2F66D-09CD-447F-AAF0-2C43E9FBF8A5}">
      <dsp:nvSpPr>
        <dsp:cNvPr id="0" name=""/>
        <dsp:cNvSpPr/>
      </dsp:nvSpPr>
      <dsp:spPr>
        <a:xfrm>
          <a:off x="6458787" y="234390"/>
          <a:ext cx="1886537" cy="3294697"/>
        </a:xfrm>
        <a:prstGeom prst="rect">
          <a:avLst/>
        </a:prstGeom>
        <a:solidFill>
          <a:schemeClr val="accent4">
            <a:tint val="40000"/>
            <a:alpha val="90000"/>
            <a:hueOff val="-3945706"/>
            <a:satOff val="22157"/>
            <a:lumOff val="1408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3945706"/>
              <a:satOff val="22157"/>
              <a:lumOff val="14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 rtl="0">
            <a:lnSpc>
              <a:spcPct val="125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1600" b="1" kern="1200" dirty="0" smtClean="0"/>
            <a:t>DMA</a:t>
          </a:r>
          <a:r>
            <a:rPr lang="zh-CN" altLang="en-US" sz="1600" b="1" kern="1200" dirty="0" smtClean="0"/>
            <a:t>控制器对传输的数据进行计数，判断数据是否传输完成，当传输完成，</a:t>
          </a:r>
          <a:r>
            <a:rPr lang="en-US" altLang="zh-CN" sz="1600" b="1" kern="1200" dirty="0" smtClean="0"/>
            <a:t>DMA</a:t>
          </a:r>
          <a:r>
            <a:rPr lang="zh-CN" altLang="en-US" sz="1600" b="1" kern="1200" dirty="0" smtClean="0"/>
            <a:t>控制器将总线控制权交还给</a:t>
          </a:r>
          <a:r>
            <a:rPr lang="en-US" altLang="zh-CN" sz="1600" b="1" kern="1200" dirty="0" smtClean="0"/>
            <a:t>CPU</a:t>
          </a:r>
          <a:r>
            <a:rPr lang="zh-CN" altLang="en-US" sz="1600" b="1" kern="1200" dirty="0" smtClean="0"/>
            <a:t>，并向</a:t>
          </a:r>
          <a:r>
            <a:rPr lang="en-US" altLang="zh-CN" sz="1600" b="1" kern="1200" dirty="0" smtClean="0"/>
            <a:t>I/O</a:t>
          </a:r>
          <a:r>
            <a:rPr lang="zh-CN" altLang="en-US" sz="1600" b="1" kern="1200" dirty="0" smtClean="0"/>
            <a:t>设备发出结束信号。</a:t>
          </a:r>
          <a:endParaRPr lang="zh-CN" altLang="en-US" sz="1600" b="1" kern="1200" dirty="0"/>
        </a:p>
      </dsp:txBody>
      <dsp:txXfrm>
        <a:off x="6458787" y="234390"/>
        <a:ext cx="1886537" cy="32946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4B12B0-8ED7-423A-98C2-ACC6EE7F5834}">
      <dsp:nvSpPr>
        <dsp:cNvPr id="0" name=""/>
        <dsp:cNvSpPr/>
      </dsp:nvSpPr>
      <dsp:spPr>
        <a:xfrm rot="10800000">
          <a:off x="1321582" y="259"/>
          <a:ext cx="4644876" cy="606530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67463" tIns="99060" rIns="184912" bIns="99060" numCol="1" spcCol="1270" anchor="ctr" anchorCtr="0">
          <a:noAutofit/>
        </a:bodyPr>
        <a:lstStyle/>
        <a:p>
          <a:pPr marL="0" lvl="0" indent="17780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kern="1200" dirty="0" smtClean="0"/>
            <a:t>8.2.1 </a:t>
          </a:r>
          <a:r>
            <a:rPr lang="en-US" sz="2600" b="1" kern="1200" dirty="0" smtClean="0"/>
            <a:t>DMA</a:t>
          </a:r>
          <a:r>
            <a:rPr lang="zh-CN" sz="2600" b="1" kern="1200" dirty="0" smtClean="0"/>
            <a:t>内部结构</a:t>
          </a:r>
          <a:endParaRPr lang="zh-CN" sz="2600" b="1" kern="1200" dirty="0"/>
        </a:p>
      </dsp:txBody>
      <dsp:txXfrm rot="10800000">
        <a:off x="1473214" y="259"/>
        <a:ext cx="4493244" cy="606530"/>
      </dsp:txXfrm>
    </dsp:sp>
    <dsp:sp modelId="{BD893DEC-F94E-4CFD-8B1D-44EBE27F01D8}">
      <dsp:nvSpPr>
        <dsp:cNvPr id="0" name=""/>
        <dsp:cNvSpPr/>
      </dsp:nvSpPr>
      <dsp:spPr>
        <a:xfrm>
          <a:off x="1018317" y="259"/>
          <a:ext cx="606530" cy="606530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28575" cap="flat" cmpd="sng" algn="ctr">
          <a:solidFill>
            <a:schemeClr val="accent5">
              <a:lumMod val="7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D22E1E6-691D-45DB-B730-1DC2060C8198}">
      <dsp:nvSpPr>
        <dsp:cNvPr id="0" name=""/>
        <dsp:cNvSpPr/>
      </dsp:nvSpPr>
      <dsp:spPr>
        <a:xfrm rot="10800000">
          <a:off x="1321582" y="758421"/>
          <a:ext cx="4644876" cy="606530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67463" tIns="99060" rIns="184912" bIns="99060" numCol="1" spcCol="1270" anchor="ctr" anchorCtr="0">
          <a:noAutofit/>
        </a:bodyPr>
        <a:lstStyle/>
        <a:p>
          <a:pPr marL="0" lvl="0" indent="17780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kern="1200" dirty="0" smtClean="0"/>
            <a:t>8.2.2 DMA</a:t>
          </a:r>
          <a:r>
            <a:rPr lang="zh-CN" sz="2600" b="1" kern="1200" dirty="0" smtClean="0"/>
            <a:t>优先权</a:t>
          </a:r>
          <a:endParaRPr lang="zh-CN" sz="2600" b="1" kern="1200" dirty="0"/>
        </a:p>
      </dsp:txBody>
      <dsp:txXfrm rot="10800000">
        <a:off x="1473214" y="758421"/>
        <a:ext cx="4493244" cy="606530"/>
      </dsp:txXfrm>
    </dsp:sp>
    <dsp:sp modelId="{536BAE9F-688B-43CA-8A61-824EE17C80DA}">
      <dsp:nvSpPr>
        <dsp:cNvPr id="0" name=""/>
        <dsp:cNvSpPr/>
      </dsp:nvSpPr>
      <dsp:spPr>
        <a:xfrm>
          <a:off x="1018317" y="758421"/>
          <a:ext cx="606530" cy="606530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28575" cap="flat" cmpd="sng" algn="ctr">
          <a:solidFill>
            <a:schemeClr val="accent5">
              <a:lumMod val="7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C9106F8-718B-46E5-8FB7-F18DA0278976}">
      <dsp:nvSpPr>
        <dsp:cNvPr id="0" name=""/>
        <dsp:cNvSpPr/>
      </dsp:nvSpPr>
      <dsp:spPr>
        <a:xfrm rot="10800000">
          <a:off x="1321582" y="1516584"/>
          <a:ext cx="4644876" cy="606530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67463" tIns="99060" rIns="184912" bIns="99060" numCol="1" spcCol="1270" anchor="ctr" anchorCtr="0">
          <a:noAutofit/>
        </a:bodyPr>
        <a:lstStyle/>
        <a:p>
          <a:pPr marL="0" lvl="0" indent="17780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kern="1200" dirty="0" smtClean="0"/>
            <a:t>8.2.3 DMA</a:t>
          </a:r>
          <a:r>
            <a:rPr lang="zh-CN" sz="2600" b="1" kern="1200" dirty="0" smtClean="0"/>
            <a:t>中断请求</a:t>
          </a:r>
          <a:endParaRPr lang="zh-CN" sz="2600" b="1" kern="1200" dirty="0"/>
        </a:p>
      </dsp:txBody>
      <dsp:txXfrm rot="10800000">
        <a:off x="1473214" y="1516584"/>
        <a:ext cx="4493244" cy="606530"/>
      </dsp:txXfrm>
    </dsp:sp>
    <dsp:sp modelId="{25EE83B5-9181-4312-AF69-76E7DB3C707E}">
      <dsp:nvSpPr>
        <dsp:cNvPr id="0" name=""/>
        <dsp:cNvSpPr/>
      </dsp:nvSpPr>
      <dsp:spPr>
        <a:xfrm>
          <a:off x="1018317" y="1516584"/>
          <a:ext cx="606530" cy="606530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28575" cap="flat" cmpd="sng" algn="ctr">
          <a:solidFill>
            <a:schemeClr val="accent5">
              <a:lumMod val="7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39DE1D-88E5-4232-8A71-F7EDBE12ABE4}">
      <dsp:nvSpPr>
        <dsp:cNvPr id="0" name=""/>
        <dsp:cNvSpPr/>
      </dsp:nvSpPr>
      <dsp:spPr>
        <a:xfrm>
          <a:off x="1945108" y="1433150"/>
          <a:ext cx="1343400" cy="3801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9037"/>
              </a:lnTo>
              <a:lnTo>
                <a:pt x="1343400" y="259037"/>
              </a:lnTo>
              <a:lnTo>
                <a:pt x="1343400" y="380114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7D381B-E7C1-4F4E-BA17-EEB52D2C8AA5}">
      <dsp:nvSpPr>
        <dsp:cNvPr id="0" name=""/>
        <dsp:cNvSpPr/>
      </dsp:nvSpPr>
      <dsp:spPr>
        <a:xfrm>
          <a:off x="1826870" y="1433150"/>
          <a:ext cx="91440" cy="380114"/>
        </a:xfrm>
        <a:custGeom>
          <a:avLst/>
          <a:gdLst/>
          <a:ahLst/>
          <a:cxnLst/>
          <a:rect l="0" t="0" r="0" b="0"/>
          <a:pathLst>
            <a:path>
              <a:moveTo>
                <a:pt x="118238" y="0"/>
              </a:moveTo>
              <a:lnTo>
                <a:pt x="118238" y="259037"/>
              </a:lnTo>
              <a:lnTo>
                <a:pt x="45720" y="259037"/>
              </a:lnTo>
              <a:lnTo>
                <a:pt x="45720" y="380114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A6F472-E56D-45FB-BFFA-CBAAAAF88CC6}">
      <dsp:nvSpPr>
        <dsp:cNvPr id="0" name=""/>
        <dsp:cNvSpPr/>
      </dsp:nvSpPr>
      <dsp:spPr>
        <a:xfrm>
          <a:off x="529189" y="1433150"/>
          <a:ext cx="1415918" cy="380114"/>
        </a:xfrm>
        <a:custGeom>
          <a:avLst/>
          <a:gdLst/>
          <a:ahLst/>
          <a:cxnLst/>
          <a:rect l="0" t="0" r="0" b="0"/>
          <a:pathLst>
            <a:path>
              <a:moveTo>
                <a:pt x="1415918" y="0"/>
              </a:moveTo>
              <a:lnTo>
                <a:pt x="1415918" y="259037"/>
              </a:lnTo>
              <a:lnTo>
                <a:pt x="0" y="259037"/>
              </a:lnTo>
              <a:lnTo>
                <a:pt x="0" y="380114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43EF83-417E-4A1D-93B9-E9C51D103401}">
      <dsp:nvSpPr>
        <dsp:cNvPr id="0" name=""/>
        <dsp:cNvSpPr/>
      </dsp:nvSpPr>
      <dsp:spPr>
        <a:xfrm>
          <a:off x="1418628" y="603215"/>
          <a:ext cx="1052959" cy="82993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EF75DD-10A1-4D60-8536-A02214F442E7}">
      <dsp:nvSpPr>
        <dsp:cNvPr id="0" name=""/>
        <dsp:cNvSpPr/>
      </dsp:nvSpPr>
      <dsp:spPr>
        <a:xfrm>
          <a:off x="1563849" y="741174"/>
          <a:ext cx="1052959" cy="8299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dirty="0" smtClean="0"/>
            <a:t>软件</a:t>
          </a:r>
          <a:endParaRPr lang="en-GB" altLang="zh-CN" sz="1800" b="1" kern="1200" dirty="0" smtClean="0"/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dirty="0" smtClean="0"/>
            <a:t>设计</a:t>
          </a:r>
          <a:endParaRPr lang="zh-CN" altLang="en-US" sz="1800" b="1" kern="1200" dirty="0"/>
        </a:p>
      </dsp:txBody>
      <dsp:txXfrm>
        <a:off x="1588157" y="765482"/>
        <a:ext cx="1004343" cy="781319"/>
      </dsp:txXfrm>
    </dsp:sp>
    <dsp:sp modelId="{D8EB8E23-805B-40CB-8662-CF33E471B5CE}">
      <dsp:nvSpPr>
        <dsp:cNvPr id="0" name=""/>
        <dsp:cNvSpPr/>
      </dsp:nvSpPr>
      <dsp:spPr>
        <a:xfrm>
          <a:off x="2709" y="1813265"/>
          <a:ext cx="1052959" cy="82993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2D64FA-D755-481D-87DD-3F67BCE6968E}">
      <dsp:nvSpPr>
        <dsp:cNvPr id="0" name=""/>
        <dsp:cNvSpPr/>
      </dsp:nvSpPr>
      <dsp:spPr>
        <a:xfrm>
          <a:off x="147930" y="1951225"/>
          <a:ext cx="1052959" cy="8299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err="1" smtClean="0"/>
            <a:t>main.c</a:t>
          </a:r>
          <a:endParaRPr lang="en-US" sz="1800" b="1" kern="1200" dirty="0" smtClean="0"/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800" b="1" kern="1200" dirty="0" smtClean="0"/>
            <a:t>文件</a:t>
          </a:r>
          <a:endParaRPr lang="zh-CN" altLang="en-US" sz="1800" b="1" kern="1200" dirty="0"/>
        </a:p>
      </dsp:txBody>
      <dsp:txXfrm>
        <a:off x="172238" y="1975533"/>
        <a:ext cx="1004343" cy="781319"/>
      </dsp:txXfrm>
    </dsp:sp>
    <dsp:sp modelId="{24273FF2-B74E-41A2-9B5B-6F2959F84AF1}">
      <dsp:nvSpPr>
        <dsp:cNvPr id="0" name=""/>
        <dsp:cNvSpPr/>
      </dsp:nvSpPr>
      <dsp:spPr>
        <a:xfrm>
          <a:off x="1346110" y="1813265"/>
          <a:ext cx="1052959" cy="82993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4BD57B-74EE-4A3D-AEF3-DAE8808DAD01}">
      <dsp:nvSpPr>
        <dsp:cNvPr id="0" name=""/>
        <dsp:cNvSpPr/>
      </dsp:nvSpPr>
      <dsp:spPr>
        <a:xfrm>
          <a:off x="1491331" y="1951225"/>
          <a:ext cx="1052959" cy="8299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smtClean="0"/>
            <a:t>USARTx.c</a:t>
          </a:r>
          <a:r>
            <a:rPr lang="zh-CN" sz="1800" b="1" kern="1200" smtClean="0"/>
            <a:t>文件</a:t>
          </a:r>
          <a:endParaRPr lang="zh-CN" altLang="en-US" sz="1800" b="1" kern="1200" dirty="0"/>
        </a:p>
      </dsp:txBody>
      <dsp:txXfrm>
        <a:off x="1515639" y="1975533"/>
        <a:ext cx="1004343" cy="781319"/>
      </dsp:txXfrm>
    </dsp:sp>
    <dsp:sp modelId="{F9FF813C-926B-4C72-902C-A4870AD7A6EA}">
      <dsp:nvSpPr>
        <dsp:cNvPr id="0" name=""/>
        <dsp:cNvSpPr/>
      </dsp:nvSpPr>
      <dsp:spPr>
        <a:xfrm>
          <a:off x="2689511" y="1813265"/>
          <a:ext cx="1197995" cy="82993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160550-D9BE-4342-BD8A-4AE710304FAC}">
      <dsp:nvSpPr>
        <dsp:cNvPr id="0" name=""/>
        <dsp:cNvSpPr/>
      </dsp:nvSpPr>
      <dsp:spPr>
        <a:xfrm>
          <a:off x="2834732" y="1951225"/>
          <a:ext cx="1197995" cy="8299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smtClean="0"/>
            <a:t>USARTx.h</a:t>
          </a:r>
          <a:r>
            <a:rPr lang="zh-CN" sz="1800" b="1" kern="1200" smtClean="0"/>
            <a:t>头文件</a:t>
          </a:r>
          <a:endParaRPr lang="zh-CN" altLang="en-US" sz="1800" b="1" kern="1200" dirty="0"/>
        </a:p>
      </dsp:txBody>
      <dsp:txXfrm>
        <a:off x="2859040" y="1975533"/>
        <a:ext cx="1149379" cy="78131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39DE1D-88E5-4232-8A71-F7EDBE12ABE4}">
      <dsp:nvSpPr>
        <dsp:cNvPr id="0" name=""/>
        <dsp:cNvSpPr/>
      </dsp:nvSpPr>
      <dsp:spPr>
        <a:xfrm>
          <a:off x="1949246" y="1447912"/>
          <a:ext cx="1384374" cy="3584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4275"/>
              </a:lnTo>
              <a:lnTo>
                <a:pt x="1384374" y="244275"/>
              </a:lnTo>
              <a:lnTo>
                <a:pt x="1384374" y="358453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7D381B-E7C1-4F4E-BA17-EEB52D2C8AA5}">
      <dsp:nvSpPr>
        <dsp:cNvPr id="0" name=""/>
        <dsp:cNvSpPr/>
      </dsp:nvSpPr>
      <dsp:spPr>
        <a:xfrm>
          <a:off x="1903526" y="1447912"/>
          <a:ext cx="91440" cy="35845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4275"/>
              </a:lnTo>
              <a:lnTo>
                <a:pt x="46613" y="244275"/>
              </a:lnTo>
              <a:lnTo>
                <a:pt x="46613" y="358453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A6F472-E56D-45FB-BFFA-CBAAAAF88CC6}">
      <dsp:nvSpPr>
        <dsp:cNvPr id="0" name=""/>
        <dsp:cNvSpPr/>
      </dsp:nvSpPr>
      <dsp:spPr>
        <a:xfrm>
          <a:off x="565765" y="1447912"/>
          <a:ext cx="1383481" cy="358453"/>
        </a:xfrm>
        <a:custGeom>
          <a:avLst/>
          <a:gdLst/>
          <a:ahLst/>
          <a:cxnLst/>
          <a:rect l="0" t="0" r="0" b="0"/>
          <a:pathLst>
            <a:path>
              <a:moveTo>
                <a:pt x="1383481" y="0"/>
              </a:moveTo>
              <a:lnTo>
                <a:pt x="1383481" y="244275"/>
              </a:lnTo>
              <a:lnTo>
                <a:pt x="0" y="244275"/>
              </a:lnTo>
              <a:lnTo>
                <a:pt x="0" y="358453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43EF83-417E-4A1D-93B9-E9C51D103401}">
      <dsp:nvSpPr>
        <dsp:cNvPr id="0" name=""/>
        <dsp:cNvSpPr/>
      </dsp:nvSpPr>
      <dsp:spPr>
        <a:xfrm>
          <a:off x="1452769" y="665273"/>
          <a:ext cx="992953" cy="78263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EF75DD-10A1-4D60-8536-A02214F442E7}">
      <dsp:nvSpPr>
        <dsp:cNvPr id="0" name=""/>
        <dsp:cNvSpPr/>
      </dsp:nvSpPr>
      <dsp:spPr>
        <a:xfrm>
          <a:off x="1589714" y="795370"/>
          <a:ext cx="992953" cy="78263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800" b="1" kern="1200" dirty="0" smtClean="0"/>
            <a:t>软件</a:t>
          </a:r>
          <a:endParaRPr lang="en-GB" altLang="zh-CN" sz="1800" b="1" kern="1200" dirty="0" smtClean="0"/>
        </a:p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800" b="1" kern="1200" dirty="0" smtClean="0"/>
            <a:t>设计</a:t>
          </a:r>
          <a:endParaRPr lang="zh-CN" altLang="en-US" sz="1800" b="1" kern="1200" dirty="0"/>
        </a:p>
      </dsp:txBody>
      <dsp:txXfrm>
        <a:off x="1612637" y="818293"/>
        <a:ext cx="947107" cy="736793"/>
      </dsp:txXfrm>
    </dsp:sp>
    <dsp:sp modelId="{D8EB8E23-805B-40CB-8662-CF33E471B5CE}">
      <dsp:nvSpPr>
        <dsp:cNvPr id="0" name=""/>
        <dsp:cNvSpPr/>
      </dsp:nvSpPr>
      <dsp:spPr>
        <a:xfrm>
          <a:off x="9" y="1806365"/>
          <a:ext cx="1131511" cy="78263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2D64FA-D755-481D-87DD-3F67BCE6968E}">
      <dsp:nvSpPr>
        <dsp:cNvPr id="0" name=""/>
        <dsp:cNvSpPr/>
      </dsp:nvSpPr>
      <dsp:spPr>
        <a:xfrm>
          <a:off x="136954" y="1936463"/>
          <a:ext cx="1131511" cy="78263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sz="1800" b="1" kern="1200" dirty="0" err="1" smtClean="0"/>
            <a:t>main.c</a:t>
          </a:r>
          <a:endParaRPr lang="en-US" sz="1800" b="1" kern="1200" dirty="0" smtClean="0"/>
        </a:p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sz="1800" b="1" kern="1200" dirty="0" smtClean="0"/>
            <a:t>文件</a:t>
          </a:r>
          <a:endParaRPr lang="zh-CN" altLang="en-US" sz="1800" b="1" kern="1200" dirty="0"/>
        </a:p>
      </dsp:txBody>
      <dsp:txXfrm>
        <a:off x="159877" y="1959386"/>
        <a:ext cx="1085665" cy="736793"/>
      </dsp:txXfrm>
    </dsp:sp>
    <dsp:sp modelId="{24273FF2-B74E-41A2-9B5B-6F2959F84AF1}">
      <dsp:nvSpPr>
        <dsp:cNvPr id="0" name=""/>
        <dsp:cNvSpPr/>
      </dsp:nvSpPr>
      <dsp:spPr>
        <a:xfrm>
          <a:off x="1405410" y="1806365"/>
          <a:ext cx="1089458" cy="78263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4BD57B-74EE-4A3D-AEF3-DAE8808DAD01}">
      <dsp:nvSpPr>
        <dsp:cNvPr id="0" name=""/>
        <dsp:cNvSpPr/>
      </dsp:nvSpPr>
      <dsp:spPr>
        <a:xfrm>
          <a:off x="1542355" y="1936463"/>
          <a:ext cx="1089458" cy="78263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sz="1800" b="1" kern="1200" dirty="0" err="1" smtClean="0"/>
            <a:t>USARTx.c</a:t>
          </a:r>
          <a:r>
            <a:rPr lang="zh-CN" sz="1800" b="1" kern="1200" dirty="0" smtClean="0"/>
            <a:t>文件</a:t>
          </a:r>
          <a:endParaRPr lang="zh-CN" altLang="en-US" sz="1800" b="1" kern="1200" dirty="0"/>
        </a:p>
      </dsp:txBody>
      <dsp:txXfrm>
        <a:off x="1565278" y="1959386"/>
        <a:ext cx="1043612" cy="736793"/>
      </dsp:txXfrm>
    </dsp:sp>
    <dsp:sp modelId="{F9FF813C-926B-4C72-902C-A4870AD7A6EA}">
      <dsp:nvSpPr>
        <dsp:cNvPr id="0" name=""/>
        <dsp:cNvSpPr/>
      </dsp:nvSpPr>
      <dsp:spPr>
        <a:xfrm>
          <a:off x="2768759" y="1806365"/>
          <a:ext cx="1129724" cy="78263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160550-D9BE-4342-BD8A-4AE710304FAC}">
      <dsp:nvSpPr>
        <dsp:cNvPr id="0" name=""/>
        <dsp:cNvSpPr/>
      </dsp:nvSpPr>
      <dsp:spPr>
        <a:xfrm>
          <a:off x="2905703" y="1936463"/>
          <a:ext cx="1129724" cy="782639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  <a:alpha val="9000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sz="1800" b="1" kern="1200" dirty="0" err="1" smtClean="0"/>
            <a:t>USARTx.h</a:t>
          </a:r>
          <a:r>
            <a:rPr lang="zh-CN" sz="1800" b="1" kern="1200" dirty="0" smtClean="0"/>
            <a:t>头文件</a:t>
          </a:r>
          <a:endParaRPr lang="zh-CN" altLang="en-US" sz="1800" b="1" kern="1200" dirty="0"/>
        </a:p>
      </dsp:txBody>
      <dsp:txXfrm>
        <a:off x="2928626" y="1959386"/>
        <a:ext cx="1083878" cy="73679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EBB688-8441-4E98-AD8A-6C8A7FD22F1E}">
      <dsp:nvSpPr>
        <dsp:cNvPr id="0" name=""/>
        <dsp:cNvSpPr/>
      </dsp:nvSpPr>
      <dsp:spPr>
        <a:xfrm rot="10800000">
          <a:off x="1783818" y="0"/>
          <a:ext cx="6081435" cy="1008112"/>
        </a:xfrm>
        <a:prstGeom prst="homePlat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44549" tIns="121920" rIns="227584" bIns="121920" numCol="1" spcCol="1270" anchor="ctr" anchorCtr="0">
          <a:noAutofit/>
        </a:bodyPr>
        <a:lstStyle/>
        <a:p>
          <a:pPr lvl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3200" b="1" kern="1200" dirty="0" smtClean="0"/>
            <a:t>8.4.1 DMA</a:t>
          </a:r>
          <a:r>
            <a:rPr lang="zh-CN" altLang="zh-CN" sz="3200" b="1" kern="1200" dirty="0" smtClean="0"/>
            <a:t>的</a:t>
          </a:r>
          <a:r>
            <a:rPr lang="en-US" altLang="zh-CN" sz="3200" b="1" kern="1200" dirty="0" smtClean="0"/>
            <a:t>HAL</a:t>
          </a:r>
          <a:r>
            <a:rPr lang="zh-CN" altLang="zh-CN" sz="3200" b="1" kern="1200" dirty="0" smtClean="0"/>
            <a:t>库接口函数</a:t>
          </a:r>
          <a:endParaRPr lang="zh-CN" sz="3200" b="1" kern="1200" dirty="0"/>
        </a:p>
      </dsp:txBody>
      <dsp:txXfrm rot="10800000">
        <a:off x="2035846" y="0"/>
        <a:ext cx="5829407" cy="1008112"/>
      </dsp:txXfrm>
    </dsp:sp>
    <dsp:sp modelId="{DC36F2B0-35F2-4893-AC41-D3E7369A8C18}">
      <dsp:nvSpPr>
        <dsp:cNvPr id="0" name=""/>
        <dsp:cNvSpPr/>
      </dsp:nvSpPr>
      <dsp:spPr>
        <a:xfrm>
          <a:off x="1279762" y="0"/>
          <a:ext cx="1008112" cy="1008112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z="50080"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EBB688-8441-4E98-AD8A-6C8A7FD22F1E}">
      <dsp:nvSpPr>
        <dsp:cNvPr id="0" name=""/>
        <dsp:cNvSpPr/>
      </dsp:nvSpPr>
      <dsp:spPr>
        <a:xfrm rot="10800000">
          <a:off x="1783818" y="0"/>
          <a:ext cx="6081435" cy="1008112"/>
        </a:xfrm>
        <a:prstGeom prst="homePlat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44549" tIns="121920" rIns="227584" bIns="121920" numCol="1" spcCol="1270" anchor="ctr" anchorCtr="0">
          <a:noAutofit/>
        </a:bodyPr>
        <a:lstStyle/>
        <a:p>
          <a:pPr lvl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3200" b="1" kern="1200" dirty="0" smtClean="0"/>
            <a:t>8.4.2 HAL</a:t>
          </a:r>
          <a:r>
            <a:rPr lang="zh-CN" altLang="zh-CN" sz="3200" b="1" kern="1200" dirty="0" smtClean="0"/>
            <a:t>库</a:t>
          </a:r>
          <a:r>
            <a:rPr lang="en-US" altLang="zh-CN" sz="3200" b="1" kern="1200" dirty="0" smtClean="0"/>
            <a:t>DMA</a:t>
          </a:r>
          <a:r>
            <a:rPr lang="zh-CN" altLang="zh-CN" sz="3200" b="1" kern="1200" dirty="0" smtClean="0"/>
            <a:t>应用实例</a:t>
          </a:r>
          <a:endParaRPr lang="zh-CN" sz="3200" b="1" kern="1200" dirty="0"/>
        </a:p>
      </dsp:txBody>
      <dsp:txXfrm rot="10800000">
        <a:off x="2035846" y="0"/>
        <a:ext cx="5829407" cy="1008112"/>
      </dsp:txXfrm>
    </dsp:sp>
    <dsp:sp modelId="{DC36F2B0-35F2-4893-AC41-D3E7369A8C18}">
      <dsp:nvSpPr>
        <dsp:cNvPr id="0" name=""/>
        <dsp:cNvSpPr/>
      </dsp:nvSpPr>
      <dsp:spPr>
        <a:xfrm>
          <a:off x="1279762" y="0"/>
          <a:ext cx="1008112" cy="1008112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z="50080"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891E18-0E9C-4F64-93A4-ACDDFF17952A}">
      <dsp:nvSpPr>
        <dsp:cNvPr id="0" name=""/>
        <dsp:cNvSpPr/>
      </dsp:nvSpPr>
      <dsp:spPr>
        <a:xfrm>
          <a:off x="5976" y="769862"/>
          <a:ext cx="981417" cy="40449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dirty="0" smtClean="0"/>
            <a:t>四个参数</a:t>
          </a:r>
          <a:endParaRPr lang="zh-CN" altLang="en-US" sz="1800" b="1" kern="1200" dirty="0"/>
        </a:p>
      </dsp:txBody>
      <dsp:txXfrm>
        <a:off x="17823" y="781709"/>
        <a:ext cx="957723" cy="380797"/>
      </dsp:txXfrm>
    </dsp:sp>
    <dsp:sp modelId="{F23D922E-F22E-4205-A3D5-734B96659B3C}">
      <dsp:nvSpPr>
        <dsp:cNvPr id="0" name=""/>
        <dsp:cNvSpPr/>
      </dsp:nvSpPr>
      <dsp:spPr>
        <a:xfrm rot="17692822">
          <a:off x="764623" y="604509"/>
          <a:ext cx="769132" cy="37448"/>
        </a:xfrm>
        <a:custGeom>
          <a:avLst/>
          <a:gdLst/>
          <a:ahLst/>
          <a:cxnLst/>
          <a:rect l="0" t="0" r="0" b="0"/>
          <a:pathLst>
            <a:path>
              <a:moveTo>
                <a:pt x="0" y="18724"/>
              </a:moveTo>
              <a:lnTo>
                <a:pt x="769132" y="18724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800" kern="1200"/>
        </a:p>
      </dsp:txBody>
      <dsp:txXfrm>
        <a:off x="1129961" y="604005"/>
        <a:ext cx="38456" cy="38456"/>
      </dsp:txXfrm>
    </dsp:sp>
    <dsp:sp modelId="{1498C16F-5FA3-47CE-B9F6-A17843D9BA4D}">
      <dsp:nvSpPr>
        <dsp:cNvPr id="0" name=""/>
        <dsp:cNvSpPr/>
      </dsp:nvSpPr>
      <dsp:spPr>
        <a:xfrm>
          <a:off x="1310986" y="72114"/>
          <a:ext cx="1254392" cy="40449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800" b="1" kern="1200" smtClean="0"/>
            <a:t>hdma</a:t>
          </a:r>
          <a:endParaRPr lang="zh-CN" altLang="en-US" sz="1800" kern="1200" dirty="0"/>
        </a:p>
      </dsp:txBody>
      <dsp:txXfrm>
        <a:off x="1322833" y="83961"/>
        <a:ext cx="1230698" cy="380797"/>
      </dsp:txXfrm>
    </dsp:sp>
    <dsp:sp modelId="{A2A38995-FE81-43B0-9EDE-5A2F5B47A71D}">
      <dsp:nvSpPr>
        <dsp:cNvPr id="0" name=""/>
        <dsp:cNvSpPr/>
      </dsp:nvSpPr>
      <dsp:spPr>
        <a:xfrm>
          <a:off x="2565379" y="255635"/>
          <a:ext cx="323593" cy="37448"/>
        </a:xfrm>
        <a:custGeom>
          <a:avLst/>
          <a:gdLst/>
          <a:ahLst/>
          <a:cxnLst/>
          <a:rect l="0" t="0" r="0" b="0"/>
          <a:pathLst>
            <a:path>
              <a:moveTo>
                <a:pt x="0" y="18724"/>
              </a:moveTo>
              <a:lnTo>
                <a:pt x="323593" y="18724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800" kern="1200"/>
        </a:p>
      </dsp:txBody>
      <dsp:txXfrm>
        <a:off x="2719085" y="266270"/>
        <a:ext cx="16179" cy="16179"/>
      </dsp:txXfrm>
    </dsp:sp>
    <dsp:sp modelId="{AF3E376D-55BB-4059-B330-B2EDB5EF44B3}">
      <dsp:nvSpPr>
        <dsp:cNvPr id="0" name=""/>
        <dsp:cNvSpPr/>
      </dsp:nvSpPr>
      <dsp:spPr>
        <a:xfrm>
          <a:off x="2888972" y="72114"/>
          <a:ext cx="4041483" cy="40449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zh-CN" altLang="en-US" sz="1800" b="1" kern="1200" smtClean="0"/>
            <a:t>具体使用的</a:t>
          </a:r>
          <a:r>
            <a:rPr lang="en-US" altLang="zh-CN" sz="1800" b="1" kern="1200" smtClean="0"/>
            <a:t>DMA</a:t>
          </a:r>
          <a:r>
            <a:rPr lang="zh-CN" altLang="en-US" sz="1800" b="1" kern="1200" smtClean="0"/>
            <a:t>对象</a:t>
          </a:r>
          <a:endParaRPr lang="zh-CN" altLang="en-US" sz="1800" kern="1200" dirty="0"/>
        </a:p>
      </dsp:txBody>
      <dsp:txXfrm>
        <a:off x="2900819" y="83961"/>
        <a:ext cx="4017789" cy="380797"/>
      </dsp:txXfrm>
    </dsp:sp>
    <dsp:sp modelId="{9F45FEBE-0C1D-41FC-9F50-7C03150FE3BF}">
      <dsp:nvSpPr>
        <dsp:cNvPr id="0" name=""/>
        <dsp:cNvSpPr/>
      </dsp:nvSpPr>
      <dsp:spPr>
        <a:xfrm rot="19457599">
          <a:off x="949936" y="837092"/>
          <a:ext cx="398506" cy="37448"/>
        </a:xfrm>
        <a:custGeom>
          <a:avLst/>
          <a:gdLst/>
          <a:ahLst/>
          <a:cxnLst/>
          <a:rect l="0" t="0" r="0" b="0"/>
          <a:pathLst>
            <a:path>
              <a:moveTo>
                <a:pt x="0" y="18724"/>
              </a:moveTo>
              <a:lnTo>
                <a:pt x="398506" y="18724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800" kern="1200"/>
        </a:p>
      </dsp:txBody>
      <dsp:txXfrm>
        <a:off x="1139227" y="845854"/>
        <a:ext cx="19925" cy="19925"/>
      </dsp:txXfrm>
    </dsp:sp>
    <dsp:sp modelId="{50928973-2B42-4CBC-9775-B4DEEC8304AC}">
      <dsp:nvSpPr>
        <dsp:cNvPr id="0" name=""/>
        <dsp:cNvSpPr/>
      </dsp:nvSpPr>
      <dsp:spPr>
        <a:xfrm>
          <a:off x="1310986" y="537279"/>
          <a:ext cx="1254392" cy="40449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800" b="1" kern="1200" smtClean="0"/>
            <a:t>SrcAddress</a:t>
          </a:r>
          <a:endParaRPr lang="zh-CN" altLang="en-US" sz="1800" kern="1200" dirty="0"/>
        </a:p>
      </dsp:txBody>
      <dsp:txXfrm>
        <a:off x="1322833" y="549126"/>
        <a:ext cx="1230698" cy="380797"/>
      </dsp:txXfrm>
    </dsp:sp>
    <dsp:sp modelId="{677A2031-C229-4C35-BC3E-352C9B68E4FD}">
      <dsp:nvSpPr>
        <dsp:cNvPr id="0" name=""/>
        <dsp:cNvSpPr/>
      </dsp:nvSpPr>
      <dsp:spPr>
        <a:xfrm>
          <a:off x="2565379" y="720801"/>
          <a:ext cx="323593" cy="37448"/>
        </a:xfrm>
        <a:custGeom>
          <a:avLst/>
          <a:gdLst/>
          <a:ahLst/>
          <a:cxnLst/>
          <a:rect l="0" t="0" r="0" b="0"/>
          <a:pathLst>
            <a:path>
              <a:moveTo>
                <a:pt x="0" y="18724"/>
              </a:moveTo>
              <a:lnTo>
                <a:pt x="323593" y="18724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800" kern="1200"/>
        </a:p>
      </dsp:txBody>
      <dsp:txXfrm>
        <a:off x="2719085" y="731435"/>
        <a:ext cx="16179" cy="16179"/>
      </dsp:txXfrm>
    </dsp:sp>
    <dsp:sp modelId="{112780DA-1446-4C27-B785-149A7B9D426D}">
      <dsp:nvSpPr>
        <dsp:cNvPr id="0" name=""/>
        <dsp:cNvSpPr/>
      </dsp:nvSpPr>
      <dsp:spPr>
        <a:xfrm>
          <a:off x="2888972" y="537279"/>
          <a:ext cx="4041483" cy="40449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800" b="1" kern="1200" smtClean="0"/>
            <a:t>DMA</a:t>
          </a:r>
          <a:r>
            <a:rPr lang="zh-CN" altLang="en-US" sz="1800" b="1" kern="1200" smtClean="0"/>
            <a:t>传输的源数据地址</a:t>
          </a:r>
          <a:endParaRPr lang="zh-CN" altLang="en-US" sz="1800" kern="1200" dirty="0"/>
        </a:p>
      </dsp:txBody>
      <dsp:txXfrm>
        <a:off x="2900819" y="549126"/>
        <a:ext cx="4017789" cy="380797"/>
      </dsp:txXfrm>
    </dsp:sp>
    <dsp:sp modelId="{9D30B484-78F1-4CA7-858A-29E75A7A316B}">
      <dsp:nvSpPr>
        <dsp:cNvPr id="0" name=""/>
        <dsp:cNvSpPr/>
      </dsp:nvSpPr>
      <dsp:spPr>
        <a:xfrm rot="2142401">
          <a:off x="949936" y="1069674"/>
          <a:ext cx="398506" cy="37448"/>
        </a:xfrm>
        <a:custGeom>
          <a:avLst/>
          <a:gdLst/>
          <a:ahLst/>
          <a:cxnLst/>
          <a:rect l="0" t="0" r="0" b="0"/>
          <a:pathLst>
            <a:path>
              <a:moveTo>
                <a:pt x="0" y="18724"/>
              </a:moveTo>
              <a:lnTo>
                <a:pt x="398506" y="18724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800" kern="1200"/>
        </a:p>
      </dsp:txBody>
      <dsp:txXfrm>
        <a:off x="1139227" y="1078436"/>
        <a:ext cx="19925" cy="19925"/>
      </dsp:txXfrm>
    </dsp:sp>
    <dsp:sp modelId="{DA341AF3-8DF5-4EA0-A343-E37AF033BC7C}">
      <dsp:nvSpPr>
        <dsp:cNvPr id="0" name=""/>
        <dsp:cNvSpPr/>
      </dsp:nvSpPr>
      <dsp:spPr>
        <a:xfrm>
          <a:off x="1310986" y="1002444"/>
          <a:ext cx="1254392" cy="40449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800" b="1" kern="1200" smtClean="0"/>
            <a:t>DstAddress</a:t>
          </a:r>
          <a:endParaRPr lang="zh-CN" altLang="en-US" sz="1800" kern="1200" dirty="0"/>
        </a:p>
      </dsp:txBody>
      <dsp:txXfrm>
        <a:off x="1322833" y="1014291"/>
        <a:ext cx="1230698" cy="380797"/>
      </dsp:txXfrm>
    </dsp:sp>
    <dsp:sp modelId="{C71E981F-8274-4D2B-847B-C553D807874F}">
      <dsp:nvSpPr>
        <dsp:cNvPr id="0" name=""/>
        <dsp:cNvSpPr/>
      </dsp:nvSpPr>
      <dsp:spPr>
        <a:xfrm>
          <a:off x="2565379" y="1185966"/>
          <a:ext cx="323593" cy="37448"/>
        </a:xfrm>
        <a:custGeom>
          <a:avLst/>
          <a:gdLst/>
          <a:ahLst/>
          <a:cxnLst/>
          <a:rect l="0" t="0" r="0" b="0"/>
          <a:pathLst>
            <a:path>
              <a:moveTo>
                <a:pt x="0" y="18724"/>
              </a:moveTo>
              <a:lnTo>
                <a:pt x="323593" y="18724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800" kern="1200"/>
        </a:p>
      </dsp:txBody>
      <dsp:txXfrm>
        <a:off x="2719085" y="1196600"/>
        <a:ext cx="16179" cy="16179"/>
      </dsp:txXfrm>
    </dsp:sp>
    <dsp:sp modelId="{94E5EA62-B28C-463C-8A7E-C5C079FF7AD1}">
      <dsp:nvSpPr>
        <dsp:cNvPr id="0" name=""/>
        <dsp:cNvSpPr/>
      </dsp:nvSpPr>
      <dsp:spPr>
        <a:xfrm>
          <a:off x="2888972" y="1002444"/>
          <a:ext cx="4041483" cy="40449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800" b="1" kern="1200" dirty="0" smtClean="0"/>
            <a:t>DMA</a:t>
          </a:r>
          <a:r>
            <a:rPr lang="zh-CN" altLang="en-US" sz="1800" b="1" kern="1200" dirty="0" smtClean="0"/>
            <a:t>传输的目的地址</a:t>
          </a:r>
          <a:endParaRPr lang="zh-CN" altLang="en-US" sz="1800" kern="1200" dirty="0"/>
        </a:p>
      </dsp:txBody>
      <dsp:txXfrm>
        <a:off x="2900819" y="1014291"/>
        <a:ext cx="4017789" cy="380797"/>
      </dsp:txXfrm>
    </dsp:sp>
    <dsp:sp modelId="{7B7DCE91-B29A-4A36-9294-051C570A521B}">
      <dsp:nvSpPr>
        <dsp:cNvPr id="0" name=""/>
        <dsp:cNvSpPr/>
      </dsp:nvSpPr>
      <dsp:spPr>
        <a:xfrm rot="3907178">
          <a:off x="764623" y="1302257"/>
          <a:ext cx="769132" cy="37448"/>
        </a:xfrm>
        <a:custGeom>
          <a:avLst/>
          <a:gdLst/>
          <a:ahLst/>
          <a:cxnLst/>
          <a:rect l="0" t="0" r="0" b="0"/>
          <a:pathLst>
            <a:path>
              <a:moveTo>
                <a:pt x="0" y="18724"/>
              </a:moveTo>
              <a:lnTo>
                <a:pt x="769132" y="18724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800" kern="1200"/>
        </a:p>
      </dsp:txBody>
      <dsp:txXfrm>
        <a:off x="1129961" y="1301753"/>
        <a:ext cx="38456" cy="38456"/>
      </dsp:txXfrm>
    </dsp:sp>
    <dsp:sp modelId="{AA2E5C56-13D5-42CA-B73C-3CE7D5917A97}">
      <dsp:nvSpPr>
        <dsp:cNvPr id="0" name=""/>
        <dsp:cNvSpPr/>
      </dsp:nvSpPr>
      <dsp:spPr>
        <a:xfrm>
          <a:off x="1310986" y="1467609"/>
          <a:ext cx="1254392" cy="40449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800" b="1" kern="1200" smtClean="0"/>
            <a:t>DataLength</a:t>
          </a:r>
          <a:endParaRPr lang="zh-CN" altLang="en-US" sz="1800" b="1" kern="1200" dirty="0"/>
        </a:p>
      </dsp:txBody>
      <dsp:txXfrm>
        <a:off x="1322833" y="1479456"/>
        <a:ext cx="1230698" cy="380797"/>
      </dsp:txXfrm>
    </dsp:sp>
    <dsp:sp modelId="{6F4AA16A-40E1-4C0D-80DB-EA8A467C8875}">
      <dsp:nvSpPr>
        <dsp:cNvPr id="0" name=""/>
        <dsp:cNvSpPr/>
      </dsp:nvSpPr>
      <dsp:spPr>
        <a:xfrm>
          <a:off x="2565379" y="1651131"/>
          <a:ext cx="323593" cy="37448"/>
        </a:xfrm>
        <a:custGeom>
          <a:avLst/>
          <a:gdLst/>
          <a:ahLst/>
          <a:cxnLst/>
          <a:rect l="0" t="0" r="0" b="0"/>
          <a:pathLst>
            <a:path>
              <a:moveTo>
                <a:pt x="0" y="18724"/>
              </a:moveTo>
              <a:lnTo>
                <a:pt x="323593" y="18724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800" kern="1200"/>
        </a:p>
      </dsp:txBody>
      <dsp:txXfrm>
        <a:off x="2719085" y="1661765"/>
        <a:ext cx="16179" cy="16179"/>
      </dsp:txXfrm>
    </dsp:sp>
    <dsp:sp modelId="{8915A25B-AF10-430E-BE88-5F1B3616B7E0}">
      <dsp:nvSpPr>
        <dsp:cNvPr id="0" name=""/>
        <dsp:cNvSpPr/>
      </dsp:nvSpPr>
      <dsp:spPr>
        <a:xfrm>
          <a:off x="2888972" y="1467609"/>
          <a:ext cx="4041483" cy="40449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800" b="1" kern="1200" dirty="0" smtClean="0"/>
            <a:t>DMA</a:t>
          </a:r>
          <a:r>
            <a:rPr lang="zh-CN" altLang="en-US" sz="1800" b="1" kern="1200" dirty="0" smtClean="0"/>
            <a:t>传输数据的长度</a:t>
          </a:r>
          <a:endParaRPr lang="zh-CN" altLang="en-US" sz="1800" b="1" kern="1200" dirty="0"/>
        </a:p>
      </dsp:txBody>
      <dsp:txXfrm>
        <a:off x="2900819" y="1479456"/>
        <a:ext cx="4017789" cy="38079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80920E-E6B7-473B-A9D3-1F85DFE2575E}">
      <dsp:nvSpPr>
        <dsp:cNvPr id="0" name=""/>
        <dsp:cNvSpPr/>
      </dsp:nvSpPr>
      <dsp:spPr>
        <a:xfrm>
          <a:off x="7669" y="1016729"/>
          <a:ext cx="1188243" cy="151501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800" b="1" kern="1200" dirty="0" smtClean="0"/>
            <a:t>新建</a:t>
          </a:r>
          <a:r>
            <a:rPr lang="en-US" sz="1800" b="1" kern="1200" dirty="0" smtClean="0"/>
            <a:t>STM32CubeMX</a:t>
          </a:r>
          <a:r>
            <a:rPr lang="zh-CN" sz="1800" b="1" kern="1200" dirty="0" smtClean="0"/>
            <a:t>工程，选择</a:t>
          </a:r>
          <a:r>
            <a:rPr lang="en-US" sz="1800" b="1" kern="1200" dirty="0" smtClean="0"/>
            <a:t>MCU</a:t>
          </a:r>
          <a:endParaRPr lang="zh-CN" altLang="en-US" sz="1800" kern="1200" dirty="0"/>
        </a:p>
      </dsp:txBody>
      <dsp:txXfrm>
        <a:off x="42471" y="1051531"/>
        <a:ext cx="1118639" cy="1445406"/>
      </dsp:txXfrm>
    </dsp:sp>
    <dsp:sp modelId="{644FCBCF-D797-4034-99BA-7079D9A4F600}">
      <dsp:nvSpPr>
        <dsp:cNvPr id="0" name=""/>
        <dsp:cNvSpPr/>
      </dsp:nvSpPr>
      <dsp:spPr>
        <a:xfrm>
          <a:off x="1314737" y="1626892"/>
          <a:ext cx="251907" cy="2946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200" kern="1200"/>
        </a:p>
      </dsp:txBody>
      <dsp:txXfrm>
        <a:off x="1314737" y="1685829"/>
        <a:ext cx="176335" cy="176810"/>
      </dsp:txXfrm>
    </dsp:sp>
    <dsp:sp modelId="{FF74BA51-0237-4304-9437-506E313DFC66}">
      <dsp:nvSpPr>
        <dsp:cNvPr id="0" name=""/>
        <dsp:cNvSpPr/>
      </dsp:nvSpPr>
      <dsp:spPr>
        <a:xfrm>
          <a:off x="1671210" y="1016729"/>
          <a:ext cx="1188243" cy="1515010"/>
        </a:xfrm>
        <a:prstGeom prst="roundRect">
          <a:avLst>
            <a:gd name="adj" fmla="val 10000"/>
          </a:avLst>
        </a:prstGeom>
        <a:solidFill>
          <a:schemeClr val="accent5">
            <a:lumMod val="40000"/>
            <a:lumOff val="6000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STM32CubeMX</a:t>
          </a:r>
          <a:r>
            <a:rPr lang="zh-CN" sz="1800" b="1" kern="1200" dirty="0" smtClean="0"/>
            <a:t>功能参数配置</a:t>
          </a:r>
          <a:endParaRPr lang="zh-CN" altLang="en-US" sz="1800" kern="1200" dirty="0"/>
        </a:p>
      </dsp:txBody>
      <dsp:txXfrm>
        <a:off x="1706012" y="1051531"/>
        <a:ext cx="1118639" cy="1445406"/>
      </dsp:txXfrm>
    </dsp:sp>
    <dsp:sp modelId="{557D2FF1-EA0D-4FEF-BA65-DB5E70590D33}">
      <dsp:nvSpPr>
        <dsp:cNvPr id="0" name=""/>
        <dsp:cNvSpPr/>
      </dsp:nvSpPr>
      <dsp:spPr>
        <a:xfrm>
          <a:off x="2978278" y="1626892"/>
          <a:ext cx="251907" cy="2946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200" kern="1200"/>
        </a:p>
      </dsp:txBody>
      <dsp:txXfrm>
        <a:off x="2978278" y="1685829"/>
        <a:ext cx="176335" cy="176810"/>
      </dsp:txXfrm>
    </dsp:sp>
    <dsp:sp modelId="{80F22BB9-697F-4175-97CE-CA041987EE96}">
      <dsp:nvSpPr>
        <dsp:cNvPr id="0" name=""/>
        <dsp:cNvSpPr/>
      </dsp:nvSpPr>
      <dsp:spPr>
        <a:xfrm>
          <a:off x="3334751" y="1016729"/>
          <a:ext cx="1188243" cy="151501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dirty="0" smtClean="0"/>
            <a:t>生成工程代码</a:t>
          </a:r>
          <a:endParaRPr lang="zh-CN" altLang="en-US" sz="1800" kern="1200" dirty="0"/>
        </a:p>
      </dsp:txBody>
      <dsp:txXfrm>
        <a:off x="3369553" y="1051531"/>
        <a:ext cx="1118639" cy="1445406"/>
      </dsp:txXfrm>
    </dsp:sp>
    <dsp:sp modelId="{932325F8-5569-4843-B296-D85EDEB86313}">
      <dsp:nvSpPr>
        <dsp:cNvPr id="0" name=""/>
        <dsp:cNvSpPr/>
      </dsp:nvSpPr>
      <dsp:spPr>
        <a:xfrm>
          <a:off x="4641819" y="1626892"/>
          <a:ext cx="251907" cy="2946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200" kern="1200"/>
        </a:p>
      </dsp:txBody>
      <dsp:txXfrm>
        <a:off x="4641819" y="1685829"/>
        <a:ext cx="176335" cy="176810"/>
      </dsp:txXfrm>
    </dsp:sp>
    <dsp:sp modelId="{BD3942B7-8CD9-472B-8C67-B963E826446C}">
      <dsp:nvSpPr>
        <dsp:cNvPr id="0" name=""/>
        <dsp:cNvSpPr/>
      </dsp:nvSpPr>
      <dsp:spPr>
        <a:xfrm>
          <a:off x="4998292" y="1016729"/>
          <a:ext cx="1188243" cy="151501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dirty="0" smtClean="0"/>
            <a:t>编写应用程序</a:t>
          </a:r>
          <a:endParaRPr lang="zh-CN" altLang="en-US" sz="1800" kern="1200" dirty="0"/>
        </a:p>
      </dsp:txBody>
      <dsp:txXfrm>
        <a:off x="5033094" y="1051531"/>
        <a:ext cx="1118639" cy="1445406"/>
      </dsp:txXfrm>
    </dsp:sp>
    <dsp:sp modelId="{35703991-0EBF-4858-851D-C6FF46BE9EC3}">
      <dsp:nvSpPr>
        <dsp:cNvPr id="0" name=""/>
        <dsp:cNvSpPr/>
      </dsp:nvSpPr>
      <dsp:spPr>
        <a:xfrm>
          <a:off x="6305359" y="1626892"/>
          <a:ext cx="251907" cy="2946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200" kern="1200"/>
        </a:p>
      </dsp:txBody>
      <dsp:txXfrm>
        <a:off x="6305359" y="1685829"/>
        <a:ext cx="176335" cy="176810"/>
      </dsp:txXfrm>
    </dsp:sp>
    <dsp:sp modelId="{C6F262EF-0BB1-42D6-ADB9-4E9E982D5345}">
      <dsp:nvSpPr>
        <dsp:cNvPr id="0" name=""/>
        <dsp:cNvSpPr/>
      </dsp:nvSpPr>
      <dsp:spPr>
        <a:xfrm>
          <a:off x="6661832" y="1016729"/>
          <a:ext cx="1188243" cy="151501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smtClean="0"/>
            <a:t>下载调试验证</a:t>
          </a:r>
          <a:endParaRPr lang="zh-CN" altLang="en-US" sz="1800" kern="1200" dirty="0"/>
        </a:p>
      </dsp:txBody>
      <dsp:txXfrm>
        <a:off x="6696634" y="1051531"/>
        <a:ext cx="1118639" cy="144540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2E1F9D-5EB7-47F5-9F25-ED0620A839C8}">
      <dsp:nvSpPr>
        <dsp:cNvPr id="0" name=""/>
        <dsp:cNvSpPr/>
      </dsp:nvSpPr>
      <dsp:spPr>
        <a:xfrm>
          <a:off x="0" y="853036"/>
          <a:ext cx="8496944" cy="1137381"/>
        </a:xfrm>
        <a:prstGeom prst="notchedRightArrow">
          <a:avLst/>
        </a:prstGeom>
        <a:solidFill>
          <a:schemeClr val="accent5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D93801-4098-4C11-A909-440ECFA383A2}">
      <dsp:nvSpPr>
        <dsp:cNvPr id="0" name=""/>
        <dsp:cNvSpPr/>
      </dsp:nvSpPr>
      <dsp:spPr>
        <a:xfrm>
          <a:off x="471" y="0"/>
          <a:ext cx="1365505" cy="1137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600" b="1" kern="1200" dirty="0" smtClean="0"/>
            <a:t>8.1 DMA</a:t>
          </a:r>
          <a:r>
            <a:rPr lang="zh-CN" altLang="zh-CN" sz="1600" b="1" kern="1200" dirty="0" smtClean="0"/>
            <a:t>基础理论知识</a:t>
          </a:r>
          <a:endParaRPr lang="zh-CN" sz="1600" b="1" kern="1200" dirty="0"/>
        </a:p>
      </dsp:txBody>
      <dsp:txXfrm>
        <a:off x="471" y="0"/>
        <a:ext cx="1365505" cy="1137381"/>
      </dsp:txXfrm>
    </dsp:sp>
    <dsp:sp modelId="{D84E3730-E2CA-4A8A-8272-498570DC41F1}">
      <dsp:nvSpPr>
        <dsp:cNvPr id="0" name=""/>
        <dsp:cNvSpPr/>
      </dsp:nvSpPr>
      <dsp:spPr>
        <a:xfrm>
          <a:off x="541051" y="1279554"/>
          <a:ext cx="284345" cy="284345"/>
        </a:xfrm>
        <a:prstGeom prst="ellipse">
          <a:avLst/>
        </a:prstGeom>
        <a:solidFill>
          <a:schemeClr val="accent6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C78EED-C1E3-4587-B3A8-671D09A24C60}">
      <dsp:nvSpPr>
        <dsp:cNvPr id="0" name=""/>
        <dsp:cNvSpPr/>
      </dsp:nvSpPr>
      <dsp:spPr>
        <a:xfrm>
          <a:off x="1398276" y="1706072"/>
          <a:ext cx="2630302" cy="1137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1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altLang="zh-CN" sz="1600" b="1" kern="1200" dirty="0" smtClean="0"/>
            <a:t>8.2 STM32</a:t>
          </a:r>
          <a:r>
            <a:rPr lang="zh-CN" altLang="zh-CN" sz="1600" b="1" kern="1200" dirty="0" smtClean="0"/>
            <a:t>的</a:t>
          </a:r>
          <a:r>
            <a:rPr lang="en-GB" altLang="zh-CN" sz="1600" b="1" kern="1200" dirty="0" smtClean="0"/>
            <a:t>DMA</a:t>
          </a:r>
          <a:r>
            <a:rPr lang="zh-CN" altLang="zh-CN" sz="1600" b="1" kern="1200" dirty="0" smtClean="0"/>
            <a:t>模块</a:t>
          </a:r>
          <a:endParaRPr lang="zh-CN" sz="1600" b="1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altLang="zh-CN" sz="1600" b="1" kern="1200" dirty="0" smtClean="0"/>
            <a:t>DMA</a:t>
          </a:r>
          <a:r>
            <a:rPr lang="zh-CN" altLang="zh-CN" sz="1600" b="1" kern="1200" dirty="0" smtClean="0"/>
            <a:t>内部结构</a:t>
          </a:r>
          <a:endParaRPr lang="zh-CN" altLang="en-US" sz="1600" b="1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1600" b="1" kern="1200" dirty="0" smtClean="0"/>
            <a:t>DMA</a:t>
          </a:r>
          <a:r>
            <a:rPr lang="zh-CN" altLang="en-US" sz="1600" b="1" kern="1200" dirty="0" smtClean="0"/>
            <a:t>优先权</a:t>
          </a:r>
          <a:endParaRPr lang="zh-CN" sz="1600" b="1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1600" b="1" kern="1200" dirty="0" smtClean="0"/>
            <a:t>DMA</a:t>
          </a:r>
          <a:r>
            <a:rPr lang="zh-CN" altLang="en-US" sz="1600" b="1" kern="1200" dirty="0" smtClean="0"/>
            <a:t>中断请求</a:t>
          </a:r>
          <a:endParaRPr lang="zh-CN" sz="1600" b="1" kern="1200" dirty="0"/>
        </a:p>
      </dsp:txBody>
      <dsp:txXfrm>
        <a:off x="1398276" y="1706072"/>
        <a:ext cx="2630302" cy="1137381"/>
      </dsp:txXfrm>
    </dsp:sp>
    <dsp:sp modelId="{B3BA9797-292D-4BD6-B215-2A2809AF67DB}">
      <dsp:nvSpPr>
        <dsp:cNvPr id="0" name=""/>
        <dsp:cNvSpPr/>
      </dsp:nvSpPr>
      <dsp:spPr>
        <a:xfrm>
          <a:off x="2571255" y="1279554"/>
          <a:ext cx="284345" cy="284345"/>
        </a:xfrm>
        <a:prstGeom prst="ellipse">
          <a:avLst/>
        </a:prstGeom>
        <a:solidFill>
          <a:schemeClr val="accent4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967AEE-768E-418B-B9BD-64EC5DFC8B56}">
      <dsp:nvSpPr>
        <dsp:cNvPr id="0" name=""/>
        <dsp:cNvSpPr/>
      </dsp:nvSpPr>
      <dsp:spPr>
        <a:xfrm>
          <a:off x="4060878" y="0"/>
          <a:ext cx="1693549" cy="1137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1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8.3 DMA</a:t>
          </a:r>
          <a:r>
            <a:rPr lang="zh-CN" sz="1600" b="1" kern="1200" dirty="0" smtClean="0"/>
            <a:t>模块的标准外设库接口函数及应用</a:t>
          </a:r>
          <a:endParaRPr lang="zh-CN" sz="1600" b="1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sz="1600" b="1" kern="1200" dirty="0" smtClean="0"/>
            <a:t>接口函数</a:t>
          </a:r>
          <a:endParaRPr lang="zh-CN" sz="1600" b="1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600" b="1" kern="1200" dirty="0" smtClean="0"/>
            <a:t>配置过程</a:t>
          </a:r>
          <a:endParaRPr lang="zh-CN" sz="1600" b="1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sz="1600" b="1" kern="1200" dirty="0" smtClean="0"/>
            <a:t>应用实例</a:t>
          </a:r>
          <a:endParaRPr lang="zh-CN" sz="1600" b="1" kern="1200" dirty="0"/>
        </a:p>
      </dsp:txBody>
      <dsp:txXfrm>
        <a:off x="4060878" y="0"/>
        <a:ext cx="1693549" cy="1137381"/>
      </dsp:txXfrm>
    </dsp:sp>
    <dsp:sp modelId="{698E92A1-2510-464C-AD9E-E715F147210B}">
      <dsp:nvSpPr>
        <dsp:cNvPr id="0" name=""/>
        <dsp:cNvSpPr/>
      </dsp:nvSpPr>
      <dsp:spPr>
        <a:xfrm>
          <a:off x="4765480" y="1279554"/>
          <a:ext cx="284345" cy="284345"/>
        </a:xfrm>
        <a:prstGeom prst="ellipse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82F6AB-4D37-4274-AD93-F376FDB8CE2A}">
      <dsp:nvSpPr>
        <dsp:cNvPr id="0" name=""/>
        <dsp:cNvSpPr/>
      </dsp:nvSpPr>
      <dsp:spPr>
        <a:xfrm>
          <a:off x="5786726" y="1706072"/>
          <a:ext cx="1860051" cy="1137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1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8.4 DMA</a:t>
          </a:r>
          <a:r>
            <a:rPr lang="zh-CN" sz="1600" b="1" kern="1200" dirty="0" smtClean="0"/>
            <a:t>模块的</a:t>
          </a:r>
          <a:r>
            <a:rPr lang="en-US" sz="1600" b="1" kern="1200" dirty="0" smtClean="0"/>
            <a:t>HAL</a:t>
          </a:r>
          <a:r>
            <a:rPr lang="zh-CN" sz="1600" b="1" kern="1200" dirty="0" smtClean="0"/>
            <a:t>库接口函数及应用</a:t>
          </a:r>
          <a:endParaRPr lang="zh-CN" sz="1600" b="1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600" b="1" kern="1200" dirty="0" smtClean="0"/>
            <a:t>接口函数</a:t>
          </a:r>
          <a:endParaRPr lang="zh-CN" sz="1600" b="1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600" b="1" kern="1200" dirty="0" smtClean="0"/>
            <a:t>应用实例</a:t>
          </a:r>
          <a:endParaRPr lang="zh-CN" sz="1600" b="1" kern="1200" dirty="0"/>
        </a:p>
      </dsp:txBody>
      <dsp:txXfrm>
        <a:off x="5786726" y="1706072"/>
        <a:ext cx="1860051" cy="1137381"/>
      </dsp:txXfrm>
    </dsp:sp>
    <dsp:sp modelId="{1EB4FCD8-5A8B-44A0-8AA0-48927BB94BB4}">
      <dsp:nvSpPr>
        <dsp:cNvPr id="0" name=""/>
        <dsp:cNvSpPr/>
      </dsp:nvSpPr>
      <dsp:spPr>
        <a:xfrm>
          <a:off x="6574579" y="1279554"/>
          <a:ext cx="284345" cy="284345"/>
        </a:xfrm>
        <a:prstGeom prst="ellipse">
          <a:avLst/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#1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9B75F8-F665-47F5-9F1B-1750F29F1993}" type="datetimeFigureOut">
              <a:rPr lang="zh-CN" altLang="en-US" smtClean="0"/>
              <a:pPr/>
              <a:t>2020-06-16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C9018E-597F-42E6-A78B-4790A7F9869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152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7469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2020-06-16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31840" y="4731990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62464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2020-06-16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7493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2020-06-16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701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4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4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2020-06-16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3906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2020-06-16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6454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2020-06-16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4674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2020-06-16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9077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2020-06-16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8512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2020-06-16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3734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2020-06-16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0913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2020-06-16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8154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5020022"/>
            <a:ext cx="9144000" cy="123478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9036496" y="1275606"/>
            <a:ext cx="107504" cy="2592288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7502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8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9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1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779662"/>
            <a:ext cx="2843808" cy="13681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202167" y="2211710"/>
            <a:ext cx="14253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 smtClean="0">
                <a:solidFill>
                  <a:schemeClr val="bg1"/>
                </a:solidFill>
                <a:latin typeface="华文隶书" pitchFamily="2" charset="-122"/>
                <a:ea typeface="华文隶书" pitchFamily="2" charset="-122"/>
              </a:rPr>
              <a:t>第</a:t>
            </a:r>
            <a:r>
              <a:rPr lang="en-US" altLang="zh-CN" sz="3600" b="1" dirty="0" smtClean="0">
                <a:solidFill>
                  <a:schemeClr val="bg1"/>
                </a:solidFill>
                <a:latin typeface="华文隶书" pitchFamily="2" charset="-122"/>
                <a:ea typeface="华文隶书" pitchFamily="2" charset="-122"/>
              </a:rPr>
              <a:t>8</a:t>
            </a:r>
            <a:r>
              <a:rPr lang="zh-CN" altLang="en-US" sz="3600" b="1" dirty="0" smtClean="0">
                <a:solidFill>
                  <a:schemeClr val="bg1"/>
                </a:solidFill>
                <a:latin typeface="华文隶书" pitchFamily="2" charset="-122"/>
                <a:ea typeface="华文隶书" pitchFamily="2" charset="-122"/>
              </a:rPr>
              <a:t>章 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2843808" y="1779662"/>
            <a:ext cx="5148064" cy="1368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843808" y="2210013"/>
            <a:ext cx="5148064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GB" altLang="zh-CN" sz="3600" b="1" dirty="0" smtClean="0">
                <a:solidFill>
                  <a:schemeClr val="accent1">
                    <a:lumMod val="75000"/>
                  </a:schemeClr>
                </a:solidFill>
                <a:latin typeface="华文隶书" pitchFamily="2" charset="-122"/>
                <a:ea typeface="华文隶书" pitchFamily="2" charset="-122"/>
              </a:rPr>
              <a:t>DMA</a:t>
            </a:r>
            <a:endParaRPr lang="zh-CN" altLang="zh-CN" sz="3600" b="1" dirty="0">
              <a:solidFill>
                <a:schemeClr val="accent1">
                  <a:lumMod val="75000"/>
                </a:schemeClr>
              </a:solidFill>
              <a:latin typeface="华文隶书" pitchFamily="2" charset="-122"/>
              <a:ea typeface="华文隶书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991872" y="1779662"/>
            <a:ext cx="1152128" cy="13681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菱形 12"/>
          <p:cNvSpPr/>
          <p:nvPr/>
        </p:nvSpPr>
        <p:spPr>
          <a:xfrm>
            <a:off x="7812360" y="4155926"/>
            <a:ext cx="936104" cy="581892"/>
          </a:xfrm>
          <a:prstGeom prst="diamond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菱形 13"/>
          <p:cNvSpPr/>
          <p:nvPr/>
        </p:nvSpPr>
        <p:spPr>
          <a:xfrm>
            <a:off x="7344308" y="4136372"/>
            <a:ext cx="936104" cy="581892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275856" y="1784578"/>
            <a:ext cx="1914862" cy="9774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十字箭头标注 10"/>
          <p:cNvSpPr/>
          <p:nvPr/>
        </p:nvSpPr>
        <p:spPr>
          <a:xfrm>
            <a:off x="395536" y="339502"/>
            <a:ext cx="1296144" cy="720080"/>
          </a:xfrm>
          <a:prstGeom prst="quadArrowCallou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1200" b="1" dirty="0" smtClean="0"/>
              <a:t>STM32</a:t>
            </a:r>
            <a:endParaRPr lang="zh-CN" altLang="en-US" sz="1200" b="1" dirty="0"/>
          </a:p>
        </p:txBody>
      </p:sp>
      <p:sp>
        <p:nvSpPr>
          <p:cNvPr id="18" name="矩形 17"/>
          <p:cNvSpPr/>
          <p:nvPr/>
        </p:nvSpPr>
        <p:spPr>
          <a:xfrm>
            <a:off x="5508104" y="3050071"/>
            <a:ext cx="1914862" cy="9774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9271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" y="339503"/>
            <a:ext cx="298782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1582" y="381893"/>
            <a:ext cx="33362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本章知识与能力要求</a:t>
            </a:r>
          </a:p>
        </p:txBody>
      </p:sp>
      <p:sp>
        <p:nvSpPr>
          <p:cNvPr id="5" name="矩形 4"/>
          <p:cNvSpPr/>
          <p:nvPr/>
        </p:nvSpPr>
        <p:spPr>
          <a:xfrm>
            <a:off x="1187624" y="1347614"/>
            <a:ext cx="7128792" cy="2796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6088" lvl="0" indent="-446088">
              <a:lnSpc>
                <a:spcPct val="125000"/>
              </a:lnSpc>
              <a:spcBef>
                <a:spcPts val="12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sz="2200" b="1" dirty="0" smtClean="0">
                <a:ea typeface="华文楷体" pitchFamily="2" charset="-122"/>
                <a:cs typeface="Times New Roman" pitchFamily="18" charset="0"/>
              </a:rPr>
              <a:t>理解</a:t>
            </a:r>
            <a:r>
              <a:rPr lang="zh-CN" altLang="en-US" sz="2200" b="1" dirty="0">
                <a:ea typeface="华文楷体" pitchFamily="2" charset="-122"/>
                <a:cs typeface="Times New Roman" pitchFamily="18" charset="0"/>
              </a:rPr>
              <a:t>和掌握</a:t>
            </a:r>
            <a:r>
              <a:rPr lang="en-US" altLang="zh-CN" sz="2200" b="1" dirty="0">
                <a:ea typeface="华文楷体" pitchFamily="2" charset="-122"/>
                <a:cs typeface="Times New Roman" pitchFamily="18" charset="0"/>
              </a:rPr>
              <a:t>DMA</a:t>
            </a:r>
            <a:r>
              <a:rPr lang="zh-CN" altLang="en-US" sz="2200" b="1" dirty="0">
                <a:ea typeface="华文楷体" pitchFamily="2" charset="-122"/>
                <a:cs typeface="Times New Roman" pitchFamily="18" charset="0"/>
              </a:rPr>
              <a:t>的基本概念、适用场合；</a:t>
            </a:r>
          </a:p>
          <a:p>
            <a:pPr marL="446088" lvl="0" indent="-446088">
              <a:lnSpc>
                <a:spcPct val="125000"/>
              </a:lnSpc>
              <a:spcBef>
                <a:spcPts val="12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sz="2200" b="1" dirty="0" smtClean="0">
                <a:ea typeface="华文楷体" pitchFamily="2" charset="-122"/>
                <a:cs typeface="Times New Roman" pitchFamily="18" charset="0"/>
              </a:rPr>
              <a:t>理解</a:t>
            </a:r>
            <a:r>
              <a:rPr lang="en-US" altLang="zh-CN" sz="2200" b="1" dirty="0">
                <a:ea typeface="华文楷体" pitchFamily="2" charset="-122"/>
                <a:cs typeface="Times New Roman" pitchFamily="18" charset="0"/>
              </a:rPr>
              <a:t>STM32</a:t>
            </a:r>
            <a:r>
              <a:rPr lang="zh-CN" altLang="en-US" sz="2200" b="1" dirty="0">
                <a:ea typeface="华文楷体" pitchFamily="2" charset="-122"/>
                <a:cs typeface="Times New Roman" pitchFamily="18" charset="0"/>
              </a:rPr>
              <a:t>的</a:t>
            </a:r>
            <a:r>
              <a:rPr lang="en-US" altLang="zh-CN" sz="2200" b="1" dirty="0">
                <a:ea typeface="华文楷体" pitchFamily="2" charset="-122"/>
                <a:cs typeface="Times New Roman" pitchFamily="18" charset="0"/>
              </a:rPr>
              <a:t>DMA</a:t>
            </a:r>
            <a:r>
              <a:rPr lang="zh-CN" altLang="en-US" sz="2200" b="1" dirty="0">
                <a:ea typeface="华文楷体" pitchFamily="2" charset="-122"/>
                <a:cs typeface="Times New Roman" pitchFamily="18" charset="0"/>
              </a:rPr>
              <a:t>结构及工作原理；</a:t>
            </a:r>
          </a:p>
          <a:p>
            <a:pPr marL="446088" lvl="0" indent="-446088">
              <a:lnSpc>
                <a:spcPct val="125000"/>
              </a:lnSpc>
              <a:spcBef>
                <a:spcPts val="12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sz="2200" b="1" dirty="0" smtClean="0">
                <a:ea typeface="华文楷体" pitchFamily="2" charset="-122"/>
                <a:cs typeface="Times New Roman" pitchFamily="18" charset="0"/>
              </a:rPr>
              <a:t>熟悉</a:t>
            </a:r>
            <a:r>
              <a:rPr lang="en-US" altLang="zh-CN" sz="2200" b="1" dirty="0">
                <a:ea typeface="华文楷体" pitchFamily="2" charset="-122"/>
                <a:cs typeface="Times New Roman" pitchFamily="18" charset="0"/>
              </a:rPr>
              <a:t>STM32</a:t>
            </a:r>
            <a:r>
              <a:rPr lang="zh-CN" altLang="en-US" sz="2200" b="1" dirty="0">
                <a:ea typeface="华文楷体" pitchFamily="2" charset="-122"/>
                <a:cs typeface="Times New Roman" pitchFamily="18" charset="0"/>
              </a:rPr>
              <a:t>标准外设库和</a:t>
            </a:r>
            <a:r>
              <a:rPr lang="en-US" altLang="zh-CN" sz="2200" b="1" dirty="0">
                <a:ea typeface="华文楷体" pitchFamily="2" charset="-122"/>
                <a:cs typeface="Times New Roman" pitchFamily="18" charset="0"/>
              </a:rPr>
              <a:t>HAL</a:t>
            </a:r>
            <a:r>
              <a:rPr lang="zh-CN" altLang="en-US" sz="2200" b="1" dirty="0">
                <a:ea typeface="华文楷体" pitchFamily="2" charset="-122"/>
                <a:cs typeface="Times New Roman" pitchFamily="18" charset="0"/>
              </a:rPr>
              <a:t>库中有关</a:t>
            </a:r>
            <a:r>
              <a:rPr lang="en-US" altLang="zh-CN" sz="2200" b="1" dirty="0">
                <a:ea typeface="华文楷体" pitchFamily="2" charset="-122"/>
                <a:cs typeface="Times New Roman" pitchFamily="18" charset="0"/>
              </a:rPr>
              <a:t>DMA</a:t>
            </a:r>
            <a:r>
              <a:rPr lang="zh-CN" altLang="en-US" sz="2200" b="1" dirty="0">
                <a:ea typeface="华文楷体" pitchFamily="2" charset="-122"/>
                <a:cs typeface="Times New Roman" pitchFamily="18" charset="0"/>
              </a:rPr>
              <a:t>的库函数；</a:t>
            </a:r>
          </a:p>
          <a:p>
            <a:pPr marL="446088" lvl="0" indent="-446088">
              <a:lnSpc>
                <a:spcPct val="125000"/>
              </a:lnSpc>
              <a:spcBef>
                <a:spcPts val="12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sz="2200" b="1" dirty="0" smtClean="0">
                <a:ea typeface="华文楷体" pitchFamily="2" charset="-122"/>
                <a:cs typeface="Times New Roman" pitchFamily="18" charset="0"/>
              </a:rPr>
              <a:t>掌握</a:t>
            </a:r>
            <a:r>
              <a:rPr lang="zh-CN" altLang="en-US" sz="2200" b="1" dirty="0">
                <a:ea typeface="华文楷体" pitchFamily="2" charset="-122"/>
                <a:cs typeface="Times New Roman" pitchFamily="18" charset="0"/>
              </a:rPr>
              <a:t>基于</a:t>
            </a:r>
            <a:r>
              <a:rPr lang="en-US" altLang="zh-CN" sz="2200" b="1" dirty="0">
                <a:ea typeface="华文楷体" pitchFamily="2" charset="-122"/>
                <a:cs typeface="Times New Roman" pitchFamily="18" charset="0"/>
              </a:rPr>
              <a:t>STM32</a:t>
            </a:r>
            <a:r>
              <a:rPr lang="zh-CN" altLang="en-US" sz="2200" b="1" dirty="0">
                <a:ea typeface="华文楷体" pitchFamily="2" charset="-122"/>
                <a:cs typeface="Times New Roman" pitchFamily="18" charset="0"/>
              </a:rPr>
              <a:t>标准外设</a:t>
            </a:r>
            <a:r>
              <a:rPr lang="zh-CN" altLang="en-US" sz="2200" b="1" dirty="0" smtClean="0">
                <a:ea typeface="华文楷体" pitchFamily="2" charset="-122"/>
                <a:cs typeface="Times New Roman" pitchFamily="18" charset="0"/>
              </a:rPr>
              <a:t>库开发</a:t>
            </a:r>
            <a:r>
              <a:rPr lang="en-US" altLang="zh-CN" sz="2200" b="1" dirty="0">
                <a:ea typeface="华文楷体" pitchFamily="2" charset="-122"/>
                <a:cs typeface="Times New Roman" pitchFamily="18" charset="0"/>
              </a:rPr>
              <a:t>DMA</a:t>
            </a:r>
            <a:r>
              <a:rPr lang="zh-CN" altLang="en-US" sz="2200" b="1" dirty="0" smtClean="0">
                <a:ea typeface="华文楷体" pitchFamily="2" charset="-122"/>
                <a:cs typeface="Times New Roman" pitchFamily="18" charset="0"/>
              </a:rPr>
              <a:t>应用程序的方法；</a:t>
            </a:r>
            <a:endParaRPr lang="zh-CN" altLang="en-US" sz="2200" b="1" dirty="0">
              <a:ea typeface="华文楷体" pitchFamily="2" charset="-122"/>
              <a:cs typeface="Times New Roman" pitchFamily="18" charset="0"/>
            </a:endParaRPr>
          </a:p>
          <a:p>
            <a:pPr marL="446088" lvl="0" indent="-446088">
              <a:lnSpc>
                <a:spcPct val="125000"/>
              </a:lnSpc>
              <a:spcBef>
                <a:spcPts val="12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sz="2200" b="1" dirty="0" smtClean="0">
                <a:ea typeface="华文楷体" pitchFamily="2" charset="-122"/>
                <a:cs typeface="Times New Roman" pitchFamily="18" charset="0"/>
              </a:rPr>
              <a:t>掌握</a:t>
            </a:r>
            <a:r>
              <a:rPr lang="zh-CN" altLang="en-US" sz="2200" b="1" dirty="0">
                <a:ea typeface="华文楷体" pitchFamily="2" charset="-122"/>
                <a:cs typeface="Times New Roman" pitchFamily="18" charset="0"/>
              </a:rPr>
              <a:t>基于</a:t>
            </a:r>
            <a:r>
              <a:rPr lang="en-US" altLang="zh-CN" sz="2200" b="1" dirty="0">
                <a:ea typeface="华文楷体" pitchFamily="2" charset="-122"/>
                <a:cs typeface="Times New Roman" pitchFamily="18" charset="0"/>
              </a:rPr>
              <a:t>STM32CubeMX</a:t>
            </a:r>
            <a:r>
              <a:rPr lang="zh-CN" altLang="en-US" sz="2200" b="1" dirty="0">
                <a:ea typeface="华文楷体" pitchFamily="2" charset="-122"/>
                <a:cs typeface="Times New Roman" pitchFamily="18" charset="0"/>
              </a:rPr>
              <a:t>进行</a:t>
            </a:r>
            <a:r>
              <a:rPr lang="en-US" altLang="zh-CN" sz="2200" b="1" dirty="0">
                <a:ea typeface="华文楷体" pitchFamily="2" charset="-122"/>
                <a:cs typeface="Times New Roman" pitchFamily="18" charset="0"/>
              </a:rPr>
              <a:t>DMA</a:t>
            </a:r>
            <a:r>
              <a:rPr lang="zh-CN" altLang="en-US" sz="2200" b="1" dirty="0">
                <a:ea typeface="华文楷体" pitchFamily="2" charset="-122"/>
                <a:cs typeface="Times New Roman" pitchFamily="18" charset="0"/>
              </a:rPr>
              <a:t>开发</a:t>
            </a:r>
            <a:r>
              <a:rPr lang="zh-CN" altLang="en-US" sz="2200" b="1" dirty="0" smtClean="0">
                <a:ea typeface="华文楷体" pitchFamily="2" charset="-122"/>
                <a:cs typeface="Times New Roman" pitchFamily="18" charset="0"/>
              </a:rPr>
              <a:t>的</a:t>
            </a:r>
            <a:r>
              <a:rPr lang="zh-CN" altLang="en-US" sz="2200" b="1" dirty="0">
                <a:ea typeface="华文楷体" pitchFamily="2" charset="-122"/>
                <a:cs typeface="Times New Roman" pitchFamily="18" charset="0"/>
              </a:rPr>
              <a:t>方法</a:t>
            </a:r>
            <a:r>
              <a:rPr lang="zh-CN" altLang="en-US" sz="2200" b="1" dirty="0" smtClean="0">
                <a:ea typeface="华文楷体" pitchFamily="2" charset="-122"/>
                <a:cs typeface="Times New Roman" pitchFamily="18" charset="0"/>
              </a:rPr>
              <a:t>。</a:t>
            </a:r>
            <a:endParaRPr lang="zh-CN" altLang="en-US" sz="2200" b="1" dirty="0">
              <a:ea typeface="华文楷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208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197971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5496" y="353678"/>
            <a:ext cx="18710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8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章 </a:t>
            </a:r>
            <a:r>
              <a:rPr lang="en-GB" altLang="zh-CN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DMA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MH_Entry_1"/>
          <p:cNvSpPr/>
          <p:nvPr>
            <p:custDataLst>
              <p:tags r:id="rId1"/>
            </p:custDataLst>
          </p:nvPr>
        </p:nvSpPr>
        <p:spPr>
          <a:xfrm flipH="1">
            <a:off x="2699793" y="1358496"/>
            <a:ext cx="5616624" cy="444148"/>
          </a:xfrm>
          <a:prstGeom prst="roundRect">
            <a:avLst>
              <a:gd name="adj" fmla="val 23973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anchor="ctr">
            <a:noAutofit/>
          </a:bodyPr>
          <a:lstStyle/>
          <a:p>
            <a:r>
              <a:rPr lang="en-US" altLang="zh-CN" sz="2400" b="1" dirty="0" smtClean="0">
                <a:solidFill>
                  <a:schemeClr val="tx2">
                    <a:lumMod val="75000"/>
                  </a:schemeClr>
                </a:solidFill>
              </a:rPr>
              <a:t>  DMA</a:t>
            </a:r>
            <a:r>
              <a:rPr lang="zh-CN" altLang="zh-CN" sz="2400" b="1" dirty="0">
                <a:solidFill>
                  <a:schemeClr val="tx2">
                    <a:lumMod val="75000"/>
                  </a:schemeClr>
                </a:solidFill>
              </a:rPr>
              <a:t>基础理论知识</a:t>
            </a:r>
            <a:endParaRPr lang="zh-CN" altLang="en-US" sz="1100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MH_Number_1"/>
          <p:cNvSpPr/>
          <p:nvPr>
            <p:custDataLst>
              <p:tags r:id="rId2"/>
            </p:custDataLst>
          </p:nvPr>
        </p:nvSpPr>
        <p:spPr>
          <a:xfrm flipH="1">
            <a:off x="1619672" y="1347615"/>
            <a:ext cx="977092" cy="465910"/>
          </a:xfrm>
          <a:custGeom>
            <a:avLst/>
            <a:gdLst>
              <a:gd name="connsiteX0" fmla="*/ 472018 w 1569959"/>
              <a:gd name="connsiteY0" fmla="*/ 0 h 1149634"/>
              <a:gd name="connsiteX1" fmla="*/ 1378350 w 1569959"/>
              <a:gd name="connsiteY1" fmla="*/ 0 h 1149634"/>
              <a:gd name="connsiteX2" fmla="*/ 1569959 w 1569959"/>
              <a:gd name="connsiteY2" fmla="*/ 191609 h 1149634"/>
              <a:gd name="connsiteX3" fmla="*/ 1569959 w 1569959"/>
              <a:gd name="connsiteY3" fmla="*/ 958025 h 1149634"/>
              <a:gd name="connsiteX4" fmla="*/ 1378350 w 1569959"/>
              <a:gd name="connsiteY4" fmla="*/ 1149634 h 1149634"/>
              <a:gd name="connsiteX5" fmla="*/ 472018 w 1569959"/>
              <a:gd name="connsiteY5" fmla="*/ 1149634 h 1149634"/>
              <a:gd name="connsiteX6" fmla="*/ 280409 w 1569959"/>
              <a:gd name="connsiteY6" fmla="*/ 958025 h 1149634"/>
              <a:gd name="connsiteX7" fmla="*/ 280409 w 1569959"/>
              <a:gd name="connsiteY7" fmla="*/ 795367 h 1149634"/>
              <a:gd name="connsiteX8" fmla="*/ 0 w 1569959"/>
              <a:gd name="connsiteY8" fmla="*/ 587517 h 1149634"/>
              <a:gd name="connsiteX9" fmla="*/ 280409 w 1569959"/>
              <a:gd name="connsiteY9" fmla="*/ 379666 h 1149634"/>
              <a:gd name="connsiteX10" fmla="*/ 280409 w 1569959"/>
              <a:gd name="connsiteY10" fmla="*/ 191609 h 1149634"/>
              <a:gd name="connsiteX11" fmla="*/ 472018 w 1569959"/>
              <a:gd name="connsiteY11" fmla="*/ 0 h 1149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69959" h="1149634">
                <a:moveTo>
                  <a:pt x="472018" y="0"/>
                </a:moveTo>
                <a:lnTo>
                  <a:pt x="1378350" y="0"/>
                </a:lnTo>
                <a:cubicBezTo>
                  <a:pt x="1484173" y="0"/>
                  <a:pt x="1569959" y="85786"/>
                  <a:pt x="1569959" y="191609"/>
                </a:cubicBezTo>
                <a:lnTo>
                  <a:pt x="1569959" y="958025"/>
                </a:lnTo>
                <a:cubicBezTo>
                  <a:pt x="1569959" y="1063848"/>
                  <a:pt x="1484173" y="1149634"/>
                  <a:pt x="1378350" y="1149634"/>
                </a:cubicBezTo>
                <a:lnTo>
                  <a:pt x="472018" y="1149634"/>
                </a:lnTo>
                <a:cubicBezTo>
                  <a:pt x="366195" y="1149634"/>
                  <a:pt x="280409" y="1063848"/>
                  <a:pt x="280409" y="958025"/>
                </a:cubicBezTo>
                <a:lnTo>
                  <a:pt x="280409" y="795367"/>
                </a:lnTo>
                <a:lnTo>
                  <a:pt x="0" y="587517"/>
                </a:lnTo>
                <a:lnTo>
                  <a:pt x="280409" y="379666"/>
                </a:lnTo>
                <a:lnTo>
                  <a:pt x="280409" y="191609"/>
                </a:lnTo>
                <a:cubicBezTo>
                  <a:pt x="280409" y="85786"/>
                  <a:pt x="366195" y="0"/>
                  <a:pt x="472018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49357" rIns="189833" bIns="49357" anchor="ctr">
            <a:noAutofit/>
          </a:bodyPr>
          <a:lstStyle/>
          <a:p>
            <a:pPr algn="ctr">
              <a:defRPr/>
            </a:pPr>
            <a:r>
              <a:rPr lang="en-US" altLang="zh-CN" sz="2953" b="1" kern="0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8.1</a:t>
            </a:r>
            <a:endParaRPr lang="zh-CN" altLang="en-US" sz="2953" b="1" kern="0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MH_Entry_2"/>
          <p:cNvSpPr/>
          <p:nvPr>
            <p:custDataLst>
              <p:tags r:id="rId3"/>
            </p:custDataLst>
          </p:nvPr>
        </p:nvSpPr>
        <p:spPr>
          <a:xfrm flipH="1">
            <a:off x="2699793" y="2116721"/>
            <a:ext cx="5616624" cy="444148"/>
          </a:xfrm>
          <a:prstGeom prst="roundRect">
            <a:avLst>
              <a:gd name="adj" fmla="val 23973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anchor="ctr">
            <a:noAutofit/>
          </a:bodyPr>
          <a:lstStyle/>
          <a:p>
            <a:r>
              <a:rPr lang="en-US" altLang="zh-CN" sz="2400" b="1" dirty="0" smtClean="0">
                <a:solidFill>
                  <a:schemeClr val="tx2">
                    <a:lumMod val="75000"/>
                  </a:schemeClr>
                </a:solidFill>
              </a:rPr>
              <a:t>  STM32</a:t>
            </a:r>
            <a:r>
              <a:rPr lang="zh-CN" altLang="zh-CN" sz="2400" b="1" dirty="0">
                <a:solidFill>
                  <a:schemeClr val="tx2">
                    <a:lumMod val="75000"/>
                  </a:schemeClr>
                </a:solidFill>
              </a:rPr>
              <a:t>的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</a:rPr>
              <a:t>DMA</a:t>
            </a:r>
            <a:r>
              <a:rPr lang="zh-CN" altLang="zh-CN" sz="2400" b="1" dirty="0">
                <a:solidFill>
                  <a:schemeClr val="tx2">
                    <a:lumMod val="75000"/>
                  </a:schemeClr>
                </a:solidFill>
              </a:rPr>
              <a:t>模块</a:t>
            </a:r>
          </a:p>
        </p:txBody>
      </p:sp>
      <p:sp>
        <p:nvSpPr>
          <p:cNvPr id="9" name="MH_Number_2"/>
          <p:cNvSpPr/>
          <p:nvPr>
            <p:custDataLst>
              <p:tags r:id="rId4"/>
            </p:custDataLst>
          </p:nvPr>
        </p:nvSpPr>
        <p:spPr>
          <a:xfrm flipH="1">
            <a:off x="1619672" y="2105840"/>
            <a:ext cx="977092" cy="465910"/>
          </a:xfrm>
          <a:custGeom>
            <a:avLst/>
            <a:gdLst>
              <a:gd name="connsiteX0" fmla="*/ 472018 w 1569959"/>
              <a:gd name="connsiteY0" fmla="*/ 0 h 1149634"/>
              <a:gd name="connsiteX1" fmla="*/ 1378350 w 1569959"/>
              <a:gd name="connsiteY1" fmla="*/ 0 h 1149634"/>
              <a:gd name="connsiteX2" fmla="*/ 1569959 w 1569959"/>
              <a:gd name="connsiteY2" fmla="*/ 191609 h 1149634"/>
              <a:gd name="connsiteX3" fmla="*/ 1569959 w 1569959"/>
              <a:gd name="connsiteY3" fmla="*/ 958025 h 1149634"/>
              <a:gd name="connsiteX4" fmla="*/ 1378350 w 1569959"/>
              <a:gd name="connsiteY4" fmla="*/ 1149634 h 1149634"/>
              <a:gd name="connsiteX5" fmla="*/ 472018 w 1569959"/>
              <a:gd name="connsiteY5" fmla="*/ 1149634 h 1149634"/>
              <a:gd name="connsiteX6" fmla="*/ 280409 w 1569959"/>
              <a:gd name="connsiteY6" fmla="*/ 958025 h 1149634"/>
              <a:gd name="connsiteX7" fmla="*/ 280409 w 1569959"/>
              <a:gd name="connsiteY7" fmla="*/ 795367 h 1149634"/>
              <a:gd name="connsiteX8" fmla="*/ 0 w 1569959"/>
              <a:gd name="connsiteY8" fmla="*/ 587517 h 1149634"/>
              <a:gd name="connsiteX9" fmla="*/ 280409 w 1569959"/>
              <a:gd name="connsiteY9" fmla="*/ 379666 h 1149634"/>
              <a:gd name="connsiteX10" fmla="*/ 280409 w 1569959"/>
              <a:gd name="connsiteY10" fmla="*/ 191609 h 1149634"/>
              <a:gd name="connsiteX11" fmla="*/ 472018 w 1569959"/>
              <a:gd name="connsiteY11" fmla="*/ 0 h 1149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69959" h="1149634">
                <a:moveTo>
                  <a:pt x="472018" y="0"/>
                </a:moveTo>
                <a:lnTo>
                  <a:pt x="1378350" y="0"/>
                </a:lnTo>
                <a:cubicBezTo>
                  <a:pt x="1484173" y="0"/>
                  <a:pt x="1569959" y="85786"/>
                  <a:pt x="1569959" y="191609"/>
                </a:cubicBezTo>
                <a:lnTo>
                  <a:pt x="1569959" y="958025"/>
                </a:lnTo>
                <a:cubicBezTo>
                  <a:pt x="1569959" y="1063848"/>
                  <a:pt x="1484173" y="1149634"/>
                  <a:pt x="1378350" y="1149634"/>
                </a:cubicBezTo>
                <a:lnTo>
                  <a:pt x="472018" y="1149634"/>
                </a:lnTo>
                <a:cubicBezTo>
                  <a:pt x="366195" y="1149634"/>
                  <a:pt x="280409" y="1063848"/>
                  <a:pt x="280409" y="958025"/>
                </a:cubicBezTo>
                <a:lnTo>
                  <a:pt x="280409" y="795367"/>
                </a:lnTo>
                <a:lnTo>
                  <a:pt x="0" y="587517"/>
                </a:lnTo>
                <a:lnTo>
                  <a:pt x="280409" y="379666"/>
                </a:lnTo>
                <a:lnTo>
                  <a:pt x="280409" y="191609"/>
                </a:lnTo>
                <a:cubicBezTo>
                  <a:pt x="280409" y="85786"/>
                  <a:pt x="366195" y="0"/>
                  <a:pt x="472018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49357" rIns="189833" bIns="49357" anchor="ctr">
            <a:noAutofit/>
          </a:bodyPr>
          <a:lstStyle/>
          <a:p>
            <a:pPr algn="ctr">
              <a:defRPr/>
            </a:pPr>
            <a:r>
              <a:rPr lang="en-US" altLang="zh-CN" sz="2953" b="1" kern="0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8.2</a:t>
            </a:r>
            <a:endParaRPr lang="zh-CN" altLang="en-US" sz="2953" b="1" kern="0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MH_Entry_3"/>
          <p:cNvSpPr/>
          <p:nvPr>
            <p:custDataLst>
              <p:tags r:id="rId5"/>
            </p:custDataLst>
          </p:nvPr>
        </p:nvSpPr>
        <p:spPr>
          <a:xfrm flipH="1">
            <a:off x="2699793" y="2908809"/>
            <a:ext cx="5616624" cy="444148"/>
          </a:xfrm>
          <a:prstGeom prst="roundRect">
            <a:avLst>
              <a:gd name="adj" fmla="val 23973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anchor="ctr">
            <a:noAutofit/>
          </a:bodyPr>
          <a:lstStyle/>
          <a:p>
            <a:r>
              <a:rPr lang="en-US" altLang="zh-CN" sz="2400" b="1" dirty="0" smtClean="0">
                <a:solidFill>
                  <a:schemeClr val="tx2">
                    <a:lumMod val="75000"/>
                  </a:schemeClr>
                </a:solidFill>
              </a:rPr>
              <a:t>  DMA</a:t>
            </a:r>
            <a:r>
              <a:rPr lang="zh-CN" altLang="zh-CN" sz="2400" b="1" dirty="0">
                <a:solidFill>
                  <a:schemeClr val="tx2">
                    <a:lumMod val="75000"/>
                  </a:schemeClr>
                </a:solidFill>
              </a:rPr>
              <a:t>模块的标准外设库接口函数及应用</a:t>
            </a:r>
          </a:p>
        </p:txBody>
      </p:sp>
      <p:sp>
        <p:nvSpPr>
          <p:cNvPr id="12" name="MH_Number_3"/>
          <p:cNvSpPr/>
          <p:nvPr>
            <p:custDataLst>
              <p:tags r:id="rId6"/>
            </p:custDataLst>
          </p:nvPr>
        </p:nvSpPr>
        <p:spPr>
          <a:xfrm flipH="1">
            <a:off x="1619672" y="2897928"/>
            <a:ext cx="977092" cy="465910"/>
          </a:xfrm>
          <a:custGeom>
            <a:avLst/>
            <a:gdLst>
              <a:gd name="connsiteX0" fmla="*/ 472018 w 1569959"/>
              <a:gd name="connsiteY0" fmla="*/ 0 h 1149634"/>
              <a:gd name="connsiteX1" fmla="*/ 1378350 w 1569959"/>
              <a:gd name="connsiteY1" fmla="*/ 0 h 1149634"/>
              <a:gd name="connsiteX2" fmla="*/ 1569959 w 1569959"/>
              <a:gd name="connsiteY2" fmla="*/ 191609 h 1149634"/>
              <a:gd name="connsiteX3" fmla="*/ 1569959 w 1569959"/>
              <a:gd name="connsiteY3" fmla="*/ 958025 h 1149634"/>
              <a:gd name="connsiteX4" fmla="*/ 1378350 w 1569959"/>
              <a:gd name="connsiteY4" fmla="*/ 1149634 h 1149634"/>
              <a:gd name="connsiteX5" fmla="*/ 472018 w 1569959"/>
              <a:gd name="connsiteY5" fmla="*/ 1149634 h 1149634"/>
              <a:gd name="connsiteX6" fmla="*/ 280409 w 1569959"/>
              <a:gd name="connsiteY6" fmla="*/ 958025 h 1149634"/>
              <a:gd name="connsiteX7" fmla="*/ 280409 w 1569959"/>
              <a:gd name="connsiteY7" fmla="*/ 795367 h 1149634"/>
              <a:gd name="connsiteX8" fmla="*/ 0 w 1569959"/>
              <a:gd name="connsiteY8" fmla="*/ 587517 h 1149634"/>
              <a:gd name="connsiteX9" fmla="*/ 280409 w 1569959"/>
              <a:gd name="connsiteY9" fmla="*/ 379666 h 1149634"/>
              <a:gd name="connsiteX10" fmla="*/ 280409 w 1569959"/>
              <a:gd name="connsiteY10" fmla="*/ 191609 h 1149634"/>
              <a:gd name="connsiteX11" fmla="*/ 472018 w 1569959"/>
              <a:gd name="connsiteY11" fmla="*/ 0 h 1149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69959" h="1149634">
                <a:moveTo>
                  <a:pt x="472018" y="0"/>
                </a:moveTo>
                <a:lnTo>
                  <a:pt x="1378350" y="0"/>
                </a:lnTo>
                <a:cubicBezTo>
                  <a:pt x="1484173" y="0"/>
                  <a:pt x="1569959" y="85786"/>
                  <a:pt x="1569959" y="191609"/>
                </a:cubicBezTo>
                <a:lnTo>
                  <a:pt x="1569959" y="958025"/>
                </a:lnTo>
                <a:cubicBezTo>
                  <a:pt x="1569959" y="1063848"/>
                  <a:pt x="1484173" y="1149634"/>
                  <a:pt x="1378350" y="1149634"/>
                </a:cubicBezTo>
                <a:lnTo>
                  <a:pt x="472018" y="1149634"/>
                </a:lnTo>
                <a:cubicBezTo>
                  <a:pt x="366195" y="1149634"/>
                  <a:pt x="280409" y="1063848"/>
                  <a:pt x="280409" y="958025"/>
                </a:cubicBezTo>
                <a:lnTo>
                  <a:pt x="280409" y="795367"/>
                </a:lnTo>
                <a:lnTo>
                  <a:pt x="0" y="587517"/>
                </a:lnTo>
                <a:lnTo>
                  <a:pt x="280409" y="379666"/>
                </a:lnTo>
                <a:lnTo>
                  <a:pt x="280409" y="191609"/>
                </a:lnTo>
                <a:cubicBezTo>
                  <a:pt x="280409" y="85786"/>
                  <a:pt x="366195" y="0"/>
                  <a:pt x="472018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49357" rIns="189833" bIns="49357" anchor="ctr">
            <a:noAutofit/>
          </a:bodyPr>
          <a:lstStyle/>
          <a:p>
            <a:pPr algn="ctr">
              <a:defRPr/>
            </a:pPr>
            <a:r>
              <a:rPr lang="en-US" altLang="zh-CN" sz="2953" b="1" kern="0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8.3</a:t>
            </a:r>
            <a:endParaRPr lang="zh-CN" altLang="en-US" sz="2953" b="1" kern="0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MH_Entry_4"/>
          <p:cNvSpPr/>
          <p:nvPr>
            <p:custDataLst>
              <p:tags r:id="rId7"/>
            </p:custDataLst>
          </p:nvPr>
        </p:nvSpPr>
        <p:spPr>
          <a:xfrm flipH="1">
            <a:off x="2699793" y="3700897"/>
            <a:ext cx="5616624" cy="444148"/>
          </a:xfrm>
          <a:prstGeom prst="roundRect">
            <a:avLst>
              <a:gd name="adj" fmla="val 23973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anchor="ctr">
            <a:noAutofit/>
          </a:bodyPr>
          <a:lstStyle/>
          <a:p>
            <a:r>
              <a:rPr lang="en-US" altLang="zh-CN" sz="2400" b="1" dirty="0" smtClean="0">
                <a:solidFill>
                  <a:schemeClr val="tx2">
                    <a:lumMod val="75000"/>
                  </a:schemeClr>
                </a:solidFill>
              </a:rPr>
              <a:t>  DMA</a:t>
            </a:r>
            <a:r>
              <a:rPr lang="zh-CN" altLang="zh-CN" sz="2400" b="1" dirty="0">
                <a:solidFill>
                  <a:schemeClr val="tx2">
                    <a:lumMod val="75000"/>
                  </a:schemeClr>
                </a:solidFill>
              </a:rPr>
              <a:t>模块的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</a:rPr>
              <a:t>HAL</a:t>
            </a:r>
            <a:r>
              <a:rPr lang="zh-CN" altLang="zh-CN" sz="2400" b="1" dirty="0">
                <a:solidFill>
                  <a:schemeClr val="tx2">
                    <a:lumMod val="75000"/>
                  </a:schemeClr>
                </a:solidFill>
              </a:rPr>
              <a:t>库接口函数及应用</a:t>
            </a:r>
          </a:p>
        </p:txBody>
      </p:sp>
      <p:sp>
        <p:nvSpPr>
          <p:cNvPr id="14" name="MH_Number_4"/>
          <p:cNvSpPr/>
          <p:nvPr>
            <p:custDataLst>
              <p:tags r:id="rId8"/>
            </p:custDataLst>
          </p:nvPr>
        </p:nvSpPr>
        <p:spPr>
          <a:xfrm flipH="1">
            <a:off x="1619672" y="3690016"/>
            <a:ext cx="977092" cy="465910"/>
          </a:xfrm>
          <a:custGeom>
            <a:avLst/>
            <a:gdLst>
              <a:gd name="connsiteX0" fmla="*/ 472018 w 1569959"/>
              <a:gd name="connsiteY0" fmla="*/ 0 h 1149634"/>
              <a:gd name="connsiteX1" fmla="*/ 1378350 w 1569959"/>
              <a:gd name="connsiteY1" fmla="*/ 0 h 1149634"/>
              <a:gd name="connsiteX2" fmla="*/ 1569959 w 1569959"/>
              <a:gd name="connsiteY2" fmla="*/ 191609 h 1149634"/>
              <a:gd name="connsiteX3" fmla="*/ 1569959 w 1569959"/>
              <a:gd name="connsiteY3" fmla="*/ 958025 h 1149634"/>
              <a:gd name="connsiteX4" fmla="*/ 1378350 w 1569959"/>
              <a:gd name="connsiteY4" fmla="*/ 1149634 h 1149634"/>
              <a:gd name="connsiteX5" fmla="*/ 472018 w 1569959"/>
              <a:gd name="connsiteY5" fmla="*/ 1149634 h 1149634"/>
              <a:gd name="connsiteX6" fmla="*/ 280409 w 1569959"/>
              <a:gd name="connsiteY6" fmla="*/ 958025 h 1149634"/>
              <a:gd name="connsiteX7" fmla="*/ 280409 w 1569959"/>
              <a:gd name="connsiteY7" fmla="*/ 795367 h 1149634"/>
              <a:gd name="connsiteX8" fmla="*/ 0 w 1569959"/>
              <a:gd name="connsiteY8" fmla="*/ 587517 h 1149634"/>
              <a:gd name="connsiteX9" fmla="*/ 280409 w 1569959"/>
              <a:gd name="connsiteY9" fmla="*/ 379666 h 1149634"/>
              <a:gd name="connsiteX10" fmla="*/ 280409 w 1569959"/>
              <a:gd name="connsiteY10" fmla="*/ 191609 h 1149634"/>
              <a:gd name="connsiteX11" fmla="*/ 472018 w 1569959"/>
              <a:gd name="connsiteY11" fmla="*/ 0 h 1149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69959" h="1149634">
                <a:moveTo>
                  <a:pt x="472018" y="0"/>
                </a:moveTo>
                <a:lnTo>
                  <a:pt x="1378350" y="0"/>
                </a:lnTo>
                <a:cubicBezTo>
                  <a:pt x="1484173" y="0"/>
                  <a:pt x="1569959" y="85786"/>
                  <a:pt x="1569959" y="191609"/>
                </a:cubicBezTo>
                <a:lnTo>
                  <a:pt x="1569959" y="958025"/>
                </a:lnTo>
                <a:cubicBezTo>
                  <a:pt x="1569959" y="1063848"/>
                  <a:pt x="1484173" y="1149634"/>
                  <a:pt x="1378350" y="1149634"/>
                </a:cubicBezTo>
                <a:lnTo>
                  <a:pt x="472018" y="1149634"/>
                </a:lnTo>
                <a:cubicBezTo>
                  <a:pt x="366195" y="1149634"/>
                  <a:pt x="280409" y="1063848"/>
                  <a:pt x="280409" y="958025"/>
                </a:cubicBezTo>
                <a:lnTo>
                  <a:pt x="280409" y="795367"/>
                </a:lnTo>
                <a:lnTo>
                  <a:pt x="0" y="587517"/>
                </a:lnTo>
                <a:lnTo>
                  <a:pt x="280409" y="379666"/>
                </a:lnTo>
                <a:lnTo>
                  <a:pt x="280409" y="191609"/>
                </a:lnTo>
                <a:cubicBezTo>
                  <a:pt x="280409" y="85786"/>
                  <a:pt x="366195" y="0"/>
                  <a:pt x="472018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49357" rIns="189833" bIns="49357" anchor="ctr">
            <a:noAutofit/>
          </a:bodyPr>
          <a:lstStyle/>
          <a:p>
            <a:pPr algn="ctr">
              <a:defRPr/>
            </a:pPr>
            <a:r>
              <a:rPr lang="en-US" altLang="zh-CN" sz="2953" b="1" kern="0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8.4</a:t>
            </a:r>
            <a:endParaRPr lang="zh-CN" altLang="en-US" sz="2953" b="1" kern="0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0092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1" y="339503"/>
            <a:ext cx="370790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51520" y="381893"/>
            <a:ext cx="33794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8.1 DMA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基础理论知识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755576" y="2139701"/>
            <a:ext cx="720080" cy="43204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/>
              <a:t>外设</a:t>
            </a:r>
            <a:endParaRPr lang="zh-CN" altLang="en-US" sz="1600" b="1" dirty="0" smtClean="0"/>
          </a:p>
        </p:txBody>
      </p:sp>
      <p:sp>
        <p:nvSpPr>
          <p:cNvPr id="12" name="矩形 11"/>
          <p:cNvSpPr/>
          <p:nvPr/>
        </p:nvSpPr>
        <p:spPr>
          <a:xfrm>
            <a:off x="1907704" y="2139701"/>
            <a:ext cx="720080" cy="43204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smtClean="0"/>
              <a:t>CPU</a:t>
            </a:r>
            <a:endParaRPr lang="zh-CN" altLang="en-US" sz="1600" b="1" dirty="0" smtClean="0"/>
          </a:p>
        </p:txBody>
      </p:sp>
      <p:sp>
        <p:nvSpPr>
          <p:cNvPr id="13" name="矩形 12"/>
          <p:cNvSpPr/>
          <p:nvPr/>
        </p:nvSpPr>
        <p:spPr>
          <a:xfrm>
            <a:off x="3080760" y="2145803"/>
            <a:ext cx="915176" cy="43204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/>
              <a:t>存储器</a:t>
            </a:r>
          </a:p>
        </p:txBody>
      </p:sp>
      <p:sp>
        <p:nvSpPr>
          <p:cNvPr id="21" name="上弧形箭头 20"/>
          <p:cNvSpPr/>
          <p:nvPr/>
        </p:nvSpPr>
        <p:spPr>
          <a:xfrm>
            <a:off x="1216128" y="1828636"/>
            <a:ext cx="1080120" cy="288032"/>
          </a:xfrm>
          <a:prstGeom prst="curvedDown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>
              <a:solidFill>
                <a:schemeClr val="tx1"/>
              </a:solidFill>
            </a:endParaRPr>
          </a:p>
        </p:txBody>
      </p:sp>
      <p:sp>
        <p:nvSpPr>
          <p:cNvPr id="22" name="上弧形箭头 21"/>
          <p:cNvSpPr/>
          <p:nvPr/>
        </p:nvSpPr>
        <p:spPr>
          <a:xfrm>
            <a:off x="2483768" y="1814468"/>
            <a:ext cx="1080120" cy="288032"/>
          </a:xfrm>
          <a:prstGeom prst="curvedDown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>
              <a:solidFill>
                <a:schemeClr val="tx1"/>
              </a:solidFill>
            </a:endParaRPr>
          </a:p>
        </p:txBody>
      </p:sp>
      <p:sp>
        <p:nvSpPr>
          <p:cNvPr id="24" name="上弧形箭头 23"/>
          <p:cNvSpPr/>
          <p:nvPr/>
        </p:nvSpPr>
        <p:spPr>
          <a:xfrm rot="10800000">
            <a:off x="2445301" y="2643757"/>
            <a:ext cx="1080120" cy="288032"/>
          </a:xfrm>
          <a:prstGeom prst="curvedDownArrow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>
              <a:solidFill>
                <a:schemeClr val="tx1"/>
              </a:solidFill>
            </a:endParaRPr>
          </a:p>
        </p:txBody>
      </p:sp>
      <p:sp>
        <p:nvSpPr>
          <p:cNvPr id="25" name="上弧形箭头 24"/>
          <p:cNvSpPr/>
          <p:nvPr/>
        </p:nvSpPr>
        <p:spPr>
          <a:xfrm rot="10800000">
            <a:off x="1187624" y="2643757"/>
            <a:ext cx="1080120" cy="288032"/>
          </a:xfrm>
          <a:prstGeom prst="curvedDownArrow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>
              <a:solidFill>
                <a:schemeClr val="tx1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201459" y="1131590"/>
            <a:ext cx="22765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</a:rPr>
              <a:t>一般的数据处理流程</a:t>
            </a:r>
            <a:endParaRPr lang="zh-CN" altLang="en-US" b="1" dirty="0"/>
          </a:p>
        </p:txBody>
      </p:sp>
      <p:sp>
        <p:nvSpPr>
          <p:cNvPr id="27" name="矩形 26"/>
          <p:cNvSpPr/>
          <p:nvPr/>
        </p:nvSpPr>
        <p:spPr>
          <a:xfrm>
            <a:off x="1070992" y="3291830"/>
            <a:ext cx="28529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</a:rPr>
              <a:t>在外设与存储器传输数据过程中，</a:t>
            </a:r>
            <a:r>
              <a:rPr lang="en-US" altLang="zh-CN" b="1" dirty="0">
                <a:solidFill>
                  <a:prstClr val="black"/>
                </a:solidFill>
              </a:rPr>
              <a:t>CPU</a:t>
            </a:r>
            <a:r>
              <a:rPr lang="zh-CN" altLang="en-US" b="1" dirty="0">
                <a:solidFill>
                  <a:prstClr val="black"/>
                </a:solidFill>
              </a:rPr>
              <a:t>全程参与</a:t>
            </a:r>
            <a:endParaRPr lang="zh-CN" altLang="en-US" b="1" dirty="0"/>
          </a:p>
        </p:txBody>
      </p:sp>
      <p:sp>
        <p:nvSpPr>
          <p:cNvPr id="28" name="矩形 27"/>
          <p:cNvSpPr/>
          <p:nvPr/>
        </p:nvSpPr>
        <p:spPr>
          <a:xfrm>
            <a:off x="6516216" y="1712628"/>
            <a:ext cx="2088232" cy="11310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zh-CN" altLang="en-US" b="1" dirty="0" smtClean="0">
                <a:solidFill>
                  <a:prstClr val="black"/>
                </a:solidFill>
              </a:rPr>
              <a:t>导致</a:t>
            </a:r>
            <a:r>
              <a:rPr lang="en-US" altLang="zh-CN" b="1" dirty="0">
                <a:solidFill>
                  <a:prstClr val="black"/>
                </a:solidFill>
              </a:rPr>
              <a:t>CPU</a:t>
            </a:r>
            <a:r>
              <a:rPr lang="zh-CN" altLang="en-US" b="1" dirty="0">
                <a:solidFill>
                  <a:prstClr val="black"/>
                </a:solidFill>
              </a:rPr>
              <a:t>大量的时间和资源被浪费，造成</a:t>
            </a:r>
            <a:r>
              <a:rPr lang="en-US" altLang="zh-CN" b="1" dirty="0">
                <a:solidFill>
                  <a:prstClr val="black"/>
                </a:solidFill>
              </a:rPr>
              <a:t>CPU</a:t>
            </a:r>
            <a:r>
              <a:rPr lang="zh-CN" altLang="en-US" b="1" dirty="0">
                <a:solidFill>
                  <a:prstClr val="black"/>
                </a:solidFill>
              </a:rPr>
              <a:t>效率低下。</a:t>
            </a:r>
          </a:p>
        </p:txBody>
      </p:sp>
      <p:sp>
        <p:nvSpPr>
          <p:cNvPr id="29" name="右箭头 28"/>
          <p:cNvSpPr/>
          <p:nvPr/>
        </p:nvSpPr>
        <p:spPr>
          <a:xfrm>
            <a:off x="4371706" y="2139701"/>
            <a:ext cx="2088232" cy="390381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  <p:sp>
        <p:nvSpPr>
          <p:cNvPr id="30" name="矩形 29"/>
          <p:cNvSpPr/>
          <p:nvPr/>
        </p:nvSpPr>
        <p:spPr>
          <a:xfrm>
            <a:off x="4537865" y="2529615"/>
            <a:ext cx="15841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</a:rPr>
              <a:t>由于</a:t>
            </a:r>
            <a:r>
              <a:rPr lang="zh-CN" altLang="en-US" b="1" dirty="0" smtClean="0">
                <a:solidFill>
                  <a:prstClr val="black"/>
                </a:solidFill>
              </a:rPr>
              <a:t>外设</a:t>
            </a:r>
            <a:r>
              <a:rPr lang="zh-CN" altLang="en-US" b="1" dirty="0">
                <a:solidFill>
                  <a:prstClr val="black"/>
                </a:solidFill>
              </a:rPr>
              <a:t>和存储器速度较低</a:t>
            </a:r>
            <a:endParaRPr lang="zh-CN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4860032" y="1633222"/>
            <a:ext cx="11115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</a:rPr>
              <a:t>不需要处理</a:t>
            </a:r>
            <a:r>
              <a:rPr lang="zh-CN" altLang="en-US" b="1" dirty="0" smtClean="0">
                <a:solidFill>
                  <a:prstClr val="black"/>
                </a:solidFill>
              </a:rPr>
              <a:t>数据时</a:t>
            </a:r>
            <a:endParaRPr lang="zh-CN" alt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1432152" y="1643970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总线</a:t>
            </a:r>
            <a:endParaRPr lang="zh-CN" altLang="en-US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2699792" y="164698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总线</a:t>
            </a:r>
            <a:endParaRPr lang="zh-CN" altLang="en-US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2699792" y="2747124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总线</a:t>
            </a:r>
            <a:endParaRPr lang="zh-CN" alt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1403647" y="2715766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总线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457881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1" y="339503"/>
            <a:ext cx="370790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51520" y="381893"/>
            <a:ext cx="33794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8.1 DMA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基础理论知识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539552" y="1312995"/>
            <a:ext cx="3744416" cy="317843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en-US" altLang="zh-CN" b="1" dirty="0" smtClean="0">
                <a:solidFill>
                  <a:prstClr val="black"/>
                </a:solidFill>
              </a:rPr>
              <a:t>      DMA</a:t>
            </a:r>
            <a:r>
              <a:rPr lang="zh-CN" altLang="en-US" b="1" dirty="0">
                <a:solidFill>
                  <a:prstClr val="black"/>
                </a:solidFill>
              </a:rPr>
              <a:t>传输方式是利用</a:t>
            </a:r>
            <a:r>
              <a:rPr lang="en-US" altLang="zh-CN" b="1" dirty="0">
                <a:solidFill>
                  <a:prstClr val="black"/>
                </a:solidFill>
              </a:rPr>
              <a:t>DMA</a:t>
            </a:r>
            <a:r>
              <a:rPr lang="zh-CN" altLang="en-US" b="1" dirty="0">
                <a:solidFill>
                  <a:prstClr val="black"/>
                </a:solidFill>
              </a:rPr>
              <a:t>控制器直接控制总线，在外设与存储器之间建立一条直接通道，不需要</a:t>
            </a:r>
            <a:r>
              <a:rPr lang="en-US" altLang="zh-CN" b="1" dirty="0">
                <a:solidFill>
                  <a:prstClr val="black"/>
                </a:solidFill>
              </a:rPr>
              <a:t>CPU</a:t>
            </a:r>
            <a:r>
              <a:rPr lang="zh-CN" altLang="en-US" b="1" dirty="0">
                <a:solidFill>
                  <a:prstClr val="black"/>
                </a:solidFill>
              </a:rPr>
              <a:t>的中转</a:t>
            </a:r>
            <a:r>
              <a:rPr lang="zh-CN" altLang="en-US" b="1" dirty="0" smtClean="0">
                <a:solidFill>
                  <a:prstClr val="black"/>
                </a:solidFill>
              </a:rPr>
              <a:t>。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lvl="0">
              <a:lnSpc>
                <a:spcPct val="125000"/>
              </a:lnSpc>
            </a:pPr>
            <a:r>
              <a:rPr lang="zh-CN" altLang="en-US" b="1" dirty="0" smtClean="0">
                <a:solidFill>
                  <a:prstClr val="black"/>
                </a:solidFill>
              </a:rPr>
              <a:t>     涉及</a:t>
            </a:r>
            <a:r>
              <a:rPr lang="zh-CN" altLang="en-US" b="1" dirty="0">
                <a:solidFill>
                  <a:prstClr val="black"/>
                </a:solidFill>
              </a:rPr>
              <a:t>到总线控制权转移问题，即</a:t>
            </a:r>
            <a:r>
              <a:rPr lang="en-US" altLang="zh-CN" b="1" dirty="0">
                <a:solidFill>
                  <a:prstClr val="black"/>
                </a:solidFill>
              </a:rPr>
              <a:t>DMA</a:t>
            </a:r>
            <a:r>
              <a:rPr lang="zh-CN" altLang="en-US" b="1" dirty="0">
                <a:solidFill>
                  <a:prstClr val="black"/>
                </a:solidFill>
              </a:rPr>
              <a:t>传输前，</a:t>
            </a:r>
            <a:r>
              <a:rPr lang="en-US" altLang="zh-CN" b="1" dirty="0">
                <a:solidFill>
                  <a:prstClr val="black"/>
                </a:solidFill>
              </a:rPr>
              <a:t>CPU</a:t>
            </a:r>
            <a:r>
              <a:rPr lang="zh-CN" altLang="en-US" b="1" dirty="0">
                <a:solidFill>
                  <a:prstClr val="black"/>
                </a:solidFill>
              </a:rPr>
              <a:t>需要把总线控制权交给</a:t>
            </a:r>
            <a:r>
              <a:rPr lang="en-US" altLang="zh-CN" b="1" dirty="0">
                <a:solidFill>
                  <a:prstClr val="black"/>
                </a:solidFill>
              </a:rPr>
              <a:t>DMA</a:t>
            </a:r>
            <a:r>
              <a:rPr lang="zh-CN" altLang="en-US" b="1" dirty="0">
                <a:solidFill>
                  <a:prstClr val="black"/>
                </a:solidFill>
              </a:rPr>
              <a:t>控制器，</a:t>
            </a:r>
            <a:r>
              <a:rPr lang="en-US" altLang="zh-CN" b="1" dirty="0">
                <a:solidFill>
                  <a:prstClr val="black"/>
                </a:solidFill>
              </a:rPr>
              <a:t>DMA</a:t>
            </a:r>
            <a:r>
              <a:rPr lang="zh-CN" altLang="en-US" b="1" dirty="0">
                <a:solidFill>
                  <a:prstClr val="black"/>
                </a:solidFill>
              </a:rPr>
              <a:t>传输结束后，</a:t>
            </a:r>
            <a:r>
              <a:rPr lang="en-US" altLang="zh-CN" b="1" dirty="0">
                <a:solidFill>
                  <a:prstClr val="black"/>
                </a:solidFill>
              </a:rPr>
              <a:t>DMA</a:t>
            </a:r>
            <a:r>
              <a:rPr lang="zh-CN" altLang="en-US" b="1" dirty="0">
                <a:solidFill>
                  <a:prstClr val="black"/>
                </a:solidFill>
              </a:rPr>
              <a:t>控制器再把总线控制权交还给</a:t>
            </a:r>
            <a:r>
              <a:rPr lang="en-US" altLang="zh-CN" b="1" dirty="0">
                <a:solidFill>
                  <a:prstClr val="black"/>
                </a:solidFill>
              </a:rPr>
              <a:t>CPU</a:t>
            </a:r>
            <a:r>
              <a:rPr lang="zh-CN" altLang="en-US" b="1" dirty="0">
                <a:solidFill>
                  <a:prstClr val="black"/>
                </a:solidFill>
              </a:rPr>
              <a:t>。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5085970"/>
              </p:ext>
            </p:extLst>
          </p:nvPr>
        </p:nvGraphicFramePr>
        <p:xfrm>
          <a:off x="4283968" y="1419622"/>
          <a:ext cx="4342124" cy="2304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00" name="Visio" r:id="rId3" imgW="3103848" imgH="1651220" progId="Visio.Drawing.11">
                  <p:embed/>
                </p:oleObj>
              </mc:Choice>
              <mc:Fallback>
                <p:oleObj name="Visio" r:id="rId3" imgW="3103848" imgH="165122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968" y="1419622"/>
                        <a:ext cx="4342124" cy="23042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76747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1" y="339503"/>
            <a:ext cx="370790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51520" y="381893"/>
            <a:ext cx="33794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8.1 DMA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基础理论知识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图示 8"/>
          <p:cNvGraphicFramePr/>
          <p:nvPr>
            <p:extLst>
              <p:ext uri="{D42A27DB-BD31-4B8C-83A1-F6EECF244321}">
                <p14:modId xmlns:p14="http://schemas.microsoft.com/office/powerpoint/2010/main" val="1847453877"/>
              </p:ext>
            </p:extLst>
          </p:nvPr>
        </p:nvGraphicFramePr>
        <p:xfrm>
          <a:off x="428596" y="1293276"/>
          <a:ext cx="8352928" cy="32946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右箭头 9"/>
          <p:cNvSpPr/>
          <p:nvPr/>
        </p:nvSpPr>
        <p:spPr>
          <a:xfrm>
            <a:off x="2411760" y="2770793"/>
            <a:ext cx="288032" cy="273546"/>
          </a:xfrm>
          <a:prstGeom prst="rightArrow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4499992" y="2770793"/>
            <a:ext cx="288032" cy="273546"/>
          </a:xfrm>
          <a:prstGeom prst="rightArrow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右箭头 12"/>
          <p:cNvSpPr/>
          <p:nvPr/>
        </p:nvSpPr>
        <p:spPr>
          <a:xfrm>
            <a:off x="6732240" y="2747984"/>
            <a:ext cx="288032" cy="273546"/>
          </a:xfrm>
          <a:prstGeom prst="rightArrow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5295373" y="555526"/>
            <a:ext cx="187102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DMA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传输过程</a:t>
            </a:r>
          </a:p>
        </p:txBody>
      </p:sp>
    </p:spTree>
    <p:extLst>
      <p:ext uri="{BB962C8B-B14F-4D97-AF65-F5344CB8AC3E}">
        <p14:creationId xmlns:p14="http://schemas.microsoft.com/office/powerpoint/2010/main" val="2546248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内容占位符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4148711"/>
              </p:ext>
            </p:extLst>
          </p:nvPr>
        </p:nvGraphicFramePr>
        <p:xfrm>
          <a:off x="1259632" y="1707654"/>
          <a:ext cx="6984776" cy="21233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矩形 4"/>
          <p:cNvSpPr/>
          <p:nvPr/>
        </p:nvSpPr>
        <p:spPr>
          <a:xfrm>
            <a:off x="1" y="339503"/>
            <a:ext cx="370790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07366" y="367717"/>
            <a:ext cx="35285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8.2 STM32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DMA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模块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7951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305983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60767"/>
            <a:ext cx="27703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8.2.1 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DMA</a:t>
            </a:r>
            <a:r>
              <a:rPr lang="zh-CN" altLang="en-US" sz="2400" b="1" dirty="0">
                <a:solidFill>
                  <a:schemeClr val="bg1"/>
                </a:solidFill>
              </a:rPr>
              <a:t>内部结构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67544" y="1059582"/>
            <a:ext cx="3384376" cy="355481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/>
              <a:t>     STM32</a:t>
            </a:r>
            <a:r>
              <a:rPr lang="zh-CN" altLang="en-US" b="1" dirty="0" smtClean="0"/>
              <a:t>最多</a:t>
            </a:r>
            <a:r>
              <a:rPr lang="zh-CN" altLang="en-US" b="1" dirty="0"/>
              <a:t>有</a:t>
            </a:r>
            <a:r>
              <a:rPr lang="en-US" altLang="zh-CN" b="1" dirty="0" smtClean="0"/>
              <a:t>2</a:t>
            </a:r>
            <a:r>
              <a:rPr lang="zh-CN" altLang="en-US" b="1" dirty="0"/>
              <a:t>个</a:t>
            </a:r>
            <a:r>
              <a:rPr lang="en-US" altLang="zh-CN" b="1" dirty="0"/>
              <a:t>DMA</a:t>
            </a:r>
            <a:r>
              <a:rPr lang="zh-CN" altLang="en-US" b="1" dirty="0" smtClean="0"/>
              <a:t>控制器：</a:t>
            </a:r>
            <a:endParaRPr lang="en-US" altLang="zh-CN" b="1" dirty="0" smtClean="0"/>
          </a:p>
          <a:p>
            <a:pPr marL="285750" indent="-28575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 smtClean="0"/>
              <a:t>DMA1</a:t>
            </a:r>
            <a:r>
              <a:rPr lang="zh-CN" altLang="en-US" b="1" dirty="0"/>
              <a:t>有</a:t>
            </a:r>
            <a:r>
              <a:rPr lang="en-US" altLang="zh-CN" b="1" dirty="0"/>
              <a:t>7</a:t>
            </a:r>
            <a:r>
              <a:rPr lang="zh-CN" altLang="en-US" b="1" dirty="0"/>
              <a:t>个</a:t>
            </a:r>
            <a:r>
              <a:rPr lang="zh-CN" altLang="en-US" b="1" dirty="0" smtClean="0"/>
              <a:t>通道</a:t>
            </a:r>
            <a:endParaRPr lang="en-US" altLang="zh-CN" b="1" dirty="0" smtClean="0"/>
          </a:p>
          <a:p>
            <a:pPr marL="285750" indent="-28575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 smtClean="0"/>
              <a:t>DMA2</a:t>
            </a:r>
            <a:r>
              <a:rPr lang="zh-CN" altLang="en-US" b="1" dirty="0"/>
              <a:t>有</a:t>
            </a:r>
            <a:r>
              <a:rPr lang="en-US" altLang="zh-CN" b="1" dirty="0"/>
              <a:t>5</a:t>
            </a:r>
            <a:r>
              <a:rPr lang="zh-CN" altLang="en-US" b="1" dirty="0"/>
              <a:t>个</a:t>
            </a:r>
            <a:r>
              <a:rPr lang="zh-CN" altLang="en-US" b="1" dirty="0" smtClean="0"/>
              <a:t>通道</a:t>
            </a:r>
            <a:endParaRPr lang="en-US" altLang="zh-CN" b="1" dirty="0" smtClean="0"/>
          </a:p>
          <a:p>
            <a:pPr>
              <a:lnSpc>
                <a:spcPct val="125000"/>
              </a:lnSpc>
            </a:pPr>
            <a:r>
              <a:rPr lang="zh-CN" altLang="en-US" b="1" dirty="0" smtClean="0"/>
              <a:t>    每</a:t>
            </a:r>
            <a:r>
              <a:rPr lang="zh-CN" altLang="en-US" b="1" dirty="0"/>
              <a:t>一个通道专门用来管理一个或多个外设对存储器访问的</a:t>
            </a:r>
            <a:r>
              <a:rPr lang="zh-CN" altLang="en-US" b="1" dirty="0" smtClean="0"/>
              <a:t>请求。</a:t>
            </a:r>
            <a:endParaRPr lang="en-US" altLang="zh-CN" b="1" dirty="0" smtClean="0"/>
          </a:p>
          <a:p>
            <a:pPr>
              <a:lnSpc>
                <a:spcPct val="125000"/>
              </a:lnSpc>
            </a:pPr>
            <a:r>
              <a:rPr lang="zh-CN" altLang="en-US" b="1" dirty="0" smtClean="0"/>
              <a:t>    中小</a:t>
            </a:r>
            <a:r>
              <a:rPr lang="zh-CN" altLang="en-US" b="1" dirty="0"/>
              <a:t>容量</a:t>
            </a:r>
            <a:r>
              <a:rPr lang="zh-CN" altLang="en-US" b="1" dirty="0" smtClean="0"/>
              <a:t>的</a:t>
            </a:r>
            <a:r>
              <a:rPr lang="en-US" altLang="zh-CN" b="1" dirty="0" smtClean="0"/>
              <a:t>STM32F103</a:t>
            </a:r>
            <a:r>
              <a:rPr lang="zh-CN" altLang="en-US" b="1" dirty="0"/>
              <a:t>系列只有</a:t>
            </a:r>
            <a:r>
              <a:rPr lang="en-US" altLang="zh-CN" b="1" dirty="0"/>
              <a:t>DMA1</a:t>
            </a:r>
            <a:r>
              <a:rPr lang="zh-CN" altLang="en-US" b="1" dirty="0"/>
              <a:t>，</a:t>
            </a:r>
            <a:r>
              <a:rPr lang="en-US" altLang="zh-CN" b="1" dirty="0"/>
              <a:t>STM32F103ZET6</a:t>
            </a:r>
            <a:r>
              <a:rPr lang="zh-CN" altLang="en-US" b="1" dirty="0"/>
              <a:t>属于大容量芯片，有</a:t>
            </a:r>
            <a:r>
              <a:rPr lang="en-US" altLang="zh-CN" b="1" dirty="0"/>
              <a:t>DMA1</a:t>
            </a:r>
            <a:r>
              <a:rPr lang="zh-CN" altLang="en-US" b="1" dirty="0"/>
              <a:t>和</a:t>
            </a:r>
            <a:r>
              <a:rPr lang="en-US" altLang="zh-CN" b="1" dirty="0"/>
              <a:t>DMA2</a:t>
            </a:r>
            <a:r>
              <a:rPr lang="zh-CN" altLang="en-US" b="1" dirty="0"/>
              <a:t>两个</a:t>
            </a:r>
            <a:r>
              <a:rPr lang="en-US" altLang="zh-CN" b="1" dirty="0"/>
              <a:t>DMA</a:t>
            </a:r>
            <a:r>
              <a:rPr lang="zh-CN" altLang="en-US" b="1" dirty="0"/>
              <a:t>控制器。</a:t>
            </a:r>
            <a:endParaRPr lang="zh-CN" altLang="zh-CN" b="1" dirty="0"/>
          </a:p>
        </p:txBody>
      </p:sp>
      <p:pic>
        <p:nvPicPr>
          <p:cNvPr id="9" name="图片 8" descr="C:\Users\DELL\Desktop\Snipaste_2019-01-27_11-39-32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475564"/>
            <a:ext cx="4500334" cy="39235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矩形 1"/>
          <p:cNvSpPr/>
          <p:nvPr/>
        </p:nvSpPr>
        <p:spPr>
          <a:xfrm>
            <a:off x="5796136" y="4515966"/>
            <a:ext cx="22990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prstClr val="black"/>
                </a:solidFill>
              </a:rPr>
              <a:t>DMA</a:t>
            </a:r>
            <a:r>
              <a:rPr lang="zh-CN" altLang="en-US" b="1" dirty="0">
                <a:solidFill>
                  <a:prstClr val="black"/>
                </a:solidFill>
              </a:rPr>
              <a:t>的内部结构框图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3692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305983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60767"/>
            <a:ext cx="28392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8.2.1 </a:t>
            </a:r>
            <a:r>
              <a:rPr lang="en-GB" altLang="zh-CN" sz="2400" b="1" dirty="0" smtClean="0">
                <a:solidFill>
                  <a:schemeClr val="bg1"/>
                </a:solidFill>
              </a:rPr>
              <a:t> 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DMA</a:t>
            </a:r>
            <a:r>
              <a:rPr lang="zh-CN" altLang="en-US" sz="2400" b="1" dirty="0">
                <a:solidFill>
                  <a:schemeClr val="bg1"/>
                </a:solidFill>
              </a:rPr>
              <a:t>内部结构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95536" y="987574"/>
            <a:ext cx="8352928" cy="7848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chemeClr val="dk1"/>
                </a:solidFill>
              </a:rPr>
              <a:t>        外设</a:t>
            </a:r>
            <a:r>
              <a:rPr lang="zh-CN" altLang="en-US" b="1" dirty="0">
                <a:solidFill>
                  <a:schemeClr val="dk1"/>
                </a:solidFill>
              </a:rPr>
              <a:t>（</a:t>
            </a:r>
            <a:r>
              <a:rPr lang="en-US" altLang="zh-CN" b="1" dirty="0" err="1">
                <a:solidFill>
                  <a:schemeClr val="dk1"/>
                </a:solidFill>
              </a:rPr>
              <a:t>TIMx</a:t>
            </a:r>
            <a:r>
              <a:rPr lang="zh-CN" altLang="en-US" b="1" dirty="0">
                <a:solidFill>
                  <a:schemeClr val="dk1"/>
                </a:solidFill>
              </a:rPr>
              <a:t>（</a:t>
            </a:r>
            <a:r>
              <a:rPr lang="en-US" altLang="zh-CN" b="1" dirty="0">
                <a:solidFill>
                  <a:schemeClr val="dk1"/>
                </a:solidFill>
              </a:rPr>
              <a:t>x=1,2,3,4</a:t>
            </a:r>
            <a:r>
              <a:rPr lang="zh-CN" altLang="en-US" b="1" dirty="0">
                <a:solidFill>
                  <a:schemeClr val="dk1"/>
                </a:solidFill>
              </a:rPr>
              <a:t>）、</a:t>
            </a:r>
            <a:r>
              <a:rPr lang="en-US" altLang="zh-CN" b="1" dirty="0">
                <a:solidFill>
                  <a:schemeClr val="dk1"/>
                </a:solidFill>
              </a:rPr>
              <a:t>ADC1</a:t>
            </a:r>
            <a:r>
              <a:rPr lang="zh-CN" altLang="en-US" b="1" dirty="0">
                <a:solidFill>
                  <a:schemeClr val="dk1"/>
                </a:solidFill>
              </a:rPr>
              <a:t>、</a:t>
            </a:r>
            <a:r>
              <a:rPr lang="en-US" altLang="zh-CN" b="1" dirty="0">
                <a:solidFill>
                  <a:schemeClr val="dk1"/>
                </a:solidFill>
              </a:rPr>
              <a:t>SPI1</a:t>
            </a:r>
            <a:r>
              <a:rPr lang="zh-CN" altLang="en-US" b="1" dirty="0">
                <a:solidFill>
                  <a:schemeClr val="dk1"/>
                </a:solidFill>
              </a:rPr>
              <a:t>、</a:t>
            </a:r>
            <a:r>
              <a:rPr lang="en-US" altLang="zh-CN" b="1" dirty="0" err="1">
                <a:solidFill>
                  <a:schemeClr val="dk1"/>
                </a:solidFill>
              </a:rPr>
              <a:t>IICx</a:t>
            </a:r>
            <a:r>
              <a:rPr lang="zh-CN" altLang="en-US" b="1" dirty="0">
                <a:solidFill>
                  <a:schemeClr val="dk1"/>
                </a:solidFill>
              </a:rPr>
              <a:t>（</a:t>
            </a:r>
            <a:r>
              <a:rPr lang="en-US" altLang="zh-CN" b="1" dirty="0">
                <a:solidFill>
                  <a:schemeClr val="dk1"/>
                </a:solidFill>
              </a:rPr>
              <a:t>x=1,2</a:t>
            </a:r>
            <a:r>
              <a:rPr lang="zh-CN" altLang="en-US" b="1" dirty="0">
                <a:solidFill>
                  <a:schemeClr val="dk1"/>
                </a:solidFill>
              </a:rPr>
              <a:t>）、</a:t>
            </a:r>
            <a:r>
              <a:rPr lang="en-US" altLang="zh-CN" b="1" dirty="0" err="1">
                <a:solidFill>
                  <a:schemeClr val="dk1"/>
                </a:solidFill>
              </a:rPr>
              <a:t>USARTx</a:t>
            </a:r>
            <a:r>
              <a:rPr lang="zh-CN" altLang="en-US" b="1" dirty="0">
                <a:solidFill>
                  <a:schemeClr val="dk1"/>
                </a:solidFill>
              </a:rPr>
              <a:t>（</a:t>
            </a:r>
            <a:r>
              <a:rPr lang="en-US" altLang="zh-CN" b="1" dirty="0">
                <a:solidFill>
                  <a:schemeClr val="dk1"/>
                </a:solidFill>
              </a:rPr>
              <a:t>x=1,2,3</a:t>
            </a:r>
            <a:r>
              <a:rPr lang="zh-CN" altLang="en-US" b="1" dirty="0">
                <a:solidFill>
                  <a:schemeClr val="dk1"/>
                </a:solidFill>
              </a:rPr>
              <a:t>））产生的</a:t>
            </a:r>
            <a:r>
              <a:rPr lang="en-US" altLang="zh-CN" b="1" dirty="0">
                <a:solidFill>
                  <a:schemeClr val="dk1"/>
                </a:solidFill>
              </a:rPr>
              <a:t>DMA1</a:t>
            </a:r>
            <a:r>
              <a:rPr lang="zh-CN" altLang="en-US" b="1" dirty="0">
                <a:solidFill>
                  <a:schemeClr val="dk1"/>
                </a:solidFill>
              </a:rPr>
              <a:t>请求，传送到</a:t>
            </a:r>
            <a:r>
              <a:rPr lang="en-US" altLang="zh-CN" b="1" dirty="0">
                <a:solidFill>
                  <a:schemeClr val="dk1"/>
                </a:solidFill>
              </a:rPr>
              <a:t>DMA1</a:t>
            </a:r>
            <a:r>
              <a:rPr lang="zh-CN" altLang="en-US" b="1" dirty="0">
                <a:solidFill>
                  <a:schemeClr val="dk1"/>
                </a:solidFill>
              </a:rPr>
              <a:t>控制器，同一时刻只能有一个请求有效。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1255459"/>
              </p:ext>
            </p:extLst>
          </p:nvPr>
        </p:nvGraphicFramePr>
        <p:xfrm>
          <a:off x="235876" y="1923678"/>
          <a:ext cx="8640960" cy="27736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54914"/>
                <a:gridCol w="975358"/>
                <a:gridCol w="1209318"/>
                <a:gridCol w="1131331"/>
                <a:gridCol w="1126132"/>
                <a:gridCol w="1210358"/>
                <a:gridCol w="1108456"/>
                <a:gridCol w="1125093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外设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通道</a:t>
                      </a:r>
                      <a:r>
                        <a:rPr lang="en-US" sz="1400" b="1" kern="100">
                          <a:effectLst/>
                        </a:rPr>
                        <a:t>1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通道</a:t>
                      </a:r>
                      <a:r>
                        <a:rPr lang="en-US" sz="1400" b="1" kern="100">
                          <a:effectLst/>
                        </a:rPr>
                        <a:t>2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通道</a:t>
                      </a:r>
                      <a:r>
                        <a:rPr lang="en-US" sz="1400" b="1" kern="100">
                          <a:effectLst/>
                        </a:rPr>
                        <a:t>3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通道</a:t>
                      </a:r>
                      <a:r>
                        <a:rPr lang="en-US" sz="1400" b="1" kern="100">
                          <a:effectLst/>
                        </a:rPr>
                        <a:t>4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通道</a:t>
                      </a:r>
                      <a:r>
                        <a:rPr lang="en-US" sz="1400" b="1" kern="100">
                          <a:effectLst/>
                        </a:rPr>
                        <a:t>5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通道</a:t>
                      </a:r>
                      <a:r>
                        <a:rPr lang="en-US" sz="1400" b="1" kern="100">
                          <a:effectLst/>
                        </a:rPr>
                        <a:t>6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通道</a:t>
                      </a:r>
                      <a:r>
                        <a:rPr lang="en-US" sz="1400" b="1" kern="100">
                          <a:effectLst/>
                        </a:rPr>
                        <a:t>7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ADC1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ADC1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SPI/I2S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SPI1_RX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SPI1_TX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SPI/I2S_RX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SPI/I2S_TX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USART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USART3_TX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USART3_RX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USART1_TX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USART1_RX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USART2_RX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USART2_TX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IIC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IIC2_TX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IIC2_RX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IIC1_TX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IIC1_RX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TIM1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TIM1_CH1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TIM1_CH2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TIM1_TX4</a:t>
                      </a:r>
                      <a:endParaRPr lang="zh-CN" sz="14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TIM1_TRIG</a:t>
                      </a:r>
                      <a:endParaRPr lang="zh-CN" sz="14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TIM1_COM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TIM1_UP</a:t>
                      </a:r>
                      <a:endParaRPr lang="zh-CN" sz="14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TIM1_CH3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TIM2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TIM2_CH3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TIM2_UP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TIM2_CH1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TIM2_CH2</a:t>
                      </a:r>
                      <a:endParaRPr lang="zh-CN" sz="14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TIM2_CH4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TIM3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TIM3_CH3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TIM3_CH4</a:t>
                      </a:r>
                      <a:endParaRPr lang="zh-CN" sz="14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TIM3_UP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TIM3_CH1</a:t>
                      </a:r>
                      <a:endParaRPr lang="zh-CN" sz="14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TIM3_TRIG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TIM4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TIM4_CH1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TIM4_CH2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TIM4_CH3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TIM4_UP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4788024" y="406865"/>
            <a:ext cx="32047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</a:rPr>
              <a:t>DMA1</a:t>
            </a:r>
            <a:r>
              <a:rPr lang="zh-CN" altLang="en-US" sz="2000" b="1" dirty="0">
                <a:solidFill>
                  <a:srgbClr val="C00000"/>
                </a:solidFill>
              </a:rPr>
              <a:t>各个通道的</a:t>
            </a:r>
            <a:r>
              <a:rPr lang="en-US" altLang="zh-CN" sz="2000" b="1" dirty="0">
                <a:solidFill>
                  <a:srgbClr val="C00000"/>
                </a:solidFill>
              </a:rPr>
              <a:t>DMA</a:t>
            </a:r>
            <a:r>
              <a:rPr lang="zh-CN" altLang="en-US" sz="2000" b="1" dirty="0">
                <a:solidFill>
                  <a:srgbClr val="C00000"/>
                </a:solidFill>
              </a:rPr>
              <a:t>请求</a:t>
            </a:r>
          </a:p>
        </p:txBody>
      </p:sp>
    </p:spTree>
    <p:extLst>
      <p:ext uri="{BB962C8B-B14F-4D97-AF65-F5344CB8AC3E}">
        <p14:creationId xmlns:p14="http://schemas.microsoft.com/office/powerpoint/2010/main" val="3839595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313183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60767"/>
            <a:ext cx="28392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8.2.1 </a:t>
            </a:r>
            <a:r>
              <a:rPr lang="en-GB" altLang="zh-CN" sz="2400" b="1" dirty="0" smtClean="0">
                <a:solidFill>
                  <a:schemeClr val="bg1"/>
                </a:solidFill>
              </a:rPr>
              <a:t> 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DMA</a:t>
            </a:r>
            <a:r>
              <a:rPr lang="zh-CN" altLang="en-US" sz="2400" b="1" dirty="0">
                <a:solidFill>
                  <a:schemeClr val="bg1"/>
                </a:solidFill>
              </a:rPr>
              <a:t>内部结构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95536" y="987574"/>
            <a:ext cx="8352928" cy="7848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/>
              <a:t>外设（</a:t>
            </a:r>
            <a:r>
              <a:rPr lang="en-GB" altLang="zh-CN" b="1" dirty="0" err="1"/>
              <a:t>TIMx</a:t>
            </a:r>
            <a:r>
              <a:rPr lang="zh-CN" altLang="en-GB" b="1" dirty="0"/>
              <a:t>（</a:t>
            </a:r>
            <a:r>
              <a:rPr lang="en-GB" altLang="zh-CN" b="1" dirty="0"/>
              <a:t>x=5,6,7,8</a:t>
            </a:r>
            <a:r>
              <a:rPr lang="zh-CN" altLang="en-GB" b="1" dirty="0"/>
              <a:t>）、</a:t>
            </a:r>
            <a:r>
              <a:rPr lang="en-GB" altLang="zh-CN" b="1" dirty="0"/>
              <a:t>ADC3</a:t>
            </a:r>
            <a:r>
              <a:rPr lang="zh-CN" altLang="en-GB" b="1" dirty="0"/>
              <a:t>、</a:t>
            </a:r>
            <a:r>
              <a:rPr lang="en-GB" altLang="zh-CN" b="1" dirty="0"/>
              <a:t>SPI/I2S3</a:t>
            </a:r>
            <a:r>
              <a:rPr lang="zh-CN" altLang="en-GB" b="1" dirty="0"/>
              <a:t>、</a:t>
            </a:r>
            <a:r>
              <a:rPr lang="en-GB" altLang="zh-CN" b="1" dirty="0"/>
              <a:t>USART4</a:t>
            </a:r>
            <a:r>
              <a:rPr lang="zh-CN" altLang="en-GB" b="1" dirty="0"/>
              <a:t>、</a:t>
            </a:r>
            <a:r>
              <a:rPr lang="en-GB" altLang="zh-CN" b="1" dirty="0"/>
              <a:t>DAC</a:t>
            </a:r>
            <a:r>
              <a:rPr lang="zh-CN" altLang="en-US" b="1" dirty="0"/>
              <a:t>通道</a:t>
            </a:r>
            <a:r>
              <a:rPr lang="en-US" altLang="zh-CN" b="1" dirty="0"/>
              <a:t>1</a:t>
            </a:r>
            <a:r>
              <a:rPr lang="zh-CN" altLang="en-US" b="1" dirty="0"/>
              <a:t>、</a:t>
            </a:r>
            <a:r>
              <a:rPr lang="en-US" altLang="zh-CN" b="1" dirty="0"/>
              <a:t>2</a:t>
            </a:r>
            <a:r>
              <a:rPr lang="zh-CN" altLang="en-US" b="1" dirty="0"/>
              <a:t>和</a:t>
            </a:r>
            <a:r>
              <a:rPr lang="en-GB" altLang="zh-CN" b="1" dirty="0"/>
              <a:t>SDIO</a:t>
            </a:r>
            <a:r>
              <a:rPr lang="zh-CN" altLang="en-GB" b="1" dirty="0"/>
              <a:t>）</a:t>
            </a:r>
            <a:r>
              <a:rPr lang="zh-CN" altLang="en-US" b="1" dirty="0" smtClean="0"/>
              <a:t>产生</a:t>
            </a:r>
            <a:r>
              <a:rPr lang="en-US" altLang="zh-CN" b="1" dirty="0"/>
              <a:t>5</a:t>
            </a:r>
            <a:r>
              <a:rPr lang="zh-CN" altLang="en-US" b="1" dirty="0"/>
              <a:t>个通道的</a:t>
            </a:r>
            <a:r>
              <a:rPr lang="en-US" altLang="zh-CN" b="1" dirty="0"/>
              <a:t>DMA2</a:t>
            </a:r>
            <a:r>
              <a:rPr lang="zh-CN" altLang="en-US" b="1" dirty="0" smtClean="0"/>
              <a:t>请求传送</a:t>
            </a:r>
            <a:r>
              <a:rPr lang="zh-CN" altLang="en-US" b="1" dirty="0"/>
              <a:t>到</a:t>
            </a:r>
            <a:r>
              <a:rPr lang="en-US" altLang="zh-CN" b="1" dirty="0"/>
              <a:t>DMA2</a:t>
            </a:r>
            <a:r>
              <a:rPr lang="zh-CN" altLang="en-US" b="1" dirty="0"/>
              <a:t>控制器</a:t>
            </a:r>
            <a:r>
              <a:rPr lang="zh-CN" altLang="en-US" b="1" dirty="0" smtClean="0"/>
              <a:t>，同一时刻只能</a:t>
            </a:r>
            <a:r>
              <a:rPr lang="zh-CN" altLang="en-US" b="1" dirty="0"/>
              <a:t>有一个请求有效</a:t>
            </a:r>
            <a:endParaRPr lang="zh-CN" altLang="en-US" b="1" dirty="0">
              <a:solidFill>
                <a:schemeClr val="dk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4788024" y="406865"/>
            <a:ext cx="32047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solidFill>
                  <a:srgbClr val="C00000"/>
                </a:solidFill>
              </a:rPr>
              <a:t>DMA2</a:t>
            </a:r>
            <a:r>
              <a:rPr lang="zh-CN" altLang="en-US" sz="2000" b="1" dirty="0" smtClean="0">
                <a:solidFill>
                  <a:srgbClr val="C00000"/>
                </a:solidFill>
              </a:rPr>
              <a:t>各个</a:t>
            </a:r>
            <a:r>
              <a:rPr lang="zh-CN" altLang="en-US" sz="2000" b="1" dirty="0">
                <a:solidFill>
                  <a:srgbClr val="C00000"/>
                </a:solidFill>
              </a:rPr>
              <a:t>通道的</a:t>
            </a:r>
            <a:r>
              <a:rPr lang="en-US" altLang="zh-CN" sz="2000" b="1" dirty="0">
                <a:solidFill>
                  <a:srgbClr val="C00000"/>
                </a:solidFill>
              </a:rPr>
              <a:t>DMA</a:t>
            </a:r>
            <a:r>
              <a:rPr lang="zh-CN" altLang="en-US" sz="2000" b="1" dirty="0">
                <a:solidFill>
                  <a:srgbClr val="C00000"/>
                </a:solidFill>
              </a:rPr>
              <a:t>请求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974363"/>
              </p:ext>
            </p:extLst>
          </p:nvPr>
        </p:nvGraphicFramePr>
        <p:xfrm>
          <a:off x="899592" y="1851670"/>
          <a:ext cx="6840760" cy="2987040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1041145"/>
                <a:gridCol w="1219127"/>
                <a:gridCol w="1204372"/>
                <a:gridCol w="1176707"/>
                <a:gridCol w="1051290"/>
                <a:gridCol w="1148119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</a:rPr>
                        <a:t>外设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通道</a:t>
                      </a:r>
                      <a:r>
                        <a:rPr lang="en-US" sz="1400" b="1" kern="100">
                          <a:effectLst/>
                        </a:rPr>
                        <a:t>1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通道</a:t>
                      </a:r>
                      <a:r>
                        <a:rPr lang="en-US" sz="1400" b="1" kern="100">
                          <a:effectLst/>
                        </a:rPr>
                        <a:t>2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通道</a:t>
                      </a:r>
                      <a:r>
                        <a:rPr lang="en-US" sz="1400" b="1" kern="100">
                          <a:effectLst/>
                        </a:rPr>
                        <a:t>3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通道</a:t>
                      </a:r>
                      <a:r>
                        <a:rPr lang="en-US" sz="1400" b="1" kern="100">
                          <a:effectLst/>
                        </a:rPr>
                        <a:t>4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通道</a:t>
                      </a:r>
                      <a:r>
                        <a:rPr lang="en-US" sz="1400" b="1" kern="100">
                          <a:effectLst/>
                        </a:rPr>
                        <a:t>5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ADC3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ADC3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SPI/I2S3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SPI/I2S3_RX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SPI/I2S3_TX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USART4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USART4_RX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USART4_TX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SDIO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SDIO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TIM5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TIM5_CH4</a:t>
                      </a:r>
                      <a:endParaRPr lang="zh-CN" sz="18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TIM5_TRIG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TIM5_CH3</a:t>
                      </a:r>
                      <a:endParaRPr lang="zh-CN" sz="18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TIM5_UP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TIM5_CH2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TIM5_CH1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TIM6/</a:t>
                      </a:r>
                      <a:endParaRPr lang="zh-CN" sz="18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DAC</a:t>
                      </a:r>
                      <a:r>
                        <a:rPr lang="zh-CN" sz="1400" b="1" kern="100">
                          <a:effectLst/>
                        </a:rPr>
                        <a:t>通道</a:t>
                      </a:r>
                      <a:r>
                        <a:rPr lang="en-US" sz="1400" b="1" kern="100">
                          <a:effectLst/>
                        </a:rPr>
                        <a:t>1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TIM6_UP/</a:t>
                      </a:r>
                      <a:endParaRPr lang="zh-CN" sz="18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DMA</a:t>
                      </a:r>
                      <a:r>
                        <a:rPr lang="zh-CN" sz="1400" b="1" kern="100">
                          <a:effectLst/>
                        </a:rPr>
                        <a:t>通道</a:t>
                      </a:r>
                      <a:r>
                        <a:rPr lang="en-US" sz="1400" b="1" kern="100">
                          <a:effectLst/>
                        </a:rPr>
                        <a:t>1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TIM7/</a:t>
                      </a:r>
                      <a:endParaRPr lang="zh-CN" sz="18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DAC</a:t>
                      </a:r>
                      <a:r>
                        <a:rPr lang="zh-CN" sz="1400" b="1" kern="100">
                          <a:effectLst/>
                        </a:rPr>
                        <a:t>通道</a:t>
                      </a:r>
                      <a:r>
                        <a:rPr lang="en-US" sz="1400" b="1" kern="100">
                          <a:effectLst/>
                        </a:rPr>
                        <a:t>2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TIM7_UP/</a:t>
                      </a:r>
                      <a:endParaRPr lang="zh-CN" sz="18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DMA</a:t>
                      </a:r>
                      <a:r>
                        <a:rPr lang="zh-CN" sz="1400" b="1" kern="100">
                          <a:effectLst/>
                        </a:rPr>
                        <a:t>通道</a:t>
                      </a:r>
                      <a:r>
                        <a:rPr lang="en-US" sz="1400" b="1" kern="100">
                          <a:effectLst/>
                        </a:rPr>
                        <a:t>2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TIM8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TIM8_CH3</a:t>
                      </a:r>
                      <a:endParaRPr lang="zh-CN" sz="18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TIM8_UP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TIM8_CH4</a:t>
                      </a:r>
                      <a:endParaRPr lang="zh-CN" sz="18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TIM8_TRIG</a:t>
                      </a:r>
                      <a:endParaRPr lang="zh-CN" sz="18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TIM8_COM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TIM8_CH1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TIM8_CH2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4389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上箭头 11"/>
          <p:cNvSpPr/>
          <p:nvPr/>
        </p:nvSpPr>
        <p:spPr>
          <a:xfrm>
            <a:off x="4216458" y="483518"/>
            <a:ext cx="792088" cy="3960440"/>
          </a:xfrm>
          <a:prstGeom prst="up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  <p:sp>
        <p:nvSpPr>
          <p:cNvPr id="4" name="矩形 3"/>
          <p:cNvSpPr/>
          <p:nvPr/>
        </p:nvSpPr>
        <p:spPr>
          <a:xfrm>
            <a:off x="1" y="339503"/>
            <a:ext cx="2586117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60767"/>
            <a:ext cx="25746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8.2.2 DMA</a:t>
            </a:r>
            <a:r>
              <a:rPr lang="zh-CN" altLang="en-US" sz="2400" b="1" dirty="0">
                <a:solidFill>
                  <a:schemeClr val="bg1"/>
                </a:solidFill>
              </a:rPr>
              <a:t>优先权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6354170" y="699964"/>
            <a:ext cx="2466302" cy="21698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chemeClr val="dk1"/>
                </a:solidFill>
              </a:rPr>
              <a:t>     如果</a:t>
            </a:r>
            <a:r>
              <a:rPr lang="en-US" altLang="zh-CN" b="1" dirty="0">
                <a:solidFill>
                  <a:schemeClr val="dk1"/>
                </a:solidFill>
              </a:rPr>
              <a:t>2</a:t>
            </a:r>
            <a:r>
              <a:rPr lang="zh-CN" altLang="en-US" b="1" dirty="0">
                <a:solidFill>
                  <a:schemeClr val="dk1"/>
                </a:solidFill>
              </a:rPr>
              <a:t>个请求有相同的软件优先级，则较低编号的通道比较高编号的通道有较高的</a:t>
            </a:r>
            <a:r>
              <a:rPr lang="zh-CN" altLang="en-US" b="1" dirty="0" smtClean="0">
                <a:solidFill>
                  <a:schemeClr val="dk1"/>
                </a:solidFill>
              </a:rPr>
              <a:t>优先权。例如</a:t>
            </a:r>
            <a:r>
              <a:rPr lang="zh-CN" altLang="en-US" b="1" dirty="0">
                <a:solidFill>
                  <a:schemeClr val="dk1"/>
                </a:solidFill>
              </a:rPr>
              <a:t>，通道</a:t>
            </a:r>
            <a:r>
              <a:rPr lang="en-US" altLang="zh-CN" b="1" dirty="0">
                <a:solidFill>
                  <a:schemeClr val="dk1"/>
                </a:solidFill>
              </a:rPr>
              <a:t>2</a:t>
            </a:r>
            <a:r>
              <a:rPr lang="zh-CN" altLang="en-US" b="1" dirty="0">
                <a:solidFill>
                  <a:schemeClr val="dk1"/>
                </a:solidFill>
              </a:rPr>
              <a:t>优先于通道</a:t>
            </a:r>
            <a:r>
              <a:rPr lang="en-US" altLang="zh-CN" b="1" dirty="0">
                <a:solidFill>
                  <a:schemeClr val="dk1"/>
                </a:solidFill>
              </a:rPr>
              <a:t>4</a:t>
            </a:r>
            <a:r>
              <a:rPr lang="zh-CN" altLang="en-US" b="1" dirty="0" smtClean="0">
                <a:solidFill>
                  <a:schemeClr val="dk1"/>
                </a:solidFill>
              </a:rPr>
              <a:t>。</a:t>
            </a:r>
            <a:endParaRPr lang="zh-CN" altLang="en-US" b="1" dirty="0">
              <a:solidFill>
                <a:schemeClr val="dk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45666" y="1203598"/>
            <a:ext cx="2533675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</a:rPr>
              <a:t>最高优先级（</a:t>
            </a:r>
            <a:r>
              <a:rPr lang="en-US" altLang="zh-CN" b="1" dirty="0">
                <a:solidFill>
                  <a:prstClr val="black"/>
                </a:solidFill>
              </a:rPr>
              <a:t>Very High</a:t>
            </a:r>
            <a:r>
              <a:rPr lang="zh-CN" altLang="en-US" b="1" dirty="0">
                <a:solidFill>
                  <a:prstClr val="black"/>
                </a:solidFill>
              </a:rPr>
              <a:t>）</a:t>
            </a:r>
            <a:endParaRPr lang="zh-CN" altLang="en-US" b="1" dirty="0"/>
          </a:p>
        </p:txBody>
      </p:sp>
      <p:sp>
        <p:nvSpPr>
          <p:cNvPr id="7" name="矩形 6"/>
          <p:cNvSpPr/>
          <p:nvPr/>
        </p:nvSpPr>
        <p:spPr>
          <a:xfrm>
            <a:off x="3345666" y="2016591"/>
            <a:ext cx="2533675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prstClr val="black"/>
                </a:solidFill>
              </a:rPr>
              <a:t>高优先级（</a:t>
            </a:r>
            <a:r>
              <a:rPr lang="en-US" altLang="zh-CN" b="1" dirty="0">
                <a:solidFill>
                  <a:prstClr val="black"/>
                </a:solidFill>
              </a:rPr>
              <a:t>High</a:t>
            </a:r>
            <a:r>
              <a:rPr lang="zh-CN" altLang="en-US" b="1" dirty="0">
                <a:solidFill>
                  <a:prstClr val="black"/>
                </a:solidFill>
              </a:rPr>
              <a:t>）</a:t>
            </a:r>
            <a:endParaRPr lang="zh-CN" altLang="en-US" b="1" dirty="0"/>
          </a:p>
        </p:txBody>
      </p:sp>
      <p:sp>
        <p:nvSpPr>
          <p:cNvPr id="10" name="矩形 9"/>
          <p:cNvSpPr/>
          <p:nvPr/>
        </p:nvSpPr>
        <p:spPr>
          <a:xfrm>
            <a:off x="3345665" y="2829584"/>
            <a:ext cx="2533675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</a:rPr>
              <a:t>中等优先级（</a:t>
            </a:r>
            <a:r>
              <a:rPr lang="en-US" altLang="zh-CN" b="1" dirty="0">
                <a:solidFill>
                  <a:prstClr val="black"/>
                </a:solidFill>
              </a:rPr>
              <a:t>Medium</a:t>
            </a:r>
            <a:r>
              <a:rPr lang="zh-CN" altLang="en-US" b="1" dirty="0">
                <a:solidFill>
                  <a:prstClr val="black"/>
                </a:solidFill>
              </a:rPr>
              <a:t>）</a:t>
            </a:r>
            <a:endParaRPr lang="zh-CN" altLang="en-US" b="1" dirty="0"/>
          </a:p>
        </p:txBody>
      </p:sp>
      <p:sp>
        <p:nvSpPr>
          <p:cNvPr id="11" name="矩形 10"/>
          <p:cNvSpPr/>
          <p:nvPr/>
        </p:nvSpPr>
        <p:spPr>
          <a:xfrm>
            <a:off x="3345666" y="3642578"/>
            <a:ext cx="2533675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prstClr val="black"/>
                </a:solidFill>
              </a:rPr>
              <a:t>低优先级（</a:t>
            </a:r>
            <a:r>
              <a:rPr lang="en-US" altLang="zh-CN" b="1" dirty="0">
                <a:solidFill>
                  <a:prstClr val="black"/>
                </a:solidFill>
              </a:rPr>
              <a:t>Low</a:t>
            </a:r>
            <a:r>
              <a:rPr lang="zh-CN" altLang="en-US" b="1" dirty="0" smtClean="0">
                <a:solidFill>
                  <a:prstClr val="black"/>
                </a:solidFill>
              </a:rPr>
              <a:t>）</a:t>
            </a:r>
            <a:endParaRPr lang="zh-CN" altLang="en-US" b="1" dirty="0"/>
          </a:p>
        </p:txBody>
      </p:sp>
      <p:sp>
        <p:nvSpPr>
          <p:cNvPr id="13" name="矩形 12"/>
          <p:cNvSpPr/>
          <p:nvPr/>
        </p:nvSpPr>
        <p:spPr>
          <a:xfrm>
            <a:off x="539552" y="2852751"/>
            <a:ext cx="2358008" cy="144719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chemeClr val="dk1"/>
                </a:solidFill>
              </a:rPr>
              <a:t>    通道</a:t>
            </a:r>
            <a:r>
              <a:rPr lang="zh-CN" altLang="en-US" b="1" dirty="0">
                <a:solidFill>
                  <a:schemeClr val="dk1"/>
                </a:solidFill>
              </a:rPr>
              <a:t>的优先权分为</a:t>
            </a:r>
            <a:r>
              <a:rPr lang="en-US" altLang="zh-CN" b="1" dirty="0">
                <a:solidFill>
                  <a:srgbClr val="C00000"/>
                </a:solidFill>
              </a:rPr>
              <a:t>4</a:t>
            </a:r>
            <a:r>
              <a:rPr lang="zh-CN" altLang="en-US" b="1" dirty="0">
                <a:solidFill>
                  <a:schemeClr val="dk1"/>
                </a:solidFill>
              </a:rPr>
              <a:t>个等级，高优先级的通道优先获得总线响应</a:t>
            </a:r>
            <a:r>
              <a:rPr lang="zh-CN" altLang="en-US" b="1" dirty="0" smtClean="0">
                <a:solidFill>
                  <a:schemeClr val="dk1"/>
                </a:solidFill>
              </a:rPr>
              <a:t>。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539552" y="1131590"/>
            <a:ext cx="2358008" cy="147732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chemeClr val="dk1"/>
                </a:solidFill>
              </a:rPr>
              <a:t>    当</a:t>
            </a:r>
            <a:r>
              <a:rPr lang="zh-CN" altLang="en-US" b="1" dirty="0">
                <a:solidFill>
                  <a:schemeClr val="dk1"/>
                </a:solidFill>
              </a:rPr>
              <a:t>有多个</a:t>
            </a:r>
            <a:r>
              <a:rPr lang="en-US" altLang="zh-CN" b="1" dirty="0">
                <a:solidFill>
                  <a:schemeClr val="dk1"/>
                </a:solidFill>
              </a:rPr>
              <a:t>DMA</a:t>
            </a:r>
            <a:r>
              <a:rPr lang="zh-CN" altLang="en-US" b="1" dirty="0">
                <a:solidFill>
                  <a:schemeClr val="dk1"/>
                </a:solidFill>
              </a:rPr>
              <a:t>请求时，</a:t>
            </a:r>
            <a:r>
              <a:rPr lang="en-US" altLang="zh-CN" b="1" dirty="0">
                <a:solidFill>
                  <a:schemeClr val="dk1"/>
                </a:solidFill>
              </a:rPr>
              <a:t>DMA</a:t>
            </a:r>
            <a:r>
              <a:rPr lang="zh-CN" altLang="en-US" b="1" dirty="0">
                <a:solidFill>
                  <a:schemeClr val="dk1"/>
                </a:solidFill>
              </a:rPr>
              <a:t>控制器通过内部的仲裁器进行优先权管理。</a:t>
            </a:r>
          </a:p>
        </p:txBody>
      </p:sp>
      <p:sp>
        <p:nvSpPr>
          <p:cNvPr id="16" name="矩形 15"/>
          <p:cNvSpPr/>
          <p:nvPr/>
        </p:nvSpPr>
        <p:spPr>
          <a:xfrm>
            <a:off x="6354170" y="3110646"/>
            <a:ext cx="2466302" cy="14773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zh-CN" altLang="en-US" b="1" dirty="0" smtClean="0">
                <a:solidFill>
                  <a:prstClr val="black"/>
                </a:solidFill>
              </a:rPr>
              <a:t>    在</a:t>
            </a:r>
            <a:r>
              <a:rPr lang="zh-CN" altLang="en-US" b="1" dirty="0">
                <a:solidFill>
                  <a:prstClr val="black"/>
                </a:solidFill>
              </a:rPr>
              <a:t>大容量产品和互联型产品中，</a:t>
            </a:r>
            <a:r>
              <a:rPr lang="en-US" altLang="zh-CN" b="1" dirty="0">
                <a:solidFill>
                  <a:prstClr val="black"/>
                </a:solidFill>
              </a:rPr>
              <a:t>DMA1</a:t>
            </a:r>
            <a:r>
              <a:rPr lang="zh-CN" altLang="en-US" b="1" dirty="0">
                <a:solidFill>
                  <a:prstClr val="black"/>
                </a:solidFill>
              </a:rPr>
              <a:t>控制器拥有高于</a:t>
            </a:r>
            <a:r>
              <a:rPr lang="en-US" altLang="zh-CN" b="1" dirty="0">
                <a:solidFill>
                  <a:prstClr val="black"/>
                </a:solidFill>
              </a:rPr>
              <a:t>DMA2</a:t>
            </a:r>
            <a:r>
              <a:rPr lang="zh-CN" altLang="en-US" b="1" dirty="0">
                <a:solidFill>
                  <a:prstClr val="black"/>
                </a:solidFill>
              </a:rPr>
              <a:t>控制器的</a:t>
            </a:r>
            <a:r>
              <a:rPr lang="zh-CN" altLang="en-US" b="1" dirty="0" smtClean="0">
                <a:solidFill>
                  <a:prstClr val="black"/>
                </a:solidFill>
              </a:rPr>
              <a:t>优先级。</a:t>
            </a:r>
            <a:endParaRPr lang="zh-CN" altLang="en-US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929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2586117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60767"/>
            <a:ext cx="25746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8.2.2 DMA</a:t>
            </a:r>
            <a:r>
              <a:rPr lang="zh-CN" altLang="en-US" sz="2400" b="1" dirty="0">
                <a:solidFill>
                  <a:schemeClr val="bg1"/>
                </a:solidFill>
              </a:rPr>
              <a:t>优先权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pic>
        <p:nvPicPr>
          <p:cNvPr id="14" name="图片 13" descr="C:\Users\DELL\Desktop\Snipaste_2019-01-27_14-36-34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7914" y="195486"/>
            <a:ext cx="3528392" cy="4389056"/>
          </a:xfrm>
          <a:prstGeom prst="rect">
            <a:avLst/>
          </a:prstGeom>
          <a:noFill/>
          <a:ln w="12700">
            <a:solidFill>
              <a:schemeClr val="accent5">
                <a:lumMod val="75000"/>
              </a:schemeClr>
            </a:solidFill>
          </a:ln>
        </p:spPr>
      </p:pic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906942"/>
            <a:ext cx="4464496" cy="3689762"/>
          </a:xfrm>
          <a:prstGeom prst="rect">
            <a:avLst/>
          </a:prstGeom>
          <a:noFill/>
          <a:ln w="127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>
          <a:xfrm>
            <a:off x="777885" y="4656550"/>
            <a:ext cx="36006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b="1" dirty="0"/>
              <a:t>DMA2</a:t>
            </a:r>
            <a:r>
              <a:rPr lang="zh-CN" altLang="en-US" b="1" dirty="0"/>
              <a:t>各通道的</a:t>
            </a:r>
            <a:r>
              <a:rPr lang="en-GB" altLang="zh-CN" b="1" dirty="0"/>
              <a:t>DMA</a:t>
            </a:r>
            <a:r>
              <a:rPr lang="zh-CN" altLang="en-US" b="1" dirty="0"/>
              <a:t>映射及优先权</a:t>
            </a:r>
          </a:p>
        </p:txBody>
      </p:sp>
      <p:sp>
        <p:nvSpPr>
          <p:cNvPr id="17" name="矩形 16"/>
          <p:cNvSpPr/>
          <p:nvPr/>
        </p:nvSpPr>
        <p:spPr>
          <a:xfrm>
            <a:off x="5147914" y="4656550"/>
            <a:ext cx="36006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b="1" dirty="0" smtClean="0"/>
              <a:t>DMA</a:t>
            </a:r>
            <a:r>
              <a:rPr lang="en-US" altLang="zh-CN" b="1" dirty="0" smtClean="0"/>
              <a:t>1</a:t>
            </a:r>
            <a:r>
              <a:rPr lang="zh-CN" altLang="en-US" b="1" dirty="0" smtClean="0"/>
              <a:t>各</a:t>
            </a:r>
            <a:r>
              <a:rPr lang="zh-CN" altLang="en-US" b="1" dirty="0"/>
              <a:t>通道的</a:t>
            </a:r>
            <a:r>
              <a:rPr lang="en-GB" altLang="zh-CN" b="1" dirty="0"/>
              <a:t>DMA</a:t>
            </a:r>
            <a:r>
              <a:rPr lang="zh-CN" altLang="en-US" b="1" dirty="0"/>
              <a:t>映射及优先权</a:t>
            </a:r>
          </a:p>
        </p:txBody>
      </p:sp>
    </p:spTree>
    <p:extLst>
      <p:ext uri="{BB962C8B-B14F-4D97-AF65-F5344CB8AC3E}">
        <p14:creationId xmlns:p14="http://schemas.microsoft.com/office/powerpoint/2010/main" val="3911611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298782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60767"/>
            <a:ext cx="27906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8.2.3 DMA</a:t>
            </a:r>
            <a:r>
              <a:rPr lang="zh-CN" altLang="en-US" sz="2400" b="1" dirty="0">
                <a:solidFill>
                  <a:schemeClr val="bg1"/>
                </a:solidFill>
              </a:rPr>
              <a:t>中断请求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218304"/>
              </p:ext>
            </p:extLst>
          </p:nvPr>
        </p:nvGraphicFramePr>
        <p:xfrm>
          <a:off x="4932040" y="1639865"/>
          <a:ext cx="3744532" cy="247707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65802"/>
                <a:gridCol w="1230838"/>
                <a:gridCol w="1147892"/>
              </a:tblGrid>
              <a:tr h="7920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</a:rPr>
                        <a:t>中断</a:t>
                      </a:r>
                      <a:r>
                        <a:rPr lang="zh-CN" sz="1800" b="1" kern="100" dirty="0" smtClean="0">
                          <a:effectLst/>
                        </a:rPr>
                        <a:t>事件</a:t>
                      </a:r>
                      <a:endParaRPr lang="en-US" altLang="zh-CN" sz="1800" b="1" kern="100" dirty="0" smtClean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 smtClean="0">
                          <a:effectLst/>
                        </a:rPr>
                        <a:t>标志</a:t>
                      </a:r>
                      <a:r>
                        <a:rPr lang="zh-CN" sz="1800" b="1" kern="100" dirty="0">
                          <a:effectLst/>
                        </a:rPr>
                        <a:t>位</a:t>
                      </a:r>
                      <a:endParaRPr lang="zh-CN" sz="2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</a:rPr>
                        <a:t>中断使能控制位</a:t>
                      </a:r>
                      <a:endParaRPr lang="zh-CN" sz="2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</a:rPr>
                        <a:t>中断事件</a:t>
                      </a:r>
                      <a:endParaRPr lang="zh-CN" sz="2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56166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HTIF</a:t>
                      </a:r>
                      <a:endParaRPr lang="zh-CN" sz="2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HTIE</a:t>
                      </a:r>
                      <a:endParaRPr lang="zh-CN" sz="2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</a:rPr>
                        <a:t>传输过半</a:t>
                      </a:r>
                      <a:endParaRPr lang="zh-CN" sz="2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56166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TCIF</a:t>
                      </a:r>
                      <a:endParaRPr lang="zh-CN" sz="2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TCIE</a:t>
                      </a:r>
                      <a:endParaRPr lang="zh-CN" sz="2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</a:rPr>
                        <a:t>传输完成</a:t>
                      </a:r>
                      <a:endParaRPr lang="zh-CN" sz="2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56166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TEIF</a:t>
                      </a:r>
                      <a:endParaRPr lang="zh-CN" sz="2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TEIE</a:t>
                      </a:r>
                      <a:endParaRPr lang="zh-CN" sz="2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</a:rPr>
                        <a:t>传输错误</a:t>
                      </a:r>
                      <a:endParaRPr lang="zh-CN" sz="2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83144" y="1096827"/>
            <a:ext cx="4304880" cy="356315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0" fontAlgn="base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b="1" dirty="0" smtClean="0">
                <a:solidFill>
                  <a:schemeClr val="dk1"/>
                </a:solidFill>
              </a:rPr>
              <a:t>     DMA</a:t>
            </a:r>
            <a:r>
              <a:rPr lang="zh-CN" altLang="en-US" b="1" dirty="0">
                <a:solidFill>
                  <a:schemeClr val="dk1"/>
                </a:solidFill>
              </a:rPr>
              <a:t>的每个通道都可以在</a:t>
            </a:r>
            <a:r>
              <a:rPr lang="en-US" altLang="zh-CN" b="1" dirty="0">
                <a:solidFill>
                  <a:schemeClr val="dk1"/>
                </a:solidFill>
              </a:rPr>
              <a:t>DMA</a:t>
            </a:r>
            <a:r>
              <a:rPr lang="zh-CN" altLang="en-US" b="1" dirty="0">
                <a:solidFill>
                  <a:schemeClr val="dk1"/>
                </a:solidFill>
              </a:rPr>
              <a:t>传输过程中触发中断，可通过设置相应寄存器的不同位来打开这些中断</a:t>
            </a:r>
            <a:r>
              <a:rPr lang="zh-CN" altLang="en-US" b="1" dirty="0" smtClean="0">
                <a:solidFill>
                  <a:schemeClr val="dk1"/>
                </a:solidFill>
              </a:rPr>
              <a:t>。</a:t>
            </a:r>
            <a:endParaRPr lang="en-US" altLang="zh-CN" b="1" dirty="0" smtClean="0">
              <a:solidFill>
                <a:schemeClr val="dk1"/>
              </a:solidFill>
            </a:endParaRPr>
          </a:p>
          <a:p>
            <a:pPr marR="0" lvl="0" indent="0" fontAlgn="base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b="1" dirty="0">
                <a:solidFill>
                  <a:schemeClr val="dk1"/>
                </a:solidFill>
              </a:rPr>
              <a:t> </a:t>
            </a:r>
            <a:r>
              <a:rPr lang="en-US" altLang="zh-CN" b="1" dirty="0" smtClean="0">
                <a:solidFill>
                  <a:schemeClr val="dk1"/>
                </a:solidFill>
              </a:rPr>
              <a:t>    DMA</a:t>
            </a:r>
            <a:r>
              <a:rPr lang="zh-CN" altLang="en-US" b="1" dirty="0">
                <a:solidFill>
                  <a:schemeClr val="dk1"/>
                </a:solidFill>
              </a:rPr>
              <a:t>中断事件主要</a:t>
            </a:r>
            <a:r>
              <a:rPr lang="zh-CN" altLang="en-US" b="1" dirty="0" smtClean="0">
                <a:solidFill>
                  <a:schemeClr val="dk1"/>
                </a:solidFill>
              </a:rPr>
              <a:t>有：</a:t>
            </a:r>
            <a:endParaRPr lang="en-US" altLang="zh-CN" b="1" dirty="0" smtClean="0">
              <a:solidFill>
                <a:schemeClr val="dk1"/>
              </a:solidFill>
            </a:endParaRPr>
          </a:p>
          <a:p>
            <a:pPr marL="285750" marR="0" lvl="0" indent="-285750" fontAlgn="base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Tx/>
              <a:buFont typeface="Wingdings" pitchFamily="2" charset="2"/>
              <a:buChar char="Ø"/>
              <a:tabLst/>
            </a:pPr>
            <a:r>
              <a:rPr lang="en-US" altLang="zh-CN" b="1" dirty="0" smtClean="0">
                <a:solidFill>
                  <a:schemeClr val="dk1"/>
                </a:solidFill>
              </a:rPr>
              <a:t>HT</a:t>
            </a:r>
            <a:r>
              <a:rPr lang="zh-CN" altLang="en-US" b="1" dirty="0">
                <a:solidFill>
                  <a:schemeClr val="dk1"/>
                </a:solidFill>
              </a:rPr>
              <a:t>（</a:t>
            </a:r>
            <a:r>
              <a:rPr lang="en-US" altLang="zh-CN" b="1" dirty="0">
                <a:solidFill>
                  <a:schemeClr val="dk1"/>
                </a:solidFill>
              </a:rPr>
              <a:t>Half Transfer</a:t>
            </a:r>
            <a:r>
              <a:rPr lang="zh-CN" altLang="en-US" b="1" dirty="0">
                <a:solidFill>
                  <a:schemeClr val="dk1"/>
                </a:solidFill>
              </a:rPr>
              <a:t>，传输一半</a:t>
            </a:r>
            <a:r>
              <a:rPr lang="zh-CN" altLang="en-US" b="1" dirty="0" smtClean="0">
                <a:solidFill>
                  <a:schemeClr val="dk1"/>
                </a:solidFill>
              </a:rPr>
              <a:t>）</a:t>
            </a:r>
            <a:endParaRPr lang="en-US" altLang="zh-CN" b="1" dirty="0" smtClean="0">
              <a:solidFill>
                <a:schemeClr val="dk1"/>
              </a:solidFill>
            </a:endParaRPr>
          </a:p>
          <a:p>
            <a:pPr marL="285750" marR="0" lvl="0" indent="-285750" fontAlgn="base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Tx/>
              <a:buFont typeface="Wingdings" pitchFamily="2" charset="2"/>
              <a:buChar char="Ø"/>
              <a:tabLst/>
            </a:pPr>
            <a:r>
              <a:rPr lang="en-US" altLang="zh-CN" b="1" dirty="0" smtClean="0">
                <a:solidFill>
                  <a:schemeClr val="dk1"/>
                </a:solidFill>
              </a:rPr>
              <a:t>TC</a:t>
            </a:r>
            <a:r>
              <a:rPr lang="zh-CN" altLang="en-US" b="1" dirty="0">
                <a:solidFill>
                  <a:schemeClr val="dk1"/>
                </a:solidFill>
              </a:rPr>
              <a:t>（</a:t>
            </a:r>
            <a:r>
              <a:rPr lang="en-US" altLang="zh-CN" b="1" dirty="0">
                <a:solidFill>
                  <a:schemeClr val="dk1"/>
                </a:solidFill>
              </a:rPr>
              <a:t>Transfer Complete</a:t>
            </a:r>
            <a:r>
              <a:rPr lang="zh-CN" altLang="en-US" b="1" dirty="0">
                <a:solidFill>
                  <a:schemeClr val="dk1"/>
                </a:solidFill>
              </a:rPr>
              <a:t>，传输完成</a:t>
            </a:r>
            <a:r>
              <a:rPr lang="zh-CN" altLang="en-US" b="1" dirty="0" smtClean="0">
                <a:solidFill>
                  <a:schemeClr val="dk1"/>
                </a:solidFill>
              </a:rPr>
              <a:t>）</a:t>
            </a:r>
            <a:endParaRPr lang="en-US" altLang="zh-CN" b="1" dirty="0" smtClean="0">
              <a:solidFill>
                <a:schemeClr val="dk1"/>
              </a:solidFill>
            </a:endParaRPr>
          </a:p>
          <a:p>
            <a:pPr marL="285750" marR="0" lvl="0" indent="-285750" fontAlgn="base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Tx/>
              <a:buFont typeface="Wingdings" pitchFamily="2" charset="2"/>
              <a:buChar char="Ø"/>
              <a:tabLst/>
            </a:pPr>
            <a:r>
              <a:rPr lang="en-US" altLang="zh-CN" b="1" dirty="0" smtClean="0">
                <a:solidFill>
                  <a:schemeClr val="dk1"/>
                </a:solidFill>
              </a:rPr>
              <a:t>TE</a:t>
            </a:r>
            <a:r>
              <a:rPr lang="zh-CN" altLang="en-US" b="1" dirty="0">
                <a:solidFill>
                  <a:schemeClr val="dk1"/>
                </a:solidFill>
              </a:rPr>
              <a:t>（</a:t>
            </a:r>
            <a:r>
              <a:rPr lang="en-US" altLang="zh-CN" b="1" dirty="0">
                <a:solidFill>
                  <a:schemeClr val="dk1"/>
                </a:solidFill>
              </a:rPr>
              <a:t>Transfer Error</a:t>
            </a:r>
            <a:r>
              <a:rPr lang="zh-CN" altLang="en-US" b="1" dirty="0">
                <a:solidFill>
                  <a:schemeClr val="dk1"/>
                </a:solidFill>
              </a:rPr>
              <a:t>，传输错误</a:t>
            </a:r>
            <a:r>
              <a:rPr lang="zh-CN" altLang="en-US" b="1" dirty="0" smtClean="0">
                <a:solidFill>
                  <a:schemeClr val="dk1"/>
                </a:solidFill>
              </a:rPr>
              <a:t>）</a:t>
            </a:r>
            <a:endParaRPr lang="en-US" altLang="zh-CN" b="1" dirty="0" smtClean="0">
              <a:solidFill>
                <a:schemeClr val="dk1"/>
              </a:solidFill>
            </a:endParaRPr>
          </a:p>
          <a:p>
            <a:pPr marR="0" lvl="0" fontAlgn="base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CN" b="1" dirty="0">
                <a:solidFill>
                  <a:schemeClr val="dk1"/>
                </a:solidFill>
              </a:rPr>
              <a:t> </a:t>
            </a:r>
            <a:r>
              <a:rPr lang="en-US" altLang="zh-CN" b="1" dirty="0" smtClean="0">
                <a:solidFill>
                  <a:schemeClr val="dk1"/>
                </a:solidFill>
              </a:rPr>
              <a:t>    </a:t>
            </a:r>
            <a:r>
              <a:rPr lang="zh-CN" altLang="en-US" b="1" dirty="0" smtClean="0">
                <a:solidFill>
                  <a:schemeClr val="dk1"/>
                </a:solidFill>
              </a:rPr>
              <a:t>分别</a:t>
            </a:r>
            <a:r>
              <a:rPr lang="zh-CN" altLang="en-US" b="1" dirty="0">
                <a:solidFill>
                  <a:schemeClr val="dk1"/>
                </a:solidFill>
              </a:rPr>
              <a:t>对应三个中断标志：</a:t>
            </a:r>
            <a:r>
              <a:rPr lang="en-US" altLang="zh-CN" b="1" dirty="0">
                <a:solidFill>
                  <a:schemeClr val="dk1"/>
                </a:solidFill>
              </a:rPr>
              <a:t>HTIF</a:t>
            </a:r>
            <a:r>
              <a:rPr lang="zh-CN" altLang="en-US" b="1" dirty="0">
                <a:solidFill>
                  <a:schemeClr val="dk1"/>
                </a:solidFill>
              </a:rPr>
              <a:t>、</a:t>
            </a:r>
            <a:r>
              <a:rPr lang="en-US" altLang="zh-CN" b="1" dirty="0">
                <a:solidFill>
                  <a:schemeClr val="dk1"/>
                </a:solidFill>
              </a:rPr>
              <a:t>TCIF</a:t>
            </a:r>
            <a:r>
              <a:rPr lang="zh-CN" altLang="en-US" b="1" dirty="0">
                <a:solidFill>
                  <a:schemeClr val="dk1"/>
                </a:solidFill>
              </a:rPr>
              <a:t>、</a:t>
            </a:r>
            <a:r>
              <a:rPr lang="en-US" altLang="zh-CN" b="1" dirty="0">
                <a:solidFill>
                  <a:schemeClr val="dk1"/>
                </a:solidFill>
              </a:rPr>
              <a:t>TEIF</a:t>
            </a:r>
            <a:r>
              <a:rPr lang="zh-CN" altLang="en-US" b="1" dirty="0">
                <a:solidFill>
                  <a:schemeClr val="dk1"/>
                </a:solidFill>
              </a:rPr>
              <a:t>，每个中断标志都有允许控制位</a:t>
            </a:r>
            <a:r>
              <a:rPr lang="zh-CN" altLang="en-US" b="1" dirty="0" smtClean="0">
                <a:solidFill>
                  <a:schemeClr val="dk1"/>
                </a:solidFill>
              </a:rPr>
              <a:t>。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7135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6072197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5496" y="339502"/>
            <a:ext cx="60692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ea typeface="黑体" pitchFamily="49" charset="-122"/>
              </a:rPr>
              <a:t>8.3 DMA</a:t>
            </a:r>
            <a:r>
              <a:rPr lang="zh-CN" altLang="en-US" sz="2400" b="1" dirty="0">
                <a:solidFill>
                  <a:schemeClr val="bg1"/>
                </a:solidFill>
                <a:ea typeface="黑体" pitchFamily="49" charset="-122"/>
              </a:rPr>
              <a:t>模块的标准外设库接口函数及应用</a:t>
            </a:r>
            <a:endParaRPr lang="zh-CN" altLang="en-US" sz="2400" b="1" dirty="0" smtClean="0">
              <a:solidFill>
                <a:schemeClr val="bg1"/>
              </a:solidFill>
              <a:ea typeface="黑体" pitchFamily="49" charset="-122"/>
            </a:endParaRPr>
          </a:p>
        </p:txBody>
      </p:sp>
      <p:sp>
        <p:nvSpPr>
          <p:cNvPr id="7" name="MH_Number_1"/>
          <p:cNvSpPr/>
          <p:nvPr>
            <p:custDataLst>
              <p:tags r:id="rId1"/>
            </p:custDataLst>
          </p:nvPr>
        </p:nvSpPr>
        <p:spPr>
          <a:xfrm>
            <a:off x="2165434" y="1707656"/>
            <a:ext cx="379646" cy="379646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28575">
            <a:solidFill>
              <a:schemeClr val="bg1"/>
            </a:solidFill>
          </a:ln>
          <a:effectLst>
            <a:outerShdw blurRad="203200" dist="1143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2109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1</a:t>
            </a:r>
            <a:endParaRPr lang="zh-CN" altLang="en-US" sz="2109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8" name="MH_Entry_1"/>
          <p:cNvSpPr/>
          <p:nvPr>
            <p:custDataLst>
              <p:tags r:id="rId2"/>
            </p:custDataLst>
          </p:nvPr>
        </p:nvSpPr>
        <p:spPr>
          <a:xfrm>
            <a:off x="2820580" y="1715687"/>
            <a:ext cx="5102260" cy="389466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34255 w 2520280"/>
              <a:gd name="connsiteY4" fmla="*/ 0 h 1872208"/>
              <a:gd name="connsiteX5" fmla="*/ 0 w 2520280"/>
              <a:gd name="connsiteY5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917 w 2520280"/>
              <a:gd name="connsiteY4" fmla="*/ 6036 h 1872208"/>
              <a:gd name="connsiteX5" fmla="*/ 0 w 2520280"/>
              <a:gd name="connsiteY5" fmla="*/ 0 h 1872208"/>
              <a:gd name="connsiteX0" fmla="*/ 0 w 2520280"/>
              <a:gd name="connsiteY0" fmla="*/ 1890314 h 1890314"/>
              <a:gd name="connsiteX1" fmla="*/ 2520280 w 2520280"/>
              <a:gd name="connsiteY1" fmla="*/ 1890314 h 1890314"/>
              <a:gd name="connsiteX2" fmla="*/ 0 w 2520280"/>
              <a:gd name="connsiteY2" fmla="*/ 1890314 h 1890314"/>
              <a:gd name="connsiteX3" fmla="*/ 0 w 2520280"/>
              <a:gd name="connsiteY3" fmla="*/ 18106 h 1890314"/>
              <a:gd name="connsiteX4" fmla="*/ 53304 w 2520280"/>
              <a:gd name="connsiteY4" fmla="*/ 0 h 1890314"/>
              <a:gd name="connsiteX5" fmla="*/ 0 w 2520280"/>
              <a:gd name="connsiteY5" fmla="*/ 18106 h 1890314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916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253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8.3.1 DMA</a:t>
            </a:r>
            <a:r>
              <a:rPr lang="zh-CN" altLang="en-US" sz="253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标准外设库接口函数</a:t>
            </a:r>
            <a:endParaRPr lang="zh-CN" altLang="en-US" sz="1199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MH_Number_2"/>
          <p:cNvSpPr/>
          <p:nvPr>
            <p:custDataLst>
              <p:tags r:id="rId3"/>
            </p:custDataLst>
          </p:nvPr>
        </p:nvSpPr>
        <p:spPr>
          <a:xfrm>
            <a:off x="2165434" y="2577125"/>
            <a:ext cx="379646" cy="379646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28575">
            <a:solidFill>
              <a:schemeClr val="bg1"/>
            </a:solidFill>
          </a:ln>
          <a:effectLst>
            <a:outerShdw blurRad="203200" dist="1143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2109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2</a:t>
            </a:r>
            <a:endParaRPr lang="zh-CN" altLang="en-US" sz="2109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0" name="MH_Entry_2"/>
          <p:cNvSpPr/>
          <p:nvPr>
            <p:custDataLst>
              <p:tags r:id="rId4"/>
            </p:custDataLst>
          </p:nvPr>
        </p:nvSpPr>
        <p:spPr>
          <a:xfrm>
            <a:off x="2820580" y="2551504"/>
            <a:ext cx="5246276" cy="430887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34255 w 2520280"/>
              <a:gd name="connsiteY4" fmla="*/ 0 h 1872208"/>
              <a:gd name="connsiteX5" fmla="*/ 0 w 2520280"/>
              <a:gd name="connsiteY5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917 w 2520280"/>
              <a:gd name="connsiteY4" fmla="*/ 6036 h 1872208"/>
              <a:gd name="connsiteX5" fmla="*/ 0 w 2520280"/>
              <a:gd name="connsiteY5" fmla="*/ 0 h 1872208"/>
              <a:gd name="connsiteX0" fmla="*/ 0 w 2520280"/>
              <a:gd name="connsiteY0" fmla="*/ 1890314 h 1890314"/>
              <a:gd name="connsiteX1" fmla="*/ 2520280 w 2520280"/>
              <a:gd name="connsiteY1" fmla="*/ 1890314 h 1890314"/>
              <a:gd name="connsiteX2" fmla="*/ 0 w 2520280"/>
              <a:gd name="connsiteY2" fmla="*/ 1890314 h 1890314"/>
              <a:gd name="connsiteX3" fmla="*/ 0 w 2520280"/>
              <a:gd name="connsiteY3" fmla="*/ 18106 h 1890314"/>
              <a:gd name="connsiteX4" fmla="*/ 53304 w 2520280"/>
              <a:gd name="connsiteY4" fmla="*/ 0 h 1890314"/>
              <a:gd name="connsiteX5" fmla="*/ 0 w 2520280"/>
              <a:gd name="connsiteY5" fmla="*/ 18106 h 1890314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916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253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8.3.2</a:t>
            </a:r>
            <a:r>
              <a:rPr lang="en-US" altLang="zh-CN" sz="28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altLang="zh-CN" sz="253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DMA</a:t>
            </a:r>
            <a:r>
              <a:rPr lang="zh-CN" altLang="zh-CN" sz="253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标准外设库的配置过程</a:t>
            </a:r>
          </a:p>
        </p:txBody>
      </p:sp>
      <p:sp>
        <p:nvSpPr>
          <p:cNvPr id="11" name="MH_Number_3"/>
          <p:cNvSpPr/>
          <p:nvPr>
            <p:custDataLst>
              <p:tags r:id="rId5"/>
            </p:custDataLst>
          </p:nvPr>
        </p:nvSpPr>
        <p:spPr>
          <a:xfrm>
            <a:off x="2165434" y="3446593"/>
            <a:ext cx="379646" cy="379646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bg1"/>
            </a:solidFill>
          </a:ln>
          <a:effectLst>
            <a:outerShdw blurRad="203200" dist="1143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2109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3</a:t>
            </a:r>
            <a:endParaRPr lang="zh-CN" altLang="en-US" sz="2109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2" name="MH_Entry_3"/>
          <p:cNvSpPr/>
          <p:nvPr>
            <p:custDataLst>
              <p:tags r:id="rId6"/>
            </p:custDataLst>
          </p:nvPr>
        </p:nvSpPr>
        <p:spPr>
          <a:xfrm>
            <a:off x="2820580" y="3478428"/>
            <a:ext cx="4526195" cy="389466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34255 w 2520280"/>
              <a:gd name="connsiteY4" fmla="*/ 0 h 1872208"/>
              <a:gd name="connsiteX5" fmla="*/ 0 w 2520280"/>
              <a:gd name="connsiteY5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917 w 2520280"/>
              <a:gd name="connsiteY4" fmla="*/ 6036 h 1872208"/>
              <a:gd name="connsiteX5" fmla="*/ 0 w 2520280"/>
              <a:gd name="connsiteY5" fmla="*/ 0 h 1872208"/>
              <a:gd name="connsiteX0" fmla="*/ 0 w 2520280"/>
              <a:gd name="connsiteY0" fmla="*/ 1890314 h 1890314"/>
              <a:gd name="connsiteX1" fmla="*/ 2520280 w 2520280"/>
              <a:gd name="connsiteY1" fmla="*/ 1890314 h 1890314"/>
              <a:gd name="connsiteX2" fmla="*/ 0 w 2520280"/>
              <a:gd name="connsiteY2" fmla="*/ 1890314 h 1890314"/>
              <a:gd name="connsiteX3" fmla="*/ 0 w 2520280"/>
              <a:gd name="connsiteY3" fmla="*/ 18106 h 1890314"/>
              <a:gd name="connsiteX4" fmla="*/ 53304 w 2520280"/>
              <a:gd name="connsiteY4" fmla="*/ 0 h 1890314"/>
              <a:gd name="connsiteX5" fmla="*/ 0 w 2520280"/>
              <a:gd name="connsiteY5" fmla="*/ 18106 h 1890314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916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 sz="253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8.3.3 DMA</a:t>
            </a:r>
            <a:r>
              <a:rPr lang="zh-CN" altLang="en-US" sz="253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标准外设库应用实例</a:t>
            </a:r>
            <a:endParaRPr lang="zh-CN" altLang="en-US" sz="1199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8895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4442394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6" name="矩形 5"/>
          <p:cNvSpPr/>
          <p:nvPr/>
        </p:nvSpPr>
        <p:spPr>
          <a:xfrm>
            <a:off x="96836" y="360767"/>
            <a:ext cx="43172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8.3.1 DMA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标准外设库接口函数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393742"/>
              </p:ext>
            </p:extLst>
          </p:nvPr>
        </p:nvGraphicFramePr>
        <p:xfrm>
          <a:off x="1043608" y="1347614"/>
          <a:ext cx="7323223" cy="3590021"/>
        </p:xfrm>
        <a:graphic>
          <a:graphicData uri="http://schemas.openxmlformats.org/drawingml/2006/table">
            <a:tbl>
              <a:tblPr firstRow="1" firstCol="1" bandRow="1">
                <a:tableStyleId>{5FD0F851-EC5A-4D38-B0AD-8093EC10F338}</a:tableStyleId>
              </a:tblPr>
              <a:tblGrid>
                <a:gridCol w="2736304"/>
                <a:gridCol w="4586919"/>
              </a:tblGrid>
              <a:tr h="28203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</a:rPr>
                        <a:t>函数名称</a:t>
                      </a:r>
                      <a:endParaRPr lang="zh-CN" sz="20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</a:rPr>
                        <a:t>功能描述</a:t>
                      </a:r>
                      <a:endParaRPr lang="zh-CN" sz="20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82031">
                <a:tc>
                  <a:txBody>
                    <a:bodyPr/>
                    <a:lstStyle/>
                    <a:p>
                      <a:pPr indent="114300"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DMA_DeInit</a:t>
                      </a:r>
                      <a:endParaRPr lang="zh-CN" sz="20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</a:rPr>
                        <a:t>将</a:t>
                      </a:r>
                      <a:r>
                        <a:rPr lang="en-US" sz="1600" b="1" kern="100">
                          <a:effectLst/>
                        </a:rPr>
                        <a:t>DMA</a:t>
                      </a:r>
                      <a:r>
                        <a:rPr lang="zh-CN" sz="1600" b="1" kern="100">
                          <a:effectLst/>
                        </a:rPr>
                        <a:t>的通道</a:t>
                      </a:r>
                      <a:r>
                        <a:rPr lang="en-US" sz="1600" b="1" kern="100">
                          <a:effectLst/>
                        </a:rPr>
                        <a:t>x</a:t>
                      </a:r>
                      <a:r>
                        <a:rPr lang="zh-CN" sz="1600" b="1" kern="100">
                          <a:effectLst/>
                        </a:rPr>
                        <a:t>寄存器重设为缺省值</a:t>
                      </a:r>
                      <a:endParaRPr lang="zh-CN" sz="20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82031">
                <a:tc>
                  <a:txBody>
                    <a:bodyPr/>
                    <a:lstStyle/>
                    <a:p>
                      <a:pPr indent="114300" algn="just">
                        <a:spcAft>
                          <a:spcPts val="0"/>
                        </a:spcAft>
                      </a:pPr>
                      <a:r>
                        <a:rPr lang="en-US" sz="1600" b="1" kern="100" dirty="0" err="1">
                          <a:effectLst/>
                        </a:rPr>
                        <a:t>DMA_Init</a:t>
                      </a:r>
                      <a:endParaRPr lang="zh-CN" sz="20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</a:rPr>
                        <a:t>根据</a:t>
                      </a:r>
                      <a:r>
                        <a:rPr lang="en-US" sz="1600" b="1" kern="100">
                          <a:effectLst/>
                        </a:rPr>
                        <a:t>DMA_InitStruct</a:t>
                      </a:r>
                      <a:r>
                        <a:rPr lang="zh-CN" sz="1600" b="1" kern="100">
                          <a:effectLst/>
                        </a:rPr>
                        <a:t>中指定的参数初始化</a:t>
                      </a:r>
                      <a:r>
                        <a:rPr lang="en-US" sz="1600" b="1" kern="100">
                          <a:effectLst/>
                        </a:rPr>
                        <a:t>DMA</a:t>
                      </a:r>
                      <a:r>
                        <a:rPr lang="zh-CN" sz="1600" b="1" kern="100">
                          <a:effectLst/>
                        </a:rPr>
                        <a:t>的通道</a:t>
                      </a:r>
                      <a:r>
                        <a:rPr lang="en-US" sz="1600" b="1" kern="100">
                          <a:effectLst/>
                        </a:rPr>
                        <a:t>x</a:t>
                      </a:r>
                      <a:r>
                        <a:rPr lang="zh-CN" sz="1600" b="1" kern="100">
                          <a:effectLst/>
                        </a:rPr>
                        <a:t>寄存器</a:t>
                      </a:r>
                      <a:endParaRPr lang="zh-CN" sz="20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82031">
                <a:tc>
                  <a:txBody>
                    <a:bodyPr/>
                    <a:lstStyle/>
                    <a:p>
                      <a:pPr indent="114300"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DMA_StrucInit</a:t>
                      </a:r>
                      <a:endParaRPr lang="zh-CN" sz="20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</a:rPr>
                        <a:t>把</a:t>
                      </a:r>
                      <a:r>
                        <a:rPr lang="en-US" sz="1600" b="1" kern="100">
                          <a:effectLst/>
                        </a:rPr>
                        <a:t>DMA_InitStruct</a:t>
                      </a:r>
                      <a:r>
                        <a:rPr lang="zh-CN" sz="1600" b="1" kern="100">
                          <a:effectLst/>
                        </a:rPr>
                        <a:t>中的每个参数按缺省值填入</a:t>
                      </a:r>
                      <a:endParaRPr lang="zh-CN" sz="20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82031">
                <a:tc>
                  <a:txBody>
                    <a:bodyPr/>
                    <a:lstStyle/>
                    <a:p>
                      <a:pPr indent="114300"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DMA_Cmd</a:t>
                      </a:r>
                      <a:endParaRPr lang="zh-CN" sz="20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</a:rPr>
                        <a:t>使能或者失能指定的通道</a:t>
                      </a:r>
                      <a:r>
                        <a:rPr lang="en-US" sz="1600" b="1" kern="100">
                          <a:effectLst/>
                        </a:rPr>
                        <a:t>x</a:t>
                      </a:r>
                      <a:endParaRPr lang="zh-CN" sz="20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82031">
                <a:tc>
                  <a:txBody>
                    <a:bodyPr/>
                    <a:lstStyle/>
                    <a:p>
                      <a:pPr indent="114300"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DMA_ITConfig</a:t>
                      </a:r>
                      <a:endParaRPr lang="zh-CN" sz="20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</a:rPr>
                        <a:t>使能或者失能指定的通道</a:t>
                      </a:r>
                      <a:r>
                        <a:rPr lang="en-US" sz="1600" b="1" kern="100">
                          <a:effectLst/>
                        </a:rPr>
                        <a:t>x</a:t>
                      </a:r>
                      <a:r>
                        <a:rPr lang="zh-CN" sz="1600" b="1" kern="100">
                          <a:effectLst/>
                        </a:rPr>
                        <a:t>中断</a:t>
                      </a:r>
                      <a:endParaRPr lang="zh-CN" sz="20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82031">
                <a:tc>
                  <a:txBody>
                    <a:bodyPr/>
                    <a:lstStyle/>
                    <a:p>
                      <a:pPr indent="114300"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DMA_GetCurrDataCounter</a:t>
                      </a:r>
                      <a:endParaRPr lang="zh-CN" sz="20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</a:rPr>
                        <a:t>返回当前</a:t>
                      </a:r>
                      <a:r>
                        <a:rPr lang="en-US" sz="1600" b="1" kern="100">
                          <a:effectLst/>
                        </a:rPr>
                        <a:t>DMA</a:t>
                      </a:r>
                      <a:r>
                        <a:rPr lang="zh-CN" sz="1600" b="1" kern="100">
                          <a:effectLst/>
                        </a:rPr>
                        <a:t>通道</a:t>
                      </a:r>
                      <a:r>
                        <a:rPr lang="en-US" sz="1600" b="1" kern="100">
                          <a:effectLst/>
                        </a:rPr>
                        <a:t>x</a:t>
                      </a:r>
                      <a:r>
                        <a:rPr lang="zh-CN" sz="1600" b="1" kern="100">
                          <a:effectLst/>
                        </a:rPr>
                        <a:t>剩余的待传输数据个数</a:t>
                      </a:r>
                      <a:endParaRPr lang="zh-CN" sz="20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82031">
                <a:tc>
                  <a:txBody>
                    <a:bodyPr/>
                    <a:lstStyle/>
                    <a:p>
                      <a:pPr indent="114300"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DMA_SetCurrDataCounter</a:t>
                      </a:r>
                      <a:endParaRPr lang="zh-CN" sz="20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</a:rPr>
                        <a:t>设置</a:t>
                      </a:r>
                      <a:r>
                        <a:rPr lang="en-US" sz="1600" b="1" kern="100">
                          <a:effectLst/>
                        </a:rPr>
                        <a:t>DMA</a:t>
                      </a:r>
                      <a:r>
                        <a:rPr lang="zh-CN" sz="1600" b="1" kern="100">
                          <a:effectLst/>
                        </a:rPr>
                        <a:t>通道</a:t>
                      </a:r>
                      <a:r>
                        <a:rPr lang="en-US" sz="1600" b="1" kern="100">
                          <a:effectLst/>
                        </a:rPr>
                        <a:t>x</a:t>
                      </a:r>
                      <a:r>
                        <a:rPr lang="zh-CN" sz="1600" b="1" kern="100">
                          <a:effectLst/>
                        </a:rPr>
                        <a:t>进行</a:t>
                      </a:r>
                      <a:r>
                        <a:rPr lang="en-US" sz="1600" b="1" kern="100">
                          <a:effectLst/>
                        </a:rPr>
                        <a:t>DMA</a:t>
                      </a:r>
                      <a:r>
                        <a:rPr lang="zh-CN" sz="1600" b="1" kern="100">
                          <a:effectLst/>
                        </a:rPr>
                        <a:t>传输的当前数据个数</a:t>
                      </a:r>
                      <a:endParaRPr lang="zh-CN" sz="20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82031">
                <a:tc>
                  <a:txBody>
                    <a:bodyPr/>
                    <a:lstStyle/>
                    <a:p>
                      <a:pPr indent="114300"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DMA_GetFlagStatus</a:t>
                      </a:r>
                      <a:endParaRPr lang="zh-CN" sz="20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</a:rPr>
                        <a:t>检查指定的</a:t>
                      </a:r>
                      <a:r>
                        <a:rPr lang="en-US" sz="1600" b="1" kern="100">
                          <a:effectLst/>
                        </a:rPr>
                        <a:t>DMA</a:t>
                      </a:r>
                      <a:r>
                        <a:rPr lang="zh-CN" sz="1600" b="1" kern="100">
                          <a:effectLst/>
                        </a:rPr>
                        <a:t>通道</a:t>
                      </a:r>
                      <a:r>
                        <a:rPr lang="en-US" sz="1600" b="1" kern="100">
                          <a:effectLst/>
                        </a:rPr>
                        <a:t>x</a:t>
                      </a:r>
                      <a:r>
                        <a:rPr lang="zh-CN" sz="1600" b="1" kern="100">
                          <a:effectLst/>
                        </a:rPr>
                        <a:t>标志位设置与否</a:t>
                      </a:r>
                      <a:endParaRPr lang="zh-CN" sz="20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82031">
                <a:tc>
                  <a:txBody>
                    <a:bodyPr/>
                    <a:lstStyle/>
                    <a:p>
                      <a:pPr indent="114300"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DMA_ClearFlag</a:t>
                      </a:r>
                      <a:endParaRPr lang="zh-CN" sz="20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</a:rPr>
                        <a:t>清除</a:t>
                      </a:r>
                      <a:r>
                        <a:rPr lang="en-US" sz="1600" b="1" kern="100">
                          <a:effectLst/>
                        </a:rPr>
                        <a:t>DMA</a:t>
                      </a:r>
                      <a:r>
                        <a:rPr lang="zh-CN" sz="1600" b="1" kern="100">
                          <a:effectLst/>
                        </a:rPr>
                        <a:t>通道</a:t>
                      </a:r>
                      <a:r>
                        <a:rPr lang="en-US" sz="1600" b="1" kern="100">
                          <a:effectLst/>
                        </a:rPr>
                        <a:t>x</a:t>
                      </a:r>
                      <a:r>
                        <a:rPr lang="zh-CN" sz="1600" b="1" kern="100">
                          <a:effectLst/>
                        </a:rPr>
                        <a:t>待处理标志位</a:t>
                      </a:r>
                      <a:endParaRPr lang="zh-CN" sz="20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82031">
                <a:tc>
                  <a:txBody>
                    <a:bodyPr/>
                    <a:lstStyle/>
                    <a:p>
                      <a:pPr indent="114300"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DMA_GetITStatus</a:t>
                      </a:r>
                      <a:endParaRPr lang="zh-CN" sz="20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</a:rPr>
                        <a:t>检查指定的</a:t>
                      </a:r>
                      <a:r>
                        <a:rPr lang="en-US" sz="1600" b="1" kern="100">
                          <a:effectLst/>
                        </a:rPr>
                        <a:t>DMA</a:t>
                      </a:r>
                      <a:r>
                        <a:rPr lang="zh-CN" sz="1600" b="1" kern="100">
                          <a:effectLst/>
                        </a:rPr>
                        <a:t>通道</a:t>
                      </a:r>
                      <a:r>
                        <a:rPr lang="en-US" sz="1600" b="1" kern="100">
                          <a:effectLst/>
                        </a:rPr>
                        <a:t>x</a:t>
                      </a:r>
                      <a:r>
                        <a:rPr lang="zh-CN" sz="1600" b="1" kern="100">
                          <a:effectLst/>
                        </a:rPr>
                        <a:t>中断发生与否</a:t>
                      </a:r>
                      <a:endParaRPr lang="zh-CN" sz="20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82031">
                <a:tc>
                  <a:txBody>
                    <a:bodyPr/>
                    <a:lstStyle/>
                    <a:p>
                      <a:pPr indent="114300"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DMA_ClearITPendingBit</a:t>
                      </a:r>
                      <a:endParaRPr lang="zh-CN" sz="20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</a:rPr>
                        <a:t>清除</a:t>
                      </a:r>
                      <a:r>
                        <a:rPr lang="en-US" sz="1600" b="1" kern="100" dirty="0">
                          <a:effectLst/>
                        </a:rPr>
                        <a:t>DMA</a:t>
                      </a:r>
                      <a:r>
                        <a:rPr lang="zh-CN" sz="1600" b="1" kern="100" dirty="0">
                          <a:effectLst/>
                        </a:rPr>
                        <a:t>通道</a:t>
                      </a:r>
                      <a:r>
                        <a:rPr lang="en-US" sz="1600" b="1" kern="100" dirty="0">
                          <a:effectLst/>
                        </a:rPr>
                        <a:t>x</a:t>
                      </a:r>
                      <a:r>
                        <a:rPr lang="zh-CN" sz="1600" b="1" kern="100" dirty="0">
                          <a:effectLst/>
                        </a:rPr>
                        <a:t>中断待处理标志位</a:t>
                      </a:r>
                      <a:endParaRPr lang="zh-CN" sz="20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2987823" y="915566"/>
            <a:ext cx="34307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DMA</a:t>
            </a:r>
            <a:r>
              <a:rPr lang="zh-CN" altLang="en-US" b="1" dirty="0"/>
              <a:t>标准外设库支持</a:t>
            </a:r>
            <a:r>
              <a:rPr lang="en-US" altLang="zh-CN" b="1" dirty="0"/>
              <a:t>11</a:t>
            </a:r>
            <a:r>
              <a:rPr lang="zh-CN" altLang="en-US" b="1" dirty="0"/>
              <a:t>种库函数</a:t>
            </a:r>
          </a:p>
        </p:txBody>
      </p:sp>
    </p:spTree>
    <p:extLst>
      <p:ext uri="{BB962C8B-B14F-4D97-AF65-F5344CB8AC3E}">
        <p14:creationId xmlns:p14="http://schemas.microsoft.com/office/powerpoint/2010/main" val="3506652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4442394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6" name="矩形 5"/>
          <p:cNvSpPr/>
          <p:nvPr/>
        </p:nvSpPr>
        <p:spPr>
          <a:xfrm>
            <a:off x="96836" y="360767"/>
            <a:ext cx="43172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8.3.1 DMA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标准外设库接口函数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700779" y="915566"/>
            <a:ext cx="5483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在</a:t>
            </a:r>
            <a:r>
              <a:rPr lang="en-US" altLang="zh-CN" b="1" dirty="0"/>
              <a:t>stm32f10x_adc.h</a:t>
            </a:r>
            <a:r>
              <a:rPr lang="zh-CN" altLang="en-US" b="1" dirty="0"/>
              <a:t>头文件中声明了</a:t>
            </a:r>
            <a:r>
              <a:rPr lang="en-US" altLang="zh-CN" b="1" dirty="0"/>
              <a:t>ADC</a:t>
            </a:r>
            <a:r>
              <a:rPr lang="zh-CN" altLang="en-US" b="1" dirty="0"/>
              <a:t>所有的库函数</a:t>
            </a:r>
          </a:p>
        </p:txBody>
      </p:sp>
      <p:pic>
        <p:nvPicPr>
          <p:cNvPr id="7" name="图片 6" descr="C:\Users\DELL\Desktop\Snipaste_2019-01-27_14-26-14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419622"/>
            <a:ext cx="7381116" cy="33843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6942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4442394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6" name="矩形 5"/>
          <p:cNvSpPr/>
          <p:nvPr/>
        </p:nvSpPr>
        <p:spPr>
          <a:xfrm>
            <a:off x="96836" y="360767"/>
            <a:ext cx="43172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8.3.1 DMA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标准外设库接口函数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467544" y="987574"/>
            <a:ext cx="8136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/>
              <a:t>      如果</a:t>
            </a:r>
            <a:r>
              <a:rPr lang="zh-CN" altLang="en-US" b="1" dirty="0"/>
              <a:t>想要查看具体的函数定义，可在</a:t>
            </a:r>
            <a:r>
              <a:rPr lang="en-GB" altLang="zh-CN" b="1" dirty="0" err="1"/>
              <a:t>keil</a:t>
            </a:r>
            <a:r>
              <a:rPr lang="en-GB" altLang="zh-CN" b="1" dirty="0"/>
              <a:t> </a:t>
            </a:r>
            <a:r>
              <a:rPr lang="zh-CN" altLang="en-US" b="1" dirty="0" smtClean="0"/>
              <a:t>工程</a:t>
            </a:r>
            <a:r>
              <a:rPr lang="zh-CN" altLang="en-US" b="1" dirty="0"/>
              <a:t>中将光标放在想要查看的函数上，然后单击右键选择“</a:t>
            </a:r>
            <a:r>
              <a:rPr lang="en-GB" altLang="zh-CN" b="1" dirty="0"/>
              <a:t>Go To Definition of… ”</a:t>
            </a:r>
            <a:r>
              <a:rPr lang="zh-CN" altLang="en-GB" b="1" dirty="0"/>
              <a:t>，</a:t>
            </a:r>
            <a:r>
              <a:rPr lang="zh-CN" altLang="en-US" b="1" dirty="0"/>
              <a:t>即可跳转到相应函数的函数</a:t>
            </a:r>
            <a:r>
              <a:rPr lang="zh-CN" altLang="en-US" b="1" dirty="0" smtClean="0"/>
              <a:t>体</a:t>
            </a:r>
            <a:endParaRPr lang="zh-CN" altLang="en-US" b="1" dirty="0"/>
          </a:p>
        </p:txBody>
      </p:sp>
      <p:pic>
        <p:nvPicPr>
          <p:cNvPr id="8" name="图片 7" descr="C:\Users\DELL\Desktop\Snipaste_2019-01-27_14-27-08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420" y="1779662"/>
            <a:ext cx="7271949" cy="28792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44297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4442394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6" name="矩形 5"/>
          <p:cNvSpPr/>
          <p:nvPr/>
        </p:nvSpPr>
        <p:spPr>
          <a:xfrm>
            <a:off x="96836" y="360767"/>
            <a:ext cx="43172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8.3.1 DMA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标准外设库接口函数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49839" y="1563638"/>
            <a:ext cx="837452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/>
              <a:t>      </a:t>
            </a:r>
            <a:r>
              <a:rPr lang="en-GB" altLang="zh-CN" b="1" dirty="0" smtClean="0"/>
              <a:t>void </a:t>
            </a:r>
            <a:r>
              <a:rPr lang="en-GB" altLang="zh-CN" b="1" dirty="0" err="1"/>
              <a:t>DMA_Init</a:t>
            </a:r>
            <a:r>
              <a:rPr lang="en-GB" altLang="zh-CN" b="1" dirty="0"/>
              <a:t>(</a:t>
            </a:r>
            <a:r>
              <a:rPr lang="en-GB" altLang="zh-CN" b="1" dirty="0" err="1"/>
              <a:t>DMA_Channel_TypeDef</a:t>
            </a:r>
            <a:r>
              <a:rPr lang="en-GB" altLang="zh-CN" b="1" dirty="0"/>
              <a:t>* </a:t>
            </a:r>
            <a:r>
              <a:rPr lang="en-GB" altLang="zh-CN" b="1" dirty="0" err="1"/>
              <a:t>DMAy_Channelx</a:t>
            </a:r>
            <a:r>
              <a:rPr lang="en-GB" altLang="zh-CN" b="1" dirty="0" smtClean="0"/>
              <a:t>,</a:t>
            </a:r>
          </a:p>
          <a:p>
            <a:r>
              <a:rPr lang="en-GB" altLang="zh-CN" b="1" dirty="0"/>
              <a:t> </a:t>
            </a:r>
            <a:r>
              <a:rPr lang="en-GB" altLang="zh-CN" b="1" dirty="0" smtClean="0"/>
              <a:t>                                                                                        </a:t>
            </a:r>
            <a:r>
              <a:rPr lang="en-GB" altLang="zh-CN" b="1" dirty="0" err="1"/>
              <a:t>DMA_InitTypeDef</a:t>
            </a:r>
            <a:r>
              <a:rPr lang="en-GB" altLang="zh-CN" b="1" dirty="0"/>
              <a:t>* </a:t>
            </a:r>
            <a:r>
              <a:rPr lang="en-GB" altLang="zh-CN" b="1" dirty="0" err="1"/>
              <a:t>DMA_InitStruct</a:t>
            </a:r>
            <a:r>
              <a:rPr lang="en-GB" altLang="zh-CN" b="1" dirty="0"/>
              <a:t>)</a:t>
            </a:r>
          </a:p>
          <a:p>
            <a:r>
              <a:rPr lang="en-US" altLang="zh-CN" b="1" dirty="0" smtClean="0"/>
              <a:t>   </a:t>
            </a:r>
            <a:endParaRPr lang="zh-CN" altLang="en-US" b="1" dirty="0"/>
          </a:p>
        </p:txBody>
      </p:sp>
      <p:sp>
        <p:nvSpPr>
          <p:cNvPr id="2" name="矩形 1"/>
          <p:cNvSpPr/>
          <p:nvPr/>
        </p:nvSpPr>
        <p:spPr>
          <a:xfrm>
            <a:off x="683568" y="987574"/>
            <a:ext cx="27911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GB" altLang="zh-CN" sz="2000" b="1" dirty="0">
                <a:solidFill>
                  <a:schemeClr val="accent5">
                    <a:lumMod val="75000"/>
                  </a:schemeClr>
                </a:solidFill>
              </a:rPr>
              <a:t>DMA</a:t>
            </a: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</a:rPr>
              <a:t>的初始化函数为：</a:t>
            </a:r>
          </a:p>
        </p:txBody>
      </p:sp>
      <p:sp>
        <p:nvSpPr>
          <p:cNvPr id="7" name="圆角矩形标注 6"/>
          <p:cNvSpPr/>
          <p:nvPr/>
        </p:nvSpPr>
        <p:spPr>
          <a:xfrm>
            <a:off x="1247327" y="2199295"/>
            <a:ext cx="2016224" cy="864096"/>
          </a:xfrm>
          <a:prstGeom prst="wedgeRoundRectCallout">
            <a:avLst>
              <a:gd name="adj1" fmla="val 111393"/>
              <a:gd name="adj2" fmla="val -81330"/>
              <a:gd name="adj3" fmla="val 16667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参数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  <a:r>
              <a:rPr lang="zh-CN" altLang="en-US" sz="1600" b="1" dirty="0">
                <a:solidFill>
                  <a:srgbClr val="C00000"/>
                </a:solidFill>
              </a:rPr>
              <a:t>：</a:t>
            </a:r>
            <a:r>
              <a:rPr lang="zh-CN" altLang="en-US" sz="1600" b="1" dirty="0">
                <a:solidFill>
                  <a:prstClr val="black"/>
                </a:solidFill>
              </a:rPr>
              <a:t>用于指定</a:t>
            </a:r>
            <a:r>
              <a:rPr lang="en-GB" altLang="zh-CN" sz="1600" b="1" dirty="0">
                <a:solidFill>
                  <a:prstClr val="black"/>
                </a:solidFill>
              </a:rPr>
              <a:t>DMA</a:t>
            </a:r>
            <a:r>
              <a:rPr lang="zh-CN" altLang="en-US" sz="1600" b="1" dirty="0">
                <a:solidFill>
                  <a:prstClr val="black"/>
                </a:solidFill>
              </a:rPr>
              <a:t>的具体通道</a:t>
            </a:r>
            <a:r>
              <a:rPr lang="en-GB" altLang="zh-CN" sz="1600" b="1" dirty="0">
                <a:solidFill>
                  <a:prstClr val="black"/>
                </a:solidFill>
              </a:rPr>
              <a:t>x</a:t>
            </a:r>
            <a:endParaRPr lang="zh-CN" altLang="en-US" sz="1600" b="1" dirty="0">
              <a:solidFill>
                <a:prstClr val="black"/>
              </a:solidFill>
            </a:endParaRPr>
          </a:p>
        </p:txBody>
      </p:sp>
      <p:sp>
        <p:nvSpPr>
          <p:cNvPr id="9" name="圆角矩形标注 8"/>
          <p:cNvSpPr/>
          <p:nvPr/>
        </p:nvSpPr>
        <p:spPr>
          <a:xfrm>
            <a:off x="3635896" y="3003798"/>
            <a:ext cx="4608512" cy="1540804"/>
          </a:xfrm>
          <a:prstGeom prst="wedgeRoundRectCallout">
            <a:avLst>
              <a:gd name="adj1" fmla="val 22072"/>
              <a:gd name="adj2" fmla="val -103672"/>
              <a:gd name="adj3" fmla="val 16667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lnSpc>
                <a:spcPct val="125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参数</a:t>
            </a:r>
            <a:r>
              <a:rPr lang="en-US" altLang="zh-CN" sz="1600" b="1" dirty="0">
                <a:solidFill>
                  <a:srgbClr val="C00000"/>
                </a:solidFill>
              </a:rPr>
              <a:t>2</a:t>
            </a:r>
            <a:r>
              <a:rPr lang="zh-CN" altLang="en-US" sz="1600" b="1" dirty="0">
                <a:solidFill>
                  <a:srgbClr val="C00000"/>
                </a:solidFill>
              </a:rPr>
              <a:t>：</a:t>
            </a:r>
            <a:r>
              <a:rPr lang="zh-CN" altLang="en-US" sz="1600" b="1" dirty="0">
                <a:solidFill>
                  <a:prstClr val="black"/>
                </a:solidFill>
              </a:rPr>
              <a:t>根据</a:t>
            </a:r>
            <a:r>
              <a:rPr lang="en-GB" altLang="zh-CN" sz="1600" b="1" dirty="0" err="1">
                <a:solidFill>
                  <a:prstClr val="black"/>
                </a:solidFill>
              </a:rPr>
              <a:t>DMA_InitStruct</a:t>
            </a:r>
            <a:r>
              <a:rPr lang="zh-CN" altLang="en-US" sz="1600" b="1" dirty="0">
                <a:solidFill>
                  <a:prstClr val="black"/>
                </a:solidFill>
              </a:rPr>
              <a:t>结构体变量中指定的参数初始化</a:t>
            </a:r>
            <a:r>
              <a:rPr lang="en-GB" altLang="zh-CN" sz="1600" b="1" dirty="0">
                <a:solidFill>
                  <a:prstClr val="black"/>
                </a:solidFill>
              </a:rPr>
              <a:t>DMA</a:t>
            </a:r>
            <a:r>
              <a:rPr lang="zh-CN" altLang="en-US" sz="1600" b="1" dirty="0">
                <a:solidFill>
                  <a:prstClr val="black"/>
                </a:solidFill>
              </a:rPr>
              <a:t>的通道</a:t>
            </a:r>
            <a:r>
              <a:rPr lang="en-GB" altLang="zh-CN" sz="1600" b="1" dirty="0">
                <a:solidFill>
                  <a:prstClr val="black"/>
                </a:solidFill>
              </a:rPr>
              <a:t>x</a:t>
            </a:r>
            <a:r>
              <a:rPr lang="zh-CN" altLang="en-GB" sz="1600" b="1" dirty="0">
                <a:solidFill>
                  <a:prstClr val="black"/>
                </a:solidFill>
              </a:rPr>
              <a:t>，</a:t>
            </a:r>
            <a:r>
              <a:rPr lang="en-GB" altLang="zh-CN" sz="1600" b="1" dirty="0" err="1">
                <a:solidFill>
                  <a:prstClr val="black"/>
                </a:solidFill>
              </a:rPr>
              <a:t>DMA_InitStruct</a:t>
            </a:r>
            <a:r>
              <a:rPr lang="zh-CN" altLang="en-US" sz="1600" b="1" dirty="0">
                <a:solidFill>
                  <a:prstClr val="black"/>
                </a:solidFill>
              </a:rPr>
              <a:t>是指向</a:t>
            </a:r>
            <a:r>
              <a:rPr lang="en-GB" altLang="zh-CN" sz="1600" b="1" dirty="0" err="1">
                <a:solidFill>
                  <a:prstClr val="black"/>
                </a:solidFill>
              </a:rPr>
              <a:t>DMA_InitTypeDef</a:t>
            </a:r>
            <a:r>
              <a:rPr lang="zh-CN" altLang="en-US" sz="1600" b="1" dirty="0">
                <a:solidFill>
                  <a:prstClr val="black"/>
                </a:solidFill>
              </a:rPr>
              <a:t>结构体的指针，包含</a:t>
            </a:r>
            <a:r>
              <a:rPr lang="en-GB" altLang="zh-CN" sz="1600" b="1" dirty="0">
                <a:solidFill>
                  <a:prstClr val="black"/>
                </a:solidFill>
              </a:rPr>
              <a:t>DMA</a:t>
            </a:r>
            <a:r>
              <a:rPr lang="zh-CN" altLang="en-US" sz="1600" b="1" dirty="0">
                <a:solidFill>
                  <a:prstClr val="black"/>
                </a:solidFill>
              </a:rPr>
              <a:t>通道的配置参数</a:t>
            </a:r>
          </a:p>
        </p:txBody>
      </p:sp>
    </p:spTree>
    <p:extLst>
      <p:ext uri="{BB962C8B-B14F-4D97-AF65-F5344CB8AC3E}">
        <p14:creationId xmlns:p14="http://schemas.microsoft.com/office/powerpoint/2010/main" val="3191301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4442394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6" name="矩形 5"/>
          <p:cNvSpPr/>
          <p:nvPr/>
        </p:nvSpPr>
        <p:spPr>
          <a:xfrm>
            <a:off x="96836" y="360767"/>
            <a:ext cx="43172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8.3.1 DMA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标准外设库接口函数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203848" y="915566"/>
            <a:ext cx="559031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zh-CN" b="1" dirty="0" err="1"/>
              <a:t>typedef</a:t>
            </a:r>
            <a:r>
              <a:rPr lang="en-GB" altLang="zh-CN" b="1" dirty="0"/>
              <a:t> </a:t>
            </a:r>
            <a:r>
              <a:rPr lang="en-GB" altLang="zh-CN" b="1" dirty="0" err="1"/>
              <a:t>struct</a:t>
            </a:r>
            <a:endParaRPr lang="en-GB" altLang="zh-CN" b="1" dirty="0"/>
          </a:p>
          <a:p>
            <a:r>
              <a:rPr lang="en-GB" altLang="zh-CN" b="1" dirty="0"/>
              <a:t>{</a:t>
            </a:r>
          </a:p>
          <a:p>
            <a:r>
              <a:rPr lang="en-GB" altLang="zh-CN" b="1" dirty="0"/>
              <a:t>  uint32_t </a:t>
            </a:r>
            <a:r>
              <a:rPr lang="en-GB" altLang="zh-CN" b="1" dirty="0" err="1"/>
              <a:t>DMA_PeripheralBaseAddr</a:t>
            </a:r>
            <a:r>
              <a:rPr lang="en-GB" altLang="zh-CN" b="1" dirty="0"/>
              <a:t>;  //</a:t>
            </a:r>
            <a:r>
              <a:rPr lang="zh-CN" altLang="en-US" b="1" dirty="0"/>
              <a:t>外设基地址</a:t>
            </a:r>
          </a:p>
          <a:p>
            <a:r>
              <a:rPr lang="zh-CN" altLang="en-US" b="1" dirty="0"/>
              <a:t>  </a:t>
            </a:r>
            <a:r>
              <a:rPr lang="en-GB" altLang="zh-CN" b="1" dirty="0"/>
              <a:t>uint32_t </a:t>
            </a:r>
            <a:r>
              <a:rPr lang="en-GB" altLang="zh-CN" b="1" dirty="0" err="1"/>
              <a:t>DMA_MemoryBaseAddr</a:t>
            </a:r>
            <a:r>
              <a:rPr lang="en-GB" altLang="zh-CN" b="1" dirty="0"/>
              <a:t>;  //</a:t>
            </a:r>
            <a:r>
              <a:rPr lang="zh-CN" altLang="en-US" b="1" dirty="0"/>
              <a:t>存储器基地址</a:t>
            </a:r>
          </a:p>
          <a:p>
            <a:r>
              <a:rPr lang="zh-CN" altLang="en-US" b="1" dirty="0"/>
              <a:t>  </a:t>
            </a:r>
            <a:r>
              <a:rPr lang="en-GB" altLang="zh-CN" b="1" dirty="0"/>
              <a:t>uint32_t DMA_DIR;  //</a:t>
            </a:r>
            <a:r>
              <a:rPr lang="zh-CN" altLang="en-US" b="1" dirty="0"/>
              <a:t>传输方向：外设是源还是目的</a:t>
            </a:r>
          </a:p>
          <a:p>
            <a:r>
              <a:rPr lang="zh-CN" altLang="en-US" b="1" dirty="0"/>
              <a:t>  </a:t>
            </a:r>
            <a:r>
              <a:rPr lang="en-GB" altLang="zh-CN" b="1" dirty="0"/>
              <a:t>uint32_t </a:t>
            </a:r>
            <a:r>
              <a:rPr lang="en-GB" altLang="zh-CN" b="1" dirty="0" err="1"/>
              <a:t>DMA_BufferSize</a:t>
            </a:r>
            <a:r>
              <a:rPr lang="en-GB" altLang="zh-CN" b="1" dirty="0"/>
              <a:t>;  // </a:t>
            </a:r>
            <a:r>
              <a:rPr lang="zh-CN" altLang="en-US" b="1" dirty="0"/>
              <a:t>缓冲区大小</a:t>
            </a:r>
          </a:p>
          <a:p>
            <a:r>
              <a:rPr lang="en-GB" altLang="zh-CN" b="1" dirty="0" smtClean="0"/>
              <a:t>  uint32_t </a:t>
            </a:r>
            <a:r>
              <a:rPr lang="en-GB" altLang="zh-CN" b="1" dirty="0" err="1"/>
              <a:t>DMA_PeripheralInc</a:t>
            </a:r>
            <a:r>
              <a:rPr lang="en-GB" altLang="zh-CN" b="1" dirty="0"/>
              <a:t>;  //</a:t>
            </a:r>
            <a:r>
              <a:rPr lang="zh-CN" altLang="en-US" b="1" dirty="0"/>
              <a:t>外设地址是否递增</a:t>
            </a:r>
          </a:p>
          <a:p>
            <a:r>
              <a:rPr lang="zh-CN" altLang="en-US" b="1" dirty="0"/>
              <a:t>  </a:t>
            </a:r>
            <a:r>
              <a:rPr lang="en-GB" altLang="zh-CN" b="1" dirty="0"/>
              <a:t>uint32_t </a:t>
            </a:r>
            <a:r>
              <a:rPr lang="en-GB" altLang="zh-CN" b="1" dirty="0" err="1"/>
              <a:t>DMA_MemoryInc</a:t>
            </a:r>
            <a:r>
              <a:rPr lang="en-GB" altLang="zh-CN" b="1" dirty="0"/>
              <a:t>;  // </a:t>
            </a:r>
            <a:r>
              <a:rPr lang="zh-CN" altLang="en-US" b="1" dirty="0"/>
              <a:t>存储器地址是否递增</a:t>
            </a:r>
          </a:p>
          <a:p>
            <a:r>
              <a:rPr lang="zh-CN" altLang="en-US" b="1" dirty="0"/>
              <a:t>  </a:t>
            </a:r>
            <a:r>
              <a:rPr lang="en-GB" altLang="zh-CN" b="1" dirty="0"/>
              <a:t>uint32_t </a:t>
            </a:r>
            <a:r>
              <a:rPr lang="en-GB" altLang="zh-CN" b="1" dirty="0" err="1"/>
              <a:t>DMA_PeripheralDataSize</a:t>
            </a:r>
            <a:r>
              <a:rPr lang="en-GB" altLang="zh-CN" b="1" dirty="0"/>
              <a:t>;  // </a:t>
            </a:r>
            <a:r>
              <a:rPr lang="zh-CN" altLang="en-US" b="1" dirty="0"/>
              <a:t>外设数据宽度</a:t>
            </a:r>
          </a:p>
          <a:p>
            <a:r>
              <a:rPr lang="zh-CN" altLang="en-US" b="1" dirty="0"/>
              <a:t>  </a:t>
            </a:r>
            <a:r>
              <a:rPr lang="en-GB" altLang="zh-CN" b="1" dirty="0"/>
              <a:t>uint32_t </a:t>
            </a:r>
            <a:r>
              <a:rPr lang="en-GB" altLang="zh-CN" b="1" dirty="0" err="1"/>
              <a:t>DMA_MemoryDataSize</a:t>
            </a:r>
            <a:r>
              <a:rPr lang="en-GB" altLang="zh-CN" b="1" dirty="0"/>
              <a:t>;  //  </a:t>
            </a:r>
            <a:r>
              <a:rPr lang="zh-CN" altLang="en-US" b="1" dirty="0"/>
              <a:t>存储器数据宽度</a:t>
            </a:r>
          </a:p>
          <a:p>
            <a:r>
              <a:rPr lang="zh-CN" altLang="en-US" b="1" dirty="0"/>
              <a:t>  </a:t>
            </a:r>
            <a:r>
              <a:rPr lang="en-GB" altLang="zh-CN" b="1" dirty="0"/>
              <a:t>uint32_t </a:t>
            </a:r>
            <a:r>
              <a:rPr lang="en-GB" altLang="zh-CN" b="1" dirty="0" err="1"/>
              <a:t>DMA_Mode</a:t>
            </a:r>
            <a:r>
              <a:rPr lang="en-GB" altLang="zh-CN" b="1" dirty="0"/>
              <a:t>;  // DMA</a:t>
            </a:r>
            <a:r>
              <a:rPr lang="zh-CN" altLang="en-US" b="1" dirty="0"/>
              <a:t>工作模式            </a:t>
            </a:r>
          </a:p>
          <a:p>
            <a:r>
              <a:rPr lang="zh-CN" altLang="en-US" b="1" dirty="0"/>
              <a:t>  </a:t>
            </a:r>
            <a:r>
              <a:rPr lang="en-GB" altLang="zh-CN" b="1" dirty="0"/>
              <a:t>uint32_t </a:t>
            </a:r>
            <a:r>
              <a:rPr lang="en-GB" altLang="zh-CN" b="1" dirty="0" err="1"/>
              <a:t>DMA_Priority</a:t>
            </a:r>
            <a:r>
              <a:rPr lang="en-GB" altLang="zh-CN" b="1" dirty="0"/>
              <a:t>; // DMA</a:t>
            </a:r>
            <a:r>
              <a:rPr lang="zh-CN" altLang="en-US" b="1" dirty="0"/>
              <a:t>优先权        </a:t>
            </a:r>
          </a:p>
          <a:p>
            <a:r>
              <a:rPr lang="zh-CN" altLang="en-US" b="1" dirty="0"/>
              <a:t>  </a:t>
            </a:r>
            <a:r>
              <a:rPr lang="en-GB" altLang="zh-CN" b="1" dirty="0"/>
              <a:t>uint32_t DMA_M2M; // </a:t>
            </a:r>
            <a:r>
              <a:rPr lang="zh-CN" altLang="en-US" b="1" dirty="0"/>
              <a:t>是否存储器到存储器传输      </a:t>
            </a:r>
          </a:p>
          <a:p>
            <a:r>
              <a:rPr lang="en-US" altLang="zh-CN" b="1" dirty="0"/>
              <a:t>}</a:t>
            </a:r>
            <a:r>
              <a:rPr lang="en-GB" altLang="zh-CN" b="1" dirty="0" err="1"/>
              <a:t>DMA_InitTypeDef</a:t>
            </a:r>
            <a:r>
              <a:rPr lang="en-GB" altLang="zh-CN" b="1" dirty="0" smtClean="0"/>
              <a:t>;</a:t>
            </a:r>
            <a:endParaRPr lang="zh-CN" altLang="en-US" b="1" dirty="0"/>
          </a:p>
        </p:txBody>
      </p:sp>
      <p:sp>
        <p:nvSpPr>
          <p:cNvPr id="4" name="矩形 3"/>
          <p:cNvSpPr/>
          <p:nvPr/>
        </p:nvSpPr>
        <p:spPr>
          <a:xfrm>
            <a:off x="611560" y="1626788"/>
            <a:ext cx="1872208" cy="224676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GB" altLang="zh-CN" sz="1600" b="1" dirty="0">
                <a:solidFill>
                  <a:prstClr val="black"/>
                </a:solidFill>
              </a:rPr>
              <a:t>    DMA</a:t>
            </a:r>
            <a:r>
              <a:rPr lang="zh-CN" altLang="en-US" sz="1600" b="1" dirty="0">
                <a:solidFill>
                  <a:prstClr val="black"/>
                </a:solidFill>
              </a:rPr>
              <a:t>初始化结构体成员就是配置</a:t>
            </a:r>
            <a:r>
              <a:rPr lang="en-GB" altLang="zh-CN" sz="1600" b="1" dirty="0">
                <a:solidFill>
                  <a:prstClr val="black"/>
                </a:solidFill>
              </a:rPr>
              <a:t>DMA</a:t>
            </a:r>
            <a:r>
              <a:rPr lang="zh-CN" altLang="en-US" sz="1600" b="1" dirty="0">
                <a:solidFill>
                  <a:prstClr val="black"/>
                </a:solidFill>
              </a:rPr>
              <a:t>的相关参数，</a:t>
            </a:r>
            <a:r>
              <a:rPr lang="en-GB" altLang="zh-CN" sz="1600" b="1" dirty="0" err="1">
                <a:solidFill>
                  <a:prstClr val="black"/>
                </a:solidFill>
              </a:rPr>
              <a:t>DMA_InitTypeDef</a:t>
            </a:r>
            <a:r>
              <a:rPr lang="zh-CN" altLang="en-US" sz="1600" b="1" dirty="0">
                <a:solidFill>
                  <a:prstClr val="black"/>
                </a:solidFill>
              </a:rPr>
              <a:t>定义在</a:t>
            </a:r>
            <a:r>
              <a:rPr lang="en-GB" altLang="zh-CN" sz="1600" b="1" dirty="0">
                <a:solidFill>
                  <a:prstClr val="black"/>
                </a:solidFill>
              </a:rPr>
              <a:t>stm32f10x_dma.h</a:t>
            </a:r>
            <a:r>
              <a:rPr lang="zh-CN" altLang="en-US" sz="1600" b="1" dirty="0">
                <a:solidFill>
                  <a:prstClr val="black"/>
                </a:solidFill>
              </a:rPr>
              <a:t>文件中</a:t>
            </a:r>
          </a:p>
        </p:txBody>
      </p:sp>
    </p:spTree>
    <p:extLst>
      <p:ext uri="{BB962C8B-B14F-4D97-AF65-F5344CB8AC3E}">
        <p14:creationId xmlns:p14="http://schemas.microsoft.com/office/powerpoint/2010/main" val="2130482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4442394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6" name="矩形 5"/>
          <p:cNvSpPr/>
          <p:nvPr/>
        </p:nvSpPr>
        <p:spPr>
          <a:xfrm>
            <a:off x="96836" y="360767"/>
            <a:ext cx="43172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8.3.1 DMA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标准外设库接口函数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61618"/>
              </p:ext>
            </p:extLst>
          </p:nvPr>
        </p:nvGraphicFramePr>
        <p:xfrm>
          <a:off x="525164" y="915566"/>
          <a:ext cx="7834461" cy="4023360"/>
        </p:xfrm>
        <a:graphic>
          <a:graphicData uri="http://schemas.openxmlformats.org/drawingml/2006/table">
            <a:tbl>
              <a:tblPr firstRow="1" firstCol="1" bandRow="1">
                <a:tableStyleId>{5A111915-BE36-4E01-A7E5-04B1672EAD32}</a:tableStyleId>
              </a:tblPr>
              <a:tblGrid>
                <a:gridCol w="2937917"/>
                <a:gridCol w="4896544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DMA_InitTypeDef</a:t>
                      </a:r>
                      <a:r>
                        <a:rPr lang="zh-CN" sz="1200" kern="100">
                          <a:effectLst/>
                        </a:rPr>
                        <a:t>结构体成员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取值范围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DMA_PeripheralBaseAddr</a:t>
                      </a:r>
                      <a:r>
                        <a:rPr lang="zh-CN" sz="1200" kern="100">
                          <a:effectLst/>
                        </a:rPr>
                        <a:t>（外设基地址）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直接给出外设的地址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DMA_MemoryBaseAddr</a:t>
                      </a:r>
                      <a:r>
                        <a:rPr lang="zh-CN" sz="1200" kern="100">
                          <a:effectLst/>
                        </a:rPr>
                        <a:t>（存储器基地址）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通常为用户程序定义的主存缓冲区首地址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DMA_DIR</a:t>
                      </a:r>
                      <a:r>
                        <a:rPr lang="zh-CN" sz="1200" kern="100">
                          <a:effectLst/>
                        </a:rPr>
                        <a:t>（传输方向）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DMA_DIR_PeripheralSRC</a:t>
                      </a:r>
                      <a:r>
                        <a:rPr lang="zh-CN" sz="1200" kern="100">
                          <a:effectLst/>
                        </a:rPr>
                        <a:t>，外设作为数据传输的来源</a:t>
                      </a:r>
                      <a:endParaRPr lang="zh-CN" sz="1600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DMA_DIR_PeripheralDST</a:t>
                      </a:r>
                      <a:r>
                        <a:rPr lang="zh-CN" sz="1200" kern="100">
                          <a:effectLst/>
                        </a:rPr>
                        <a:t>，外设作为数据传输的目的地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DMA_BufferSize</a:t>
                      </a:r>
                      <a:r>
                        <a:rPr lang="zh-CN" sz="1200" kern="100">
                          <a:effectLst/>
                        </a:rPr>
                        <a:t>（缓冲区大小）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设置一次传输数据量的大小，可设为</a:t>
                      </a:r>
                      <a:r>
                        <a:rPr lang="en-US" sz="1200" kern="100">
                          <a:effectLst/>
                        </a:rPr>
                        <a:t>0~65536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DMA_PeripheralInc</a:t>
                      </a:r>
                      <a:r>
                        <a:rPr lang="zh-CN" sz="1200" kern="100">
                          <a:effectLst/>
                        </a:rPr>
                        <a:t>（外设地址增量）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DMA_PeripheralInc_Enable</a:t>
                      </a:r>
                      <a:r>
                        <a:rPr lang="zh-CN" sz="1200" kern="100">
                          <a:effectLst/>
                        </a:rPr>
                        <a:t>，外设地址递增允许</a:t>
                      </a:r>
                      <a:endParaRPr lang="zh-CN" sz="1600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DMA_PeripheralInc_Disable</a:t>
                      </a:r>
                      <a:r>
                        <a:rPr lang="zh-CN" sz="1200" kern="100">
                          <a:effectLst/>
                        </a:rPr>
                        <a:t>，外设地址不变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DMA_MemoryInc</a:t>
                      </a:r>
                      <a:r>
                        <a:rPr lang="zh-CN" sz="1200" kern="100">
                          <a:effectLst/>
                        </a:rPr>
                        <a:t>（存储器地址增量）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</a:rPr>
                        <a:t>DMA_MemoryInc_Enable</a:t>
                      </a:r>
                      <a:r>
                        <a:rPr lang="zh-CN" sz="1200" kern="100" dirty="0">
                          <a:effectLst/>
                        </a:rPr>
                        <a:t>，内存地址递增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</a:rPr>
                        <a:t>DMA_MemoryInc_Disable</a:t>
                      </a:r>
                      <a:r>
                        <a:rPr lang="zh-CN" sz="1200" kern="100" dirty="0">
                          <a:effectLst/>
                        </a:rPr>
                        <a:t>，内存地址不变</a:t>
                      </a:r>
                      <a:endParaRPr lang="zh-CN" sz="16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DMA_PeripheralDataSize</a:t>
                      </a:r>
                      <a:endParaRPr lang="zh-CN" sz="1600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（外设数据宽度）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DMA_PeripheralDataSize_Byte</a:t>
                      </a:r>
                      <a:r>
                        <a:rPr lang="zh-CN" sz="1200" kern="100">
                          <a:effectLst/>
                        </a:rPr>
                        <a:t>，外设数据宽度为</a:t>
                      </a:r>
                      <a:r>
                        <a:rPr lang="en-US" sz="1200" kern="100">
                          <a:effectLst/>
                        </a:rPr>
                        <a:t>8</a:t>
                      </a:r>
                      <a:r>
                        <a:rPr lang="zh-CN" sz="1200" kern="100">
                          <a:effectLst/>
                        </a:rPr>
                        <a:t>位</a:t>
                      </a:r>
                      <a:endParaRPr lang="zh-CN" sz="1600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DMA_PeripheralDataSize_HalfWord</a:t>
                      </a:r>
                      <a:r>
                        <a:rPr lang="zh-CN" sz="1200" kern="100">
                          <a:effectLst/>
                        </a:rPr>
                        <a:t>，外设数据宽度为</a:t>
                      </a:r>
                      <a:r>
                        <a:rPr lang="en-US" sz="1200" kern="100">
                          <a:effectLst/>
                        </a:rPr>
                        <a:t>16</a:t>
                      </a:r>
                      <a:r>
                        <a:rPr lang="zh-CN" sz="1200" kern="100">
                          <a:effectLst/>
                        </a:rPr>
                        <a:t>位</a:t>
                      </a:r>
                      <a:endParaRPr lang="zh-CN" sz="1600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DMA_PeripheralDataSize_Word</a:t>
                      </a:r>
                      <a:r>
                        <a:rPr lang="zh-CN" sz="1200" kern="100">
                          <a:effectLst/>
                        </a:rPr>
                        <a:t>，外设数据宽度为</a:t>
                      </a:r>
                      <a:r>
                        <a:rPr lang="en-US" sz="1200" kern="100">
                          <a:effectLst/>
                        </a:rPr>
                        <a:t>32</a:t>
                      </a:r>
                      <a:r>
                        <a:rPr lang="zh-CN" sz="1200" kern="100">
                          <a:effectLst/>
                        </a:rPr>
                        <a:t>位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DMA_MemoryDataSize</a:t>
                      </a:r>
                      <a:endParaRPr lang="zh-CN" sz="1600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（存储器数据宽度）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DMA_MemoryDataSize_Byte</a:t>
                      </a:r>
                      <a:r>
                        <a:rPr lang="zh-CN" sz="1200" kern="100">
                          <a:effectLst/>
                        </a:rPr>
                        <a:t>，存储器数据宽度为</a:t>
                      </a:r>
                      <a:r>
                        <a:rPr lang="en-US" sz="1200" kern="100">
                          <a:effectLst/>
                        </a:rPr>
                        <a:t>8</a:t>
                      </a:r>
                      <a:r>
                        <a:rPr lang="zh-CN" sz="1200" kern="100">
                          <a:effectLst/>
                        </a:rPr>
                        <a:t>位</a:t>
                      </a:r>
                      <a:endParaRPr lang="zh-CN" sz="1600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DMA_MemoryDataSize_HalfWord</a:t>
                      </a:r>
                      <a:r>
                        <a:rPr lang="zh-CN" sz="1200" kern="100">
                          <a:effectLst/>
                        </a:rPr>
                        <a:t>，存储器数据宽度为</a:t>
                      </a:r>
                      <a:r>
                        <a:rPr lang="en-US" sz="1200" kern="100">
                          <a:effectLst/>
                        </a:rPr>
                        <a:t>16</a:t>
                      </a:r>
                      <a:r>
                        <a:rPr lang="zh-CN" sz="1200" kern="100">
                          <a:effectLst/>
                        </a:rPr>
                        <a:t>位</a:t>
                      </a:r>
                      <a:endParaRPr lang="zh-CN" sz="1600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DMA_MemoryDataSize_Word</a:t>
                      </a:r>
                      <a:r>
                        <a:rPr lang="zh-CN" sz="1200" kern="100">
                          <a:effectLst/>
                        </a:rPr>
                        <a:t>，存储器数据宽度为</a:t>
                      </a:r>
                      <a:r>
                        <a:rPr lang="en-US" sz="1200" kern="100">
                          <a:effectLst/>
                        </a:rPr>
                        <a:t>32</a:t>
                      </a:r>
                      <a:r>
                        <a:rPr lang="zh-CN" sz="1200" kern="100">
                          <a:effectLst/>
                        </a:rPr>
                        <a:t>位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DMA_Mode</a:t>
                      </a:r>
                      <a:r>
                        <a:rPr lang="zh-CN" sz="1200" kern="100">
                          <a:effectLst/>
                        </a:rPr>
                        <a:t>（</a:t>
                      </a:r>
                      <a:r>
                        <a:rPr lang="en-US" sz="1200" kern="100">
                          <a:effectLst/>
                        </a:rPr>
                        <a:t>DMA</a:t>
                      </a:r>
                      <a:r>
                        <a:rPr lang="zh-CN" sz="1200" kern="100">
                          <a:effectLst/>
                        </a:rPr>
                        <a:t>工作模式）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DMA_Mode_Circular</a:t>
                      </a:r>
                      <a:r>
                        <a:rPr lang="zh-CN" sz="1200" kern="100">
                          <a:effectLst/>
                        </a:rPr>
                        <a:t>，工作在循环缓冲模式</a:t>
                      </a:r>
                      <a:endParaRPr lang="zh-CN" sz="1600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DMA_Mode_Normal</a:t>
                      </a:r>
                      <a:r>
                        <a:rPr lang="zh-CN" sz="1200" kern="100">
                          <a:effectLst/>
                        </a:rPr>
                        <a:t>，工作在正常缓冲模式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DMA_Priority</a:t>
                      </a:r>
                      <a:r>
                        <a:rPr lang="zh-CN" sz="1200" kern="100">
                          <a:effectLst/>
                        </a:rPr>
                        <a:t>（</a:t>
                      </a:r>
                      <a:r>
                        <a:rPr lang="en-US" sz="1200" kern="100">
                          <a:effectLst/>
                        </a:rPr>
                        <a:t>DMA</a:t>
                      </a:r>
                      <a:r>
                        <a:rPr lang="zh-CN" sz="1200" kern="100">
                          <a:effectLst/>
                        </a:rPr>
                        <a:t>优先权） 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</a:rPr>
                        <a:t>DMA_Priority_VeryHigh</a:t>
                      </a:r>
                      <a:r>
                        <a:rPr lang="zh-CN" sz="1200" kern="100" dirty="0">
                          <a:effectLst/>
                        </a:rPr>
                        <a:t>，最高</a:t>
                      </a:r>
                      <a:r>
                        <a:rPr lang="zh-CN" sz="1200" kern="100" dirty="0" smtClean="0">
                          <a:effectLst/>
                        </a:rPr>
                        <a:t>优先级</a:t>
                      </a:r>
                      <a:r>
                        <a:rPr lang="zh-CN" altLang="en-US" sz="1200" kern="100" dirty="0" smtClean="0">
                          <a:effectLst/>
                        </a:rPr>
                        <a:t>；</a:t>
                      </a:r>
                      <a:r>
                        <a:rPr lang="en-US" sz="1200" kern="100" dirty="0" err="1" smtClean="0">
                          <a:effectLst/>
                        </a:rPr>
                        <a:t>DMA_Priority_High</a:t>
                      </a:r>
                      <a:r>
                        <a:rPr lang="zh-CN" sz="1200" kern="100" dirty="0">
                          <a:effectLst/>
                        </a:rPr>
                        <a:t>，高</a:t>
                      </a:r>
                      <a:r>
                        <a:rPr lang="zh-CN" sz="1200" kern="100" dirty="0" smtClean="0">
                          <a:effectLst/>
                        </a:rPr>
                        <a:t>优先级</a:t>
                      </a:r>
                      <a:r>
                        <a:rPr lang="zh-CN" altLang="en-US" sz="1200" kern="100" dirty="0" smtClean="0">
                          <a:effectLst/>
                        </a:rPr>
                        <a:t>；</a:t>
                      </a:r>
                      <a:r>
                        <a:rPr lang="en-US" sz="1200" kern="100" dirty="0" err="1" smtClean="0">
                          <a:effectLst/>
                        </a:rPr>
                        <a:t>DMA_Priority_Medium</a:t>
                      </a:r>
                      <a:r>
                        <a:rPr lang="zh-CN" sz="1200" kern="100" dirty="0">
                          <a:effectLst/>
                        </a:rPr>
                        <a:t>，中等</a:t>
                      </a:r>
                      <a:r>
                        <a:rPr lang="zh-CN" sz="1200" kern="100" dirty="0" smtClean="0">
                          <a:effectLst/>
                        </a:rPr>
                        <a:t>优先级</a:t>
                      </a:r>
                      <a:r>
                        <a:rPr lang="zh-CN" altLang="en-US" sz="1200" kern="100" dirty="0" smtClean="0">
                          <a:effectLst/>
                        </a:rPr>
                        <a:t>；</a:t>
                      </a:r>
                      <a:r>
                        <a:rPr lang="en-US" sz="1200" kern="100" dirty="0" err="1" smtClean="0">
                          <a:effectLst/>
                        </a:rPr>
                        <a:t>DMA_Priority_Low</a:t>
                      </a:r>
                      <a:r>
                        <a:rPr lang="zh-CN" sz="1200" kern="100" dirty="0">
                          <a:effectLst/>
                        </a:rPr>
                        <a:t>，低优先级</a:t>
                      </a:r>
                      <a:endParaRPr lang="zh-CN" sz="16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DMA_M2M</a:t>
                      </a:r>
                      <a:r>
                        <a:rPr lang="zh-CN" sz="1200" kern="100">
                          <a:effectLst/>
                        </a:rPr>
                        <a:t>（存储器到存储器传输）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DMA_M2M_Enable</a:t>
                      </a:r>
                      <a:r>
                        <a:rPr lang="zh-CN" sz="1200" kern="100" dirty="0">
                          <a:effectLst/>
                        </a:rPr>
                        <a:t>，允许内存到内存的</a:t>
                      </a:r>
                      <a:r>
                        <a:rPr lang="zh-CN" sz="1200" kern="100" dirty="0" smtClean="0">
                          <a:effectLst/>
                        </a:rPr>
                        <a:t>传输</a:t>
                      </a:r>
                      <a:r>
                        <a:rPr lang="zh-CN" altLang="en-US" sz="1200" kern="100" dirty="0" smtClean="0">
                          <a:effectLst/>
                        </a:rPr>
                        <a:t>；</a:t>
                      </a:r>
                      <a:endParaRPr lang="en-US" altLang="zh-CN" sz="1200" kern="100" dirty="0" smtClean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 smtClean="0">
                          <a:effectLst/>
                        </a:rPr>
                        <a:t>DMA_M2M_Disable</a:t>
                      </a:r>
                      <a:r>
                        <a:rPr lang="zh-CN" sz="1200" kern="100" dirty="0">
                          <a:effectLst/>
                        </a:rPr>
                        <a:t>，禁止内存到内存的传输</a:t>
                      </a:r>
                      <a:endParaRPr lang="zh-CN" sz="16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4644008" y="406933"/>
            <a:ext cx="39876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b="1" dirty="0" err="1">
                <a:solidFill>
                  <a:srgbClr val="C00000"/>
                </a:solidFill>
              </a:rPr>
              <a:t>DMA_InitTypeDef</a:t>
            </a:r>
            <a:r>
              <a:rPr lang="zh-CN" altLang="en-US" b="1" dirty="0">
                <a:solidFill>
                  <a:srgbClr val="C00000"/>
                </a:solidFill>
              </a:rPr>
              <a:t>结构体成员及其取值</a:t>
            </a:r>
          </a:p>
        </p:txBody>
      </p:sp>
    </p:spTree>
    <p:extLst>
      <p:ext uri="{BB962C8B-B14F-4D97-AF65-F5344CB8AC3E}">
        <p14:creationId xmlns:p14="http://schemas.microsoft.com/office/powerpoint/2010/main" val="1499527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4860032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6" name="矩形 5"/>
          <p:cNvSpPr/>
          <p:nvPr/>
        </p:nvSpPr>
        <p:spPr>
          <a:xfrm>
            <a:off x="96836" y="360767"/>
            <a:ext cx="46265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8.3.2 DMA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标准外设库的配置过程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8" name="Isosceles Triangle 1"/>
          <p:cNvSpPr/>
          <p:nvPr/>
        </p:nvSpPr>
        <p:spPr>
          <a:xfrm rot="10800000">
            <a:off x="5436096" y="3316968"/>
            <a:ext cx="185158" cy="15961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10" name="Isosceles Triangle 3"/>
          <p:cNvSpPr/>
          <p:nvPr/>
        </p:nvSpPr>
        <p:spPr>
          <a:xfrm>
            <a:off x="3622973" y="2371869"/>
            <a:ext cx="185158" cy="159619"/>
          </a:xfrm>
          <a:prstGeom prst="triangle">
            <a:avLst/>
          </a:prstGeom>
          <a:solidFill>
            <a:schemeClr val="accent3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11" name="Isosceles Triangle 4"/>
          <p:cNvSpPr/>
          <p:nvPr/>
        </p:nvSpPr>
        <p:spPr>
          <a:xfrm rot="10800000">
            <a:off x="1753588" y="3316967"/>
            <a:ext cx="185158" cy="15961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12" name="Round Same Side Corner Rectangle 6"/>
          <p:cNvSpPr/>
          <p:nvPr/>
        </p:nvSpPr>
        <p:spPr>
          <a:xfrm rot="5400000">
            <a:off x="7058065" y="2008518"/>
            <a:ext cx="579350" cy="1831435"/>
          </a:xfrm>
          <a:prstGeom prst="round2SameRect">
            <a:avLst/>
          </a:prstGeom>
          <a:solidFill>
            <a:schemeClr val="accent3">
              <a:lumMod val="75000"/>
            </a:schemeClr>
          </a:solidFill>
          <a:ln w="25400">
            <a:solidFill>
              <a:schemeClr val="bg1"/>
            </a:solidFill>
          </a:ln>
          <a:effectLst>
            <a:outerShdw blurRad="254000" dist="1143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>
              <a:solidFill>
                <a:srgbClr val="FEFABC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13" name="TextBox 7"/>
          <p:cNvSpPr txBox="1"/>
          <p:nvPr/>
        </p:nvSpPr>
        <p:spPr>
          <a:xfrm>
            <a:off x="6875838" y="2681415"/>
            <a:ext cx="887520" cy="2778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Step Four</a:t>
            </a:r>
          </a:p>
        </p:txBody>
      </p:sp>
      <p:sp>
        <p:nvSpPr>
          <p:cNvPr id="22" name="TextBox 16"/>
          <p:cNvSpPr txBox="1"/>
          <p:nvPr/>
        </p:nvSpPr>
        <p:spPr>
          <a:xfrm>
            <a:off x="167995" y="3568918"/>
            <a:ext cx="531181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>
                <a:solidFill>
                  <a:schemeClr val="accent5">
                    <a:lumMod val="75000"/>
                  </a:schemeClr>
                </a:solidFill>
                <a:ea typeface="黑体" pitchFamily="49" charset="-122"/>
              </a:rPr>
              <a:t>使能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ea typeface="黑体" pitchFamily="49" charset="-122"/>
              </a:rPr>
              <a:t>DMA</a:t>
            </a:r>
            <a:r>
              <a:rPr lang="zh-CN" altLang="zh-CN" b="1" dirty="0">
                <a:solidFill>
                  <a:schemeClr val="accent5">
                    <a:lumMod val="75000"/>
                  </a:schemeClr>
                </a:solidFill>
                <a:ea typeface="黑体" pitchFamily="49" charset="-122"/>
              </a:rPr>
              <a:t>时钟</a:t>
            </a:r>
            <a:endParaRPr lang="en-US" altLang="zh-CN" b="1" dirty="0">
              <a:solidFill>
                <a:schemeClr val="accent5">
                  <a:lumMod val="75000"/>
                </a:schemeClr>
              </a:solidFill>
              <a:ea typeface="黑体" pitchFamily="49" charset="-122"/>
            </a:endParaRPr>
          </a:p>
          <a:p>
            <a:r>
              <a:rPr lang="en-GB" altLang="zh-CN" sz="1600" b="1" dirty="0" smtClean="0"/>
              <a:t>DMA</a:t>
            </a:r>
            <a:r>
              <a:rPr lang="zh-CN" altLang="en-US" sz="1600" b="1" dirty="0"/>
              <a:t>挂接在</a:t>
            </a:r>
            <a:r>
              <a:rPr lang="en-GB" altLang="zh-CN" sz="1600" b="1" dirty="0"/>
              <a:t>AHB</a:t>
            </a:r>
            <a:r>
              <a:rPr lang="zh-CN" altLang="en-GB" sz="1600" b="1" dirty="0"/>
              <a:t>，</a:t>
            </a:r>
            <a:r>
              <a:rPr lang="zh-CN" altLang="en-US" sz="1600" b="1" dirty="0"/>
              <a:t>所以使用</a:t>
            </a:r>
            <a:r>
              <a:rPr lang="en-GB" altLang="zh-CN" sz="1600" b="1" dirty="0" err="1"/>
              <a:t>RCC_AHBPeriphClockCmd</a:t>
            </a:r>
            <a:r>
              <a:rPr lang="en-GB" altLang="zh-CN" sz="1600" b="1" dirty="0"/>
              <a:t>()</a:t>
            </a:r>
            <a:r>
              <a:rPr lang="zh-CN" altLang="en-US" sz="1600" b="1" dirty="0"/>
              <a:t>函数使能</a:t>
            </a:r>
            <a:r>
              <a:rPr lang="en-GB" altLang="zh-CN" sz="1600" b="1" dirty="0"/>
              <a:t>DMA</a:t>
            </a:r>
            <a:r>
              <a:rPr lang="zh-CN" altLang="en-US" sz="1600" b="1" dirty="0"/>
              <a:t>时钟：</a:t>
            </a:r>
          </a:p>
          <a:p>
            <a:r>
              <a:rPr lang="en-GB" altLang="zh-CN" sz="1600" b="1" dirty="0" err="1">
                <a:solidFill>
                  <a:schemeClr val="accent3">
                    <a:lumMod val="75000"/>
                  </a:schemeClr>
                </a:solidFill>
              </a:rPr>
              <a:t>RCC_AHBPeriphClockCmd</a:t>
            </a:r>
            <a:r>
              <a:rPr lang="en-GB" altLang="zh-CN" sz="1600" b="1" dirty="0">
                <a:solidFill>
                  <a:schemeClr val="accent3">
                    <a:lumMod val="75000"/>
                  </a:schemeClr>
                </a:solidFill>
              </a:rPr>
              <a:t>(RCC_AHBPeriph_DMA1,ENABLE</a:t>
            </a:r>
            <a:r>
              <a:rPr lang="en-GB" altLang="zh-CN" sz="1600" b="1" dirty="0" smtClean="0">
                <a:solidFill>
                  <a:schemeClr val="accent3">
                    <a:lumMod val="75000"/>
                  </a:schemeClr>
                </a:solidFill>
              </a:rPr>
              <a:t>);</a:t>
            </a:r>
            <a:endParaRPr lang="en-GB" altLang="zh-CN" sz="16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3" name="TextBox 17"/>
          <p:cNvSpPr txBox="1"/>
          <p:nvPr/>
        </p:nvSpPr>
        <p:spPr>
          <a:xfrm>
            <a:off x="5436096" y="3645862"/>
            <a:ext cx="3538148" cy="61555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lvl="0"/>
            <a:r>
              <a:rPr lang="zh-CN" altLang="zh-CN" b="1" dirty="0">
                <a:solidFill>
                  <a:schemeClr val="accent5">
                    <a:lumMod val="75000"/>
                  </a:schemeClr>
                </a:solidFill>
                <a:ea typeface="黑体" pitchFamily="49" charset="-122"/>
              </a:rPr>
              <a:t>使能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ea typeface="黑体" pitchFamily="49" charset="-122"/>
              </a:rPr>
              <a:t>DMA1</a:t>
            </a:r>
            <a:r>
              <a:rPr lang="zh-CN" altLang="zh-CN" b="1" dirty="0">
                <a:solidFill>
                  <a:schemeClr val="accent5">
                    <a:lumMod val="75000"/>
                  </a:schemeClr>
                </a:solidFill>
                <a:ea typeface="黑体" pitchFamily="49" charset="-122"/>
              </a:rPr>
              <a:t>通道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ea typeface="黑体" pitchFamily="49" charset="-122"/>
              </a:rPr>
              <a:t>4</a:t>
            </a:r>
            <a:r>
              <a:rPr lang="zh-CN" altLang="zh-CN" b="1" dirty="0">
                <a:solidFill>
                  <a:schemeClr val="accent5">
                    <a:lumMod val="75000"/>
                  </a:schemeClr>
                </a:solidFill>
                <a:ea typeface="黑体" pitchFamily="49" charset="-122"/>
              </a:rPr>
              <a:t>，启动传输</a:t>
            </a:r>
            <a:endParaRPr lang="en-US" altLang="zh-CN" b="1" dirty="0">
              <a:solidFill>
                <a:schemeClr val="accent5">
                  <a:lumMod val="75000"/>
                </a:schemeClr>
              </a:solidFill>
              <a:ea typeface="黑体" pitchFamily="49" charset="-122"/>
            </a:endParaRPr>
          </a:p>
          <a:p>
            <a:r>
              <a:rPr lang="en-US" altLang="zh-CN" sz="1600" b="1" dirty="0" err="1">
                <a:solidFill>
                  <a:schemeClr val="accent3">
                    <a:lumMod val="75000"/>
                  </a:schemeClr>
                </a:solidFill>
              </a:rPr>
              <a:t>DMA_Cmd</a:t>
            </a:r>
            <a:r>
              <a:rPr lang="en-US" altLang="zh-CN" sz="1600" b="1" dirty="0">
                <a:solidFill>
                  <a:schemeClr val="accent3">
                    <a:lumMod val="75000"/>
                  </a:schemeClr>
                </a:solidFill>
              </a:rPr>
              <a:t> (DMA1_Channel4, ENABLE</a:t>
            </a:r>
            <a:r>
              <a:rPr lang="en-US" altLang="zh-CN" sz="1600" b="1" dirty="0" smtClean="0">
                <a:solidFill>
                  <a:schemeClr val="accent3">
                    <a:lumMod val="75000"/>
                  </a:schemeClr>
                </a:solidFill>
              </a:rPr>
              <a:t>);</a:t>
            </a:r>
            <a:endParaRPr lang="zh-CN" altLang="en-US" sz="1600" b="1" dirty="0">
              <a:solidFill>
                <a:schemeClr val="accent3">
                  <a:lumMod val="75000"/>
                </a:schemeClr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24" name="TextBox 18"/>
          <p:cNvSpPr txBox="1"/>
          <p:nvPr/>
        </p:nvSpPr>
        <p:spPr>
          <a:xfrm>
            <a:off x="2676600" y="1878407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ea typeface="黑体" pitchFamily="49" charset="-122"/>
                <a:sym typeface="思源黑体旧字形 ExtraLight" panose="020B0200000000000000" pitchFamily="34" charset="-128"/>
              </a:rPr>
              <a:t>初始化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ea typeface="黑体" pitchFamily="49" charset="-122"/>
                <a:sym typeface="思源黑体旧字形 ExtraLight" panose="020B0200000000000000" pitchFamily="34" charset="-128"/>
              </a:rPr>
              <a:t>DMA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ea typeface="黑体" pitchFamily="49" charset="-122"/>
                <a:sym typeface="思源黑体旧字形 ExtraLight" panose="020B0200000000000000" pitchFamily="34" charset="-128"/>
              </a:rPr>
              <a:t>通道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ea typeface="黑体" pitchFamily="49" charset="-122"/>
                <a:sym typeface="思源黑体旧字形 ExtraLight" panose="020B0200000000000000" pitchFamily="34" charset="-128"/>
              </a:rPr>
              <a:t>4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ea typeface="黑体" pitchFamily="49" charset="-122"/>
                <a:sym typeface="思源黑体旧字形 ExtraLight" panose="020B0200000000000000" pitchFamily="34" charset="-128"/>
              </a:rPr>
              <a:t>参数</a:t>
            </a:r>
          </a:p>
        </p:txBody>
      </p:sp>
      <p:sp>
        <p:nvSpPr>
          <p:cNvPr id="25" name="TextBox 19"/>
          <p:cNvSpPr txBox="1"/>
          <p:nvPr/>
        </p:nvSpPr>
        <p:spPr>
          <a:xfrm>
            <a:off x="5839037" y="1208048"/>
            <a:ext cx="304338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>
                <a:solidFill>
                  <a:schemeClr val="accent5">
                    <a:lumMod val="75000"/>
                  </a:schemeClr>
                </a:solidFill>
                <a:ea typeface="黑体" pitchFamily="49" charset="-122"/>
              </a:rPr>
              <a:t>允许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ea typeface="黑体" pitchFamily="49" charset="-122"/>
              </a:rPr>
              <a:t>DMA</a:t>
            </a:r>
            <a:r>
              <a:rPr lang="zh-CN" altLang="zh-CN" b="1" dirty="0">
                <a:solidFill>
                  <a:schemeClr val="accent5">
                    <a:lumMod val="75000"/>
                  </a:schemeClr>
                </a:solidFill>
                <a:ea typeface="黑体" pitchFamily="49" charset="-122"/>
              </a:rPr>
              <a:t>中断，如果使用中断，则要进行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ea typeface="黑体" pitchFamily="49" charset="-122"/>
              </a:rPr>
              <a:t>DMA</a:t>
            </a:r>
            <a:r>
              <a:rPr lang="zh-CN" altLang="zh-CN" b="1" dirty="0">
                <a:solidFill>
                  <a:schemeClr val="accent5">
                    <a:lumMod val="75000"/>
                  </a:schemeClr>
                </a:solidFill>
                <a:ea typeface="黑体" pitchFamily="49" charset="-122"/>
              </a:rPr>
              <a:t>中断配置</a:t>
            </a:r>
            <a:endParaRPr lang="en-US" altLang="zh-CN" b="1" dirty="0">
              <a:solidFill>
                <a:schemeClr val="accent5">
                  <a:lumMod val="75000"/>
                </a:schemeClr>
              </a:solidFill>
              <a:ea typeface="黑体" pitchFamily="49" charset="-122"/>
            </a:endParaRPr>
          </a:p>
          <a:p>
            <a:r>
              <a:rPr lang="en-US" altLang="zh-CN" sz="1600" b="1" dirty="0" err="1">
                <a:solidFill>
                  <a:schemeClr val="accent3">
                    <a:lumMod val="75000"/>
                  </a:schemeClr>
                </a:solidFill>
              </a:rPr>
              <a:t>DMA_ITConfig</a:t>
            </a:r>
            <a:r>
              <a:rPr lang="en-US" altLang="zh-CN" sz="1600" b="1" dirty="0">
                <a:solidFill>
                  <a:schemeClr val="accent3">
                    <a:lumMod val="75000"/>
                  </a:schemeClr>
                </a:solidFill>
              </a:rPr>
              <a:t>(DMA1_Channel4,DMA_IT_TC,ENABLE</a:t>
            </a:r>
            <a:r>
              <a:rPr lang="en-US" altLang="zh-CN" sz="1600" b="1" dirty="0" smtClean="0">
                <a:solidFill>
                  <a:schemeClr val="accent3">
                    <a:lumMod val="75000"/>
                  </a:schemeClr>
                </a:solidFill>
              </a:rPr>
              <a:t>);</a:t>
            </a:r>
            <a:endParaRPr lang="zh-CN" altLang="zh-CN" sz="1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2" name="任意多边形 41"/>
          <p:cNvSpPr/>
          <p:nvPr/>
        </p:nvSpPr>
        <p:spPr>
          <a:xfrm>
            <a:off x="4600586" y="2634560"/>
            <a:ext cx="1971277" cy="579351"/>
          </a:xfrm>
          <a:custGeom>
            <a:avLst/>
            <a:gdLst>
              <a:gd name="connsiteX0" fmla="*/ 0 w 2838386"/>
              <a:gd name="connsiteY0" fmla="*/ 0 h 834191"/>
              <a:gd name="connsiteX1" fmla="*/ 2637031 w 2838386"/>
              <a:gd name="connsiteY1" fmla="*/ 0 h 834191"/>
              <a:gd name="connsiteX2" fmla="*/ 2637031 w 2838386"/>
              <a:gd name="connsiteY2" fmla="*/ 300312 h 834191"/>
              <a:gd name="connsiteX3" fmla="*/ 2838386 w 2838386"/>
              <a:gd name="connsiteY3" fmla="*/ 417099 h 834191"/>
              <a:gd name="connsiteX4" fmla="*/ 2637031 w 2838386"/>
              <a:gd name="connsiteY4" fmla="*/ 533884 h 834191"/>
              <a:gd name="connsiteX5" fmla="*/ 2637031 w 2838386"/>
              <a:gd name="connsiteY5" fmla="*/ 834191 h 834191"/>
              <a:gd name="connsiteX6" fmla="*/ 0 w 2838386"/>
              <a:gd name="connsiteY6" fmla="*/ 834191 h 83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38386" h="834191">
                <a:moveTo>
                  <a:pt x="0" y="0"/>
                </a:moveTo>
                <a:lnTo>
                  <a:pt x="2637031" y="0"/>
                </a:lnTo>
                <a:lnTo>
                  <a:pt x="2637031" y="300312"/>
                </a:lnTo>
                <a:lnTo>
                  <a:pt x="2838386" y="417099"/>
                </a:lnTo>
                <a:lnTo>
                  <a:pt x="2637031" y="533884"/>
                </a:lnTo>
                <a:lnTo>
                  <a:pt x="2637031" y="834191"/>
                </a:lnTo>
                <a:lnTo>
                  <a:pt x="0" y="834191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25400">
            <a:solidFill>
              <a:schemeClr val="bg1"/>
            </a:solidFill>
          </a:ln>
          <a:effectLst>
            <a:outerShdw blurRad="254000" dist="1143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>
              <a:solidFill>
                <a:srgbClr val="FEFABC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43" name="TextBox 39"/>
          <p:cNvSpPr txBox="1"/>
          <p:nvPr/>
        </p:nvSpPr>
        <p:spPr>
          <a:xfrm>
            <a:off x="5039423" y="2681415"/>
            <a:ext cx="979924" cy="2778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Step Three</a:t>
            </a:r>
          </a:p>
        </p:txBody>
      </p:sp>
      <p:sp>
        <p:nvSpPr>
          <p:cNvPr id="44" name="任意多边形 43"/>
          <p:cNvSpPr/>
          <p:nvPr/>
        </p:nvSpPr>
        <p:spPr>
          <a:xfrm>
            <a:off x="2791740" y="2634560"/>
            <a:ext cx="1948689" cy="579351"/>
          </a:xfrm>
          <a:custGeom>
            <a:avLst/>
            <a:gdLst>
              <a:gd name="connsiteX0" fmla="*/ 0 w 2805862"/>
              <a:gd name="connsiteY0" fmla="*/ 0 h 834191"/>
              <a:gd name="connsiteX1" fmla="*/ 2637031 w 2805862"/>
              <a:gd name="connsiteY1" fmla="*/ 0 h 834191"/>
              <a:gd name="connsiteX2" fmla="*/ 2637031 w 2805862"/>
              <a:gd name="connsiteY2" fmla="*/ 319176 h 834191"/>
              <a:gd name="connsiteX3" fmla="*/ 2805862 w 2805862"/>
              <a:gd name="connsiteY3" fmla="*/ 417098 h 834191"/>
              <a:gd name="connsiteX4" fmla="*/ 2637031 w 2805862"/>
              <a:gd name="connsiteY4" fmla="*/ 515019 h 834191"/>
              <a:gd name="connsiteX5" fmla="*/ 2637031 w 2805862"/>
              <a:gd name="connsiteY5" fmla="*/ 834191 h 834191"/>
              <a:gd name="connsiteX6" fmla="*/ 0 w 2805862"/>
              <a:gd name="connsiteY6" fmla="*/ 834191 h 83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05862" h="834191">
                <a:moveTo>
                  <a:pt x="0" y="0"/>
                </a:moveTo>
                <a:lnTo>
                  <a:pt x="2637031" y="0"/>
                </a:lnTo>
                <a:lnTo>
                  <a:pt x="2637031" y="319176"/>
                </a:lnTo>
                <a:lnTo>
                  <a:pt x="2805862" y="417098"/>
                </a:lnTo>
                <a:lnTo>
                  <a:pt x="2637031" y="515019"/>
                </a:lnTo>
                <a:lnTo>
                  <a:pt x="2637031" y="834191"/>
                </a:lnTo>
                <a:lnTo>
                  <a:pt x="0" y="83419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25400">
            <a:solidFill>
              <a:schemeClr val="bg1"/>
            </a:solidFill>
          </a:ln>
          <a:effectLst>
            <a:outerShdw blurRad="254000" dist="1143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>
              <a:solidFill>
                <a:srgbClr val="FEFABC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45" name="TextBox 43"/>
          <p:cNvSpPr txBox="1"/>
          <p:nvPr/>
        </p:nvSpPr>
        <p:spPr>
          <a:xfrm>
            <a:off x="3243790" y="2681415"/>
            <a:ext cx="867481" cy="2778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Step Two</a:t>
            </a:r>
          </a:p>
        </p:txBody>
      </p:sp>
      <p:sp>
        <p:nvSpPr>
          <p:cNvPr id="46" name="任意多边形 45"/>
          <p:cNvSpPr/>
          <p:nvPr/>
        </p:nvSpPr>
        <p:spPr>
          <a:xfrm rot="5400000">
            <a:off x="1656269" y="1938596"/>
            <a:ext cx="579350" cy="1971278"/>
          </a:xfrm>
          <a:custGeom>
            <a:avLst/>
            <a:gdLst>
              <a:gd name="connsiteX0" fmla="*/ 0 w 834190"/>
              <a:gd name="connsiteY0" fmla="*/ 2699353 h 2838387"/>
              <a:gd name="connsiteX1" fmla="*/ 0 w 834190"/>
              <a:gd name="connsiteY1" fmla="*/ 201356 h 2838387"/>
              <a:gd name="connsiteX2" fmla="*/ 300309 w 834190"/>
              <a:gd name="connsiteY2" fmla="*/ 201356 h 2838387"/>
              <a:gd name="connsiteX3" fmla="*/ 417096 w 834190"/>
              <a:gd name="connsiteY3" fmla="*/ 0 h 2838387"/>
              <a:gd name="connsiteX4" fmla="*/ 533882 w 834190"/>
              <a:gd name="connsiteY4" fmla="*/ 201356 h 2838387"/>
              <a:gd name="connsiteX5" fmla="*/ 834190 w 834190"/>
              <a:gd name="connsiteY5" fmla="*/ 201356 h 2838387"/>
              <a:gd name="connsiteX6" fmla="*/ 834190 w 834190"/>
              <a:gd name="connsiteY6" fmla="*/ 2699353 h 2838387"/>
              <a:gd name="connsiteX7" fmla="*/ 695156 w 834190"/>
              <a:gd name="connsiteY7" fmla="*/ 2838387 h 2838387"/>
              <a:gd name="connsiteX8" fmla="*/ 139034 w 834190"/>
              <a:gd name="connsiteY8" fmla="*/ 2838387 h 2838387"/>
              <a:gd name="connsiteX9" fmla="*/ 0 w 834190"/>
              <a:gd name="connsiteY9" fmla="*/ 2699353 h 2838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34190" h="2838387">
                <a:moveTo>
                  <a:pt x="0" y="2699353"/>
                </a:moveTo>
                <a:lnTo>
                  <a:pt x="0" y="201356"/>
                </a:lnTo>
                <a:lnTo>
                  <a:pt x="300309" y="201356"/>
                </a:lnTo>
                <a:lnTo>
                  <a:pt x="417096" y="0"/>
                </a:lnTo>
                <a:lnTo>
                  <a:pt x="533882" y="201356"/>
                </a:lnTo>
                <a:lnTo>
                  <a:pt x="834190" y="201356"/>
                </a:lnTo>
                <a:lnTo>
                  <a:pt x="834190" y="2699353"/>
                </a:lnTo>
                <a:cubicBezTo>
                  <a:pt x="834190" y="2776139"/>
                  <a:pt x="771942" y="2838387"/>
                  <a:pt x="695156" y="2838387"/>
                </a:cubicBezTo>
                <a:lnTo>
                  <a:pt x="139034" y="2838387"/>
                </a:lnTo>
                <a:cubicBezTo>
                  <a:pt x="62248" y="2838387"/>
                  <a:pt x="0" y="2776139"/>
                  <a:pt x="0" y="2699353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 w="25400">
            <a:solidFill>
              <a:schemeClr val="bg1"/>
            </a:solidFill>
          </a:ln>
          <a:effectLst>
            <a:outerShdw blurRad="254000" dist="1143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>
              <a:solidFill>
                <a:srgbClr val="FEFABC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1461371" y="2681415"/>
            <a:ext cx="851895" cy="2778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Step One</a:t>
            </a:r>
          </a:p>
        </p:txBody>
      </p:sp>
      <p:sp>
        <p:nvSpPr>
          <p:cNvPr id="4" name="矩形 3"/>
          <p:cNvSpPr/>
          <p:nvPr/>
        </p:nvSpPr>
        <p:spPr>
          <a:xfrm>
            <a:off x="475252" y="1059582"/>
            <a:ext cx="41644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/>
              <a:t>库函数的</a:t>
            </a:r>
            <a:r>
              <a:rPr lang="zh-CN" altLang="en-US" b="1" dirty="0"/>
              <a:t>配置</a:t>
            </a:r>
            <a:r>
              <a:rPr lang="zh-CN" altLang="en-US" b="1" dirty="0" smtClean="0"/>
              <a:t>过程（以</a:t>
            </a:r>
            <a:r>
              <a:rPr lang="en-US" altLang="zh-CN" b="1" dirty="0"/>
              <a:t>DMA1</a:t>
            </a:r>
            <a:r>
              <a:rPr lang="zh-CN" altLang="en-US" b="1" dirty="0"/>
              <a:t>通道</a:t>
            </a:r>
            <a:r>
              <a:rPr lang="en-US" altLang="zh-CN" b="1" dirty="0" smtClean="0"/>
              <a:t>4</a:t>
            </a:r>
            <a:r>
              <a:rPr lang="zh-CN" altLang="en-US" b="1" dirty="0" smtClean="0"/>
              <a:t>为例）</a:t>
            </a:r>
            <a:endParaRPr lang="zh-CN" altLang="en-US" b="1" dirty="0"/>
          </a:p>
        </p:txBody>
      </p:sp>
      <p:sp>
        <p:nvSpPr>
          <p:cNvPr id="49" name="Isosceles Triangle 3"/>
          <p:cNvSpPr/>
          <p:nvPr/>
        </p:nvSpPr>
        <p:spPr>
          <a:xfrm>
            <a:off x="7227019" y="2363414"/>
            <a:ext cx="185158" cy="159619"/>
          </a:xfrm>
          <a:prstGeom prst="triangle">
            <a:avLst/>
          </a:prstGeom>
          <a:solidFill>
            <a:schemeClr val="accent3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30783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4860032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6" name="矩形 5"/>
          <p:cNvSpPr/>
          <p:nvPr/>
        </p:nvSpPr>
        <p:spPr>
          <a:xfrm>
            <a:off x="96836" y="360767"/>
            <a:ext cx="46265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8.3.2 DMA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标准外设库的配置过程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2" name="TextBox 16"/>
          <p:cNvSpPr txBox="1"/>
          <p:nvPr/>
        </p:nvSpPr>
        <p:spPr>
          <a:xfrm>
            <a:off x="275718" y="858545"/>
            <a:ext cx="451230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1400" b="1" dirty="0" err="1" smtClean="0">
                <a:ea typeface="黑体" pitchFamily="49" charset="-122"/>
              </a:rPr>
              <a:t>DMA_InitTypeDef</a:t>
            </a:r>
            <a:r>
              <a:rPr lang="en-GB" altLang="zh-CN" sz="1400" b="1" dirty="0" smtClean="0">
                <a:ea typeface="黑体" pitchFamily="49" charset="-122"/>
              </a:rPr>
              <a:t> </a:t>
            </a:r>
            <a:r>
              <a:rPr lang="en-GB" altLang="zh-CN" sz="1400" b="1" dirty="0" err="1">
                <a:ea typeface="黑体" pitchFamily="49" charset="-122"/>
              </a:rPr>
              <a:t>DMA_InitStructure</a:t>
            </a:r>
            <a:r>
              <a:rPr lang="en-GB" altLang="zh-CN" sz="1400" b="1" dirty="0">
                <a:ea typeface="黑体" pitchFamily="49" charset="-122"/>
              </a:rPr>
              <a:t>;</a:t>
            </a:r>
          </a:p>
          <a:p>
            <a:r>
              <a:rPr lang="en-GB" altLang="zh-CN" sz="1400" b="1" dirty="0" smtClean="0">
                <a:ea typeface="黑体" pitchFamily="49" charset="-122"/>
              </a:rPr>
              <a:t>    /*</a:t>
            </a:r>
            <a:r>
              <a:rPr lang="zh-CN" altLang="en-US" sz="1400" b="1" dirty="0">
                <a:ea typeface="黑体" pitchFamily="49" charset="-122"/>
              </a:rPr>
              <a:t>设置</a:t>
            </a:r>
            <a:r>
              <a:rPr lang="en-GB" altLang="zh-CN" sz="1400" b="1" dirty="0">
                <a:ea typeface="黑体" pitchFamily="49" charset="-122"/>
              </a:rPr>
              <a:t>DMA</a:t>
            </a:r>
            <a:r>
              <a:rPr lang="zh-CN" altLang="en-US" sz="1400" b="1" dirty="0">
                <a:ea typeface="黑体" pitchFamily="49" charset="-122"/>
              </a:rPr>
              <a:t>源：串口数据寄存器地址*</a:t>
            </a:r>
            <a:r>
              <a:rPr lang="en-US" altLang="zh-CN" sz="1400" b="1" dirty="0">
                <a:ea typeface="黑体" pitchFamily="49" charset="-122"/>
              </a:rPr>
              <a:t>/</a:t>
            </a:r>
          </a:p>
          <a:p>
            <a:r>
              <a:rPr lang="en-GB" altLang="zh-CN" sz="1400" b="1" dirty="0" err="1">
                <a:ea typeface="黑体" pitchFamily="49" charset="-122"/>
              </a:rPr>
              <a:t>DMA_InitStructure.DMA_PeripheralBaseAddr</a:t>
            </a:r>
            <a:r>
              <a:rPr lang="en-GB" altLang="zh-CN" sz="1400" b="1" dirty="0">
                <a:ea typeface="黑体" pitchFamily="49" charset="-122"/>
              </a:rPr>
              <a:t> =(uint32_t)(&amp;(USART1-&gt;DR));	</a:t>
            </a:r>
          </a:p>
          <a:p>
            <a:r>
              <a:rPr lang="en-GB" altLang="zh-CN" sz="1400" b="1" dirty="0" smtClean="0">
                <a:ea typeface="黑体" pitchFamily="49" charset="-122"/>
              </a:rPr>
              <a:t>    /*</a:t>
            </a:r>
            <a:r>
              <a:rPr lang="zh-CN" altLang="en-US" sz="1400" b="1" dirty="0">
                <a:ea typeface="黑体" pitchFamily="49" charset="-122"/>
              </a:rPr>
              <a:t>内存地址，要传输的变量的指针*</a:t>
            </a:r>
            <a:r>
              <a:rPr lang="en-US" altLang="zh-CN" sz="1400" b="1" dirty="0">
                <a:ea typeface="黑体" pitchFamily="49" charset="-122"/>
              </a:rPr>
              <a:t>/</a:t>
            </a:r>
          </a:p>
          <a:p>
            <a:r>
              <a:rPr lang="en-GB" altLang="zh-CN" sz="1400" b="1" dirty="0" err="1">
                <a:ea typeface="黑体" pitchFamily="49" charset="-122"/>
              </a:rPr>
              <a:t>DMA_InitStructure.DMA_MemoryBaseAddr</a:t>
            </a:r>
            <a:r>
              <a:rPr lang="en-GB" altLang="zh-CN" sz="1400" b="1" dirty="0">
                <a:ea typeface="黑体" pitchFamily="49" charset="-122"/>
              </a:rPr>
              <a:t> = (uint32_t)</a:t>
            </a:r>
            <a:r>
              <a:rPr lang="en-GB" altLang="zh-CN" sz="1400" b="1" dirty="0" err="1">
                <a:ea typeface="黑体" pitchFamily="49" charset="-122"/>
              </a:rPr>
              <a:t>SendBuff</a:t>
            </a:r>
            <a:r>
              <a:rPr lang="en-GB" altLang="zh-CN" sz="1400" b="1" dirty="0">
                <a:ea typeface="黑体" pitchFamily="49" charset="-122"/>
              </a:rPr>
              <a:t>;</a:t>
            </a:r>
          </a:p>
          <a:p>
            <a:r>
              <a:rPr lang="en-GB" altLang="zh-CN" sz="1400" b="1" dirty="0" smtClean="0">
                <a:ea typeface="黑体" pitchFamily="49" charset="-122"/>
              </a:rPr>
              <a:t>    /*</a:t>
            </a:r>
            <a:r>
              <a:rPr lang="zh-CN" altLang="en-US" sz="1400" b="1" dirty="0">
                <a:ea typeface="黑体" pitchFamily="49" charset="-122"/>
              </a:rPr>
              <a:t>方向：从内存到外设*</a:t>
            </a:r>
            <a:r>
              <a:rPr lang="en-US" altLang="zh-CN" sz="1400" b="1" dirty="0">
                <a:ea typeface="黑体" pitchFamily="49" charset="-122"/>
              </a:rPr>
              <a:t>/</a:t>
            </a:r>
          </a:p>
          <a:p>
            <a:r>
              <a:rPr lang="en-GB" altLang="zh-CN" sz="1400" b="1" dirty="0" err="1">
                <a:ea typeface="黑体" pitchFamily="49" charset="-122"/>
              </a:rPr>
              <a:t>DMA_InitStructure.DMA_DIR</a:t>
            </a:r>
            <a:r>
              <a:rPr lang="en-GB" altLang="zh-CN" sz="1400" b="1" dirty="0">
                <a:ea typeface="黑体" pitchFamily="49" charset="-122"/>
              </a:rPr>
              <a:t> = </a:t>
            </a:r>
            <a:r>
              <a:rPr lang="en-GB" altLang="zh-CN" sz="1400" b="1" dirty="0" err="1">
                <a:ea typeface="黑体" pitchFamily="49" charset="-122"/>
              </a:rPr>
              <a:t>DMA_DIR_PeripheralDST</a:t>
            </a:r>
            <a:r>
              <a:rPr lang="en-GB" altLang="zh-CN" sz="1400" b="1" dirty="0">
                <a:ea typeface="黑体" pitchFamily="49" charset="-122"/>
              </a:rPr>
              <a:t>;	</a:t>
            </a:r>
          </a:p>
          <a:p>
            <a:r>
              <a:rPr lang="en-GB" altLang="zh-CN" sz="1400" b="1" dirty="0" smtClean="0">
                <a:ea typeface="黑体" pitchFamily="49" charset="-122"/>
              </a:rPr>
              <a:t>    /*</a:t>
            </a:r>
            <a:r>
              <a:rPr lang="zh-CN" altLang="en-US" sz="1400" b="1" dirty="0">
                <a:ea typeface="黑体" pitchFamily="49" charset="-122"/>
              </a:rPr>
              <a:t>传输大小</a:t>
            </a:r>
            <a:r>
              <a:rPr lang="en-GB" altLang="zh-CN" sz="1400" b="1" dirty="0" err="1">
                <a:ea typeface="黑体" pitchFamily="49" charset="-122"/>
              </a:rPr>
              <a:t>DMA_BufferSize</a:t>
            </a:r>
            <a:r>
              <a:rPr lang="en-GB" altLang="zh-CN" sz="1400" b="1" dirty="0">
                <a:ea typeface="黑体" pitchFamily="49" charset="-122"/>
              </a:rPr>
              <a:t>=SENDBUFF_SIZE*/</a:t>
            </a:r>
          </a:p>
          <a:p>
            <a:r>
              <a:rPr lang="en-GB" altLang="zh-CN" sz="1400" b="1" dirty="0" err="1">
                <a:ea typeface="黑体" pitchFamily="49" charset="-122"/>
              </a:rPr>
              <a:t>DMA_InitStructure.DMA_BufferSize</a:t>
            </a:r>
            <a:r>
              <a:rPr lang="en-GB" altLang="zh-CN" sz="1400" b="1" dirty="0">
                <a:ea typeface="黑体" pitchFamily="49" charset="-122"/>
              </a:rPr>
              <a:t> = SENDBUFF_SIZE;</a:t>
            </a:r>
          </a:p>
          <a:p>
            <a:r>
              <a:rPr lang="en-GB" altLang="zh-CN" sz="1400" b="1" dirty="0" smtClean="0">
                <a:ea typeface="黑体" pitchFamily="49" charset="-122"/>
              </a:rPr>
              <a:t>    /*</a:t>
            </a:r>
            <a:r>
              <a:rPr lang="zh-CN" altLang="en-US" sz="1400" b="1" dirty="0">
                <a:ea typeface="黑体" pitchFamily="49" charset="-122"/>
              </a:rPr>
              <a:t>外设地址设置为不增*</a:t>
            </a:r>
            <a:r>
              <a:rPr lang="en-US" altLang="zh-CN" sz="1400" b="1" dirty="0">
                <a:ea typeface="黑体" pitchFamily="49" charset="-122"/>
              </a:rPr>
              <a:t>/</a:t>
            </a:r>
          </a:p>
          <a:p>
            <a:r>
              <a:rPr lang="en-GB" altLang="zh-CN" sz="1400" b="1" dirty="0" err="1">
                <a:ea typeface="黑体" pitchFamily="49" charset="-122"/>
              </a:rPr>
              <a:t>DMA_InitStructure.DMA_PeripheralInc</a:t>
            </a:r>
            <a:r>
              <a:rPr lang="en-GB" altLang="zh-CN" sz="1400" b="1" dirty="0">
                <a:ea typeface="黑体" pitchFamily="49" charset="-122"/>
              </a:rPr>
              <a:t> = </a:t>
            </a:r>
            <a:r>
              <a:rPr lang="en-GB" altLang="zh-CN" sz="1400" b="1" dirty="0" err="1">
                <a:ea typeface="黑体" pitchFamily="49" charset="-122"/>
              </a:rPr>
              <a:t>DMA_PeripheralInc_Disable</a:t>
            </a:r>
            <a:r>
              <a:rPr lang="en-GB" altLang="zh-CN" sz="1400" b="1" dirty="0">
                <a:ea typeface="黑体" pitchFamily="49" charset="-122"/>
              </a:rPr>
              <a:t>; </a:t>
            </a:r>
          </a:p>
          <a:p>
            <a:r>
              <a:rPr lang="en-GB" altLang="zh-CN" sz="1400" b="1" dirty="0" smtClean="0">
                <a:ea typeface="黑体" pitchFamily="49" charset="-122"/>
              </a:rPr>
              <a:t>    /*</a:t>
            </a:r>
            <a:r>
              <a:rPr lang="zh-CN" altLang="en-US" sz="1400" b="1" dirty="0">
                <a:ea typeface="黑体" pitchFamily="49" charset="-122"/>
              </a:rPr>
              <a:t>内存地址设置为自增*</a:t>
            </a:r>
            <a:r>
              <a:rPr lang="en-US" altLang="zh-CN" sz="1400" b="1" dirty="0">
                <a:ea typeface="黑体" pitchFamily="49" charset="-122"/>
              </a:rPr>
              <a:t>/</a:t>
            </a:r>
          </a:p>
          <a:p>
            <a:r>
              <a:rPr lang="en-GB" altLang="zh-CN" sz="1400" b="1" dirty="0" err="1">
                <a:ea typeface="黑体" pitchFamily="49" charset="-122"/>
              </a:rPr>
              <a:t>DMA_InitStructure.DMA_MemoryInc</a:t>
            </a:r>
            <a:r>
              <a:rPr lang="en-GB" altLang="zh-CN" sz="1400" b="1" dirty="0">
                <a:ea typeface="黑体" pitchFamily="49" charset="-122"/>
              </a:rPr>
              <a:t> = </a:t>
            </a:r>
            <a:r>
              <a:rPr lang="en-GB" altLang="zh-CN" sz="1400" b="1" dirty="0" err="1">
                <a:ea typeface="黑体" pitchFamily="49" charset="-122"/>
              </a:rPr>
              <a:t>DMA_MemoryInc_Enable</a:t>
            </a:r>
            <a:r>
              <a:rPr lang="en-GB" altLang="zh-CN" sz="1400" b="1" dirty="0">
                <a:ea typeface="黑体" pitchFamily="49" charset="-122"/>
              </a:rPr>
              <a:t>;	</a:t>
            </a:r>
          </a:p>
        </p:txBody>
      </p:sp>
      <p:sp>
        <p:nvSpPr>
          <p:cNvPr id="24" name="TextBox 18"/>
          <p:cNvSpPr txBox="1"/>
          <p:nvPr/>
        </p:nvSpPr>
        <p:spPr>
          <a:xfrm>
            <a:off x="5148064" y="469429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ea typeface="黑体" pitchFamily="49" charset="-122"/>
                <a:sym typeface="思源黑体旧字形 ExtraLight" panose="020B0200000000000000" pitchFamily="34" charset="-128"/>
              </a:rPr>
              <a:t>初始化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ea typeface="黑体" pitchFamily="49" charset="-122"/>
                <a:sym typeface="思源黑体旧字形 ExtraLight" panose="020B0200000000000000" pitchFamily="34" charset="-128"/>
              </a:rPr>
              <a:t>DMA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ea typeface="黑体" pitchFamily="49" charset="-122"/>
                <a:sym typeface="思源黑体旧字形 ExtraLight" panose="020B0200000000000000" pitchFamily="34" charset="-128"/>
              </a:rPr>
              <a:t>通道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ea typeface="黑体" pitchFamily="49" charset="-122"/>
                <a:sym typeface="思源黑体旧字形 ExtraLight" panose="020B0200000000000000" pitchFamily="34" charset="-128"/>
              </a:rPr>
              <a:t>4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ea typeface="黑体" pitchFamily="49" charset="-122"/>
                <a:sym typeface="思源黑体旧字形 ExtraLight" panose="020B0200000000000000" pitchFamily="34" charset="-128"/>
              </a:rPr>
              <a:t>参数</a:t>
            </a:r>
          </a:p>
        </p:txBody>
      </p:sp>
      <p:sp>
        <p:nvSpPr>
          <p:cNvPr id="3" name="矩形 2"/>
          <p:cNvSpPr/>
          <p:nvPr/>
        </p:nvSpPr>
        <p:spPr>
          <a:xfrm>
            <a:off x="5076056" y="987574"/>
            <a:ext cx="3828183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zh-CN" sz="1400" b="1" dirty="0" smtClean="0">
                <a:ea typeface="黑体" pitchFamily="49" charset="-122"/>
              </a:rPr>
              <a:t>      /*</a:t>
            </a:r>
            <a:r>
              <a:rPr lang="zh-CN" altLang="en-US" sz="1400" b="1" dirty="0">
                <a:ea typeface="黑体" pitchFamily="49" charset="-122"/>
              </a:rPr>
              <a:t>设置外设数据单位*</a:t>
            </a:r>
            <a:r>
              <a:rPr lang="en-US" altLang="zh-CN" sz="1400" b="1" dirty="0">
                <a:ea typeface="黑体" pitchFamily="49" charset="-122"/>
              </a:rPr>
              <a:t>/	</a:t>
            </a:r>
          </a:p>
          <a:p>
            <a:r>
              <a:rPr lang="en-GB" altLang="zh-CN" sz="1400" b="1" dirty="0" err="1">
                <a:ea typeface="黑体" pitchFamily="49" charset="-122"/>
              </a:rPr>
              <a:t>DMA_InitStructure.DMA_PeripheralDataSize</a:t>
            </a:r>
            <a:r>
              <a:rPr lang="en-GB" altLang="zh-CN" sz="1400" b="1" dirty="0">
                <a:ea typeface="黑体" pitchFamily="49" charset="-122"/>
              </a:rPr>
              <a:t> = </a:t>
            </a:r>
            <a:r>
              <a:rPr lang="en-GB" altLang="zh-CN" sz="1400" b="1" dirty="0" err="1">
                <a:ea typeface="黑体" pitchFamily="49" charset="-122"/>
              </a:rPr>
              <a:t>DMA_PeripheralDataSize_Byte</a:t>
            </a:r>
            <a:r>
              <a:rPr lang="en-GB" altLang="zh-CN" sz="1400" b="1" dirty="0">
                <a:ea typeface="黑体" pitchFamily="49" charset="-122"/>
              </a:rPr>
              <a:t>;</a:t>
            </a:r>
          </a:p>
          <a:p>
            <a:r>
              <a:rPr lang="en-GB" altLang="zh-CN" sz="1400" b="1" dirty="0" smtClean="0">
                <a:ea typeface="黑体" pitchFamily="49" charset="-122"/>
              </a:rPr>
              <a:t>     /*</a:t>
            </a:r>
            <a:r>
              <a:rPr lang="zh-CN" altLang="en-US" sz="1400" b="1" dirty="0">
                <a:ea typeface="黑体" pitchFamily="49" charset="-122"/>
              </a:rPr>
              <a:t>设置内存数据单位</a:t>
            </a:r>
            <a:r>
              <a:rPr lang="en-US" altLang="zh-CN" sz="1400" b="1" dirty="0">
                <a:ea typeface="黑体" pitchFamily="49" charset="-122"/>
              </a:rPr>
              <a:t>8</a:t>
            </a:r>
            <a:r>
              <a:rPr lang="en-GB" altLang="zh-CN" sz="1400" b="1" dirty="0">
                <a:ea typeface="黑体" pitchFamily="49" charset="-122"/>
              </a:rPr>
              <a:t>bit*/</a:t>
            </a:r>
          </a:p>
          <a:p>
            <a:r>
              <a:rPr lang="en-GB" altLang="zh-CN" sz="1400" b="1" dirty="0" err="1">
                <a:ea typeface="黑体" pitchFamily="49" charset="-122"/>
              </a:rPr>
              <a:t>DMA_InitStructure.DMA_MemoryDataSize</a:t>
            </a:r>
            <a:r>
              <a:rPr lang="en-GB" altLang="zh-CN" sz="1400" b="1" dirty="0">
                <a:ea typeface="黑体" pitchFamily="49" charset="-122"/>
              </a:rPr>
              <a:t> = </a:t>
            </a:r>
            <a:r>
              <a:rPr lang="en-GB" altLang="zh-CN" sz="1400" b="1" dirty="0" err="1">
                <a:ea typeface="黑体" pitchFamily="49" charset="-122"/>
              </a:rPr>
              <a:t>DMA_MemoryDataSize_Byte</a:t>
            </a:r>
            <a:r>
              <a:rPr lang="en-GB" altLang="zh-CN" sz="1400" b="1" dirty="0">
                <a:ea typeface="黑体" pitchFamily="49" charset="-122"/>
              </a:rPr>
              <a:t>;	 </a:t>
            </a:r>
          </a:p>
          <a:p>
            <a:r>
              <a:rPr lang="en-GB" altLang="zh-CN" sz="1400" b="1" dirty="0" smtClean="0">
                <a:ea typeface="黑体" pitchFamily="49" charset="-122"/>
              </a:rPr>
              <a:t>    /*</a:t>
            </a:r>
            <a:r>
              <a:rPr lang="zh-CN" altLang="en-US" sz="1400" b="1" dirty="0">
                <a:ea typeface="黑体" pitchFamily="49" charset="-122"/>
              </a:rPr>
              <a:t>设置</a:t>
            </a:r>
            <a:r>
              <a:rPr lang="en-GB" altLang="zh-CN" sz="1400" b="1" dirty="0">
                <a:ea typeface="黑体" pitchFamily="49" charset="-122"/>
              </a:rPr>
              <a:t>DMA</a:t>
            </a:r>
            <a:r>
              <a:rPr lang="zh-CN" altLang="en-US" sz="1400" b="1" dirty="0">
                <a:ea typeface="黑体" pitchFamily="49" charset="-122"/>
              </a:rPr>
              <a:t>模式为不断循环模式*</a:t>
            </a:r>
            <a:r>
              <a:rPr lang="en-US" altLang="zh-CN" sz="1400" b="1" dirty="0">
                <a:ea typeface="黑体" pitchFamily="49" charset="-122"/>
              </a:rPr>
              <a:t>/</a:t>
            </a:r>
          </a:p>
          <a:p>
            <a:r>
              <a:rPr lang="en-GB" altLang="zh-CN" sz="1400" b="1" dirty="0" err="1">
                <a:ea typeface="黑体" pitchFamily="49" charset="-122"/>
              </a:rPr>
              <a:t>DMA_InitStructure.DMA_Mode</a:t>
            </a:r>
            <a:r>
              <a:rPr lang="en-GB" altLang="zh-CN" sz="1400" b="1" dirty="0">
                <a:ea typeface="黑体" pitchFamily="49" charset="-122"/>
              </a:rPr>
              <a:t> = </a:t>
            </a:r>
            <a:r>
              <a:rPr lang="en-GB" altLang="zh-CN" sz="1400" b="1" dirty="0" err="1">
                <a:ea typeface="黑体" pitchFamily="49" charset="-122"/>
              </a:rPr>
              <a:t>DMA_Mode_Circular</a:t>
            </a:r>
            <a:r>
              <a:rPr lang="en-GB" altLang="zh-CN" sz="1400" b="1" dirty="0">
                <a:ea typeface="黑体" pitchFamily="49" charset="-122"/>
              </a:rPr>
              <a:t>;</a:t>
            </a:r>
          </a:p>
          <a:p>
            <a:r>
              <a:rPr lang="en-GB" altLang="zh-CN" sz="1400" b="1" dirty="0" smtClean="0">
                <a:ea typeface="黑体" pitchFamily="49" charset="-122"/>
              </a:rPr>
              <a:t>    /*</a:t>
            </a:r>
            <a:r>
              <a:rPr lang="zh-CN" altLang="en-US" sz="1400" b="1" dirty="0">
                <a:ea typeface="黑体" pitchFamily="49" charset="-122"/>
              </a:rPr>
              <a:t>设置</a:t>
            </a:r>
            <a:r>
              <a:rPr lang="en-GB" altLang="zh-CN" sz="1400" b="1" dirty="0">
                <a:ea typeface="黑体" pitchFamily="49" charset="-122"/>
              </a:rPr>
              <a:t>DMA</a:t>
            </a:r>
            <a:r>
              <a:rPr lang="zh-CN" altLang="en-US" sz="1400" b="1" dirty="0">
                <a:ea typeface="黑体" pitchFamily="49" charset="-122"/>
              </a:rPr>
              <a:t>的优先级：中*</a:t>
            </a:r>
            <a:r>
              <a:rPr lang="en-US" altLang="zh-CN" sz="1400" b="1" dirty="0">
                <a:ea typeface="黑体" pitchFamily="49" charset="-122"/>
              </a:rPr>
              <a:t>/</a:t>
            </a:r>
          </a:p>
          <a:p>
            <a:r>
              <a:rPr lang="en-GB" altLang="zh-CN" sz="1400" b="1" dirty="0" err="1">
                <a:ea typeface="黑体" pitchFamily="49" charset="-122"/>
              </a:rPr>
              <a:t>DMA_InitStructure.DMA_Priority</a:t>
            </a:r>
            <a:r>
              <a:rPr lang="en-GB" altLang="zh-CN" sz="1400" b="1" dirty="0">
                <a:ea typeface="黑体" pitchFamily="49" charset="-122"/>
              </a:rPr>
              <a:t> = </a:t>
            </a:r>
            <a:r>
              <a:rPr lang="en-GB" altLang="zh-CN" sz="1400" b="1" dirty="0" err="1">
                <a:ea typeface="黑体" pitchFamily="49" charset="-122"/>
              </a:rPr>
              <a:t>DMA_Priority_Medium</a:t>
            </a:r>
            <a:r>
              <a:rPr lang="en-GB" altLang="zh-CN" sz="1400" b="1" dirty="0">
                <a:ea typeface="黑体" pitchFamily="49" charset="-122"/>
              </a:rPr>
              <a:t>;</a:t>
            </a:r>
          </a:p>
          <a:p>
            <a:r>
              <a:rPr lang="en-GB" altLang="zh-CN" sz="1400" b="1" dirty="0" smtClean="0">
                <a:ea typeface="黑体" pitchFamily="49" charset="-122"/>
              </a:rPr>
              <a:t>    /*</a:t>
            </a:r>
            <a:r>
              <a:rPr lang="zh-CN" altLang="en-US" sz="1400" b="1" dirty="0">
                <a:ea typeface="黑体" pitchFamily="49" charset="-122"/>
              </a:rPr>
              <a:t>禁止内存到内存的传输*</a:t>
            </a:r>
            <a:r>
              <a:rPr lang="en-US" altLang="zh-CN" sz="1400" b="1" dirty="0">
                <a:ea typeface="黑体" pitchFamily="49" charset="-122"/>
              </a:rPr>
              <a:t>/</a:t>
            </a:r>
          </a:p>
          <a:p>
            <a:r>
              <a:rPr lang="en-GB" altLang="zh-CN" sz="1400" b="1" dirty="0">
                <a:ea typeface="黑体" pitchFamily="49" charset="-122"/>
              </a:rPr>
              <a:t>DMA_InitStructure.DMA_M2M = DMA_M2M_Disable;</a:t>
            </a:r>
          </a:p>
          <a:p>
            <a:r>
              <a:rPr lang="en-GB" altLang="zh-CN" sz="1400" b="1" dirty="0" err="1">
                <a:ea typeface="黑体" pitchFamily="49" charset="-122"/>
              </a:rPr>
              <a:t>DMA_Init</a:t>
            </a:r>
            <a:r>
              <a:rPr lang="en-GB" altLang="zh-CN" sz="1400" b="1" dirty="0">
                <a:ea typeface="黑体" pitchFamily="49" charset="-122"/>
              </a:rPr>
              <a:t>(DMA1_Channel4, &amp;</a:t>
            </a:r>
            <a:r>
              <a:rPr lang="en-GB" altLang="zh-CN" sz="1400" b="1" dirty="0" err="1">
                <a:ea typeface="黑体" pitchFamily="49" charset="-122"/>
              </a:rPr>
              <a:t>DMA_InitStructure</a:t>
            </a:r>
            <a:r>
              <a:rPr lang="en-GB" altLang="zh-CN" sz="1400" b="1" dirty="0">
                <a:ea typeface="黑体" pitchFamily="49" charset="-122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944590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339503"/>
            <a:ext cx="449999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43172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8.3.3 DMA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标准外设库应用实例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71538" y="1380612"/>
            <a:ext cx="2786082" cy="317009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 smtClean="0"/>
              <a:t>       通过</a:t>
            </a:r>
            <a:r>
              <a:rPr lang="en-US" altLang="zh-CN" sz="2000" b="1" dirty="0"/>
              <a:t>DMA</a:t>
            </a:r>
            <a:r>
              <a:rPr lang="zh-CN" altLang="en-US" sz="2000" b="1" dirty="0"/>
              <a:t>方式将数据发送到</a:t>
            </a:r>
            <a:r>
              <a:rPr lang="en-US" altLang="zh-CN" sz="2000" b="1" dirty="0"/>
              <a:t>USART1</a:t>
            </a:r>
            <a:r>
              <a:rPr lang="zh-CN" altLang="en-US" sz="2000" b="1" dirty="0"/>
              <a:t>接口，并通过</a:t>
            </a:r>
            <a:r>
              <a:rPr lang="en-US" altLang="zh-CN" sz="2000" b="1" dirty="0"/>
              <a:t>PC</a:t>
            </a:r>
            <a:r>
              <a:rPr lang="zh-CN" altLang="en-US" sz="2000" b="1" dirty="0"/>
              <a:t>端串口调试助手显示传输结果。为证明</a:t>
            </a:r>
            <a:r>
              <a:rPr lang="en-US" altLang="zh-CN" sz="2000" b="1" dirty="0"/>
              <a:t>DMA</a:t>
            </a:r>
            <a:r>
              <a:rPr lang="zh-CN" altLang="en-US" sz="2000" b="1" dirty="0"/>
              <a:t>方式不需要</a:t>
            </a:r>
            <a:r>
              <a:rPr lang="en-US" altLang="zh-CN" sz="2000" b="1" dirty="0"/>
              <a:t>CPU</a:t>
            </a:r>
            <a:r>
              <a:rPr lang="zh-CN" altLang="en-US" sz="2000" b="1" dirty="0"/>
              <a:t>直接控制，在主程序中通过循环点亮</a:t>
            </a:r>
            <a:r>
              <a:rPr lang="en-US" altLang="zh-CN" sz="2000" b="1" dirty="0"/>
              <a:t>LED</a:t>
            </a:r>
            <a:r>
              <a:rPr lang="zh-CN" altLang="en-US" sz="2000" b="1" dirty="0"/>
              <a:t>灯进行显示。</a:t>
            </a:r>
          </a:p>
        </p:txBody>
      </p:sp>
      <p:sp>
        <p:nvSpPr>
          <p:cNvPr id="10" name="矩形 9"/>
          <p:cNvSpPr/>
          <p:nvPr/>
        </p:nvSpPr>
        <p:spPr>
          <a:xfrm>
            <a:off x="571472" y="1094860"/>
            <a:ext cx="928694" cy="396770"/>
          </a:xfrm>
          <a:prstGeom prst="rect">
            <a:avLst/>
          </a:prstGeom>
          <a:gradFill flip="none" rotWithShape="1">
            <a:gsLst>
              <a:gs pos="0">
                <a:schemeClr val="accent5">
                  <a:shade val="51000"/>
                  <a:satMod val="130000"/>
                </a:schemeClr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/>
              <a:t>功能</a:t>
            </a:r>
            <a:endParaRPr lang="zh-CN" altLang="en-US" sz="2000" b="1" dirty="0"/>
          </a:p>
        </p:txBody>
      </p:sp>
      <p:sp>
        <p:nvSpPr>
          <p:cNvPr id="11" name="矩形 10"/>
          <p:cNvSpPr/>
          <p:nvPr/>
        </p:nvSpPr>
        <p:spPr>
          <a:xfrm>
            <a:off x="4735775" y="1563638"/>
            <a:ext cx="3744416" cy="2071702"/>
          </a:xfrm>
          <a:prstGeom prst="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4390146" y="1173467"/>
            <a:ext cx="1367582" cy="4949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chemeClr val="tx1"/>
                </a:solidFill>
              </a:rPr>
              <a:t>硬件设计</a:t>
            </a:r>
            <a:endParaRPr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00018" y="3748782"/>
            <a:ext cx="4214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    本实例</a:t>
            </a:r>
            <a:r>
              <a:rPr lang="en-US" altLang="zh-CN" b="1" dirty="0" smtClean="0"/>
              <a:t>DMA</a:t>
            </a:r>
            <a:r>
              <a:rPr lang="zh-CN" altLang="en-US" b="1" dirty="0"/>
              <a:t>不需要硬件，主程序所用到的</a:t>
            </a:r>
            <a:r>
              <a:rPr lang="en-US" altLang="zh-CN" b="1" dirty="0"/>
              <a:t>LED</a:t>
            </a:r>
            <a:r>
              <a:rPr lang="zh-CN" altLang="en-US" b="1" dirty="0"/>
              <a:t>灯的硬件</a:t>
            </a:r>
            <a:r>
              <a:rPr lang="zh-CN" altLang="en-US" b="1" dirty="0" smtClean="0"/>
              <a:t>设计如图。</a:t>
            </a:r>
            <a:endParaRPr lang="zh-CN" altLang="en-US" b="1" dirty="0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5526071"/>
              </p:ext>
            </p:extLst>
          </p:nvPr>
        </p:nvGraphicFramePr>
        <p:xfrm>
          <a:off x="4807783" y="1877687"/>
          <a:ext cx="3541212" cy="15259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55" name="Visio" r:id="rId3" imgW="1910112" imgH="828820" progId="Visio.Drawing.11">
                  <p:embed/>
                </p:oleObj>
              </mc:Choice>
              <mc:Fallback>
                <p:oleObj name="Visio" r:id="rId3" imgW="1910112" imgH="82882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7783" y="1877687"/>
                        <a:ext cx="3541212" cy="152598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52534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339503"/>
            <a:ext cx="449999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43172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8.3.3 DMA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标准外设库应用实例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图示 6"/>
          <p:cNvGraphicFramePr/>
          <p:nvPr>
            <p:extLst>
              <p:ext uri="{D42A27DB-BD31-4B8C-83A1-F6EECF244321}">
                <p14:modId xmlns:p14="http://schemas.microsoft.com/office/powerpoint/2010/main" val="1726308957"/>
              </p:ext>
            </p:extLst>
          </p:nvPr>
        </p:nvGraphicFramePr>
        <p:xfrm>
          <a:off x="323528" y="1030609"/>
          <a:ext cx="4035438" cy="33843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矩形 1"/>
          <p:cNvSpPr/>
          <p:nvPr/>
        </p:nvSpPr>
        <p:spPr>
          <a:xfrm>
            <a:off x="4556986" y="915566"/>
            <a:ext cx="4211959" cy="14773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/>
              <a:t>     编译</a:t>
            </a:r>
            <a:r>
              <a:rPr lang="zh-CN" altLang="en-US" b="1" dirty="0"/>
              <a:t>无错误后下载到开发板，通过串口调试助手可以观察到实验现象：主程序</a:t>
            </a:r>
            <a:r>
              <a:rPr lang="en-US" altLang="zh-CN" b="1" dirty="0"/>
              <a:t>LED</a:t>
            </a:r>
            <a:r>
              <a:rPr lang="zh-CN" altLang="en-US" b="1" dirty="0"/>
              <a:t>灯一直循环闪烁，数据通过</a:t>
            </a:r>
            <a:r>
              <a:rPr lang="en-US" altLang="zh-CN" b="1" dirty="0"/>
              <a:t>DMA</a:t>
            </a:r>
            <a:r>
              <a:rPr lang="zh-CN" altLang="en-US" b="1" dirty="0"/>
              <a:t>方式不停地发送</a:t>
            </a:r>
            <a:r>
              <a:rPr lang="en-US" altLang="zh-CN" b="1" dirty="0"/>
              <a:t>A</a:t>
            </a:r>
            <a:r>
              <a:rPr lang="zh-CN" altLang="en-US" b="1" dirty="0"/>
              <a:t>到</a:t>
            </a:r>
            <a:r>
              <a:rPr lang="zh-CN" altLang="en-US" b="1" dirty="0" smtClean="0"/>
              <a:t>串口。</a:t>
            </a:r>
            <a:endParaRPr lang="zh-CN" altLang="en-US" b="1" dirty="0"/>
          </a:p>
        </p:txBody>
      </p:sp>
      <p:pic>
        <p:nvPicPr>
          <p:cNvPr id="8" name="图片 7" descr="C:\Users\Administrator\Desktop\Snipaste_2019-03-17_11-06-01.png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849" y="2571750"/>
            <a:ext cx="4359910" cy="19373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7608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339503"/>
            <a:ext cx="449999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43172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8.3.3 DMA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标准外设库应用实例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65739" y="1059582"/>
            <a:ext cx="4211959" cy="378565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altLang="zh-CN" sz="1200" b="1" dirty="0" smtClean="0"/>
              <a:t>#</a:t>
            </a:r>
            <a:r>
              <a:rPr lang="en-GB" altLang="zh-CN" sz="1200" b="1" dirty="0"/>
              <a:t>include "stm32f10x.h"</a:t>
            </a:r>
          </a:p>
          <a:p>
            <a:r>
              <a:rPr lang="en-GB" altLang="zh-CN" sz="1200" b="1" dirty="0"/>
              <a:t>#include "</a:t>
            </a:r>
            <a:r>
              <a:rPr lang="en-GB" altLang="zh-CN" sz="1200" b="1" dirty="0" err="1"/>
              <a:t>led.h</a:t>
            </a:r>
            <a:r>
              <a:rPr lang="en-GB" altLang="zh-CN" sz="1200" b="1" dirty="0"/>
              <a:t>"</a:t>
            </a:r>
          </a:p>
          <a:p>
            <a:r>
              <a:rPr lang="en-GB" altLang="zh-CN" sz="1200" b="1" dirty="0"/>
              <a:t>#include "</a:t>
            </a:r>
            <a:r>
              <a:rPr lang="en-GB" altLang="zh-CN" sz="1200" b="1" dirty="0" err="1"/>
              <a:t>USARTx.h</a:t>
            </a:r>
            <a:r>
              <a:rPr lang="en-GB" altLang="zh-CN" sz="1200" b="1" dirty="0"/>
              <a:t>"</a:t>
            </a:r>
          </a:p>
          <a:p>
            <a:endParaRPr lang="en-GB" altLang="zh-CN" sz="1200" b="1" dirty="0"/>
          </a:p>
          <a:p>
            <a:r>
              <a:rPr lang="en-GB" altLang="zh-CN" sz="1200" b="1" dirty="0"/>
              <a:t>extern uint8_t </a:t>
            </a:r>
            <a:r>
              <a:rPr lang="en-GB" altLang="zh-CN" sz="1200" b="1" dirty="0" err="1"/>
              <a:t>SendBuff</a:t>
            </a:r>
            <a:r>
              <a:rPr lang="en-GB" altLang="zh-CN" sz="1200" b="1" dirty="0"/>
              <a:t>[SENDBUFF_SIZE]; //  SENDBUFF_SIZE</a:t>
            </a:r>
            <a:r>
              <a:rPr lang="zh-CN" altLang="en-US" sz="1200" b="1" dirty="0"/>
              <a:t>变量定义在</a:t>
            </a:r>
            <a:r>
              <a:rPr lang="en-GB" altLang="zh-CN" sz="1200" b="1" dirty="0" err="1"/>
              <a:t>USARTx.h</a:t>
            </a:r>
            <a:r>
              <a:rPr lang="zh-CN" altLang="en-US" sz="1200" b="1" dirty="0"/>
              <a:t>头文件中</a:t>
            </a:r>
          </a:p>
          <a:p>
            <a:endParaRPr lang="zh-CN" altLang="en-US" sz="1200" b="1" dirty="0"/>
          </a:p>
          <a:p>
            <a:r>
              <a:rPr lang="en-US" altLang="zh-CN" sz="1200" b="1" dirty="0"/>
              <a:t>//</a:t>
            </a:r>
            <a:r>
              <a:rPr lang="zh-CN" altLang="en-US" sz="1200" b="1" dirty="0"/>
              <a:t>不精确延时</a:t>
            </a:r>
          </a:p>
          <a:p>
            <a:r>
              <a:rPr lang="en-GB" altLang="zh-CN" sz="1200" b="1" dirty="0"/>
              <a:t>static void Delay(uint32_t time)</a:t>
            </a:r>
          </a:p>
          <a:p>
            <a:r>
              <a:rPr lang="en-GB" altLang="zh-CN" sz="1200" b="1" dirty="0"/>
              <a:t>{</a:t>
            </a:r>
          </a:p>
          <a:p>
            <a:r>
              <a:rPr lang="en-GB" altLang="zh-CN" sz="1200" b="1" dirty="0"/>
              <a:t>  uint32_t </a:t>
            </a:r>
            <a:r>
              <a:rPr lang="en-GB" altLang="zh-CN" sz="1200" b="1" dirty="0" err="1"/>
              <a:t>i,j</a:t>
            </a:r>
            <a:r>
              <a:rPr lang="en-GB" altLang="zh-CN" sz="1200" b="1" dirty="0"/>
              <a:t>;</a:t>
            </a:r>
          </a:p>
          <a:p>
            <a:r>
              <a:rPr lang="en-GB" altLang="zh-CN" sz="1200" b="1" dirty="0"/>
              <a:t>  for(</a:t>
            </a:r>
            <a:r>
              <a:rPr lang="en-GB" altLang="zh-CN" sz="1200" b="1" dirty="0" err="1"/>
              <a:t>i</a:t>
            </a:r>
            <a:r>
              <a:rPr lang="en-GB" altLang="zh-CN" sz="1200" b="1" dirty="0"/>
              <a:t>=0;i&lt;time;++</a:t>
            </a:r>
            <a:r>
              <a:rPr lang="en-GB" altLang="zh-CN" sz="1200" b="1" dirty="0" err="1"/>
              <a:t>i</a:t>
            </a:r>
            <a:r>
              <a:rPr lang="en-GB" altLang="zh-CN" sz="1200" b="1" dirty="0"/>
              <a:t>)</a:t>
            </a:r>
          </a:p>
          <a:p>
            <a:r>
              <a:rPr lang="en-GB" altLang="zh-CN" sz="1200" b="1" dirty="0"/>
              <a:t>  {</a:t>
            </a:r>
          </a:p>
          <a:p>
            <a:r>
              <a:rPr lang="en-GB" altLang="zh-CN" sz="1200" b="1" dirty="0"/>
              <a:t>    for(j=0;j&lt;10000;++j)</a:t>
            </a:r>
          </a:p>
          <a:p>
            <a:r>
              <a:rPr lang="en-GB" altLang="zh-CN" sz="1200" b="1" dirty="0"/>
              <a:t>    {       </a:t>
            </a:r>
          </a:p>
          <a:p>
            <a:r>
              <a:rPr lang="en-GB" altLang="zh-CN" sz="1200" b="1" dirty="0"/>
              <a:t>      //</a:t>
            </a:r>
            <a:r>
              <a:rPr lang="zh-CN" altLang="en-US" sz="1200" b="1" dirty="0"/>
              <a:t>空循环体，什么都不做    </a:t>
            </a:r>
          </a:p>
          <a:p>
            <a:r>
              <a:rPr lang="zh-CN" altLang="en-US" sz="1200" b="1" dirty="0"/>
              <a:t>    </a:t>
            </a:r>
            <a:r>
              <a:rPr lang="en-US" altLang="zh-CN" sz="1200" b="1" dirty="0"/>
              <a:t>}</a:t>
            </a:r>
          </a:p>
          <a:p>
            <a:r>
              <a:rPr lang="en-US" altLang="zh-CN" sz="1200" b="1" dirty="0"/>
              <a:t>  }</a:t>
            </a:r>
          </a:p>
          <a:p>
            <a:r>
              <a:rPr lang="en-US" altLang="zh-CN" sz="1200" b="1" dirty="0"/>
              <a:t>}</a:t>
            </a:r>
          </a:p>
          <a:p>
            <a:endParaRPr lang="en-US" altLang="zh-CN" sz="1200" b="1" dirty="0"/>
          </a:p>
        </p:txBody>
      </p:sp>
      <p:sp>
        <p:nvSpPr>
          <p:cNvPr id="3" name="矩形 2"/>
          <p:cNvSpPr/>
          <p:nvPr/>
        </p:nvSpPr>
        <p:spPr>
          <a:xfrm>
            <a:off x="4737377" y="627534"/>
            <a:ext cx="4032448" cy="433965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/>
            <a:r>
              <a:rPr lang="en-GB" altLang="zh-CN" sz="1200" b="1" dirty="0" err="1">
                <a:solidFill>
                  <a:prstClr val="black"/>
                </a:solidFill>
              </a:rPr>
              <a:t>int</a:t>
            </a:r>
            <a:r>
              <a:rPr lang="en-GB" altLang="zh-CN" sz="1200" b="1" dirty="0">
                <a:solidFill>
                  <a:prstClr val="black"/>
                </a:solidFill>
              </a:rPr>
              <a:t> main(void)</a:t>
            </a:r>
          </a:p>
          <a:p>
            <a:pPr lvl="0"/>
            <a:r>
              <a:rPr lang="en-GB" altLang="zh-CN" sz="1200" b="1" dirty="0">
                <a:solidFill>
                  <a:prstClr val="black"/>
                </a:solidFill>
              </a:rPr>
              <a:t>{</a:t>
            </a:r>
          </a:p>
          <a:p>
            <a:pPr lvl="0"/>
            <a:r>
              <a:rPr lang="en-GB" altLang="zh-CN" sz="1200" b="1" dirty="0">
                <a:solidFill>
                  <a:prstClr val="black"/>
                </a:solidFill>
              </a:rPr>
              <a:t>    uint16_t </a:t>
            </a:r>
            <a:r>
              <a:rPr lang="en-GB" altLang="zh-CN" sz="1200" b="1" dirty="0" err="1">
                <a:solidFill>
                  <a:prstClr val="black"/>
                </a:solidFill>
              </a:rPr>
              <a:t>i</a:t>
            </a:r>
            <a:r>
              <a:rPr lang="en-GB" altLang="zh-CN" sz="1200" b="1" dirty="0">
                <a:solidFill>
                  <a:prstClr val="black"/>
                </a:solidFill>
              </a:rPr>
              <a:t>;</a:t>
            </a:r>
          </a:p>
          <a:p>
            <a:pPr lvl="0"/>
            <a:r>
              <a:rPr lang="en-GB" altLang="zh-CN" sz="1200" b="1" dirty="0">
                <a:solidFill>
                  <a:prstClr val="black"/>
                </a:solidFill>
              </a:rPr>
              <a:t>    </a:t>
            </a:r>
          </a:p>
          <a:p>
            <a:pPr lvl="0"/>
            <a:r>
              <a:rPr lang="en-GB" altLang="zh-CN" sz="1200" b="1" dirty="0" smtClean="0">
                <a:solidFill>
                  <a:prstClr val="black"/>
                </a:solidFill>
              </a:rPr>
              <a:t>    </a:t>
            </a:r>
            <a:r>
              <a:rPr lang="en-GB" altLang="zh-CN" sz="1200" b="1" dirty="0" err="1" smtClean="0">
                <a:solidFill>
                  <a:prstClr val="black"/>
                </a:solidFill>
              </a:rPr>
              <a:t>LED_Init</a:t>
            </a:r>
            <a:r>
              <a:rPr lang="en-GB" altLang="zh-CN" sz="1200" b="1" dirty="0">
                <a:solidFill>
                  <a:prstClr val="black"/>
                </a:solidFill>
              </a:rPr>
              <a:t>(); //LED</a:t>
            </a:r>
            <a:r>
              <a:rPr lang="zh-CN" altLang="en-US" sz="1200" b="1" dirty="0">
                <a:solidFill>
                  <a:prstClr val="black"/>
                </a:solidFill>
              </a:rPr>
              <a:t>灯初始化</a:t>
            </a:r>
          </a:p>
          <a:p>
            <a:pPr lvl="0"/>
            <a:r>
              <a:rPr lang="zh-CN" altLang="en-US" sz="1200" b="1" dirty="0">
                <a:solidFill>
                  <a:prstClr val="black"/>
                </a:solidFill>
              </a:rPr>
              <a:t>    </a:t>
            </a:r>
            <a:r>
              <a:rPr lang="en-GB" altLang="zh-CN" sz="1200" b="1" dirty="0" err="1">
                <a:solidFill>
                  <a:prstClr val="black"/>
                </a:solidFill>
              </a:rPr>
              <a:t>USARTx_Init_Config</a:t>
            </a:r>
            <a:r>
              <a:rPr lang="en-GB" altLang="zh-CN" sz="1200" b="1" dirty="0">
                <a:solidFill>
                  <a:prstClr val="black"/>
                </a:solidFill>
              </a:rPr>
              <a:t>();//USART1</a:t>
            </a:r>
            <a:r>
              <a:rPr lang="zh-CN" altLang="en-US" sz="1200" b="1" dirty="0">
                <a:solidFill>
                  <a:prstClr val="black"/>
                </a:solidFill>
              </a:rPr>
              <a:t>初始化</a:t>
            </a:r>
          </a:p>
          <a:p>
            <a:pPr lvl="0"/>
            <a:r>
              <a:rPr lang="zh-CN" altLang="en-US" sz="1200" b="1" dirty="0">
                <a:solidFill>
                  <a:prstClr val="black"/>
                </a:solidFill>
              </a:rPr>
              <a:t>    </a:t>
            </a:r>
            <a:r>
              <a:rPr lang="en-GB" altLang="zh-CN" sz="1200" b="1" dirty="0" err="1">
                <a:solidFill>
                  <a:prstClr val="black"/>
                </a:solidFill>
              </a:rPr>
              <a:t>USARTx_DMA_Config</a:t>
            </a:r>
            <a:r>
              <a:rPr lang="en-GB" altLang="zh-CN" sz="1200" b="1" dirty="0">
                <a:solidFill>
                  <a:prstClr val="black"/>
                </a:solidFill>
              </a:rPr>
              <a:t>(); //DMA</a:t>
            </a:r>
            <a:r>
              <a:rPr lang="zh-CN" altLang="en-US" sz="1200" b="1" dirty="0">
                <a:solidFill>
                  <a:prstClr val="black"/>
                </a:solidFill>
              </a:rPr>
              <a:t>初始化</a:t>
            </a:r>
          </a:p>
          <a:p>
            <a:pPr lvl="0"/>
            <a:r>
              <a:rPr lang="zh-CN" altLang="en-US" sz="1200" b="1" dirty="0">
                <a:solidFill>
                  <a:prstClr val="black"/>
                </a:solidFill>
              </a:rPr>
              <a:t>    </a:t>
            </a:r>
            <a:r>
              <a:rPr lang="en-GB" altLang="zh-CN" sz="1200" b="1" dirty="0" err="1">
                <a:solidFill>
                  <a:prstClr val="black"/>
                </a:solidFill>
              </a:rPr>
              <a:t>printf</a:t>
            </a:r>
            <a:r>
              <a:rPr lang="en-GB" altLang="zh-CN" sz="1200" b="1" dirty="0">
                <a:solidFill>
                  <a:prstClr val="black"/>
                </a:solidFill>
              </a:rPr>
              <a:t>("</a:t>
            </a:r>
            <a:r>
              <a:rPr lang="zh-CN" altLang="en-US" sz="1200" b="1" dirty="0">
                <a:solidFill>
                  <a:prstClr val="black"/>
                </a:solidFill>
              </a:rPr>
              <a:t>使用</a:t>
            </a:r>
            <a:r>
              <a:rPr lang="en-GB" altLang="zh-CN" sz="1200" b="1" dirty="0">
                <a:solidFill>
                  <a:prstClr val="black"/>
                </a:solidFill>
              </a:rPr>
              <a:t>DMA</a:t>
            </a:r>
            <a:r>
              <a:rPr lang="zh-CN" altLang="en-US" sz="1200" b="1" dirty="0">
                <a:solidFill>
                  <a:prstClr val="black"/>
                </a:solidFill>
              </a:rPr>
              <a:t>方式传输串口数据</a:t>
            </a:r>
            <a:r>
              <a:rPr lang="en-US" altLang="zh-CN" sz="1200" b="1" dirty="0">
                <a:solidFill>
                  <a:prstClr val="black"/>
                </a:solidFill>
              </a:rPr>
              <a:t>\</a:t>
            </a:r>
            <a:r>
              <a:rPr lang="en-GB" altLang="zh-CN" sz="1200" b="1" dirty="0">
                <a:solidFill>
                  <a:prstClr val="black"/>
                </a:solidFill>
              </a:rPr>
              <a:t>n");</a:t>
            </a:r>
          </a:p>
          <a:p>
            <a:pPr lvl="0"/>
            <a:r>
              <a:rPr lang="en-GB" altLang="zh-CN" sz="1200" b="1" dirty="0">
                <a:solidFill>
                  <a:prstClr val="black"/>
                </a:solidFill>
              </a:rPr>
              <a:t>      </a:t>
            </a:r>
            <a:r>
              <a:rPr lang="en-GB" altLang="zh-CN" sz="1200" b="1" dirty="0" smtClean="0">
                <a:solidFill>
                  <a:prstClr val="black"/>
                </a:solidFill>
              </a:rPr>
              <a:t>  /*</a:t>
            </a:r>
            <a:r>
              <a:rPr lang="zh-CN" altLang="en-US" sz="1200" b="1" dirty="0">
                <a:solidFill>
                  <a:prstClr val="black"/>
                </a:solidFill>
              </a:rPr>
              <a:t>输入要发送的数据，作为</a:t>
            </a:r>
            <a:r>
              <a:rPr lang="en-GB" altLang="zh-CN" sz="1200" b="1" dirty="0">
                <a:solidFill>
                  <a:prstClr val="black"/>
                </a:solidFill>
              </a:rPr>
              <a:t>DMA</a:t>
            </a:r>
            <a:r>
              <a:rPr lang="zh-CN" altLang="en-US" sz="1200" b="1" dirty="0">
                <a:solidFill>
                  <a:prstClr val="black"/>
                </a:solidFill>
              </a:rPr>
              <a:t>传输的数据源*</a:t>
            </a:r>
            <a:r>
              <a:rPr lang="en-US" altLang="zh-CN" sz="1200" b="1" dirty="0">
                <a:solidFill>
                  <a:prstClr val="black"/>
                </a:solidFill>
              </a:rPr>
              <a:t>/</a:t>
            </a:r>
          </a:p>
          <a:p>
            <a:pPr lvl="0"/>
            <a:r>
              <a:rPr lang="en-US" altLang="zh-CN" sz="1200" b="1" dirty="0">
                <a:solidFill>
                  <a:prstClr val="black"/>
                </a:solidFill>
              </a:rPr>
              <a:t>    </a:t>
            </a:r>
            <a:r>
              <a:rPr lang="en-GB" altLang="zh-CN" sz="1200" b="1" dirty="0">
                <a:solidFill>
                  <a:prstClr val="black"/>
                </a:solidFill>
              </a:rPr>
              <a:t>for(</a:t>
            </a:r>
            <a:r>
              <a:rPr lang="en-GB" altLang="zh-CN" sz="1200" b="1" dirty="0" err="1">
                <a:solidFill>
                  <a:prstClr val="black"/>
                </a:solidFill>
              </a:rPr>
              <a:t>i</a:t>
            </a:r>
            <a:r>
              <a:rPr lang="en-GB" altLang="zh-CN" sz="1200" b="1" dirty="0">
                <a:solidFill>
                  <a:prstClr val="black"/>
                </a:solidFill>
              </a:rPr>
              <a:t>=0;i&lt;</a:t>
            </a:r>
            <a:r>
              <a:rPr lang="en-GB" altLang="zh-CN" sz="1200" b="1" dirty="0" err="1">
                <a:solidFill>
                  <a:prstClr val="black"/>
                </a:solidFill>
              </a:rPr>
              <a:t>SENDBUFF_SIZE;i</a:t>
            </a:r>
            <a:r>
              <a:rPr lang="en-GB" altLang="zh-CN" sz="1200" b="1" dirty="0">
                <a:solidFill>
                  <a:prstClr val="black"/>
                </a:solidFill>
              </a:rPr>
              <a:t>++)</a:t>
            </a:r>
          </a:p>
          <a:p>
            <a:pPr lvl="0"/>
            <a:r>
              <a:rPr lang="en-GB" altLang="zh-CN" sz="1200" b="1" dirty="0">
                <a:solidFill>
                  <a:prstClr val="black"/>
                </a:solidFill>
              </a:rPr>
              <a:t>    {</a:t>
            </a:r>
          </a:p>
          <a:p>
            <a:pPr lvl="0"/>
            <a:r>
              <a:rPr lang="en-GB" altLang="zh-CN" sz="1200" b="1" dirty="0">
                <a:solidFill>
                  <a:prstClr val="black"/>
                </a:solidFill>
              </a:rPr>
              <a:t>        </a:t>
            </a:r>
            <a:r>
              <a:rPr lang="en-GB" altLang="zh-CN" sz="1200" b="1" dirty="0" err="1">
                <a:solidFill>
                  <a:prstClr val="black"/>
                </a:solidFill>
              </a:rPr>
              <a:t>SendBuff</a:t>
            </a:r>
            <a:r>
              <a:rPr lang="en-GB" altLang="zh-CN" sz="1200" b="1" dirty="0">
                <a:solidFill>
                  <a:prstClr val="black"/>
                </a:solidFill>
              </a:rPr>
              <a:t>[</a:t>
            </a:r>
            <a:r>
              <a:rPr lang="en-GB" altLang="zh-CN" sz="1200" b="1" dirty="0" err="1">
                <a:solidFill>
                  <a:prstClr val="black"/>
                </a:solidFill>
              </a:rPr>
              <a:t>i</a:t>
            </a:r>
            <a:r>
              <a:rPr lang="en-GB" altLang="zh-CN" sz="1200" b="1" dirty="0">
                <a:solidFill>
                  <a:prstClr val="black"/>
                </a:solidFill>
              </a:rPr>
              <a:t>] =  'A';</a:t>
            </a:r>
          </a:p>
          <a:p>
            <a:pPr lvl="0"/>
            <a:r>
              <a:rPr lang="en-GB" altLang="zh-CN" sz="1200" b="1" dirty="0">
                <a:solidFill>
                  <a:prstClr val="black"/>
                </a:solidFill>
              </a:rPr>
              <a:t>    }</a:t>
            </a:r>
          </a:p>
          <a:p>
            <a:pPr lvl="0"/>
            <a:r>
              <a:rPr lang="en-GB" altLang="zh-CN" sz="1200" b="1" dirty="0">
                <a:solidFill>
                  <a:prstClr val="black"/>
                </a:solidFill>
              </a:rPr>
              <a:t>      </a:t>
            </a:r>
            <a:r>
              <a:rPr lang="en-GB" altLang="zh-CN" sz="1200" b="1" dirty="0" smtClean="0">
                <a:solidFill>
                  <a:prstClr val="black"/>
                </a:solidFill>
              </a:rPr>
              <a:t>    /* </a:t>
            </a:r>
            <a:r>
              <a:rPr lang="en-GB" altLang="zh-CN" sz="1200" b="1" dirty="0">
                <a:solidFill>
                  <a:prstClr val="black"/>
                </a:solidFill>
              </a:rPr>
              <a:t>USART1 </a:t>
            </a:r>
            <a:r>
              <a:rPr lang="zh-CN" altLang="en-US" sz="1200" b="1" dirty="0">
                <a:solidFill>
                  <a:prstClr val="black"/>
                </a:solidFill>
              </a:rPr>
              <a:t>向</a:t>
            </a:r>
            <a:r>
              <a:rPr lang="en-GB" altLang="zh-CN" sz="1200" b="1" dirty="0">
                <a:solidFill>
                  <a:prstClr val="black"/>
                </a:solidFill>
              </a:rPr>
              <a:t>DMA</a:t>
            </a:r>
            <a:r>
              <a:rPr lang="zh-CN" altLang="en-US" sz="1200" b="1" dirty="0">
                <a:solidFill>
                  <a:prstClr val="black"/>
                </a:solidFill>
              </a:rPr>
              <a:t>发出传输请求*</a:t>
            </a:r>
            <a:r>
              <a:rPr lang="en-US" altLang="zh-CN" sz="1200" b="1" dirty="0">
                <a:solidFill>
                  <a:prstClr val="black"/>
                </a:solidFill>
              </a:rPr>
              <a:t>/</a:t>
            </a:r>
          </a:p>
          <a:p>
            <a:pPr lvl="0"/>
            <a:r>
              <a:rPr lang="en-US" altLang="zh-CN" sz="1200" b="1" dirty="0">
                <a:solidFill>
                  <a:prstClr val="black"/>
                </a:solidFill>
              </a:rPr>
              <a:t>    </a:t>
            </a:r>
            <a:r>
              <a:rPr lang="en-GB" altLang="zh-CN" sz="1200" b="1" dirty="0" err="1">
                <a:solidFill>
                  <a:prstClr val="black"/>
                </a:solidFill>
              </a:rPr>
              <a:t>USART_DMACmd</a:t>
            </a:r>
            <a:r>
              <a:rPr lang="en-GB" altLang="zh-CN" sz="1200" b="1" dirty="0">
                <a:solidFill>
                  <a:prstClr val="black"/>
                </a:solidFill>
              </a:rPr>
              <a:t>(USART1, </a:t>
            </a:r>
            <a:r>
              <a:rPr lang="en-GB" altLang="zh-CN" sz="1200" b="1" dirty="0" err="1">
                <a:solidFill>
                  <a:prstClr val="black"/>
                </a:solidFill>
              </a:rPr>
              <a:t>USART_DMAReq_Tx</a:t>
            </a:r>
            <a:r>
              <a:rPr lang="en-GB" altLang="zh-CN" sz="1200" b="1" dirty="0">
                <a:solidFill>
                  <a:prstClr val="black"/>
                </a:solidFill>
              </a:rPr>
              <a:t>, ENABLE); </a:t>
            </a:r>
          </a:p>
          <a:p>
            <a:pPr lvl="0"/>
            <a:r>
              <a:rPr lang="en-GB" altLang="zh-CN" sz="1200" b="1" dirty="0">
                <a:solidFill>
                  <a:prstClr val="black"/>
                </a:solidFill>
              </a:rPr>
              <a:t>    while(1)</a:t>
            </a:r>
          </a:p>
          <a:p>
            <a:pPr lvl="0"/>
            <a:r>
              <a:rPr lang="en-GB" altLang="zh-CN" sz="1200" b="1" dirty="0" smtClean="0">
                <a:solidFill>
                  <a:prstClr val="black"/>
                </a:solidFill>
              </a:rPr>
              <a:t>    {</a:t>
            </a:r>
            <a:endParaRPr lang="en-GB" altLang="zh-CN" sz="1200" b="1" dirty="0">
              <a:solidFill>
                <a:prstClr val="black"/>
              </a:solidFill>
            </a:endParaRPr>
          </a:p>
          <a:p>
            <a:pPr lvl="0"/>
            <a:r>
              <a:rPr lang="en-GB" altLang="zh-CN" sz="1200" b="1" dirty="0" smtClean="0">
                <a:solidFill>
                  <a:prstClr val="black"/>
                </a:solidFill>
              </a:rPr>
              <a:t>          </a:t>
            </a:r>
            <a:r>
              <a:rPr lang="en-GB" altLang="zh-CN" sz="1200" b="1" dirty="0" err="1" smtClean="0">
                <a:solidFill>
                  <a:prstClr val="black"/>
                </a:solidFill>
              </a:rPr>
              <a:t>GPIO_SetBits</a:t>
            </a:r>
            <a:r>
              <a:rPr lang="en-GB" altLang="zh-CN" sz="1200" b="1" dirty="0" smtClean="0">
                <a:solidFill>
                  <a:prstClr val="black"/>
                </a:solidFill>
              </a:rPr>
              <a:t>(GPIOB,GPIO_Pin_5</a:t>
            </a:r>
            <a:r>
              <a:rPr lang="en-GB" altLang="zh-CN" sz="1200" b="1" dirty="0">
                <a:solidFill>
                  <a:prstClr val="black"/>
                </a:solidFill>
              </a:rPr>
              <a:t>); //</a:t>
            </a:r>
            <a:r>
              <a:rPr lang="zh-CN" altLang="en-US" sz="1200" b="1" dirty="0">
                <a:solidFill>
                  <a:prstClr val="black"/>
                </a:solidFill>
              </a:rPr>
              <a:t>熄灭</a:t>
            </a:r>
            <a:r>
              <a:rPr lang="en-GB" altLang="zh-CN" sz="1200" b="1" dirty="0">
                <a:solidFill>
                  <a:prstClr val="black"/>
                </a:solidFill>
              </a:rPr>
              <a:t>LED</a:t>
            </a:r>
            <a:r>
              <a:rPr lang="zh-CN" altLang="en-US" sz="1200" b="1" dirty="0">
                <a:solidFill>
                  <a:prstClr val="black"/>
                </a:solidFill>
              </a:rPr>
              <a:t>灯</a:t>
            </a:r>
          </a:p>
          <a:p>
            <a:pPr lvl="0"/>
            <a:r>
              <a:rPr lang="zh-CN" altLang="en-US" sz="1200" b="1" dirty="0" smtClean="0">
                <a:solidFill>
                  <a:prstClr val="black"/>
                </a:solidFill>
              </a:rPr>
              <a:t>          </a:t>
            </a:r>
            <a:r>
              <a:rPr lang="en-GB" altLang="zh-CN" sz="1200" b="1" dirty="0" smtClean="0">
                <a:solidFill>
                  <a:prstClr val="black"/>
                </a:solidFill>
              </a:rPr>
              <a:t>Delay(1000</a:t>
            </a:r>
            <a:r>
              <a:rPr lang="en-GB" altLang="zh-CN" sz="1200" b="1" dirty="0">
                <a:solidFill>
                  <a:prstClr val="black"/>
                </a:solidFill>
              </a:rPr>
              <a:t>);</a:t>
            </a:r>
          </a:p>
          <a:p>
            <a:pPr lvl="0"/>
            <a:r>
              <a:rPr lang="en-GB" altLang="zh-CN" sz="1200" b="1" dirty="0" smtClean="0">
                <a:solidFill>
                  <a:prstClr val="black"/>
                </a:solidFill>
              </a:rPr>
              <a:t>          </a:t>
            </a:r>
            <a:r>
              <a:rPr lang="en-GB" altLang="zh-CN" sz="1200" b="1" dirty="0" err="1" smtClean="0">
                <a:solidFill>
                  <a:prstClr val="black"/>
                </a:solidFill>
              </a:rPr>
              <a:t>GPIO_ResetBits</a:t>
            </a:r>
            <a:r>
              <a:rPr lang="en-GB" altLang="zh-CN" sz="1200" b="1" dirty="0" smtClean="0">
                <a:solidFill>
                  <a:prstClr val="black"/>
                </a:solidFill>
              </a:rPr>
              <a:t>(GPIOB,GPIO_Pin_5</a:t>
            </a:r>
            <a:r>
              <a:rPr lang="en-GB" altLang="zh-CN" sz="1200" b="1" dirty="0">
                <a:solidFill>
                  <a:prstClr val="black"/>
                </a:solidFill>
              </a:rPr>
              <a:t>); //</a:t>
            </a:r>
            <a:r>
              <a:rPr lang="zh-CN" altLang="en-US" sz="1200" b="1" dirty="0">
                <a:solidFill>
                  <a:prstClr val="black"/>
                </a:solidFill>
              </a:rPr>
              <a:t>点亮</a:t>
            </a:r>
            <a:r>
              <a:rPr lang="en-GB" altLang="zh-CN" sz="1200" b="1" dirty="0">
                <a:solidFill>
                  <a:prstClr val="black"/>
                </a:solidFill>
              </a:rPr>
              <a:t>LED</a:t>
            </a:r>
            <a:r>
              <a:rPr lang="zh-CN" altLang="en-US" sz="1200" b="1" dirty="0">
                <a:solidFill>
                  <a:prstClr val="black"/>
                </a:solidFill>
              </a:rPr>
              <a:t>灯</a:t>
            </a:r>
          </a:p>
          <a:p>
            <a:pPr lvl="0"/>
            <a:r>
              <a:rPr lang="zh-CN" altLang="en-US" sz="1200" b="1" dirty="0" smtClean="0">
                <a:solidFill>
                  <a:prstClr val="black"/>
                </a:solidFill>
              </a:rPr>
              <a:t>           </a:t>
            </a:r>
            <a:r>
              <a:rPr lang="en-GB" altLang="zh-CN" sz="1200" b="1" dirty="0" smtClean="0">
                <a:solidFill>
                  <a:prstClr val="black"/>
                </a:solidFill>
              </a:rPr>
              <a:t>Delay(1000</a:t>
            </a:r>
            <a:r>
              <a:rPr lang="en-GB" altLang="zh-CN" sz="1200" b="1" dirty="0">
                <a:solidFill>
                  <a:prstClr val="black"/>
                </a:solidFill>
              </a:rPr>
              <a:t>);	</a:t>
            </a:r>
          </a:p>
          <a:p>
            <a:pPr lvl="0"/>
            <a:r>
              <a:rPr lang="en-GB" altLang="zh-CN" sz="1200" b="1" dirty="0" smtClean="0">
                <a:solidFill>
                  <a:prstClr val="black"/>
                </a:solidFill>
              </a:rPr>
              <a:t>    }</a:t>
            </a:r>
            <a:endParaRPr lang="en-GB" altLang="zh-CN" sz="1200" b="1" dirty="0">
              <a:solidFill>
                <a:prstClr val="black"/>
              </a:solidFill>
            </a:endParaRPr>
          </a:p>
          <a:p>
            <a:pPr lvl="0"/>
            <a:r>
              <a:rPr lang="en-GB" altLang="zh-CN" sz="1200" b="1" dirty="0">
                <a:solidFill>
                  <a:prstClr val="black"/>
                </a:solidFill>
              </a:rPr>
              <a:t>}</a:t>
            </a:r>
          </a:p>
        </p:txBody>
      </p:sp>
      <p:sp>
        <p:nvSpPr>
          <p:cNvPr id="4" name="矩形 3"/>
          <p:cNvSpPr/>
          <p:nvPr/>
        </p:nvSpPr>
        <p:spPr>
          <a:xfrm>
            <a:off x="6156176" y="176101"/>
            <a:ext cx="14125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sz="2000" b="1" dirty="0" err="1">
                <a:solidFill>
                  <a:srgbClr val="C00000"/>
                </a:solidFill>
              </a:rPr>
              <a:t>main.c</a:t>
            </a:r>
            <a:r>
              <a:rPr lang="zh-CN" altLang="en-US" sz="2000" b="1" dirty="0">
                <a:solidFill>
                  <a:srgbClr val="C00000"/>
                </a:solidFill>
              </a:rPr>
              <a:t>文件</a:t>
            </a:r>
          </a:p>
        </p:txBody>
      </p:sp>
    </p:spTree>
    <p:extLst>
      <p:ext uri="{BB962C8B-B14F-4D97-AF65-F5344CB8AC3E}">
        <p14:creationId xmlns:p14="http://schemas.microsoft.com/office/powerpoint/2010/main" val="4222611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339503"/>
            <a:ext cx="449999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43172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8.3.3 DMA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标准外设库应用实例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65739" y="1059582"/>
            <a:ext cx="4211959" cy="360098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altLang="zh-CN" sz="1200" b="1" dirty="0"/>
              <a:t>#include "</a:t>
            </a:r>
            <a:r>
              <a:rPr lang="en-GB" altLang="zh-CN" sz="1200" b="1" dirty="0" err="1"/>
              <a:t>USARTx.h</a:t>
            </a:r>
            <a:r>
              <a:rPr lang="en-GB" altLang="zh-CN" sz="1200" b="1" dirty="0"/>
              <a:t>"</a:t>
            </a:r>
          </a:p>
          <a:p>
            <a:r>
              <a:rPr lang="en-GB" altLang="zh-CN" sz="1200" b="1" dirty="0"/>
              <a:t>uint8_t </a:t>
            </a:r>
            <a:r>
              <a:rPr lang="en-GB" altLang="zh-CN" sz="1200" b="1" dirty="0" err="1"/>
              <a:t>SendBuff</a:t>
            </a:r>
            <a:r>
              <a:rPr lang="en-GB" altLang="zh-CN" sz="1200" b="1" dirty="0"/>
              <a:t>[SENDBUFF_SIZE];</a:t>
            </a:r>
          </a:p>
          <a:p>
            <a:endParaRPr lang="en-GB" altLang="zh-CN" sz="1200" b="1" dirty="0"/>
          </a:p>
          <a:p>
            <a:r>
              <a:rPr lang="en-GB" altLang="zh-CN" sz="1200" b="1" dirty="0"/>
              <a:t>void </a:t>
            </a:r>
            <a:r>
              <a:rPr lang="en-GB" altLang="zh-CN" sz="1200" b="1" dirty="0" err="1"/>
              <a:t>USARTx_Init_Config</a:t>
            </a:r>
            <a:r>
              <a:rPr lang="en-GB" altLang="zh-CN" sz="1200" b="1" dirty="0"/>
              <a:t>(void)</a:t>
            </a:r>
          </a:p>
          <a:p>
            <a:r>
              <a:rPr lang="en-GB" altLang="zh-CN" sz="1200" b="1" dirty="0"/>
              <a:t>{</a:t>
            </a:r>
          </a:p>
          <a:p>
            <a:r>
              <a:rPr lang="en-GB" altLang="zh-CN" sz="1200" b="1" dirty="0"/>
              <a:t>    </a:t>
            </a:r>
            <a:r>
              <a:rPr lang="en-GB" altLang="zh-CN" sz="1200" b="1" dirty="0" err="1"/>
              <a:t>GPIO_InitTypeDef</a:t>
            </a:r>
            <a:r>
              <a:rPr lang="en-GB" altLang="zh-CN" sz="1200" b="1" dirty="0"/>
              <a:t> </a:t>
            </a:r>
            <a:r>
              <a:rPr lang="en-GB" altLang="zh-CN" sz="1200" b="1" dirty="0" err="1"/>
              <a:t>GPIO_InitStructure</a:t>
            </a:r>
            <a:r>
              <a:rPr lang="en-GB" altLang="zh-CN" sz="1200" b="1" dirty="0"/>
              <a:t>;</a:t>
            </a:r>
          </a:p>
          <a:p>
            <a:r>
              <a:rPr lang="en-GB" altLang="zh-CN" sz="1200" b="1" dirty="0"/>
              <a:t>	</a:t>
            </a:r>
            <a:r>
              <a:rPr lang="en-GB" altLang="zh-CN" sz="1200" b="1" dirty="0" err="1"/>
              <a:t>USART_InitTypeDef</a:t>
            </a:r>
            <a:r>
              <a:rPr lang="en-GB" altLang="zh-CN" sz="1200" b="1" dirty="0"/>
              <a:t> </a:t>
            </a:r>
            <a:r>
              <a:rPr lang="en-GB" altLang="zh-CN" sz="1200" b="1" dirty="0" err="1"/>
              <a:t>USART_InitStructure</a:t>
            </a:r>
            <a:r>
              <a:rPr lang="en-GB" altLang="zh-CN" sz="1200" b="1" dirty="0"/>
              <a:t>;</a:t>
            </a:r>
          </a:p>
          <a:p>
            <a:r>
              <a:rPr lang="en-GB" altLang="zh-CN" sz="1200" b="1" dirty="0"/>
              <a:t>RCC_APB2PeriphClockCmd(RCC_APB2Periph_USART1|RCC_APB2Periph_GPIOA, ENABLE);</a:t>
            </a:r>
          </a:p>
          <a:p>
            <a:r>
              <a:rPr lang="en-GB" altLang="zh-CN" sz="1200" b="1" dirty="0"/>
              <a:t>	</a:t>
            </a:r>
            <a:r>
              <a:rPr lang="en-GB" altLang="zh-CN" sz="1200" b="1" dirty="0" err="1"/>
              <a:t>USART_DeInit</a:t>
            </a:r>
            <a:r>
              <a:rPr lang="en-GB" altLang="zh-CN" sz="1200" b="1" dirty="0"/>
              <a:t>(USART1);</a:t>
            </a:r>
          </a:p>
          <a:p>
            <a:r>
              <a:rPr lang="en-GB" altLang="zh-CN" sz="1200" b="1" dirty="0"/>
              <a:t>      </a:t>
            </a:r>
            <a:r>
              <a:rPr lang="en-GB" altLang="zh-CN" sz="1200" b="1" dirty="0" smtClean="0"/>
              <a:t>  //</a:t>
            </a:r>
            <a:r>
              <a:rPr lang="en-GB" altLang="zh-CN" sz="1200" b="1" dirty="0"/>
              <a:t>USART1_TX   PA.9</a:t>
            </a:r>
          </a:p>
          <a:p>
            <a:r>
              <a:rPr lang="en-GB" altLang="zh-CN" sz="1200" b="1" dirty="0"/>
              <a:t>    </a:t>
            </a:r>
            <a:r>
              <a:rPr lang="en-GB" altLang="zh-CN" sz="1200" b="1" dirty="0" err="1"/>
              <a:t>GPIO_InitStructure.GPIO_Pin</a:t>
            </a:r>
            <a:r>
              <a:rPr lang="en-GB" altLang="zh-CN" sz="1200" b="1" dirty="0"/>
              <a:t> = GPIO_Pin_9; //PA.9</a:t>
            </a:r>
          </a:p>
          <a:p>
            <a:r>
              <a:rPr lang="en-GB" altLang="zh-CN" sz="1200" b="1" dirty="0"/>
              <a:t>    </a:t>
            </a:r>
            <a:r>
              <a:rPr lang="en-GB" altLang="zh-CN" sz="1200" b="1" dirty="0" err="1"/>
              <a:t>GPIO_InitStructure.GPIO_Speed</a:t>
            </a:r>
            <a:r>
              <a:rPr lang="en-GB" altLang="zh-CN" sz="1200" b="1" dirty="0"/>
              <a:t> = GPIO_Speed_50MHz;</a:t>
            </a:r>
          </a:p>
          <a:p>
            <a:r>
              <a:rPr lang="en-GB" altLang="zh-CN" sz="1200" b="1" dirty="0"/>
              <a:t>    </a:t>
            </a:r>
            <a:r>
              <a:rPr lang="en-GB" altLang="zh-CN" sz="1200" b="1" dirty="0" err="1"/>
              <a:t>GPIO_InitStructure.GPIO_Mode</a:t>
            </a:r>
            <a:r>
              <a:rPr lang="en-GB" altLang="zh-CN" sz="1200" b="1" dirty="0"/>
              <a:t> = </a:t>
            </a:r>
            <a:r>
              <a:rPr lang="en-GB" altLang="zh-CN" sz="1200" b="1" dirty="0" err="1"/>
              <a:t>GPIO_Mode_AF_PP</a:t>
            </a:r>
            <a:r>
              <a:rPr lang="en-GB" altLang="zh-CN" sz="1200" b="1" dirty="0"/>
              <a:t>;	</a:t>
            </a:r>
          </a:p>
          <a:p>
            <a:r>
              <a:rPr lang="en-GB" altLang="zh-CN" sz="1200" b="1" dirty="0"/>
              <a:t>    </a:t>
            </a:r>
            <a:r>
              <a:rPr lang="en-GB" altLang="zh-CN" sz="1200" b="1" dirty="0" err="1"/>
              <a:t>GPIO_Init</a:t>
            </a:r>
            <a:r>
              <a:rPr lang="en-GB" altLang="zh-CN" sz="1200" b="1" dirty="0"/>
              <a:t>(GPIOA, &amp;</a:t>
            </a:r>
            <a:r>
              <a:rPr lang="en-GB" altLang="zh-CN" sz="1200" b="1" dirty="0" err="1"/>
              <a:t>GPIO_InitStructure</a:t>
            </a:r>
            <a:r>
              <a:rPr lang="en-GB" altLang="zh-CN" sz="1200" b="1" dirty="0"/>
              <a:t>); </a:t>
            </a:r>
          </a:p>
          <a:p>
            <a:r>
              <a:rPr lang="en-GB" altLang="zh-CN" sz="1200" b="1" dirty="0"/>
              <a:t>     </a:t>
            </a:r>
            <a:r>
              <a:rPr lang="en-GB" altLang="zh-CN" sz="1200" b="1" dirty="0" smtClean="0"/>
              <a:t>    </a:t>
            </a:r>
            <a:r>
              <a:rPr lang="en-GB" altLang="zh-CN" sz="1200" b="1" dirty="0"/>
              <a:t>//USART1_RX  PA.10</a:t>
            </a:r>
          </a:p>
          <a:p>
            <a:r>
              <a:rPr lang="en-GB" altLang="zh-CN" sz="1200" b="1" dirty="0"/>
              <a:t>    </a:t>
            </a:r>
            <a:r>
              <a:rPr lang="en-GB" altLang="zh-CN" sz="1200" b="1" dirty="0" err="1"/>
              <a:t>GPIO_InitStructure.GPIO_Pin</a:t>
            </a:r>
            <a:r>
              <a:rPr lang="en-GB" altLang="zh-CN" sz="1200" b="1" dirty="0"/>
              <a:t> = GPIO_Pin_10;</a:t>
            </a:r>
          </a:p>
          <a:p>
            <a:r>
              <a:rPr lang="en-GB" altLang="zh-CN" sz="1200" b="1" dirty="0"/>
              <a:t>    </a:t>
            </a:r>
            <a:r>
              <a:rPr lang="en-GB" altLang="zh-CN" sz="1200" b="1" dirty="0" err="1"/>
              <a:t>GPIO_InitStructure.GPIO_Mode</a:t>
            </a:r>
            <a:r>
              <a:rPr lang="en-GB" altLang="zh-CN" sz="1200" b="1" dirty="0"/>
              <a:t> = </a:t>
            </a:r>
            <a:r>
              <a:rPr lang="en-GB" altLang="zh-CN" sz="1200" b="1" dirty="0" err="1"/>
              <a:t>GPIO_Mode_IN_FLOATING</a:t>
            </a:r>
            <a:r>
              <a:rPr lang="en-GB" altLang="zh-CN" sz="1200" b="1" dirty="0"/>
              <a:t>;</a:t>
            </a:r>
          </a:p>
          <a:p>
            <a:r>
              <a:rPr lang="en-GB" altLang="zh-CN" sz="1200" b="1" dirty="0"/>
              <a:t>    </a:t>
            </a:r>
            <a:r>
              <a:rPr lang="en-GB" altLang="zh-CN" sz="1200" b="1" dirty="0" err="1"/>
              <a:t>GPIO_Init</a:t>
            </a:r>
            <a:r>
              <a:rPr lang="en-GB" altLang="zh-CN" sz="1200" b="1" dirty="0"/>
              <a:t>(GPIOA, &amp;</a:t>
            </a:r>
            <a:r>
              <a:rPr lang="en-GB" altLang="zh-CN" sz="1200" b="1" dirty="0" err="1"/>
              <a:t>GPIO_InitStructure</a:t>
            </a:r>
            <a:r>
              <a:rPr lang="en-GB" altLang="zh-CN" sz="1200" b="1" dirty="0"/>
              <a:t>); </a:t>
            </a:r>
            <a:r>
              <a:rPr lang="en-GB" altLang="zh-CN" sz="1200" b="1" dirty="0" smtClean="0"/>
              <a:t>    </a:t>
            </a:r>
            <a:r>
              <a:rPr lang="en-GB" altLang="zh-CN" sz="1200" b="1" dirty="0"/>
              <a:t>	</a:t>
            </a:r>
          </a:p>
        </p:txBody>
      </p:sp>
      <p:sp>
        <p:nvSpPr>
          <p:cNvPr id="3" name="矩形 2"/>
          <p:cNvSpPr/>
          <p:nvPr/>
        </p:nvSpPr>
        <p:spPr>
          <a:xfrm>
            <a:off x="4737377" y="1059582"/>
            <a:ext cx="4032448" cy="362317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>
              <a:lnSpc>
                <a:spcPct val="120000"/>
              </a:lnSpc>
            </a:pPr>
            <a:r>
              <a:rPr lang="en-GB" altLang="zh-CN" sz="1200" b="1" dirty="0">
                <a:solidFill>
                  <a:prstClr val="black"/>
                </a:solidFill>
              </a:rPr>
              <a:t> </a:t>
            </a:r>
            <a:r>
              <a:rPr lang="en-GB" altLang="zh-CN" sz="1200" b="1" dirty="0" smtClean="0">
                <a:solidFill>
                  <a:prstClr val="black"/>
                </a:solidFill>
              </a:rPr>
              <a:t>     //</a:t>
            </a:r>
            <a:r>
              <a:rPr lang="en-GB" altLang="zh-CN" sz="1200" b="1" dirty="0">
                <a:solidFill>
                  <a:prstClr val="black"/>
                </a:solidFill>
              </a:rPr>
              <a:t>USART1 </a:t>
            </a:r>
            <a:r>
              <a:rPr lang="zh-CN" altLang="en-US" sz="1200" b="1" dirty="0">
                <a:solidFill>
                  <a:prstClr val="black"/>
                </a:solidFill>
              </a:rPr>
              <a:t>参数配置</a:t>
            </a:r>
          </a:p>
          <a:p>
            <a:pPr lvl="0">
              <a:lnSpc>
                <a:spcPct val="120000"/>
              </a:lnSpc>
            </a:pPr>
            <a:r>
              <a:rPr lang="en-GB" altLang="zh-CN" sz="1200" b="1" dirty="0" err="1">
                <a:solidFill>
                  <a:prstClr val="black"/>
                </a:solidFill>
              </a:rPr>
              <a:t>USART_InitStructure.USART_BaudRate</a:t>
            </a:r>
            <a:r>
              <a:rPr lang="en-GB" altLang="zh-CN" sz="1200" b="1" dirty="0">
                <a:solidFill>
                  <a:prstClr val="black"/>
                </a:solidFill>
              </a:rPr>
              <a:t> = 115200;</a:t>
            </a:r>
          </a:p>
          <a:p>
            <a:pPr lvl="0">
              <a:lnSpc>
                <a:spcPct val="120000"/>
              </a:lnSpc>
            </a:pPr>
            <a:r>
              <a:rPr lang="en-GB" altLang="zh-CN" sz="1200" b="1" dirty="0" err="1">
                <a:solidFill>
                  <a:prstClr val="black"/>
                </a:solidFill>
              </a:rPr>
              <a:t>USART_InitStructure.USART_WordLength</a:t>
            </a:r>
            <a:r>
              <a:rPr lang="en-GB" altLang="zh-CN" sz="1200" b="1" dirty="0">
                <a:solidFill>
                  <a:prstClr val="black"/>
                </a:solidFill>
              </a:rPr>
              <a:t> = USART_WordLength_8b;</a:t>
            </a:r>
          </a:p>
          <a:p>
            <a:pPr lvl="0">
              <a:lnSpc>
                <a:spcPct val="120000"/>
              </a:lnSpc>
            </a:pPr>
            <a:r>
              <a:rPr lang="en-GB" altLang="zh-CN" sz="1200" b="1" dirty="0" err="1">
                <a:solidFill>
                  <a:prstClr val="black"/>
                </a:solidFill>
              </a:rPr>
              <a:t>USART_InitStructure.USART_StopBits</a:t>
            </a:r>
            <a:r>
              <a:rPr lang="en-GB" altLang="zh-CN" sz="1200" b="1" dirty="0">
                <a:solidFill>
                  <a:prstClr val="black"/>
                </a:solidFill>
              </a:rPr>
              <a:t> = USART_StopBits_1;</a:t>
            </a:r>
          </a:p>
          <a:p>
            <a:pPr lvl="0">
              <a:lnSpc>
                <a:spcPct val="120000"/>
              </a:lnSpc>
            </a:pPr>
            <a:r>
              <a:rPr lang="en-GB" altLang="zh-CN" sz="1200" b="1" dirty="0" err="1">
                <a:solidFill>
                  <a:prstClr val="black"/>
                </a:solidFill>
              </a:rPr>
              <a:t>USART_InitStructure.USART_Parity</a:t>
            </a:r>
            <a:r>
              <a:rPr lang="en-GB" altLang="zh-CN" sz="1200" b="1" dirty="0">
                <a:solidFill>
                  <a:prstClr val="black"/>
                </a:solidFill>
              </a:rPr>
              <a:t> = </a:t>
            </a:r>
            <a:r>
              <a:rPr lang="en-GB" altLang="zh-CN" sz="1200" b="1" dirty="0" err="1">
                <a:solidFill>
                  <a:prstClr val="black"/>
                </a:solidFill>
              </a:rPr>
              <a:t>USART_Parity_No</a:t>
            </a:r>
            <a:r>
              <a:rPr lang="en-GB" altLang="zh-CN" sz="1200" b="1" dirty="0">
                <a:solidFill>
                  <a:prstClr val="black"/>
                </a:solidFill>
              </a:rPr>
              <a:t>;</a:t>
            </a:r>
          </a:p>
          <a:p>
            <a:pPr lvl="0">
              <a:lnSpc>
                <a:spcPct val="120000"/>
              </a:lnSpc>
            </a:pPr>
            <a:r>
              <a:rPr lang="en-GB" altLang="zh-CN" sz="1200" b="1" dirty="0" err="1">
                <a:solidFill>
                  <a:prstClr val="black"/>
                </a:solidFill>
              </a:rPr>
              <a:t>USART_InitStructure.USART_HardwareFlowControl</a:t>
            </a:r>
            <a:r>
              <a:rPr lang="en-GB" altLang="zh-CN" sz="1200" b="1" dirty="0">
                <a:solidFill>
                  <a:prstClr val="black"/>
                </a:solidFill>
              </a:rPr>
              <a:t> = </a:t>
            </a:r>
            <a:r>
              <a:rPr lang="en-GB" altLang="zh-CN" sz="1200" b="1" dirty="0" err="1">
                <a:solidFill>
                  <a:prstClr val="black"/>
                </a:solidFill>
              </a:rPr>
              <a:t>USART_HardwareFlowControl_None</a:t>
            </a:r>
            <a:r>
              <a:rPr lang="en-GB" altLang="zh-CN" sz="1200" b="1" dirty="0">
                <a:solidFill>
                  <a:prstClr val="black"/>
                </a:solidFill>
              </a:rPr>
              <a:t>;</a:t>
            </a:r>
          </a:p>
          <a:p>
            <a:pPr lvl="0">
              <a:lnSpc>
                <a:spcPct val="120000"/>
              </a:lnSpc>
            </a:pPr>
            <a:r>
              <a:rPr lang="en-GB" altLang="zh-CN" sz="1200" b="1" dirty="0" err="1">
                <a:solidFill>
                  <a:prstClr val="black"/>
                </a:solidFill>
              </a:rPr>
              <a:t>USART_InitStructure.USART_Mode</a:t>
            </a:r>
            <a:r>
              <a:rPr lang="en-GB" altLang="zh-CN" sz="1200" b="1" dirty="0">
                <a:solidFill>
                  <a:prstClr val="black"/>
                </a:solidFill>
              </a:rPr>
              <a:t> = </a:t>
            </a:r>
            <a:r>
              <a:rPr lang="en-GB" altLang="zh-CN" sz="1200" b="1" dirty="0" err="1">
                <a:solidFill>
                  <a:prstClr val="black"/>
                </a:solidFill>
              </a:rPr>
              <a:t>USART_Mode_Rx</a:t>
            </a:r>
            <a:r>
              <a:rPr lang="en-GB" altLang="zh-CN" sz="1200" b="1" dirty="0">
                <a:solidFill>
                  <a:prstClr val="black"/>
                </a:solidFill>
              </a:rPr>
              <a:t> | </a:t>
            </a:r>
            <a:r>
              <a:rPr lang="en-GB" altLang="zh-CN" sz="1200" b="1" dirty="0" err="1">
                <a:solidFill>
                  <a:prstClr val="black"/>
                </a:solidFill>
              </a:rPr>
              <a:t>USART_Mode_Tx</a:t>
            </a:r>
            <a:r>
              <a:rPr lang="en-GB" altLang="zh-CN" sz="1200" b="1" dirty="0">
                <a:solidFill>
                  <a:prstClr val="black"/>
                </a:solidFill>
              </a:rPr>
              <a:t>;</a:t>
            </a:r>
          </a:p>
          <a:p>
            <a:pPr lvl="0">
              <a:lnSpc>
                <a:spcPct val="120000"/>
              </a:lnSpc>
            </a:pPr>
            <a:r>
              <a:rPr lang="en-GB" altLang="zh-CN" sz="1200" b="1" dirty="0" err="1">
                <a:solidFill>
                  <a:prstClr val="black"/>
                </a:solidFill>
              </a:rPr>
              <a:t>USART_Init</a:t>
            </a:r>
            <a:r>
              <a:rPr lang="en-GB" altLang="zh-CN" sz="1200" b="1" dirty="0">
                <a:solidFill>
                  <a:prstClr val="black"/>
                </a:solidFill>
              </a:rPr>
              <a:t>(USART1, &amp;</a:t>
            </a:r>
            <a:r>
              <a:rPr lang="en-GB" altLang="zh-CN" sz="1200" b="1" dirty="0" err="1">
                <a:solidFill>
                  <a:prstClr val="black"/>
                </a:solidFill>
              </a:rPr>
              <a:t>USART_InitStructure</a:t>
            </a:r>
            <a:r>
              <a:rPr lang="en-GB" altLang="zh-CN" sz="1200" b="1" dirty="0">
                <a:solidFill>
                  <a:prstClr val="black"/>
                </a:solidFill>
              </a:rPr>
              <a:t>);</a:t>
            </a:r>
          </a:p>
          <a:p>
            <a:pPr lvl="0">
              <a:lnSpc>
                <a:spcPct val="120000"/>
              </a:lnSpc>
            </a:pPr>
            <a:r>
              <a:rPr lang="en-GB" altLang="zh-CN" sz="1200" b="1" dirty="0" err="1">
                <a:solidFill>
                  <a:prstClr val="black"/>
                </a:solidFill>
              </a:rPr>
              <a:t>USART_Cmd</a:t>
            </a:r>
            <a:r>
              <a:rPr lang="en-GB" altLang="zh-CN" sz="1200" b="1" dirty="0">
                <a:solidFill>
                  <a:prstClr val="black"/>
                </a:solidFill>
              </a:rPr>
              <a:t>(USART1, ENABLE); </a:t>
            </a:r>
          </a:p>
          <a:p>
            <a:pPr lvl="0">
              <a:lnSpc>
                <a:spcPct val="120000"/>
              </a:lnSpc>
            </a:pPr>
            <a:r>
              <a:rPr lang="en-GB" altLang="zh-CN" sz="1200" b="1" dirty="0">
                <a:solidFill>
                  <a:prstClr val="black"/>
                </a:solidFill>
              </a:rPr>
              <a:t>  </a:t>
            </a:r>
            <a:r>
              <a:rPr lang="en-GB" altLang="zh-CN" sz="1200" b="1" dirty="0" smtClean="0">
                <a:solidFill>
                  <a:prstClr val="black"/>
                </a:solidFill>
              </a:rPr>
              <a:t>   /* </a:t>
            </a:r>
            <a:r>
              <a:rPr lang="zh-CN" altLang="en-US" sz="1200" b="1" dirty="0">
                <a:solidFill>
                  <a:prstClr val="black"/>
                </a:solidFill>
              </a:rPr>
              <a:t>清除发送完成标志*</a:t>
            </a:r>
            <a:r>
              <a:rPr lang="en-US" altLang="zh-CN" sz="1200" b="1" dirty="0">
                <a:solidFill>
                  <a:prstClr val="black"/>
                </a:solidFill>
              </a:rPr>
              <a:t>/</a:t>
            </a:r>
          </a:p>
          <a:p>
            <a:pPr lvl="0">
              <a:lnSpc>
                <a:spcPct val="120000"/>
              </a:lnSpc>
            </a:pPr>
            <a:r>
              <a:rPr lang="en-GB" altLang="zh-CN" sz="1200" b="1" dirty="0" err="1">
                <a:solidFill>
                  <a:prstClr val="black"/>
                </a:solidFill>
              </a:rPr>
              <a:t>USART_ClearFlag</a:t>
            </a:r>
            <a:r>
              <a:rPr lang="en-GB" altLang="zh-CN" sz="1200" b="1" dirty="0">
                <a:solidFill>
                  <a:prstClr val="black"/>
                </a:solidFill>
              </a:rPr>
              <a:t>(USART1, USART_FLAG_TC|USART_FLAG_TXE|USART_FLAG_RXNE);       </a:t>
            </a:r>
          </a:p>
          <a:p>
            <a:pPr lvl="0">
              <a:lnSpc>
                <a:spcPct val="120000"/>
              </a:lnSpc>
            </a:pPr>
            <a:r>
              <a:rPr lang="en-GB" altLang="zh-CN" sz="1200" b="1" dirty="0">
                <a:solidFill>
                  <a:prstClr val="black"/>
                </a:solidFill>
              </a:rPr>
              <a:t>}</a:t>
            </a:r>
          </a:p>
        </p:txBody>
      </p:sp>
      <p:sp>
        <p:nvSpPr>
          <p:cNvPr id="4" name="矩形 3"/>
          <p:cNvSpPr/>
          <p:nvPr/>
        </p:nvSpPr>
        <p:spPr>
          <a:xfrm>
            <a:off x="5905740" y="443449"/>
            <a:ext cx="16957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sz="2000" b="1" dirty="0" err="1">
                <a:solidFill>
                  <a:srgbClr val="C00000"/>
                </a:solidFill>
              </a:rPr>
              <a:t>USARTx.c</a:t>
            </a:r>
            <a:r>
              <a:rPr lang="zh-CN" altLang="en-US" sz="2000" b="1" dirty="0">
                <a:solidFill>
                  <a:srgbClr val="C00000"/>
                </a:solidFill>
              </a:rPr>
              <a:t>文件</a:t>
            </a:r>
          </a:p>
        </p:txBody>
      </p:sp>
      <p:sp>
        <p:nvSpPr>
          <p:cNvPr id="7" name="右箭头 6"/>
          <p:cNvSpPr/>
          <p:nvPr/>
        </p:nvSpPr>
        <p:spPr>
          <a:xfrm>
            <a:off x="4499991" y="2427734"/>
            <a:ext cx="237386" cy="14401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</p:spTree>
    <p:extLst>
      <p:ext uri="{BB962C8B-B14F-4D97-AF65-F5344CB8AC3E}">
        <p14:creationId xmlns:p14="http://schemas.microsoft.com/office/powerpoint/2010/main" val="1028422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339503"/>
            <a:ext cx="449999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43172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8.3.3 DMA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标准外设库应用实例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65739" y="1059582"/>
            <a:ext cx="4211959" cy="360098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altLang="zh-CN" sz="1200" b="1" dirty="0" smtClean="0"/>
              <a:t>void </a:t>
            </a:r>
            <a:r>
              <a:rPr lang="en-GB" altLang="zh-CN" sz="1200" b="1" dirty="0" err="1"/>
              <a:t>USARTx_DMA_Config</a:t>
            </a:r>
            <a:r>
              <a:rPr lang="en-GB" altLang="zh-CN" sz="1200" b="1" dirty="0"/>
              <a:t>(void)</a:t>
            </a:r>
          </a:p>
          <a:p>
            <a:r>
              <a:rPr lang="en-GB" altLang="zh-CN" sz="1200" b="1" dirty="0"/>
              <a:t>{</a:t>
            </a:r>
          </a:p>
          <a:p>
            <a:r>
              <a:rPr lang="en-GB" altLang="zh-CN" sz="1200" b="1" dirty="0"/>
              <a:t>  </a:t>
            </a:r>
            <a:r>
              <a:rPr lang="en-GB" altLang="zh-CN" sz="1200" b="1" dirty="0" err="1"/>
              <a:t>DMA_InitTypeDef</a:t>
            </a:r>
            <a:r>
              <a:rPr lang="en-GB" altLang="zh-CN" sz="1200" b="1" dirty="0"/>
              <a:t> </a:t>
            </a:r>
            <a:r>
              <a:rPr lang="en-GB" altLang="zh-CN" sz="1200" b="1" dirty="0" err="1"/>
              <a:t>DMA_InitStructure</a:t>
            </a:r>
            <a:r>
              <a:rPr lang="en-GB" altLang="zh-CN" sz="1200" b="1" dirty="0"/>
              <a:t>;</a:t>
            </a:r>
          </a:p>
          <a:p>
            <a:r>
              <a:rPr lang="en-GB" altLang="zh-CN" sz="1200" b="1" dirty="0"/>
              <a:t>    /*</a:t>
            </a:r>
            <a:r>
              <a:rPr lang="zh-CN" altLang="en-US" sz="1200" b="1" dirty="0"/>
              <a:t>开启</a:t>
            </a:r>
            <a:r>
              <a:rPr lang="en-GB" altLang="zh-CN" sz="1200" b="1" dirty="0"/>
              <a:t>DMA</a:t>
            </a:r>
            <a:r>
              <a:rPr lang="zh-CN" altLang="en-US" sz="1200" b="1" dirty="0"/>
              <a:t>时钟*</a:t>
            </a:r>
            <a:r>
              <a:rPr lang="en-US" altLang="zh-CN" sz="1200" b="1" dirty="0"/>
              <a:t>/</a:t>
            </a:r>
          </a:p>
          <a:p>
            <a:r>
              <a:rPr lang="en-US" altLang="zh-CN" sz="1200" b="1" dirty="0"/>
              <a:t>  </a:t>
            </a:r>
            <a:r>
              <a:rPr lang="en-GB" altLang="zh-CN" sz="1200" b="1" dirty="0" err="1"/>
              <a:t>RCC_AHBPeriphClockCmd</a:t>
            </a:r>
            <a:r>
              <a:rPr lang="en-GB" altLang="zh-CN" sz="1200" b="1" dirty="0"/>
              <a:t>(RCC_AHBPeriph_DMA1, ENABLE);</a:t>
            </a:r>
          </a:p>
          <a:p>
            <a:r>
              <a:rPr lang="en-GB" altLang="zh-CN" sz="1200" b="1" dirty="0"/>
              <a:t>    /*</a:t>
            </a:r>
            <a:r>
              <a:rPr lang="zh-CN" altLang="en-US" sz="1200" b="1" dirty="0"/>
              <a:t>设置</a:t>
            </a:r>
            <a:r>
              <a:rPr lang="en-GB" altLang="zh-CN" sz="1200" b="1" dirty="0"/>
              <a:t>DMA</a:t>
            </a:r>
            <a:r>
              <a:rPr lang="zh-CN" altLang="en-US" sz="1200" b="1" dirty="0"/>
              <a:t>源：串口数据寄存器地址*</a:t>
            </a:r>
            <a:r>
              <a:rPr lang="en-US" altLang="zh-CN" sz="1200" b="1" dirty="0"/>
              <a:t>/  </a:t>
            </a:r>
          </a:p>
          <a:p>
            <a:r>
              <a:rPr lang="en-US" altLang="zh-CN" sz="1200" b="1" dirty="0"/>
              <a:t>  </a:t>
            </a:r>
            <a:r>
              <a:rPr lang="en-GB" altLang="zh-CN" sz="1200" b="1" dirty="0" err="1"/>
              <a:t>DMA_InitStructure.DMA_PeripheralBaseAddr</a:t>
            </a:r>
            <a:r>
              <a:rPr lang="en-GB" altLang="zh-CN" sz="1200" b="1" dirty="0"/>
              <a:t> =(uint32_t)(&amp;(USART1-&gt;DR));	</a:t>
            </a:r>
          </a:p>
          <a:p>
            <a:r>
              <a:rPr lang="en-GB" altLang="zh-CN" sz="1200" b="1" dirty="0"/>
              <a:t>    /*</a:t>
            </a:r>
            <a:r>
              <a:rPr lang="zh-CN" altLang="en-US" sz="1200" b="1" dirty="0"/>
              <a:t>内存地址，要传输的变量的指针*</a:t>
            </a:r>
            <a:r>
              <a:rPr lang="en-US" altLang="zh-CN" sz="1200" b="1" dirty="0"/>
              <a:t>/</a:t>
            </a:r>
          </a:p>
          <a:p>
            <a:r>
              <a:rPr lang="en-US" altLang="zh-CN" sz="1200" b="1" dirty="0"/>
              <a:t>  </a:t>
            </a:r>
            <a:r>
              <a:rPr lang="en-GB" altLang="zh-CN" sz="1200" b="1" dirty="0" err="1"/>
              <a:t>DMA_InitStructure.DMA_MemoryBaseAddr</a:t>
            </a:r>
            <a:r>
              <a:rPr lang="en-GB" altLang="zh-CN" sz="1200" b="1" dirty="0"/>
              <a:t> = (uint32_t)</a:t>
            </a:r>
            <a:r>
              <a:rPr lang="en-GB" altLang="zh-CN" sz="1200" b="1" dirty="0" err="1"/>
              <a:t>SendBuff</a:t>
            </a:r>
            <a:r>
              <a:rPr lang="en-GB" altLang="zh-CN" sz="1200" b="1" dirty="0"/>
              <a:t>;</a:t>
            </a:r>
          </a:p>
          <a:p>
            <a:r>
              <a:rPr lang="en-GB" altLang="zh-CN" sz="1200" b="1" dirty="0"/>
              <a:t>    /*</a:t>
            </a:r>
            <a:r>
              <a:rPr lang="zh-CN" altLang="en-US" sz="1200" b="1" dirty="0"/>
              <a:t>方向：从内存到外设*</a:t>
            </a:r>
            <a:r>
              <a:rPr lang="en-US" altLang="zh-CN" sz="1200" b="1" dirty="0"/>
              <a:t>/		</a:t>
            </a:r>
          </a:p>
          <a:p>
            <a:r>
              <a:rPr lang="en-US" altLang="zh-CN" sz="1200" b="1" dirty="0"/>
              <a:t>  </a:t>
            </a:r>
            <a:r>
              <a:rPr lang="en-GB" altLang="zh-CN" sz="1200" b="1" dirty="0" err="1"/>
              <a:t>DMA_InitStructure.DMA_DIR</a:t>
            </a:r>
            <a:r>
              <a:rPr lang="en-GB" altLang="zh-CN" sz="1200" b="1" dirty="0"/>
              <a:t> = </a:t>
            </a:r>
            <a:r>
              <a:rPr lang="en-GB" altLang="zh-CN" sz="1200" b="1" dirty="0" err="1"/>
              <a:t>DMA_DIR_PeripheralDST</a:t>
            </a:r>
            <a:r>
              <a:rPr lang="en-GB" altLang="zh-CN" sz="1200" b="1" dirty="0"/>
              <a:t>;	</a:t>
            </a:r>
          </a:p>
          <a:p>
            <a:r>
              <a:rPr lang="en-GB" altLang="zh-CN" sz="1200" b="1" dirty="0"/>
              <a:t>    /*</a:t>
            </a:r>
            <a:r>
              <a:rPr lang="zh-CN" altLang="en-US" sz="1200" b="1" dirty="0"/>
              <a:t>传输大小</a:t>
            </a:r>
            <a:r>
              <a:rPr lang="en-GB" altLang="zh-CN" sz="1200" b="1" dirty="0" err="1"/>
              <a:t>DMA_BufferSize</a:t>
            </a:r>
            <a:r>
              <a:rPr lang="en-GB" altLang="zh-CN" sz="1200" b="1" dirty="0"/>
              <a:t>=SENDBUFF_SIZE*/	</a:t>
            </a:r>
          </a:p>
          <a:p>
            <a:r>
              <a:rPr lang="en-GB" altLang="zh-CN" sz="1200" b="1" dirty="0"/>
              <a:t>  </a:t>
            </a:r>
            <a:r>
              <a:rPr lang="en-GB" altLang="zh-CN" sz="1200" b="1" dirty="0" err="1"/>
              <a:t>DMA_InitStructure.DMA_BufferSize</a:t>
            </a:r>
            <a:r>
              <a:rPr lang="en-GB" altLang="zh-CN" sz="1200" b="1" dirty="0"/>
              <a:t> = SENDBUFF_SIZE;</a:t>
            </a:r>
          </a:p>
          <a:p>
            <a:r>
              <a:rPr lang="en-GB" altLang="zh-CN" sz="1200" b="1" dirty="0"/>
              <a:t>    /*</a:t>
            </a:r>
            <a:r>
              <a:rPr lang="zh-CN" altLang="en-US" sz="1200" b="1" dirty="0"/>
              <a:t>外设地址设置为不增*</a:t>
            </a:r>
            <a:r>
              <a:rPr lang="en-US" altLang="zh-CN" sz="1200" b="1" dirty="0"/>
              <a:t>/	    </a:t>
            </a:r>
          </a:p>
          <a:p>
            <a:r>
              <a:rPr lang="en-US" altLang="zh-CN" sz="1200" b="1" dirty="0"/>
              <a:t>  </a:t>
            </a:r>
            <a:r>
              <a:rPr lang="en-GB" altLang="zh-CN" sz="1200" b="1" dirty="0" err="1"/>
              <a:t>DMA_InitStructure.DMA_PeripheralInc</a:t>
            </a:r>
            <a:r>
              <a:rPr lang="en-GB" altLang="zh-CN" sz="1200" b="1" dirty="0"/>
              <a:t> = </a:t>
            </a:r>
            <a:r>
              <a:rPr lang="en-GB" altLang="zh-CN" sz="1200" b="1" dirty="0" err="1"/>
              <a:t>DMA_PeripheralInc_Disable</a:t>
            </a:r>
            <a:r>
              <a:rPr lang="en-GB" altLang="zh-CN" sz="1200" b="1" dirty="0"/>
              <a:t>; </a:t>
            </a:r>
          </a:p>
        </p:txBody>
      </p:sp>
      <p:sp>
        <p:nvSpPr>
          <p:cNvPr id="3" name="矩形 2"/>
          <p:cNvSpPr/>
          <p:nvPr/>
        </p:nvSpPr>
        <p:spPr>
          <a:xfrm>
            <a:off x="4737377" y="627534"/>
            <a:ext cx="4032448" cy="433965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altLang="zh-CN" sz="1200" b="1" dirty="0"/>
              <a:t> /*</a:t>
            </a:r>
            <a:r>
              <a:rPr lang="zh-CN" altLang="en-US" sz="1200" b="1" dirty="0"/>
              <a:t>内存地址设置为自增*</a:t>
            </a:r>
            <a:r>
              <a:rPr lang="en-US" altLang="zh-CN" sz="1200" b="1" dirty="0"/>
              <a:t>/</a:t>
            </a:r>
          </a:p>
          <a:p>
            <a:r>
              <a:rPr lang="en-US" altLang="zh-CN" sz="1200" b="1" dirty="0"/>
              <a:t>  </a:t>
            </a:r>
            <a:r>
              <a:rPr lang="en-GB" altLang="zh-CN" sz="1200" b="1" dirty="0" err="1"/>
              <a:t>DMA_InitStructure.DMA_MemoryInc</a:t>
            </a:r>
            <a:r>
              <a:rPr lang="en-GB" altLang="zh-CN" sz="1200" b="1" dirty="0"/>
              <a:t> = </a:t>
            </a:r>
            <a:r>
              <a:rPr lang="en-GB" altLang="zh-CN" sz="1200" b="1" dirty="0" err="1"/>
              <a:t>DMA_MemoryInc_Enable</a:t>
            </a:r>
            <a:r>
              <a:rPr lang="en-GB" altLang="zh-CN" sz="1200" b="1" dirty="0"/>
              <a:t>;	</a:t>
            </a:r>
          </a:p>
          <a:p>
            <a:r>
              <a:rPr lang="en-GB" altLang="zh-CN" sz="1200" b="1" dirty="0"/>
              <a:t>    /*</a:t>
            </a:r>
            <a:r>
              <a:rPr lang="zh-CN" altLang="en-US" sz="1200" b="1" dirty="0"/>
              <a:t>设置外设数据单位*</a:t>
            </a:r>
            <a:r>
              <a:rPr lang="en-US" altLang="zh-CN" sz="1200" b="1" dirty="0"/>
              <a:t>/	</a:t>
            </a:r>
          </a:p>
          <a:p>
            <a:r>
              <a:rPr lang="en-US" altLang="zh-CN" sz="1200" b="1" dirty="0"/>
              <a:t>  </a:t>
            </a:r>
            <a:r>
              <a:rPr lang="en-GB" altLang="zh-CN" sz="1200" b="1" dirty="0" err="1"/>
              <a:t>DMA_InitStructure.DMA_PeripheralDataSize</a:t>
            </a:r>
            <a:r>
              <a:rPr lang="en-GB" altLang="zh-CN" sz="1200" b="1" dirty="0"/>
              <a:t> = </a:t>
            </a:r>
            <a:r>
              <a:rPr lang="en-GB" altLang="zh-CN" sz="1200" b="1" dirty="0" err="1"/>
              <a:t>DMA_PeripheralDataSize_Byte</a:t>
            </a:r>
            <a:r>
              <a:rPr lang="en-GB" altLang="zh-CN" sz="1200" b="1" dirty="0"/>
              <a:t>;</a:t>
            </a:r>
          </a:p>
          <a:p>
            <a:r>
              <a:rPr lang="en-GB" altLang="zh-CN" sz="1200" b="1" dirty="0"/>
              <a:t>    /*</a:t>
            </a:r>
            <a:r>
              <a:rPr lang="zh-CN" altLang="en-US" sz="1200" b="1" dirty="0"/>
              <a:t>设置内存数据单位</a:t>
            </a:r>
            <a:r>
              <a:rPr lang="en-US" altLang="zh-CN" sz="1200" b="1" dirty="0"/>
              <a:t>8</a:t>
            </a:r>
            <a:r>
              <a:rPr lang="en-GB" altLang="zh-CN" sz="1200" b="1" dirty="0"/>
              <a:t>bit*/</a:t>
            </a:r>
          </a:p>
          <a:p>
            <a:r>
              <a:rPr lang="en-GB" altLang="zh-CN" sz="1200" b="1" dirty="0"/>
              <a:t>  </a:t>
            </a:r>
            <a:r>
              <a:rPr lang="en-GB" altLang="zh-CN" sz="1200" b="1" dirty="0" err="1"/>
              <a:t>DMA_InitStructure.DMA_MemoryDataSize</a:t>
            </a:r>
            <a:r>
              <a:rPr lang="en-GB" altLang="zh-CN" sz="1200" b="1" dirty="0"/>
              <a:t> = </a:t>
            </a:r>
            <a:r>
              <a:rPr lang="en-GB" altLang="zh-CN" sz="1200" b="1" dirty="0" err="1"/>
              <a:t>DMA_MemoryDataSize_Byte</a:t>
            </a:r>
            <a:r>
              <a:rPr lang="en-GB" altLang="zh-CN" sz="1200" b="1" dirty="0"/>
              <a:t>;	 </a:t>
            </a:r>
          </a:p>
          <a:p>
            <a:r>
              <a:rPr lang="en-GB" altLang="zh-CN" sz="1200" b="1" dirty="0"/>
              <a:t>    /*</a:t>
            </a:r>
            <a:r>
              <a:rPr lang="zh-CN" altLang="en-US" sz="1200" b="1" dirty="0"/>
              <a:t>设置</a:t>
            </a:r>
            <a:r>
              <a:rPr lang="en-GB" altLang="zh-CN" sz="1200" b="1" dirty="0"/>
              <a:t>DMA</a:t>
            </a:r>
            <a:r>
              <a:rPr lang="zh-CN" altLang="en-US" sz="1200" b="1" dirty="0"/>
              <a:t>模式为不断循环模式*</a:t>
            </a:r>
            <a:r>
              <a:rPr lang="en-US" altLang="zh-CN" sz="1200" b="1" dirty="0"/>
              <a:t>/</a:t>
            </a:r>
          </a:p>
          <a:p>
            <a:r>
              <a:rPr lang="en-US" altLang="zh-CN" sz="1200" b="1" dirty="0"/>
              <a:t>  </a:t>
            </a:r>
            <a:r>
              <a:rPr lang="en-GB" altLang="zh-CN" sz="1200" b="1" dirty="0" err="1"/>
              <a:t>DMA_InitStructure.DMA_Mode</a:t>
            </a:r>
            <a:r>
              <a:rPr lang="en-GB" altLang="zh-CN" sz="1200" b="1" dirty="0"/>
              <a:t> = </a:t>
            </a:r>
            <a:r>
              <a:rPr lang="en-GB" altLang="zh-CN" sz="1200" b="1" dirty="0" err="1"/>
              <a:t>DMA_Mode_Circular</a:t>
            </a:r>
            <a:r>
              <a:rPr lang="en-GB" altLang="zh-CN" sz="1200" b="1" dirty="0"/>
              <a:t>;	 </a:t>
            </a:r>
          </a:p>
          <a:p>
            <a:r>
              <a:rPr lang="en-GB" altLang="zh-CN" sz="1200" b="1" dirty="0"/>
              <a:t>    /*</a:t>
            </a:r>
            <a:r>
              <a:rPr lang="zh-CN" altLang="en-US" sz="1200" b="1" dirty="0"/>
              <a:t>设置</a:t>
            </a:r>
            <a:r>
              <a:rPr lang="en-GB" altLang="zh-CN" sz="1200" b="1" dirty="0"/>
              <a:t>DMA</a:t>
            </a:r>
            <a:r>
              <a:rPr lang="zh-CN" altLang="en-US" sz="1200" b="1" dirty="0"/>
              <a:t>的优先级：中*</a:t>
            </a:r>
            <a:r>
              <a:rPr lang="en-US" altLang="zh-CN" sz="1200" b="1" dirty="0"/>
              <a:t>/	</a:t>
            </a:r>
          </a:p>
          <a:p>
            <a:r>
              <a:rPr lang="en-US" altLang="zh-CN" sz="1200" b="1" dirty="0"/>
              <a:t>  </a:t>
            </a:r>
            <a:r>
              <a:rPr lang="en-GB" altLang="zh-CN" sz="1200" b="1" dirty="0" err="1"/>
              <a:t>DMA_InitStructure.DMA_Priority</a:t>
            </a:r>
            <a:r>
              <a:rPr lang="en-GB" altLang="zh-CN" sz="1200" b="1" dirty="0"/>
              <a:t> = </a:t>
            </a:r>
            <a:r>
              <a:rPr lang="en-GB" altLang="zh-CN" sz="1200" b="1" dirty="0" err="1"/>
              <a:t>DMA_Priority_Medium</a:t>
            </a:r>
            <a:r>
              <a:rPr lang="en-GB" altLang="zh-CN" sz="1200" b="1" dirty="0"/>
              <a:t>; </a:t>
            </a:r>
          </a:p>
          <a:p>
            <a:r>
              <a:rPr lang="en-GB" altLang="zh-CN" sz="1200" b="1" dirty="0"/>
              <a:t>    /*</a:t>
            </a:r>
            <a:r>
              <a:rPr lang="zh-CN" altLang="en-US" sz="1200" b="1" dirty="0"/>
              <a:t>禁止内存到内存的传输*</a:t>
            </a:r>
            <a:r>
              <a:rPr lang="en-US" altLang="zh-CN" sz="1200" b="1" dirty="0"/>
              <a:t>/</a:t>
            </a:r>
          </a:p>
          <a:p>
            <a:r>
              <a:rPr lang="en-US" altLang="zh-CN" sz="1200" b="1" dirty="0"/>
              <a:t>  </a:t>
            </a:r>
            <a:r>
              <a:rPr lang="en-GB" altLang="zh-CN" sz="1200" b="1" dirty="0"/>
              <a:t>DMA_InitStructure.DMA_M2M = DMA_M2M_Disable;</a:t>
            </a:r>
          </a:p>
          <a:p>
            <a:r>
              <a:rPr lang="en-GB" altLang="zh-CN" sz="1200" b="1" dirty="0"/>
              <a:t>    /*</a:t>
            </a:r>
            <a:r>
              <a:rPr lang="zh-CN" altLang="en-US" sz="1200" b="1" dirty="0"/>
              <a:t>配置</a:t>
            </a:r>
            <a:r>
              <a:rPr lang="en-GB" altLang="zh-CN" sz="1200" b="1" dirty="0"/>
              <a:t>DMA1</a:t>
            </a:r>
            <a:r>
              <a:rPr lang="zh-CN" altLang="en-US" sz="1200" b="1" dirty="0"/>
              <a:t>的通道</a:t>
            </a:r>
            <a:r>
              <a:rPr lang="en-US" altLang="zh-CN" sz="1200" b="1" dirty="0"/>
              <a:t>4*/		   </a:t>
            </a:r>
          </a:p>
          <a:p>
            <a:r>
              <a:rPr lang="en-US" altLang="zh-CN" sz="1200" b="1" dirty="0"/>
              <a:t>  </a:t>
            </a:r>
            <a:r>
              <a:rPr lang="en-GB" altLang="zh-CN" sz="1200" b="1" dirty="0" err="1"/>
              <a:t>DMA_Init</a:t>
            </a:r>
            <a:r>
              <a:rPr lang="en-GB" altLang="zh-CN" sz="1200" b="1" dirty="0"/>
              <a:t>(DMA1_Channel4, &amp;</a:t>
            </a:r>
            <a:r>
              <a:rPr lang="en-GB" altLang="zh-CN" sz="1200" b="1" dirty="0" err="1"/>
              <a:t>DMA_InitStructure</a:t>
            </a:r>
            <a:r>
              <a:rPr lang="en-GB" altLang="zh-CN" sz="1200" b="1" dirty="0"/>
              <a:t>);</a:t>
            </a:r>
          </a:p>
          <a:p>
            <a:r>
              <a:rPr lang="en-GB" altLang="zh-CN" sz="1200" b="1" dirty="0"/>
              <a:t>  /*</a:t>
            </a:r>
            <a:r>
              <a:rPr lang="zh-CN" altLang="en-US" sz="1200" b="1" dirty="0"/>
              <a:t>使能</a:t>
            </a:r>
            <a:r>
              <a:rPr lang="en-GB" altLang="zh-CN" sz="1200" b="1" dirty="0"/>
              <a:t>DMA*/</a:t>
            </a:r>
          </a:p>
          <a:p>
            <a:r>
              <a:rPr lang="en-GB" altLang="zh-CN" sz="1200" b="1" dirty="0"/>
              <a:t>  </a:t>
            </a:r>
            <a:r>
              <a:rPr lang="en-GB" altLang="zh-CN" sz="1200" b="1" dirty="0" err="1"/>
              <a:t>DMA_Cmd</a:t>
            </a:r>
            <a:r>
              <a:rPr lang="en-GB" altLang="zh-CN" sz="1200" b="1" dirty="0"/>
              <a:t> (DMA1_Channel4,ENABLE);			</a:t>
            </a:r>
          </a:p>
          <a:p>
            <a:r>
              <a:rPr lang="en-GB" altLang="zh-CN" sz="1200" b="1" dirty="0"/>
              <a:t>    /*</a:t>
            </a:r>
            <a:r>
              <a:rPr lang="zh-CN" altLang="en-US" sz="1200" b="1" dirty="0"/>
              <a:t>设置</a:t>
            </a:r>
            <a:r>
              <a:rPr lang="en-GB" altLang="zh-CN" sz="1200" b="1" dirty="0"/>
              <a:t>DMA</a:t>
            </a:r>
            <a:r>
              <a:rPr lang="zh-CN" altLang="en-US" sz="1200" b="1" dirty="0"/>
              <a:t>发送完成后产生中断 *</a:t>
            </a:r>
            <a:r>
              <a:rPr lang="en-US" altLang="zh-CN" sz="1200" b="1" dirty="0"/>
              <a:t>/</a:t>
            </a:r>
          </a:p>
          <a:p>
            <a:r>
              <a:rPr lang="en-US" altLang="zh-CN" sz="1200" b="1" dirty="0"/>
              <a:t>  </a:t>
            </a:r>
            <a:r>
              <a:rPr lang="en-GB" altLang="zh-CN" sz="1200" b="1" dirty="0" err="1"/>
              <a:t>DMA_ITConfig</a:t>
            </a:r>
            <a:r>
              <a:rPr lang="en-GB" altLang="zh-CN" sz="1200" b="1" dirty="0"/>
              <a:t>(DMA1_Channel4,DMA_IT_TC,ENABLE);  </a:t>
            </a:r>
          </a:p>
          <a:p>
            <a:r>
              <a:rPr lang="en-GB" altLang="zh-CN" sz="1200" b="1" dirty="0"/>
              <a:t>}</a:t>
            </a:r>
          </a:p>
        </p:txBody>
      </p:sp>
      <p:sp>
        <p:nvSpPr>
          <p:cNvPr id="4" name="矩形 3"/>
          <p:cNvSpPr/>
          <p:nvPr/>
        </p:nvSpPr>
        <p:spPr>
          <a:xfrm>
            <a:off x="6156176" y="176101"/>
            <a:ext cx="16957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sz="2000" b="1" dirty="0" err="1">
                <a:solidFill>
                  <a:srgbClr val="C00000"/>
                </a:solidFill>
              </a:rPr>
              <a:t>USARTx.c</a:t>
            </a:r>
            <a:r>
              <a:rPr lang="zh-CN" altLang="en-US" sz="2000" b="1" dirty="0">
                <a:solidFill>
                  <a:srgbClr val="C00000"/>
                </a:solidFill>
              </a:rPr>
              <a:t>文件</a:t>
            </a:r>
          </a:p>
        </p:txBody>
      </p:sp>
      <p:sp>
        <p:nvSpPr>
          <p:cNvPr id="7" name="右箭头 6"/>
          <p:cNvSpPr/>
          <p:nvPr/>
        </p:nvSpPr>
        <p:spPr>
          <a:xfrm>
            <a:off x="4499991" y="2427734"/>
            <a:ext cx="237386" cy="14401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</p:spTree>
    <p:extLst>
      <p:ext uri="{BB962C8B-B14F-4D97-AF65-F5344CB8AC3E}">
        <p14:creationId xmlns:p14="http://schemas.microsoft.com/office/powerpoint/2010/main" val="3271947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339503"/>
            <a:ext cx="449999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43172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8.3.3 DMA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标准外设库应用实例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363843" y="987574"/>
            <a:ext cx="6464637" cy="397031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400" b="1" dirty="0" smtClean="0"/>
              <a:t>     // </a:t>
            </a:r>
            <a:r>
              <a:rPr lang="zh-CN" altLang="en-US" sz="1400" b="1" dirty="0"/>
              <a:t>重定向</a:t>
            </a:r>
            <a:r>
              <a:rPr lang="en-GB" altLang="zh-CN" sz="1400" b="1" dirty="0"/>
              <a:t>C</a:t>
            </a:r>
            <a:r>
              <a:rPr lang="zh-CN" altLang="en-US" sz="1400" b="1" dirty="0"/>
              <a:t>库函数</a:t>
            </a:r>
            <a:r>
              <a:rPr lang="en-GB" altLang="zh-CN" sz="1400" b="1" dirty="0" err="1"/>
              <a:t>printf</a:t>
            </a:r>
            <a:r>
              <a:rPr lang="zh-CN" altLang="en-US" sz="1400" b="1" dirty="0"/>
              <a:t>到</a:t>
            </a:r>
            <a:r>
              <a:rPr lang="en-GB" altLang="zh-CN" sz="1400" b="1" dirty="0"/>
              <a:t>USART1</a:t>
            </a:r>
          </a:p>
          <a:p>
            <a:r>
              <a:rPr lang="en-GB" altLang="zh-CN" sz="1400" b="1" dirty="0" err="1"/>
              <a:t>int</a:t>
            </a:r>
            <a:r>
              <a:rPr lang="en-GB" altLang="zh-CN" sz="1400" b="1" dirty="0"/>
              <a:t> </a:t>
            </a:r>
            <a:r>
              <a:rPr lang="en-GB" altLang="zh-CN" sz="1400" b="1" dirty="0" err="1"/>
              <a:t>fputc</a:t>
            </a:r>
            <a:r>
              <a:rPr lang="en-GB" altLang="zh-CN" sz="1400" b="1" dirty="0"/>
              <a:t>(</a:t>
            </a:r>
            <a:r>
              <a:rPr lang="en-GB" altLang="zh-CN" sz="1400" b="1" dirty="0" err="1"/>
              <a:t>int</a:t>
            </a:r>
            <a:r>
              <a:rPr lang="en-GB" altLang="zh-CN" sz="1400" b="1" dirty="0"/>
              <a:t> </a:t>
            </a:r>
            <a:r>
              <a:rPr lang="en-GB" altLang="zh-CN" sz="1400" b="1" dirty="0" err="1"/>
              <a:t>ch</a:t>
            </a:r>
            <a:r>
              <a:rPr lang="en-GB" altLang="zh-CN" sz="1400" b="1" dirty="0"/>
              <a:t>, FILE *f)</a:t>
            </a:r>
          </a:p>
          <a:p>
            <a:r>
              <a:rPr lang="en-GB" altLang="zh-CN" sz="1400" b="1" dirty="0"/>
              <a:t>{</a:t>
            </a:r>
          </a:p>
          <a:p>
            <a:r>
              <a:rPr lang="en-GB" altLang="zh-CN" sz="1400" b="1" dirty="0"/>
              <a:t>      </a:t>
            </a:r>
            <a:r>
              <a:rPr lang="en-GB" altLang="zh-CN" sz="1400" b="1" dirty="0" smtClean="0"/>
              <a:t>    /* </a:t>
            </a:r>
            <a:r>
              <a:rPr lang="zh-CN" altLang="en-US" sz="1400" b="1" dirty="0"/>
              <a:t>发送一个字节数据到串口</a:t>
            </a:r>
            <a:r>
              <a:rPr lang="en-GB" altLang="zh-CN" sz="1400" b="1" dirty="0"/>
              <a:t>USART1*/</a:t>
            </a:r>
          </a:p>
          <a:p>
            <a:r>
              <a:rPr lang="en-GB" altLang="zh-CN" sz="1400" b="1" dirty="0"/>
              <a:t>    </a:t>
            </a:r>
            <a:r>
              <a:rPr lang="en-GB" altLang="zh-CN" sz="1400" b="1" dirty="0" err="1"/>
              <a:t>USART_SendData</a:t>
            </a:r>
            <a:r>
              <a:rPr lang="en-GB" altLang="zh-CN" sz="1400" b="1" dirty="0"/>
              <a:t>(USART1, (uint8_t) </a:t>
            </a:r>
            <a:r>
              <a:rPr lang="en-GB" altLang="zh-CN" sz="1400" b="1" dirty="0" err="1"/>
              <a:t>ch</a:t>
            </a:r>
            <a:r>
              <a:rPr lang="en-GB" altLang="zh-CN" sz="1400" b="1" dirty="0"/>
              <a:t>);</a:t>
            </a:r>
          </a:p>
          <a:p>
            <a:r>
              <a:rPr lang="en-GB" altLang="zh-CN" sz="1400" b="1" dirty="0"/>
              <a:t>      </a:t>
            </a:r>
            <a:r>
              <a:rPr lang="en-GB" altLang="zh-CN" sz="1400" b="1" dirty="0" smtClean="0"/>
              <a:t>    /* </a:t>
            </a:r>
            <a:r>
              <a:rPr lang="zh-CN" altLang="en-US" sz="1400" b="1" dirty="0"/>
              <a:t>等待串口数据发送完毕*</a:t>
            </a:r>
            <a:r>
              <a:rPr lang="en-US" altLang="zh-CN" sz="1400" b="1" dirty="0"/>
              <a:t>/</a:t>
            </a:r>
          </a:p>
          <a:p>
            <a:r>
              <a:rPr lang="en-US" altLang="zh-CN" sz="1400" b="1" dirty="0"/>
              <a:t>    </a:t>
            </a:r>
            <a:r>
              <a:rPr lang="en-GB" altLang="zh-CN" sz="1400" b="1" dirty="0"/>
              <a:t>while (</a:t>
            </a:r>
            <a:r>
              <a:rPr lang="en-GB" altLang="zh-CN" sz="1400" b="1" dirty="0" err="1"/>
              <a:t>USART_GetFlagStatus</a:t>
            </a:r>
            <a:r>
              <a:rPr lang="en-GB" altLang="zh-CN" sz="1400" b="1" dirty="0"/>
              <a:t>(USART1, USART_FLAG_TXE) == RESET);		</a:t>
            </a:r>
          </a:p>
          <a:p>
            <a:r>
              <a:rPr lang="en-GB" altLang="zh-CN" sz="1400" b="1" dirty="0"/>
              <a:t>       return (</a:t>
            </a:r>
            <a:r>
              <a:rPr lang="en-GB" altLang="zh-CN" sz="1400" b="1" dirty="0" err="1"/>
              <a:t>ch</a:t>
            </a:r>
            <a:r>
              <a:rPr lang="en-GB" altLang="zh-CN" sz="1400" b="1" dirty="0"/>
              <a:t>);</a:t>
            </a:r>
          </a:p>
          <a:p>
            <a:r>
              <a:rPr lang="en-GB" altLang="zh-CN" sz="1400" b="1" dirty="0"/>
              <a:t>}</a:t>
            </a:r>
          </a:p>
          <a:p>
            <a:endParaRPr lang="en-GB" altLang="zh-CN" sz="1400" b="1" dirty="0"/>
          </a:p>
          <a:p>
            <a:r>
              <a:rPr lang="en-GB" altLang="zh-CN" sz="1400" b="1" dirty="0" smtClean="0"/>
              <a:t>       //</a:t>
            </a:r>
            <a:r>
              <a:rPr lang="zh-CN" altLang="en-US" sz="1400" b="1" dirty="0"/>
              <a:t>重定向</a:t>
            </a:r>
            <a:r>
              <a:rPr lang="en-GB" altLang="zh-CN" sz="1400" b="1" dirty="0"/>
              <a:t>c</a:t>
            </a:r>
            <a:r>
              <a:rPr lang="zh-CN" altLang="en-US" sz="1400" b="1" dirty="0"/>
              <a:t>库函数</a:t>
            </a:r>
            <a:r>
              <a:rPr lang="en-GB" altLang="zh-CN" sz="1400" b="1" dirty="0" err="1"/>
              <a:t>scanf</a:t>
            </a:r>
            <a:r>
              <a:rPr lang="zh-CN" altLang="en-US" sz="1400" b="1" dirty="0"/>
              <a:t>到</a:t>
            </a:r>
            <a:r>
              <a:rPr lang="en-GB" altLang="zh-CN" sz="1400" b="1" dirty="0"/>
              <a:t>USART1</a:t>
            </a:r>
          </a:p>
          <a:p>
            <a:r>
              <a:rPr lang="en-GB" altLang="zh-CN" sz="1400" b="1" dirty="0" err="1"/>
              <a:t>int</a:t>
            </a:r>
            <a:r>
              <a:rPr lang="en-GB" altLang="zh-CN" sz="1400" b="1" dirty="0"/>
              <a:t> </a:t>
            </a:r>
            <a:r>
              <a:rPr lang="en-GB" altLang="zh-CN" sz="1400" b="1" dirty="0" err="1"/>
              <a:t>fgetc</a:t>
            </a:r>
            <a:r>
              <a:rPr lang="en-GB" altLang="zh-CN" sz="1400" b="1" dirty="0"/>
              <a:t>(FILE *f)</a:t>
            </a:r>
          </a:p>
          <a:p>
            <a:r>
              <a:rPr lang="en-GB" altLang="zh-CN" sz="1400" b="1" dirty="0"/>
              <a:t>{</a:t>
            </a:r>
          </a:p>
          <a:p>
            <a:r>
              <a:rPr lang="en-GB" altLang="zh-CN" sz="1400" b="1" dirty="0"/>
              <a:t>     </a:t>
            </a:r>
            <a:r>
              <a:rPr lang="en-GB" altLang="zh-CN" sz="1400" b="1" dirty="0" smtClean="0"/>
              <a:t>    </a:t>
            </a:r>
            <a:r>
              <a:rPr lang="en-GB" altLang="zh-CN" sz="1400" b="1" dirty="0"/>
              <a:t>/* </a:t>
            </a:r>
            <a:r>
              <a:rPr lang="zh-CN" altLang="en-US" sz="1400" b="1" dirty="0"/>
              <a:t>等待串口输入数据*</a:t>
            </a:r>
            <a:r>
              <a:rPr lang="en-US" altLang="zh-CN" sz="1400" b="1" dirty="0"/>
              <a:t>/</a:t>
            </a:r>
          </a:p>
          <a:p>
            <a:r>
              <a:rPr lang="en-US" altLang="zh-CN" sz="1400" b="1" dirty="0"/>
              <a:t>    </a:t>
            </a:r>
            <a:r>
              <a:rPr lang="en-GB" altLang="zh-CN" sz="1400" b="1" dirty="0"/>
              <a:t>while (</a:t>
            </a:r>
            <a:r>
              <a:rPr lang="en-GB" altLang="zh-CN" sz="1400" b="1" dirty="0" err="1"/>
              <a:t>USART_GetFlagStatus</a:t>
            </a:r>
            <a:r>
              <a:rPr lang="en-GB" altLang="zh-CN" sz="1400" b="1" dirty="0"/>
              <a:t>(USART1, USART_FLAG_RXNE) == RESET);</a:t>
            </a:r>
          </a:p>
          <a:p>
            <a:r>
              <a:rPr lang="en-GB" altLang="zh-CN" sz="1400" b="1" dirty="0"/>
              <a:t>       return (</a:t>
            </a:r>
            <a:r>
              <a:rPr lang="en-GB" altLang="zh-CN" sz="1400" b="1" dirty="0" err="1"/>
              <a:t>int</a:t>
            </a:r>
            <a:r>
              <a:rPr lang="en-GB" altLang="zh-CN" sz="1400" b="1" dirty="0"/>
              <a:t>)</a:t>
            </a:r>
            <a:r>
              <a:rPr lang="en-GB" altLang="zh-CN" sz="1400" b="1" dirty="0" err="1"/>
              <a:t>USART_ReceiveData</a:t>
            </a:r>
            <a:r>
              <a:rPr lang="en-GB" altLang="zh-CN" sz="1400" b="1" dirty="0"/>
              <a:t>(USART1);</a:t>
            </a:r>
          </a:p>
          <a:p>
            <a:r>
              <a:rPr lang="en-GB" altLang="zh-CN" sz="1400" b="1" dirty="0"/>
              <a:t>}</a:t>
            </a:r>
          </a:p>
        </p:txBody>
      </p:sp>
      <p:sp>
        <p:nvSpPr>
          <p:cNvPr id="4" name="矩形 3"/>
          <p:cNvSpPr/>
          <p:nvPr/>
        </p:nvSpPr>
        <p:spPr>
          <a:xfrm>
            <a:off x="5307726" y="375048"/>
            <a:ext cx="16957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sz="2000" b="1" dirty="0" err="1">
                <a:solidFill>
                  <a:srgbClr val="C00000"/>
                </a:solidFill>
              </a:rPr>
              <a:t>USARTx.c</a:t>
            </a:r>
            <a:r>
              <a:rPr lang="zh-CN" altLang="en-US" sz="2000" b="1" dirty="0">
                <a:solidFill>
                  <a:srgbClr val="C00000"/>
                </a:solidFill>
              </a:rPr>
              <a:t>文件</a:t>
            </a:r>
          </a:p>
        </p:txBody>
      </p:sp>
    </p:spTree>
    <p:extLst>
      <p:ext uri="{BB962C8B-B14F-4D97-AF65-F5344CB8AC3E}">
        <p14:creationId xmlns:p14="http://schemas.microsoft.com/office/powerpoint/2010/main" val="752899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339503"/>
            <a:ext cx="449999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43172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8.3.3 DMA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标准外设库应用实例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4788024" y="699542"/>
            <a:ext cx="3692171" cy="424731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altLang="zh-CN" b="1" dirty="0"/>
              <a:t>#</a:t>
            </a:r>
            <a:r>
              <a:rPr lang="en-GB" altLang="zh-CN" b="1" dirty="0" err="1"/>
              <a:t>ifndef</a:t>
            </a:r>
            <a:r>
              <a:rPr lang="en-GB" altLang="zh-CN" b="1" dirty="0"/>
              <a:t> __</a:t>
            </a:r>
            <a:r>
              <a:rPr lang="en-GB" altLang="zh-CN" b="1" dirty="0" err="1"/>
              <a:t>USARTx_H</a:t>
            </a:r>
            <a:endParaRPr lang="en-GB" altLang="zh-CN" b="1" dirty="0"/>
          </a:p>
          <a:p>
            <a:r>
              <a:rPr lang="en-GB" altLang="zh-CN" b="1" dirty="0"/>
              <a:t>#define __</a:t>
            </a:r>
            <a:r>
              <a:rPr lang="en-GB" altLang="zh-CN" b="1" dirty="0" err="1"/>
              <a:t>USARTx_H</a:t>
            </a:r>
            <a:endParaRPr lang="en-GB" altLang="zh-CN" b="1" dirty="0"/>
          </a:p>
          <a:p>
            <a:endParaRPr lang="en-GB" altLang="zh-CN" b="1" dirty="0"/>
          </a:p>
          <a:p>
            <a:r>
              <a:rPr lang="en-GB" altLang="zh-CN" b="1" dirty="0"/>
              <a:t>#include "stm32f10x.h"</a:t>
            </a:r>
          </a:p>
          <a:p>
            <a:r>
              <a:rPr lang="en-GB" altLang="zh-CN" b="1" dirty="0"/>
              <a:t>#include &lt;</a:t>
            </a:r>
            <a:r>
              <a:rPr lang="en-GB" altLang="zh-CN" b="1" dirty="0" err="1"/>
              <a:t>stdio.h</a:t>
            </a:r>
            <a:r>
              <a:rPr lang="en-GB" altLang="zh-CN" b="1" dirty="0"/>
              <a:t>&gt;</a:t>
            </a:r>
          </a:p>
          <a:p>
            <a:endParaRPr lang="en-GB" altLang="zh-CN" b="1" dirty="0"/>
          </a:p>
          <a:p>
            <a:r>
              <a:rPr lang="en-GB" altLang="zh-CN" b="1" dirty="0"/>
              <a:t>#define  SENDBUFF_SIZE    100</a:t>
            </a:r>
          </a:p>
          <a:p>
            <a:endParaRPr lang="en-GB" altLang="zh-CN" b="1" dirty="0"/>
          </a:p>
          <a:p>
            <a:r>
              <a:rPr lang="en-GB" altLang="zh-CN" b="1" dirty="0"/>
              <a:t>void </a:t>
            </a:r>
            <a:r>
              <a:rPr lang="en-GB" altLang="zh-CN" b="1" dirty="0" err="1"/>
              <a:t>USARTx_Init_Config</a:t>
            </a:r>
            <a:r>
              <a:rPr lang="en-GB" altLang="zh-CN" b="1" dirty="0"/>
              <a:t>(void);</a:t>
            </a:r>
          </a:p>
          <a:p>
            <a:r>
              <a:rPr lang="en-GB" altLang="zh-CN" b="1" dirty="0"/>
              <a:t>void </a:t>
            </a:r>
            <a:r>
              <a:rPr lang="en-GB" altLang="zh-CN" b="1" dirty="0" err="1"/>
              <a:t>USARTx_DMA_Config</a:t>
            </a:r>
            <a:r>
              <a:rPr lang="en-GB" altLang="zh-CN" b="1" dirty="0"/>
              <a:t>(void);</a:t>
            </a:r>
          </a:p>
          <a:p>
            <a:endParaRPr lang="en-GB" altLang="zh-CN" b="1" dirty="0"/>
          </a:p>
          <a:p>
            <a:r>
              <a:rPr lang="en-GB" altLang="zh-CN" b="1" dirty="0" err="1"/>
              <a:t>int</a:t>
            </a:r>
            <a:r>
              <a:rPr lang="en-GB" altLang="zh-CN" b="1" dirty="0"/>
              <a:t> </a:t>
            </a:r>
            <a:r>
              <a:rPr lang="en-GB" altLang="zh-CN" b="1" dirty="0" err="1"/>
              <a:t>fputc</a:t>
            </a:r>
            <a:r>
              <a:rPr lang="en-GB" altLang="zh-CN" b="1" dirty="0"/>
              <a:t>(</a:t>
            </a:r>
            <a:r>
              <a:rPr lang="en-GB" altLang="zh-CN" b="1" dirty="0" err="1"/>
              <a:t>int</a:t>
            </a:r>
            <a:r>
              <a:rPr lang="en-GB" altLang="zh-CN" b="1" dirty="0"/>
              <a:t> </a:t>
            </a:r>
            <a:r>
              <a:rPr lang="en-GB" altLang="zh-CN" b="1" dirty="0" err="1"/>
              <a:t>ch</a:t>
            </a:r>
            <a:r>
              <a:rPr lang="en-GB" altLang="zh-CN" b="1" dirty="0"/>
              <a:t>, FILE *f);</a:t>
            </a:r>
          </a:p>
          <a:p>
            <a:r>
              <a:rPr lang="en-GB" altLang="zh-CN" b="1" dirty="0" err="1"/>
              <a:t>int</a:t>
            </a:r>
            <a:r>
              <a:rPr lang="en-GB" altLang="zh-CN" b="1" dirty="0"/>
              <a:t> </a:t>
            </a:r>
            <a:r>
              <a:rPr lang="en-GB" altLang="zh-CN" b="1" dirty="0" err="1"/>
              <a:t>fgetc</a:t>
            </a:r>
            <a:r>
              <a:rPr lang="en-GB" altLang="zh-CN" b="1" dirty="0"/>
              <a:t>(FILE *f);</a:t>
            </a:r>
          </a:p>
          <a:p>
            <a:endParaRPr lang="en-GB" altLang="zh-CN" b="1" dirty="0"/>
          </a:p>
          <a:p>
            <a:r>
              <a:rPr lang="en-GB" altLang="zh-CN" b="1" dirty="0"/>
              <a:t>#</a:t>
            </a:r>
            <a:r>
              <a:rPr lang="en-GB" altLang="zh-CN" b="1" dirty="0" err="1"/>
              <a:t>endif</a:t>
            </a:r>
            <a:endParaRPr lang="en-GB" altLang="zh-CN" b="1" dirty="0"/>
          </a:p>
        </p:txBody>
      </p:sp>
      <p:sp>
        <p:nvSpPr>
          <p:cNvPr id="4" name="矩形 3"/>
          <p:cNvSpPr/>
          <p:nvPr/>
        </p:nvSpPr>
        <p:spPr>
          <a:xfrm>
            <a:off x="5652120" y="191489"/>
            <a:ext cx="17261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sz="2000" b="1" dirty="0" err="1" smtClean="0">
                <a:solidFill>
                  <a:srgbClr val="C00000"/>
                </a:solidFill>
              </a:rPr>
              <a:t>USARTx.h</a:t>
            </a:r>
            <a:r>
              <a:rPr lang="zh-CN" altLang="en-US" sz="2000" b="1" dirty="0" smtClean="0">
                <a:solidFill>
                  <a:srgbClr val="C00000"/>
                </a:solidFill>
              </a:rPr>
              <a:t>文件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  <p:graphicFrame>
        <p:nvGraphicFramePr>
          <p:cNvPr id="8" name="图示 7"/>
          <p:cNvGraphicFramePr/>
          <p:nvPr>
            <p:extLst>
              <p:ext uri="{D42A27DB-BD31-4B8C-83A1-F6EECF244321}">
                <p14:modId xmlns:p14="http://schemas.microsoft.com/office/powerpoint/2010/main" val="424965358"/>
              </p:ext>
            </p:extLst>
          </p:nvPr>
        </p:nvGraphicFramePr>
        <p:xfrm>
          <a:off x="323528" y="1030609"/>
          <a:ext cx="4035438" cy="33843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右箭头 8"/>
          <p:cNvSpPr/>
          <p:nvPr/>
        </p:nvSpPr>
        <p:spPr>
          <a:xfrm>
            <a:off x="4305233" y="3291830"/>
            <a:ext cx="432048" cy="288032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</p:spTree>
    <p:extLst>
      <p:ext uri="{BB962C8B-B14F-4D97-AF65-F5344CB8AC3E}">
        <p14:creationId xmlns:p14="http://schemas.microsoft.com/office/powerpoint/2010/main" val="1499127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" y="339503"/>
            <a:ext cx="5292078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5496" y="353678"/>
            <a:ext cx="52982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ea typeface="黑体" pitchFamily="49" charset="-122"/>
              </a:rPr>
              <a:t>8.4 DMA</a:t>
            </a:r>
            <a:r>
              <a:rPr lang="zh-CN" altLang="en-US" sz="2400" b="1" dirty="0">
                <a:solidFill>
                  <a:schemeClr val="bg1"/>
                </a:solidFill>
                <a:ea typeface="黑体" pitchFamily="49" charset="-122"/>
              </a:rPr>
              <a:t>模块的</a:t>
            </a:r>
            <a:r>
              <a:rPr lang="en-US" altLang="zh-CN" sz="2400" b="1" dirty="0">
                <a:solidFill>
                  <a:schemeClr val="bg1"/>
                </a:solidFill>
                <a:ea typeface="黑体" pitchFamily="49" charset="-122"/>
              </a:rPr>
              <a:t>HAL</a:t>
            </a:r>
            <a:r>
              <a:rPr lang="zh-CN" altLang="en-US" sz="2400" b="1" dirty="0">
                <a:solidFill>
                  <a:schemeClr val="bg1"/>
                </a:solidFill>
                <a:ea typeface="黑体" pitchFamily="49" charset="-122"/>
              </a:rPr>
              <a:t>库接口函数及应用</a:t>
            </a:r>
            <a:endParaRPr lang="zh-CN" altLang="en-US" sz="2400" b="1" dirty="0" smtClean="0">
              <a:solidFill>
                <a:schemeClr val="bg1"/>
              </a:solidFill>
              <a:ea typeface="黑体" pitchFamily="49" charset="-122"/>
            </a:endParaRPr>
          </a:p>
        </p:txBody>
      </p:sp>
      <p:graphicFrame>
        <p:nvGraphicFramePr>
          <p:cNvPr id="7" name="内容占位符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8136929"/>
              </p:ext>
            </p:extLst>
          </p:nvPr>
        </p:nvGraphicFramePr>
        <p:xfrm>
          <a:off x="-36512" y="1419622"/>
          <a:ext cx="9145016" cy="10081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内容占位符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2441791"/>
              </p:ext>
            </p:extLst>
          </p:nvPr>
        </p:nvGraphicFramePr>
        <p:xfrm>
          <a:off x="467544" y="2787774"/>
          <a:ext cx="9145016" cy="10081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275919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406794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5" name="矩形 4"/>
          <p:cNvSpPr/>
          <p:nvPr/>
        </p:nvSpPr>
        <p:spPr>
          <a:xfrm>
            <a:off x="68484" y="360767"/>
            <a:ext cx="38988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8.4.1 DMA</a:t>
            </a:r>
            <a:r>
              <a:rPr lang="zh-CN" altLang="en-US" sz="2400" b="1" dirty="0">
                <a:solidFill>
                  <a:schemeClr val="bg1"/>
                </a:solidFill>
              </a:rPr>
              <a:t>的</a:t>
            </a:r>
            <a:r>
              <a:rPr lang="en-US" altLang="zh-CN" sz="2400" b="1" dirty="0">
                <a:solidFill>
                  <a:schemeClr val="bg1"/>
                </a:solidFill>
              </a:rPr>
              <a:t>HAL</a:t>
            </a:r>
            <a:r>
              <a:rPr lang="zh-CN" altLang="en-US" sz="2400" b="1" dirty="0">
                <a:solidFill>
                  <a:schemeClr val="bg1"/>
                </a:solidFill>
              </a:rPr>
              <a:t>库接口函数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04699" y="1563638"/>
            <a:ext cx="2880320" cy="25160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/>
              <a:t>     DMA</a:t>
            </a:r>
            <a:r>
              <a:rPr lang="zh-CN" altLang="en-US" b="1" dirty="0"/>
              <a:t>模块的</a:t>
            </a:r>
            <a:r>
              <a:rPr lang="en-US" altLang="zh-CN" b="1" dirty="0"/>
              <a:t>HAL</a:t>
            </a:r>
            <a:r>
              <a:rPr lang="zh-CN" altLang="en-US" b="1" dirty="0"/>
              <a:t>库相关的接口函数定义在</a:t>
            </a:r>
            <a:r>
              <a:rPr lang="en-US" altLang="zh-CN" b="1" dirty="0"/>
              <a:t>stm32f1xx_hal_dma.c</a:t>
            </a:r>
            <a:r>
              <a:rPr lang="zh-CN" altLang="en-US" b="1" dirty="0"/>
              <a:t>源文件中，在</a:t>
            </a:r>
            <a:r>
              <a:rPr lang="en-US" altLang="zh-CN" b="1" dirty="0"/>
              <a:t>stm32f1xx_hal_dma.h</a:t>
            </a:r>
            <a:r>
              <a:rPr lang="zh-CN" altLang="en-US" b="1" dirty="0"/>
              <a:t>头文件中可以查看相关函数的声明以及结构体定义</a:t>
            </a:r>
            <a:r>
              <a:rPr lang="zh-CN" altLang="en-US" b="1" dirty="0" smtClean="0"/>
              <a:t>。</a:t>
            </a:r>
            <a:endParaRPr lang="zh-CN" altLang="en-US" b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3538638"/>
              </p:ext>
            </p:extLst>
          </p:nvPr>
        </p:nvGraphicFramePr>
        <p:xfrm>
          <a:off x="3635896" y="1131590"/>
          <a:ext cx="5256584" cy="37434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40397"/>
                <a:gridCol w="4716187"/>
              </a:tblGrid>
              <a:tr h="13576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</a:rPr>
                        <a:t>类型</a:t>
                      </a:r>
                      <a:endParaRPr lang="zh-CN" sz="16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7881" marR="678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</a:rPr>
                        <a:t>函数及功能描述</a:t>
                      </a:r>
                      <a:endParaRPr lang="zh-CN" sz="16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7881" marR="67881" marT="0" marB="0"/>
                </a:tc>
              </a:tr>
              <a:tr h="407289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初始化及复位函数</a:t>
                      </a:r>
                      <a:endParaRPr lang="zh-CN" sz="16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7881" marR="67881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HAL_DMA_Init(DMA_HandleTypeDef *hdma);</a:t>
                      </a:r>
                      <a:endParaRPr lang="zh-CN" sz="16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功能描述：</a:t>
                      </a:r>
                      <a:r>
                        <a:rPr lang="en-US" sz="1400" b="1" kern="100">
                          <a:effectLst/>
                        </a:rPr>
                        <a:t>DMA</a:t>
                      </a:r>
                      <a:r>
                        <a:rPr lang="zh-CN" sz="1400" b="1" kern="100">
                          <a:effectLst/>
                        </a:rPr>
                        <a:t>初始化函数</a:t>
                      </a:r>
                      <a:endParaRPr lang="zh-CN" sz="16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7881" marR="67881" marT="0" marB="0"/>
                </a:tc>
              </a:tr>
              <a:tr h="40728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 err="1">
                          <a:effectLst/>
                        </a:rPr>
                        <a:t>HAL_DMA_DeInit</a:t>
                      </a:r>
                      <a:r>
                        <a:rPr lang="en-US" sz="1400" b="1" kern="100" dirty="0">
                          <a:effectLst/>
                        </a:rPr>
                        <a:t> (</a:t>
                      </a:r>
                      <a:r>
                        <a:rPr lang="en-US" sz="1400" b="1" kern="100" dirty="0" err="1">
                          <a:effectLst/>
                        </a:rPr>
                        <a:t>DMA_HandleTypeDef</a:t>
                      </a:r>
                      <a:r>
                        <a:rPr lang="en-US" sz="1400" b="1" kern="100" dirty="0">
                          <a:effectLst/>
                        </a:rPr>
                        <a:t> *</a:t>
                      </a:r>
                      <a:r>
                        <a:rPr lang="en-US" sz="1400" b="1" kern="100" dirty="0" err="1">
                          <a:effectLst/>
                        </a:rPr>
                        <a:t>hdma</a:t>
                      </a:r>
                      <a:r>
                        <a:rPr lang="en-US" sz="1400" b="1" kern="100" dirty="0">
                          <a:effectLst/>
                        </a:rPr>
                        <a:t>);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</a:rPr>
                        <a:t>功能描述：</a:t>
                      </a:r>
                      <a:r>
                        <a:rPr lang="en-US" sz="1400" b="1" kern="100" dirty="0">
                          <a:effectLst/>
                        </a:rPr>
                        <a:t>DMA</a:t>
                      </a:r>
                      <a:r>
                        <a:rPr lang="zh-CN" sz="1400" b="1" kern="100" dirty="0">
                          <a:effectLst/>
                        </a:rPr>
                        <a:t>复位函数</a:t>
                      </a:r>
                      <a:endParaRPr lang="zh-CN" sz="16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7881" marR="67881" marT="0" marB="0"/>
                </a:tc>
              </a:tr>
              <a:tr h="543052"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引脚功能操作函数</a:t>
                      </a:r>
                      <a:endParaRPr lang="zh-CN" sz="16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7881" marR="67881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HAL_DMA_Start (DMA_HandleTypeDef *hdma, uint32_t SrcAddress, uint32_t DstAddress, uint32_t DataLength);</a:t>
                      </a:r>
                      <a:endParaRPr lang="zh-CN" sz="16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功能描述：启动</a:t>
                      </a:r>
                      <a:r>
                        <a:rPr lang="en-US" sz="1400" b="1" kern="100">
                          <a:effectLst/>
                        </a:rPr>
                        <a:t>DMA</a:t>
                      </a:r>
                      <a:r>
                        <a:rPr lang="zh-CN" sz="1400" b="1" kern="100">
                          <a:effectLst/>
                        </a:rPr>
                        <a:t>传输</a:t>
                      </a:r>
                      <a:endParaRPr lang="zh-CN" sz="16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7881" marR="67881" marT="0" marB="0"/>
                </a:tc>
              </a:tr>
              <a:tr h="54305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HAL_DMA_Start_IT(DMA_HandleTypeDef *hdma, uint32_t SrcAddress, uint32_t DstAddress, uint32_t DataLength); </a:t>
                      </a:r>
                      <a:endParaRPr lang="zh-CN" sz="16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功能描述：</a:t>
                      </a:r>
                      <a:r>
                        <a:rPr lang="en-US" sz="1400" b="1" kern="100">
                          <a:effectLst/>
                        </a:rPr>
                        <a:t>DMA</a:t>
                      </a:r>
                      <a:r>
                        <a:rPr lang="zh-CN" sz="1400" b="1" kern="100">
                          <a:effectLst/>
                        </a:rPr>
                        <a:t>中断开始</a:t>
                      </a:r>
                      <a:endParaRPr lang="zh-CN" sz="16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7881" marR="67881" marT="0" marB="0"/>
                </a:tc>
              </a:tr>
              <a:tr h="54305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void HAL_DMA_IRQHandler(DMA_HandleTypeDef *hdma);</a:t>
                      </a:r>
                      <a:endParaRPr lang="zh-CN" sz="16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功能描述：</a:t>
                      </a:r>
                      <a:r>
                        <a:rPr lang="en-US" sz="1400" b="1" kern="100">
                          <a:effectLst/>
                        </a:rPr>
                        <a:t>DMA</a:t>
                      </a:r>
                      <a:r>
                        <a:rPr lang="zh-CN" sz="1400" b="1" kern="100">
                          <a:effectLst/>
                        </a:rPr>
                        <a:t>中断处理函数</a:t>
                      </a:r>
                      <a:endParaRPr lang="zh-CN" sz="16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7881" marR="67881" marT="0" marB="0"/>
                </a:tc>
              </a:tr>
              <a:tr h="407289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外设状态函数</a:t>
                      </a:r>
                      <a:endParaRPr lang="zh-CN" sz="16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7881" marR="67881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HAL_DMA_GetState(DMA_HandleTypeDef *hdma); </a:t>
                      </a:r>
                      <a:endParaRPr lang="zh-CN" sz="16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功能描述：获取</a:t>
                      </a:r>
                      <a:r>
                        <a:rPr lang="en-US" sz="1400" b="1" kern="100">
                          <a:effectLst/>
                        </a:rPr>
                        <a:t>DMA</a:t>
                      </a:r>
                      <a:r>
                        <a:rPr lang="zh-CN" sz="1400" b="1" kern="100">
                          <a:effectLst/>
                        </a:rPr>
                        <a:t>状态函数</a:t>
                      </a:r>
                      <a:endParaRPr lang="zh-CN" sz="16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7881" marR="67881" marT="0" marB="0"/>
                </a:tc>
              </a:tr>
              <a:tr h="40728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 err="1">
                          <a:effectLst/>
                        </a:rPr>
                        <a:t>HAL_DMA_GetError</a:t>
                      </a:r>
                      <a:r>
                        <a:rPr lang="en-US" sz="1400" b="1" kern="100" dirty="0">
                          <a:effectLst/>
                        </a:rPr>
                        <a:t>(</a:t>
                      </a:r>
                      <a:r>
                        <a:rPr lang="en-US" sz="1400" b="1" kern="100" dirty="0" err="1">
                          <a:effectLst/>
                        </a:rPr>
                        <a:t>DMA_HandleTypeDef</a:t>
                      </a:r>
                      <a:r>
                        <a:rPr lang="en-US" sz="1400" b="1" kern="100" dirty="0">
                          <a:effectLst/>
                        </a:rPr>
                        <a:t> *</a:t>
                      </a:r>
                      <a:r>
                        <a:rPr lang="en-US" sz="1400" b="1" kern="100" dirty="0" err="1">
                          <a:effectLst/>
                        </a:rPr>
                        <a:t>hdma</a:t>
                      </a:r>
                      <a:r>
                        <a:rPr lang="en-US" sz="1400" b="1" kern="100" dirty="0">
                          <a:effectLst/>
                        </a:rPr>
                        <a:t>);  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</a:rPr>
                        <a:t>功能描述：获取</a:t>
                      </a:r>
                      <a:r>
                        <a:rPr lang="en-US" sz="1400" b="1" kern="100" dirty="0">
                          <a:effectLst/>
                        </a:rPr>
                        <a:t>DMA</a:t>
                      </a:r>
                      <a:r>
                        <a:rPr lang="zh-CN" sz="1400" b="1" kern="100" dirty="0">
                          <a:effectLst/>
                        </a:rPr>
                        <a:t>错误函数</a:t>
                      </a:r>
                      <a:endParaRPr lang="zh-CN" sz="16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7881" marR="67881" marT="0" marB="0"/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4622839" y="479618"/>
            <a:ext cx="35711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STM32</a:t>
            </a:r>
            <a:r>
              <a:rPr lang="zh-CN" altLang="en-US" b="1" dirty="0"/>
              <a:t>的</a:t>
            </a:r>
            <a:r>
              <a:rPr lang="en-US" altLang="zh-CN" b="1" dirty="0"/>
              <a:t>HAL</a:t>
            </a:r>
            <a:r>
              <a:rPr lang="zh-CN" altLang="en-US" b="1" dirty="0"/>
              <a:t>库常用</a:t>
            </a:r>
            <a:r>
              <a:rPr lang="en-US" altLang="zh-CN" b="1" dirty="0"/>
              <a:t>DMA</a:t>
            </a:r>
            <a:r>
              <a:rPr lang="zh-CN" altLang="en-US" b="1" dirty="0"/>
              <a:t>接口函数</a:t>
            </a:r>
          </a:p>
        </p:txBody>
      </p:sp>
    </p:spTree>
    <p:extLst>
      <p:ext uri="{BB962C8B-B14F-4D97-AF65-F5344CB8AC3E}">
        <p14:creationId xmlns:p14="http://schemas.microsoft.com/office/powerpoint/2010/main" val="1803748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406794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5" name="矩形 4"/>
          <p:cNvSpPr/>
          <p:nvPr/>
        </p:nvSpPr>
        <p:spPr>
          <a:xfrm>
            <a:off x="68484" y="360767"/>
            <a:ext cx="38988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8.4.1 DMA</a:t>
            </a:r>
            <a:r>
              <a:rPr lang="zh-CN" altLang="en-US" sz="2400" b="1" dirty="0">
                <a:solidFill>
                  <a:schemeClr val="bg1"/>
                </a:solidFill>
              </a:rPr>
              <a:t>的</a:t>
            </a:r>
            <a:r>
              <a:rPr lang="en-US" altLang="zh-CN" sz="2400" b="1" dirty="0">
                <a:solidFill>
                  <a:schemeClr val="bg1"/>
                </a:solidFill>
              </a:rPr>
              <a:t>HAL</a:t>
            </a:r>
            <a:r>
              <a:rPr lang="zh-CN" altLang="en-US" sz="2400" b="1" dirty="0">
                <a:solidFill>
                  <a:schemeClr val="bg1"/>
                </a:solidFill>
              </a:rPr>
              <a:t>库接口函数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386662" y="1131590"/>
            <a:ext cx="8458965" cy="36163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400" b="1" dirty="0" err="1" smtClean="0"/>
              <a:t>HAL_DMA_Start</a:t>
            </a:r>
            <a:r>
              <a:rPr lang="en-US" altLang="zh-CN" sz="1400" b="1" dirty="0" smtClean="0"/>
              <a:t>(</a:t>
            </a:r>
            <a:r>
              <a:rPr lang="en-US" altLang="zh-CN" sz="1400" b="1" dirty="0" err="1" smtClean="0"/>
              <a:t>DMA_HandleTypeDef</a:t>
            </a:r>
            <a:r>
              <a:rPr lang="en-US" altLang="zh-CN" sz="1400" b="1" dirty="0" smtClean="0"/>
              <a:t> </a:t>
            </a:r>
            <a:r>
              <a:rPr lang="en-US" altLang="zh-CN" sz="1400" b="1" dirty="0"/>
              <a:t>*</a:t>
            </a:r>
            <a:r>
              <a:rPr lang="en-US" altLang="zh-CN" sz="1400" b="1" dirty="0" err="1"/>
              <a:t>hdma</a:t>
            </a:r>
            <a:r>
              <a:rPr lang="en-US" altLang="zh-CN" sz="1400" b="1" dirty="0"/>
              <a:t>, uint32_t </a:t>
            </a:r>
            <a:r>
              <a:rPr lang="en-US" altLang="zh-CN" sz="1400" b="1" dirty="0" err="1"/>
              <a:t>SrcAddress</a:t>
            </a:r>
            <a:r>
              <a:rPr lang="en-US" altLang="zh-CN" sz="1400" b="1" dirty="0"/>
              <a:t>, uint32_t </a:t>
            </a:r>
            <a:r>
              <a:rPr lang="en-US" altLang="zh-CN" sz="1400" b="1" dirty="0" err="1"/>
              <a:t>DstAddress</a:t>
            </a:r>
            <a:r>
              <a:rPr lang="en-US" altLang="zh-CN" sz="1400" b="1" dirty="0"/>
              <a:t>, uint32_t </a:t>
            </a:r>
            <a:r>
              <a:rPr lang="en-US" altLang="zh-CN" sz="1400" b="1" dirty="0" err="1"/>
              <a:t>DataLength</a:t>
            </a:r>
            <a:r>
              <a:rPr lang="en-US" altLang="zh-CN" sz="1400" b="1" dirty="0" smtClean="0"/>
              <a:t>);</a:t>
            </a:r>
            <a:endParaRPr lang="en-US" altLang="zh-CN" sz="1400" b="1" dirty="0"/>
          </a:p>
        </p:txBody>
      </p:sp>
      <p:sp>
        <p:nvSpPr>
          <p:cNvPr id="7" name="矩形 6"/>
          <p:cNvSpPr/>
          <p:nvPr/>
        </p:nvSpPr>
        <p:spPr>
          <a:xfrm>
            <a:off x="4587640" y="453100"/>
            <a:ext cx="38164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DMA</a:t>
            </a:r>
            <a:r>
              <a:rPr lang="zh-CN" altLang="en-US" b="1" dirty="0">
                <a:solidFill>
                  <a:srgbClr val="C00000"/>
                </a:solidFill>
              </a:rPr>
              <a:t>启动传输函数</a:t>
            </a:r>
            <a:r>
              <a:rPr lang="en-US" altLang="zh-CN" b="1" dirty="0" err="1">
                <a:solidFill>
                  <a:srgbClr val="C00000"/>
                </a:solidFill>
              </a:rPr>
              <a:t>HAL_DMA_Start</a:t>
            </a:r>
            <a:r>
              <a:rPr lang="en-US" altLang="zh-CN" b="1" dirty="0" smtClean="0">
                <a:solidFill>
                  <a:srgbClr val="C00000"/>
                </a:solidFill>
              </a:rPr>
              <a:t>()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1560" y="4079028"/>
            <a:ext cx="8136904" cy="78483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en-US" altLang="zh-CN" b="1" dirty="0" err="1" smtClean="0">
                <a:solidFill>
                  <a:prstClr val="black"/>
                </a:solidFill>
              </a:rPr>
              <a:t>HAL_DMA_Start</a:t>
            </a:r>
            <a:r>
              <a:rPr lang="en-US" altLang="zh-CN" b="1" dirty="0" smtClean="0">
                <a:solidFill>
                  <a:prstClr val="black"/>
                </a:solidFill>
              </a:rPr>
              <a:t>(</a:t>
            </a:r>
            <a:r>
              <a:rPr lang="en-US" altLang="zh-CN" b="1" dirty="0" err="1" smtClean="0">
                <a:solidFill>
                  <a:prstClr val="black"/>
                </a:solidFill>
              </a:rPr>
              <a:t>huart</a:t>
            </a:r>
            <a:r>
              <a:rPr lang="en-US" altLang="zh-CN" b="1" dirty="0" smtClean="0">
                <a:solidFill>
                  <a:prstClr val="black"/>
                </a:solidFill>
              </a:rPr>
              <a:t>-</a:t>
            </a:r>
            <a:r>
              <a:rPr lang="en-US" altLang="zh-CN" b="1" dirty="0">
                <a:solidFill>
                  <a:prstClr val="black"/>
                </a:solidFill>
              </a:rPr>
              <a:t>&gt;</a:t>
            </a:r>
            <a:r>
              <a:rPr lang="en-US" altLang="zh-CN" b="1" dirty="0" err="1">
                <a:solidFill>
                  <a:prstClr val="black"/>
                </a:solidFill>
              </a:rPr>
              <a:t>hdmatx</a:t>
            </a:r>
            <a:r>
              <a:rPr lang="en-US" altLang="zh-CN" b="1" dirty="0">
                <a:solidFill>
                  <a:prstClr val="black"/>
                </a:solidFill>
              </a:rPr>
              <a:t>, (u32)</a:t>
            </a:r>
            <a:r>
              <a:rPr lang="en-US" altLang="zh-CN" b="1" dirty="0" err="1">
                <a:solidFill>
                  <a:prstClr val="black"/>
                </a:solidFill>
              </a:rPr>
              <a:t>pData</a:t>
            </a:r>
            <a:r>
              <a:rPr lang="en-US" altLang="zh-CN" b="1" dirty="0">
                <a:solidFill>
                  <a:prstClr val="black"/>
                </a:solidFill>
              </a:rPr>
              <a:t>, (uint32_t)&amp;</a:t>
            </a:r>
            <a:r>
              <a:rPr lang="en-US" altLang="zh-CN" b="1" dirty="0" err="1">
                <a:solidFill>
                  <a:prstClr val="black"/>
                </a:solidFill>
              </a:rPr>
              <a:t>huart</a:t>
            </a:r>
            <a:r>
              <a:rPr lang="en-US" altLang="zh-CN" b="1" dirty="0">
                <a:solidFill>
                  <a:prstClr val="black"/>
                </a:solidFill>
              </a:rPr>
              <a:t>-&gt;Instance-&gt;DR, 100);</a:t>
            </a:r>
          </a:p>
          <a:p>
            <a:pPr lvl="0">
              <a:lnSpc>
                <a:spcPct val="125000"/>
              </a:lnSpc>
            </a:pPr>
            <a:r>
              <a:rPr lang="en-US" altLang="zh-CN" b="1" dirty="0" smtClean="0">
                <a:solidFill>
                  <a:prstClr val="black"/>
                </a:solidFill>
              </a:rPr>
              <a:t>       //</a:t>
            </a:r>
            <a:r>
              <a:rPr lang="zh-CN" altLang="en-US" b="1" dirty="0">
                <a:solidFill>
                  <a:prstClr val="black"/>
                </a:solidFill>
              </a:rPr>
              <a:t>开启</a:t>
            </a:r>
            <a:r>
              <a:rPr lang="en-US" altLang="zh-CN" b="1" dirty="0">
                <a:solidFill>
                  <a:prstClr val="black"/>
                </a:solidFill>
              </a:rPr>
              <a:t>DMA</a:t>
            </a:r>
            <a:r>
              <a:rPr lang="zh-CN" altLang="en-US" b="1" dirty="0">
                <a:solidFill>
                  <a:prstClr val="black"/>
                </a:solidFill>
              </a:rPr>
              <a:t>的串口传输</a:t>
            </a:r>
          </a:p>
        </p:txBody>
      </p:sp>
      <p:graphicFrame>
        <p:nvGraphicFramePr>
          <p:cNvPr id="10" name="图示 9"/>
          <p:cNvGraphicFramePr/>
          <p:nvPr>
            <p:extLst>
              <p:ext uri="{D42A27DB-BD31-4B8C-83A1-F6EECF244321}">
                <p14:modId xmlns:p14="http://schemas.microsoft.com/office/powerpoint/2010/main" val="3274932072"/>
              </p:ext>
            </p:extLst>
          </p:nvPr>
        </p:nvGraphicFramePr>
        <p:xfrm>
          <a:off x="924942" y="1707654"/>
          <a:ext cx="6936432" cy="1944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矩形 10"/>
          <p:cNvSpPr/>
          <p:nvPr/>
        </p:nvSpPr>
        <p:spPr>
          <a:xfrm>
            <a:off x="251520" y="3651870"/>
            <a:ext cx="1346844" cy="43858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lvl="0">
              <a:lnSpc>
                <a:spcPct val="125000"/>
              </a:lnSpc>
            </a:pPr>
            <a:r>
              <a:rPr lang="zh-CN" altLang="en-US" b="1" dirty="0">
                <a:solidFill>
                  <a:prstClr val="black"/>
                </a:solidFill>
              </a:rPr>
              <a:t>使用范例：</a:t>
            </a:r>
          </a:p>
        </p:txBody>
      </p:sp>
    </p:spTree>
    <p:extLst>
      <p:ext uri="{BB962C8B-B14F-4D97-AF65-F5344CB8AC3E}">
        <p14:creationId xmlns:p14="http://schemas.microsoft.com/office/powerpoint/2010/main" val="1604723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406794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5" name="矩形 4"/>
          <p:cNvSpPr/>
          <p:nvPr/>
        </p:nvSpPr>
        <p:spPr>
          <a:xfrm>
            <a:off x="68484" y="360767"/>
            <a:ext cx="38988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8.4.1 DMA</a:t>
            </a:r>
            <a:r>
              <a:rPr lang="zh-CN" altLang="en-US" sz="2400" b="1" dirty="0">
                <a:solidFill>
                  <a:schemeClr val="bg1"/>
                </a:solidFill>
              </a:rPr>
              <a:t>的</a:t>
            </a:r>
            <a:r>
              <a:rPr lang="en-US" altLang="zh-CN" sz="2400" b="1" dirty="0">
                <a:solidFill>
                  <a:schemeClr val="bg1"/>
                </a:solidFill>
              </a:rPr>
              <a:t>HAL</a:t>
            </a:r>
            <a:r>
              <a:rPr lang="zh-CN" altLang="en-US" sz="2400" b="1" dirty="0">
                <a:solidFill>
                  <a:schemeClr val="bg1"/>
                </a:solidFill>
              </a:rPr>
              <a:t>库接口函数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5004048" y="37601"/>
            <a:ext cx="30243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DMA</a:t>
            </a:r>
            <a:r>
              <a:rPr lang="zh-CN" altLang="en-US" b="1" dirty="0">
                <a:solidFill>
                  <a:srgbClr val="C00000"/>
                </a:solidFill>
              </a:rPr>
              <a:t>串口发送数据传输</a:t>
            </a:r>
            <a:r>
              <a:rPr lang="zh-CN" altLang="en-US" b="1" dirty="0" smtClean="0">
                <a:solidFill>
                  <a:srgbClr val="C00000"/>
                </a:solidFill>
              </a:rPr>
              <a:t>函数</a:t>
            </a:r>
            <a:r>
              <a:rPr lang="en-US" altLang="zh-CN" b="1" dirty="0" err="1" smtClean="0">
                <a:solidFill>
                  <a:srgbClr val="C00000"/>
                </a:solidFill>
              </a:rPr>
              <a:t>AL_UART_Transmit_DMA</a:t>
            </a:r>
            <a:r>
              <a:rPr lang="en-US" altLang="zh-CN" b="1" dirty="0" smtClean="0">
                <a:solidFill>
                  <a:srgbClr val="C00000"/>
                </a:solidFill>
              </a:rPr>
              <a:t>()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265739" y="1059582"/>
            <a:ext cx="4211959" cy="378565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altLang="zh-CN" sz="1200" b="1" dirty="0" err="1"/>
              <a:t>HAL_StatusTypeDef</a:t>
            </a:r>
            <a:r>
              <a:rPr lang="en-GB" altLang="zh-CN" sz="1200" b="1" dirty="0"/>
              <a:t> </a:t>
            </a:r>
            <a:r>
              <a:rPr lang="en-GB" altLang="zh-CN" sz="1200" b="1" dirty="0" err="1"/>
              <a:t>HAL_UART_Transmit_DMA</a:t>
            </a:r>
            <a:r>
              <a:rPr lang="en-GB" altLang="zh-CN" sz="1200" b="1" dirty="0"/>
              <a:t>(</a:t>
            </a:r>
            <a:r>
              <a:rPr lang="en-GB" altLang="zh-CN" sz="1200" b="1" dirty="0" err="1"/>
              <a:t>UART_HandleTypeDef</a:t>
            </a:r>
            <a:r>
              <a:rPr lang="en-GB" altLang="zh-CN" sz="1200" b="1" dirty="0"/>
              <a:t> *</a:t>
            </a:r>
            <a:r>
              <a:rPr lang="en-GB" altLang="zh-CN" sz="1200" b="1" dirty="0" err="1"/>
              <a:t>huart</a:t>
            </a:r>
            <a:r>
              <a:rPr lang="en-GB" altLang="zh-CN" sz="1200" b="1" dirty="0"/>
              <a:t>, uint8_t *</a:t>
            </a:r>
            <a:r>
              <a:rPr lang="en-GB" altLang="zh-CN" sz="1200" b="1" dirty="0" err="1"/>
              <a:t>pData</a:t>
            </a:r>
            <a:r>
              <a:rPr lang="en-GB" altLang="zh-CN" sz="1200" b="1" dirty="0"/>
              <a:t>, uint16_t Size)</a:t>
            </a:r>
          </a:p>
          <a:p>
            <a:r>
              <a:rPr lang="en-GB" altLang="zh-CN" sz="1200" b="1" dirty="0"/>
              <a:t>{</a:t>
            </a:r>
          </a:p>
          <a:p>
            <a:r>
              <a:rPr lang="en-GB" altLang="zh-CN" sz="1200" b="1" dirty="0"/>
              <a:t>  uint32_t *</a:t>
            </a:r>
            <a:r>
              <a:rPr lang="en-GB" altLang="zh-CN" sz="1200" b="1" dirty="0" err="1"/>
              <a:t>tmp</a:t>
            </a:r>
            <a:r>
              <a:rPr lang="en-GB" altLang="zh-CN" sz="1200" b="1" dirty="0"/>
              <a:t>;</a:t>
            </a:r>
          </a:p>
          <a:p>
            <a:r>
              <a:rPr lang="en-GB" altLang="zh-CN" sz="1200" b="1" dirty="0"/>
              <a:t>  if (</a:t>
            </a:r>
            <a:r>
              <a:rPr lang="en-GB" altLang="zh-CN" sz="1200" b="1" dirty="0" err="1"/>
              <a:t>huart</a:t>
            </a:r>
            <a:r>
              <a:rPr lang="en-GB" altLang="zh-CN" sz="1200" b="1" dirty="0"/>
              <a:t>-&gt;</a:t>
            </a:r>
            <a:r>
              <a:rPr lang="en-GB" altLang="zh-CN" sz="1200" b="1" dirty="0" err="1"/>
              <a:t>gState</a:t>
            </a:r>
            <a:r>
              <a:rPr lang="en-GB" altLang="zh-CN" sz="1200" b="1" dirty="0"/>
              <a:t> == HAL_UART_STATE_READY)</a:t>
            </a:r>
          </a:p>
          <a:p>
            <a:r>
              <a:rPr lang="en-GB" altLang="zh-CN" sz="1200" b="1" dirty="0"/>
              <a:t>  {</a:t>
            </a:r>
          </a:p>
          <a:p>
            <a:r>
              <a:rPr lang="en-GB" altLang="zh-CN" sz="1200" b="1" dirty="0"/>
              <a:t>    if ((</a:t>
            </a:r>
            <a:r>
              <a:rPr lang="en-GB" altLang="zh-CN" sz="1200" b="1" dirty="0" err="1"/>
              <a:t>pData</a:t>
            </a:r>
            <a:r>
              <a:rPr lang="en-GB" altLang="zh-CN" sz="1200" b="1" dirty="0"/>
              <a:t> == NULL) || (Size == 0U))</a:t>
            </a:r>
          </a:p>
          <a:p>
            <a:r>
              <a:rPr lang="en-GB" altLang="zh-CN" sz="1200" b="1" dirty="0"/>
              <a:t>    {</a:t>
            </a:r>
          </a:p>
          <a:p>
            <a:r>
              <a:rPr lang="en-GB" altLang="zh-CN" sz="1200" b="1" dirty="0"/>
              <a:t>      return HAL_ERROR;</a:t>
            </a:r>
          </a:p>
          <a:p>
            <a:r>
              <a:rPr lang="en-GB" altLang="zh-CN" sz="1200" b="1" dirty="0"/>
              <a:t>    }</a:t>
            </a:r>
          </a:p>
          <a:p>
            <a:r>
              <a:rPr lang="en-GB" altLang="zh-CN" sz="1200" b="1" dirty="0"/>
              <a:t>      /*</a:t>
            </a:r>
            <a:r>
              <a:rPr lang="en-GB" altLang="zh-CN" sz="1200" b="1" dirty="0" err="1"/>
              <a:t>huart</a:t>
            </a:r>
            <a:r>
              <a:rPr lang="zh-CN" altLang="en-US" sz="1200" b="1" dirty="0"/>
              <a:t>配置，上锁 *</a:t>
            </a:r>
            <a:r>
              <a:rPr lang="en-US" altLang="zh-CN" sz="1200" b="1" dirty="0"/>
              <a:t>/</a:t>
            </a:r>
          </a:p>
          <a:p>
            <a:r>
              <a:rPr lang="en-US" altLang="zh-CN" sz="1200" b="1" dirty="0"/>
              <a:t>    __</a:t>
            </a:r>
            <a:r>
              <a:rPr lang="en-GB" altLang="zh-CN" sz="1200" b="1" dirty="0"/>
              <a:t>HAL_LOCK(</a:t>
            </a:r>
            <a:r>
              <a:rPr lang="en-GB" altLang="zh-CN" sz="1200" b="1" dirty="0" err="1"/>
              <a:t>huart</a:t>
            </a:r>
            <a:r>
              <a:rPr lang="en-GB" altLang="zh-CN" sz="1200" b="1" dirty="0"/>
              <a:t>);</a:t>
            </a:r>
          </a:p>
          <a:p>
            <a:r>
              <a:rPr lang="en-GB" altLang="zh-CN" sz="1200" b="1" dirty="0"/>
              <a:t>    </a:t>
            </a:r>
            <a:r>
              <a:rPr lang="en-GB" altLang="zh-CN" sz="1200" b="1" dirty="0" err="1"/>
              <a:t>huart</a:t>
            </a:r>
            <a:r>
              <a:rPr lang="en-GB" altLang="zh-CN" sz="1200" b="1" dirty="0"/>
              <a:t>-&gt;</a:t>
            </a:r>
            <a:r>
              <a:rPr lang="en-GB" altLang="zh-CN" sz="1200" b="1" dirty="0" err="1"/>
              <a:t>pTxBuffPtr</a:t>
            </a:r>
            <a:r>
              <a:rPr lang="en-GB" altLang="zh-CN" sz="1200" b="1" dirty="0"/>
              <a:t> = </a:t>
            </a:r>
            <a:r>
              <a:rPr lang="en-GB" altLang="zh-CN" sz="1200" b="1" dirty="0" err="1"/>
              <a:t>pData</a:t>
            </a:r>
            <a:r>
              <a:rPr lang="en-GB" altLang="zh-CN" sz="1200" b="1" dirty="0"/>
              <a:t>;</a:t>
            </a:r>
          </a:p>
          <a:p>
            <a:r>
              <a:rPr lang="en-GB" altLang="zh-CN" sz="1200" b="1" dirty="0"/>
              <a:t>    </a:t>
            </a:r>
            <a:r>
              <a:rPr lang="en-GB" altLang="zh-CN" sz="1200" b="1" dirty="0" err="1"/>
              <a:t>huart</a:t>
            </a:r>
            <a:r>
              <a:rPr lang="en-GB" altLang="zh-CN" sz="1200" b="1" dirty="0"/>
              <a:t>-&gt;</a:t>
            </a:r>
            <a:r>
              <a:rPr lang="en-GB" altLang="zh-CN" sz="1200" b="1" dirty="0" err="1"/>
              <a:t>TxXferSize</a:t>
            </a:r>
            <a:r>
              <a:rPr lang="en-GB" altLang="zh-CN" sz="1200" b="1" dirty="0"/>
              <a:t> = Size;</a:t>
            </a:r>
          </a:p>
          <a:p>
            <a:r>
              <a:rPr lang="en-GB" altLang="zh-CN" sz="1200" b="1" dirty="0"/>
              <a:t>    </a:t>
            </a:r>
            <a:r>
              <a:rPr lang="en-GB" altLang="zh-CN" sz="1200" b="1" dirty="0" err="1"/>
              <a:t>huart</a:t>
            </a:r>
            <a:r>
              <a:rPr lang="en-GB" altLang="zh-CN" sz="1200" b="1" dirty="0"/>
              <a:t>-&gt;</a:t>
            </a:r>
            <a:r>
              <a:rPr lang="en-GB" altLang="zh-CN" sz="1200" b="1" dirty="0" err="1"/>
              <a:t>TxXferCount</a:t>
            </a:r>
            <a:r>
              <a:rPr lang="en-GB" altLang="zh-CN" sz="1200" b="1" dirty="0"/>
              <a:t> = Size;</a:t>
            </a:r>
          </a:p>
          <a:p>
            <a:r>
              <a:rPr lang="en-GB" altLang="zh-CN" sz="1200" b="1" dirty="0"/>
              <a:t>    </a:t>
            </a:r>
            <a:r>
              <a:rPr lang="en-GB" altLang="zh-CN" sz="1200" b="1" dirty="0" err="1"/>
              <a:t>huart</a:t>
            </a:r>
            <a:r>
              <a:rPr lang="en-GB" altLang="zh-CN" sz="1200" b="1" dirty="0"/>
              <a:t>-&gt;</a:t>
            </a:r>
            <a:r>
              <a:rPr lang="en-GB" altLang="zh-CN" sz="1200" b="1" dirty="0" err="1"/>
              <a:t>ErrorCode</a:t>
            </a:r>
            <a:r>
              <a:rPr lang="en-GB" altLang="zh-CN" sz="1200" b="1" dirty="0"/>
              <a:t> = HAL_UART_ERROR_NONE;</a:t>
            </a:r>
          </a:p>
          <a:p>
            <a:r>
              <a:rPr lang="en-GB" altLang="zh-CN" sz="1200" b="1" dirty="0"/>
              <a:t>    </a:t>
            </a:r>
            <a:r>
              <a:rPr lang="en-GB" altLang="zh-CN" sz="1200" b="1" dirty="0" err="1"/>
              <a:t>huart</a:t>
            </a:r>
            <a:r>
              <a:rPr lang="en-GB" altLang="zh-CN" sz="1200" b="1" dirty="0"/>
              <a:t>-&gt;</a:t>
            </a:r>
            <a:r>
              <a:rPr lang="en-GB" altLang="zh-CN" sz="1200" b="1" dirty="0" err="1"/>
              <a:t>gState</a:t>
            </a:r>
            <a:r>
              <a:rPr lang="en-GB" altLang="zh-CN" sz="1200" b="1" dirty="0"/>
              <a:t> = HAL_UART_STATE_BUSY_TX;</a:t>
            </a:r>
          </a:p>
          <a:p>
            <a:r>
              <a:rPr lang="en-GB" altLang="zh-CN" sz="1200" b="1" dirty="0"/>
              <a:t>      /*</a:t>
            </a:r>
            <a:r>
              <a:rPr lang="zh-CN" altLang="en-US" sz="1200" b="1" dirty="0"/>
              <a:t>设置</a:t>
            </a:r>
            <a:r>
              <a:rPr lang="en-GB" altLang="zh-CN" sz="1200" b="1" dirty="0"/>
              <a:t>UART</a:t>
            </a:r>
            <a:r>
              <a:rPr lang="zh-CN" altLang="en-US" sz="1200" b="1" dirty="0"/>
              <a:t>的</a:t>
            </a:r>
            <a:r>
              <a:rPr lang="en-GB" altLang="zh-CN" sz="1200" b="1" dirty="0"/>
              <a:t>DMA</a:t>
            </a:r>
            <a:r>
              <a:rPr lang="zh-CN" altLang="en-US" sz="1200" b="1" dirty="0"/>
              <a:t>传输完成时调用的回调函数*</a:t>
            </a:r>
            <a:r>
              <a:rPr lang="en-US" altLang="zh-CN" sz="1200" b="1" dirty="0"/>
              <a:t>/</a:t>
            </a:r>
          </a:p>
          <a:p>
            <a:r>
              <a:rPr lang="en-US" altLang="zh-CN" sz="1200" b="1" dirty="0"/>
              <a:t>    </a:t>
            </a:r>
            <a:r>
              <a:rPr lang="en-GB" altLang="zh-CN" sz="1200" b="1" dirty="0" err="1"/>
              <a:t>huart</a:t>
            </a:r>
            <a:r>
              <a:rPr lang="en-GB" altLang="zh-CN" sz="1200" b="1" dirty="0"/>
              <a:t>-&gt;</a:t>
            </a:r>
            <a:r>
              <a:rPr lang="en-GB" altLang="zh-CN" sz="1200" b="1" dirty="0" err="1"/>
              <a:t>hdmatx</a:t>
            </a:r>
            <a:r>
              <a:rPr lang="en-GB" altLang="zh-CN" sz="1200" b="1" dirty="0"/>
              <a:t>-&gt;</a:t>
            </a:r>
            <a:r>
              <a:rPr lang="en-GB" altLang="zh-CN" sz="1200" b="1" dirty="0" err="1"/>
              <a:t>XferCpltCallback</a:t>
            </a:r>
            <a:r>
              <a:rPr lang="en-GB" altLang="zh-CN" sz="1200" b="1" dirty="0"/>
              <a:t> = </a:t>
            </a:r>
            <a:r>
              <a:rPr lang="en-GB" altLang="zh-CN" sz="1200" b="1" dirty="0" err="1"/>
              <a:t>UART_DMATransmitCplt</a:t>
            </a:r>
            <a:r>
              <a:rPr lang="en-GB" altLang="zh-CN" sz="1200" b="1" dirty="0" smtClean="0"/>
              <a:t>;</a:t>
            </a:r>
            <a:endParaRPr lang="en-GB" altLang="zh-CN" sz="1200" b="1" dirty="0"/>
          </a:p>
        </p:txBody>
      </p:sp>
      <p:sp>
        <p:nvSpPr>
          <p:cNvPr id="12" name="矩形 11"/>
          <p:cNvSpPr/>
          <p:nvPr/>
        </p:nvSpPr>
        <p:spPr>
          <a:xfrm>
            <a:off x="4746618" y="683932"/>
            <a:ext cx="4032448" cy="433965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altLang="zh-CN" sz="1200" b="1" dirty="0"/>
              <a:t> </a:t>
            </a:r>
            <a:r>
              <a:rPr lang="en-GB" altLang="zh-CN" sz="1200" b="1" dirty="0" smtClean="0"/>
              <a:t>    </a:t>
            </a:r>
            <a:r>
              <a:rPr lang="zh-CN" altLang="en-US" sz="1200" b="1" dirty="0" smtClean="0"/>
              <a:t> </a:t>
            </a:r>
            <a:r>
              <a:rPr lang="en-US" altLang="zh-CN" sz="1200" b="1" dirty="0"/>
              <a:t>/*</a:t>
            </a:r>
            <a:r>
              <a:rPr lang="zh-CN" altLang="en-US" sz="1200" b="1" dirty="0"/>
              <a:t>设置</a:t>
            </a:r>
            <a:r>
              <a:rPr lang="en-GB" altLang="zh-CN" sz="1200" b="1" dirty="0"/>
              <a:t>UART</a:t>
            </a:r>
            <a:r>
              <a:rPr lang="zh-CN" altLang="en-US" sz="1200" b="1" dirty="0"/>
              <a:t>的</a:t>
            </a:r>
            <a:r>
              <a:rPr lang="en-GB" altLang="zh-CN" sz="1200" b="1" dirty="0"/>
              <a:t>DMA</a:t>
            </a:r>
            <a:r>
              <a:rPr lang="zh-CN" altLang="en-US" sz="1200" b="1" dirty="0"/>
              <a:t>传输完成一半时的回调函数 *</a:t>
            </a:r>
            <a:r>
              <a:rPr lang="en-US" altLang="zh-CN" sz="1200" b="1" dirty="0"/>
              <a:t>/</a:t>
            </a:r>
          </a:p>
          <a:p>
            <a:r>
              <a:rPr lang="en-US" altLang="zh-CN" sz="1200" b="1" dirty="0"/>
              <a:t>    </a:t>
            </a:r>
            <a:r>
              <a:rPr lang="en-GB" altLang="zh-CN" sz="1200" b="1" dirty="0" err="1"/>
              <a:t>huart</a:t>
            </a:r>
            <a:r>
              <a:rPr lang="en-GB" altLang="zh-CN" sz="1200" b="1" dirty="0"/>
              <a:t>-&gt;</a:t>
            </a:r>
            <a:r>
              <a:rPr lang="en-GB" altLang="zh-CN" sz="1200" b="1" dirty="0" err="1"/>
              <a:t>hdmatx</a:t>
            </a:r>
            <a:r>
              <a:rPr lang="en-GB" altLang="zh-CN" sz="1200" b="1" dirty="0"/>
              <a:t>-&gt;</a:t>
            </a:r>
            <a:r>
              <a:rPr lang="en-GB" altLang="zh-CN" sz="1200" b="1" dirty="0" err="1"/>
              <a:t>XferHalfCpltCallback</a:t>
            </a:r>
            <a:r>
              <a:rPr lang="en-GB" altLang="zh-CN" sz="1200" b="1" dirty="0"/>
              <a:t> = </a:t>
            </a:r>
            <a:r>
              <a:rPr lang="en-GB" altLang="zh-CN" sz="1200" b="1" dirty="0" err="1"/>
              <a:t>UART_DMATxHalfCplt</a:t>
            </a:r>
            <a:r>
              <a:rPr lang="en-GB" altLang="zh-CN" sz="1200" b="1" dirty="0"/>
              <a:t>;</a:t>
            </a:r>
          </a:p>
          <a:p>
            <a:r>
              <a:rPr lang="en-GB" altLang="zh-CN" sz="1200" b="1" dirty="0"/>
              <a:t>      /*</a:t>
            </a:r>
            <a:r>
              <a:rPr lang="zh-CN" altLang="en-US" sz="1200" b="1" dirty="0"/>
              <a:t>设置</a:t>
            </a:r>
            <a:r>
              <a:rPr lang="en-GB" altLang="zh-CN" sz="1200" b="1" dirty="0"/>
              <a:t>DMA</a:t>
            </a:r>
            <a:r>
              <a:rPr lang="zh-CN" altLang="en-US" sz="1200" b="1" dirty="0"/>
              <a:t>传输错误的回调函数 *</a:t>
            </a:r>
            <a:r>
              <a:rPr lang="en-US" altLang="zh-CN" sz="1200" b="1" dirty="0"/>
              <a:t>/</a:t>
            </a:r>
          </a:p>
          <a:p>
            <a:r>
              <a:rPr lang="en-US" altLang="zh-CN" sz="1200" b="1" dirty="0"/>
              <a:t>    </a:t>
            </a:r>
            <a:r>
              <a:rPr lang="en-GB" altLang="zh-CN" sz="1200" b="1" dirty="0" err="1"/>
              <a:t>huart</a:t>
            </a:r>
            <a:r>
              <a:rPr lang="en-GB" altLang="zh-CN" sz="1200" b="1" dirty="0"/>
              <a:t>-&gt;</a:t>
            </a:r>
            <a:r>
              <a:rPr lang="en-GB" altLang="zh-CN" sz="1200" b="1" dirty="0" err="1"/>
              <a:t>hdmatx</a:t>
            </a:r>
            <a:r>
              <a:rPr lang="en-GB" altLang="zh-CN" sz="1200" b="1" dirty="0"/>
              <a:t>-&gt;</a:t>
            </a:r>
            <a:r>
              <a:rPr lang="en-GB" altLang="zh-CN" sz="1200" b="1" dirty="0" err="1"/>
              <a:t>XferErrorCallback</a:t>
            </a:r>
            <a:r>
              <a:rPr lang="en-GB" altLang="zh-CN" sz="1200" b="1" dirty="0"/>
              <a:t> = </a:t>
            </a:r>
            <a:r>
              <a:rPr lang="en-GB" altLang="zh-CN" sz="1200" b="1" dirty="0" err="1"/>
              <a:t>UART_DMAError</a:t>
            </a:r>
            <a:r>
              <a:rPr lang="en-GB" altLang="zh-CN" sz="1200" b="1" dirty="0"/>
              <a:t>;</a:t>
            </a:r>
          </a:p>
          <a:p>
            <a:r>
              <a:rPr lang="en-GB" altLang="zh-CN" sz="1200" b="1" dirty="0"/>
              <a:t>      /*</a:t>
            </a:r>
            <a:r>
              <a:rPr lang="zh-CN" altLang="en-US" sz="1200" b="1" dirty="0"/>
              <a:t>置</a:t>
            </a:r>
            <a:r>
              <a:rPr lang="en-GB" altLang="zh-CN" sz="1200" b="1" dirty="0"/>
              <a:t>DMA</a:t>
            </a:r>
            <a:r>
              <a:rPr lang="zh-CN" altLang="en-US" sz="1200" b="1" dirty="0"/>
              <a:t>传输中止的回调函数*</a:t>
            </a:r>
            <a:r>
              <a:rPr lang="en-US" altLang="zh-CN" sz="1200" b="1" dirty="0"/>
              <a:t>/</a:t>
            </a:r>
          </a:p>
          <a:p>
            <a:r>
              <a:rPr lang="en-US" altLang="zh-CN" sz="1200" b="1" dirty="0"/>
              <a:t>    </a:t>
            </a:r>
            <a:r>
              <a:rPr lang="en-GB" altLang="zh-CN" sz="1200" b="1" dirty="0" err="1"/>
              <a:t>huart</a:t>
            </a:r>
            <a:r>
              <a:rPr lang="en-GB" altLang="zh-CN" sz="1200" b="1" dirty="0"/>
              <a:t>-&gt;</a:t>
            </a:r>
            <a:r>
              <a:rPr lang="en-GB" altLang="zh-CN" sz="1200" b="1" dirty="0" err="1"/>
              <a:t>hdmatx</a:t>
            </a:r>
            <a:r>
              <a:rPr lang="en-GB" altLang="zh-CN" sz="1200" b="1" dirty="0"/>
              <a:t>-&gt;</a:t>
            </a:r>
            <a:r>
              <a:rPr lang="en-GB" altLang="zh-CN" sz="1200" b="1" dirty="0" err="1"/>
              <a:t>XferAbortCallback</a:t>
            </a:r>
            <a:r>
              <a:rPr lang="en-GB" altLang="zh-CN" sz="1200" b="1" dirty="0"/>
              <a:t> = NULL;</a:t>
            </a:r>
          </a:p>
          <a:p>
            <a:r>
              <a:rPr lang="en-GB" altLang="zh-CN" sz="1200" b="1" dirty="0"/>
              <a:t>      /*</a:t>
            </a:r>
            <a:r>
              <a:rPr lang="zh-CN" altLang="en-US" sz="1200" b="1" dirty="0"/>
              <a:t>设置存储器到外设的地址，开启中断，并使能</a:t>
            </a:r>
            <a:r>
              <a:rPr lang="en-GB" altLang="zh-CN" sz="1200" b="1" dirty="0"/>
              <a:t>UART</a:t>
            </a:r>
            <a:r>
              <a:rPr lang="zh-CN" altLang="en-US" sz="1200" b="1" dirty="0"/>
              <a:t>的</a:t>
            </a:r>
            <a:r>
              <a:rPr lang="en-GB" altLang="zh-CN" sz="1200" b="1" dirty="0"/>
              <a:t>DMA</a:t>
            </a:r>
            <a:r>
              <a:rPr lang="zh-CN" altLang="en-US" sz="1200" b="1" dirty="0"/>
              <a:t>传输的</a:t>
            </a:r>
            <a:r>
              <a:rPr lang="en-GB" altLang="zh-CN" sz="1200" b="1" dirty="0"/>
              <a:t>DMA</a:t>
            </a:r>
            <a:r>
              <a:rPr lang="zh-CN" altLang="en-US" sz="1200" b="1" dirty="0"/>
              <a:t>通道*</a:t>
            </a:r>
            <a:r>
              <a:rPr lang="en-US" altLang="zh-CN" sz="1200" b="1" dirty="0"/>
              <a:t>/</a:t>
            </a:r>
          </a:p>
          <a:p>
            <a:r>
              <a:rPr lang="en-US" altLang="zh-CN" sz="1200" b="1" dirty="0"/>
              <a:t>    </a:t>
            </a:r>
            <a:r>
              <a:rPr lang="en-GB" altLang="zh-CN" sz="1200" b="1" dirty="0" err="1"/>
              <a:t>tmp</a:t>
            </a:r>
            <a:r>
              <a:rPr lang="en-GB" altLang="zh-CN" sz="1200" b="1" dirty="0"/>
              <a:t> = (uint32_t *)&amp;</a:t>
            </a:r>
            <a:r>
              <a:rPr lang="en-GB" altLang="zh-CN" sz="1200" b="1" dirty="0" err="1"/>
              <a:t>pData</a:t>
            </a:r>
            <a:r>
              <a:rPr lang="en-GB" altLang="zh-CN" sz="1200" b="1" dirty="0"/>
              <a:t>;</a:t>
            </a:r>
          </a:p>
          <a:p>
            <a:r>
              <a:rPr lang="en-GB" altLang="zh-CN" sz="1200" b="1" dirty="0"/>
              <a:t>    </a:t>
            </a:r>
            <a:r>
              <a:rPr lang="en-GB" altLang="zh-CN" sz="1200" b="1" dirty="0" err="1"/>
              <a:t>HAL_DMA_Start_IT</a:t>
            </a:r>
            <a:r>
              <a:rPr lang="en-GB" altLang="zh-CN" sz="1200" b="1" dirty="0"/>
              <a:t>(</a:t>
            </a:r>
            <a:r>
              <a:rPr lang="en-GB" altLang="zh-CN" sz="1200" b="1" dirty="0" err="1"/>
              <a:t>huart</a:t>
            </a:r>
            <a:r>
              <a:rPr lang="en-GB" altLang="zh-CN" sz="1200" b="1" dirty="0"/>
              <a:t>-&gt;</a:t>
            </a:r>
            <a:r>
              <a:rPr lang="en-GB" altLang="zh-CN" sz="1200" b="1" dirty="0" err="1"/>
              <a:t>hdmatx</a:t>
            </a:r>
            <a:r>
              <a:rPr lang="en-GB" altLang="zh-CN" sz="1200" b="1" dirty="0"/>
              <a:t>, *(uint32_t *)</a:t>
            </a:r>
            <a:r>
              <a:rPr lang="en-GB" altLang="zh-CN" sz="1200" b="1" dirty="0" err="1"/>
              <a:t>tmp</a:t>
            </a:r>
            <a:r>
              <a:rPr lang="en-GB" altLang="zh-CN" sz="1200" b="1" dirty="0"/>
              <a:t>, (uint32_t)&amp;</a:t>
            </a:r>
            <a:r>
              <a:rPr lang="en-GB" altLang="zh-CN" sz="1200" b="1" dirty="0" err="1"/>
              <a:t>huart</a:t>
            </a:r>
            <a:r>
              <a:rPr lang="en-GB" altLang="zh-CN" sz="1200" b="1" dirty="0"/>
              <a:t>-&gt;Instance-&gt;DR, Size);</a:t>
            </a:r>
          </a:p>
          <a:p>
            <a:r>
              <a:rPr lang="en-GB" altLang="zh-CN" sz="1200" b="1" dirty="0"/>
              <a:t>      /*</a:t>
            </a:r>
            <a:r>
              <a:rPr lang="zh-CN" altLang="en-US" sz="1200" b="1" dirty="0"/>
              <a:t>清除串口</a:t>
            </a:r>
            <a:r>
              <a:rPr lang="en-GB" altLang="zh-CN" sz="1200" b="1" dirty="0"/>
              <a:t>TC</a:t>
            </a:r>
            <a:r>
              <a:rPr lang="zh-CN" altLang="en-US" sz="1200" b="1" dirty="0"/>
              <a:t>中断标志位 *</a:t>
            </a:r>
            <a:r>
              <a:rPr lang="en-US" altLang="zh-CN" sz="1200" b="1" dirty="0"/>
              <a:t>/</a:t>
            </a:r>
          </a:p>
          <a:p>
            <a:r>
              <a:rPr lang="en-US" altLang="zh-CN" sz="1200" b="1" dirty="0"/>
              <a:t>    __</a:t>
            </a:r>
            <a:r>
              <a:rPr lang="en-GB" altLang="zh-CN" sz="1200" b="1" dirty="0"/>
              <a:t>HAL_UART_CLEAR_FLAG(</a:t>
            </a:r>
            <a:r>
              <a:rPr lang="en-GB" altLang="zh-CN" sz="1200" b="1" dirty="0" err="1"/>
              <a:t>huart</a:t>
            </a:r>
            <a:r>
              <a:rPr lang="en-GB" altLang="zh-CN" sz="1200" b="1" dirty="0"/>
              <a:t>, UART_FLAG_TC);</a:t>
            </a:r>
          </a:p>
          <a:p>
            <a:r>
              <a:rPr lang="en-GB" altLang="zh-CN" sz="1200" b="1" dirty="0"/>
              <a:t>      /* </a:t>
            </a:r>
            <a:r>
              <a:rPr lang="en-GB" altLang="zh-CN" sz="1200" b="1" dirty="0" err="1"/>
              <a:t>huart</a:t>
            </a:r>
            <a:r>
              <a:rPr lang="zh-CN" altLang="en-US" sz="1200" b="1" dirty="0"/>
              <a:t>解锁 *</a:t>
            </a:r>
            <a:r>
              <a:rPr lang="en-US" altLang="zh-CN" sz="1200" b="1" dirty="0"/>
              <a:t>/</a:t>
            </a:r>
          </a:p>
          <a:p>
            <a:r>
              <a:rPr lang="en-US" altLang="zh-CN" sz="1200" b="1" dirty="0"/>
              <a:t>    __</a:t>
            </a:r>
            <a:r>
              <a:rPr lang="en-GB" altLang="zh-CN" sz="1200" b="1" dirty="0"/>
              <a:t>HAL_UNLOCK(</a:t>
            </a:r>
            <a:r>
              <a:rPr lang="en-GB" altLang="zh-CN" sz="1200" b="1" dirty="0" err="1"/>
              <a:t>huart</a:t>
            </a:r>
            <a:r>
              <a:rPr lang="en-GB" altLang="zh-CN" sz="1200" b="1" dirty="0"/>
              <a:t>);</a:t>
            </a:r>
          </a:p>
          <a:p>
            <a:r>
              <a:rPr lang="en-GB" altLang="zh-CN" sz="1200" b="1" dirty="0"/>
              <a:t>      /* </a:t>
            </a:r>
            <a:r>
              <a:rPr lang="zh-CN" altLang="en-US" sz="1200" b="1" dirty="0"/>
              <a:t>通过配置</a:t>
            </a:r>
            <a:r>
              <a:rPr lang="en-GB" altLang="zh-CN" sz="1200" b="1" dirty="0"/>
              <a:t>UART</a:t>
            </a:r>
            <a:r>
              <a:rPr lang="zh-CN" altLang="en-US" sz="1200" b="1" dirty="0"/>
              <a:t>的</a:t>
            </a:r>
            <a:r>
              <a:rPr lang="en-GB" altLang="zh-CN" sz="1200" b="1" dirty="0"/>
              <a:t>CR3</a:t>
            </a:r>
            <a:r>
              <a:rPr lang="zh-CN" altLang="en-US" sz="1200" b="1" dirty="0"/>
              <a:t>寄存器，使能</a:t>
            </a:r>
            <a:r>
              <a:rPr lang="en-GB" altLang="zh-CN" sz="1200" b="1" dirty="0"/>
              <a:t>DMA</a:t>
            </a:r>
            <a:r>
              <a:rPr lang="zh-CN" altLang="en-US" sz="1200" b="1" dirty="0"/>
              <a:t>发送*</a:t>
            </a:r>
            <a:r>
              <a:rPr lang="en-US" altLang="zh-CN" sz="1200" b="1" dirty="0"/>
              <a:t>/</a:t>
            </a:r>
          </a:p>
          <a:p>
            <a:r>
              <a:rPr lang="en-US" altLang="zh-CN" sz="1200" b="1" dirty="0"/>
              <a:t>    </a:t>
            </a:r>
            <a:r>
              <a:rPr lang="en-GB" altLang="zh-CN" sz="1200" b="1" dirty="0"/>
              <a:t>SET_BIT(</a:t>
            </a:r>
            <a:r>
              <a:rPr lang="en-GB" altLang="zh-CN" sz="1200" b="1" dirty="0" err="1"/>
              <a:t>huart</a:t>
            </a:r>
            <a:r>
              <a:rPr lang="en-GB" altLang="zh-CN" sz="1200" b="1" dirty="0"/>
              <a:t>-&gt;Instance-&gt;CR3, USART_CR3_DMAT);</a:t>
            </a:r>
          </a:p>
          <a:p>
            <a:r>
              <a:rPr lang="en-GB" altLang="zh-CN" sz="1200" b="1" dirty="0"/>
              <a:t>    return HAL_OK;</a:t>
            </a:r>
          </a:p>
          <a:p>
            <a:r>
              <a:rPr lang="en-GB" altLang="zh-CN" sz="1200" b="1" dirty="0"/>
              <a:t>  }</a:t>
            </a:r>
          </a:p>
          <a:p>
            <a:r>
              <a:rPr lang="en-GB" altLang="zh-CN" sz="1200" b="1" dirty="0"/>
              <a:t>  else</a:t>
            </a:r>
          </a:p>
          <a:p>
            <a:r>
              <a:rPr lang="en-GB" altLang="zh-CN" sz="1200" b="1" dirty="0"/>
              <a:t>  </a:t>
            </a:r>
            <a:r>
              <a:rPr lang="en-GB" altLang="zh-CN" sz="1200" b="1" dirty="0" smtClean="0"/>
              <a:t>{    </a:t>
            </a:r>
            <a:r>
              <a:rPr lang="en-GB" altLang="zh-CN" sz="1200" b="1" dirty="0"/>
              <a:t>return HAL_BUSY</a:t>
            </a:r>
            <a:r>
              <a:rPr lang="en-GB" altLang="zh-CN" sz="1200" b="1" dirty="0" smtClean="0"/>
              <a:t>;    </a:t>
            </a:r>
            <a:r>
              <a:rPr lang="en-GB" altLang="zh-CN" sz="1200" b="1" dirty="0"/>
              <a:t>}</a:t>
            </a:r>
          </a:p>
          <a:p>
            <a:r>
              <a:rPr lang="en-GB" altLang="zh-CN" sz="1200" b="1" dirty="0"/>
              <a:t>}</a:t>
            </a:r>
          </a:p>
        </p:txBody>
      </p:sp>
      <p:sp>
        <p:nvSpPr>
          <p:cNvPr id="13" name="右箭头 12"/>
          <p:cNvSpPr/>
          <p:nvPr/>
        </p:nvSpPr>
        <p:spPr>
          <a:xfrm>
            <a:off x="4499991" y="2427734"/>
            <a:ext cx="237386" cy="14401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</p:spTree>
    <p:extLst>
      <p:ext uri="{BB962C8B-B14F-4D97-AF65-F5344CB8AC3E}">
        <p14:creationId xmlns:p14="http://schemas.microsoft.com/office/powerpoint/2010/main" val="4095573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339503"/>
            <a:ext cx="385761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35894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8.4.2 HAL</a:t>
            </a:r>
            <a:r>
              <a:rPr lang="zh-CN" altLang="en-US" sz="2400" b="1" dirty="0">
                <a:solidFill>
                  <a:schemeClr val="bg1"/>
                </a:solidFill>
              </a:rPr>
              <a:t>库</a:t>
            </a:r>
            <a:r>
              <a:rPr lang="en-US" altLang="zh-CN" sz="2400" b="1" dirty="0">
                <a:solidFill>
                  <a:schemeClr val="bg1"/>
                </a:solidFill>
              </a:rPr>
              <a:t>DMA</a:t>
            </a:r>
            <a:r>
              <a:rPr lang="zh-CN" altLang="en-US" sz="2400" b="1" dirty="0">
                <a:solidFill>
                  <a:schemeClr val="bg1"/>
                </a:solidFill>
              </a:rPr>
              <a:t>应用实例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71538" y="1657655"/>
            <a:ext cx="2786082" cy="201593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 smtClean="0"/>
              <a:t>       基于</a:t>
            </a:r>
            <a:r>
              <a:rPr lang="en-US" altLang="zh-CN" sz="2000" b="1" dirty="0"/>
              <a:t>HAL</a:t>
            </a:r>
            <a:r>
              <a:rPr lang="zh-CN" altLang="en-US" sz="2000" b="1" dirty="0"/>
              <a:t>库采用</a:t>
            </a:r>
            <a:r>
              <a:rPr lang="en-US" altLang="zh-CN" sz="2000" b="1" dirty="0"/>
              <a:t>DMA</a:t>
            </a:r>
            <a:r>
              <a:rPr lang="zh-CN" altLang="en-US" sz="2000" b="1" dirty="0"/>
              <a:t>方式实现</a:t>
            </a:r>
            <a:r>
              <a:rPr lang="en-US" altLang="zh-CN" sz="2000" b="1" dirty="0"/>
              <a:t>USART</a:t>
            </a:r>
            <a:r>
              <a:rPr lang="zh-CN" altLang="en-US" sz="2000" b="1" dirty="0"/>
              <a:t>串口收发</a:t>
            </a:r>
            <a:r>
              <a:rPr lang="zh-CN" altLang="en-US" sz="2000" b="1" dirty="0" smtClean="0"/>
              <a:t>数据，用于需要</a:t>
            </a:r>
            <a:r>
              <a:rPr lang="zh-CN" altLang="en-US" sz="2000" b="1" dirty="0"/>
              <a:t>大批量数据的通信与</a:t>
            </a:r>
            <a:r>
              <a:rPr lang="zh-CN" altLang="en-US" sz="2000" b="1" dirty="0" smtClean="0"/>
              <a:t>信息交换的场合。</a:t>
            </a:r>
            <a:endParaRPr lang="zh-CN" altLang="en-US" sz="2000" b="1" dirty="0"/>
          </a:p>
        </p:txBody>
      </p:sp>
      <p:sp>
        <p:nvSpPr>
          <p:cNvPr id="10" name="矩形 9"/>
          <p:cNvSpPr/>
          <p:nvPr/>
        </p:nvSpPr>
        <p:spPr>
          <a:xfrm>
            <a:off x="571472" y="1371903"/>
            <a:ext cx="928694" cy="396770"/>
          </a:xfrm>
          <a:prstGeom prst="rect">
            <a:avLst/>
          </a:prstGeom>
          <a:gradFill flip="none" rotWithShape="1">
            <a:gsLst>
              <a:gs pos="0">
                <a:schemeClr val="accent5">
                  <a:shade val="51000"/>
                  <a:satMod val="130000"/>
                </a:schemeClr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/>
              <a:t>功能</a:t>
            </a:r>
            <a:endParaRPr lang="zh-CN" altLang="en-US" sz="2000" b="1" dirty="0"/>
          </a:p>
        </p:txBody>
      </p:sp>
      <p:sp>
        <p:nvSpPr>
          <p:cNvPr id="11" name="矩形 10"/>
          <p:cNvSpPr/>
          <p:nvPr/>
        </p:nvSpPr>
        <p:spPr>
          <a:xfrm>
            <a:off x="4635231" y="1089713"/>
            <a:ext cx="3744416" cy="2071702"/>
          </a:xfrm>
          <a:prstGeom prst="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4289602" y="699542"/>
            <a:ext cx="1367582" cy="4949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chemeClr val="tx1"/>
                </a:solidFill>
              </a:rPr>
              <a:t>硬件设计</a:t>
            </a:r>
            <a:endParaRPr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67179" y="3291830"/>
            <a:ext cx="46805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chemeClr val="dk1"/>
                </a:solidFill>
              </a:rPr>
              <a:t>       通过</a:t>
            </a:r>
            <a:r>
              <a:rPr lang="en-US" altLang="zh-CN" sz="2000" b="1" dirty="0">
                <a:solidFill>
                  <a:schemeClr val="dk1"/>
                </a:solidFill>
              </a:rPr>
              <a:t>STM32F103</a:t>
            </a:r>
            <a:r>
              <a:rPr lang="zh-CN" altLang="en-US" sz="2000" b="1" dirty="0">
                <a:solidFill>
                  <a:schemeClr val="dk1"/>
                </a:solidFill>
              </a:rPr>
              <a:t>目标板上的串口</a:t>
            </a:r>
            <a:r>
              <a:rPr lang="en-US" altLang="zh-CN" sz="2000" b="1" dirty="0">
                <a:solidFill>
                  <a:schemeClr val="dk1"/>
                </a:solidFill>
              </a:rPr>
              <a:t>1</a:t>
            </a:r>
            <a:r>
              <a:rPr lang="zh-CN" altLang="en-US" sz="2000" b="1" dirty="0">
                <a:solidFill>
                  <a:schemeClr val="dk1"/>
                </a:solidFill>
              </a:rPr>
              <a:t>（</a:t>
            </a:r>
            <a:r>
              <a:rPr lang="en-US" altLang="zh-CN" sz="2000" b="1" dirty="0">
                <a:solidFill>
                  <a:schemeClr val="dk1"/>
                </a:solidFill>
              </a:rPr>
              <a:t>USART1</a:t>
            </a:r>
            <a:r>
              <a:rPr lang="zh-CN" altLang="en-US" sz="2000" b="1" dirty="0">
                <a:solidFill>
                  <a:schemeClr val="dk1"/>
                </a:solidFill>
              </a:rPr>
              <a:t>）采用</a:t>
            </a:r>
            <a:r>
              <a:rPr lang="en-US" altLang="zh-CN" sz="2000" b="1" dirty="0">
                <a:solidFill>
                  <a:schemeClr val="dk1"/>
                </a:solidFill>
              </a:rPr>
              <a:t>DMA</a:t>
            </a:r>
            <a:r>
              <a:rPr lang="zh-CN" altLang="en-US" sz="2000" b="1" dirty="0">
                <a:solidFill>
                  <a:schemeClr val="dk1"/>
                </a:solidFill>
              </a:rPr>
              <a:t>方式实现与上位机</a:t>
            </a:r>
            <a:r>
              <a:rPr lang="en-US" altLang="zh-CN" sz="2000" b="1" dirty="0">
                <a:solidFill>
                  <a:schemeClr val="dk1"/>
                </a:solidFill>
              </a:rPr>
              <a:t>PC</a:t>
            </a:r>
            <a:r>
              <a:rPr lang="zh-CN" altLang="en-US" sz="2000" b="1" dirty="0">
                <a:solidFill>
                  <a:schemeClr val="dk1"/>
                </a:solidFill>
              </a:rPr>
              <a:t>的数据传输，可在</a:t>
            </a:r>
            <a:r>
              <a:rPr lang="en-US" altLang="zh-CN" sz="2000" b="1" dirty="0">
                <a:solidFill>
                  <a:schemeClr val="dk1"/>
                </a:solidFill>
              </a:rPr>
              <a:t>PC</a:t>
            </a:r>
            <a:r>
              <a:rPr lang="zh-CN" altLang="en-US" sz="2000" b="1" dirty="0">
                <a:solidFill>
                  <a:schemeClr val="dk1"/>
                </a:solidFill>
              </a:rPr>
              <a:t>机的串口助手查看测试</a:t>
            </a:r>
            <a:r>
              <a:rPr lang="zh-CN" altLang="en-US" sz="2000" b="1" dirty="0" smtClean="0">
                <a:solidFill>
                  <a:schemeClr val="dk1"/>
                </a:solidFill>
              </a:rPr>
              <a:t>结果。</a:t>
            </a:r>
            <a:endParaRPr lang="zh-CN" altLang="en-US" sz="2000" b="1" dirty="0">
              <a:solidFill>
                <a:schemeClr val="dk1"/>
              </a:solidFill>
            </a:endParaRPr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9138042"/>
              </p:ext>
            </p:extLst>
          </p:nvPr>
        </p:nvGraphicFramePr>
        <p:xfrm>
          <a:off x="4750076" y="1463576"/>
          <a:ext cx="3514725" cy="132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87" name="Visio" r:id="rId3" imgW="2958064" imgH="1117584" progId="Visio.Drawing.11">
                  <p:embed/>
                </p:oleObj>
              </mc:Choice>
              <mc:Fallback>
                <p:oleObj name="Visio" r:id="rId3" imgW="2958064" imgH="1117584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0076" y="1463576"/>
                        <a:ext cx="3514725" cy="1323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39772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2320490268"/>
              </p:ext>
            </p:extLst>
          </p:nvPr>
        </p:nvGraphicFramePr>
        <p:xfrm>
          <a:off x="683568" y="483518"/>
          <a:ext cx="7857746" cy="3548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9" name="右箭头 18"/>
          <p:cNvSpPr/>
          <p:nvPr/>
        </p:nvSpPr>
        <p:spPr>
          <a:xfrm>
            <a:off x="1115616" y="3869781"/>
            <a:ext cx="6768752" cy="360040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  <p:sp>
        <p:nvSpPr>
          <p:cNvPr id="11" name="矩形 10"/>
          <p:cNvSpPr/>
          <p:nvPr/>
        </p:nvSpPr>
        <p:spPr>
          <a:xfrm>
            <a:off x="4731071" y="363896"/>
            <a:ext cx="2088232" cy="479663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chemeClr val="tx1"/>
                </a:solidFill>
              </a:rPr>
              <a:t>软件设计</a:t>
            </a:r>
            <a:r>
              <a:rPr lang="zh-CN" altLang="en-US" sz="2000" b="1" dirty="0">
                <a:solidFill>
                  <a:schemeClr val="tx1"/>
                </a:solidFill>
              </a:rPr>
              <a:t>流程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1511660" y="3706537"/>
            <a:ext cx="1224136" cy="665413"/>
          </a:xfrm>
          <a:prstGeom prst="roundRect">
            <a:avLst>
              <a:gd name="adj" fmla="val 10000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RCC</a:t>
            </a:r>
            <a:r>
              <a:rPr lang="zh-CN" altLang="zh-CN" b="1" dirty="0" smtClean="0">
                <a:solidFill>
                  <a:schemeClr val="tx1"/>
                </a:solidFill>
              </a:rPr>
              <a:t>和</a:t>
            </a:r>
            <a:endParaRPr lang="en-US" altLang="zh-CN" b="1" dirty="0" smtClean="0">
              <a:solidFill>
                <a:schemeClr val="tx1"/>
              </a:solidFill>
            </a:endParaRPr>
          </a:p>
          <a:p>
            <a:pPr algn="ctr"/>
            <a:r>
              <a:rPr lang="zh-CN" altLang="zh-CN" b="1" dirty="0" smtClean="0">
                <a:solidFill>
                  <a:schemeClr val="tx1"/>
                </a:solidFill>
              </a:rPr>
              <a:t>时钟配置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3085048" y="3706537"/>
            <a:ext cx="1199547" cy="665413"/>
          </a:xfrm>
          <a:prstGeom prst="roundRect">
            <a:avLst>
              <a:gd name="adj" fmla="val 10000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USART1</a:t>
            </a:r>
            <a:r>
              <a:rPr lang="zh-CN" altLang="en-US" b="1" dirty="0">
                <a:solidFill>
                  <a:schemeClr val="tx1"/>
                </a:solidFill>
              </a:rPr>
              <a:t>配置</a:t>
            </a:r>
          </a:p>
        </p:txBody>
      </p:sp>
      <p:sp>
        <p:nvSpPr>
          <p:cNvPr id="17" name="圆角矩形 16"/>
          <p:cNvSpPr/>
          <p:nvPr/>
        </p:nvSpPr>
        <p:spPr>
          <a:xfrm>
            <a:off x="4633847" y="3706537"/>
            <a:ext cx="1224136" cy="665413"/>
          </a:xfrm>
          <a:prstGeom prst="roundRect">
            <a:avLst>
              <a:gd name="adj" fmla="val 10000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US" altLang="zh-CN" b="1" dirty="0"/>
              <a:t>DMA</a:t>
            </a:r>
            <a:r>
              <a:rPr lang="zh-CN" altLang="zh-CN" b="1" dirty="0"/>
              <a:t>配置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6207235" y="3706537"/>
            <a:ext cx="1224136" cy="665413"/>
          </a:xfrm>
          <a:prstGeom prst="roundRect">
            <a:avLst>
              <a:gd name="adj" fmla="val 10000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开启</a:t>
            </a:r>
            <a:r>
              <a:rPr lang="zh-CN" altLang="en-US" b="1" dirty="0" smtClean="0">
                <a:solidFill>
                  <a:schemeClr val="tx1"/>
                </a:solidFill>
              </a:rPr>
              <a:t>串口的</a:t>
            </a:r>
            <a:r>
              <a:rPr lang="zh-CN" altLang="en-US" b="1" dirty="0">
                <a:solidFill>
                  <a:schemeClr val="tx1"/>
                </a:solidFill>
              </a:rPr>
              <a:t>中断</a:t>
            </a:r>
          </a:p>
        </p:txBody>
      </p:sp>
      <p:sp>
        <p:nvSpPr>
          <p:cNvPr id="20" name="左大括号 19"/>
          <p:cNvSpPr/>
          <p:nvPr/>
        </p:nvSpPr>
        <p:spPr>
          <a:xfrm rot="5400000">
            <a:off x="4211959" y="699542"/>
            <a:ext cx="288032" cy="5328592"/>
          </a:xfrm>
          <a:prstGeom prst="leftBrace">
            <a:avLst>
              <a:gd name="adj1" fmla="val 51646"/>
              <a:gd name="adj2" fmla="val 76385"/>
            </a:avLst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" y="339503"/>
            <a:ext cx="3714632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25188" y="360767"/>
            <a:ext cx="35894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8.4.2 HAL</a:t>
            </a:r>
            <a:r>
              <a:rPr lang="zh-CN" altLang="en-US" sz="2400" b="1" dirty="0">
                <a:solidFill>
                  <a:schemeClr val="bg1"/>
                </a:solidFill>
              </a:rPr>
              <a:t>库</a:t>
            </a:r>
            <a:r>
              <a:rPr lang="en-US" altLang="zh-CN" sz="2400" b="1" dirty="0">
                <a:solidFill>
                  <a:schemeClr val="bg1"/>
                </a:solidFill>
              </a:rPr>
              <a:t>DMA</a:t>
            </a:r>
            <a:r>
              <a:rPr lang="zh-CN" altLang="en-US" sz="2400" b="1" dirty="0">
                <a:solidFill>
                  <a:schemeClr val="bg1"/>
                </a:solidFill>
              </a:rPr>
              <a:t>应用实例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755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528679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51616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设计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zh-CN" altLang="en-US" sz="1600" b="1" dirty="0">
                <a:solidFill>
                  <a:schemeClr val="bg1"/>
                </a:solidFill>
              </a:rPr>
              <a:t>新建</a:t>
            </a:r>
            <a:r>
              <a:rPr lang="en-US" altLang="zh-CN" sz="1600" b="1" dirty="0">
                <a:solidFill>
                  <a:schemeClr val="bg1"/>
                </a:solidFill>
              </a:rPr>
              <a:t>STM32CubeMX</a:t>
            </a:r>
            <a:r>
              <a:rPr lang="zh-CN" altLang="en-US" sz="1600" b="1" dirty="0">
                <a:solidFill>
                  <a:schemeClr val="bg1"/>
                </a:solidFill>
              </a:rPr>
              <a:t>工程，选择</a:t>
            </a:r>
            <a:r>
              <a:rPr lang="en-US" altLang="zh-CN" sz="1600" b="1" dirty="0">
                <a:solidFill>
                  <a:schemeClr val="bg1"/>
                </a:solidFill>
              </a:rPr>
              <a:t>MCU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323528" y="1635646"/>
            <a:ext cx="2934644" cy="236718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 smtClean="0"/>
              <a:t>    新建</a:t>
            </a:r>
            <a:r>
              <a:rPr lang="zh-CN" altLang="en-US" sz="2000" b="1" dirty="0"/>
              <a:t>一个</a:t>
            </a:r>
            <a:r>
              <a:rPr lang="en-US" altLang="zh-CN" sz="2000" b="1" dirty="0"/>
              <a:t>STM32CubeMx</a:t>
            </a:r>
            <a:r>
              <a:rPr lang="zh-CN" altLang="en-US" sz="2000" b="1" dirty="0"/>
              <a:t>工程，选择选择</a:t>
            </a:r>
            <a:r>
              <a:rPr lang="en-US" altLang="zh-CN" sz="2000" b="1" dirty="0"/>
              <a:t>MCU</a:t>
            </a:r>
            <a:r>
              <a:rPr lang="zh-CN" altLang="en-US" sz="2000" b="1" dirty="0"/>
              <a:t>，这里选择</a:t>
            </a:r>
            <a:r>
              <a:rPr lang="en-US" altLang="zh-CN" sz="2000" b="1" dirty="0"/>
              <a:t>STM32F103ZETx</a:t>
            </a:r>
            <a:r>
              <a:rPr lang="zh-CN" altLang="en-US" sz="2000" b="1" dirty="0"/>
              <a:t>芯片，读者可根据自己的目标板选择相应的芯片</a:t>
            </a:r>
          </a:p>
        </p:txBody>
      </p:sp>
      <p:sp>
        <p:nvSpPr>
          <p:cNvPr id="10" name="矩形 9"/>
          <p:cNvSpPr/>
          <p:nvPr/>
        </p:nvSpPr>
        <p:spPr>
          <a:xfrm>
            <a:off x="3563888" y="1203598"/>
            <a:ext cx="5256584" cy="3456384"/>
          </a:xfrm>
          <a:prstGeom prst="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9" name="图片 8"/>
          <p:cNvPicPr/>
          <p:nvPr/>
        </p:nvPicPr>
        <p:blipFill>
          <a:blip r:embed="rId3"/>
          <a:stretch>
            <a:fillRect/>
          </a:stretch>
        </p:blipFill>
        <p:spPr>
          <a:xfrm>
            <a:off x="3635896" y="1261960"/>
            <a:ext cx="5112568" cy="328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600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39503"/>
            <a:ext cx="4656812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45316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设计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en-US" altLang="zh-CN" sz="1600" b="1" dirty="0">
                <a:solidFill>
                  <a:schemeClr val="bg1"/>
                </a:solidFill>
              </a:rPr>
              <a:t>STM32CubeMX</a:t>
            </a:r>
            <a:r>
              <a:rPr lang="zh-CN" altLang="en-US" sz="1600" b="1" dirty="0">
                <a:solidFill>
                  <a:schemeClr val="bg1"/>
                </a:solidFill>
              </a:rPr>
              <a:t>功能参数配置</a:t>
            </a:r>
          </a:p>
        </p:txBody>
      </p:sp>
      <p:sp>
        <p:nvSpPr>
          <p:cNvPr id="8" name="矩形 7"/>
          <p:cNvSpPr/>
          <p:nvPr/>
        </p:nvSpPr>
        <p:spPr>
          <a:xfrm>
            <a:off x="248444" y="1707654"/>
            <a:ext cx="2142556" cy="163121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GB" altLang="zh-CN" sz="2000" b="1" dirty="0" smtClean="0"/>
              <a:t>HSE</a:t>
            </a:r>
            <a:r>
              <a:rPr lang="zh-CN" altLang="en-US" sz="2000" b="1" dirty="0" smtClean="0"/>
              <a:t>选择</a:t>
            </a:r>
            <a:r>
              <a:rPr lang="zh-CN" altLang="en-US" sz="2000" b="1" dirty="0"/>
              <a:t>“</a:t>
            </a:r>
            <a:r>
              <a:rPr lang="en-GB" altLang="zh-CN" sz="2000" b="1" dirty="0"/>
              <a:t>Crystal/Ceramic Resonator”</a:t>
            </a:r>
            <a:r>
              <a:rPr lang="zh-CN" altLang="en-GB" sz="2000" b="1" dirty="0"/>
              <a:t>（</a:t>
            </a:r>
            <a:r>
              <a:rPr lang="zh-CN" altLang="en-US" sz="2000" b="1" dirty="0"/>
              <a:t>晶振</a:t>
            </a:r>
            <a:r>
              <a:rPr lang="en-US" altLang="zh-CN" sz="2000" b="1" dirty="0"/>
              <a:t>/</a:t>
            </a:r>
            <a:r>
              <a:rPr lang="zh-CN" altLang="en-US" sz="2000" b="1" dirty="0"/>
              <a:t>陶瓷谐振</a:t>
            </a:r>
            <a:r>
              <a:rPr lang="zh-CN" altLang="en-US" sz="2000" b="1" dirty="0" smtClean="0"/>
              <a:t>器</a:t>
            </a:r>
            <a:endParaRPr lang="zh-CN" altLang="en-US" sz="2000" b="1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337843" y="406933"/>
            <a:ext cx="10213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b="1" dirty="0" smtClean="0">
                <a:solidFill>
                  <a:srgbClr val="C00000"/>
                </a:solidFill>
              </a:rPr>
              <a:t>RCC</a:t>
            </a:r>
            <a:r>
              <a:rPr lang="zh-CN" altLang="en-US" b="1" dirty="0" smtClean="0">
                <a:solidFill>
                  <a:srgbClr val="C00000"/>
                </a:solidFill>
              </a:rPr>
              <a:t>配置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pic>
        <p:nvPicPr>
          <p:cNvPr id="778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977731"/>
            <a:ext cx="6047308" cy="3787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0235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39503"/>
            <a:ext cx="4656812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45316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设计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en-US" altLang="zh-CN" sz="1600" b="1" dirty="0">
                <a:solidFill>
                  <a:schemeClr val="bg1"/>
                </a:solidFill>
              </a:rPr>
              <a:t>STM32CubeMX</a:t>
            </a:r>
            <a:r>
              <a:rPr lang="zh-CN" altLang="en-US" sz="1600" b="1" dirty="0">
                <a:solidFill>
                  <a:schemeClr val="bg1"/>
                </a:solidFill>
              </a:rPr>
              <a:t>功能参数配置</a:t>
            </a:r>
          </a:p>
        </p:txBody>
      </p:sp>
      <p:sp>
        <p:nvSpPr>
          <p:cNvPr id="8" name="矩形 7"/>
          <p:cNvSpPr/>
          <p:nvPr/>
        </p:nvSpPr>
        <p:spPr>
          <a:xfrm>
            <a:off x="6359213" y="901607"/>
            <a:ext cx="2448272" cy="355481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 smtClean="0"/>
              <a:t>    通过</a:t>
            </a:r>
            <a:r>
              <a:rPr lang="zh-CN" altLang="en-US" sz="2000" b="1" dirty="0"/>
              <a:t>图形化方式</a:t>
            </a:r>
            <a:r>
              <a:rPr lang="zh-CN" altLang="en-US" sz="2000" b="1" dirty="0" smtClean="0"/>
              <a:t>直观地对</a:t>
            </a:r>
            <a:r>
              <a:rPr lang="zh-CN" altLang="en-US" sz="2000" b="1" dirty="0"/>
              <a:t>系统时钟进行配置，系统时钟采用外部高速时钟，配置</a:t>
            </a:r>
            <a:r>
              <a:rPr lang="en-US" altLang="zh-CN" sz="2000" b="1" dirty="0"/>
              <a:t>STM32F103</a:t>
            </a:r>
            <a:r>
              <a:rPr lang="zh-CN" altLang="en-US" sz="2000" b="1" dirty="0"/>
              <a:t>系列芯片最大时钟为</a:t>
            </a:r>
            <a:r>
              <a:rPr lang="en-US" altLang="zh-CN" sz="2000" b="1" dirty="0"/>
              <a:t>72MHz</a:t>
            </a:r>
            <a:r>
              <a:rPr lang="zh-CN" altLang="en-US" sz="2000" b="1" dirty="0"/>
              <a:t>，配置</a:t>
            </a:r>
            <a:r>
              <a:rPr lang="en-US" altLang="zh-CN" sz="2000" b="1" dirty="0"/>
              <a:t>APB2</a:t>
            </a:r>
            <a:r>
              <a:rPr lang="zh-CN" altLang="en-US" sz="2000" b="1" dirty="0"/>
              <a:t>为</a:t>
            </a:r>
            <a:r>
              <a:rPr lang="en-US" altLang="zh-CN" sz="2000" b="1" dirty="0"/>
              <a:t>72MHz</a:t>
            </a:r>
            <a:r>
              <a:rPr lang="zh-CN" altLang="en-US" sz="2000" b="1" dirty="0"/>
              <a:t>，配置</a:t>
            </a:r>
            <a:r>
              <a:rPr lang="en-US" altLang="zh-CN" sz="2000" b="1" dirty="0"/>
              <a:t>APB1</a:t>
            </a:r>
            <a:r>
              <a:rPr lang="zh-CN" altLang="en-US" sz="2000" b="1" dirty="0"/>
              <a:t>为</a:t>
            </a:r>
            <a:r>
              <a:rPr lang="en-US" altLang="zh-CN" sz="2000" b="1" dirty="0"/>
              <a:t>36MHz</a:t>
            </a:r>
            <a:r>
              <a:rPr lang="zh-CN" altLang="en-US" sz="2000" b="1" dirty="0"/>
              <a:t>。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7026145" y="356576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时钟</a:t>
            </a:r>
            <a:r>
              <a:rPr lang="zh-CN" altLang="en-US" b="1" dirty="0" smtClean="0">
                <a:solidFill>
                  <a:srgbClr val="C00000"/>
                </a:solidFill>
              </a:rPr>
              <a:t>配置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pic>
        <p:nvPicPr>
          <p:cNvPr id="9" name="图片 8"/>
          <p:cNvPicPr/>
          <p:nvPr/>
        </p:nvPicPr>
        <p:blipFill>
          <a:blip r:embed="rId3"/>
          <a:stretch>
            <a:fillRect/>
          </a:stretch>
        </p:blipFill>
        <p:spPr>
          <a:xfrm>
            <a:off x="539552" y="1275606"/>
            <a:ext cx="5706507" cy="3166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263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468981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45316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设计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en-US" altLang="zh-CN" sz="1600" b="1" dirty="0">
                <a:solidFill>
                  <a:schemeClr val="bg1"/>
                </a:solidFill>
              </a:rPr>
              <a:t>STM32CubeMX</a:t>
            </a:r>
            <a:r>
              <a:rPr lang="zh-CN" altLang="en-US" sz="1600" b="1" dirty="0">
                <a:solidFill>
                  <a:schemeClr val="bg1"/>
                </a:solidFill>
              </a:rPr>
              <a:t>功能参数配置</a:t>
            </a:r>
          </a:p>
        </p:txBody>
      </p:sp>
      <p:sp>
        <p:nvSpPr>
          <p:cNvPr id="8" name="矩形 7"/>
          <p:cNvSpPr/>
          <p:nvPr/>
        </p:nvSpPr>
        <p:spPr>
          <a:xfrm>
            <a:off x="5292080" y="1548035"/>
            <a:ext cx="3384376" cy="275190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sz="2000" b="1" dirty="0"/>
              <a:t>在“</a:t>
            </a:r>
            <a:r>
              <a:rPr lang="en-US" altLang="zh-CN" sz="2000" b="1" dirty="0"/>
              <a:t>Connectivity”</a:t>
            </a:r>
            <a:r>
              <a:rPr lang="zh-CN" altLang="en-US" sz="2000" b="1" dirty="0"/>
              <a:t>中选择“</a:t>
            </a:r>
            <a:r>
              <a:rPr lang="en-US" altLang="zh-CN" sz="2000" b="1" dirty="0"/>
              <a:t>USART1</a:t>
            </a:r>
            <a:r>
              <a:rPr lang="en-US" altLang="zh-CN" sz="2000" b="1" dirty="0" smtClean="0"/>
              <a:t>”</a:t>
            </a:r>
            <a:r>
              <a:rPr lang="zh-CN" altLang="en-US" sz="2000" b="1" dirty="0" smtClean="0"/>
              <a:t>；</a:t>
            </a:r>
            <a:endParaRPr lang="en-US" altLang="zh-CN" sz="2000" b="1" dirty="0" smtClean="0"/>
          </a:p>
          <a:p>
            <a:pPr marL="342900" indent="-34290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sz="2000" b="1" dirty="0" smtClean="0"/>
              <a:t>设置</a:t>
            </a:r>
            <a:r>
              <a:rPr lang="zh-CN" altLang="en-US" sz="2000" b="1" dirty="0"/>
              <a:t>“</a:t>
            </a:r>
            <a:r>
              <a:rPr lang="en-US" altLang="zh-CN" sz="2000" b="1" dirty="0"/>
              <a:t>MODE”</a:t>
            </a:r>
            <a:r>
              <a:rPr lang="zh-CN" altLang="en-US" sz="2000" b="1" dirty="0"/>
              <a:t>为“</a:t>
            </a:r>
            <a:r>
              <a:rPr lang="en-US" altLang="zh-CN" sz="2000" b="1" dirty="0"/>
              <a:t>Asynchronous</a:t>
            </a:r>
            <a:r>
              <a:rPr lang="en-US" altLang="zh-CN" sz="2000" b="1" dirty="0" smtClean="0"/>
              <a:t>”</a:t>
            </a:r>
            <a:r>
              <a:rPr lang="zh-CN" altLang="en-US" sz="2000" b="1" dirty="0" smtClean="0"/>
              <a:t>；</a:t>
            </a:r>
            <a:endParaRPr lang="en-US" altLang="zh-CN" sz="2000" b="1" dirty="0" smtClean="0"/>
          </a:p>
          <a:p>
            <a:pPr marL="342900" indent="-34290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sz="2000" b="1" dirty="0" smtClean="0"/>
              <a:t>设置</a:t>
            </a:r>
            <a:r>
              <a:rPr lang="en-US" altLang="zh-CN" sz="2000" b="1" dirty="0"/>
              <a:t>USART1</a:t>
            </a:r>
            <a:r>
              <a:rPr lang="zh-CN" altLang="en-US" sz="2000" b="1" dirty="0"/>
              <a:t>的相关参数配置为默认的：</a:t>
            </a:r>
            <a:r>
              <a:rPr lang="en-US" altLang="zh-CN" sz="2000" b="1" dirty="0"/>
              <a:t>115200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8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None</a:t>
            </a:r>
            <a:r>
              <a:rPr lang="zh-CN" altLang="en-US" sz="2000" b="1" dirty="0"/>
              <a:t>和</a:t>
            </a:r>
            <a:r>
              <a:rPr lang="en-US" altLang="zh-CN" sz="2000" b="1" dirty="0"/>
              <a:t>1</a:t>
            </a:r>
            <a:endParaRPr lang="zh-CN" altLang="en-US" sz="2000" b="1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016849" y="869637"/>
            <a:ext cx="20561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</a:rPr>
              <a:t>串口</a:t>
            </a:r>
            <a:r>
              <a:rPr lang="en-US" altLang="zh-CN" sz="2000" b="1" dirty="0">
                <a:solidFill>
                  <a:srgbClr val="C00000"/>
                </a:solidFill>
              </a:rPr>
              <a:t>USART1</a:t>
            </a:r>
            <a:r>
              <a:rPr lang="zh-CN" altLang="en-US" sz="2000" b="1" dirty="0">
                <a:solidFill>
                  <a:srgbClr val="C00000"/>
                </a:solidFill>
              </a:rPr>
              <a:t>配置</a:t>
            </a:r>
          </a:p>
        </p:txBody>
      </p:sp>
      <p:pic>
        <p:nvPicPr>
          <p:cNvPr id="10" name="图片 9" descr="F:\教材编写2019-8-刘\第8章截图\2019-09-16_091249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347614"/>
            <a:ext cx="4654550" cy="30924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10954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39503"/>
            <a:ext cx="4644006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50228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设计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en-US" altLang="zh-CN" sz="1600" b="1" dirty="0">
                <a:solidFill>
                  <a:schemeClr val="bg1"/>
                </a:solidFill>
              </a:rPr>
              <a:t>STM32CubeMX</a:t>
            </a:r>
            <a:r>
              <a:rPr lang="zh-CN" altLang="en-US" sz="1600" b="1" dirty="0">
                <a:solidFill>
                  <a:schemeClr val="bg1"/>
                </a:solidFill>
              </a:rPr>
              <a:t>功能参数</a:t>
            </a:r>
            <a:r>
              <a:rPr lang="zh-CN" altLang="en-US" sz="1600" b="1" dirty="0" smtClean="0">
                <a:solidFill>
                  <a:schemeClr val="bg1"/>
                </a:solidFill>
              </a:rPr>
              <a:t>配置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5004048" y="1165542"/>
            <a:ext cx="3759054" cy="317009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sz="1600" b="1" dirty="0"/>
              <a:t>在“</a:t>
            </a:r>
            <a:r>
              <a:rPr lang="en-GB" altLang="zh-CN" sz="1600" b="1" dirty="0"/>
              <a:t>System Core”</a:t>
            </a:r>
            <a:r>
              <a:rPr lang="zh-CN" altLang="en-US" sz="1600" b="1" dirty="0"/>
              <a:t>中单击“</a:t>
            </a:r>
            <a:r>
              <a:rPr lang="en-GB" altLang="zh-CN" sz="1600" b="1" dirty="0"/>
              <a:t>DMA</a:t>
            </a:r>
            <a:r>
              <a:rPr lang="en-GB" altLang="zh-CN" sz="1600" b="1" dirty="0" smtClean="0"/>
              <a:t>”</a:t>
            </a:r>
            <a:endParaRPr lang="en-US" altLang="zh-CN" sz="1600" b="1" dirty="0" smtClean="0"/>
          </a:p>
          <a:p>
            <a:pPr marL="342900" indent="-34290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sz="1600" b="1" dirty="0" smtClean="0"/>
              <a:t>在</a:t>
            </a:r>
            <a:r>
              <a:rPr lang="zh-CN" altLang="en-US" sz="1600" b="1" dirty="0"/>
              <a:t>右侧的配置页面“</a:t>
            </a:r>
            <a:r>
              <a:rPr lang="en-GB" altLang="zh-CN" sz="1600" b="1" dirty="0"/>
              <a:t>Configuration”</a:t>
            </a:r>
            <a:r>
              <a:rPr lang="zh-CN" altLang="en-US" sz="1600" b="1" dirty="0"/>
              <a:t>中，单击“</a:t>
            </a:r>
            <a:r>
              <a:rPr lang="en-GB" altLang="zh-CN" sz="1600" b="1" dirty="0"/>
              <a:t>Add”</a:t>
            </a:r>
            <a:r>
              <a:rPr lang="zh-CN" altLang="en-GB" sz="1600" b="1" dirty="0"/>
              <a:t>，</a:t>
            </a:r>
            <a:r>
              <a:rPr lang="zh-CN" altLang="en-US" sz="1600" b="1" dirty="0"/>
              <a:t>添加“</a:t>
            </a:r>
            <a:r>
              <a:rPr lang="en-GB" altLang="zh-CN" sz="1600" b="1" dirty="0"/>
              <a:t>USART1_TX</a:t>
            </a:r>
            <a:r>
              <a:rPr lang="en-GB" altLang="zh-CN" sz="1600" b="1" dirty="0" smtClean="0"/>
              <a:t>”</a:t>
            </a:r>
            <a:r>
              <a:rPr lang="zh-CN" altLang="en-US" sz="1600" b="1" dirty="0" smtClean="0"/>
              <a:t>；</a:t>
            </a:r>
            <a:endParaRPr lang="en-US" altLang="zh-CN" sz="1600" b="1" dirty="0" smtClean="0"/>
          </a:p>
          <a:p>
            <a:pPr marL="342900" indent="-34290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GB" sz="1600" b="1" dirty="0" smtClean="0"/>
              <a:t>“</a:t>
            </a:r>
            <a:r>
              <a:rPr lang="en-GB" altLang="zh-CN" sz="1600" b="1" dirty="0" smtClean="0"/>
              <a:t>Mode”</a:t>
            </a:r>
            <a:r>
              <a:rPr lang="zh-CN" altLang="en-US" sz="1600" b="1" dirty="0"/>
              <a:t>选择为“</a:t>
            </a:r>
            <a:r>
              <a:rPr lang="en-GB" altLang="zh-CN" sz="1600" b="1" dirty="0"/>
              <a:t>Circular</a:t>
            </a:r>
            <a:r>
              <a:rPr lang="en-GB" altLang="zh-CN" sz="1600" b="1" dirty="0" smtClean="0"/>
              <a:t>”</a:t>
            </a:r>
            <a:r>
              <a:rPr lang="zh-CN" altLang="en-US" sz="1600" b="1" dirty="0" smtClean="0"/>
              <a:t>；</a:t>
            </a:r>
            <a:endParaRPr lang="en-US" altLang="zh-CN" sz="1600" b="1" dirty="0" smtClean="0"/>
          </a:p>
          <a:p>
            <a:pPr marL="342900" indent="-34290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GB" sz="1600" b="1" dirty="0" smtClean="0"/>
              <a:t>“</a:t>
            </a:r>
            <a:r>
              <a:rPr lang="en-GB" altLang="zh-CN" sz="1600" b="1" dirty="0" smtClean="0"/>
              <a:t>Channel”</a:t>
            </a:r>
            <a:r>
              <a:rPr lang="zh-CN" altLang="en-US" sz="1600" b="1" dirty="0"/>
              <a:t>和“</a:t>
            </a:r>
            <a:r>
              <a:rPr lang="en-GB" altLang="zh-CN" sz="1600" b="1" dirty="0"/>
              <a:t>Direction”</a:t>
            </a:r>
            <a:r>
              <a:rPr lang="zh-CN" altLang="en-US" sz="1600" b="1" dirty="0"/>
              <a:t>会自动</a:t>
            </a:r>
            <a:r>
              <a:rPr lang="zh-CN" altLang="en-US" sz="1600" b="1" dirty="0" smtClean="0"/>
              <a:t>选择；</a:t>
            </a:r>
            <a:endParaRPr lang="en-US" altLang="zh-CN" sz="1600" b="1" dirty="0" smtClean="0"/>
          </a:p>
          <a:p>
            <a:pPr marL="342900" indent="-34290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sz="1600" b="1" dirty="0" smtClean="0"/>
              <a:t>“</a:t>
            </a:r>
            <a:r>
              <a:rPr lang="en-GB" altLang="zh-CN" sz="1600" b="1" dirty="0" smtClean="0"/>
              <a:t>Data Width”</a:t>
            </a:r>
            <a:r>
              <a:rPr lang="zh-CN" altLang="en-US" sz="1600" b="1" dirty="0"/>
              <a:t>用默认的“</a:t>
            </a:r>
            <a:r>
              <a:rPr lang="en-GB" altLang="zh-CN" sz="1600" b="1" dirty="0"/>
              <a:t>Byte</a:t>
            </a:r>
            <a:r>
              <a:rPr lang="en-GB" altLang="zh-CN" sz="1600" b="1" dirty="0" smtClean="0"/>
              <a:t>”</a:t>
            </a:r>
            <a:r>
              <a:rPr lang="zh-CN" altLang="en-US" sz="1600" b="1" dirty="0" smtClean="0"/>
              <a:t>；</a:t>
            </a:r>
            <a:endParaRPr lang="en-US" altLang="zh-CN" sz="1600" b="1" dirty="0" smtClean="0"/>
          </a:p>
          <a:p>
            <a:pPr marL="342900" indent="-34290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sz="1600" b="1" dirty="0" smtClean="0"/>
              <a:t>按</a:t>
            </a:r>
            <a:r>
              <a:rPr lang="zh-CN" altLang="en-US" sz="1600" b="1" dirty="0"/>
              <a:t>同样的操作方式添加“</a:t>
            </a:r>
            <a:r>
              <a:rPr lang="en-GB" altLang="zh-CN" sz="1600" b="1" dirty="0"/>
              <a:t>USART1_RX”</a:t>
            </a:r>
            <a:endParaRPr lang="zh-CN" altLang="en-US" sz="1600" b="1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372200" y="643504"/>
            <a:ext cx="12426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2000" b="1" dirty="0">
                <a:solidFill>
                  <a:srgbClr val="C00000"/>
                </a:solidFill>
              </a:rPr>
              <a:t>DMA</a:t>
            </a:r>
            <a:r>
              <a:rPr lang="zh-CN" altLang="en-US" sz="2000" b="1" dirty="0">
                <a:solidFill>
                  <a:srgbClr val="C00000"/>
                </a:solidFill>
              </a:rPr>
              <a:t>配置</a:t>
            </a:r>
          </a:p>
        </p:txBody>
      </p:sp>
      <p:pic>
        <p:nvPicPr>
          <p:cNvPr id="9" name="图片 8" descr="F:\教材编写2019-8-刘\第8章截图\2019-09-16_092319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319386"/>
            <a:ext cx="4392488" cy="29903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7182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39503"/>
            <a:ext cx="4656812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45316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设计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en-US" altLang="zh-CN" sz="1600" b="1" dirty="0">
                <a:solidFill>
                  <a:schemeClr val="bg1"/>
                </a:solidFill>
              </a:rPr>
              <a:t>STM32CubeMX</a:t>
            </a:r>
            <a:r>
              <a:rPr lang="zh-CN" altLang="en-US" sz="1600" b="1" dirty="0">
                <a:solidFill>
                  <a:schemeClr val="bg1"/>
                </a:solidFill>
              </a:rPr>
              <a:t>功能参数配置</a:t>
            </a:r>
          </a:p>
        </p:txBody>
      </p:sp>
      <p:sp>
        <p:nvSpPr>
          <p:cNvPr id="8" name="矩形 7"/>
          <p:cNvSpPr/>
          <p:nvPr/>
        </p:nvSpPr>
        <p:spPr>
          <a:xfrm>
            <a:off x="5309612" y="987574"/>
            <a:ext cx="3515405" cy="38709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/>
              <a:t>在“</a:t>
            </a:r>
            <a:r>
              <a:rPr lang="en-GB" altLang="zh-CN" b="1" dirty="0"/>
              <a:t>System Core”</a:t>
            </a:r>
            <a:r>
              <a:rPr lang="zh-CN" altLang="en-US" b="1" dirty="0"/>
              <a:t>中点击“</a:t>
            </a:r>
            <a:r>
              <a:rPr lang="en-GB" altLang="zh-CN" b="1" dirty="0"/>
              <a:t>NVIC”</a:t>
            </a:r>
            <a:r>
              <a:rPr lang="zh-CN" altLang="en-GB" b="1" dirty="0"/>
              <a:t>，</a:t>
            </a:r>
            <a:r>
              <a:rPr lang="zh-CN" altLang="en-US" b="1" dirty="0"/>
              <a:t>在右侧的配置页面“</a:t>
            </a:r>
            <a:r>
              <a:rPr lang="en-GB" altLang="zh-CN" b="1" dirty="0"/>
              <a:t>Configuration”</a:t>
            </a:r>
            <a:r>
              <a:rPr lang="zh-CN" altLang="en-US" b="1" dirty="0"/>
              <a:t>中，可以设置“</a:t>
            </a:r>
            <a:r>
              <a:rPr lang="en-GB" altLang="zh-CN" b="1" dirty="0"/>
              <a:t>Priority Group”</a:t>
            </a:r>
            <a:r>
              <a:rPr lang="zh-CN" altLang="en-US" b="1" dirty="0"/>
              <a:t>优先级分组，默认为“</a:t>
            </a:r>
            <a:r>
              <a:rPr lang="en-US" altLang="zh-CN" b="1" dirty="0"/>
              <a:t>4 </a:t>
            </a:r>
            <a:r>
              <a:rPr lang="en-GB" altLang="zh-CN" b="1" dirty="0"/>
              <a:t>bits for pre-emption priority 0 bits for </a:t>
            </a:r>
            <a:r>
              <a:rPr lang="en-GB" altLang="zh-CN" b="1" dirty="0" err="1"/>
              <a:t>subpriority</a:t>
            </a:r>
            <a:r>
              <a:rPr lang="en-GB" altLang="zh-CN" b="1" dirty="0" smtClean="0"/>
              <a:t>”</a:t>
            </a:r>
            <a:r>
              <a:rPr lang="zh-CN" altLang="en-US" b="1" dirty="0" smtClean="0"/>
              <a:t>；</a:t>
            </a:r>
            <a:endParaRPr lang="en-US" altLang="zh-CN" b="1" dirty="0" smtClean="0"/>
          </a:p>
          <a:p>
            <a:pPr marL="342900" indent="-34290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 smtClean="0"/>
              <a:t>勾选</a:t>
            </a:r>
            <a:r>
              <a:rPr lang="zh-CN" altLang="en-US" b="1" dirty="0"/>
              <a:t>“</a:t>
            </a:r>
            <a:r>
              <a:rPr lang="en-GB" altLang="zh-CN" b="1" dirty="0"/>
              <a:t>USART1 global interrupt”</a:t>
            </a:r>
            <a:r>
              <a:rPr lang="zh-CN" altLang="en-GB" b="1" dirty="0"/>
              <a:t>，“</a:t>
            </a:r>
            <a:r>
              <a:rPr lang="en-GB" altLang="zh-CN" b="1" dirty="0"/>
              <a:t>Priority Group”</a:t>
            </a:r>
            <a:r>
              <a:rPr lang="zh-CN" altLang="en-US" b="1" dirty="0"/>
              <a:t>优先级分组可根据具体需要选择合适的分组。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665708" y="414495"/>
            <a:ext cx="28303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</a:rPr>
              <a:t>开启串口</a:t>
            </a:r>
            <a:r>
              <a:rPr lang="en-US" altLang="zh-CN" sz="2000" b="1" dirty="0">
                <a:solidFill>
                  <a:srgbClr val="C00000"/>
                </a:solidFill>
              </a:rPr>
              <a:t>USART1</a:t>
            </a:r>
            <a:r>
              <a:rPr lang="zh-CN" altLang="en-US" sz="2000" b="1" dirty="0">
                <a:solidFill>
                  <a:srgbClr val="C00000"/>
                </a:solidFill>
              </a:rPr>
              <a:t>的中断</a:t>
            </a:r>
          </a:p>
        </p:txBody>
      </p:sp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976" y="1491630"/>
            <a:ext cx="4867321" cy="252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9459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39503"/>
            <a:ext cx="341987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3220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设计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zh-CN" altLang="en-US" sz="1600" b="1" dirty="0">
                <a:solidFill>
                  <a:schemeClr val="bg1"/>
                </a:solidFill>
              </a:rPr>
              <a:t>生成工程代码</a:t>
            </a:r>
          </a:p>
        </p:txBody>
      </p:sp>
      <p:sp>
        <p:nvSpPr>
          <p:cNvPr id="8" name="矩形 7"/>
          <p:cNvSpPr/>
          <p:nvPr/>
        </p:nvSpPr>
        <p:spPr>
          <a:xfrm>
            <a:off x="5209544" y="1851670"/>
            <a:ext cx="3528392" cy="121302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accent5">
                  <a:lumMod val="75000"/>
                </a:schemeClr>
              </a:buClr>
            </a:pPr>
            <a:r>
              <a:rPr lang="zh-CN" altLang="en-US" sz="2000" b="1" dirty="0" smtClean="0"/>
              <a:t>     配置</a:t>
            </a:r>
            <a:r>
              <a:rPr lang="zh-CN" altLang="en-US" sz="2000" b="1" dirty="0"/>
              <a:t>工程名称、工程保存位置、选择“</a:t>
            </a:r>
            <a:r>
              <a:rPr lang="en-US" altLang="zh-CN" sz="2000" b="1" dirty="0"/>
              <a:t>MDK-ARM V5”</a:t>
            </a:r>
            <a:r>
              <a:rPr lang="zh-CN" altLang="en-US" sz="2000" b="1" dirty="0"/>
              <a:t>编译器等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209544" y="988562"/>
            <a:ext cx="339490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</a:rPr>
              <a:t>配置</a:t>
            </a:r>
            <a:r>
              <a:rPr lang="en-GB" altLang="zh-CN" sz="2000" b="1" dirty="0" err="1">
                <a:solidFill>
                  <a:srgbClr val="C00000"/>
                </a:solidFill>
              </a:rPr>
              <a:t>keil</a:t>
            </a:r>
            <a:r>
              <a:rPr lang="zh-CN" altLang="en-US" sz="2000" b="1" dirty="0">
                <a:solidFill>
                  <a:srgbClr val="C00000"/>
                </a:solidFill>
              </a:rPr>
              <a:t>工程名称和存放</a:t>
            </a:r>
            <a:r>
              <a:rPr lang="zh-CN" altLang="en-US" sz="2000" b="1" dirty="0" smtClean="0">
                <a:solidFill>
                  <a:srgbClr val="C00000"/>
                </a:solidFill>
              </a:rPr>
              <a:t>位置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 rot="5400000">
            <a:off x="7463543" y="3795887"/>
            <a:ext cx="986940" cy="986938"/>
            <a:chOff x="4804687" y="2294038"/>
            <a:chExt cx="1354015" cy="1354012"/>
          </a:xfrm>
        </p:grpSpPr>
        <p:sp>
          <p:nvSpPr>
            <p:cNvPr id="12" name="ïṧḷïḓê-任意多边形: 形状 4">
              <a:extLst>
                <a:ext uri="{FF2B5EF4-FFF2-40B4-BE49-F238E27FC236}">
                  <a16:creationId xmlns="" xmlns:a16="http://schemas.microsoft.com/office/drawing/2014/main" id="{86A49E6A-6B1A-47FB-9631-DCE52C050E4F}"/>
                </a:ext>
              </a:extLst>
            </p:cNvPr>
            <p:cNvSpPr/>
            <p:nvPr/>
          </p:nvSpPr>
          <p:spPr>
            <a:xfrm>
              <a:off x="4804687" y="2294038"/>
              <a:ext cx="1354015" cy="1354012"/>
            </a:xfrm>
            <a:custGeom>
              <a:avLst/>
              <a:gdLst>
                <a:gd name="connsiteX0" fmla="*/ 1124074 w 1583637"/>
                <a:gd name="connsiteY0" fmla="*/ 252493 h 1583637"/>
                <a:gd name="connsiteX1" fmla="*/ 1247256 w 1583637"/>
                <a:gd name="connsiteY1" fmla="*/ 149126 h 1583637"/>
                <a:gd name="connsiteX2" fmla="*/ 1345663 w 1583637"/>
                <a:gd name="connsiteY2" fmla="*/ 231701 h 1583637"/>
                <a:gd name="connsiteX3" fmla="*/ 1265256 w 1583637"/>
                <a:gd name="connsiteY3" fmla="*/ 370961 h 1583637"/>
                <a:gd name="connsiteX4" fmla="*/ 1393012 w 1583637"/>
                <a:gd name="connsiteY4" fmla="*/ 592241 h 1583637"/>
                <a:gd name="connsiteX5" fmla="*/ 1553818 w 1583637"/>
                <a:gd name="connsiteY5" fmla="*/ 592237 h 1583637"/>
                <a:gd name="connsiteX6" fmla="*/ 1576125 w 1583637"/>
                <a:gd name="connsiteY6" fmla="*/ 718748 h 1583637"/>
                <a:gd name="connsiteX7" fmla="*/ 1425015 w 1583637"/>
                <a:gd name="connsiteY7" fmla="*/ 773743 h 1583637"/>
                <a:gd name="connsiteX8" fmla="*/ 1380646 w 1583637"/>
                <a:gd name="connsiteY8" fmla="*/ 1025372 h 1583637"/>
                <a:gd name="connsiteX9" fmla="*/ 1503833 w 1583637"/>
                <a:gd name="connsiteY9" fmla="*/ 1128733 h 1583637"/>
                <a:gd name="connsiteX10" fmla="*/ 1439602 w 1583637"/>
                <a:gd name="connsiteY10" fmla="*/ 1239984 h 1583637"/>
                <a:gd name="connsiteX11" fmla="*/ 1288495 w 1583637"/>
                <a:gd name="connsiteY11" fmla="*/ 1184982 h 1583637"/>
                <a:gd name="connsiteX12" fmla="*/ 1092761 w 1583637"/>
                <a:gd name="connsiteY12" fmla="*/ 1349222 h 1583637"/>
                <a:gd name="connsiteX13" fmla="*/ 1120689 w 1583637"/>
                <a:gd name="connsiteY13" fmla="*/ 1507584 h 1583637"/>
                <a:gd name="connsiteX14" fmla="*/ 999974 w 1583637"/>
                <a:gd name="connsiteY14" fmla="*/ 1551521 h 1583637"/>
                <a:gd name="connsiteX15" fmla="*/ 919574 w 1583637"/>
                <a:gd name="connsiteY15" fmla="*/ 1412257 h 1583637"/>
                <a:gd name="connsiteX16" fmla="*/ 664062 w 1583637"/>
                <a:gd name="connsiteY16" fmla="*/ 1412257 h 1583637"/>
                <a:gd name="connsiteX17" fmla="*/ 583663 w 1583637"/>
                <a:gd name="connsiteY17" fmla="*/ 1551521 h 1583637"/>
                <a:gd name="connsiteX18" fmla="*/ 462948 w 1583637"/>
                <a:gd name="connsiteY18" fmla="*/ 1507584 h 1583637"/>
                <a:gd name="connsiteX19" fmla="*/ 490876 w 1583637"/>
                <a:gd name="connsiteY19" fmla="*/ 1349222 h 1583637"/>
                <a:gd name="connsiteX20" fmla="*/ 295142 w 1583637"/>
                <a:gd name="connsiteY20" fmla="*/ 1184981 h 1583637"/>
                <a:gd name="connsiteX21" fmla="*/ 144035 w 1583637"/>
                <a:gd name="connsiteY21" fmla="*/ 1239984 h 1583637"/>
                <a:gd name="connsiteX22" fmla="*/ 79804 w 1583637"/>
                <a:gd name="connsiteY22" fmla="*/ 1128733 h 1583637"/>
                <a:gd name="connsiteX23" fmla="*/ 202991 w 1583637"/>
                <a:gd name="connsiteY23" fmla="*/ 1025372 h 1583637"/>
                <a:gd name="connsiteX24" fmla="*/ 158622 w 1583637"/>
                <a:gd name="connsiteY24" fmla="*/ 773743 h 1583637"/>
                <a:gd name="connsiteX25" fmla="*/ 7512 w 1583637"/>
                <a:gd name="connsiteY25" fmla="*/ 718748 h 1583637"/>
                <a:gd name="connsiteX26" fmla="*/ 29819 w 1583637"/>
                <a:gd name="connsiteY26" fmla="*/ 592237 h 1583637"/>
                <a:gd name="connsiteX27" fmla="*/ 190625 w 1583637"/>
                <a:gd name="connsiteY27" fmla="*/ 592241 h 1583637"/>
                <a:gd name="connsiteX28" fmla="*/ 318381 w 1583637"/>
                <a:gd name="connsiteY28" fmla="*/ 370961 h 1583637"/>
                <a:gd name="connsiteX29" fmla="*/ 237974 w 1583637"/>
                <a:gd name="connsiteY29" fmla="*/ 231701 h 1583637"/>
                <a:gd name="connsiteX30" fmla="*/ 336381 w 1583637"/>
                <a:gd name="connsiteY30" fmla="*/ 149126 h 1583637"/>
                <a:gd name="connsiteX31" fmla="*/ 459563 w 1583637"/>
                <a:gd name="connsiteY31" fmla="*/ 252493 h 1583637"/>
                <a:gd name="connsiteX32" fmla="*/ 699666 w 1583637"/>
                <a:gd name="connsiteY32" fmla="*/ 165103 h 1583637"/>
                <a:gd name="connsiteX33" fmla="*/ 727586 w 1583637"/>
                <a:gd name="connsiteY33" fmla="*/ 6739 h 1583637"/>
                <a:gd name="connsiteX34" fmla="*/ 856051 w 1583637"/>
                <a:gd name="connsiteY34" fmla="*/ 6739 h 1583637"/>
                <a:gd name="connsiteX35" fmla="*/ 883970 w 1583637"/>
                <a:gd name="connsiteY35" fmla="*/ 165102 h 1583637"/>
                <a:gd name="connsiteX36" fmla="*/ 1124073 w 1583637"/>
                <a:gd name="connsiteY36" fmla="*/ 252493 h 1583637"/>
                <a:gd name="connsiteX37" fmla="*/ 1124074 w 1583637"/>
                <a:gd name="connsiteY37" fmla="*/ 252493 h 1583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583637" h="1583637">
                  <a:moveTo>
                    <a:pt x="1124074" y="252493"/>
                  </a:moveTo>
                  <a:lnTo>
                    <a:pt x="1247256" y="149126"/>
                  </a:lnTo>
                  <a:lnTo>
                    <a:pt x="1345663" y="231701"/>
                  </a:lnTo>
                  <a:lnTo>
                    <a:pt x="1265256" y="370961"/>
                  </a:lnTo>
                  <a:cubicBezTo>
                    <a:pt x="1322430" y="435278"/>
                    <a:pt x="1365899" y="510569"/>
                    <a:pt x="1393012" y="592241"/>
                  </a:cubicBezTo>
                  <a:lnTo>
                    <a:pt x="1553818" y="592237"/>
                  </a:lnTo>
                  <a:lnTo>
                    <a:pt x="1576125" y="718748"/>
                  </a:lnTo>
                  <a:lnTo>
                    <a:pt x="1425015" y="773743"/>
                  </a:lnTo>
                  <a:cubicBezTo>
                    <a:pt x="1427471" y="859762"/>
                    <a:pt x="1412374" y="945380"/>
                    <a:pt x="1380646" y="1025372"/>
                  </a:cubicBezTo>
                  <a:lnTo>
                    <a:pt x="1503833" y="1128733"/>
                  </a:lnTo>
                  <a:lnTo>
                    <a:pt x="1439602" y="1239984"/>
                  </a:lnTo>
                  <a:lnTo>
                    <a:pt x="1288495" y="1184982"/>
                  </a:lnTo>
                  <a:cubicBezTo>
                    <a:pt x="1235084" y="1252456"/>
                    <a:pt x="1168484" y="1308339"/>
                    <a:pt x="1092761" y="1349222"/>
                  </a:cubicBezTo>
                  <a:lnTo>
                    <a:pt x="1120689" y="1507584"/>
                  </a:lnTo>
                  <a:lnTo>
                    <a:pt x="999974" y="1551521"/>
                  </a:lnTo>
                  <a:lnTo>
                    <a:pt x="919574" y="1412257"/>
                  </a:lnTo>
                  <a:cubicBezTo>
                    <a:pt x="835287" y="1429613"/>
                    <a:pt x="748348" y="1429613"/>
                    <a:pt x="664062" y="1412257"/>
                  </a:cubicBezTo>
                  <a:lnTo>
                    <a:pt x="583663" y="1551521"/>
                  </a:lnTo>
                  <a:lnTo>
                    <a:pt x="462948" y="1507584"/>
                  </a:lnTo>
                  <a:lnTo>
                    <a:pt x="490876" y="1349222"/>
                  </a:lnTo>
                  <a:cubicBezTo>
                    <a:pt x="415153" y="1308339"/>
                    <a:pt x="348553" y="1252455"/>
                    <a:pt x="295142" y="1184981"/>
                  </a:cubicBezTo>
                  <a:lnTo>
                    <a:pt x="144035" y="1239984"/>
                  </a:lnTo>
                  <a:lnTo>
                    <a:pt x="79804" y="1128733"/>
                  </a:lnTo>
                  <a:lnTo>
                    <a:pt x="202991" y="1025372"/>
                  </a:lnTo>
                  <a:cubicBezTo>
                    <a:pt x="171263" y="945380"/>
                    <a:pt x="156166" y="859762"/>
                    <a:pt x="158622" y="773743"/>
                  </a:cubicBezTo>
                  <a:lnTo>
                    <a:pt x="7512" y="718748"/>
                  </a:lnTo>
                  <a:lnTo>
                    <a:pt x="29819" y="592237"/>
                  </a:lnTo>
                  <a:lnTo>
                    <a:pt x="190625" y="592241"/>
                  </a:lnTo>
                  <a:cubicBezTo>
                    <a:pt x="217738" y="510569"/>
                    <a:pt x="261208" y="435277"/>
                    <a:pt x="318381" y="370961"/>
                  </a:cubicBezTo>
                  <a:lnTo>
                    <a:pt x="237974" y="231701"/>
                  </a:lnTo>
                  <a:lnTo>
                    <a:pt x="336381" y="149126"/>
                  </a:lnTo>
                  <a:lnTo>
                    <a:pt x="459563" y="252493"/>
                  </a:lnTo>
                  <a:cubicBezTo>
                    <a:pt x="532831" y="207356"/>
                    <a:pt x="614527" y="177621"/>
                    <a:pt x="699666" y="165103"/>
                  </a:cubicBezTo>
                  <a:lnTo>
                    <a:pt x="727586" y="6739"/>
                  </a:lnTo>
                  <a:lnTo>
                    <a:pt x="856051" y="6739"/>
                  </a:lnTo>
                  <a:lnTo>
                    <a:pt x="883970" y="165102"/>
                  </a:lnTo>
                  <a:cubicBezTo>
                    <a:pt x="969110" y="177621"/>
                    <a:pt x="1050806" y="207356"/>
                    <a:pt x="1124073" y="252493"/>
                  </a:cubicBezTo>
                  <a:lnTo>
                    <a:pt x="1124074" y="252493"/>
                  </a:lnTo>
                  <a:close/>
                </a:path>
              </a:pathLst>
            </a:cu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  <p:sp>
          <p:nvSpPr>
            <p:cNvPr id="13" name="ïṧḷïḓê-Oval 5">
              <a:extLst>
                <a:ext uri="{FF2B5EF4-FFF2-40B4-BE49-F238E27FC236}">
                  <a16:creationId xmlns="" xmlns:a16="http://schemas.microsoft.com/office/drawing/2014/main" id="{6908010F-8E5D-45DA-8274-EB48CB6B3B2E}"/>
                </a:ext>
              </a:extLst>
            </p:cNvPr>
            <p:cNvSpPr/>
            <p:nvPr/>
          </p:nvSpPr>
          <p:spPr>
            <a:xfrm>
              <a:off x="5061660" y="2551010"/>
              <a:ext cx="840068" cy="840068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 anchorCtr="1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KSO_Shape"/>
          <p:cNvSpPr>
            <a:spLocks/>
          </p:cNvSpPr>
          <p:nvPr/>
        </p:nvSpPr>
        <p:spPr bwMode="auto">
          <a:xfrm>
            <a:off x="7804907" y="4145773"/>
            <a:ext cx="299146" cy="253712"/>
          </a:xfrm>
          <a:custGeom>
            <a:avLst/>
            <a:gdLst>
              <a:gd name="T0" fmla="*/ 151004 w 5185"/>
              <a:gd name="T1" fmla="*/ 1065477 h 3880"/>
              <a:gd name="T2" fmla="*/ 1873403 w 5185"/>
              <a:gd name="T3" fmla="*/ 1297678 h 3880"/>
              <a:gd name="T4" fmla="*/ 751713 w 5185"/>
              <a:gd name="T5" fmla="*/ 1241832 h 3880"/>
              <a:gd name="T6" fmla="*/ 1108464 w 5185"/>
              <a:gd name="T7" fmla="*/ 1148144 h 3880"/>
              <a:gd name="T8" fmla="*/ 751713 w 5185"/>
              <a:gd name="T9" fmla="*/ 1241832 h 3880"/>
              <a:gd name="T10" fmla="*/ 1726808 w 5185"/>
              <a:gd name="T11" fmla="*/ 1012203 h 3880"/>
              <a:gd name="T12" fmla="*/ 1726073 w 5185"/>
              <a:gd name="T13" fmla="*/ 1007794 h 3880"/>
              <a:gd name="T14" fmla="*/ 1726808 w 5185"/>
              <a:gd name="T15" fmla="*/ 44089 h 3880"/>
              <a:gd name="T16" fmla="*/ 1726441 w 5185"/>
              <a:gd name="T17" fmla="*/ 39680 h 3880"/>
              <a:gd name="T18" fmla="*/ 1724604 w 5185"/>
              <a:gd name="T19" fmla="*/ 30862 h 3880"/>
              <a:gd name="T20" fmla="*/ 1721297 w 5185"/>
              <a:gd name="T21" fmla="*/ 23147 h 3880"/>
              <a:gd name="T22" fmla="*/ 1716888 w 5185"/>
              <a:gd name="T23" fmla="*/ 15798 h 3880"/>
              <a:gd name="T24" fmla="*/ 1711010 w 5185"/>
              <a:gd name="T25" fmla="*/ 9920 h 3880"/>
              <a:gd name="T26" fmla="*/ 1703662 w 5185"/>
              <a:gd name="T27" fmla="*/ 5144 h 3880"/>
              <a:gd name="T28" fmla="*/ 1695946 w 5185"/>
              <a:gd name="T29" fmla="*/ 1837 h 3880"/>
              <a:gd name="T30" fmla="*/ 1687128 w 5185"/>
              <a:gd name="T31" fmla="*/ 367 h 3880"/>
              <a:gd name="T32" fmla="*/ 222281 w 5185"/>
              <a:gd name="T33" fmla="*/ 0 h 3880"/>
              <a:gd name="T34" fmla="*/ 217872 w 5185"/>
              <a:gd name="T35" fmla="*/ 367 h 3880"/>
              <a:gd name="T36" fmla="*/ 209054 w 5185"/>
              <a:gd name="T37" fmla="*/ 1837 h 3880"/>
              <a:gd name="T38" fmla="*/ 201338 w 5185"/>
              <a:gd name="T39" fmla="*/ 5144 h 3880"/>
              <a:gd name="T40" fmla="*/ 194358 w 5185"/>
              <a:gd name="T41" fmla="*/ 9920 h 3880"/>
              <a:gd name="T42" fmla="*/ 188112 w 5185"/>
              <a:gd name="T43" fmla="*/ 15798 h 3880"/>
              <a:gd name="T44" fmla="*/ 183336 w 5185"/>
              <a:gd name="T45" fmla="*/ 23147 h 3880"/>
              <a:gd name="T46" fmla="*/ 180029 w 5185"/>
              <a:gd name="T47" fmla="*/ 30862 h 3880"/>
              <a:gd name="T48" fmla="*/ 178559 w 5185"/>
              <a:gd name="T49" fmla="*/ 39680 h 3880"/>
              <a:gd name="T50" fmla="*/ 178192 w 5185"/>
              <a:gd name="T51" fmla="*/ 1003386 h 3880"/>
              <a:gd name="T52" fmla="*/ 178559 w 5185"/>
              <a:gd name="T53" fmla="*/ 1007794 h 3880"/>
              <a:gd name="T54" fmla="*/ 178192 w 5185"/>
              <a:gd name="T55" fmla="*/ 1012203 h 3880"/>
              <a:gd name="T56" fmla="*/ 1727176 w 5185"/>
              <a:gd name="T57" fmla="*/ 1012571 h 3880"/>
              <a:gd name="T58" fmla="*/ 1616954 w 5185"/>
              <a:gd name="T59" fmla="*/ 937620 h 3880"/>
              <a:gd name="T60" fmla="*/ 288046 w 5185"/>
              <a:gd name="T61" fmla="*/ 109854 h 3880"/>
              <a:gd name="T62" fmla="*/ 1616954 w 5185"/>
              <a:gd name="T63" fmla="*/ 937620 h 3880"/>
              <a:gd name="T64" fmla="*/ 4409 w 5185"/>
              <a:gd name="T65" fmla="*/ 1350584 h 3880"/>
              <a:gd name="T66" fmla="*/ 0 w 5185"/>
              <a:gd name="T67" fmla="*/ 1359402 h 3880"/>
              <a:gd name="T68" fmla="*/ 735 w 5185"/>
              <a:gd name="T69" fmla="*/ 1369322 h 3880"/>
              <a:gd name="T70" fmla="*/ 3307 w 5185"/>
              <a:gd name="T71" fmla="*/ 1379977 h 3880"/>
              <a:gd name="T72" fmla="*/ 7348 w 5185"/>
              <a:gd name="T73" fmla="*/ 1390999 h 3880"/>
              <a:gd name="T74" fmla="*/ 13227 w 5185"/>
              <a:gd name="T75" fmla="*/ 1401654 h 3880"/>
              <a:gd name="T76" fmla="*/ 19473 w 5185"/>
              <a:gd name="T77" fmla="*/ 1411206 h 3880"/>
              <a:gd name="T78" fmla="*/ 26821 w 5185"/>
              <a:gd name="T79" fmla="*/ 1418554 h 3880"/>
              <a:gd name="T80" fmla="*/ 35271 w 5185"/>
              <a:gd name="T81" fmla="*/ 1423698 h 3880"/>
              <a:gd name="T82" fmla="*/ 41884 w 5185"/>
              <a:gd name="T83" fmla="*/ 1425168 h 3880"/>
              <a:gd name="T84" fmla="*/ 1860911 w 5185"/>
              <a:gd name="T85" fmla="*/ 1425535 h 3880"/>
              <a:gd name="T86" fmla="*/ 1863116 w 5185"/>
              <a:gd name="T87" fmla="*/ 1425168 h 3880"/>
              <a:gd name="T88" fmla="*/ 1869729 w 5185"/>
              <a:gd name="T89" fmla="*/ 1423698 h 3880"/>
              <a:gd name="T90" fmla="*/ 1878179 w 5185"/>
              <a:gd name="T91" fmla="*/ 1418554 h 3880"/>
              <a:gd name="T92" fmla="*/ 1885527 w 5185"/>
              <a:gd name="T93" fmla="*/ 1411206 h 3880"/>
              <a:gd name="T94" fmla="*/ 1892141 w 5185"/>
              <a:gd name="T95" fmla="*/ 1401654 h 3880"/>
              <a:gd name="T96" fmla="*/ 1897652 w 5185"/>
              <a:gd name="T97" fmla="*/ 1390999 h 3880"/>
              <a:gd name="T98" fmla="*/ 1901693 w 5185"/>
              <a:gd name="T99" fmla="*/ 1379977 h 3880"/>
              <a:gd name="T100" fmla="*/ 1903898 w 5185"/>
              <a:gd name="T101" fmla="*/ 1369322 h 3880"/>
              <a:gd name="T102" fmla="*/ 1905000 w 5185"/>
              <a:gd name="T103" fmla="*/ 1359402 h 3880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5185" h="3880">
                <a:moveTo>
                  <a:pt x="4775" y="2900"/>
                </a:moveTo>
                <a:lnTo>
                  <a:pt x="411" y="2900"/>
                </a:lnTo>
                <a:lnTo>
                  <a:pt x="87" y="3532"/>
                </a:lnTo>
                <a:lnTo>
                  <a:pt x="5099" y="3532"/>
                </a:lnTo>
                <a:lnTo>
                  <a:pt x="4775" y="2900"/>
                </a:lnTo>
                <a:close/>
                <a:moveTo>
                  <a:pt x="2046" y="3380"/>
                </a:moveTo>
                <a:lnTo>
                  <a:pt x="2181" y="3125"/>
                </a:lnTo>
                <a:lnTo>
                  <a:pt x="3017" y="3125"/>
                </a:lnTo>
                <a:lnTo>
                  <a:pt x="3139" y="3380"/>
                </a:lnTo>
                <a:lnTo>
                  <a:pt x="2046" y="3380"/>
                </a:lnTo>
                <a:close/>
                <a:moveTo>
                  <a:pt x="4700" y="2755"/>
                </a:moveTo>
                <a:lnTo>
                  <a:pt x="4700" y="2755"/>
                </a:lnTo>
                <a:lnTo>
                  <a:pt x="4698" y="2743"/>
                </a:lnTo>
                <a:lnTo>
                  <a:pt x="4700" y="2731"/>
                </a:lnTo>
                <a:lnTo>
                  <a:pt x="4700" y="120"/>
                </a:lnTo>
                <a:lnTo>
                  <a:pt x="4699" y="108"/>
                </a:lnTo>
                <a:lnTo>
                  <a:pt x="4697" y="95"/>
                </a:lnTo>
                <a:lnTo>
                  <a:pt x="4694" y="84"/>
                </a:lnTo>
                <a:lnTo>
                  <a:pt x="4690" y="73"/>
                </a:lnTo>
                <a:lnTo>
                  <a:pt x="4685" y="63"/>
                </a:lnTo>
                <a:lnTo>
                  <a:pt x="4680" y="53"/>
                </a:lnTo>
                <a:lnTo>
                  <a:pt x="4673" y="43"/>
                </a:lnTo>
                <a:lnTo>
                  <a:pt x="4665" y="34"/>
                </a:lnTo>
                <a:lnTo>
                  <a:pt x="4657" y="27"/>
                </a:lnTo>
                <a:lnTo>
                  <a:pt x="4647" y="20"/>
                </a:lnTo>
                <a:lnTo>
                  <a:pt x="4637" y="14"/>
                </a:lnTo>
                <a:lnTo>
                  <a:pt x="4627" y="9"/>
                </a:lnTo>
                <a:lnTo>
                  <a:pt x="4616" y="5"/>
                </a:lnTo>
                <a:lnTo>
                  <a:pt x="4605" y="2"/>
                </a:lnTo>
                <a:lnTo>
                  <a:pt x="4592" y="1"/>
                </a:lnTo>
                <a:lnTo>
                  <a:pt x="4580" y="0"/>
                </a:lnTo>
                <a:lnTo>
                  <a:pt x="605" y="0"/>
                </a:lnTo>
                <a:lnTo>
                  <a:pt x="593" y="1"/>
                </a:lnTo>
                <a:lnTo>
                  <a:pt x="581" y="2"/>
                </a:lnTo>
                <a:lnTo>
                  <a:pt x="569" y="5"/>
                </a:lnTo>
                <a:lnTo>
                  <a:pt x="558" y="9"/>
                </a:lnTo>
                <a:lnTo>
                  <a:pt x="548" y="14"/>
                </a:lnTo>
                <a:lnTo>
                  <a:pt x="538" y="20"/>
                </a:lnTo>
                <a:lnTo>
                  <a:pt x="529" y="27"/>
                </a:lnTo>
                <a:lnTo>
                  <a:pt x="521" y="34"/>
                </a:lnTo>
                <a:lnTo>
                  <a:pt x="512" y="43"/>
                </a:lnTo>
                <a:lnTo>
                  <a:pt x="505" y="53"/>
                </a:lnTo>
                <a:lnTo>
                  <a:pt x="499" y="63"/>
                </a:lnTo>
                <a:lnTo>
                  <a:pt x="494" y="73"/>
                </a:lnTo>
                <a:lnTo>
                  <a:pt x="490" y="84"/>
                </a:lnTo>
                <a:lnTo>
                  <a:pt x="488" y="95"/>
                </a:lnTo>
                <a:lnTo>
                  <a:pt x="486" y="108"/>
                </a:lnTo>
                <a:lnTo>
                  <a:pt x="485" y="120"/>
                </a:lnTo>
                <a:lnTo>
                  <a:pt x="485" y="2731"/>
                </a:lnTo>
                <a:lnTo>
                  <a:pt x="486" y="2743"/>
                </a:lnTo>
                <a:lnTo>
                  <a:pt x="485" y="2755"/>
                </a:lnTo>
                <a:lnTo>
                  <a:pt x="484" y="2756"/>
                </a:lnTo>
                <a:lnTo>
                  <a:pt x="4701" y="2756"/>
                </a:lnTo>
                <a:lnTo>
                  <a:pt x="4700" y="2755"/>
                </a:lnTo>
                <a:close/>
                <a:moveTo>
                  <a:pt x="4401" y="2552"/>
                </a:moveTo>
                <a:lnTo>
                  <a:pt x="784" y="2552"/>
                </a:lnTo>
                <a:lnTo>
                  <a:pt x="784" y="299"/>
                </a:lnTo>
                <a:lnTo>
                  <a:pt x="4401" y="299"/>
                </a:lnTo>
                <a:lnTo>
                  <a:pt x="4401" y="2552"/>
                </a:lnTo>
                <a:close/>
                <a:moveTo>
                  <a:pt x="5172" y="3676"/>
                </a:moveTo>
                <a:lnTo>
                  <a:pt x="12" y="3676"/>
                </a:lnTo>
                <a:lnTo>
                  <a:pt x="0" y="3700"/>
                </a:lnTo>
                <a:lnTo>
                  <a:pt x="1" y="3713"/>
                </a:lnTo>
                <a:lnTo>
                  <a:pt x="2" y="3727"/>
                </a:lnTo>
                <a:lnTo>
                  <a:pt x="5" y="3741"/>
                </a:lnTo>
                <a:lnTo>
                  <a:pt x="9" y="3756"/>
                </a:lnTo>
                <a:lnTo>
                  <a:pt x="14" y="3771"/>
                </a:lnTo>
                <a:lnTo>
                  <a:pt x="20" y="3786"/>
                </a:lnTo>
                <a:lnTo>
                  <a:pt x="28" y="3801"/>
                </a:lnTo>
                <a:lnTo>
                  <a:pt x="36" y="3815"/>
                </a:lnTo>
                <a:lnTo>
                  <a:pt x="44" y="3828"/>
                </a:lnTo>
                <a:lnTo>
                  <a:pt x="53" y="3841"/>
                </a:lnTo>
                <a:lnTo>
                  <a:pt x="63" y="3852"/>
                </a:lnTo>
                <a:lnTo>
                  <a:pt x="73" y="3861"/>
                </a:lnTo>
                <a:lnTo>
                  <a:pt x="85" y="3869"/>
                </a:lnTo>
                <a:lnTo>
                  <a:pt x="96" y="3875"/>
                </a:lnTo>
                <a:lnTo>
                  <a:pt x="108" y="3878"/>
                </a:lnTo>
                <a:lnTo>
                  <a:pt x="114" y="3879"/>
                </a:lnTo>
                <a:lnTo>
                  <a:pt x="120" y="3880"/>
                </a:lnTo>
                <a:lnTo>
                  <a:pt x="5065" y="3880"/>
                </a:lnTo>
                <a:lnTo>
                  <a:pt x="5071" y="3879"/>
                </a:lnTo>
                <a:lnTo>
                  <a:pt x="5077" y="3878"/>
                </a:lnTo>
                <a:lnTo>
                  <a:pt x="5089" y="3875"/>
                </a:lnTo>
                <a:lnTo>
                  <a:pt x="5101" y="3869"/>
                </a:lnTo>
                <a:lnTo>
                  <a:pt x="5112" y="3861"/>
                </a:lnTo>
                <a:lnTo>
                  <a:pt x="5122" y="3852"/>
                </a:lnTo>
                <a:lnTo>
                  <a:pt x="5132" y="3841"/>
                </a:lnTo>
                <a:lnTo>
                  <a:pt x="5141" y="3828"/>
                </a:lnTo>
                <a:lnTo>
                  <a:pt x="5150" y="3815"/>
                </a:lnTo>
                <a:lnTo>
                  <a:pt x="5158" y="3801"/>
                </a:lnTo>
                <a:lnTo>
                  <a:pt x="5165" y="3786"/>
                </a:lnTo>
                <a:lnTo>
                  <a:pt x="5171" y="3771"/>
                </a:lnTo>
                <a:lnTo>
                  <a:pt x="5176" y="3756"/>
                </a:lnTo>
                <a:lnTo>
                  <a:pt x="5180" y="3741"/>
                </a:lnTo>
                <a:lnTo>
                  <a:pt x="5182" y="3727"/>
                </a:lnTo>
                <a:lnTo>
                  <a:pt x="5184" y="3713"/>
                </a:lnTo>
                <a:lnTo>
                  <a:pt x="5185" y="3700"/>
                </a:lnTo>
                <a:lnTo>
                  <a:pt x="5172" y="3676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xtLst/>
        </p:spPr>
        <p:txBody>
          <a:bodyPr bIns="360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ea typeface="+mn-ea"/>
              <a:cs typeface="+mn-ea"/>
            </a:endParaRPr>
          </a:p>
        </p:txBody>
      </p:sp>
      <p:pic>
        <p:nvPicPr>
          <p:cNvPr id="15" name="图片 14" descr="F:\教材编写2019-8-刘\第8章截图\2019-09-16_095305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131590"/>
            <a:ext cx="4526915" cy="35725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32946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39503"/>
            <a:ext cx="341987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3220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设计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zh-CN" altLang="en-US" sz="1600" b="1" dirty="0">
                <a:solidFill>
                  <a:schemeClr val="bg1"/>
                </a:solidFill>
              </a:rPr>
              <a:t>生成工程代码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 rot="5400000">
            <a:off x="7925632" y="4035441"/>
            <a:ext cx="986940" cy="986938"/>
            <a:chOff x="4804687" y="2294038"/>
            <a:chExt cx="1354015" cy="1354012"/>
          </a:xfrm>
        </p:grpSpPr>
        <p:sp>
          <p:nvSpPr>
            <p:cNvPr id="12" name="ïṧḷïḓê-任意多边形: 形状 4">
              <a:extLst>
                <a:ext uri="{FF2B5EF4-FFF2-40B4-BE49-F238E27FC236}">
                  <a16:creationId xmlns="" xmlns:a16="http://schemas.microsoft.com/office/drawing/2014/main" id="{86A49E6A-6B1A-47FB-9631-DCE52C050E4F}"/>
                </a:ext>
              </a:extLst>
            </p:cNvPr>
            <p:cNvSpPr/>
            <p:nvPr/>
          </p:nvSpPr>
          <p:spPr>
            <a:xfrm>
              <a:off x="4804687" y="2294038"/>
              <a:ext cx="1354015" cy="1354012"/>
            </a:xfrm>
            <a:custGeom>
              <a:avLst/>
              <a:gdLst>
                <a:gd name="connsiteX0" fmla="*/ 1124074 w 1583637"/>
                <a:gd name="connsiteY0" fmla="*/ 252493 h 1583637"/>
                <a:gd name="connsiteX1" fmla="*/ 1247256 w 1583637"/>
                <a:gd name="connsiteY1" fmla="*/ 149126 h 1583637"/>
                <a:gd name="connsiteX2" fmla="*/ 1345663 w 1583637"/>
                <a:gd name="connsiteY2" fmla="*/ 231701 h 1583637"/>
                <a:gd name="connsiteX3" fmla="*/ 1265256 w 1583637"/>
                <a:gd name="connsiteY3" fmla="*/ 370961 h 1583637"/>
                <a:gd name="connsiteX4" fmla="*/ 1393012 w 1583637"/>
                <a:gd name="connsiteY4" fmla="*/ 592241 h 1583637"/>
                <a:gd name="connsiteX5" fmla="*/ 1553818 w 1583637"/>
                <a:gd name="connsiteY5" fmla="*/ 592237 h 1583637"/>
                <a:gd name="connsiteX6" fmla="*/ 1576125 w 1583637"/>
                <a:gd name="connsiteY6" fmla="*/ 718748 h 1583637"/>
                <a:gd name="connsiteX7" fmla="*/ 1425015 w 1583637"/>
                <a:gd name="connsiteY7" fmla="*/ 773743 h 1583637"/>
                <a:gd name="connsiteX8" fmla="*/ 1380646 w 1583637"/>
                <a:gd name="connsiteY8" fmla="*/ 1025372 h 1583637"/>
                <a:gd name="connsiteX9" fmla="*/ 1503833 w 1583637"/>
                <a:gd name="connsiteY9" fmla="*/ 1128733 h 1583637"/>
                <a:gd name="connsiteX10" fmla="*/ 1439602 w 1583637"/>
                <a:gd name="connsiteY10" fmla="*/ 1239984 h 1583637"/>
                <a:gd name="connsiteX11" fmla="*/ 1288495 w 1583637"/>
                <a:gd name="connsiteY11" fmla="*/ 1184982 h 1583637"/>
                <a:gd name="connsiteX12" fmla="*/ 1092761 w 1583637"/>
                <a:gd name="connsiteY12" fmla="*/ 1349222 h 1583637"/>
                <a:gd name="connsiteX13" fmla="*/ 1120689 w 1583637"/>
                <a:gd name="connsiteY13" fmla="*/ 1507584 h 1583637"/>
                <a:gd name="connsiteX14" fmla="*/ 999974 w 1583637"/>
                <a:gd name="connsiteY14" fmla="*/ 1551521 h 1583637"/>
                <a:gd name="connsiteX15" fmla="*/ 919574 w 1583637"/>
                <a:gd name="connsiteY15" fmla="*/ 1412257 h 1583637"/>
                <a:gd name="connsiteX16" fmla="*/ 664062 w 1583637"/>
                <a:gd name="connsiteY16" fmla="*/ 1412257 h 1583637"/>
                <a:gd name="connsiteX17" fmla="*/ 583663 w 1583637"/>
                <a:gd name="connsiteY17" fmla="*/ 1551521 h 1583637"/>
                <a:gd name="connsiteX18" fmla="*/ 462948 w 1583637"/>
                <a:gd name="connsiteY18" fmla="*/ 1507584 h 1583637"/>
                <a:gd name="connsiteX19" fmla="*/ 490876 w 1583637"/>
                <a:gd name="connsiteY19" fmla="*/ 1349222 h 1583637"/>
                <a:gd name="connsiteX20" fmla="*/ 295142 w 1583637"/>
                <a:gd name="connsiteY20" fmla="*/ 1184981 h 1583637"/>
                <a:gd name="connsiteX21" fmla="*/ 144035 w 1583637"/>
                <a:gd name="connsiteY21" fmla="*/ 1239984 h 1583637"/>
                <a:gd name="connsiteX22" fmla="*/ 79804 w 1583637"/>
                <a:gd name="connsiteY22" fmla="*/ 1128733 h 1583637"/>
                <a:gd name="connsiteX23" fmla="*/ 202991 w 1583637"/>
                <a:gd name="connsiteY23" fmla="*/ 1025372 h 1583637"/>
                <a:gd name="connsiteX24" fmla="*/ 158622 w 1583637"/>
                <a:gd name="connsiteY24" fmla="*/ 773743 h 1583637"/>
                <a:gd name="connsiteX25" fmla="*/ 7512 w 1583637"/>
                <a:gd name="connsiteY25" fmla="*/ 718748 h 1583637"/>
                <a:gd name="connsiteX26" fmla="*/ 29819 w 1583637"/>
                <a:gd name="connsiteY26" fmla="*/ 592237 h 1583637"/>
                <a:gd name="connsiteX27" fmla="*/ 190625 w 1583637"/>
                <a:gd name="connsiteY27" fmla="*/ 592241 h 1583637"/>
                <a:gd name="connsiteX28" fmla="*/ 318381 w 1583637"/>
                <a:gd name="connsiteY28" fmla="*/ 370961 h 1583637"/>
                <a:gd name="connsiteX29" fmla="*/ 237974 w 1583637"/>
                <a:gd name="connsiteY29" fmla="*/ 231701 h 1583637"/>
                <a:gd name="connsiteX30" fmla="*/ 336381 w 1583637"/>
                <a:gd name="connsiteY30" fmla="*/ 149126 h 1583637"/>
                <a:gd name="connsiteX31" fmla="*/ 459563 w 1583637"/>
                <a:gd name="connsiteY31" fmla="*/ 252493 h 1583637"/>
                <a:gd name="connsiteX32" fmla="*/ 699666 w 1583637"/>
                <a:gd name="connsiteY32" fmla="*/ 165103 h 1583637"/>
                <a:gd name="connsiteX33" fmla="*/ 727586 w 1583637"/>
                <a:gd name="connsiteY33" fmla="*/ 6739 h 1583637"/>
                <a:gd name="connsiteX34" fmla="*/ 856051 w 1583637"/>
                <a:gd name="connsiteY34" fmla="*/ 6739 h 1583637"/>
                <a:gd name="connsiteX35" fmla="*/ 883970 w 1583637"/>
                <a:gd name="connsiteY35" fmla="*/ 165102 h 1583637"/>
                <a:gd name="connsiteX36" fmla="*/ 1124073 w 1583637"/>
                <a:gd name="connsiteY36" fmla="*/ 252493 h 1583637"/>
                <a:gd name="connsiteX37" fmla="*/ 1124074 w 1583637"/>
                <a:gd name="connsiteY37" fmla="*/ 252493 h 1583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583637" h="1583637">
                  <a:moveTo>
                    <a:pt x="1124074" y="252493"/>
                  </a:moveTo>
                  <a:lnTo>
                    <a:pt x="1247256" y="149126"/>
                  </a:lnTo>
                  <a:lnTo>
                    <a:pt x="1345663" y="231701"/>
                  </a:lnTo>
                  <a:lnTo>
                    <a:pt x="1265256" y="370961"/>
                  </a:lnTo>
                  <a:cubicBezTo>
                    <a:pt x="1322430" y="435278"/>
                    <a:pt x="1365899" y="510569"/>
                    <a:pt x="1393012" y="592241"/>
                  </a:cubicBezTo>
                  <a:lnTo>
                    <a:pt x="1553818" y="592237"/>
                  </a:lnTo>
                  <a:lnTo>
                    <a:pt x="1576125" y="718748"/>
                  </a:lnTo>
                  <a:lnTo>
                    <a:pt x="1425015" y="773743"/>
                  </a:lnTo>
                  <a:cubicBezTo>
                    <a:pt x="1427471" y="859762"/>
                    <a:pt x="1412374" y="945380"/>
                    <a:pt x="1380646" y="1025372"/>
                  </a:cubicBezTo>
                  <a:lnTo>
                    <a:pt x="1503833" y="1128733"/>
                  </a:lnTo>
                  <a:lnTo>
                    <a:pt x="1439602" y="1239984"/>
                  </a:lnTo>
                  <a:lnTo>
                    <a:pt x="1288495" y="1184982"/>
                  </a:lnTo>
                  <a:cubicBezTo>
                    <a:pt x="1235084" y="1252456"/>
                    <a:pt x="1168484" y="1308339"/>
                    <a:pt x="1092761" y="1349222"/>
                  </a:cubicBezTo>
                  <a:lnTo>
                    <a:pt x="1120689" y="1507584"/>
                  </a:lnTo>
                  <a:lnTo>
                    <a:pt x="999974" y="1551521"/>
                  </a:lnTo>
                  <a:lnTo>
                    <a:pt x="919574" y="1412257"/>
                  </a:lnTo>
                  <a:cubicBezTo>
                    <a:pt x="835287" y="1429613"/>
                    <a:pt x="748348" y="1429613"/>
                    <a:pt x="664062" y="1412257"/>
                  </a:cubicBezTo>
                  <a:lnTo>
                    <a:pt x="583663" y="1551521"/>
                  </a:lnTo>
                  <a:lnTo>
                    <a:pt x="462948" y="1507584"/>
                  </a:lnTo>
                  <a:lnTo>
                    <a:pt x="490876" y="1349222"/>
                  </a:lnTo>
                  <a:cubicBezTo>
                    <a:pt x="415153" y="1308339"/>
                    <a:pt x="348553" y="1252455"/>
                    <a:pt x="295142" y="1184981"/>
                  </a:cubicBezTo>
                  <a:lnTo>
                    <a:pt x="144035" y="1239984"/>
                  </a:lnTo>
                  <a:lnTo>
                    <a:pt x="79804" y="1128733"/>
                  </a:lnTo>
                  <a:lnTo>
                    <a:pt x="202991" y="1025372"/>
                  </a:lnTo>
                  <a:cubicBezTo>
                    <a:pt x="171263" y="945380"/>
                    <a:pt x="156166" y="859762"/>
                    <a:pt x="158622" y="773743"/>
                  </a:cubicBezTo>
                  <a:lnTo>
                    <a:pt x="7512" y="718748"/>
                  </a:lnTo>
                  <a:lnTo>
                    <a:pt x="29819" y="592237"/>
                  </a:lnTo>
                  <a:lnTo>
                    <a:pt x="190625" y="592241"/>
                  </a:lnTo>
                  <a:cubicBezTo>
                    <a:pt x="217738" y="510569"/>
                    <a:pt x="261208" y="435277"/>
                    <a:pt x="318381" y="370961"/>
                  </a:cubicBezTo>
                  <a:lnTo>
                    <a:pt x="237974" y="231701"/>
                  </a:lnTo>
                  <a:lnTo>
                    <a:pt x="336381" y="149126"/>
                  </a:lnTo>
                  <a:lnTo>
                    <a:pt x="459563" y="252493"/>
                  </a:lnTo>
                  <a:cubicBezTo>
                    <a:pt x="532831" y="207356"/>
                    <a:pt x="614527" y="177621"/>
                    <a:pt x="699666" y="165103"/>
                  </a:cubicBezTo>
                  <a:lnTo>
                    <a:pt x="727586" y="6739"/>
                  </a:lnTo>
                  <a:lnTo>
                    <a:pt x="856051" y="6739"/>
                  </a:lnTo>
                  <a:lnTo>
                    <a:pt x="883970" y="165102"/>
                  </a:lnTo>
                  <a:cubicBezTo>
                    <a:pt x="969110" y="177621"/>
                    <a:pt x="1050806" y="207356"/>
                    <a:pt x="1124073" y="252493"/>
                  </a:cubicBezTo>
                  <a:lnTo>
                    <a:pt x="1124074" y="252493"/>
                  </a:lnTo>
                  <a:close/>
                </a:path>
              </a:pathLst>
            </a:cu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  <p:sp>
          <p:nvSpPr>
            <p:cNvPr id="13" name="ïṧḷïḓê-Oval 5">
              <a:extLst>
                <a:ext uri="{FF2B5EF4-FFF2-40B4-BE49-F238E27FC236}">
                  <a16:creationId xmlns="" xmlns:a16="http://schemas.microsoft.com/office/drawing/2014/main" id="{6908010F-8E5D-45DA-8274-EB48CB6B3B2E}"/>
                </a:ext>
              </a:extLst>
            </p:cNvPr>
            <p:cNvSpPr/>
            <p:nvPr/>
          </p:nvSpPr>
          <p:spPr>
            <a:xfrm>
              <a:off x="5061660" y="2551010"/>
              <a:ext cx="840068" cy="840068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 anchorCtr="1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KSO_Shape"/>
          <p:cNvSpPr>
            <a:spLocks/>
          </p:cNvSpPr>
          <p:nvPr/>
        </p:nvSpPr>
        <p:spPr bwMode="auto">
          <a:xfrm>
            <a:off x="8269529" y="4402054"/>
            <a:ext cx="299146" cy="253712"/>
          </a:xfrm>
          <a:custGeom>
            <a:avLst/>
            <a:gdLst>
              <a:gd name="T0" fmla="*/ 151004 w 5185"/>
              <a:gd name="T1" fmla="*/ 1065477 h 3880"/>
              <a:gd name="T2" fmla="*/ 1873403 w 5185"/>
              <a:gd name="T3" fmla="*/ 1297678 h 3880"/>
              <a:gd name="T4" fmla="*/ 751713 w 5185"/>
              <a:gd name="T5" fmla="*/ 1241832 h 3880"/>
              <a:gd name="T6" fmla="*/ 1108464 w 5185"/>
              <a:gd name="T7" fmla="*/ 1148144 h 3880"/>
              <a:gd name="T8" fmla="*/ 751713 w 5185"/>
              <a:gd name="T9" fmla="*/ 1241832 h 3880"/>
              <a:gd name="T10" fmla="*/ 1726808 w 5185"/>
              <a:gd name="T11" fmla="*/ 1012203 h 3880"/>
              <a:gd name="T12" fmla="*/ 1726073 w 5185"/>
              <a:gd name="T13" fmla="*/ 1007794 h 3880"/>
              <a:gd name="T14" fmla="*/ 1726808 w 5185"/>
              <a:gd name="T15" fmla="*/ 44089 h 3880"/>
              <a:gd name="T16" fmla="*/ 1726441 w 5185"/>
              <a:gd name="T17" fmla="*/ 39680 h 3880"/>
              <a:gd name="T18" fmla="*/ 1724604 w 5185"/>
              <a:gd name="T19" fmla="*/ 30862 h 3880"/>
              <a:gd name="T20" fmla="*/ 1721297 w 5185"/>
              <a:gd name="T21" fmla="*/ 23147 h 3880"/>
              <a:gd name="T22" fmla="*/ 1716888 w 5185"/>
              <a:gd name="T23" fmla="*/ 15798 h 3880"/>
              <a:gd name="T24" fmla="*/ 1711010 w 5185"/>
              <a:gd name="T25" fmla="*/ 9920 h 3880"/>
              <a:gd name="T26" fmla="*/ 1703662 w 5185"/>
              <a:gd name="T27" fmla="*/ 5144 h 3880"/>
              <a:gd name="T28" fmla="*/ 1695946 w 5185"/>
              <a:gd name="T29" fmla="*/ 1837 h 3880"/>
              <a:gd name="T30" fmla="*/ 1687128 w 5185"/>
              <a:gd name="T31" fmla="*/ 367 h 3880"/>
              <a:gd name="T32" fmla="*/ 222281 w 5185"/>
              <a:gd name="T33" fmla="*/ 0 h 3880"/>
              <a:gd name="T34" fmla="*/ 217872 w 5185"/>
              <a:gd name="T35" fmla="*/ 367 h 3880"/>
              <a:gd name="T36" fmla="*/ 209054 w 5185"/>
              <a:gd name="T37" fmla="*/ 1837 h 3880"/>
              <a:gd name="T38" fmla="*/ 201338 w 5185"/>
              <a:gd name="T39" fmla="*/ 5144 h 3880"/>
              <a:gd name="T40" fmla="*/ 194358 w 5185"/>
              <a:gd name="T41" fmla="*/ 9920 h 3880"/>
              <a:gd name="T42" fmla="*/ 188112 w 5185"/>
              <a:gd name="T43" fmla="*/ 15798 h 3880"/>
              <a:gd name="T44" fmla="*/ 183336 w 5185"/>
              <a:gd name="T45" fmla="*/ 23147 h 3880"/>
              <a:gd name="T46" fmla="*/ 180029 w 5185"/>
              <a:gd name="T47" fmla="*/ 30862 h 3880"/>
              <a:gd name="T48" fmla="*/ 178559 w 5185"/>
              <a:gd name="T49" fmla="*/ 39680 h 3880"/>
              <a:gd name="T50" fmla="*/ 178192 w 5185"/>
              <a:gd name="T51" fmla="*/ 1003386 h 3880"/>
              <a:gd name="T52" fmla="*/ 178559 w 5185"/>
              <a:gd name="T53" fmla="*/ 1007794 h 3880"/>
              <a:gd name="T54" fmla="*/ 178192 w 5185"/>
              <a:gd name="T55" fmla="*/ 1012203 h 3880"/>
              <a:gd name="T56" fmla="*/ 1727176 w 5185"/>
              <a:gd name="T57" fmla="*/ 1012571 h 3880"/>
              <a:gd name="T58" fmla="*/ 1616954 w 5185"/>
              <a:gd name="T59" fmla="*/ 937620 h 3880"/>
              <a:gd name="T60" fmla="*/ 288046 w 5185"/>
              <a:gd name="T61" fmla="*/ 109854 h 3880"/>
              <a:gd name="T62" fmla="*/ 1616954 w 5185"/>
              <a:gd name="T63" fmla="*/ 937620 h 3880"/>
              <a:gd name="T64" fmla="*/ 4409 w 5185"/>
              <a:gd name="T65" fmla="*/ 1350584 h 3880"/>
              <a:gd name="T66" fmla="*/ 0 w 5185"/>
              <a:gd name="T67" fmla="*/ 1359402 h 3880"/>
              <a:gd name="T68" fmla="*/ 735 w 5185"/>
              <a:gd name="T69" fmla="*/ 1369322 h 3880"/>
              <a:gd name="T70" fmla="*/ 3307 w 5185"/>
              <a:gd name="T71" fmla="*/ 1379977 h 3880"/>
              <a:gd name="T72" fmla="*/ 7348 w 5185"/>
              <a:gd name="T73" fmla="*/ 1390999 h 3880"/>
              <a:gd name="T74" fmla="*/ 13227 w 5185"/>
              <a:gd name="T75" fmla="*/ 1401654 h 3880"/>
              <a:gd name="T76" fmla="*/ 19473 w 5185"/>
              <a:gd name="T77" fmla="*/ 1411206 h 3880"/>
              <a:gd name="T78" fmla="*/ 26821 w 5185"/>
              <a:gd name="T79" fmla="*/ 1418554 h 3880"/>
              <a:gd name="T80" fmla="*/ 35271 w 5185"/>
              <a:gd name="T81" fmla="*/ 1423698 h 3880"/>
              <a:gd name="T82" fmla="*/ 41884 w 5185"/>
              <a:gd name="T83" fmla="*/ 1425168 h 3880"/>
              <a:gd name="T84" fmla="*/ 1860911 w 5185"/>
              <a:gd name="T85" fmla="*/ 1425535 h 3880"/>
              <a:gd name="T86" fmla="*/ 1863116 w 5185"/>
              <a:gd name="T87" fmla="*/ 1425168 h 3880"/>
              <a:gd name="T88" fmla="*/ 1869729 w 5185"/>
              <a:gd name="T89" fmla="*/ 1423698 h 3880"/>
              <a:gd name="T90" fmla="*/ 1878179 w 5185"/>
              <a:gd name="T91" fmla="*/ 1418554 h 3880"/>
              <a:gd name="T92" fmla="*/ 1885527 w 5185"/>
              <a:gd name="T93" fmla="*/ 1411206 h 3880"/>
              <a:gd name="T94" fmla="*/ 1892141 w 5185"/>
              <a:gd name="T95" fmla="*/ 1401654 h 3880"/>
              <a:gd name="T96" fmla="*/ 1897652 w 5185"/>
              <a:gd name="T97" fmla="*/ 1390999 h 3880"/>
              <a:gd name="T98" fmla="*/ 1901693 w 5185"/>
              <a:gd name="T99" fmla="*/ 1379977 h 3880"/>
              <a:gd name="T100" fmla="*/ 1903898 w 5185"/>
              <a:gd name="T101" fmla="*/ 1369322 h 3880"/>
              <a:gd name="T102" fmla="*/ 1905000 w 5185"/>
              <a:gd name="T103" fmla="*/ 1359402 h 3880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5185" h="3880">
                <a:moveTo>
                  <a:pt x="4775" y="2900"/>
                </a:moveTo>
                <a:lnTo>
                  <a:pt x="411" y="2900"/>
                </a:lnTo>
                <a:lnTo>
                  <a:pt x="87" y="3532"/>
                </a:lnTo>
                <a:lnTo>
                  <a:pt x="5099" y="3532"/>
                </a:lnTo>
                <a:lnTo>
                  <a:pt x="4775" y="2900"/>
                </a:lnTo>
                <a:close/>
                <a:moveTo>
                  <a:pt x="2046" y="3380"/>
                </a:moveTo>
                <a:lnTo>
                  <a:pt x="2181" y="3125"/>
                </a:lnTo>
                <a:lnTo>
                  <a:pt x="3017" y="3125"/>
                </a:lnTo>
                <a:lnTo>
                  <a:pt x="3139" y="3380"/>
                </a:lnTo>
                <a:lnTo>
                  <a:pt x="2046" y="3380"/>
                </a:lnTo>
                <a:close/>
                <a:moveTo>
                  <a:pt x="4700" y="2755"/>
                </a:moveTo>
                <a:lnTo>
                  <a:pt x="4700" y="2755"/>
                </a:lnTo>
                <a:lnTo>
                  <a:pt x="4698" y="2743"/>
                </a:lnTo>
                <a:lnTo>
                  <a:pt x="4700" y="2731"/>
                </a:lnTo>
                <a:lnTo>
                  <a:pt x="4700" y="120"/>
                </a:lnTo>
                <a:lnTo>
                  <a:pt x="4699" y="108"/>
                </a:lnTo>
                <a:lnTo>
                  <a:pt x="4697" y="95"/>
                </a:lnTo>
                <a:lnTo>
                  <a:pt x="4694" y="84"/>
                </a:lnTo>
                <a:lnTo>
                  <a:pt x="4690" y="73"/>
                </a:lnTo>
                <a:lnTo>
                  <a:pt x="4685" y="63"/>
                </a:lnTo>
                <a:lnTo>
                  <a:pt x="4680" y="53"/>
                </a:lnTo>
                <a:lnTo>
                  <a:pt x="4673" y="43"/>
                </a:lnTo>
                <a:lnTo>
                  <a:pt x="4665" y="34"/>
                </a:lnTo>
                <a:lnTo>
                  <a:pt x="4657" y="27"/>
                </a:lnTo>
                <a:lnTo>
                  <a:pt x="4647" y="20"/>
                </a:lnTo>
                <a:lnTo>
                  <a:pt x="4637" y="14"/>
                </a:lnTo>
                <a:lnTo>
                  <a:pt x="4627" y="9"/>
                </a:lnTo>
                <a:lnTo>
                  <a:pt x="4616" y="5"/>
                </a:lnTo>
                <a:lnTo>
                  <a:pt x="4605" y="2"/>
                </a:lnTo>
                <a:lnTo>
                  <a:pt x="4592" y="1"/>
                </a:lnTo>
                <a:lnTo>
                  <a:pt x="4580" y="0"/>
                </a:lnTo>
                <a:lnTo>
                  <a:pt x="605" y="0"/>
                </a:lnTo>
                <a:lnTo>
                  <a:pt x="593" y="1"/>
                </a:lnTo>
                <a:lnTo>
                  <a:pt x="581" y="2"/>
                </a:lnTo>
                <a:lnTo>
                  <a:pt x="569" y="5"/>
                </a:lnTo>
                <a:lnTo>
                  <a:pt x="558" y="9"/>
                </a:lnTo>
                <a:lnTo>
                  <a:pt x="548" y="14"/>
                </a:lnTo>
                <a:lnTo>
                  <a:pt x="538" y="20"/>
                </a:lnTo>
                <a:lnTo>
                  <a:pt x="529" y="27"/>
                </a:lnTo>
                <a:lnTo>
                  <a:pt x="521" y="34"/>
                </a:lnTo>
                <a:lnTo>
                  <a:pt x="512" y="43"/>
                </a:lnTo>
                <a:lnTo>
                  <a:pt x="505" y="53"/>
                </a:lnTo>
                <a:lnTo>
                  <a:pt x="499" y="63"/>
                </a:lnTo>
                <a:lnTo>
                  <a:pt x="494" y="73"/>
                </a:lnTo>
                <a:lnTo>
                  <a:pt x="490" y="84"/>
                </a:lnTo>
                <a:lnTo>
                  <a:pt x="488" y="95"/>
                </a:lnTo>
                <a:lnTo>
                  <a:pt x="486" y="108"/>
                </a:lnTo>
                <a:lnTo>
                  <a:pt x="485" y="120"/>
                </a:lnTo>
                <a:lnTo>
                  <a:pt x="485" y="2731"/>
                </a:lnTo>
                <a:lnTo>
                  <a:pt x="486" y="2743"/>
                </a:lnTo>
                <a:lnTo>
                  <a:pt x="485" y="2755"/>
                </a:lnTo>
                <a:lnTo>
                  <a:pt x="484" y="2756"/>
                </a:lnTo>
                <a:lnTo>
                  <a:pt x="4701" y="2756"/>
                </a:lnTo>
                <a:lnTo>
                  <a:pt x="4700" y="2755"/>
                </a:lnTo>
                <a:close/>
                <a:moveTo>
                  <a:pt x="4401" y="2552"/>
                </a:moveTo>
                <a:lnTo>
                  <a:pt x="784" y="2552"/>
                </a:lnTo>
                <a:lnTo>
                  <a:pt x="784" y="299"/>
                </a:lnTo>
                <a:lnTo>
                  <a:pt x="4401" y="299"/>
                </a:lnTo>
                <a:lnTo>
                  <a:pt x="4401" y="2552"/>
                </a:lnTo>
                <a:close/>
                <a:moveTo>
                  <a:pt x="5172" y="3676"/>
                </a:moveTo>
                <a:lnTo>
                  <a:pt x="12" y="3676"/>
                </a:lnTo>
                <a:lnTo>
                  <a:pt x="0" y="3700"/>
                </a:lnTo>
                <a:lnTo>
                  <a:pt x="1" y="3713"/>
                </a:lnTo>
                <a:lnTo>
                  <a:pt x="2" y="3727"/>
                </a:lnTo>
                <a:lnTo>
                  <a:pt x="5" y="3741"/>
                </a:lnTo>
                <a:lnTo>
                  <a:pt x="9" y="3756"/>
                </a:lnTo>
                <a:lnTo>
                  <a:pt x="14" y="3771"/>
                </a:lnTo>
                <a:lnTo>
                  <a:pt x="20" y="3786"/>
                </a:lnTo>
                <a:lnTo>
                  <a:pt x="28" y="3801"/>
                </a:lnTo>
                <a:lnTo>
                  <a:pt x="36" y="3815"/>
                </a:lnTo>
                <a:lnTo>
                  <a:pt x="44" y="3828"/>
                </a:lnTo>
                <a:lnTo>
                  <a:pt x="53" y="3841"/>
                </a:lnTo>
                <a:lnTo>
                  <a:pt x="63" y="3852"/>
                </a:lnTo>
                <a:lnTo>
                  <a:pt x="73" y="3861"/>
                </a:lnTo>
                <a:lnTo>
                  <a:pt x="85" y="3869"/>
                </a:lnTo>
                <a:lnTo>
                  <a:pt x="96" y="3875"/>
                </a:lnTo>
                <a:lnTo>
                  <a:pt x="108" y="3878"/>
                </a:lnTo>
                <a:lnTo>
                  <a:pt x="114" y="3879"/>
                </a:lnTo>
                <a:lnTo>
                  <a:pt x="120" y="3880"/>
                </a:lnTo>
                <a:lnTo>
                  <a:pt x="5065" y="3880"/>
                </a:lnTo>
                <a:lnTo>
                  <a:pt x="5071" y="3879"/>
                </a:lnTo>
                <a:lnTo>
                  <a:pt x="5077" y="3878"/>
                </a:lnTo>
                <a:lnTo>
                  <a:pt x="5089" y="3875"/>
                </a:lnTo>
                <a:lnTo>
                  <a:pt x="5101" y="3869"/>
                </a:lnTo>
                <a:lnTo>
                  <a:pt x="5112" y="3861"/>
                </a:lnTo>
                <a:lnTo>
                  <a:pt x="5122" y="3852"/>
                </a:lnTo>
                <a:lnTo>
                  <a:pt x="5132" y="3841"/>
                </a:lnTo>
                <a:lnTo>
                  <a:pt x="5141" y="3828"/>
                </a:lnTo>
                <a:lnTo>
                  <a:pt x="5150" y="3815"/>
                </a:lnTo>
                <a:lnTo>
                  <a:pt x="5158" y="3801"/>
                </a:lnTo>
                <a:lnTo>
                  <a:pt x="5165" y="3786"/>
                </a:lnTo>
                <a:lnTo>
                  <a:pt x="5171" y="3771"/>
                </a:lnTo>
                <a:lnTo>
                  <a:pt x="5176" y="3756"/>
                </a:lnTo>
                <a:lnTo>
                  <a:pt x="5180" y="3741"/>
                </a:lnTo>
                <a:lnTo>
                  <a:pt x="5182" y="3727"/>
                </a:lnTo>
                <a:lnTo>
                  <a:pt x="5184" y="3713"/>
                </a:lnTo>
                <a:lnTo>
                  <a:pt x="5185" y="3700"/>
                </a:lnTo>
                <a:lnTo>
                  <a:pt x="5172" y="3676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xtLst/>
        </p:spPr>
        <p:txBody>
          <a:bodyPr bIns="360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ea typeface="+mn-ea"/>
              <a:cs typeface="+mn-ea"/>
            </a:endParaRPr>
          </a:p>
        </p:txBody>
      </p:sp>
      <p:pic>
        <p:nvPicPr>
          <p:cNvPr id="15" name="图片 14"/>
          <p:cNvPicPr/>
          <p:nvPr/>
        </p:nvPicPr>
        <p:blipFill>
          <a:blip r:embed="rId3"/>
          <a:stretch>
            <a:fillRect/>
          </a:stretch>
        </p:blipFill>
        <p:spPr>
          <a:xfrm>
            <a:off x="323528" y="1213607"/>
            <a:ext cx="4752528" cy="3188447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5220072" y="1059582"/>
            <a:ext cx="3498938" cy="278537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accent5">
                  <a:lumMod val="75000"/>
                </a:schemeClr>
              </a:buClr>
            </a:pPr>
            <a:r>
              <a:rPr lang="zh-CN" altLang="en-US" sz="2000" b="1" dirty="0" smtClean="0"/>
              <a:t>    在</a:t>
            </a:r>
            <a:r>
              <a:rPr lang="zh-CN" altLang="en-US" sz="2000" b="1" dirty="0"/>
              <a:t>“</a:t>
            </a:r>
            <a:r>
              <a:rPr lang="en-GB" altLang="zh-CN" sz="2000" b="1" dirty="0"/>
              <a:t>Code Generator”</a:t>
            </a:r>
            <a:r>
              <a:rPr lang="zh-CN" altLang="en-US" sz="2000" b="1" dirty="0"/>
              <a:t>选项栏中找到“</a:t>
            </a:r>
            <a:r>
              <a:rPr lang="en-GB" altLang="zh-CN" sz="2000" b="1" dirty="0"/>
              <a:t>Generated files”</a:t>
            </a:r>
            <a:r>
              <a:rPr lang="zh-CN" altLang="en-US" sz="2000" b="1" dirty="0"/>
              <a:t>框，勾选“</a:t>
            </a:r>
            <a:r>
              <a:rPr lang="en-GB" altLang="zh-CN" sz="2000" b="1" dirty="0"/>
              <a:t>Generate peripheral initialization as a pair of ’.c/.h’ files per IP”</a:t>
            </a:r>
            <a:r>
              <a:rPr lang="zh-CN" altLang="en-GB" sz="2000" b="1" dirty="0"/>
              <a:t>，</a:t>
            </a:r>
            <a:r>
              <a:rPr lang="zh-CN" altLang="en-US" sz="2000" b="1" dirty="0"/>
              <a:t>将外设初始化的代码设置生成为独立的</a:t>
            </a:r>
            <a:r>
              <a:rPr lang="en-US" altLang="zh-CN" sz="2000" b="1" dirty="0"/>
              <a:t>.</a:t>
            </a:r>
            <a:r>
              <a:rPr lang="en-GB" altLang="zh-CN" sz="2000" b="1" dirty="0"/>
              <a:t>c</a:t>
            </a:r>
            <a:r>
              <a:rPr lang="zh-CN" altLang="en-US" sz="2000" b="1" dirty="0"/>
              <a:t>源文件和</a:t>
            </a:r>
            <a:r>
              <a:rPr lang="en-US" altLang="zh-CN" sz="2000" b="1" dirty="0"/>
              <a:t>.</a:t>
            </a:r>
            <a:r>
              <a:rPr lang="en-GB" altLang="zh-CN" sz="2000" b="1" dirty="0"/>
              <a:t>h</a:t>
            </a:r>
            <a:r>
              <a:rPr lang="zh-CN" altLang="en-US" sz="2000" b="1" dirty="0" smtClean="0"/>
              <a:t>头文件。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130810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39503"/>
            <a:ext cx="341987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3220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设计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zh-CN" altLang="en-US" sz="1600" b="1" dirty="0">
                <a:solidFill>
                  <a:schemeClr val="bg1"/>
                </a:solidFill>
              </a:rPr>
              <a:t>生成工程代码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 rot="5400000">
            <a:off x="7524327" y="3980593"/>
            <a:ext cx="986940" cy="986938"/>
            <a:chOff x="4804687" y="2294038"/>
            <a:chExt cx="1354015" cy="1354012"/>
          </a:xfrm>
        </p:grpSpPr>
        <p:sp>
          <p:nvSpPr>
            <p:cNvPr id="12" name="ïṧḷïḓê-任意多边形: 形状 4">
              <a:extLst>
                <a:ext uri="{FF2B5EF4-FFF2-40B4-BE49-F238E27FC236}">
                  <a16:creationId xmlns="" xmlns:a16="http://schemas.microsoft.com/office/drawing/2014/main" id="{86A49E6A-6B1A-47FB-9631-DCE52C050E4F}"/>
                </a:ext>
              </a:extLst>
            </p:cNvPr>
            <p:cNvSpPr/>
            <p:nvPr/>
          </p:nvSpPr>
          <p:spPr>
            <a:xfrm>
              <a:off x="4804687" y="2294038"/>
              <a:ext cx="1354015" cy="1354012"/>
            </a:xfrm>
            <a:custGeom>
              <a:avLst/>
              <a:gdLst>
                <a:gd name="connsiteX0" fmla="*/ 1124074 w 1583637"/>
                <a:gd name="connsiteY0" fmla="*/ 252493 h 1583637"/>
                <a:gd name="connsiteX1" fmla="*/ 1247256 w 1583637"/>
                <a:gd name="connsiteY1" fmla="*/ 149126 h 1583637"/>
                <a:gd name="connsiteX2" fmla="*/ 1345663 w 1583637"/>
                <a:gd name="connsiteY2" fmla="*/ 231701 h 1583637"/>
                <a:gd name="connsiteX3" fmla="*/ 1265256 w 1583637"/>
                <a:gd name="connsiteY3" fmla="*/ 370961 h 1583637"/>
                <a:gd name="connsiteX4" fmla="*/ 1393012 w 1583637"/>
                <a:gd name="connsiteY4" fmla="*/ 592241 h 1583637"/>
                <a:gd name="connsiteX5" fmla="*/ 1553818 w 1583637"/>
                <a:gd name="connsiteY5" fmla="*/ 592237 h 1583637"/>
                <a:gd name="connsiteX6" fmla="*/ 1576125 w 1583637"/>
                <a:gd name="connsiteY6" fmla="*/ 718748 h 1583637"/>
                <a:gd name="connsiteX7" fmla="*/ 1425015 w 1583637"/>
                <a:gd name="connsiteY7" fmla="*/ 773743 h 1583637"/>
                <a:gd name="connsiteX8" fmla="*/ 1380646 w 1583637"/>
                <a:gd name="connsiteY8" fmla="*/ 1025372 h 1583637"/>
                <a:gd name="connsiteX9" fmla="*/ 1503833 w 1583637"/>
                <a:gd name="connsiteY9" fmla="*/ 1128733 h 1583637"/>
                <a:gd name="connsiteX10" fmla="*/ 1439602 w 1583637"/>
                <a:gd name="connsiteY10" fmla="*/ 1239984 h 1583637"/>
                <a:gd name="connsiteX11" fmla="*/ 1288495 w 1583637"/>
                <a:gd name="connsiteY11" fmla="*/ 1184982 h 1583637"/>
                <a:gd name="connsiteX12" fmla="*/ 1092761 w 1583637"/>
                <a:gd name="connsiteY12" fmla="*/ 1349222 h 1583637"/>
                <a:gd name="connsiteX13" fmla="*/ 1120689 w 1583637"/>
                <a:gd name="connsiteY13" fmla="*/ 1507584 h 1583637"/>
                <a:gd name="connsiteX14" fmla="*/ 999974 w 1583637"/>
                <a:gd name="connsiteY14" fmla="*/ 1551521 h 1583637"/>
                <a:gd name="connsiteX15" fmla="*/ 919574 w 1583637"/>
                <a:gd name="connsiteY15" fmla="*/ 1412257 h 1583637"/>
                <a:gd name="connsiteX16" fmla="*/ 664062 w 1583637"/>
                <a:gd name="connsiteY16" fmla="*/ 1412257 h 1583637"/>
                <a:gd name="connsiteX17" fmla="*/ 583663 w 1583637"/>
                <a:gd name="connsiteY17" fmla="*/ 1551521 h 1583637"/>
                <a:gd name="connsiteX18" fmla="*/ 462948 w 1583637"/>
                <a:gd name="connsiteY18" fmla="*/ 1507584 h 1583637"/>
                <a:gd name="connsiteX19" fmla="*/ 490876 w 1583637"/>
                <a:gd name="connsiteY19" fmla="*/ 1349222 h 1583637"/>
                <a:gd name="connsiteX20" fmla="*/ 295142 w 1583637"/>
                <a:gd name="connsiteY20" fmla="*/ 1184981 h 1583637"/>
                <a:gd name="connsiteX21" fmla="*/ 144035 w 1583637"/>
                <a:gd name="connsiteY21" fmla="*/ 1239984 h 1583637"/>
                <a:gd name="connsiteX22" fmla="*/ 79804 w 1583637"/>
                <a:gd name="connsiteY22" fmla="*/ 1128733 h 1583637"/>
                <a:gd name="connsiteX23" fmla="*/ 202991 w 1583637"/>
                <a:gd name="connsiteY23" fmla="*/ 1025372 h 1583637"/>
                <a:gd name="connsiteX24" fmla="*/ 158622 w 1583637"/>
                <a:gd name="connsiteY24" fmla="*/ 773743 h 1583637"/>
                <a:gd name="connsiteX25" fmla="*/ 7512 w 1583637"/>
                <a:gd name="connsiteY25" fmla="*/ 718748 h 1583637"/>
                <a:gd name="connsiteX26" fmla="*/ 29819 w 1583637"/>
                <a:gd name="connsiteY26" fmla="*/ 592237 h 1583637"/>
                <a:gd name="connsiteX27" fmla="*/ 190625 w 1583637"/>
                <a:gd name="connsiteY27" fmla="*/ 592241 h 1583637"/>
                <a:gd name="connsiteX28" fmla="*/ 318381 w 1583637"/>
                <a:gd name="connsiteY28" fmla="*/ 370961 h 1583637"/>
                <a:gd name="connsiteX29" fmla="*/ 237974 w 1583637"/>
                <a:gd name="connsiteY29" fmla="*/ 231701 h 1583637"/>
                <a:gd name="connsiteX30" fmla="*/ 336381 w 1583637"/>
                <a:gd name="connsiteY30" fmla="*/ 149126 h 1583637"/>
                <a:gd name="connsiteX31" fmla="*/ 459563 w 1583637"/>
                <a:gd name="connsiteY31" fmla="*/ 252493 h 1583637"/>
                <a:gd name="connsiteX32" fmla="*/ 699666 w 1583637"/>
                <a:gd name="connsiteY32" fmla="*/ 165103 h 1583637"/>
                <a:gd name="connsiteX33" fmla="*/ 727586 w 1583637"/>
                <a:gd name="connsiteY33" fmla="*/ 6739 h 1583637"/>
                <a:gd name="connsiteX34" fmla="*/ 856051 w 1583637"/>
                <a:gd name="connsiteY34" fmla="*/ 6739 h 1583637"/>
                <a:gd name="connsiteX35" fmla="*/ 883970 w 1583637"/>
                <a:gd name="connsiteY35" fmla="*/ 165102 h 1583637"/>
                <a:gd name="connsiteX36" fmla="*/ 1124073 w 1583637"/>
                <a:gd name="connsiteY36" fmla="*/ 252493 h 1583637"/>
                <a:gd name="connsiteX37" fmla="*/ 1124074 w 1583637"/>
                <a:gd name="connsiteY37" fmla="*/ 252493 h 1583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583637" h="1583637">
                  <a:moveTo>
                    <a:pt x="1124074" y="252493"/>
                  </a:moveTo>
                  <a:lnTo>
                    <a:pt x="1247256" y="149126"/>
                  </a:lnTo>
                  <a:lnTo>
                    <a:pt x="1345663" y="231701"/>
                  </a:lnTo>
                  <a:lnTo>
                    <a:pt x="1265256" y="370961"/>
                  </a:lnTo>
                  <a:cubicBezTo>
                    <a:pt x="1322430" y="435278"/>
                    <a:pt x="1365899" y="510569"/>
                    <a:pt x="1393012" y="592241"/>
                  </a:cubicBezTo>
                  <a:lnTo>
                    <a:pt x="1553818" y="592237"/>
                  </a:lnTo>
                  <a:lnTo>
                    <a:pt x="1576125" y="718748"/>
                  </a:lnTo>
                  <a:lnTo>
                    <a:pt x="1425015" y="773743"/>
                  </a:lnTo>
                  <a:cubicBezTo>
                    <a:pt x="1427471" y="859762"/>
                    <a:pt x="1412374" y="945380"/>
                    <a:pt x="1380646" y="1025372"/>
                  </a:cubicBezTo>
                  <a:lnTo>
                    <a:pt x="1503833" y="1128733"/>
                  </a:lnTo>
                  <a:lnTo>
                    <a:pt x="1439602" y="1239984"/>
                  </a:lnTo>
                  <a:lnTo>
                    <a:pt x="1288495" y="1184982"/>
                  </a:lnTo>
                  <a:cubicBezTo>
                    <a:pt x="1235084" y="1252456"/>
                    <a:pt x="1168484" y="1308339"/>
                    <a:pt x="1092761" y="1349222"/>
                  </a:cubicBezTo>
                  <a:lnTo>
                    <a:pt x="1120689" y="1507584"/>
                  </a:lnTo>
                  <a:lnTo>
                    <a:pt x="999974" y="1551521"/>
                  </a:lnTo>
                  <a:lnTo>
                    <a:pt x="919574" y="1412257"/>
                  </a:lnTo>
                  <a:cubicBezTo>
                    <a:pt x="835287" y="1429613"/>
                    <a:pt x="748348" y="1429613"/>
                    <a:pt x="664062" y="1412257"/>
                  </a:cubicBezTo>
                  <a:lnTo>
                    <a:pt x="583663" y="1551521"/>
                  </a:lnTo>
                  <a:lnTo>
                    <a:pt x="462948" y="1507584"/>
                  </a:lnTo>
                  <a:lnTo>
                    <a:pt x="490876" y="1349222"/>
                  </a:lnTo>
                  <a:cubicBezTo>
                    <a:pt x="415153" y="1308339"/>
                    <a:pt x="348553" y="1252455"/>
                    <a:pt x="295142" y="1184981"/>
                  </a:cubicBezTo>
                  <a:lnTo>
                    <a:pt x="144035" y="1239984"/>
                  </a:lnTo>
                  <a:lnTo>
                    <a:pt x="79804" y="1128733"/>
                  </a:lnTo>
                  <a:lnTo>
                    <a:pt x="202991" y="1025372"/>
                  </a:lnTo>
                  <a:cubicBezTo>
                    <a:pt x="171263" y="945380"/>
                    <a:pt x="156166" y="859762"/>
                    <a:pt x="158622" y="773743"/>
                  </a:cubicBezTo>
                  <a:lnTo>
                    <a:pt x="7512" y="718748"/>
                  </a:lnTo>
                  <a:lnTo>
                    <a:pt x="29819" y="592237"/>
                  </a:lnTo>
                  <a:lnTo>
                    <a:pt x="190625" y="592241"/>
                  </a:lnTo>
                  <a:cubicBezTo>
                    <a:pt x="217738" y="510569"/>
                    <a:pt x="261208" y="435277"/>
                    <a:pt x="318381" y="370961"/>
                  </a:cubicBezTo>
                  <a:lnTo>
                    <a:pt x="237974" y="231701"/>
                  </a:lnTo>
                  <a:lnTo>
                    <a:pt x="336381" y="149126"/>
                  </a:lnTo>
                  <a:lnTo>
                    <a:pt x="459563" y="252493"/>
                  </a:lnTo>
                  <a:cubicBezTo>
                    <a:pt x="532831" y="207356"/>
                    <a:pt x="614527" y="177621"/>
                    <a:pt x="699666" y="165103"/>
                  </a:cubicBezTo>
                  <a:lnTo>
                    <a:pt x="727586" y="6739"/>
                  </a:lnTo>
                  <a:lnTo>
                    <a:pt x="856051" y="6739"/>
                  </a:lnTo>
                  <a:lnTo>
                    <a:pt x="883970" y="165102"/>
                  </a:lnTo>
                  <a:cubicBezTo>
                    <a:pt x="969110" y="177621"/>
                    <a:pt x="1050806" y="207356"/>
                    <a:pt x="1124073" y="252493"/>
                  </a:cubicBezTo>
                  <a:lnTo>
                    <a:pt x="1124074" y="252493"/>
                  </a:lnTo>
                  <a:close/>
                </a:path>
              </a:pathLst>
            </a:cu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  <p:sp>
          <p:nvSpPr>
            <p:cNvPr id="13" name="ïṧḷïḓê-Oval 5">
              <a:extLst>
                <a:ext uri="{FF2B5EF4-FFF2-40B4-BE49-F238E27FC236}">
                  <a16:creationId xmlns="" xmlns:a16="http://schemas.microsoft.com/office/drawing/2014/main" id="{6908010F-8E5D-45DA-8274-EB48CB6B3B2E}"/>
                </a:ext>
              </a:extLst>
            </p:cNvPr>
            <p:cNvSpPr/>
            <p:nvPr/>
          </p:nvSpPr>
          <p:spPr>
            <a:xfrm>
              <a:off x="5061660" y="2551010"/>
              <a:ext cx="840068" cy="840068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 anchorCtr="1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KSO_Shape"/>
          <p:cNvSpPr>
            <a:spLocks/>
          </p:cNvSpPr>
          <p:nvPr/>
        </p:nvSpPr>
        <p:spPr bwMode="auto">
          <a:xfrm>
            <a:off x="7868224" y="4347206"/>
            <a:ext cx="299146" cy="253712"/>
          </a:xfrm>
          <a:custGeom>
            <a:avLst/>
            <a:gdLst>
              <a:gd name="T0" fmla="*/ 151004 w 5185"/>
              <a:gd name="T1" fmla="*/ 1065477 h 3880"/>
              <a:gd name="T2" fmla="*/ 1873403 w 5185"/>
              <a:gd name="T3" fmla="*/ 1297678 h 3880"/>
              <a:gd name="T4" fmla="*/ 751713 w 5185"/>
              <a:gd name="T5" fmla="*/ 1241832 h 3880"/>
              <a:gd name="T6" fmla="*/ 1108464 w 5185"/>
              <a:gd name="T7" fmla="*/ 1148144 h 3880"/>
              <a:gd name="T8" fmla="*/ 751713 w 5185"/>
              <a:gd name="T9" fmla="*/ 1241832 h 3880"/>
              <a:gd name="T10" fmla="*/ 1726808 w 5185"/>
              <a:gd name="T11" fmla="*/ 1012203 h 3880"/>
              <a:gd name="T12" fmla="*/ 1726073 w 5185"/>
              <a:gd name="T13" fmla="*/ 1007794 h 3880"/>
              <a:gd name="T14" fmla="*/ 1726808 w 5185"/>
              <a:gd name="T15" fmla="*/ 44089 h 3880"/>
              <a:gd name="T16" fmla="*/ 1726441 w 5185"/>
              <a:gd name="T17" fmla="*/ 39680 h 3880"/>
              <a:gd name="T18" fmla="*/ 1724604 w 5185"/>
              <a:gd name="T19" fmla="*/ 30862 h 3880"/>
              <a:gd name="T20" fmla="*/ 1721297 w 5185"/>
              <a:gd name="T21" fmla="*/ 23147 h 3880"/>
              <a:gd name="T22" fmla="*/ 1716888 w 5185"/>
              <a:gd name="T23" fmla="*/ 15798 h 3880"/>
              <a:gd name="T24" fmla="*/ 1711010 w 5185"/>
              <a:gd name="T25" fmla="*/ 9920 h 3880"/>
              <a:gd name="T26" fmla="*/ 1703662 w 5185"/>
              <a:gd name="T27" fmla="*/ 5144 h 3880"/>
              <a:gd name="T28" fmla="*/ 1695946 w 5185"/>
              <a:gd name="T29" fmla="*/ 1837 h 3880"/>
              <a:gd name="T30" fmla="*/ 1687128 w 5185"/>
              <a:gd name="T31" fmla="*/ 367 h 3880"/>
              <a:gd name="T32" fmla="*/ 222281 w 5185"/>
              <a:gd name="T33" fmla="*/ 0 h 3880"/>
              <a:gd name="T34" fmla="*/ 217872 w 5185"/>
              <a:gd name="T35" fmla="*/ 367 h 3880"/>
              <a:gd name="T36" fmla="*/ 209054 w 5185"/>
              <a:gd name="T37" fmla="*/ 1837 h 3880"/>
              <a:gd name="T38" fmla="*/ 201338 w 5185"/>
              <a:gd name="T39" fmla="*/ 5144 h 3880"/>
              <a:gd name="T40" fmla="*/ 194358 w 5185"/>
              <a:gd name="T41" fmla="*/ 9920 h 3880"/>
              <a:gd name="T42" fmla="*/ 188112 w 5185"/>
              <a:gd name="T43" fmla="*/ 15798 h 3880"/>
              <a:gd name="T44" fmla="*/ 183336 w 5185"/>
              <a:gd name="T45" fmla="*/ 23147 h 3880"/>
              <a:gd name="T46" fmla="*/ 180029 w 5185"/>
              <a:gd name="T47" fmla="*/ 30862 h 3880"/>
              <a:gd name="T48" fmla="*/ 178559 w 5185"/>
              <a:gd name="T49" fmla="*/ 39680 h 3880"/>
              <a:gd name="T50" fmla="*/ 178192 w 5185"/>
              <a:gd name="T51" fmla="*/ 1003386 h 3880"/>
              <a:gd name="T52" fmla="*/ 178559 w 5185"/>
              <a:gd name="T53" fmla="*/ 1007794 h 3880"/>
              <a:gd name="T54" fmla="*/ 178192 w 5185"/>
              <a:gd name="T55" fmla="*/ 1012203 h 3880"/>
              <a:gd name="T56" fmla="*/ 1727176 w 5185"/>
              <a:gd name="T57" fmla="*/ 1012571 h 3880"/>
              <a:gd name="T58" fmla="*/ 1616954 w 5185"/>
              <a:gd name="T59" fmla="*/ 937620 h 3880"/>
              <a:gd name="T60" fmla="*/ 288046 w 5185"/>
              <a:gd name="T61" fmla="*/ 109854 h 3880"/>
              <a:gd name="T62" fmla="*/ 1616954 w 5185"/>
              <a:gd name="T63" fmla="*/ 937620 h 3880"/>
              <a:gd name="T64" fmla="*/ 4409 w 5185"/>
              <a:gd name="T65" fmla="*/ 1350584 h 3880"/>
              <a:gd name="T66" fmla="*/ 0 w 5185"/>
              <a:gd name="T67" fmla="*/ 1359402 h 3880"/>
              <a:gd name="T68" fmla="*/ 735 w 5185"/>
              <a:gd name="T69" fmla="*/ 1369322 h 3880"/>
              <a:gd name="T70" fmla="*/ 3307 w 5185"/>
              <a:gd name="T71" fmla="*/ 1379977 h 3880"/>
              <a:gd name="T72" fmla="*/ 7348 w 5185"/>
              <a:gd name="T73" fmla="*/ 1390999 h 3880"/>
              <a:gd name="T74" fmla="*/ 13227 w 5185"/>
              <a:gd name="T75" fmla="*/ 1401654 h 3880"/>
              <a:gd name="T76" fmla="*/ 19473 w 5185"/>
              <a:gd name="T77" fmla="*/ 1411206 h 3880"/>
              <a:gd name="T78" fmla="*/ 26821 w 5185"/>
              <a:gd name="T79" fmla="*/ 1418554 h 3880"/>
              <a:gd name="T80" fmla="*/ 35271 w 5185"/>
              <a:gd name="T81" fmla="*/ 1423698 h 3880"/>
              <a:gd name="T82" fmla="*/ 41884 w 5185"/>
              <a:gd name="T83" fmla="*/ 1425168 h 3880"/>
              <a:gd name="T84" fmla="*/ 1860911 w 5185"/>
              <a:gd name="T85" fmla="*/ 1425535 h 3880"/>
              <a:gd name="T86" fmla="*/ 1863116 w 5185"/>
              <a:gd name="T87" fmla="*/ 1425168 h 3880"/>
              <a:gd name="T88" fmla="*/ 1869729 w 5185"/>
              <a:gd name="T89" fmla="*/ 1423698 h 3880"/>
              <a:gd name="T90" fmla="*/ 1878179 w 5185"/>
              <a:gd name="T91" fmla="*/ 1418554 h 3880"/>
              <a:gd name="T92" fmla="*/ 1885527 w 5185"/>
              <a:gd name="T93" fmla="*/ 1411206 h 3880"/>
              <a:gd name="T94" fmla="*/ 1892141 w 5185"/>
              <a:gd name="T95" fmla="*/ 1401654 h 3880"/>
              <a:gd name="T96" fmla="*/ 1897652 w 5185"/>
              <a:gd name="T97" fmla="*/ 1390999 h 3880"/>
              <a:gd name="T98" fmla="*/ 1901693 w 5185"/>
              <a:gd name="T99" fmla="*/ 1379977 h 3880"/>
              <a:gd name="T100" fmla="*/ 1903898 w 5185"/>
              <a:gd name="T101" fmla="*/ 1369322 h 3880"/>
              <a:gd name="T102" fmla="*/ 1905000 w 5185"/>
              <a:gd name="T103" fmla="*/ 1359402 h 3880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5185" h="3880">
                <a:moveTo>
                  <a:pt x="4775" y="2900"/>
                </a:moveTo>
                <a:lnTo>
                  <a:pt x="411" y="2900"/>
                </a:lnTo>
                <a:lnTo>
                  <a:pt x="87" y="3532"/>
                </a:lnTo>
                <a:lnTo>
                  <a:pt x="5099" y="3532"/>
                </a:lnTo>
                <a:lnTo>
                  <a:pt x="4775" y="2900"/>
                </a:lnTo>
                <a:close/>
                <a:moveTo>
                  <a:pt x="2046" y="3380"/>
                </a:moveTo>
                <a:lnTo>
                  <a:pt x="2181" y="3125"/>
                </a:lnTo>
                <a:lnTo>
                  <a:pt x="3017" y="3125"/>
                </a:lnTo>
                <a:lnTo>
                  <a:pt x="3139" y="3380"/>
                </a:lnTo>
                <a:lnTo>
                  <a:pt x="2046" y="3380"/>
                </a:lnTo>
                <a:close/>
                <a:moveTo>
                  <a:pt x="4700" y="2755"/>
                </a:moveTo>
                <a:lnTo>
                  <a:pt x="4700" y="2755"/>
                </a:lnTo>
                <a:lnTo>
                  <a:pt x="4698" y="2743"/>
                </a:lnTo>
                <a:lnTo>
                  <a:pt x="4700" y="2731"/>
                </a:lnTo>
                <a:lnTo>
                  <a:pt x="4700" y="120"/>
                </a:lnTo>
                <a:lnTo>
                  <a:pt x="4699" y="108"/>
                </a:lnTo>
                <a:lnTo>
                  <a:pt x="4697" y="95"/>
                </a:lnTo>
                <a:lnTo>
                  <a:pt x="4694" y="84"/>
                </a:lnTo>
                <a:lnTo>
                  <a:pt x="4690" y="73"/>
                </a:lnTo>
                <a:lnTo>
                  <a:pt x="4685" y="63"/>
                </a:lnTo>
                <a:lnTo>
                  <a:pt x="4680" y="53"/>
                </a:lnTo>
                <a:lnTo>
                  <a:pt x="4673" y="43"/>
                </a:lnTo>
                <a:lnTo>
                  <a:pt x="4665" y="34"/>
                </a:lnTo>
                <a:lnTo>
                  <a:pt x="4657" y="27"/>
                </a:lnTo>
                <a:lnTo>
                  <a:pt x="4647" y="20"/>
                </a:lnTo>
                <a:lnTo>
                  <a:pt x="4637" y="14"/>
                </a:lnTo>
                <a:lnTo>
                  <a:pt x="4627" y="9"/>
                </a:lnTo>
                <a:lnTo>
                  <a:pt x="4616" y="5"/>
                </a:lnTo>
                <a:lnTo>
                  <a:pt x="4605" y="2"/>
                </a:lnTo>
                <a:lnTo>
                  <a:pt x="4592" y="1"/>
                </a:lnTo>
                <a:lnTo>
                  <a:pt x="4580" y="0"/>
                </a:lnTo>
                <a:lnTo>
                  <a:pt x="605" y="0"/>
                </a:lnTo>
                <a:lnTo>
                  <a:pt x="593" y="1"/>
                </a:lnTo>
                <a:lnTo>
                  <a:pt x="581" y="2"/>
                </a:lnTo>
                <a:lnTo>
                  <a:pt x="569" y="5"/>
                </a:lnTo>
                <a:lnTo>
                  <a:pt x="558" y="9"/>
                </a:lnTo>
                <a:lnTo>
                  <a:pt x="548" y="14"/>
                </a:lnTo>
                <a:lnTo>
                  <a:pt x="538" y="20"/>
                </a:lnTo>
                <a:lnTo>
                  <a:pt x="529" y="27"/>
                </a:lnTo>
                <a:lnTo>
                  <a:pt x="521" y="34"/>
                </a:lnTo>
                <a:lnTo>
                  <a:pt x="512" y="43"/>
                </a:lnTo>
                <a:lnTo>
                  <a:pt x="505" y="53"/>
                </a:lnTo>
                <a:lnTo>
                  <a:pt x="499" y="63"/>
                </a:lnTo>
                <a:lnTo>
                  <a:pt x="494" y="73"/>
                </a:lnTo>
                <a:lnTo>
                  <a:pt x="490" y="84"/>
                </a:lnTo>
                <a:lnTo>
                  <a:pt x="488" y="95"/>
                </a:lnTo>
                <a:lnTo>
                  <a:pt x="486" y="108"/>
                </a:lnTo>
                <a:lnTo>
                  <a:pt x="485" y="120"/>
                </a:lnTo>
                <a:lnTo>
                  <a:pt x="485" y="2731"/>
                </a:lnTo>
                <a:lnTo>
                  <a:pt x="486" y="2743"/>
                </a:lnTo>
                <a:lnTo>
                  <a:pt x="485" y="2755"/>
                </a:lnTo>
                <a:lnTo>
                  <a:pt x="484" y="2756"/>
                </a:lnTo>
                <a:lnTo>
                  <a:pt x="4701" y="2756"/>
                </a:lnTo>
                <a:lnTo>
                  <a:pt x="4700" y="2755"/>
                </a:lnTo>
                <a:close/>
                <a:moveTo>
                  <a:pt x="4401" y="2552"/>
                </a:moveTo>
                <a:lnTo>
                  <a:pt x="784" y="2552"/>
                </a:lnTo>
                <a:lnTo>
                  <a:pt x="784" y="299"/>
                </a:lnTo>
                <a:lnTo>
                  <a:pt x="4401" y="299"/>
                </a:lnTo>
                <a:lnTo>
                  <a:pt x="4401" y="2552"/>
                </a:lnTo>
                <a:close/>
                <a:moveTo>
                  <a:pt x="5172" y="3676"/>
                </a:moveTo>
                <a:lnTo>
                  <a:pt x="12" y="3676"/>
                </a:lnTo>
                <a:lnTo>
                  <a:pt x="0" y="3700"/>
                </a:lnTo>
                <a:lnTo>
                  <a:pt x="1" y="3713"/>
                </a:lnTo>
                <a:lnTo>
                  <a:pt x="2" y="3727"/>
                </a:lnTo>
                <a:lnTo>
                  <a:pt x="5" y="3741"/>
                </a:lnTo>
                <a:lnTo>
                  <a:pt x="9" y="3756"/>
                </a:lnTo>
                <a:lnTo>
                  <a:pt x="14" y="3771"/>
                </a:lnTo>
                <a:lnTo>
                  <a:pt x="20" y="3786"/>
                </a:lnTo>
                <a:lnTo>
                  <a:pt x="28" y="3801"/>
                </a:lnTo>
                <a:lnTo>
                  <a:pt x="36" y="3815"/>
                </a:lnTo>
                <a:lnTo>
                  <a:pt x="44" y="3828"/>
                </a:lnTo>
                <a:lnTo>
                  <a:pt x="53" y="3841"/>
                </a:lnTo>
                <a:lnTo>
                  <a:pt x="63" y="3852"/>
                </a:lnTo>
                <a:lnTo>
                  <a:pt x="73" y="3861"/>
                </a:lnTo>
                <a:lnTo>
                  <a:pt x="85" y="3869"/>
                </a:lnTo>
                <a:lnTo>
                  <a:pt x="96" y="3875"/>
                </a:lnTo>
                <a:lnTo>
                  <a:pt x="108" y="3878"/>
                </a:lnTo>
                <a:lnTo>
                  <a:pt x="114" y="3879"/>
                </a:lnTo>
                <a:lnTo>
                  <a:pt x="120" y="3880"/>
                </a:lnTo>
                <a:lnTo>
                  <a:pt x="5065" y="3880"/>
                </a:lnTo>
                <a:lnTo>
                  <a:pt x="5071" y="3879"/>
                </a:lnTo>
                <a:lnTo>
                  <a:pt x="5077" y="3878"/>
                </a:lnTo>
                <a:lnTo>
                  <a:pt x="5089" y="3875"/>
                </a:lnTo>
                <a:lnTo>
                  <a:pt x="5101" y="3869"/>
                </a:lnTo>
                <a:lnTo>
                  <a:pt x="5112" y="3861"/>
                </a:lnTo>
                <a:lnTo>
                  <a:pt x="5122" y="3852"/>
                </a:lnTo>
                <a:lnTo>
                  <a:pt x="5132" y="3841"/>
                </a:lnTo>
                <a:lnTo>
                  <a:pt x="5141" y="3828"/>
                </a:lnTo>
                <a:lnTo>
                  <a:pt x="5150" y="3815"/>
                </a:lnTo>
                <a:lnTo>
                  <a:pt x="5158" y="3801"/>
                </a:lnTo>
                <a:lnTo>
                  <a:pt x="5165" y="3786"/>
                </a:lnTo>
                <a:lnTo>
                  <a:pt x="5171" y="3771"/>
                </a:lnTo>
                <a:lnTo>
                  <a:pt x="5176" y="3756"/>
                </a:lnTo>
                <a:lnTo>
                  <a:pt x="5180" y="3741"/>
                </a:lnTo>
                <a:lnTo>
                  <a:pt x="5182" y="3727"/>
                </a:lnTo>
                <a:lnTo>
                  <a:pt x="5184" y="3713"/>
                </a:lnTo>
                <a:lnTo>
                  <a:pt x="5185" y="3700"/>
                </a:lnTo>
                <a:lnTo>
                  <a:pt x="5172" y="3676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xtLst/>
        </p:spPr>
        <p:txBody>
          <a:bodyPr bIns="360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ea typeface="+mn-ea"/>
              <a:cs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35366" y="1275606"/>
            <a:ext cx="6984776" cy="86177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accent5">
                  <a:lumMod val="75000"/>
                </a:schemeClr>
              </a:buClr>
            </a:pPr>
            <a:r>
              <a:rPr lang="zh-CN" altLang="en-US" sz="2000" b="1" dirty="0" smtClean="0"/>
              <a:t>     通过</a:t>
            </a:r>
            <a:r>
              <a:rPr lang="en-GB" altLang="zh-CN" sz="2000" b="1" dirty="0"/>
              <a:t>STM32CubeMX</a:t>
            </a:r>
            <a:r>
              <a:rPr lang="zh-CN" altLang="en-US" sz="2000" b="1" dirty="0"/>
              <a:t>的菜单栏中的“</a:t>
            </a:r>
            <a:r>
              <a:rPr lang="en-GB" altLang="zh-CN" sz="2000" b="1" dirty="0"/>
              <a:t>Generate Code”</a:t>
            </a:r>
            <a:r>
              <a:rPr lang="zh-CN" altLang="en-US" sz="2000" b="1" dirty="0"/>
              <a:t>生成工程代码，生成代码后，会提示是否打开该工程窗口</a:t>
            </a:r>
          </a:p>
        </p:txBody>
      </p:sp>
      <p:pic>
        <p:nvPicPr>
          <p:cNvPr id="15" name="图片 14" descr="F:\教材编写2019-8-刘\第8章截图\2019-09-16_102346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805" y="2568954"/>
            <a:ext cx="6356419" cy="10829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7741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39503"/>
            <a:ext cx="341987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3220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设计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zh-CN" altLang="en-US" sz="1600" b="1" dirty="0">
                <a:solidFill>
                  <a:schemeClr val="bg1"/>
                </a:solidFill>
              </a:rPr>
              <a:t>编写应用程序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427984" y="1077269"/>
            <a:ext cx="4176464" cy="317009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</a:pPr>
            <a:r>
              <a:rPr lang="en-US" altLang="zh-CN" sz="2000" b="1" dirty="0" smtClean="0"/>
              <a:t>/* </a:t>
            </a:r>
            <a:r>
              <a:rPr lang="en-GB" altLang="zh-CN" sz="2000" b="1" dirty="0"/>
              <a:t>Private variables </a:t>
            </a:r>
            <a:r>
              <a:rPr lang="en-GB" altLang="zh-CN" sz="2000" b="1" dirty="0" smtClean="0"/>
              <a:t>---------------------*/</a:t>
            </a:r>
            <a:endParaRPr lang="en-GB" altLang="zh-CN" sz="2000" b="1" dirty="0"/>
          </a:p>
          <a:p>
            <a:pPr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</a:pPr>
            <a:r>
              <a:rPr lang="en-GB" altLang="zh-CN" sz="2000" b="1" dirty="0">
                <a:solidFill>
                  <a:schemeClr val="accent4">
                    <a:lumMod val="75000"/>
                  </a:schemeClr>
                </a:solidFill>
              </a:rPr>
              <a:t>/* USER CODE BEGIN PV */</a:t>
            </a:r>
          </a:p>
          <a:p>
            <a:pPr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</a:pPr>
            <a:r>
              <a:rPr lang="en-GB" altLang="zh-CN" sz="2000" b="1" dirty="0"/>
              <a:t>/* Private variables </a:t>
            </a:r>
            <a:r>
              <a:rPr lang="en-GB" altLang="zh-CN" sz="2000" b="1" dirty="0" smtClean="0"/>
              <a:t>-------------------*/</a:t>
            </a:r>
            <a:endParaRPr lang="en-GB" altLang="zh-CN" sz="2000" b="1" dirty="0"/>
          </a:p>
          <a:p>
            <a:pPr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</a:pPr>
            <a:r>
              <a:rPr lang="en-GB" altLang="zh-CN" sz="2000" b="1" dirty="0"/>
              <a:t>uint8_t </a:t>
            </a:r>
            <a:r>
              <a:rPr lang="en-GB" altLang="zh-CN" sz="2000" b="1" dirty="0" err="1"/>
              <a:t>DMA_RxBuffer</a:t>
            </a:r>
            <a:r>
              <a:rPr lang="en-GB" altLang="zh-CN" sz="2000" b="1" dirty="0"/>
              <a:t>[10];</a:t>
            </a:r>
          </a:p>
          <a:p>
            <a:pPr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</a:pPr>
            <a:r>
              <a:rPr lang="en-GB" altLang="zh-CN" sz="2000" b="1" dirty="0"/>
              <a:t>uint8_t </a:t>
            </a:r>
            <a:r>
              <a:rPr lang="en-GB" altLang="zh-CN" sz="2000" b="1" dirty="0" err="1"/>
              <a:t>DMA_TxBuffer</a:t>
            </a:r>
            <a:r>
              <a:rPr lang="en-GB" altLang="zh-CN" sz="2000" b="1" dirty="0"/>
              <a:t>[] = " This is the sending code with DMA  \r\n ";</a:t>
            </a:r>
          </a:p>
          <a:p>
            <a:pPr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</a:pPr>
            <a:r>
              <a:rPr lang="en-GB" altLang="zh-CN" sz="2000" b="1" dirty="0">
                <a:solidFill>
                  <a:schemeClr val="accent4">
                    <a:lumMod val="75000"/>
                  </a:schemeClr>
                </a:solidFill>
              </a:rPr>
              <a:t>/* USER CODE END PV </a:t>
            </a:r>
            <a:r>
              <a:rPr lang="en-GB" altLang="zh-CN" sz="2000" b="1" dirty="0" smtClean="0">
                <a:solidFill>
                  <a:schemeClr val="accent4">
                    <a:lumMod val="75000"/>
                  </a:schemeClr>
                </a:solidFill>
              </a:rPr>
              <a:t>*/</a:t>
            </a:r>
            <a:endParaRPr lang="en-GB" altLang="zh-CN" sz="2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467544" y="1232706"/>
            <a:ext cx="3528392" cy="2823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solidFill>
                  <a:prstClr val="black"/>
                </a:solidFill>
              </a:rPr>
              <a:t>     在</a:t>
            </a:r>
            <a:r>
              <a:rPr lang="en-GB" altLang="zh-CN" b="1" dirty="0" err="1">
                <a:solidFill>
                  <a:prstClr val="black"/>
                </a:solidFill>
              </a:rPr>
              <a:t>main.c</a:t>
            </a:r>
            <a:r>
              <a:rPr lang="zh-CN" altLang="en-US" b="1" dirty="0">
                <a:solidFill>
                  <a:prstClr val="black"/>
                </a:solidFill>
              </a:rPr>
              <a:t>文件</a:t>
            </a:r>
            <a:r>
              <a:rPr lang="zh-CN" altLang="en-US" b="1" dirty="0" smtClean="0">
                <a:solidFill>
                  <a:prstClr val="black"/>
                </a:solidFill>
              </a:rPr>
              <a:t>中添加代码：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 smtClean="0">
                <a:solidFill>
                  <a:prstClr val="black"/>
                </a:solidFill>
              </a:rPr>
              <a:t>先</a:t>
            </a:r>
            <a:r>
              <a:rPr lang="zh-CN" altLang="en-US" b="1" dirty="0">
                <a:solidFill>
                  <a:prstClr val="black"/>
                </a:solidFill>
              </a:rPr>
              <a:t>定义两个数组</a:t>
            </a:r>
            <a:r>
              <a:rPr lang="en-GB" altLang="zh-CN" b="1" dirty="0" err="1">
                <a:solidFill>
                  <a:prstClr val="black"/>
                </a:solidFill>
              </a:rPr>
              <a:t>DMA_RxBuffer</a:t>
            </a:r>
            <a:r>
              <a:rPr lang="zh-CN" altLang="en-US" b="1" dirty="0">
                <a:solidFill>
                  <a:prstClr val="black"/>
                </a:solidFill>
              </a:rPr>
              <a:t>和</a:t>
            </a:r>
            <a:r>
              <a:rPr lang="en-GB" altLang="zh-CN" b="1" dirty="0" err="1">
                <a:solidFill>
                  <a:prstClr val="black"/>
                </a:solidFill>
              </a:rPr>
              <a:t>DMA_TxBuffer</a:t>
            </a:r>
            <a:r>
              <a:rPr lang="zh-CN" altLang="en-GB" b="1" dirty="0">
                <a:solidFill>
                  <a:prstClr val="black"/>
                </a:solidFill>
              </a:rPr>
              <a:t>，</a:t>
            </a:r>
            <a:r>
              <a:rPr lang="zh-CN" altLang="en-US" b="1" dirty="0">
                <a:solidFill>
                  <a:prstClr val="black"/>
                </a:solidFill>
              </a:rPr>
              <a:t>用于接收数据和发送</a:t>
            </a:r>
            <a:r>
              <a:rPr lang="zh-CN" altLang="en-US" b="1" dirty="0" smtClean="0">
                <a:solidFill>
                  <a:prstClr val="black"/>
                </a:solidFill>
              </a:rPr>
              <a:t>数据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 smtClean="0">
                <a:solidFill>
                  <a:prstClr val="black"/>
                </a:solidFill>
              </a:rPr>
              <a:t>将</a:t>
            </a:r>
            <a:r>
              <a:rPr lang="zh-CN" altLang="en-US" b="1" dirty="0">
                <a:solidFill>
                  <a:prstClr val="black"/>
                </a:solidFill>
              </a:rPr>
              <a:t>此代码放在</a:t>
            </a:r>
            <a:r>
              <a:rPr lang="en-GB" altLang="zh-CN" b="1" dirty="0" err="1">
                <a:solidFill>
                  <a:prstClr val="black"/>
                </a:solidFill>
              </a:rPr>
              <a:t>main.c</a:t>
            </a:r>
            <a:r>
              <a:rPr lang="zh-CN" altLang="en-US" b="1" dirty="0">
                <a:solidFill>
                  <a:prstClr val="black"/>
                </a:solidFill>
              </a:rPr>
              <a:t>文件中的</a:t>
            </a:r>
            <a:r>
              <a:rPr lang="en-US" altLang="zh-CN" b="1" dirty="0">
                <a:solidFill>
                  <a:prstClr val="black"/>
                </a:solidFill>
              </a:rPr>
              <a:t>/* </a:t>
            </a:r>
            <a:r>
              <a:rPr lang="en-GB" altLang="zh-CN" b="1" dirty="0">
                <a:solidFill>
                  <a:prstClr val="black"/>
                </a:solidFill>
              </a:rPr>
              <a:t>USER CODE BEGIN PV */</a:t>
            </a:r>
            <a:r>
              <a:rPr lang="zh-CN" altLang="en-US" b="1" dirty="0">
                <a:solidFill>
                  <a:prstClr val="black"/>
                </a:solidFill>
              </a:rPr>
              <a:t>和</a:t>
            </a:r>
            <a:r>
              <a:rPr lang="en-US" altLang="zh-CN" b="1" dirty="0">
                <a:solidFill>
                  <a:prstClr val="black"/>
                </a:solidFill>
              </a:rPr>
              <a:t>/* </a:t>
            </a:r>
            <a:r>
              <a:rPr lang="en-GB" altLang="zh-CN" b="1" dirty="0">
                <a:solidFill>
                  <a:prstClr val="black"/>
                </a:solidFill>
              </a:rPr>
              <a:t>USER CODE END PV */</a:t>
            </a:r>
            <a:r>
              <a:rPr lang="zh-CN" altLang="en-US" b="1" dirty="0">
                <a:solidFill>
                  <a:prstClr val="black"/>
                </a:solidFill>
              </a:rPr>
              <a:t>之间。</a:t>
            </a:r>
            <a:endParaRPr lang="zh-CN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840954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39503"/>
            <a:ext cx="341987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3220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设计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zh-CN" altLang="en-US" sz="1600" b="1" dirty="0">
                <a:solidFill>
                  <a:schemeClr val="bg1"/>
                </a:solidFill>
              </a:rPr>
              <a:t>编写应用程序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726783" y="1203598"/>
            <a:ext cx="7690433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  <a:spcBef>
                <a:spcPts val="600"/>
              </a:spcBef>
              <a:buClr>
                <a:srgbClr val="4BACC6">
                  <a:lumMod val="75000"/>
                </a:srgbClr>
              </a:buClr>
            </a:pPr>
            <a:r>
              <a:rPr lang="zh-CN" altLang="en-US" b="1" dirty="0" smtClean="0">
                <a:solidFill>
                  <a:prstClr val="black"/>
                </a:solidFill>
              </a:rPr>
              <a:t>     在</a:t>
            </a:r>
            <a:r>
              <a:rPr lang="en-GB" altLang="zh-CN" b="1" dirty="0" err="1">
                <a:solidFill>
                  <a:prstClr val="black"/>
                </a:solidFill>
              </a:rPr>
              <a:t>int</a:t>
            </a:r>
            <a:r>
              <a:rPr lang="en-GB" altLang="zh-CN" b="1" dirty="0">
                <a:solidFill>
                  <a:prstClr val="black"/>
                </a:solidFill>
              </a:rPr>
              <a:t> main(void)</a:t>
            </a:r>
            <a:r>
              <a:rPr lang="zh-CN" altLang="en-US" b="1" dirty="0">
                <a:solidFill>
                  <a:prstClr val="black"/>
                </a:solidFill>
              </a:rPr>
              <a:t>函数中的</a:t>
            </a:r>
            <a:r>
              <a:rPr lang="en-US" altLang="zh-CN" b="1" dirty="0">
                <a:solidFill>
                  <a:prstClr val="black"/>
                </a:solidFill>
              </a:rPr>
              <a:t>/* </a:t>
            </a:r>
            <a:r>
              <a:rPr lang="en-GB" altLang="zh-CN" b="1" dirty="0">
                <a:solidFill>
                  <a:prstClr val="black"/>
                </a:solidFill>
              </a:rPr>
              <a:t>USER CODE BEGIN 2 */</a:t>
            </a:r>
            <a:r>
              <a:rPr lang="zh-CN" altLang="en-US" b="1" dirty="0">
                <a:solidFill>
                  <a:prstClr val="black"/>
                </a:solidFill>
              </a:rPr>
              <a:t>和  </a:t>
            </a:r>
            <a:r>
              <a:rPr lang="en-US" altLang="zh-CN" b="1" dirty="0">
                <a:solidFill>
                  <a:prstClr val="black"/>
                </a:solidFill>
              </a:rPr>
              <a:t>/* </a:t>
            </a:r>
            <a:r>
              <a:rPr lang="en-GB" altLang="zh-CN" b="1" dirty="0">
                <a:solidFill>
                  <a:prstClr val="black"/>
                </a:solidFill>
              </a:rPr>
              <a:t>USER CODE END 2 */</a:t>
            </a:r>
            <a:r>
              <a:rPr lang="zh-CN" altLang="en-US" b="1" dirty="0">
                <a:solidFill>
                  <a:prstClr val="black"/>
                </a:solidFill>
              </a:rPr>
              <a:t>之间</a:t>
            </a:r>
            <a:r>
              <a:rPr lang="zh-CN" altLang="en-US" b="1" dirty="0" smtClean="0">
                <a:solidFill>
                  <a:prstClr val="black"/>
                </a:solidFill>
              </a:rPr>
              <a:t>添加代码</a:t>
            </a:r>
            <a:r>
              <a:rPr lang="zh-CN" altLang="en-US" b="1" dirty="0">
                <a:solidFill>
                  <a:prstClr val="black"/>
                </a:solidFill>
              </a:rPr>
              <a:t>：</a:t>
            </a:r>
          </a:p>
        </p:txBody>
      </p:sp>
      <p:sp>
        <p:nvSpPr>
          <p:cNvPr id="7" name="矩形 6"/>
          <p:cNvSpPr/>
          <p:nvPr/>
        </p:nvSpPr>
        <p:spPr>
          <a:xfrm>
            <a:off x="971600" y="2139702"/>
            <a:ext cx="7949673" cy="205440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  <a:spcBef>
                <a:spcPts val="600"/>
              </a:spcBef>
              <a:buClr>
                <a:srgbClr val="4BACC6">
                  <a:lumMod val="75000"/>
                </a:srgbClr>
              </a:buClr>
            </a:pPr>
            <a:r>
              <a:rPr lang="en-US" altLang="zh-CN" b="1" dirty="0">
                <a:solidFill>
                  <a:schemeClr val="accent4">
                    <a:lumMod val="75000"/>
                  </a:schemeClr>
                </a:solidFill>
              </a:rPr>
              <a:t>/* </a:t>
            </a:r>
            <a:r>
              <a:rPr lang="en-GB" altLang="zh-CN" b="1" dirty="0">
                <a:solidFill>
                  <a:schemeClr val="accent4">
                    <a:lumMod val="75000"/>
                  </a:schemeClr>
                </a:solidFill>
              </a:rPr>
              <a:t>USER CODE BEGIN 2 */</a:t>
            </a:r>
          </a:p>
          <a:p>
            <a:pPr lvl="0">
              <a:lnSpc>
                <a:spcPct val="125000"/>
              </a:lnSpc>
              <a:spcBef>
                <a:spcPts val="600"/>
              </a:spcBef>
              <a:buClr>
                <a:srgbClr val="4BACC6">
                  <a:lumMod val="75000"/>
                </a:srgbClr>
              </a:buClr>
            </a:pPr>
            <a:r>
              <a:rPr lang="en-GB" altLang="zh-CN" b="1" dirty="0" err="1">
                <a:solidFill>
                  <a:prstClr val="black"/>
                </a:solidFill>
              </a:rPr>
              <a:t>HAL_UART_Receive_DMA</a:t>
            </a:r>
            <a:r>
              <a:rPr lang="en-GB" altLang="zh-CN" b="1" dirty="0">
                <a:solidFill>
                  <a:prstClr val="black"/>
                </a:solidFill>
              </a:rPr>
              <a:t>(&amp;huart1,DMA_RxBuffer,10);// </a:t>
            </a:r>
            <a:r>
              <a:rPr lang="zh-CN" altLang="en-US" b="1" dirty="0">
                <a:solidFill>
                  <a:prstClr val="black"/>
                </a:solidFill>
              </a:rPr>
              <a:t>开启</a:t>
            </a:r>
            <a:r>
              <a:rPr lang="en-GB" altLang="zh-CN" b="1" dirty="0">
                <a:solidFill>
                  <a:prstClr val="black"/>
                </a:solidFill>
              </a:rPr>
              <a:t>DMA</a:t>
            </a:r>
            <a:r>
              <a:rPr lang="zh-CN" altLang="en-US" b="1" dirty="0">
                <a:solidFill>
                  <a:prstClr val="black"/>
                </a:solidFill>
              </a:rPr>
              <a:t>接收数据</a:t>
            </a:r>
          </a:p>
          <a:p>
            <a:pPr lvl="0">
              <a:lnSpc>
                <a:spcPct val="125000"/>
              </a:lnSpc>
              <a:spcBef>
                <a:spcPts val="600"/>
              </a:spcBef>
              <a:buClr>
                <a:srgbClr val="4BACC6">
                  <a:lumMod val="75000"/>
                </a:srgbClr>
              </a:buClr>
            </a:pPr>
            <a:r>
              <a:rPr lang="en-GB" altLang="zh-CN" b="1" dirty="0" err="1">
                <a:solidFill>
                  <a:prstClr val="black"/>
                </a:solidFill>
              </a:rPr>
              <a:t>HAL_UART_Transmit_DMA</a:t>
            </a:r>
            <a:r>
              <a:rPr lang="en-GB" altLang="zh-CN" b="1" dirty="0">
                <a:solidFill>
                  <a:prstClr val="black"/>
                </a:solidFill>
              </a:rPr>
              <a:t>(&amp;huart1,(uint8_t *)</a:t>
            </a:r>
            <a:r>
              <a:rPr lang="en-GB" altLang="zh-CN" b="1" dirty="0" err="1">
                <a:solidFill>
                  <a:prstClr val="black"/>
                </a:solidFill>
              </a:rPr>
              <a:t>DMA_TxBuffer,sizeof</a:t>
            </a:r>
            <a:r>
              <a:rPr lang="en-GB" altLang="zh-CN" b="1" dirty="0">
                <a:solidFill>
                  <a:prstClr val="black"/>
                </a:solidFill>
              </a:rPr>
              <a:t>(</a:t>
            </a:r>
            <a:r>
              <a:rPr lang="en-GB" altLang="zh-CN" b="1" dirty="0" err="1">
                <a:solidFill>
                  <a:prstClr val="black"/>
                </a:solidFill>
              </a:rPr>
              <a:t>DMA_TxBuffer</a:t>
            </a:r>
            <a:r>
              <a:rPr lang="en-GB" altLang="zh-CN" b="1" dirty="0">
                <a:solidFill>
                  <a:prstClr val="black"/>
                </a:solidFill>
              </a:rPr>
              <a:t>));</a:t>
            </a:r>
          </a:p>
          <a:p>
            <a:pPr lvl="0">
              <a:lnSpc>
                <a:spcPct val="125000"/>
              </a:lnSpc>
              <a:spcBef>
                <a:spcPts val="600"/>
              </a:spcBef>
              <a:buClr>
                <a:srgbClr val="4BACC6">
                  <a:lumMod val="75000"/>
                </a:srgbClr>
              </a:buClr>
            </a:pPr>
            <a:r>
              <a:rPr lang="en-GB" altLang="zh-CN" b="1" dirty="0">
                <a:solidFill>
                  <a:schemeClr val="accent4">
                    <a:lumMod val="75000"/>
                  </a:schemeClr>
                </a:solidFill>
              </a:rPr>
              <a:t>/* USER CODE END 2 */</a:t>
            </a:r>
          </a:p>
        </p:txBody>
      </p:sp>
    </p:spTree>
    <p:extLst>
      <p:ext uri="{BB962C8B-B14F-4D97-AF65-F5344CB8AC3E}">
        <p14:creationId xmlns:p14="http://schemas.microsoft.com/office/powerpoint/2010/main" val="3159583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39503"/>
            <a:ext cx="341987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3220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设计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zh-CN" altLang="en-US" sz="1600" b="1" dirty="0">
                <a:solidFill>
                  <a:schemeClr val="bg1"/>
                </a:solidFill>
              </a:rPr>
              <a:t>编写应用程序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51520" y="1635646"/>
            <a:ext cx="8640960" cy="29777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</a:pPr>
            <a:r>
              <a:rPr lang="en-US" altLang="zh-CN" b="1" dirty="0" smtClean="0">
                <a:solidFill>
                  <a:schemeClr val="accent4">
                    <a:lumMod val="75000"/>
                  </a:schemeClr>
                </a:solidFill>
              </a:rPr>
              <a:t>        /* </a:t>
            </a:r>
            <a:r>
              <a:rPr lang="en-GB" altLang="zh-CN" b="1" dirty="0">
                <a:solidFill>
                  <a:schemeClr val="accent4">
                    <a:lumMod val="75000"/>
                  </a:schemeClr>
                </a:solidFill>
              </a:rPr>
              <a:t>USER CODE BEGIN 4 */</a:t>
            </a:r>
          </a:p>
          <a:p>
            <a:pPr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</a:pPr>
            <a:r>
              <a:rPr lang="en-GB" altLang="zh-CN" b="1" dirty="0"/>
              <a:t>void </a:t>
            </a:r>
            <a:r>
              <a:rPr lang="en-GB" altLang="zh-CN" b="1" dirty="0" err="1"/>
              <a:t>HAL_UART_RxCpltCallback</a:t>
            </a:r>
            <a:r>
              <a:rPr lang="en-GB" altLang="zh-CN" b="1" dirty="0"/>
              <a:t>(</a:t>
            </a:r>
            <a:r>
              <a:rPr lang="en-GB" altLang="zh-CN" b="1" dirty="0" err="1"/>
              <a:t>UART_HandleTypeDef</a:t>
            </a:r>
            <a:r>
              <a:rPr lang="en-GB" altLang="zh-CN" b="1" dirty="0"/>
              <a:t> *</a:t>
            </a:r>
            <a:r>
              <a:rPr lang="en-GB" altLang="zh-CN" b="1" dirty="0" err="1"/>
              <a:t>huart</a:t>
            </a:r>
            <a:r>
              <a:rPr lang="en-GB" altLang="zh-CN" b="1" dirty="0"/>
              <a:t>)</a:t>
            </a:r>
          </a:p>
          <a:p>
            <a:pPr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</a:pPr>
            <a:r>
              <a:rPr lang="en-GB" altLang="zh-CN" b="1" dirty="0"/>
              <a:t>{</a:t>
            </a:r>
          </a:p>
          <a:p>
            <a:pPr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</a:pPr>
            <a:r>
              <a:rPr lang="en-GB" altLang="zh-CN" b="1" dirty="0" smtClean="0"/>
              <a:t>   </a:t>
            </a:r>
            <a:r>
              <a:rPr lang="en-GB" altLang="zh-CN" b="1" dirty="0" err="1" smtClean="0"/>
              <a:t>HAL_UART_Transmit_DMA</a:t>
            </a:r>
            <a:r>
              <a:rPr lang="en-GB" altLang="zh-CN" b="1" dirty="0"/>
              <a:t>(&amp;huart1,DMA_RxBuffer,10);</a:t>
            </a:r>
          </a:p>
          <a:p>
            <a:pPr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</a:pPr>
            <a:r>
              <a:rPr lang="en-GB" altLang="zh-CN" b="1" dirty="0" smtClean="0"/>
              <a:t>   </a:t>
            </a:r>
            <a:r>
              <a:rPr lang="en-GB" altLang="zh-CN" b="1" dirty="0" err="1" smtClean="0"/>
              <a:t>HAL_UART_Receive_DMA</a:t>
            </a:r>
            <a:r>
              <a:rPr lang="en-GB" altLang="zh-CN" b="1" dirty="0"/>
              <a:t>(&amp;huart1,DMA_RxBuffer,10);  //</a:t>
            </a:r>
            <a:r>
              <a:rPr lang="zh-CN" altLang="en-US" b="1" dirty="0"/>
              <a:t>重新打开</a:t>
            </a:r>
            <a:r>
              <a:rPr lang="en-GB" altLang="zh-CN" b="1" dirty="0"/>
              <a:t>DMA</a:t>
            </a:r>
            <a:r>
              <a:rPr lang="zh-CN" altLang="en-US" b="1" dirty="0"/>
              <a:t>接收数据</a:t>
            </a:r>
          </a:p>
          <a:p>
            <a:pPr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</a:pPr>
            <a:r>
              <a:rPr lang="en-US" altLang="zh-CN" b="1" dirty="0"/>
              <a:t>}</a:t>
            </a:r>
          </a:p>
          <a:p>
            <a:pPr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</a:pPr>
            <a:r>
              <a:rPr lang="en-US" altLang="zh-CN" b="1" dirty="0" smtClean="0">
                <a:solidFill>
                  <a:schemeClr val="accent4">
                    <a:lumMod val="75000"/>
                  </a:schemeClr>
                </a:solidFill>
              </a:rPr>
              <a:t>       /* </a:t>
            </a:r>
            <a:r>
              <a:rPr lang="en-GB" altLang="zh-CN" b="1" dirty="0">
                <a:solidFill>
                  <a:schemeClr val="accent4">
                    <a:lumMod val="75000"/>
                  </a:schemeClr>
                </a:solidFill>
              </a:rPr>
              <a:t>USER CODE END 4 */</a:t>
            </a:r>
          </a:p>
        </p:txBody>
      </p:sp>
      <p:sp>
        <p:nvSpPr>
          <p:cNvPr id="4" name="矩形 3"/>
          <p:cNvSpPr/>
          <p:nvPr/>
        </p:nvSpPr>
        <p:spPr>
          <a:xfrm>
            <a:off x="899592" y="1105676"/>
            <a:ext cx="7546417" cy="438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  <a:buClr>
                <a:srgbClr val="4BACC6">
                  <a:lumMod val="75000"/>
                </a:srgbClr>
              </a:buClr>
            </a:pPr>
            <a:r>
              <a:rPr lang="zh-CN" altLang="en-US" b="1" dirty="0"/>
              <a:t>在</a:t>
            </a:r>
            <a:r>
              <a:rPr lang="en-US" altLang="zh-CN" b="1" dirty="0"/>
              <a:t>/* </a:t>
            </a:r>
            <a:r>
              <a:rPr lang="en-GB" altLang="zh-CN" b="1" dirty="0"/>
              <a:t>USER CODE BEGIN 4 */</a:t>
            </a:r>
            <a:r>
              <a:rPr lang="zh-CN" altLang="en-US" b="1" dirty="0"/>
              <a:t>和</a:t>
            </a:r>
            <a:r>
              <a:rPr lang="en-US" altLang="zh-CN" b="1" dirty="0"/>
              <a:t>/* </a:t>
            </a:r>
            <a:r>
              <a:rPr lang="en-GB" altLang="zh-CN" b="1" dirty="0"/>
              <a:t>USER CODE END 4 */</a:t>
            </a:r>
            <a:r>
              <a:rPr lang="zh-CN" altLang="en-US" b="1" dirty="0"/>
              <a:t>之间添加如下代码</a:t>
            </a:r>
            <a:r>
              <a:rPr lang="zh-CN" altLang="en-US" b="1" dirty="0" smtClean="0"/>
              <a:t>：</a:t>
            </a:r>
            <a:endParaRPr lang="zh-CN" altLang="en-US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4334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" y="339503"/>
            <a:ext cx="161967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7" y="339503"/>
            <a:ext cx="56886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本章小结</a:t>
            </a: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内容占位符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6204298"/>
              </p:ext>
            </p:extLst>
          </p:nvPr>
        </p:nvGraphicFramePr>
        <p:xfrm>
          <a:off x="395536" y="1059582"/>
          <a:ext cx="8496944" cy="28434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08888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779662"/>
            <a:ext cx="2843808" cy="13681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15816" y="123478"/>
            <a:ext cx="5148064" cy="1368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880320" y="1923678"/>
            <a:ext cx="5148064" cy="10156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6000" b="1" dirty="0" smtClean="0">
                <a:solidFill>
                  <a:schemeClr val="accent1">
                    <a:lumMod val="75000"/>
                  </a:schemeClr>
                </a:solidFill>
                <a:latin typeface="华文隶书" pitchFamily="2" charset="-122"/>
                <a:ea typeface="华文隶书" pitchFamily="2" charset="-122"/>
              </a:rPr>
              <a:t>T</a:t>
            </a:r>
            <a:r>
              <a:rPr lang="en-GB" altLang="zh-CN" sz="6000" b="1" dirty="0" smtClean="0">
                <a:solidFill>
                  <a:schemeClr val="accent1">
                    <a:lumMod val="75000"/>
                  </a:schemeClr>
                </a:solidFill>
                <a:latin typeface="华文隶书" pitchFamily="2" charset="-122"/>
                <a:ea typeface="华文隶书" pitchFamily="2" charset="-122"/>
              </a:rPr>
              <a:t>he     End!</a:t>
            </a:r>
            <a:endParaRPr lang="zh-CN" altLang="zh-CN" sz="6000" b="1" dirty="0">
              <a:solidFill>
                <a:schemeClr val="accent1">
                  <a:lumMod val="75000"/>
                </a:schemeClr>
              </a:solidFill>
              <a:latin typeface="华文隶书" pitchFamily="2" charset="-122"/>
              <a:ea typeface="华文隶书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991872" y="1779662"/>
            <a:ext cx="1152128" cy="13681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菱形 12"/>
          <p:cNvSpPr/>
          <p:nvPr/>
        </p:nvSpPr>
        <p:spPr>
          <a:xfrm>
            <a:off x="7812360" y="4155926"/>
            <a:ext cx="936104" cy="581892"/>
          </a:xfrm>
          <a:prstGeom prst="diamond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菱形 13"/>
          <p:cNvSpPr/>
          <p:nvPr/>
        </p:nvSpPr>
        <p:spPr>
          <a:xfrm>
            <a:off x="7344308" y="4136372"/>
            <a:ext cx="936104" cy="581892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新月形 5"/>
          <p:cNvSpPr/>
          <p:nvPr/>
        </p:nvSpPr>
        <p:spPr>
          <a:xfrm rot="5400000">
            <a:off x="3908409" y="1003093"/>
            <a:ext cx="576063" cy="2129201"/>
          </a:xfrm>
          <a:prstGeom prst="moon">
            <a:avLst>
              <a:gd name="adj" fmla="val 14361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新月形 11"/>
          <p:cNvSpPr/>
          <p:nvPr/>
        </p:nvSpPr>
        <p:spPr>
          <a:xfrm rot="16200000">
            <a:off x="6081017" y="1669836"/>
            <a:ext cx="613404" cy="2129201"/>
          </a:xfrm>
          <a:prstGeom prst="moon">
            <a:avLst>
              <a:gd name="adj" fmla="val 14361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十字箭头标注 14"/>
          <p:cNvSpPr/>
          <p:nvPr/>
        </p:nvSpPr>
        <p:spPr>
          <a:xfrm>
            <a:off x="395536" y="339502"/>
            <a:ext cx="1296144" cy="720080"/>
          </a:xfrm>
          <a:prstGeom prst="quadArrowCallou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1200" b="1" dirty="0" smtClean="0"/>
              <a:t>STM32</a:t>
            </a:r>
            <a:endParaRPr lang="zh-CN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247507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855"/>
  <p:tag name="MH_LIBRARY" val="CONTENTS"/>
  <p:tag name="MH_TYPE" val="ENTRY"/>
  <p:tag name="ID" val="545820"/>
  <p:tag name="MH_ORDE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855"/>
  <p:tag name="MH_LIBRARY" val="CONTENTS"/>
  <p:tag name="MH_TYPE" val="NUMBER"/>
  <p:tag name="ID" val="545820"/>
  <p:tag name="MH_ORDE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855"/>
  <p:tag name="MH_LIBRARY" val="CONTENTS"/>
  <p:tag name="MH_TYPE" val="ENTRY"/>
  <p:tag name="ID" val="545820"/>
  <p:tag name="MH_ORDER" val="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855"/>
  <p:tag name="MH_LIBRARY" val="CONTENTS"/>
  <p:tag name="MH_TYPE" val="NUMBER"/>
  <p:tag name="ID" val="545820"/>
  <p:tag name="MH_ORDER" val="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855"/>
  <p:tag name="MH_LIBRARY" val="CONTENTS"/>
  <p:tag name="MH_TYPE" val="ENTRY"/>
  <p:tag name="ID" val="545820"/>
  <p:tag name="MH_ORDER" val="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855"/>
  <p:tag name="MH_LIBRARY" val="CONTENTS"/>
  <p:tag name="MH_TYPE" val="NUMBER"/>
  <p:tag name="ID" val="545820"/>
  <p:tag name="MH_ORDER" val="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855"/>
  <p:tag name="MH_LIBRARY" val="CONTENTS"/>
  <p:tag name="MH_TYPE" val="ENTRY"/>
  <p:tag name="ID" val="545820"/>
  <p:tag name="MH_ORDER" val="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855"/>
  <p:tag name="MH_LIBRARY" val="CONTENTS"/>
  <p:tag name="MH_TYPE" val="NUMBER"/>
  <p:tag name="ID" val="545820"/>
  <p:tag name="MH_ORDER" val="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NUMBER"/>
  <p:tag name="ID" val="553512"/>
  <p:tag name="MH_ORDER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NUMBER"/>
  <p:tag name="ID" val="553512"/>
  <p:tag name="MH_ORDER" val="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NUMBER"/>
  <p:tag name="ID" val="553512"/>
  <p:tag name="MH_ORDER" val="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3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>
          <a:defRPr sz="1600" b="1" dirty="0" smtClean="0"/>
        </a:defPPr>
      </a:lstStyle>
      <a:style>
        <a:lnRef idx="0">
          <a:schemeClr val="accent5"/>
        </a:lnRef>
        <a:fillRef idx="3">
          <a:schemeClr val="accent5"/>
        </a:fillRef>
        <a:effectRef idx="3">
          <a:schemeClr val="accent5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1864</TotalTime>
  <Words>3642</Words>
  <Application>Microsoft Office PowerPoint</Application>
  <PresentationFormat>全屏显示(16:9)</PresentationFormat>
  <Paragraphs>720</Paragraphs>
  <Slides>49</Slides>
  <Notes>14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51" baseType="lpstr">
      <vt:lpstr>Office 主题​​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马锋</dc:creator>
  <cp:lastModifiedBy>马锋</cp:lastModifiedBy>
  <cp:revision>246</cp:revision>
  <dcterms:created xsi:type="dcterms:W3CDTF">2019-08-08T08:45:05Z</dcterms:created>
  <dcterms:modified xsi:type="dcterms:W3CDTF">2020-06-16T07:42:31Z</dcterms:modified>
</cp:coreProperties>
</file>