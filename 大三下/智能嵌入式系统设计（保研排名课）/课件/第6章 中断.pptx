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2"/>
  </p:notesMasterIdLst>
  <p:sldIdLst>
    <p:sldId id="257" r:id="rId2"/>
    <p:sldId id="259" r:id="rId3"/>
    <p:sldId id="300" r:id="rId4"/>
    <p:sldId id="419" r:id="rId5"/>
    <p:sldId id="346" r:id="rId6"/>
    <p:sldId id="420" r:id="rId7"/>
    <p:sldId id="335" r:id="rId8"/>
    <p:sldId id="421" r:id="rId9"/>
    <p:sldId id="422" r:id="rId10"/>
    <p:sldId id="424" r:id="rId11"/>
    <p:sldId id="423" r:id="rId12"/>
    <p:sldId id="425" r:id="rId13"/>
    <p:sldId id="427" r:id="rId14"/>
    <p:sldId id="426" r:id="rId15"/>
    <p:sldId id="428" r:id="rId16"/>
    <p:sldId id="429" r:id="rId17"/>
    <p:sldId id="430" r:id="rId18"/>
    <p:sldId id="431" r:id="rId19"/>
    <p:sldId id="432" r:id="rId20"/>
    <p:sldId id="337" r:id="rId21"/>
    <p:sldId id="433" r:id="rId22"/>
    <p:sldId id="435" r:id="rId23"/>
    <p:sldId id="434" r:id="rId24"/>
    <p:sldId id="436" r:id="rId25"/>
    <p:sldId id="344" r:id="rId26"/>
    <p:sldId id="262" r:id="rId27"/>
    <p:sldId id="437" r:id="rId28"/>
    <p:sldId id="438" r:id="rId29"/>
    <p:sldId id="439" r:id="rId30"/>
    <p:sldId id="440" r:id="rId31"/>
    <p:sldId id="441" r:id="rId32"/>
    <p:sldId id="442" r:id="rId33"/>
    <p:sldId id="345" r:id="rId34"/>
    <p:sldId id="443" r:id="rId35"/>
    <p:sldId id="444" r:id="rId36"/>
    <p:sldId id="445" r:id="rId37"/>
    <p:sldId id="446" r:id="rId38"/>
    <p:sldId id="449" r:id="rId39"/>
    <p:sldId id="448" r:id="rId40"/>
    <p:sldId id="447" r:id="rId41"/>
    <p:sldId id="450" r:id="rId42"/>
    <p:sldId id="350" r:id="rId43"/>
    <p:sldId id="264" r:id="rId44"/>
    <p:sldId id="351" r:id="rId45"/>
    <p:sldId id="451" r:id="rId46"/>
    <p:sldId id="452" r:id="rId47"/>
    <p:sldId id="453" r:id="rId48"/>
    <p:sldId id="455" r:id="rId49"/>
    <p:sldId id="456" r:id="rId50"/>
    <p:sldId id="457" r:id="rId51"/>
    <p:sldId id="454" r:id="rId52"/>
    <p:sldId id="458" r:id="rId53"/>
    <p:sldId id="459" r:id="rId54"/>
    <p:sldId id="460" r:id="rId55"/>
    <p:sldId id="461" r:id="rId56"/>
    <p:sldId id="462" r:id="rId57"/>
    <p:sldId id="463" r:id="rId58"/>
    <p:sldId id="464" r:id="rId59"/>
    <p:sldId id="308" r:id="rId60"/>
    <p:sldId id="310" r:id="rId61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85DAB"/>
    <a:srgbClr val="33CCCC"/>
    <a:srgbClr val="4AABC6"/>
    <a:srgbClr val="FFFFFF"/>
    <a:srgbClr val="C86866"/>
    <a:srgbClr val="C15653"/>
    <a:srgbClr val="D38583"/>
    <a:srgbClr val="3EA6C2"/>
    <a:srgbClr val="33CCFF"/>
    <a:srgbClr val="44A9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4C1A8A3-306A-4EB7-A6B1-4F7E0EB9C5D6}" styleName="中度样式 3 - 强调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30" autoAdjust="0"/>
    <p:restoredTop sz="94856" autoAdjust="0"/>
  </p:normalViewPr>
  <p:slideViewPr>
    <p:cSldViewPr>
      <p:cViewPr varScale="1">
        <p:scale>
          <a:sx n="68" d="100"/>
          <a:sy n="68" d="100"/>
        </p:scale>
        <p:origin x="-90" y="-122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AD4F95-1E99-437B-A3DC-EDDED481F08F}" type="doc">
      <dgm:prSet loTypeId="urn:microsoft.com/office/officeart/2005/8/layout/orgChart1" loCatId="hierarchy" qsTypeId="urn:microsoft.com/office/officeart/2005/8/quickstyle/simple2" qsCatId="simple" csTypeId="urn:microsoft.com/office/officeart/2005/8/colors/colorful4" csCatId="colorful" phldr="1"/>
      <dgm:spPr/>
      <dgm:t>
        <a:bodyPr/>
        <a:lstStyle/>
        <a:p>
          <a:endParaRPr lang="zh-CN" altLang="en-US"/>
        </a:p>
      </dgm:t>
    </dgm:pt>
    <dgm:pt modelId="{58A2AA0E-4A08-4A26-A8B2-CBE8D80D70CD}">
      <dgm:prSet custT="1"/>
      <dgm:spPr/>
      <dgm:t>
        <a:bodyPr/>
        <a:lstStyle/>
        <a:p>
          <a:pPr rtl="0"/>
          <a:r>
            <a:rPr lang="en-US" sz="1800" b="1" dirty="0" smtClean="0"/>
            <a:t>19</a:t>
          </a:r>
          <a:r>
            <a:rPr lang="zh-CN" sz="1800" b="1" dirty="0" smtClean="0"/>
            <a:t>条外部中断线</a:t>
          </a:r>
          <a:endParaRPr lang="zh-CN" sz="1800" b="1" dirty="0"/>
        </a:p>
      </dgm:t>
    </dgm:pt>
    <dgm:pt modelId="{0A2E4076-12FA-4482-997D-E6595CB81A6B}" type="parTrans" cxnId="{8AC9809F-2817-4BA3-8538-26A6E769A932}">
      <dgm:prSet/>
      <dgm:spPr/>
      <dgm:t>
        <a:bodyPr/>
        <a:lstStyle/>
        <a:p>
          <a:endParaRPr lang="zh-CN" altLang="en-US" sz="4000" b="1">
            <a:solidFill>
              <a:schemeClr val="tx1"/>
            </a:solidFill>
          </a:endParaRPr>
        </a:p>
      </dgm:t>
    </dgm:pt>
    <dgm:pt modelId="{39D9C223-A479-40D5-AFF8-0AFAD9BDD8CB}" type="sibTrans" cxnId="{8AC9809F-2817-4BA3-8538-26A6E769A932}">
      <dgm:prSet/>
      <dgm:spPr/>
      <dgm:t>
        <a:bodyPr/>
        <a:lstStyle/>
        <a:p>
          <a:endParaRPr lang="zh-CN" altLang="en-US" sz="4000" b="1">
            <a:solidFill>
              <a:schemeClr val="tx1"/>
            </a:solidFill>
          </a:endParaRPr>
        </a:p>
      </dgm:t>
    </dgm:pt>
    <dgm:pt modelId="{97849B20-2DB4-4A74-8BFA-9A7F1E45EF36}">
      <dgm:prSet custT="1"/>
      <dgm:spPr/>
      <dgm:t>
        <a:bodyPr/>
        <a:lstStyle/>
        <a:p>
          <a:pPr rtl="0"/>
          <a:r>
            <a:rPr lang="zh-CN" sz="1800" b="1" smtClean="0"/>
            <a:t>线</a:t>
          </a:r>
          <a:r>
            <a:rPr lang="en-US" sz="1800" b="1" smtClean="0"/>
            <a:t>0~15</a:t>
          </a:r>
          <a:endParaRPr lang="zh-CN" sz="1800" b="1" dirty="0"/>
        </a:p>
      </dgm:t>
    </dgm:pt>
    <dgm:pt modelId="{CE8FAB1E-9C8B-49D4-853D-3AA6AB51BF5A}" type="parTrans" cxnId="{C4CD5870-98C4-4EE2-B584-ED3C9797709F}">
      <dgm:prSet/>
      <dgm:spPr/>
      <dgm:t>
        <a:bodyPr/>
        <a:lstStyle/>
        <a:p>
          <a:endParaRPr lang="zh-CN" altLang="en-US" sz="4000" b="1">
            <a:solidFill>
              <a:schemeClr val="tx1"/>
            </a:solidFill>
          </a:endParaRPr>
        </a:p>
      </dgm:t>
    </dgm:pt>
    <dgm:pt modelId="{0AC05126-25B4-4E62-95C8-BC5164707A30}" type="sibTrans" cxnId="{C4CD5870-98C4-4EE2-B584-ED3C9797709F}">
      <dgm:prSet/>
      <dgm:spPr/>
      <dgm:t>
        <a:bodyPr/>
        <a:lstStyle/>
        <a:p>
          <a:endParaRPr lang="zh-CN" altLang="en-US" sz="4000" b="1">
            <a:solidFill>
              <a:schemeClr val="tx1"/>
            </a:solidFill>
          </a:endParaRPr>
        </a:p>
      </dgm:t>
    </dgm:pt>
    <dgm:pt modelId="{63ADAD97-4A82-4FDD-949C-FBB703903F2E}">
      <dgm:prSet custT="1"/>
      <dgm:spPr/>
      <dgm:t>
        <a:bodyPr/>
        <a:lstStyle/>
        <a:p>
          <a:pPr rtl="0"/>
          <a:r>
            <a:rPr lang="zh-CN" sz="1800" b="1" dirty="0" smtClean="0">
              <a:solidFill>
                <a:schemeClr val="tx1"/>
              </a:solidFill>
            </a:rPr>
            <a:t>对应</a:t>
          </a:r>
          <a:r>
            <a:rPr lang="en-US" sz="1800" b="1" dirty="0" smtClean="0">
              <a:solidFill>
                <a:schemeClr val="tx1"/>
              </a:solidFill>
            </a:rPr>
            <a:t>I/O</a:t>
          </a:r>
          <a:r>
            <a:rPr lang="zh-CN" sz="1800" b="1" dirty="0" smtClean="0">
              <a:solidFill>
                <a:schemeClr val="tx1"/>
              </a:solidFill>
            </a:rPr>
            <a:t>引脚的外部中断；</a:t>
          </a:r>
          <a:endParaRPr lang="zh-CN" sz="1800" b="1" dirty="0">
            <a:solidFill>
              <a:schemeClr val="tx1"/>
            </a:solidFill>
          </a:endParaRPr>
        </a:p>
      </dgm:t>
    </dgm:pt>
    <dgm:pt modelId="{510BB09B-07E6-4608-89A2-26DB7949CC94}" type="parTrans" cxnId="{97C743FB-6B8C-404F-922B-A355D4BEE6C3}">
      <dgm:prSet/>
      <dgm:spPr/>
      <dgm:t>
        <a:bodyPr/>
        <a:lstStyle/>
        <a:p>
          <a:endParaRPr lang="zh-CN" altLang="en-US" sz="4000" b="1">
            <a:solidFill>
              <a:schemeClr val="tx1"/>
            </a:solidFill>
          </a:endParaRPr>
        </a:p>
      </dgm:t>
    </dgm:pt>
    <dgm:pt modelId="{3134AE19-448E-42F0-B395-BD2512002D4B}" type="sibTrans" cxnId="{97C743FB-6B8C-404F-922B-A355D4BEE6C3}">
      <dgm:prSet/>
      <dgm:spPr/>
      <dgm:t>
        <a:bodyPr/>
        <a:lstStyle/>
        <a:p>
          <a:endParaRPr lang="zh-CN" altLang="en-US" sz="4000" b="1">
            <a:solidFill>
              <a:schemeClr val="tx1"/>
            </a:solidFill>
          </a:endParaRPr>
        </a:p>
      </dgm:t>
    </dgm:pt>
    <dgm:pt modelId="{7985F242-3F91-4DDE-8FC4-C607A025ACB6}">
      <dgm:prSet custT="1"/>
      <dgm:spPr/>
      <dgm:t>
        <a:bodyPr/>
        <a:lstStyle/>
        <a:p>
          <a:pPr rtl="0"/>
          <a:r>
            <a:rPr lang="zh-CN" sz="1800" b="1" smtClean="0"/>
            <a:t>线</a:t>
          </a:r>
          <a:r>
            <a:rPr lang="en-US" sz="1800" b="1" smtClean="0"/>
            <a:t>16</a:t>
          </a:r>
          <a:endParaRPr lang="zh-CN" sz="1800" b="1" dirty="0"/>
        </a:p>
      </dgm:t>
    </dgm:pt>
    <dgm:pt modelId="{DC6FC1E2-2A73-4BF0-900B-E4795C04EA5F}" type="parTrans" cxnId="{2B2B0B95-7F8E-4E5C-A660-E2F371471489}">
      <dgm:prSet/>
      <dgm:spPr/>
      <dgm:t>
        <a:bodyPr/>
        <a:lstStyle/>
        <a:p>
          <a:endParaRPr lang="zh-CN" altLang="en-US" sz="4000" b="1">
            <a:solidFill>
              <a:schemeClr val="tx1"/>
            </a:solidFill>
          </a:endParaRPr>
        </a:p>
      </dgm:t>
    </dgm:pt>
    <dgm:pt modelId="{485CA2BE-4FAA-4F4F-861B-0E8909E2762F}" type="sibTrans" cxnId="{2B2B0B95-7F8E-4E5C-A660-E2F371471489}">
      <dgm:prSet/>
      <dgm:spPr/>
      <dgm:t>
        <a:bodyPr/>
        <a:lstStyle/>
        <a:p>
          <a:endParaRPr lang="zh-CN" altLang="en-US" sz="4000" b="1">
            <a:solidFill>
              <a:schemeClr val="tx1"/>
            </a:solidFill>
          </a:endParaRPr>
        </a:p>
      </dgm:t>
    </dgm:pt>
    <dgm:pt modelId="{98BCBE82-1326-4A98-9B30-00B4CBAF5B66}">
      <dgm:prSet custT="1"/>
      <dgm:spPr/>
      <dgm:t>
        <a:bodyPr/>
        <a:lstStyle/>
        <a:p>
          <a:pPr rtl="0"/>
          <a:r>
            <a:rPr lang="zh-CN" sz="1800" b="1" smtClean="0">
              <a:solidFill>
                <a:schemeClr val="tx1"/>
              </a:solidFill>
            </a:rPr>
            <a:t>连接到</a:t>
          </a:r>
          <a:r>
            <a:rPr lang="en-US" sz="1800" b="1" smtClean="0">
              <a:solidFill>
                <a:schemeClr val="tx1"/>
              </a:solidFill>
            </a:rPr>
            <a:t>PVD</a:t>
          </a:r>
          <a:r>
            <a:rPr lang="zh-CN" sz="1800" b="1" smtClean="0">
              <a:solidFill>
                <a:schemeClr val="tx1"/>
              </a:solidFill>
            </a:rPr>
            <a:t>输出</a:t>
          </a:r>
          <a:endParaRPr lang="zh-CN" sz="1800" b="1" dirty="0">
            <a:solidFill>
              <a:schemeClr val="tx1"/>
            </a:solidFill>
          </a:endParaRPr>
        </a:p>
      </dgm:t>
    </dgm:pt>
    <dgm:pt modelId="{AF3EEDA4-6344-4288-B5FC-E1205525BF95}" type="parTrans" cxnId="{067A200A-162B-4372-8F5F-2B2AA53034FE}">
      <dgm:prSet/>
      <dgm:spPr/>
      <dgm:t>
        <a:bodyPr/>
        <a:lstStyle/>
        <a:p>
          <a:endParaRPr lang="zh-CN" altLang="en-US" sz="4000" b="1">
            <a:solidFill>
              <a:schemeClr val="tx1"/>
            </a:solidFill>
          </a:endParaRPr>
        </a:p>
      </dgm:t>
    </dgm:pt>
    <dgm:pt modelId="{B95BBD53-F216-4BFD-A538-419A0282359E}" type="sibTrans" cxnId="{067A200A-162B-4372-8F5F-2B2AA53034FE}">
      <dgm:prSet/>
      <dgm:spPr/>
      <dgm:t>
        <a:bodyPr/>
        <a:lstStyle/>
        <a:p>
          <a:endParaRPr lang="zh-CN" altLang="en-US" sz="4000" b="1">
            <a:solidFill>
              <a:schemeClr val="tx1"/>
            </a:solidFill>
          </a:endParaRPr>
        </a:p>
      </dgm:t>
    </dgm:pt>
    <dgm:pt modelId="{FEEDABE5-10A6-402E-BC25-122C3B995B67}">
      <dgm:prSet custT="1"/>
      <dgm:spPr/>
      <dgm:t>
        <a:bodyPr/>
        <a:lstStyle/>
        <a:p>
          <a:pPr rtl="0"/>
          <a:r>
            <a:rPr lang="zh-CN" sz="1800" b="1" smtClean="0"/>
            <a:t>线</a:t>
          </a:r>
          <a:r>
            <a:rPr lang="en-US" sz="1800" b="1" smtClean="0"/>
            <a:t>17</a:t>
          </a:r>
          <a:endParaRPr lang="zh-CN" sz="1800" b="1" dirty="0"/>
        </a:p>
      </dgm:t>
    </dgm:pt>
    <dgm:pt modelId="{3881DFE1-884A-4A2A-9C28-7F69C1325B3C}" type="parTrans" cxnId="{99E45685-2866-4618-89D1-DA5C83D75752}">
      <dgm:prSet/>
      <dgm:spPr/>
      <dgm:t>
        <a:bodyPr/>
        <a:lstStyle/>
        <a:p>
          <a:endParaRPr lang="zh-CN" altLang="en-US" sz="4000" b="1">
            <a:solidFill>
              <a:schemeClr val="tx1"/>
            </a:solidFill>
          </a:endParaRPr>
        </a:p>
      </dgm:t>
    </dgm:pt>
    <dgm:pt modelId="{268BC60B-A2E6-4282-90E2-8EC6F13E3168}" type="sibTrans" cxnId="{99E45685-2866-4618-89D1-DA5C83D75752}">
      <dgm:prSet/>
      <dgm:spPr/>
      <dgm:t>
        <a:bodyPr/>
        <a:lstStyle/>
        <a:p>
          <a:endParaRPr lang="zh-CN" altLang="en-US" sz="4000" b="1">
            <a:solidFill>
              <a:schemeClr val="tx1"/>
            </a:solidFill>
          </a:endParaRPr>
        </a:p>
      </dgm:t>
    </dgm:pt>
    <dgm:pt modelId="{2649EEC2-303B-4B6F-A711-1A384E827093}">
      <dgm:prSet custT="1"/>
      <dgm:spPr/>
      <dgm:t>
        <a:bodyPr/>
        <a:lstStyle/>
        <a:p>
          <a:pPr rtl="0"/>
          <a:r>
            <a:rPr lang="zh-CN" sz="1800" b="1" smtClean="0">
              <a:solidFill>
                <a:schemeClr val="tx1"/>
              </a:solidFill>
            </a:rPr>
            <a:t>连接到</a:t>
          </a:r>
          <a:r>
            <a:rPr lang="en-US" sz="1800" b="1" smtClean="0">
              <a:solidFill>
                <a:schemeClr val="tx1"/>
              </a:solidFill>
            </a:rPr>
            <a:t>RTC</a:t>
          </a:r>
          <a:r>
            <a:rPr lang="zh-CN" sz="1800" b="1" smtClean="0">
              <a:solidFill>
                <a:schemeClr val="tx1"/>
              </a:solidFill>
            </a:rPr>
            <a:t>闹钟事件</a:t>
          </a:r>
          <a:endParaRPr lang="zh-CN" sz="1800" b="1" dirty="0">
            <a:solidFill>
              <a:schemeClr val="tx1"/>
            </a:solidFill>
          </a:endParaRPr>
        </a:p>
      </dgm:t>
    </dgm:pt>
    <dgm:pt modelId="{468B13C1-965D-4C9B-8E04-49257EEAFDCE}" type="parTrans" cxnId="{BBAA834F-1667-4DAE-A665-2F38506B090E}">
      <dgm:prSet/>
      <dgm:spPr/>
      <dgm:t>
        <a:bodyPr/>
        <a:lstStyle/>
        <a:p>
          <a:endParaRPr lang="zh-CN" altLang="en-US" sz="4000" b="1">
            <a:solidFill>
              <a:schemeClr val="tx1"/>
            </a:solidFill>
          </a:endParaRPr>
        </a:p>
      </dgm:t>
    </dgm:pt>
    <dgm:pt modelId="{4437E49F-7BDD-48D3-81A6-BB9364BCA3F9}" type="sibTrans" cxnId="{BBAA834F-1667-4DAE-A665-2F38506B090E}">
      <dgm:prSet/>
      <dgm:spPr/>
      <dgm:t>
        <a:bodyPr/>
        <a:lstStyle/>
        <a:p>
          <a:endParaRPr lang="zh-CN" altLang="en-US" sz="4000" b="1">
            <a:solidFill>
              <a:schemeClr val="tx1"/>
            </a:solidFill>
          </a:endParaRPr>
        </a:p>
      </dgm:t>
    </dgm:pt>
    <dgm:pt modelId="{293B6578-87D4-45DE-908A-6A81DCB41241}">
      <dgm:prSet custT="1"/>
      <dgm:spPr/>
      <dgm:t>
        <a:bodyPr/>
        <a:lstStyle/>
        <a:p>
          <a:pPr rtl="0"/>
          <a:r>
            <a:rPr lang="zh-CN" sz="1800" b="1" smtClean="0"/>
            <a:t>线</a:t>
          </a:r>
          <a:r>
            <a:rPr lang="en-US" sz="1800" b="1" smtClean="0"/>
            <a:t>18</a:t>
          </a:r>
          <a:endParaRPr lang="zh-CN" sz="1800" b="1" dirty="0"/>
        </a:p>
      </dgm:t>
    </dgm:pt>
    <dgm:pt modelId="{A4ACE397-059D-4144-8F77-403D6529A84A}" type="parTrans" cxnId="{5CB85EDC-2BCB-472E-8999-C2498941977F}">
      <dgm:prSet/>
      <dgm:spPr/>
      <dgm:t>
        <a:bodyPr/>
        <a:lstStyle/>
        <a:p>
          <a:endParaRPr lang="zh-CN" altLang="en-US" sz="4000" b="1">
            <a:solidFill>
              <a:schemeClr val="tx1"/>
            </a:solidFill>
          </a:endParaRPr>
        </a:p>
      </dgm:t>
    </dgm:pt>
    <dgm:pt modelId="{FEAC17B0-F718-4CC7-8E52-3CC8E075ABF0}" type="sibTrans" cxnId="{5CB85EDC-2BCB-472E-8999-C2498941977F}">
      <dgm:prSet/>
      <dgm:spPr/>
      <dgm:t>
        <a:bodyPr/>
        <a:lstStyle/>
        <a:p>
          <a:endParaRPr lang="zh-CN" altLang="en-US" sz="4000" b="1">
            <a:solidFill>
              <a:schemeClr val="tx1"/>
            </a:solidFill>
          </a:endParaRPr>
        </a:p>
      </dgm:t>
    </dgm:pt>
    <dgm:pt modelId="{8E7ECE04-7E90-4393-9C99-C845804A85C4}">
      <dgm:prSet custT="1"/>
      <dgm:spPr/>
      <dgm:t>
        <a:bodyPr/>
        <a:lstStyle/>
        <a:p>
          <a:pPr rtl="0"/>
          <a:r>
            <a:rPr lang="zh-CN" sz="1800" b="1" smtClean="0">
              <a:solidFill>
                <a:schemeClr val="tx1"/>
              </a:solidFill>
            </a:rPr>
            <a:t>连接到</a:t>
          </a:r>
          <a:r>
            <a:rPr lang="en-US" sz="1800" b="1" smtClean="0">
              <a:solidFill>
                <a:schemeClr val="tx1"/>
              </a:solidFill>
            </a:rPr>
            <a:t>USB</a:t>
          </a:r>
          <a:r>
            <a:rPr lang="zh-CN" sz="1800" b="1" smtClean="0">
              <a:solidFill>
                <a:schemeClr val="tx1"/>
              </a:solidFill>
            </a:rPr>
            <a:t>唤醒事件</a:t>
          </a:r>
          <a:endParaRPr lang="zh-CN" sz="1800" b="1" dirty="0">
            <a:solidFill>
              <a:schemeClr val="tx1"/>
            </a:solidFill>
          </a:endParaRPr>
        </a:p>
      </dgm:t>
    </dgm:pt>
    <dgm:pt modelId="{468936BF-CA90-46EB-AC14-C8BA148A6009}" type="parTrans" cxnId="{74076025-3CC5-41BD-B715-E3A41250E6BD}">
      <dgm:prSet/>
      <dgm:spPr/>
      <dgm:t>
        <a:bodyPr/>
        <a:lstStyle/>
        <a:p>
          <a:endParaRPr lang="zh-CN" altLang="en-US" sz="4000" b="1">
            <a:solidFill>
              <a:schemeClr val="tx1"/>
            </a:solidFill>
          </a:endParaRPr>
        </a:p>
      </dgm:t>
    </dgm:pt>
    <dgm:pt modelId="{E68B7C5D-F109-488C-A0A5-1E68139F4E3C}" type="sibTrans" cxnId="{74076025-3CC5-41BD-B715-E3A41250E6BD}">
      <dgm:prSet/>
      <dgm:spPr/>
      <dgm:t>
        <a:bodyPr/>
        <a:lstStyle/>
        <a:p>
          <a:endParaRPr lang="zh-CN" altLang="en-US" sz="4000" b="1">
            <a:solidFill>
              <a:schemeClr val="tx1"/>
            </a:solidFill>
          </a:endParaRPr>
        </a:p>
      </dgm:t>
    </dgm:pt>
    <dgm:pt modelId="{CD8C3609-8700-41E3-BFCA-0E0A51A52642}" type="pres">
      <dgm:prSet presAssocID="{CEAD4F95-1E99-437B-A3DC-EDDED481F08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CN" altLang="en-US"/>
        </a:p>
      </dgm:t>
    </dgm:pt>
    <dgm:pt modelId="{FB7A86DE-96B5-4683-9E8D-92EE3E16AED5}" type="pres">
      <dgm:prSet presAssocID="{58A2AA0E-4A08-4A26-A8B2-CBE8D80D70CD}" presName="hierRoot1" presStyleCnt="0">
        <dgm:presLayoutVars>
          <dgm:hierBranch val="init"/>
        </dgm:presLayoutVars>
      </dgm:prSet>
      <dgm:spPr/>
    </dgm:pt>
    <dgm:pt modelId="{19C880E1-A2B0-4153-8EEC-3D5D3D49405E}" type="pres">
      <dgm:prSet presAssocID="{58A2AA0E-4A08-4A26-A8B2-CBE8D80D70CD}" presName="rootComposite1" presStyleCnt="0"/>
      <dgm:spPr/>
    </dgm:pt>
    <dgm:pt modelId="{7743FE7A-9472-48CE-88B9-9087331AEB46}" type="pres">
      <dgm:prSet presAssocID="{58A2AA0E-4A08-4A26-A8B2-CBE8D80D70CD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58C1A81D-9994-4E50-87BA-1D0753A459E8}" type="pres">
      <dgm:prSet presAssocID="{58A2AA0E-4A08-4A26-A8B2-CBE8D80D70CD}" presName="rootConnector1" presStyleLbl="node1" presStyleIdx="0" presStyleCnt="0"/>
      <dgm:spPr/>
      <dgm:t>
        <a:bodyPr/>
        <a:lstStyle/>
        <a:p>
          <a:endParaRPr lang="zh-CN" altLang="en-US"/>
        </a:p>
      </dgm:t>
    </dgm:pt>
    <dgm:pt modelId="{92A7E46A-9DB2-4311-A0FC-7D1FF51D49EB}" type="pres">
      <dgm:prSet presAssocID="{58A2AA0E-4A08-4A26-A8B2-CBE8D80D70CD}" presName="hierChild2" presStyleCnt="0"/>
      <dgm:spPr/>
    </dgm:pt>
    <dgm:pt modelId="{46B8E54B-E406-4916-B93F-A3659C2C5CF1}" type="pres">
      <dgm:prSet presAssocID="{CE8FAB1E-9C8B-49D4-853D-3AA6AB51BF5A}" presName="Name37" presStyleLbl="parChTrans1D2" presStyleIdx="0" presStyleCnt="4"/>
      <dgm:spPr/>
      <dgm:t>
        <a:bodyPr/>
        <a:lstStyle/>
        <a:p>
          <a:endParaRPr lang="zh-CN" altLang="en-US"/>
        </a:p>
      </dgm:t>
    </dgm:pt>
    <dgm:pt modelId="{DCB4B7CF-52AC-4050-B7A1-C4BB71B9991D}" type="pres">
      <dgm:prSet presAssocID="{97849B20-2DB4-4A74-8BFA-9A7F1E45EF36}" presName="hierRoot2" presStyleCnt="0">
        <dgm:presLayoutVars>
          <dgm:hierBranch val="init"/>
        </dgm:presLayoutVars>
      </dgm:prSet>
      <dgm:spPr/>
    </dgm:pt>
    <dgm:pt modelId="{2AB56CD4-6EC5-4893-9BDE-44EF0FBE1307}" type="pres">
      <dgm:prSet presAssocID="{97849B20-2DB4-4A74-8BFA-9A7F1E45EF36}" presName="rootComposite" presStyleCnt="0"/>
      <dgm:spPr/>
    </dgm:pt>
    <dgm:pt modelId="{4F2CAB8E-49E2-408C-84B4-B195C7BAEBFE}" type="pres">
      <dgm:prSet presAssocID="{97849B20-2DB4-4A74-8BFA-9A7F1E45EF36}" presName="rootText" presStyleLbl="node2" presStyleIdx="0" presStyleCnt="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246D5A46-A965-473C-837E-4DEF3C706108}" type="pres">
      <dgm:prSet presAssocID="{97849B20-2DB4-4A74-8BFA-9A7F1E45EF36}" presName="rootConnector" presStyleLbl="node2" presStyleIdx="0" presStyleCnt="4"/>
      <dgm:spPr/>
      <dgm:t>
        <a:bodyPr/>
        <a:lstStyle/>
        <a:p>
          <a:endParaRPr lang="zh-CN" altLang="en-US"/>
        </a:p>
      </dgm:t>
    </dgm:pt>
    <dgm:pt modelId="{B3336E52-744A-41AC-9B65-7BBFBF28C6B8}" type="pres">
      <dgm:prSet presAssocID="{97849B20-2DB4-4A74-8BFA-9A7F1E45EF36}" presName="hierChild4" presStyleCnt="0"/>
      <dgm:spPr/>
    </dgm:pt>
    <dgm:pt modelId="{F71660A3-BEC9-41B9-8EBD-CD5EFEDE4CE0}" type="pres">
      <dgm:prSet presAssocID="{510BB09B-07E6-4608-89A2-26DB7949CC94}" presName="Name37" presStyleLbl="parChTrans1D3" presStyleIdx="0" presStyleCnt="4"/>
      <dgm:spPr/>
      <dgm:t>
        <a:bodyPr/>
        <a:lstStyle/>
        <a:p>
          <a:endParaRPr lang="zh-CN" altLang="en-US"/>
        </a:p>
      </dgm:t>
    </dgm:pt>
    <dgm:pt modelId="{F5226D28-162B-4C0A-B81B-2F3044DFC94D}" type="pres">
      <dgm:prSet presAssocID="{63ADAD97-4A82-4FDD-949C-FBB703903F2E}" presName="hierRoot2" presStyleCnt="0">
        <dgm:presLayoutVars>
          <dgm:hierBranch val="init"/>
        </dgm:presLayoutVars>
      </dgm:prSet>
      <dgm:spPr/>
    </dgm:pt>
    <dgm:pt modelId="{DECBCC6B-BBF8-46B5-9D7A-6C1301865D76}" type="pres">
      <dgm:prSet presAssocID="{63ADAD97-4A82-4FDD-949C-FBB703903F2E}" presName="rootComposite" presStyleCnt="0"/>
      <dgm:spPr/>
    </dgm:pt>
    <dgm:pt modelId="{B6502D21-750A-487C-9707-ED75D51353C0}" type="pres">
      <dgm:prSet presAssocID="{63ADAD97-4A82-4FDD-949C-FBB703903F2E}" presName="rootText" presStyleLbl="node3" presStyleIdx="0" presStyleCnt="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BB643933-7028-485C-B73B-B50A767BADF4}" type="pres">
      <dgm:prSet presAssocID="{63ADAD97-4A82-4FDD-949C-FBB703903F2E}" presName="rootConnector" presStyleLbl="node3" presStyleIdx="0" presStyleCnt="4"/>
      <dgm:spPr/>
      <dgm:t>
        <a:bodyPr/>
        <a:lstStyle/>
        <a:p>
          <a:endParaRPr lang="zh-CN" altLang="en-US"/>
        </a:p>
      </dgm:t>
    </dgm:pt>
    <dgm:pt modelId="{6ADACF67-E00D-42A4-9A29-870D630A0D1C}" type="pres">
      <dgm:prSet presAssocID="{63ADAD97-4A82-4FDD-949C-FBB703903F2E}" presName="hierChild4" presStyleCnt="0"/>
      <dgm:spPr/>
    </dgm:pt>
    <dgm:pt modelId="{CAC06266-04FB-4A8C-9B0B-C4E48613AC88}" type="pres">
      <dgm:prSet presAssocID="{63ADAD97-4A82-4FDD-949C-FBB703903F2E}" presName="hierChild5" presStyleCnt="0"/>
      <dgm:spPr/>
    </dgm:pt>
    <dgm:pt modelId="{8DE510AE-9FBA-4DF5-AD89-FE2F6832BE05}" type="pres">
      <dgm:prSet presAssocID="{97849B20-2DB4-4A74-8BFA-9A7F1E45EF36}" presName="hierChild5" presStyleCnt="0"/>
      <dgm:spPr/>
    </dgm:pt>
    <dgm:pt modelId="{74DE3214-6944-43EA-841E-5A8EDC924FCD}" type="pres">
      <dgm:prSet presAssocID="{DC6FC1E2-2A73-4BF0-900B-E4795C04EA5F}" presName="Name37" presStyleLbl="parChTrans1D2" presStyleIdx="1" presStyleCnt="4"/>
      <dgm:spPr/>
      <dgm:t>
        <a:bodyPr/>
        <a:lstStyle/>
        <a:p>
          <a:endParaRPr lang="zh-CN" altLang="en-US"/>
        </a:p>
      </dgm:t>
    </dgm:pt>
    <dgm:pt modelId="{BB7E16A2-D3CD-47F0-B95D-64C18F049FC8}" type="pres">
      <dgm:prSet presAssocID="{7985F242-3F91-4DDE-8FC4-C607A025ACB6}" presName="hierRoot2" presStyleCnt="0">
        <dgm:presLayoutVars>
          <dgm:hierBranch val="init"/>
        </dgm:presLayoutVars>
      </dgm:prSet>
      <dgm:spPr/>
    </dgm:pt>
    <dgm:pt modelId="{7CAE2602-5CD5-48CC-B7DB-628D8EF677DA}" type="pres">
      <dgm:prSet presAssocID="{7985F242-3F91-4DDE-8FC4-C607A025ACB6}" presName="rootComposite" presStyleCnt="0"/>
      <dgm:spPr/>
    </dgm:pt>
    <dgm:pt modelId="{32D3F3DC-EBEF-4576-A62D-E97BA082F290}" type="pres">
      <dgm:prSet presAssocID="{7985F242-3F91-4DDE-8FC4-C607A025ACB6}" presName="rootText" presStyleLbl="node2" presStyleIdx="1" presStyleCnt="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D86BBA7D-FA04-427D-A9A9-321A59713392}" type="pres">
      <dgm:prSet presAssocID="{7985F242-3F91-4DDE-8FC4-C607A025ACB6}" presName="rootConnector" presStyleLbl="node2" presStyleIdx="1" presStyleCnt="4"/>
      <dgm:spPr/>
      <dgm:t>
        <a:bodyPr/>
        <a:lstStyle/>
        <a:p>
          <a:endParaRPr lang="zh-CN" altLang="en-US"/>
        </a:p>
      </dgm:t>
    </dgm:pt>
    <dgm:pt modelId="{0F18635B-95B9-423C-870E-9AA20935BC2A}" type="pres">
      <dgm:prSet presAssocID="{7985F242-3F91-4DDE-8FC4-C607A025ACB6}" presName="hierChild4" presStyleCnt="0"/>
      <dgm:spPr/>
    </dgm:pt>
    <dgm:pt modelId="{3B2646E0-96F0-451D-9003-4E992E1C9AF3}" type="pres">
      <dgm:prSet presAssocID="{AF3EEDA4-6344-4288-B5FC-E1205525BF95}" presName="Name37" presStyleLbl="parChTrans1D3" presStyleIdx="1" presStyleCnt="4"/>
      <dgm:spPr/>
      <dgm:t>
        <a:bodyPr/>
        <a:lstStyle/>
        <a:p>
          <a:endParaRPr lang="zh-CN" altLang="en-US"/>
        </a:p>
      </dgm:t>
    </dgm:pt>
    <dgm:pt modelId="{C90E2C87-F546-4325-B043-FFE5363CA396}" type="pres">
      <dgm:prSet presAssocID="{98BCBE82-1326-4A98-9B30-00B4CBAF5B66}" presName="hierRoot2" presStyleCnt="0">
        <dgm:presLayoutVars>
          <dgm:hierBranch val="init"/>
        </dgm:presLayoutVars>
      </dgm:prSet>
      <dgm:spPr/>
    </dgm:pt>
    <dgm:pt modelId="{45A9BAE0-F9AD-49A0-8E29-0ECC5D7EED46}" type="pres">
      <dgm:prSet presAssocID="{98BCBE82-1326-4A98-9B30-00B4CBAF5B66}" presName="rootComposite" presStyleCnt="0"/>
      <dgm:spPr/>
    </dgm:pt>
    <dgm:pt modelId="{59CF5637-A7A0-407E-9E51-959A3CB790AF}" type="pres">
      <dgm:prSet presAssocID="{98BCBE82-1326-4A98-9B30-00B4CBAF5B66}" presName="rootText" presStyleLbl="node3" presStyleIdx="1" presStyleCnt="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322E32A2-E196-423E-BE5C-E95795986B45}" type="pres">
      <dgm:prSet presAssocID="{98BCBE82-1326-4A98-9B30-00B4CBAF5B66}" presName="rootConnector" presStyleLbl="node3" presStyleIdx="1" presStyleCnt="4"/>
      <dgm:spPr/>
      <dgm:t>
        <a:bodyPr/>
        <a:lstStyle/>
        <a:p>
          <a:endParaRPr lang="zh-CN" altLang="en-US"/>
        </a:p>
      </dgm:t>
    </dgm:pt>
    <dgm:pt modelId="{C596A6BB-1F87-418A-9243-6BE22FF9F3A6}" type="pres">
      <dgm:prSet presAssocID="{98BCBE82-1326-4A98-9B30-00B4CBAF5B66}" presName="hierChild4" presStyleCnt="0"/>
      <dgm:spPr/>
    </dgm:pt>
    <dgm:pt modelId="{C94B4EC6-EC0F-40FC-8543-E491726ABAB5}" type="pres">
      <dgm:prSet presAssocID="{98BCBE82-1326-4A98-9B30-00B4CBAF5B66}" presName="hierChild5" presStyleCnt="0"/>
      <dgm:spPr/>
    </dgm:pt>
    <dgm:pt modelId="{A1A94753-5CC7-43C0-B16B-86327B61F613}" type="pres">
      <dgm:prSet presAssocID="{7985F242-3F91-4DDE-8FC4-C607A025ACB6}" presName="hierChild5" presStyleCnt="0"/>
      <dgm:spPr/>
    </dgm:pt>
    <dgm:pt modelId="{92BBAE44-5D50-4181-BBA6-29041690C994}" type="pres">
      <dgm:prSet presAssocID="{3881DFE1-884A-4A2A-9C28-7F69C1325B3C}" presName="Name37" presStyleLbl="parChTrans1D2" presStyleIdx="2" presStyleCnt="4"/>
      <dgm:spPr/>
      <dgm:t>
        <a:bodyPr/>
        <a:lstStyle/>
        <a:p>
          <a:endParaRPr lang="zh-CN" altLang="en-US"/>
        </a:p>
      </dgm:t>
    </dgm:pt>
    <dgm:pt modelId="{7A379338-5D85-4577-A560-2FC1F581FEBD}" type="pres">
      <dgm:prSet presAssocID="{FEEDABE5-10A6-402E-BC25-122C3B995B67}" presName="hierRoot2" presStyleCnt="0">
        <dgm:presLayoutVars>
          <dgm:hierBranch val="init"/>
        </dgm:presLayoutVars>
      </dgm:prSet>
      <dgm:spPr/>
    </dgm:pt>
    <dgm:pt modelId="{708CCC51-2A52-4220-8FEA-8AF20E1CCF70}" type="pres">
      <dgm:prSet presAssocID="{FEEDABE5-10A6-402E-BC25-122C3B995B67}" presName="rootComposite" presStyleCnt="0"/>
      <dgm:spPr/>
    </dgm:pt>
    <dgm:pt modelId="{517303F1-DE16-4C85-8213-A0408C38360C}" type="pres">
      <dgm:prSet presAssocID="{FEEDABE5-10A6-402E-BC25-122C3B995B67}" presName="rootText" presStyleLbl="node2" presStyleIdx="2" presStyleCnt="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9D03166B-2F45-454C-A7F5-1F518771CEF9}" type="pres">
      <dgm:prSet presAssocID="{FEEDABE5-10A6-402E-BC25-122C3B995B67}" presName="rootConnector" presStyleLbl="node2" presStyleIdx="2" presStyleCnt="4"/>
      <dgm:spPr/>
      <dgm:t>
        <a:bodyPr/>
        <a:lstStyle/>
        <a:p>
          <a:endParaRPr lang="zh-CN" altLang="en-US"/>
        </a:p>
      </dgm:t>
    </dgm:pt>
    <dgm:pt modelId="{E2C8515E-BB72-468A-87B8-9FA0BFE48E05}" type="pres">
      <dgm:prSet presAssocID="{FEEDABE5-10A6-402E-BC25-122C3B995B67}" presName="hierChild4" presStyleCnt="0"/>
      <dgm:spPr/>
    </dgm:pt>
    <dgm:pt modelId="{199B4701-462C-4EC9-8A8C-3CF293761DCA}" type="pres">
      <dgm:prSet presAssocID="{468B13C1-965D-4C9B-8E04-49257EEAFDCE}" presName="Name37" presStyleLbl="parChTrans1D3" presStyleIdx="2" presStyleCnt="4"/>
      <dgm:spPr/>
      <dgm:t>
        <a:bodyPr/>
        <a:lstStyle/>
        <a:p>
          <a:endParaRPr lang="zh-CN" altLang="en-US"/>
        </a:p>
      </dgm:t>
    </dgm:pt>
    <dgm:pt modelId="{9FFA27D4-035B-45B5-A9D3-1C0BD82835BD}" type="pres">
      <dgm:prSet presAssocID="{2649EEC2-303B-4B6F-A711-1A384E827093}" presName="hierRoot2" presStyleCnt="0">
        <dgm:presLayoutVars>
          <dgm:hierBranch val="init"/>
        </dgm:presLayoutVars>
      </dgm:prSet>
      <dgm:spPr/>
    </dgm:pt>
    <dgm:pt modelId="{FF827C2A-BE2D-40AB-9FAC-7905CD4321AF}" type="pres">
      <dgm:prSet presAssocID="{2649EEC2-303B-4B6F-A711-1A384E827093}" presName="rootComposite" presStyleCnt="0"/>
      <dgm:spPr/>
    </dgm:pt>
    <dgm:pt modelId="{2004B731-88A3-45D7-932A-3B725170DE22}" type="pres">
      <dgm:prSet presAssocID="{2649EEC2-303B-4B6F-A711-1A384E827093}" presName="rootText" presStyleLbl="node3" presStyleIdx="2" presStyleCnt="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9BFE05B5-74FB-4A3D-81F6-EA1757726C33}" type="pres">
      <dgm:prSet presAssocID="{2649EEC2-303B-4B6F-A711-1A384E827093}" presName="rootConnector" presStyleLbl="node3" presStyleIdx="2" presStyleCnt="4"/>
      <dgm:spPr/>
      <dgm:t>
        <a:bodyPr/>
        <a:lstStyle/>
        <a:p>
          <a:endParaRPr lang="zh-CN" altLang="en-US"/>
        </a:p>
      </dgm:t>
    </dgm:pt>
    <dgm:pt modelId="{181FF737-32E3-49C3-BCDD-9B39FCB2AB6A}" type="pres">
      <dgm:prSet presAssocID="{2649EEC2-303B-4B6F-A711-1A384E827093}" presName="hierChild4" presStyleCnt="0"/>
      <dgm:spPr/>
    </dgm:pt>
    <dgm:pt modelId="{96899B75-32C8-4CD7-ACEF-2E756C98FBFF}" type="pres">
      <dgm:prSet presAssocID="{2649EEC2-303B-4B6F-A711-1A384E827093}" presName="hierChild5" presStyleCnt="0"/>
      <dgm:spPr/>
    </dgm:pt>
    <dgm:pt modelId="{2CB7ABA9-D89F-4E87-ACB1-D7510282F8DB}" type="pres">
      <dgm:prSet presAssocID="{FEEDABE5-10A6-402E-BC25-122C3B995B67}" presName="hierChild5" presStyleCnt="0"/>
      <dgm:spPr/>
    </dgm:pt>
    <dgm:pt modelId="{D53EE753-1608-4B17-AC4D-9930A37B27B4}" type="pres">
      <dgm:prSet presAssocID="{A4ACE397-059D-4144-8F77-403D6529A84A}" presName="Name37" presStyleLbl="parChTrans1D2" presStyleIdx="3" presStyleCnt="4"/>
      <dgm:spPr/>
      <dgm:t>
        <a:bodyPr/>
        <a:lstStyle/>
        <a:p>
          <a:endParaRPr lang="zh-CN" altLang="en-US"/>
        </a:p>
      </dgm:t>
    </dgm:pt>
    <dgm:pt modelId="{431C98CB-D84D-4309-A1F9-C6D0CE50C568}" type="pres">
      <dgm:prSet presAssocID="{293B6578-87D4-45DE-908A-6A81DCB41241}" presName="hierRoot2" presStyleCnt="0">
        <dgm:presLayoutVars>
          <dgm:hierBranch val="init"/>
        </dgm:presLayoutVars>
      </dgm:prSet>
      <dgm:spPr/>
    </dgm:pt>
    <dgm:pt modelId="{CFF78CDA-9A71-4BA6-980C-FD73417A51D9}" type="pres">
      <dgm:prSet presAssocID="{293B6578-87D4-45DE-908A-6A81DCB41241}" presName="rootComposite" presStyleCnt="0"/>
      <dgm:spPr/>
    </dgm:pt>
    <dgm:pt modelId="{9900DA43-2A8E-4C80-8C0F-B40463443F0A}" type="pres">
      <dgm:prSet presAssocID="{293B6578-87D4-45DE-908A-6A81DCB41241}" presName="rootText" presStyleLbl="node2" presStyleIdx="3" presStyleCnt="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6C55627D-B0D0-4D3D-9CAC-77D70761B4A5}" type="pres">
      <dgm:prSet presAssocID="{293B6578-87D4-45DE-908A-6A81DCB41241}" presName="rootConnector" presStyleLbl="node2" presStyleIdx="3" presStyleCnt="4"/>
      <dgm:spPr/>
      <dgm:t>
        <a:bodyPr/>
        <a:lstStyle/>
        <a:p>
          <a:endParaRPr lang="zh-CN" altLang="en-US"/>
        </a:p>
      </dgm:t>
    </dgm:pt>
    <dgm:pt modelId="{A78113E1-DB97-4998-BFBE-C097400ED259}" type="pres">
      <dgm:prSet presAssocID="{293B6578-87D4-45DE-908A-6A81DCB41241}" presName="hierChild4" presStyleCnt="0"/>
      <dgm:spPr/>
    </dgm:pt>
    <dgm:pt modelId="{523F9487-C99E-44E7-8F68-76E4F1CC088E}" type="pres">
      <dgm:prSet presAssocID="{468936BF-CA90-46EB-AC14-C8BA148A6009}" presName="Name37" presStyleLbl="parChTrans1D3" presStyleIdx="3" presStyleCnt="4"/>
      <dgm:spPr/>
      <dgm:t>
        <a:bodyPr/>
        <a:lstStyle/>
        <a:p>
          <a:endParaRPr lang="zh-CN" altLang="en-US"/>
        </a:p>
      </dgm:t>
    </dgm:pt>
    <dgm:pt modelId="{A82E368A-8138-456E-A24C-4E4938A7D038}" type="pres">
      <dgm:prSet presAssocID="{8E7ECE04-7E90-4393-9C99-C845804A85C4}" presName="hierRoot2" presStyleCnt="0">
        <dgm:presLayoutVars>
          <dgm:hierBranch val="init"/>
        </dgm:presLayoutVars>
      </dgm:prSet>
      <dgm:spPr/>
    </dgm:pt>
    <dgm:pt modelId="{1BDE39BF-A4C1-4A1C-8EC9-B88D094BCA5A}" type="pres">
      <dgm:prSet presAssocID="{8E7ECE04-7E90-4393-9C99-C845804A85C4}" presName="rootComposite" presStyleCnt="0"/>
      <dgm:spPr/>
    </dgm:pt>
    <dgm:pt modelId="{0DCAAF1B-A0F9-425E-91BA-441F3BA08CED}" type="pres">
      <dgm:prSet presAssocID="{8E7ECE04-7E90-4393-9C99-C845804A85C4}" presName="rootText" presStyleLbl="node3" presStyleIdx="3" presStyleCnt="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A200D2E1-AFC1-4EB4-B0EE-69CCE83941C6}" type="pres">
      <dgm:prSet presAssocID="{8E7ECE04-7E90-4393-9C99-C845804A85C4}" presName="rootConnector" presStyleLbl="node3" presStyleIdx="3" presStyleCnt="4"/>
      <dgm:spPr/>
      <dgm:t>
        <a:bodyPr/>
        <a:lstStyle/>
        <a:p>
          <a:endParaRPr lang="zh-CN" altLang="en-US"/>
        </a:p>
      </dgm:t>
    </dgm:pt>
    <dgm:pt modelId="{FE2F3D65-67E6-4A1F-AB40-3C19D02E03E5}" type="pres">
      <dgm:prSet presAssocID="{8E7ECE04-7E90-4393-9C99-C845804A85C4}" presName="hierChild4" presStyleCnt="0"/>
      <dgm:spPr/>
    </dgm:pt>
    <dgm:pt modelId="{08EEBA2F-08C3-4293-8652-24A64B7F1373}" type="pres">
      <dgm:prSet presAssocID="{8E7ECE04-7E90-4393-9C99-C845804A85C4}" presName="hierChild5" presStyleCnt="0"/>
      <dgm:spPr/>
    </dgm:pt>
    <dgm:pt modelId="{3372AD6E-50E1-4024-968E-2F9C28F302FB}" type="pres">
      <dgm:prSet presAssocID="{293B6578-87D4-45DE-908A-6A81DCB41241}" presName="hierChild5" presStyleCnt="0"/>
      <dgm:spPr/>
    </dgm:pt>
    <dgm:pt modelId="{5247C0BB-A1BA-4E91-A10E-8E01DE57D42E}" type="pres">
      <dgm:prSet presAssocID="{58A2AA0E-4A08-4A26-A8B2-CBE8D80D70CD}" presName="hierChild3" presStyleCnt="0"/>
      <dgm:spPr/>
    </dgm:pt>
  </dgm:ptLst>
  <dgm:cxnLst>
    <dgm:cxn modelId="{51F061D5-2316-42C5-B46A-861C91F58188}" type="presOf" srcId="{A4ACE397-059D-4144-8F77-403D6529A84A}" destId="{D53EE753-1608-4B17-AC4D-9930A37B27B4}" srcOrd="0" destOrd="0" presId="urn:microsoft.com/office/officeart/2005/8/layout/orgChart1"/>
    <dgm:cxn modelId="{991CACD6-EFF8-42D0-AAB6-9DFCCE9EF4C9}" type="presOf" srcId="{293B6578-87D4-45DE-908A-6A81DCB41241}" destId="{9900DA43-2A8E-4C80-8C0F-B40463443F0A}" srcOrd="0" destOrd="0" presId="urn:microsoft.com/office/officeart/2005/8/layout/orgChart1"/>
    <dgm:cxn modelId="{F2C75DF7-54F6-4697-A4C2-91D789D49505}" type="presOf" srcId="{58A2AA0E-4A08-4A26-A8B2-CBE8D80D70CD}" destId="{58C1A81D-9994-4E50-87BA-1D0753A459E8}" srcOrd="1" destOrd="0" presId="urn:microsoft.com/office/officeart/2005/8/layout/orgChart1"/>
    <dgm:cxn modelId="{74076025-3CC5-41BD-B715-E3A41250E6BD}" srcId="{293B6578-87D4-45DE-908A-6A81DCB41241}" destId="{8E7ECE04-7E90-4393-9C99-C845804A85C4}" srcOrd="0" destOrd="0" parTransId="{468936BF-CA90-46EB-AC14-C8BA148A6009}" sibTransId="{E68B7C5D-F109-488C-A0A5-1E68139F4E3C}"/>
    <dgm:cxn modelId="{8AC9809F-2817-4BA3-8538-26A6E769A932}" srcId="{CEAD4F95-1E99-437B-A3DC-EDDED481F08F}" destId="{58A2AA0E-4A08-4A26-A8B2-CBE8D80D70CD}" srcOrd="0" destOrd="0" parTransId="{0A2E4076-12FA-4482-997D-E6595CB81A6B}" sibTransId="{39D9C223-A479-40D5-AFF8-0AFAD9BDD8CB}"/>
    <dgm:cxn modelId="{70A9183D-0A0A-40D5-9CC4-365B8B27C25D}" type="presOf" srcId="{FEEDABE5-10A6-402E-BC25-122C3B995B67}" destId="{517303F1-DE16-4C85-8213-A0408C38360C}" srcOrd="0" destOrd="0" presId="urn:microsoft.com/office/officeart/2005/8/layout/orgChart1"/>
    <dgm:cxn modelId="{741D86BF-26E7-484E-86B4-5EA7D1842F28}" type="presOf" srcId="{63ADAD97-4A82-4FDD-949C-FBB703903F2E}" destId="{B6502D21-750A-487C-9707-ED75D51353C0}" srcOrd="0" destOrd="0" presId="urn:microsoft.com/office/officeart/2005/8/layout/orgChart1"/>
    <dgm:cxn modelId="{B4620897-6E7C-4037-840C-11B2EFAFE6A1}" type="presOf" srcId="{293B6578-87D4-45DE-908A-6A81DCB41241}" destId="{6C55627D-B0D0-4D3D-9CAC-77D70761B4A5}" srcOrd="1" destOrd="0" presId="urn:microsoft.com/office/officeart/2005/8/layout/orgChart1"/>
    <dgm:cxn modelId="{5CB85EDC-2BCB-472E-8999-C2498941977F}" srcId="{58A2AA0E-4A08-4A26-A8B2-CBE8D80D70CD}" destId="{293B6578-87D4-45DE-908A-6A81DCB41241}" srcOrd="3" destOrd="0" parTransId="{A4ACE397-059D-4144-8F77-403D6529A84A}" sibTransId="{FEAC17B0-F718-4CC7-8E52-3CC8E075ABF0}"/>
    <dgm:cxn modelId="{2B2B0B95-7F8E-4E5C-A660-E2F371471489}" srcId="{58A2AA0E-4A08-4A26-A8B2-CBE8D80D70CD}" destId="{7985F242-3F91-4DDE-8FC4-C607A025ACB6}" srcOrd="1" destOrd="0" parTransId="{DC6FC1E2-2A73-4BF0-900B-E4795C04EA5F}" sibTransId="{485CA2BE-4FAA-4F4F-861B-0E8909E2762F}"/>
    <dgm:cxn modelId="{8FDB7D05-A276-4D88-9BF0-9E3F50C84548}" type="presOf" srcId="{63ADAD97-4A82-4FDD-949C-FBB703903F2E}" destId="{BB643933-7028-485C-B73B-B50A767BADF4}" srcOrd="1" destOrd="0" presId="urn:microsoft.com/office/officeart/2005/8/layout/orgChart1"/>
    <dgm:cxn modelId="{AEEA9180-E5AC-480F-BACC-ACC18FFD2BD2}" type="presOf" srcId="{98BCBE82-1326-4A98-9B30-00B4CBAF5B66}" destId="{322E32A2-E196-423E-BE5C-E95795986B45}" srcOrd="1" destOrd="0" presId="urn:microsoft.com/office/officeart/2005/8/layout/orgChart1"/>
    <dgm:cxn modelId="{3E2460B9-783D-4B08-BB9B-010CE7E33BD5}" type="presOf" srcId="{AF3EEDA4-6344-4288-B5FC-E1205525BF95}" destId="{3B2646E0-96F0-451D-9003-4E992E1C9AF3}" srcOrd="0" destOrd="0" presId="urn:microsoft.com/office/officeart/2005/8/layout/orgChart1"/>
    <dgm:cxn modelId="{067A200A-162B-4372-8F5F-2B2AA53034FE}" srcId="{7985F242-3F91-4DDE-8FC4-C607A025ACB6}" destId="{98BCBE82-1326-4A98-9B30-00B4CBAF5B66}" srcOrd="0" destOrd="0" parTransId="{AF3EEDA4-6344-4288-B5FC-E1205525BF95}" sibTransId="{B95BBD53-F216-4BFD-A538-419A0282359E}"/>
    <dgm:cxn modelId="{838D2109-D50D-4662-A3F7-02D3A56E17A6}" type="presOf" srcId="{DC6FC1E2-2A73-4BF0-900B-E4795C04EA5F}" destId="{74DE3214-6944-43EA-841E-5A8EDC924FCD}" srcOrd="0" destOrd="0" presId="urn:microsoft.com/office/officeart/2005/8/layout/orgChart1"/>
    <dgm:cxn modelId="{6EEA7900-B12B-498A-81EE-A24E1ECC2C19}" type="presOf" srcId="{FEEDABE5-10A6-402E-BC25-122C3B995B67}" destId="{9D03166B-2F45-454C-A7F5-1F518771CEF9}" srcOrd="1" destOrd="0" presId="urn:microsoft.com/office/officeart/2005/8/layout/orgChart1"/>
    <dgm:cxn modelId="{97C743FB-6B8C-404F-922B-A355D4BEE6C3}" srcId="{97849B20-2DB4-4A74-8BFA-9A7F1E45EF36}" destId="{63ADAD97-4A82-4FDD-949C-FBB703903F2E}" srcOrd="0" destOrd="0" parTransId="{510BB09B-07E6-4608-89A2-26DB7949CC94}" sibTransId="{3134AE19-448E-42F0-B395-BD2512002D4B}"/>
    <dgm:cxn modelId="{C1E36F15-1E37-46AC-99EB-0C3C44ACA961}" type="presOf" srcId="{7985F242-3F91-4DDE-8FC4-C607A025ACB6}" destId="{D86BBA7D-FA04-427D-A9A9-321A59713392}" srcOrd="1" destOrd="0" presId="urn:microsoft.com/office/officeart/2005/8/layout/orgChart1"/>
    <dgm:cxn modelId="{525F0D9C-C943-45A9-8525-4A52622C83CA}" type="presOf" srcId="{468B13C1-965D-4C9B-8E04-49257EEAFDCE}" destId="{199B4701-462C-4EC9-8A8C-3CF293761DCA}" srcOrd="0" destOrd="0" presId="urn:microsoft.com/office/officeart/2005/8/layout/orgChart1"/>
    <dgm:cxn modelId="{7ABAA9A7-94AD-40D3-8CA6-975046ED734E}" type="presOf" srcId="{7985F242-3F91-4DDE-8FC4-C607A025ACB6}" destId="{32D3F3DC-EBEF-4576-A62D-E97BA082F290}" srcOrd="0" destOrd="0" presId="urn:microsoft.com/office/officeart/2005/8/layout/orgChart1"/>
    <dgm:cxn modelId="{F5D2EB9A-F5A1-41D4-9582-3067E879DB7E}" type="presOf" srcId="{CE8FAB1E-9C8B-49D4-853D-3AA6AB51BF5A}" destId="{46B8E54B-E406-4916-B93F-A3659C2C5CF1}" srcOrd="0" destOrd="0" presId="urn:microsoft.com/office/officeart/2005/8/layout/orgChart1"/>
    <dgm:cxn modelId="{0462EF98-9D79-4970-B35F-DD3A047E9611}" type="presOf" srcId="{97849B20-2DB4-4A74-8BFA-9A7F1E45EF36}" destId="{246D5A46-A965-473C-837E-4DEF3C706108}" srcOrd="1" destOrd="0" presId="urn:microsoft.com/office/officeart/2005/8/layout/orgChart1"/>
    <dgm:cxn modelId="{727A72AA-52F8-43AE-8347-5F83E2FD403B}" type="presOf" srcId="{58A2AA0E-4A08-4A26-A8B2-CBE8D80D70CD}" destId="{7743FE7A-9472-48CE-88B9-9087331AEB46}" srcOrd="0" destOrd="0" presId="urn:microsoft.com/office/officeart/2005/8/layout/orgChart1"/>
    <dgm:cxn modelId="{81CF574E-2ACD-4E74-9252-09799E69751D}" type="presOf" srcId="{468936BF-CA90-46EB-AC14-C8BA148A6009}" destId="{523F9487-C99E-44E7-8F68-76E4F1CC088E}" srcOrd="0" destOrd="0" presId="urn:microsoft.com/office/officeart/2005/8/layout/orgChart1"/>
    <dgm:cxn modelId="{BD0FC07D-2019-4828-BBFD-60B4A25ED380}" type="presOf" srcId="{CEAD4F95-1E99-437B-A3DC-EDDED481F08F}" destId="{CD8C3609-8700-41E3-BFCA-0E0A51A52642}" srcOrd="0" destOrd="0" presId="urn:microsoft.com/office/officeart/2005/8/layout/orgChart1"/>
    <dgm:cxn modelId="{EDCB2280-7E7C-4C21-935B-A8C941749DFE}" type="presOf" srcId="{97849B20-2DB4-4A74-8BFA-9A7F1E45EF36}" destId="{4F2CAB8E-49E2-408C-84B4-B195C7BAEBFE}" srcOrd="0" destOrd="0" presId="urn:microsoft.com/office/officeart/2005/8/layout/orgChart1"/>
    <dgm:cxn modelId="{BBAA834F-1667-4DAE-A665-2F38506B090E}" srcId="{FEEDABE5-10A6-402E-BC25-122C3B995B67}" destId="{2649EEC2-303B-4B6F-A711-1A384E827093}" srcOrd="0" destOrd="0" parTransId="{468B13C1-965D-4C9B-8E04-49257EEAFDCE}" sibTransId="{4437E49F-7BDD-48D3-81A6-BB9364BCA3F9}"/>
    <dgm:cxn modelId="{1E211789-FA0D-4727-AADE-BEFFC1BAA4D2}" type="presOf" srcId="{98BCBE82-1326-4A98-9B30-00B4CBAF5B66}" destId="{59CF5637-A7A0-407E-9E51-959A3CB790AF}" srcOrd="0" destOrd="0" presId="urn:microsoft.com/office/officeart/2005/8/layout/orgChart1"/>
    <dgm:cxn modelId="{99E45685-2866-4618-89D1-DA5C83D75752}" srcId="{58A2AA0E-4A08-4A26-A8B2-CBE8D80D70CD}" destId="{FEEDABE5-10A6-402E-BC25-122C3B995B67}" srcOrd="2" destOrd="0" parTransId="{3881DFE1-884A-4A2A-9C28-7F69C1325B3C}" sibTransId="{268BC60B-A2E6-4282-90E2-8EC6F13E3168}"/>
    <dgm:cxn modelId="{C0A62A48-D9EF-431A-88B3-8DCF7C57B9BD}" type="presOf" srcId="{510BB09B-07E6-4608-89A2-26DB7949CC94}" destId="{F71660A3-BEC9-41B9-8EBD-CD5EFEDE4CE0}" srcOrd="0" destOrd="0" presId="urn:microsoft.com/office/officeart/2005/8/layout/orgChart1"/>
    <dgm:cxn modelId="{98942846-DD77-4220-AC2D-2716DD043B7F}" type="presOf" srcId="{2649EEC2-303B-4B6F-A711-1A384E827093}" destId="{2004B731-88A3-45D7-932A-3B725170DE22}" srcOrd="0" destOrd="0" presId="urn:microsoft.com/office/officeart/2005/8/layout/orgChart1"/>
    <dgm:cxn modelId="{C4CD5870-98C4-4EE2-B584-ED3C9797709F}" srcId="{58A2AA0E-4A08-4A26-A8B2-CBE8D80D70CD}" destId="{97849B20-2DB4-4A74-8BFA-9A7F1E45EF36}" srcOrd="0" destOrd="0" parTransId="{CE8FAB1E-9C8B-49D4-853D-3AA6AB51BF5A}" sibTransId="{0AC05126-25B4-4E62-95C8-BC5164707A30}"/>
    <dgm:cxn modelId="{3F03879E-0847-443F-B4C8-9A51432B0653}" type="presOf" srcId="{8E7ECE04-7E90-4393-9C99-C845804A85C4}" destId="{A200D2E1-AFC1-4EB4-B0EE-69CCE83941C6}" srcOrd="1" destOrd="0" presId="urn:microsoft.com/office/officeart/2005/8/layout/orgChart1"/>
    <dgm:cxn modelId="{C62216F2-1010-4493-A76D-345112129F06}" type="presOf" srcId="{2649EEC2-303B-4B6F-A711-1A384E827093}" destId="{9BFE05B5-74FB-4A3D-81F6-EA1757726C33}" srcOrd="1" destOrd="0" presId="urn:microsoft.com/office/officeart/2005/8/layout/orgChart1"/>
    <dgm:cxn modelId="{7DFBCA86-29DF-44C7-A00E-E19E01C2D628}" type="presOf" srcId="{3881DFE1-884A-4A2A-9C28-7F69C1325B3C}" destId="{92BBAE44-5D50-4181-BBA6-29041690C994}" srcOrd="0" destOrd="0" presId="urn:microsoft.com/office/officeart/2005/8/layout/orgChart1"/>
    <dgm:cxn modelId="{5DABB7BF-8A06-4B78-BFD1-CC4B1E82D9FC}" type="presOf" srcId="{8E7ECE04-7E90-4393-9C99-C845804A85C4}" destId="{0DCAAF1B-A0F9-425E-91BA-441F3BA08CED}" srcOrd="0" destOrd="0" presId="urn:microsoft.com/office/officeart/2005/8/layout/orgChart1"/>
    <dgm:cxn modelId="{7FC039C0-3324-413E-9DB9-FE47EE251A86}" type="presParOf" srcId="{CD8C3609-8700-41E3-BFCA-0E0A51A52642}" destId="{FB7A86DE-96B5-4683-9E8D-92EE3E16AED5}" srcOrd="0" destOrd="0" presId="urn:microsoft.com/office/officeart/2005/8/layout/orgChart1"/>
    <dgm:cxn modelId="{6F3E97E1-592D-411E-AA20-0947B353E196}" type="presParOf" srcId="{FB7A86DE-96B5-4683-9E8D-92EE3E16AED5}" destId="{19C880E1-A2B0-4153-8EEC-3D5D3D49405E}" srcOrd="0" destOrd="0" presId="urn:microsoft.com/office/officeart/2005/8/layout/orgChart1"/>
    <dgm:cxn modelId="{6C733AC7-BE36-4157-9896-2A571E4A2C48}" type="presParOf" srcId="{19C880E1-A2B0-4153-8EEC-3D5D3D49405E}" destId="{7743FE7A-9472-48CE-88B9-9087331AEB46}" srcOrd="0" destOrd="0" presId="urn:microsoft.com/office/officeart/2005/8/layout/orgChart1"/>
    <dgm:cxn modelId="{8F670128-4540-43D0-BACC-E4A0A339052E}" type="presParOf" srcId="{19C880E1-A2B0-4153-8EEC-3D5D3D49405E}" destId="{58C1A81D-9994-4E50-87BA-1D0753A459E8}" srcOrd="1" destOrd="0" presId="urn:microsoft.com/office/officeart/2005/8/layout/orgChart1"/>
    <dgm:cxn modelId="{48A7FE0B-EF66-46AA-B101-9753A23F8A76}" type="presParOf" srcId="{FB7A86DE-96B5-4683-9E8D-92EE3E16AED5}" destId="{92A7E46A-9DB2-4311-A0FC-7D1FF51D49EB}" srcOrd="1" destOrd="0" presId="urn:microsoft.com/office/officeart/2005/8/layout/orgChart1"/>
    <dgm:cxn modelId="{9BB25819-9F49-4F89-AA27-6E0105657390}" type="presParOf" srcId="{92A7E46A-9DB2-4311-A0FC-7D1FF51D49EB}" destId="{46B8E54B-E406-4916-B93F-A3659C2C5CF1}" srcOrd="0" destOrd="0" presId="urn:microsoft.com/office/officeart/2005/8/layout/orgChart1"/>
    <dgm:cxn modelId="{5D57A601-DA25-442F-ADB6-225DE130FDF2}" type="presParOf" srcId="{92A7E46A-9DB2-4311-A0FC-7D1FF51D49EB}" destId="{DCB4B7CF-52AC-4050-B7A1-C4BB71B9991D}" srcOrd="1" destOrd="0" presId="urn:microsoft.com/office/officeart/2005/8/layout/orgChart1"/>
    <dgm:cxn modelId="{719EB43B-7B10-42B5-BDD9-4940D8D5989E}" type="presParOf" srcId="{DCB4B7CF-52AC-4050-B7A1-C4BB71B9991D}" destId="{2AB56CD4-6EC5-4893-9BDE-44EF0FBE1307}" srcOrd="0" destOrd="0" presId="urn:microsoft.com/office/officeart/2005/8/layout/orgChart1"/>
    <dgm:cxn modelId="{77F79ABB-C482-4A18-9C49-DEAC362FF5CB}" type="presParOf" srcId="{2AB56CD4-6EC5-4893-9BDE-44EF0FBE1307}" destId="{4F2CAB8E-49E2-408C-84B4-B195C7BAEBFE}" srcOrd="0" destOrd="0" presId="urn:microsoft.com/office/officeart/2005/8/layout/orgChart1"/>
    <dgm:cxn modelId="{E7EF2EFD-80CC-4A78-8AEC-3DC7B9982F1F}" type="presParOf" srcId="{2AB56CD4-6EC5-4893-9BDE-44EF0FBE1307}" destId="{246D5A46-A965-473C-837E-4DEF3C706108}" srcOrd="1" destOrd="0" presId="urn:microsoft.com/office/officeart/2005/8/layout/orgChart1"/>
    <dgm:cxn modelId="{41CCA7A4-27A2-4295-82F5-74B164381325}" type="presParOf" srcId="{DCB4B7CF-52AC-4050-B7A1-C4BB71B9991D}" destId="{B3336E52-744A-41AC-9B65-7BBFBF28C6B8}" srcOrd="1" destOrd="0" presId="urn:microsoft.com/office/officeart/2005/8/layout/orgChart1"/>
    <dgm:cxn modelId="{004BE690-D0CF-4563-A5E8-E8E91750DACF}" type="presParOf" srcId="{B3336E52-744A-41AC-9B65-7BBFBF28C6B8}" destId="{F71660A3-BEC9-41B9-8EBD-CD5EFEDE4CE0}" srcOrd="0" destOrd="0" presId="urn:microsoft.com/office/officeart/2005/8/layout/orgChart1"/>
    <dgm:cxn modelId="{2348778D-F6F8-4FF1-A53B-9C32CF2700A9}" type="presParOf" srcId="{B3336E52-744A-41AC-9B65-7BBFBF28C6B8}" destId="{F5226D28-162B-4C0A-B81B-2F3044DFC94D}" srcOrd="1" destOrd="0" presId="urn:microsoft.com/office/officeart/2005/8/layout/orgChart1"/>
    <dgm:cxn modelId="{612814E4-DF33-4730-89F5-306BC6A4ACCD}" type="presParOf" srcId="{F5226D28-162B-4C0A-B81B-2F3044DFC94D}" destId="{DECBCC6B-BBF8-46B5-9D7A-6C1301865D76}" srcOrd="0" destOrd="0" presId="urn:microsoft.com/office/officeart/2005/8/layout/orgChart1"/>
    <dgm:cxn modelId="{C50B6B6D-9AF8-4266-9559-727FDA3B9DA0}" type="presParOf" srcId="{DECBCC6B-BBF8-46B5-9D7A-6C1301865D76}" destId="{B6502D21-750A-487C-9707-ED75D51353C0}" srcOrd="0" destOrd="0" presId="urn:microsoft.com/office/officeart/2005/8/layout/orgChart1"/>
    <dgm:cxn modelId="{15D1018C-5696-4E2D-9A25-F4E18A7150D8}" type="presParOf" srcId="{DECBCC6B-BBF8-46B5-9D7A-6C1301865D76}" destId="{BB643933-7028-485C-B73B-B50A767BADF4}" srcOrd="1" destOrd="0" presId="urn:microsoft.com/office/officeart/2005/8/layout/orgChart1"/>
    <dgm:cxn modelId="{BE0ABEB9-C28D-44CC-9D6B-F83D3F0FBC2B}" type="presParOf" srcId="{F5226D28-162B-4C0A-B81B-2F3044DFC94D}" destId="{6ADACF67-E00D-42A4-9A29-870D630A0D1C}" srcOrd="1" destOrd="0" presId="urn:microsoft.com/office/officeart/2005/8/layout/orgChart1"/>
    <dgm:cxn modelId="{F2E4E72D-F930-4472-A018-21CD23694D0A}" type="presParOf" srcId="{F5226D28-162B-4C0A-B81B-2F3044DFC94D}" destId="{CAC06266-04FB-4A8C-9B0B-C4E48613AC88}" srcOrd="2" destOrd="0" presId="urn:microsoft.com/office/officeart/2005/8/layout/orgChart1"/>
    <dgm:cxn modelId="{E9E07E60-A897-4D5F-A4FC-1C669852CFAB}" type="presParOf" srcId="{DCB4B7CF-52AC-4050-B7A1-C4BB71B9991D}" destId="{8DE510AE-9FBA-4DF5-AD89-FE2F6832BE05}" srcOrd="2" destOrd="0" presId="urn:microsoft.com/office/officeart/2005/8/layout/orgChart1"/>
    <dgm:cxn modelId="{A5238E4E-7645-45A5-9920-DE47E9871F9A}" type="presParOf" srcId="{92A7E46A-9DB2-4311-A0FC-7D1FF51D49EB}" destId="{74DE3214-6944-43EA-841E-5A8EDC924FCD}" srcOrd="2" destOrd="0" presId="urn:microsoft.com/office/officeart/2005/8/layout/orgChart1"/>
    <dgm:cxn modelId="{64195EB1-2A9C-4E58-A9F5-F07BCC713219}" type="presParOf" srcId="{92A7E46A-9DB2-4311-A0FC-7D1FF51D49EB}" destId="{BB7E16A2-D3CD-47F0-B95D-64C18F049FC8}" srcOrd="3" destOrd="0" presId="urn:microsoft.com/office/officeart/2005/8/layout/orgChart1"/>
    <dgm:cxn modelId="{70F0C8E8-45B1-46D8-A194-B7641E25E98B}" type="presParOf" srcId="{BB7E16A2-D3CD-47F0-B95D-64C18F049FC8}" destId="{7CAE2602-5CD5-48CC-B7DB-628D8EF677DA}" srcOrd="0" destOrd="0" presId="urn:microsoft.com/office/officeart/2005/8/layout/orgChart1"/>
    <dgm:cxn modelId="{01794B4B-F1D4-470D-830F-B3CE5D29A844}" type="presParOf" srcId="{7CAE2602-5CD5-48CC-B7DB-628D8EF677DA}" destId="{32D3F3DC-EBEF-4576-A62D-E97BA082F290}" srcOrd="0" destOrd="0" presId="urn:microsoft.com/office/officeart/2005/8/layout/orgChart1"/>
    <dgm:cxn modelId="{120AEEDF-67A9-413A-BBF0-6F9C9691FC77}" type="presParOf" srcId="{7CAE2602-5CD5-48CC-B7DB-628D8EF677DA}" destId="{D86BBA7D-FA04-427D-A9A9-321A59713392}" srcOrd="1" destOrd="0" presId="urn:microsoft.com/office/officeart/2005/8/layout/orgChart1"/>
    <dgm:cxn modelId="{49F4E8E2-DD68-454D-A8EA-1679E4F1B171}" type="presParOf" srcId="{BB7E16A2-D3CD-47F0-B95D-64C18F049FC8}" destId="{0F18635B-95B9-423C-870E-9AA20935BC2A}" srcOrd="1" destOrd="0" presId="urn:microsoft.com/office/officeart/2005/8/layout/orgChart1"/>
    <dgm:cxn modelId="{9E03CEEB-EA3B-4CB7-B4E2-28592D28DEA2}" type="presParOf" srcId="{0F18635B-95B9-423C-870E-9AA20935BC2A}" destId="{3B2646E0-96F0-451D-9003-4E992E1C9AF3}" srcOrd="0" destOrd="0" presId="urn:microsoft.com/office/officeart/2005/8/layout/orgChart1"/>
    <dgm:cxn modelId="{B4AFE66B-C90E-4B77-BF20-6513914F0779}" type="presParOf" srcId="{0F18635B-95B9-423C-870E-9AA20935BC2A}" destId="{C90E2C87-F546-4325-B043-FFE5363CA396}" srcOrd="1" destOrd="0" presId="urn:microsoft.com/office/officeart/2005/8/layout/orgChart1"/>
    <dgm:cxn modelId="{25732E04-B168-441A-BF18-BBDF5609A2C8}" type="presParOf" srcId="{C90E2C87-F546-4325-B043-FFE5363CA396}" destId="{45A9BAE0-F9AD-49A0-8E29-0ECC5D7EED46}" srcOrd="0" destOrd="0" presId="urn:microsoft.com/office/officeart/2005/8/layout/orgChart1"/>
    <dgm:cxn modelId="{8AA121B5-4AC2-470E-AE33-E40C54DA7130}" type="presParOf" srcId="{45A9BAE0-F9AD-49A0-8E29-0ECC5D7EED46}" destId="{59CF5637-A7A0-407E-9E51-959A3CB790AF}" srcOrd="0" destOrd="0" presId="urn:microsoft.com/office/officeart/2005/8/layout/orgChart1"/>
    <dgm:cxn modelId="{F57C9CB3-3E0C-460E-A557-8E5FE3EFE9A5}" type="presParOf" srcId="{45A9BAE0-F9AD-49A0-8E29-0ECC5D7EED46}" destId="{322E32A2-E196-423E-BE5C-E95795986B45}" srcOrd="1" destOrd="0" presId="urn:microsoft.com/office/officeart/2005/8/layout/orgChart1"/>
    <dgm:cxn modelId="{9CEEACB6-5E9E-47D5-9D91-577F108AA439}" type="presParOf" srcId="{C90E2C87-F546-4325-B043-FFE5363CA396}" destId="{C596A6BB-1F87-418A-9243-6BE22FF9F3A6}" srcOrd="1" destOrd="0" presId="urn:microsoft.com/office/officeart/2005/8/layout/orgChart1"/>
    <dgm:cxn modelId="{251FBA7D-ADB6-46F9-8DDA-D68FBAF74357}" type="presParOf" srcId="{C90E2C87-F546-4325-B043-FFE5363CA396}" destId="{C94B4EC6-EC0F-40FC-8543-E491726ABAB5}" srcOrd="2" destOrd="0" presId="urn:microsoft.com/office/officeart/2005/8/layout/orgChart1"/>
    <dgm:cxn modelId="{716BCEDF-B908-4C09-9775-CE799A58A7E4}" type="presParOf" srcId="{BB7E16A2-D3CD-47F0-B95D-64C18F049FC8}" destId="{A1A94753-5CC7-43C0-B16B-86327B61F613}" srcOrd="2" destOrd="0" presId="urn:microsoft.com/office/officeart/2005/8/layout/orgChart1"/>
    <dgm:cxn modelId="{A2B22E0F-2015-44E1-85B7-BE66B98A0AF4}" type="presParOf" srcId="{92A7E46A-9DB2-4311-A0FC-7D1FF51D49EB}" destId="{92BBAE44-5D50-4181-BBA6-29041690C994}" srcOrd="4" destOrd="0" presId="urn:microsoft.com/office/officeart/2005/8/layout/orgChart1"/>
    <dgm:cxn modelId="{B495AD98-7B90-4B0D-8D94-09021D759BE0}" type="presParOf" srcId="{92A7E46A-9DB2-4311-A0FC-7D1FF51D49EB}" destId="{7A379338-5D85-4577-A560-2FC1F581FEBD}" srcOrd="5" destOrd="0" presId="urn:microsoft.com/office/officeart/2005/8/layout/orgChart1"/>
    <dgm:cxn modelId="{07868E3E-9A83-4011-A79C-221E3DDBD2F2}" type="presParOf" srcId="{7A379338-5D85-4577-A560-2FC1F581FEBD}" destId="{708CCC51-2A52-4220-8FEA-8AF20E1CCF70}" srcOrd="0" destOrd="0" presId="urn:microsoft.com/office/officeart/2005/8/layout/orgChart1"/>
    <dgm:cxn modelId="{2C4E70F2-C9EE-41CA-A597-5C9A5B5797E5}" type="presParOf" srcId="{708CCC51-2A52-4220-8FEA-8AF20E1CCF70}" destId="{517303F1-DE16-4C85-8213-A0408C38360C}" srcOrd="0" destOrd="0" presId="urn:microsoft.com/office/officeart/2005/8/layout/orgChart1"/>
    <dgm:cxn modelId="{A0D41104-0710-4B55-8098-0A83106E6B10}" type="presParOf" srcId="{708CCC51-2A52-4220-8FEA-8AF20E1CCF70}" destId="{9D03166B-2F45-454C-A7F5-1F518771CEF9}" srcOrd="1" destOrd="0" presId="urn:microsoft.com/office/officeart/2005/8/layout/orgChart1"/>
    <dgm:cxn modelId="{AF6AAE9A-2531-4E33-B58D-FEC8CB9CBE70}" type="presParOf" srcId="{7A379338-5D85-4577-A560-2FC1F581FEBD}" destId="{E2C8515E-BB72-468A-87B8-9FA0BFE48E05}" srcOrd="1" destOrd="0" presId="urn:microsoft.com/office/officeart/2005/8/layout/orgChart1"/>
    <dgm:cxn modelId="{F78D4EFC-5CF6-480E-AA4B-10D924B3900B}" type="presParOf" srcId="{E2C8515E-BB72-468A-87B8-9FA0BFE48E05}" destId="{199B4701-462C-4EC9-8A8C-3CF293761DCA}" srcOrd="0" destOrd="0" presId="urn:microsoft.com/office/officeart/2005/8/layout/orgChart1"/>
    <dgm:cxn modelId="{539E3D99-62B2-415A-B595-EBF9FB3F8B8A}" type="presParOf" srcId="{E2C8515E-BB72-468A-87B8-9FA0BFE48E05}" destId="{9FFA27D4-035B-45B5-A9D3-1C0BD82835BD}" srcOrd="1" destOrd="0" presId="urn:microsoft.com/office/officeart/2005/8/layout/orgChart1"/>
    <dgm:cxn modelId="{E0F1B664-9F18-44D4-A80A-C22FCAAEB5C0}" type="presParOf" srcId="{9FFA27D4-035B-45B5-A9D3-1C0BD82835BD}" destId="{FF827C2A-BE2D-40AB-9FAC-7905CD4321AF}" srcOrd="0" destOrd="0" presId="urn:microsoft.com/office/officeart/2005/8/layout/orgChart1"/>
    <dgm:cxn modelId="{424750D8-1C9D-4D5D-BC55-47FDC1277841}" type="presParOf" srcId="{FF827C2A-BE2D-40AB-9FAC-7905CD4321AF}" destId="{2004B731-88A3-45D7-932A-3B725170DE22}" srcOrd="0" destOrd="0" presId="urn:microsoft.com/office/officeart/2005/8/layout/orgChart1"/>
    <dgm:cxn modelId="{A6238F46-4925-48EE-BBA8-FA1500BB62C0}" type="presParOf" srcId="{FF827C2A-BE2D-40AB-9FAC-7905CD4321AF}" destId="{9BFE05B5-74FB-4A3D-81F6-EA1757726C33}" srcOrd="1" destOrd="0" presId="urn:microsoft.com/office/officeart/2005/8/layout/orgChart1"/>
    <dgm:cxn modelId="{E1B789FA-DCB4-42FE-97D4-138511A8C262}" type="presParOf" srcId="{9FFA27D4-035B-45B5-A9D3-1C0BD82835BD}" destId="{181FF737-32E3-49C3-BCDD-9B39FCB2AB6A}" srcOrd="1" destOrd="0" presId="urn:microsoft.com/office/officeart/2005/8/layout/orgChart1"/>
    <dgm:cxn modelId="{CE1817A9-28AD-4A77-9738-6177921C53A2}" type="presParOf" srcId="{9FFA27D4-035B-45B5-A9D3-1C0BD82835BD}" destId="{96899B75-32C8-4CD7-ACEF-2E756C98FBFF}" srcOrd="2" destOrd="0" presId="urn:microsoft.com/office/officeart/2005/8/layout/orgChart1"/>
    <dgm:cxn modelId="{B84DF29D-52CD-4205-A54E-6E766CB07215}" type="presParOf" srcId="{7A379338-5D85-4577-A560-2FC1F581FEBD}" destId="{2CB7ABA9-D89F-4E87-ACB1-D7510282F8DB}" srcOrd="2" destOrd="0" presId="urn:microsoft.com/office/officeart/2005/8/layout/orgChart1"/>
    <dgm:cxn modelId="{C07B8F60-31A7-4391-85B5-1216162815BB}" type="presParOf" srcId="{92A7E46A-9DB2-4311-A0FC-7D1FF51D49EB}" destId="{D53EE753-1608-4B17-AC4D-9930A37B27B4}" srcOrd="6" destOrd="0" presId="urn:microsoft.com/office/officeart/2005/8/layout/orgChart1"/>
    <dgm:cxn modelId="{9EA6E580-681B-434A-83CB-5208450A3B07}" type="presParOf" srcId="{92A7E46A-9DB2-4311-A0FC-7D1FF51D49EB}" destId="{431C98CB-D84D-4309-A1F9-C6D0CE50C568}" srcOrd="7" destOrd="0" presId="urn:microsoft.com/office/officeart/2005/8/layout/orgChart1"/>
    <dgm:cxn modelId="{0F763334-17EA-4709-8CF2-01B50DC80AE6}" type="presParOf" srcId="{431C98CB-D84D-4309-A1F9-C6D0CE50C568}" destId="{CFF78CDA-9A71-4BA6-980C-FD73417A51D9}" srcOrd="0" destOrd="0" presId="urn:microsoft.com/office/officeart/2005/8/layout/orgChart1"/>
    <dgm:cxn modelId="{9407EE97-EB14-411E-93E9-5F24C46E9259}" type="presParOf" srcId="{CFF78CDA-9A71-4BA6-980C-FD73417A51D9}" destId="{9900DA43-2A8E-4C80-8C0F-B40463443F0A}" srcOrd="0" destOrd="0" presId="urn:microsoft.com/office/officeart/2005/8/layout/orgChart1"/>
    <dgm:cxn modelId="{24C75660-6FE4-41C6-8996-4055BE9DD105}" type="presParOf" srcId="{CFF78CDA-9A71-4BA6-980C-FD73417A51D9}" destId="{6C55627D-B0D0-4D3D-9CAC-77D70761B4A5}" srcOrd="1" destOrd="0" presId="urn:microsoft.com/office/officeart/2005/8/layout/orgChart1"/>
    <dgm:cxn modelId="{AA6CA90C-1007-4131-80A6-FE1AEE4DAB44}" type="presParOf" srcId="{431C98CB-D84D-4309-A1F9-C6D0CE50C568}" destId="{A78113E1-DB97-4998-BFBE-C097400ED259}" srcOrd="1" destOrd="0" presId="urn:microsoft.com/office/officeart/2005/8/layout/orgChart1"/>
    <dgm:cxn modelId="{DF733659-F254-40ED-ACD6-5D3AC58B612B}" type="presParOf" srcId="{A78113E1-DB97-4998-BFBE-C097400ED259}" destId="{523F9487-C99E-44E7-8F68-76E4F1CC088E}" srcOrd="0" destOrd="0" presId="urn:microsoft.com/office/officeart/2005/8/layout/orgChart1"/>
    <dgm:cxn modelId="{382B651D-10FA-4575-B809-6BF0C31FB0EE}" type="presParOf" srcId="{A78113E1-DB97-4998-BFBE-C097400ED259}" destId="{A82E368A-8138-456E-A24C-4E4938A7D038}" srcOrd="1" destOrd="0" presId="urn:microsoft.com/office/officeart/2005/8/layout/orgChart1"/>
    <dgm:cxn modelId="{6B4867C3-8D06-41B1-8126-B70C6072FEDF}" type="presParOf" srcId="{A82E368A-8138-456E-A24C-4E4938A7D038}" destId="{1BDE39BF-A4C1-4A1C-8EC9-B88D094BCA5A}" srcOrd="0" destOrd="0" presId="urn:microsoft.com/office/officeart/2005/8/layout/orgChart1"/>
    <dgm:cxn modelId="{1800A378-9CEA-428A-AA6F-5AAC1503BACA}" type="presParOf" srcId="{1BDE39BF-A4C1-4A1C-8EC9-B88D094BCA5A}" destId="{0DCAAF1B-A0F9-425E-91BA-441F3BA08CED}" srcOrd="0" destOrd="0" presId="urn:microsoft.com/office/officeart/2005/8/layout/orgChart1"/>
    <dgm:cxn modelId="{299D365F-DA9E-4E9F-9BB0-CBA23ED4AA7D}" type="presParOf" srcId="{1BDE39BF-A4C1-4A1C-8EC9-B88D094BCA5A}" destId="{A200D2E1-AFC1-4EB4-B0EE-69CCE83941C6}" srcOrd="1" destOrd="0" presId="urn:microsoft.com/office/officeart/2005/8/layout/orgChart1"/>
    <dgm:cxn modelId="{44B2BF14-C683-487B-9FAD-AF114F1FF33D}" type="presParOf" srcId="{A82E368A-8138-456E-A24C-4E4938A7D038}" destId="{FE2F3D65-67E6-4A1F-AB40-3C19D02E03E5}" srcOrd="1" destOrd="0" presId="urn:microsoft.com/office/officeart/2005/8/layout/orgChart1"/>
    <dgm:cxn modelId="{4D2373C3-B1B8-4B8D-839B-97BA6E43C534}" type="presParOf" srcId="{A82E368A-8138-456E-A24C-4E4938A7D038}" destId="{08EEBA2F-08C3-4293-8652-24A64B7F1373}" srcOrd="2" destOrd="0" presId="urn:microsoft.com/office/officeart/2005/8/layout/orgChart1"/>
    <dgm:cxn modelId="{21DC2A1A-DA82-4022-8EDB-9EA15AB8F219}" type="presParOf" srcId="{431C98CB-D84D-4309-A1F9-C6D0CE50C568}" destId="{3372AD6E-50E1-4024-968E-2F9C28F302FB}" srcOrd="2" destOrd="0" presId="urn:microsoft.com/office/officeart/2005/8/layout/orgChart1"/>
    <dgm:cxn modelId="{2C551701-876B-44BF-8AFB-6C8BAA0C4619}" type="presParOf" srcId="{FB7A86DE-96B5-4683-9E8D-92EE3E16AED5}" destId="{5247C0BB-A1BA-4E91-A10E-8E01DE57D42E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20B9AFD-1BE2-4F18-88B9-492A29968D3F}" type="doc">
      <dgm:prSet loTypeId="urn:microsoft.com/office/officeart/2005/8/layout/vProcess5" loCatId="process" qsTypeId="urn:microsoft.com/office/officeart/2005/8/quickstyle/simple2" qsCatId="simple" csTypeId="urn:microsoft.com/office/officeart/2005/8/colors/accent0_2" csCatId="mainScheme" phldr="1"/>
      <dgm:spPr/>
      <dgm:t>
        <a:bodyPr/>
        <a:lstStyle/>
        <a:p>
          <a:endParaRPr lang="zh-CN" altLang="en-US"/>
        </a:p>
      </dgm:t>
    </dgm:pt>
    <dgm:pt modelId="{00CA39AA-98B5-4D32-9546-694C706C10D1}">
      <dgm:prSet custT="1"/>
      <dgm:spPr/>
      <dgm:t>
        <a:bodyPr/>
        <a:lstStyle/>
        <a:p>
          <a:pPr rtl="0"/>
          <a:r>
            <a:rPr lang="zh-CN" sz="1600" b="1" dirty="0" smtClean="0"/>
            <a:t>使用</a:t>
          </a:r>
          <a:r>
            <a:rPr lang="en-US" sz="1600" b="1" dirty="0" smtClean="0"/>
            <a:t>RCC_APB2PeriphClockCmd()</a:t>
          </a:r>
          <a:r>
            <a:rPr lang="zh-CN" sz="1600" b="1" dirty="0" smtClean="0"/>
            <a:t>函数配置时钟，初始化</a:t>
          </a:r>
          <a:r>
            <a:rPr lang="en-US" sz="1600" b="1" dirty="0" smtClean="0"/>
            <a:t>GPIO</a:t>
          </a:r>
          <a:r>
            <a:rPr lang="zh-CN" sz="1600" b="1" dirty="0" smtClean="0"/>
            <a:t>引脚为复用功能</a:t>
          </a:r>
          <a:endParaRPr lang="zh-CN" sz="1600" b="1" dirty="0"/>
        </a:p>
      </dgm:t>
    </dgm:pt>
    <dgm:pt modelId="{DA2780FF-AEE9-4391-BA43-754C55F59B11}" type="parTrans" cxnId="{E172AEFF-0622-43BB-9E2A-33CDF19FB56D}">
      <dgm:prSet/>
      <dgm:spPr/>
      <dgm:t>
        <a:bodyPr/>
        <a:lstStyle/>
        <a:p>
          <a:endParaRPr lang="zh-CN" altLang="en-US" sz="6600" b="1"/>
        </a:p>
      </dgm:t>
    </dgm:pt>
    <dgm:pt modelId="{70789CE1-6B51-4905-9D8A-FEB070212A5F}" type="sibTrans" cxnId="{E172AEFF-0622-43BB-9E2A-33CDF19FB56D}">
      <dgm:prSet custT="1"/>
      <dgm:spPr/>
      <dgm:t>
        <a:bodyPr/>
        <a:lstStyle/>
        <a:p>
          <a:endParaRPr lang="zh-CN" altLang="en-US" sz="6600" b="1"/>
        </a:p>
      </dgm:t>
    </dgm:pt>
    <dgm:pt modelId="{B3902992-D777-4606-A14C-7CAE68282BB3}">
      <dgm:prSet custT="1"/>
      <dgm:spPr/>
      <dgm:t>
        <a:bodyPr/>
        <a:lstStyle/>
        <a:p>
          <a:pPr rtl="0"/>
          <a:r>
            <a:rPr lang="zh-CN" sz="1600" b="1" dirty="0" smtClean="0"/>
            <a:t>使用</a:t>
          </a:r>
          <a:r>
            <a:rPr lang="en-US" sz="1600" b="1" dirty="0" err="1" smtClean="0"/>
            <a:t>GPIO_EXTILineConfig</a:t>
          </a:r>
          <a:r>
            <a:rPr lang="en-US" sz="1600" b="1" dirty="0" smtClean="0"/>
            <a:t>()</a:t>
          </a:r>
          <a:r>
            <a:rPr lang="zh-CN" sz="1600" b="1" dirty="0" smtClean="0"/>
            <a:t>函数配置</a:t>
          </a:r>
          <a:r>
            <a:rPr lang="en-US" sz="1600" b="1" dirty="0" smtClean="0"/>
            <a:t>I/O</a:t>
          </a:r>
          <a:r>
            <a:rPr lang="zh-CN" sz="1600" b="1" dirty="0" smtClean="0"/>
            <a:t>引脚与外部中断线路的映射关系</a:t>
          </a:r>
          <a:endParaRPr lang="zh-CN" sz="1600" b="1" dirty="0"/>
        </a:p>
      </dgm:t>
    </dgm:pt>
    <dgm:pt modelId="{7B1DD013-8C5E-46BF-AC46-D47C690F1AF0}" type="parTrans" cxnId="{1F6AD3CF-7E33-4FB6-8D66-FA101F2050A4}">
      <dgm:prSet/>
      <dgm:spPr/>
      <dgm:t>
        <a:bodyPr/>
        <a:lstStyle/>
        <a:p>
          <a:endParaRPr lang="zh-CN" altLang="en-US" sz="6600" b="1"/>
        </a:p>
      </dgm:t>
    </dgm:pt>
    <dgm:pt modelId="{1B5E4919-7FE8-4CCE-B589-C8BB1CB6E8F5}" type="sibTrans" cxnId="{1F6AD3CF-7E33-4FB6-8D66-FA101F2050A4}">
      <dgm:prSet custT="1"/>
      <dgm:spPr/>
      <dgm:t>
        <a:bodyPr/>
        <a:lstStyle/>
        <a:p>
          <a:endParaRPr lang="zh-CN" altLang="en-US" sz="6600" b="1"/>
        </a:p>
      </dgm:t>
    </dgm:pt>
    <dgm:pt modelId="{82AB8EE6-F4FD-4568-A8BA-0E0A5B1FA8FF}">
      <dgm:prSet custT="1"/>
      <dgm:spPr/>
      <dgm:t>
        <a:bodyPr/>
        <a:lstStyle/>
        <a:p>
          <a:pPr rtl="0"/>
          <a:r>
            <a:rPr lang="zh-CN" sz="1800" b="1" dirty="0" smtClean="0"/>
            <a:t>使用</a:t>
          </a:r>
          <a:r>
            <a:rPr lang="en-US" sz="1800" b="1" dirty="0" err="1" smtClean="0"/>
            <a:t>EXTI_Init</a:t>
          </a:r>
          <a:r>
            <a:rPr lang="en-US" sz="1800" b="1" dirty="0" smtClean="0"/>
            <a:t>()</a:t>
          </a:r>
          <a:r>
            <a:rPr lang="zh-CN" sz="1800" b="1" dirty="0" smtClean="0"/>
            <a:t>函数配置外部中断</a:t>
          </a:r>
          <a:endParaRPr lang="zh-CN" sz="1800" b="1" dirty="0"/>
        </a:p>
      </dgm:t>
    </dgm:pt>
    <dgm:pt modelId="{F210414E-F79F-4515-9118-BA804B87B6A2}" type="parTrans" cxnId="{5FB36679-F8DB-4490-8098-17CA4D9BE06C}">
      <dgm:prSet/>
      <dgm:spPr/>
      <dgm:t>
        <a:bodyPr/>
        <a:lstStyle/>
        <a:p>
          <a:endParaRPr lang="zh-CN" altLang="en-US" sz="6600" b="1"/>
        </a:p>
      </dgm:t>
    </dgm:pt>
    <dgm:pt modelId="{2B71F18F-2B1B-4825-BF49-A33AC7F36AE3}" type="sibTrans" cxnId="{5FB36679-F8DB-4490-8098-17CA4D9BE06C}">
      <dgm:prSet custT="1"/>
      <dgm:spPr/>
      <dgm:t>
        <a:bodyPr/>
        <a:lstStyle/>
        <a:p>
          <a:endParaRPr lang="zh-CN" altLang="en-US" sz="6600" b="1"/>
        </a:p>
      </dgm:t>
    </dgm:pt>
    <dgm:pt modelId="{3D5042B2-EAE5-49A4-BC49-3BCE584A2AAF}">
      <dgm:prSet custT="1"/>
      <dgm:spPr/>
      <dgm:t>
        <a:bodyPr/>
        <a:lstStyle/>
        <a:p>
          <a:pPr rtl="0"/>
          <a:r>
            <a:rPr lang="zh-CN" sz="1800" b="1" dirty="0" smtClean="0"/>
            <a:t>使用</a:t>
          </a:r>
          <a:r>
            <a:rPr lang="en-US" sz="1800" b="1" dirty="0" err="1" smtClean="0"/>
            <a:t>NVIC_Init</a:t>
          </a:r>
          <a:r>
            <a:rPr lang="en-US" sz="1800" b="1" dirty="0" smtClean="0"/>
            <a:t>()</a:t>
          </a:r>
          <a:r>
            <a:rPr lang="zh-CN" sz="1800" b="1" dirty="0" smtClean="0"/>
            <a:t>配置中断优先级等</a:t>
          </a:r>
          <a:endParaRPr lang="zh-CN" sz="1800" b="1" dirty="0"/>
        </a:p>
      </dgm:t>
    </dgm:pt>
    <dgm:pt modelId="{301FB835-F3C2-4121-8078-ED58FF8842A3}" type="parTrans" cxnId="{E304DA58-0DF8-4156-AEAB-8282A3A09DC7}">
      <dgm:prSet/>
      <dgm:spPr/>
      <dgm:t>
        <a:bodyPr/>
        <a:lstStyle/>
        <a:p>
          <a:endParaRPr lang="zh-CN" altLang="en-US" sz="6600" b="1"/>
        </a:p>
      </dgm:t>
    </dgm:pt>
    <dgm:pt modelId="{769B5719-0CD7-4D51-8720-35E19C3EFDD9}" type="sibTrans" cxnId="{E304DA58-0DF8-4156-AEAB-8282A3A09DC7}">
      <dgm:prSet custT="1"/>
      <dgm:spPr/>
      <dgm:t>
        <a:bodyPr/>
        <a:lstStyle/>
        <a:p>
          <a:endParaRPr lang="zh-CN" altLang="en-US" sz="6600" b="1"/>
        </a:p>
      </dgm:t>
    </dgm:pt>
    <dgm:pt modelId="{01F83C8E-2214-4790-BF3A-F20894F3C0D4}">
      <dgm:prSet custT="1"/>
      <dgm:spPr/>
      <dgm:t>
        <a:bodyPr/>
        <a:lstStyle/>
        <a:p>
          <a:pPr rtl="0"/>
          <a:r>
            <a:rPr lang="zh-CN" sz="1800" b="1" dirty="0" smtClean="0"/>
            <a:t>编写中断服务函数</a:t>
          </a:r>
          <a:endParaRPr lang="zh-CN" sz="1800" b="1" dirty="0"/>
        </a:p>
      </dgm:t>
    </dgm:pt>
    <dgm:pt modelId="{92F8C2D3-BBE0-46C4-9DB9-E5E54DC43C92}" type="parTrans" cxnId="{20DE8F5E-8DC4-4FC5-8BD5-7FEC78040FD6}">
      <dgm:prSet/>
      <dgm:spPr/>
      <dgm:t>
        <a:bodyPr/>
        <a:lstStyle/>
        <a:p>
          <a:endParaRPr lang="zh-CN" altLang="en-US" sz="6600" b="1"/>
        </a:p>
      </dgm:t>
    </dgm:pt>
    <dgm:pt modelId="{69190F31-EAF7-4D8D-A776-23B7AB41BECC}" type="sibTrans" cxnId="{20DE8F5E-8DC4-4FC5-8BD5-7FEC78040FD6}">
      <dgm:prSet/>
      <dgm:spPr/>
      <dgm:t>
        <a:bodyPr/>
        <a:lstStyle/>
        <a:p>
          <a:endParaRPr lang="zh-CN" altLang="en-US" sz="6600" b="1"/>
        </a:p>
      </dgm:t>
    </dgm:pt>
    <dgm:pt modelId="{BFE4C712-B452-4581-A4D2-1130E99E0CC0}" type="pres">
      <dgm:prSet presAssocID="{B20B9AFD-1BE2-4F18-88B9-492A29968D3F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36FD8EE1-E7BB-40E9-ADF6-9FE41BA117FF}" type="pres">
      <dgm:prSet presAssocID="{B20B9AFD-1BE2-4F18-88B9-492A29968D3F}" presName="dummyMaxCanvas" presStyleCnt="0">
        <dgm:presLayoutVars/>
      </dgm:prSet>
      <dgm:spPr/>
    </dgm:pt>
    <dgm:pt modelId="{1CAFF299-20DE-4C45-9B03-A62F79F8E1E7}" type="pres">
      <dgm:prSet presAssocID="{B20B9AFD-1BE2-4F18-88B9-492A29968D3F}" presName="FiveNodes_1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963769D9-DBEA-4D8F-BC65-5D7A84EAF46E}" type="pres">
      <dgm:prSet presAssocID="{B20B9AFD-1BE2-4F18-88B9-492A29968D3F}" presName="FiveNodes_2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F7708D9-3A07-4451-8C26-98E397482ACF}" type="pres">
      <dgm:prSet presAssocID="{B20B9AFD-1BE2-4F18-88B9-492A29968D3F}" presName="FiveNodes_3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312A2AF-82EF-45B6-B218-7B57ECF74F3E}" type="pres">
      <dgm:prSet presAssocID="{B20B9AFD-1BE2-4F18-88B9-492A29968D3F}" presName="FiveNodes_4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10558EA-35DB-48A3-9CBE-93760ADBCD74}" type="pres">
      <dgm:prSet presAssocID="{B20B9AFD-1BE2-4F18-88B9-492A29968D3F}" presName="FiveNodes_5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2FB612C-089E-4227-BACA-B0CB0994AE0D}" type="pres">
      <dgm:prSet presAssocID="{B20B9AFD-1BE2-4F18-88B9-492A29968D3F}" presName="FiveConn_1-2" presStyleLbl="fgAccFollowNode1" presStyleIdx="0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CBC7C9D-5B0F-45D1-8396-A62A47312890}" type="pres">
      <dgm:prSet presAssocID="{B20B9AFD-1BE2-4F18-88B9-492A29968D3F}" presName="FiveConn_2-3" presStyleLbl="fgAccFollowNode1" presStyleIdx="1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85E0014-3286-4A66-8F85-F2D242DE5813}" type="pres">
      <dgm:prSet presAssocID="{B20B9AFD-1BE2-4F18-88B9-492A29968D3F}" presName="FiveConn_3-4" presStyleLbl="fgAccFollowNode1" presStyleIdx="2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8EF2066-E7B3-455B-8E20-A1C41F05C496}" type="pres">
      <dgm:prSet presAssocID="{B20B9AFD-1BE2-4F18-88B9-492A29968D3F}" presName="FiveConn_4-5" presStyleLbl="fgAccFollowNode1" presStyleIdx="3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02CE025-1B85-433D-A075-5DE79DD5B54B}" type="pres">
      <dgm:prSet presAssocID="{B20B9AFD-1BE2-4F18-88B9-492A29968D3F}" presName="FiveNodes_1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B8236A1-330D-4774-AA5A-7C546087C503}" type="pres">
      <dgm:prSet presAssocID="{B20B9AFD-1BE2-4F18-88B9-492A29968D3F}" presName="FiveNodes_2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68EBC55-B7D2-444C-A63C-CB665008939A}" type="pres">
      <dgm:prSet presAssocID="{B20B9AFD-1BE2-4F18-88B9-492A29968D3F}" presName="FiveNodes_3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58C1F37-E484-4613-9D25-2EA6EC686D5E}" type="pres">
      <dgm:prSet presAssocID="{B20B9AFD-1BE2-4F18-88B9-492A29968D3F}" presName="FiveNodes_4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9F3A0AF-7872-4D58-9264-23B697396F10}" type="pres">
      <dgm:prSet presAssocID="{B20B9AFD-1BE2-4F18-88B9-492A29968D3F}" presName="FiveNodes_5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D838DA31-547F-4697-98FA-58A5C21DD9CB}" type="presOf" srcId="{B20B9AFD-1BE2-4F18-88B9-492A29968D3F}" destId="{BFE4C712-B452-4581-A4D2-1130E99E0CC0}" srcOrd="0" destOrd="0" presId="urn:microsoft.com/office/officeart/2005/8/layout/vProcess5"/>
    <dgm:cxn modelId="{5FB36679-F8DB-4490-8098-17CA4D9BE06C}" srcId="{B20B9AFD-1BE2-4F18-88B9-492A29968D3F}" destId="{82AB8EE6-F4FD-4568-A8BA-0E0A5B1FA8FF}" srcOrd="2" destOrd="0" parTransId="{F210414E-F79F-4515-9118-BA804B87B6A2}" sibTransId="{2B71F18F-2B1B-4825-BF49-A33AC7F36AE3}"/>
    <dgm:cxn modelId="{E304DA58-0DF8-4156-AEAB-8282A3A09DC7}" srcId="{B20B9AFD-1BE2-4F18-88B9-492A29968D3F}" destId="{3D5042B2-EAE5-49A4-BC49-3BCE584A2AAF}" srcOrd="3" destOrd="0" parTransId="{301FB835-F3C2-4121-8078-ED58FF8842A3}" sibTransId="{769B5719-0CD7-4D51-8720-35E19C3EFDD9}"/>
    <dgm:cxn modelId="{C2243FF8-9403-4A63-B416-473309F14B55}" type="presOf" srcId="{3D5042B2-EAE5-49A4-BC49-3BCE584A2AAF}" destId="{D58C1F37-E484-4613-9D25-2EA6EC686D5E}" srcOrd="1" destOrd="0" presId="urn:microsoft.com/office/officeart/2005/8/layout/vProcess5"/>
    <dgm:cxn modelId="{1F6AD3CF-7E33-4FB6-8D66-FA101F2050A4}" srcId="{B20B9AFD-1BE2-4F18-88B9-492A29968D3F}" destId="{B3902992-D777-4606-A14C-7CAE68282BB3}" srcOrd="1" destOrd="0" parTransId="{7B1DD013-8C5E-46BF-AC46-D47C690F1AF0}" sibTransId="{1B5E4919-7FE8-4CCE-B589-C8BB1CB6E8F5}"/>
    <dgm:cxn modelId="{CB2FB0CD-8BB8-491D-9C1C-38DE78AFA4AD}" type="presOf" srcId="{3D5042B2-EAE5-49A4-BC49-3BCE584A2AAF}" destId="{B312A2AF-82EF-45B6-B218-7B57ECF74F3E}" srcOrd="0" destOrd="0" presId="urn:microsoft.com/office/officeart/2005/8/layout/vProcess5"/>
    <dgm:cxn modelId="{E16A50FF-127F-4C46-A085-A527A31429A6}" type="presOf" srcId="{B3902992-D777-4606-A14C-7CAE68282BB3}" destId="{8B8236A1-330D-4774-AA5A-7C546087C503}" srcOrd="1" destOrd="0" presId="urn:microsoft.com/office/officeart/2005/8/layout/vProcess5"/>
    <dgm:cxn modelId="{20DE8F5E-8DC4-4FC5-8BD5-7FEC78040FD6}" srcId="{B20B9AFD-1BE2-4F18-88B9-492A29968D3F}" destId="{01F83C8E-2214-4790-BF3A-F20894F3C0D4}" srcOrd="4" destOrd="0" parTransId="{92F8C2D3-BBE0-46C4-9DB9-E5E54DC43C92}" sibTransId="{69190F31-EAF7-4D8D-A776-23B7AB41BECC}"/>
    <dgm:cxn modelId="{EB5E1386-5AE7-444E-B08C-B3B06D6D6043}" type="presOf" srcId="{769B5719-0CD7-4D51-8720-35E19C3EFDD9}" destId="{68EF2066-E7B3-455B-8E20-A1C41F05C496}" srcOrd="0" destOrd="0" presId="urn:microsoft.com/office/officeart/2005/8/layout/vProcess5"/>
    <dgm:cxn modelId="{08A40B85-78C5-4A25-959D-65924351C0E4}" type="presOf" srcId="{B3902992-D777-4606-A14C-7CAE68282BB3}" destId="{963769D9-DBEA-4D8F-BC65-5D7A84EAF46E}" srcOrd="0" destOrd="0" presId="urn:microsoft.com/office/officeart/2005/8/layout/vProcess5"/>
    <dgm:cxn modelId="{0B79F340-353C-469A-9D4C-8D679740010B}" type="presOf" srcId="{00CA39AA-98B5-4D32-9546-694C706C10D1}" destId="{1CAFF299-20DE-4C45-9B03-A62F79F8E1E7}" srcOrd="0" destOrd="0" presId="urn:microsoft.com/office/officeart/2005/8/layout/vProcess5"/>
    <dgm:cxn modelId="{17A47A86-C966-4F6D-9F29-80A2FBCF91FF}" type="presOf" srcId="{82AB8EE6-F4FD-4568-A8BA-0E0A5B1FA8FF}" destId="{E68EBC55-B7D2-444C-A63C-CB665008939A}" srcOrd="1" destOrd="0" presId="urn:microsoft.com/office/officeart/2005/8/layout/vProcess5"/>
    <dgm:cxn modelId="{041ACE14-69AC-4DD2-AC3A-F5D3F1F5A3CF}" type="presOf" srcId="{01F83C8E-2214-4790-BF3A-F20894F3C0D4}" destId="{310558EA-35DB-48A3-9CBE-93760ADBCD74}" srcOrd="0" destOrd="0" presId="urn:microsoft.com/office/officeart/2005/8/layout/vProcess5"/>
    <dgm:cxn modelId="{965B1D90-B3EE-433A-AC73-CDF5257EC109}" type="presOf" srcId="{2B71F18F-2B1B-4825-BF49-A33AC7F36AE3}" destId="{C85E0014-3286-4A66-8F85-F2D242DE5813}" srcOrd="0" destOrd="0" presId="urn:microsoft.com/office/officeart/2005/8/layout/vProcess5"/>
    <dgm:cxn modelId="{E172AEFF-0622-43BB-9E2A-33CDF19FB56D}" srcId="{B20B9AFD-1BE2-4F18-88B9-492A29968D3F}" destId="{00CA39AA-98B5-4D32-9546-694C706C10D1}" srcOrd="0" destOrd="0" parTransId="{DA2780FF-AEE9-4391-BA43-754C55F59B11}" sibTransId="{70789CE1-6B51-4905-9D8A-FEB070212A5F}"/>
    <dgm:cxn modelId="{D189A740-9D6B-4B54-A5DF-6D98E75D3206}" type="presOf" srcId="{01F83C8E-2214-4790-BF3A-F20894F3C0D4}" destId="{D9F3A0AF-7872-4D58-9264-23B697396F10}" srcOrd="1" destOrd="0" presId="urn:microsoft.com/office/officeart/2005/8/layout/vProcess5"/>
    <dgm:cxn modelId="{E08F55A8-D20C-43B2-B8F1-34BFA3335F83}" type="presOf" srcId="{82AB8EE6-F4FD-4568-A8BA-0E0A5B1FA8FF}" destId="{FF7708D9-3A07-4451-8C26-98E397482ACF}" srcOrd="0" destOrd="0" presId="urn:microsoft.com/office/officeart/2005/8/layout/vProcess5"/>
    <dgm:cxn modelId="{6F019F9C-87DF-4441-A5DE-40A6E4ED6DA2}" type="presOf" srcId="{1B5E4919-7FE8-4CCE-B589-C8BB1CB6E8F5}" destId="{2CBC7C9D-5B0F-45D1-8396-A62A47312890}" srcOrd="0" destOrd="0" presId="urn:microsoft.com/office/officeart/2005/8/layout/vProcess5"/>
    <dgm:cxn modelId="{60AFFDD9-763F-4F5F-A303-79C781FE5840}" type="presOf" srcId="{00CA39AA-98B5-4D32-9546-694C706C10D1}" destId="{602CE025-1B85-433D-A075-5DE79DD5B54B}" srcOrd="1" destOrd="0" presId="urn:microsoft.com/office/officeart/2005/8/layout/vProcess5"/>
    <dgm:cxn modelId="{55F6D5C6-4697-4B9C-9613-0C9E566AB142}" type="presOf" srcId="{70789CE1-6B51-4905-9D8A-FEB070212A5F}" destId="{B2FB612C-089E-4227-BACA-B0CB0994AE0D}" srcOrd="0" destOrd="0" presId="urn:microsoft.com/office/officeart/2005/8/layout/vProcess5"/>
    <dgm:cxn modelId="{F4CC587A-34E9-49A4-BB8E-BFB9970AD31C}" type="presParOf" srcId="{BFE4C712-B452-4581-A4D2-1130E99E0CC0}" destId="{36FD8EE1-E7BB-40E9-ADF6-9FE41BA117FF}" srcOrd="0" destOrd="0" presId="urn:microsoft.com/office/officeart/2005/8/layout/vProcess5"/>
    <dgm:cxn modelId="{36871B5D-C6F5-4108-BB33-8B64D12B186D}" type="presParOf" srcId="{BFE4C712-B452-4581-A4D2-1130E99E0CC0}" destId="{1CAFF299-20DE-4C45-9B03-A62F79F8E1E7}" srcOrd="1" destOrd="0" presId="urn:microsoft.com/office/officeart/2005/8/layout/vProcess5"/>
    <dgm:cxn modelId="{82A7CD34-E240-4094-8693-9B8BC9066B97}" type="presParOf" srcId="{BFE4C712-B452-4581-A4D2-1130E99E0CC0}" destId="{963769D9-DBEA-4D8F-BC65-5D7A84EAF46E}" srcOrd="2" destOrd="0" presId="urn:microsoft.com/office/officeart/2005/8/layout/vProcess5"/>
    <dgm:cxn modelId="{D99AF0B8-A96B-42CE-B4D0-53E9A2463F8C}" type="presParOf" srcId="{BFE4C712-B452-4581-A4D2-1130E99E0CC0}" destId="{FF7708D9-3A07-4451-8C26-98E397482ACF}" srcOrd="3" destOrd="0" presId="urn:microsoft.com/office/officeart/2005/8/layout/vProcess5"/>
    <dgm:cxn modelId="{C8CD6F3C-AB90-467C-A9E6-B70286523FE5}" type="presParOf" srcId="{BFE4C712-B452-4581-A4D2-1130E99E0CC0}" destId="{B312A2AF-82EF-45B6-B218-7B57ECF74F3E}" srcOrd="4" destOrd="0" presId="urn:microsoft.com/office/officeart/2005/8/layout/vProcess5"/>
    <dgm:cxn modelId="{BFB2E797-9B8C-44B8-8AB3-CE82EC24A68C}" type="presParOf" srcId="{BFE4C712-B452-4581-A4D2-1130E99E0CC0}" destId="{310558EA-35DB-48A3-9CBE-93760ADBCD74}" srcOrd="5" destOrd="0" presId="urn:microsoft.com/office/officeart/2005/8/layout/vProcess5"/>
    <dgm:cxn modelId="{C1DB3B59-0747-4B8E-8BDA-72E9E1A1C847}" type="presParOf" srcId="{BFE4C712-B452-4581-A4D2-1130E99E0CC0}" destId="{B2FB612C-089E-4227-BACA-B0CB0994AE0D}" srcOrd="6" destOrd="0" presId="urn:microsoft.com/office/officeart/2005/8/layout/vProcess5"/>
    <dgm:cxn modelId="{55615360-CE4B-4F63-8D02-E127BDF62E15}" type="presParOf" srcId="{BFE4C712-B452-4581-A4D2-1130E99E0CC0}" destId="{2CBC7C9D-5B0F-45D1-8396-A62A47312890}" srcOrd="7" destOrd="0" presId="urn:microsoft.com/office/officeart/2005/8/layout/vProcess5"/>
    <dgm:cxn modelId="{7ABE03E7-4877-4ADD-B265-0EF49F1F80CF}" type="presParOf" srcId="{BFE4C712-B452-4581-A4D2-1130E99E0CC0}" destId="{C85E0014-3286-4A66-8F85-F2D242DE5813}" srcOrd="8" destOrd="0" presId="urn:microsoft.com/office/officeart/2005/8/layout/vProcess5"/>
    <dgm:cxn modelId="{B26985E6-C026-4ABC-96D1-533AAFFDD05D}" type="presParOf" srcId="{BFE4C712-B452-4581-A4D2-1130E99E0CC0}" destId="{68EF2066-E7B3-455B-8E20-A1C41F05C496}" srcOrd="9" destOrd="0" presId="urn:microsoft.com/office/officeart/2005/8/layout/vProcess5"/>
    <dgm:cxn modelId="{39027CA2-8289-43FD-9517-F65CB486C4A5}" type="presParOf" srcId="{BFE4C712-B452-4581-A4D2-1130E99E0CC0}" destId="{602CE025-1B85-433D-A075-5DE79DD5B54B}" srcOrd="10" destOrd="0" presId="urn:microsoft.com/office/officeart/2005/8/layout/vProcess5"/>
    <dgm:cxn modelId="{800F894D-AFC8-4714-8DAF-03A7DD434ED9}" type="presParOf" srcId="{BFE4C712-B452-4581-A4D2-1130E99E0CC0}" destId="{8B8236A1-330D-4774-AA5A-7C546087C503}" srcOrd="11" destOrd="0" presId="urn:microsoft.com/office/officeart/2005/8/layout/vProcess5"/>
    <dgm:cxn modelId="{76595F90-46CF-4CDC-8B83-8511B770F9FA}" type="presParOf" srcId="{BFE4C712-B452-4581-A4D2-1130E99E0CC0}" destId="{E68EBC55-B7D2-444C-A63C-CB665008939A}" srcOrd="12" destOrd="0" presId="urn:microsoft.com/office/officeart/2005/8/layout/vProcess5"/>
    <dgm:cxn modelId="{B4BD90C1-DC9E-499A-8AF5-B6E63E65E720}" type="presParOf" srcId="{BFE4C712-B452-4581-A4D2-1130E99E0CC0}" destId="{D58C1F37-E484-4613-9D25-2EA6EC686D5E}" srcOrd="13" destOrd="0" presId="urn:microsoft.com/office/officeart/2005/8/layout/vProcess5"/>
    <dgm:cxn modelId="{04A634FF-4222-4EAC-A02A-6B12EECC6AA6}" type="presParOf" srcId="{BFE4C712-B452-4581-A4D2-1130E99E0CC0}" destId="{D9F3A0AF-7872-4D58-9264-23B697396F10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7FD59C3-2377-4EE5-A4EB-150A5E986134}" type="doc">
      <dgm:prSet loTypeId="urn:microsoft.com/office/officeart/2005/8/layout/process1" loCatId="process" qsTypeId="urn:microsoft.com/office/officeart/2005/8/quickstyle/simple2" qsCatId="simple" csTypeId="urn:microsoft.com/office/officeart/2005/8/colors/accent1_1" csCatId="accent1" phldr="1"/>
      <dgm:spPr/>
    </dgm:pt>
    <dgm:pt modelId="{4BC4E87E-BCB2-48FF-8293-12E75F1AD588}">
      <dgm:prSet phldrT="[文本]" custT="1"/>
      <dgm:spPr/>
      <dgm:t>
        <a:bodyPr/>
        <a:lstStyle/>
        <a:p>
          <a:r>
            <a:rPr lang="zh-CN" sz="1800" b="1" dirty="0" smtClean="0"/>
            <a:t>新建</a:t>
          </a:r>
          <a:r>
            <a:rPr lang="en-US" sz="1800" b="1" dirty="0" smtClean="0"/>
            <a:t>STM32CubeMX</a:t>
          </a:r>
          <a:r>
            <a:rPr lang="zh-CN" sz="1800" b="1" dirty="0" smtClean="0"/>
            <a:t>工程，选择</a:t>
          </a:r>
          <a:r>
            <a:rPr lang="en-US" sz="1800" b="1" dirty="0" smtClean="0"/>
            <a:t>MCU</a:t>
          </a:r>
          <a:endParaRPr lang="zh-CN" altLang="en-US" sz="1800" dirty="0"/>
        </a:p>
      </dgm:t>
    </dgm:pt>
    <dgm:pt modelId="{145D3E99-07BA-4D1D-A694-3B11C0FB41D2}" type="parTrans" cxnId="{31CB78DA-6B54-400F-8E1D-A7D787F124D7}">
      <dgm:prSet/>
      <dgm:spPr/>
      <dgm:t>
        <a:bodyPr/>
        <a:lstStyle/>
        <a:p>
          <a:endParaRPr lang="zh-CN" altLang="en-US" sz="3200"/>
        </a:p>
      </dgm:t>
    </dgm:pt>
    <dgm:pt modelId="{A1E7FF71-0E6C-437B-951E-DC759DE1EF30}" type="sibTrans" cxnId="{31CB78DA-6B54-400F-8E1D-A7D787F124D7}">
      <dgm:prSet/>
      <dgm:spPr/>
      <dgm:t>
        <a:bodyPr/>
        <a:lstStyle/>
        <a:p>
          <a:endParaRPr lang="zh-CN" altLang="en-US" sz="3200"/>
        </a:p>
      </dgm:t>
    </dgm:pt>
    <dgm:pt modelId="{9FF358D5-CEAA-4F44-984A-806EB8502955}">
      <dgm:prSet phldrT="[文本]" custT="1"/>
      <dgm:spPr>
        <a:solidFill>
          <a:schemeClr val="accent5">
            <a:lumMod val="40000"/>
            <a:lumOff val="60000"/>
          </a:schemeClr>
        </a:solidFill>
      </dgm:spPr>
      <dgm:t>
        <a:bodyPr/>
        <a:lstStyle/>
        <a:p>
          <a:r>
            <a:rPr lang="en-US" sz="1800" b="1" dirty="0" smtClean="0"/>
            <a:t>STM32CubeMX</a:t>
          </a:r>
          <a:r>
            <a:rPr lang="zh-CN" sz="1800" b="1" dirty="0" smtClean="0"/>
            <a:t>功能参数配置</a:t>
          </a:r>
          <a:endParaRPr lang="zh-CN" altLang="en-US" sz="1800" dirty="0"/>
        </a:p>
      </dgm:t>
    </dgm:pt>
    <dgm:pt modelId="{692A2ADD-4162-451E-9945-78B829236339}" type="parTrans" cxnId="{869A7BF2-E8AC-4F94-B4E4-E3AF50505D7F}">
      <dgm:prSet/>
      <dgm:spPr/>
      <dgm:t>
        <a:bodyPr/>
        <a:lstStyle/>
        <a:p>
          <a:endParaRPr lang="zh-CN" altLang="en-US" sz="3200"/>
        </a:p>
      </dgm:t>
    </dgm:pt>
    <dgm:pt modelId="{F04ADFBB-68E3-442D-8060-23D4CF78358D}" type="sibTrans" cxnId="{869A7BF2-E8AC-4F94-B4E4-E3AF50505D7F}">
      <dgm:prSet/>
      <dgm:spPr/>
      <dgm:t>
        <a:bodyPr/>
        <a:lstStyle/>
        <a:p>
          <a:endParaRPr lang="zh-CN" altLang="en-US" sz="3200"/>
        </a:p>
      </dgm:t>
    </dgm:pt>
    <dgm:pt modelId="{AF94DE5F-EC5C-43CF-A8C9-73E06BB0D41B}">
      <dgm:prSet phldrT="[文本]" custT="1"/>
      <dgm:spPr/>
      <dgm:t>
        <a:bodyPr/>
        <a:lstStyle/>
        <a:p>
          <a:r>
            <a:rPr lang="zh-CN" altLang="en-US" sz="1800" b="1" dirty="0" smtClean="0"/>
            <a:t>生成工程代码</a:t>
          </a:r>
          <a:endParaRPr lang="zh-CN" altLang="en-US" sz="1800" dirty="0"/>
        </a:p>
      </dgm:t>
    </dgm:pt>
    <dgm:pt modelId="{5055C4F0-1F25-44FB-A6A1-8220906DBEA0}" type="parTrans" cxnId="{B2D575FC-4CFF-4413-BDF7-3BE9D62B304C}">
      <dgm:prSet/>
      <dgm:spPr/>
      <dgm:t>
        <a:bodyPr/>
        <a:lstStyle/>
        <a:p>
          <a:endParaRPr lang="zh-CN" altLang="en-US" sz="3200"/>
        </a:p>
      </dgm:t>
    </dgm:pt>
    <dgm:pt modelId="{C445B0C2-7A85-41F6-B4F9-FCBDBAAEDBFB}" type="sibTrans" cxnId="{B2D575FC-4CFF-4413-BDF7-3BE9D62B304C}">
      <dgm:prSet/>
      <dgm:spPr/>
      <dgm:t>
        <a:bodyPr/>
        <a:lstStyle/>
        <a:p>
          <a:endParaRPr lang="zh-CN" altLang="en-US" sz="3200"/>
        </a:p>
      </dgm:t>
    </dgm:pt>
    <dgm:pt modelId="{3E336CA0-661C-4A3B-8D64-17BD820118C6}">
      <dgm:prSet phldrT="[文本]" custT="1"/>
      <dgm:spPr/>
      <dgm:t>
        <a:bodyPr/>
        <a:lstStyle/>
        <a:p>
          <a:r>
            <a:rPr lang="zh-CN" altLang="en-US" sz="1800" b="1" dirty="0" smtClean="0"/>
            <a:t>编写应用程序</a:t>
          </a:r>
          <a:endParaRPr lang="zh-CN" altLang="en-US" sz="1800" dirty="0"/>
        </a:p>
      </dgm:t>
    </dgm:pt>
    <dgm:pt modelId="{4C686F72-57D2-4DC7-ADAF-E99FDB739E4C}" type="parTrans" cxnId="{DA4EFA11-7C01-459D-903E-9571E70A3CA8}">
      <dgm:prSet/>
      <dgm:spPr/>
      <dgm:t>
        <a:bodyPr/>
        <a:lstStyle/>
        <a:p>
          <a:endParaRPr lang="zh-CN" altLang="en-US" sz="3200"/>
        </a:p>
      </dgm:t>
    </dgm:pt>
    <dgm:pt modelId="{3BFFCFFD-E6BA-45BD-BB24-B0C3E944D3CC}" type="sibTrans" cxnId="{DA4EFA11-7C01-459D-903E-9571E70A3CA8}">
      <dgm:prSet/>
      <dgm:spPr/>
      <dgm:t>
        <a:bodyPr/>
        <a:lstStyle/>
        <a:p>
          <a:endParaRPr lang="zh-CN" altLang="en-US" sz="3200"/>
        </a:p>
      </dgm:t>
    </dgm:pt>
    <dgm:pt modelId="{0A7AAE6D-DF8C-41C3-BD28-1A5DE184833C}">
      <dgm:prSet phldrT="[文本]" custT="1"/>
      <dgm:spPr/>
      <dgm:t>
        <a:bodyPr/>
        <a:lstStyle/>
        <a:p>
          <a:r>
            <a:rPr lang="zh-CN" altLang="en-US" sz="1800" b="1" smtClean="0"/>
            <a:t>下载调试验证</a:t>
          </a:r>
          <a:endParaRPr lang="zh-CN" altLang="en-US" sz="1800" dirty="0"/>
        </a:p>
      </dgm:t>
    </dgm:pt>
    <dgm:pt modelId="{B60C203B-DFCC-4DE2-8551-1AA4E265A9C8}" type="parTrans" cxnId="{1385F6F3-5059-4471-8E3B-EF1A29B0D8E2}">
      <dgm:prSet/>
      <dgm:spPr/>
      <dgm:t>
        <a:bodyPr/>
        <a:lstStyle/>
        <a:p>
          <a:endParaRPr lang="zh-CN" altLang="en-US" sz="3200"/>
        </a:p>
      </dgm:t>
    </dgm:pt>
    <dgm:pt modelId="{C6AEA220-0F15-4BC1-A92C-987A33E36B18}" type="sibTrans" cxnId="{1385F6F3-5059-4471-8E3B-EF1A29B0D8E2}">
      <dgm:prSet/>
      <dgm:spPr/>
      <dgm:t>
        <a:bodyPr/>
        <a:lstStyle/>
        <a:p>
          <a:endParaRPr lang="zh-CN" altLang="en-US" sz="3200"/>
        </a:p>
      </dgm:t>
    </dgm:pt>
    <dgm:pt modelId="{A293DF9F-1C46-4A35-97C0-A07CAB6817BE}" type="pres">
      <dgm:prSet presAssocID="{B7FD59C3-2377-4EE5-A4EB-150A5E986134}" presName="Name0" presStyleCnt="0">
        <dgm:presLayoutVars>
          <dgm:dir/>
          <dgm:resizeHandles val="exact"/>
        </dgm:presLayoutVars>
      </dgm:prSet>
      <dgm:spPr/>
    </dgm:pt>
    <dgm:pt modelId="{0180920E-E6B7-473B-A9D3-1F85DFE2575E}" type="pres">
      <dgm:prSet presAssocID="{4BC4E87E-BCB2-48FF-8293-12E75F1AD588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4FCBCF-D797-4034-99BA-7079D9A4F600}" type="pres">
      <dgm:prSet presAssocID="{A1E7FF71-0E6C-437B-951E-DC759DE1EF30}" presName="sibTrans" presStyleLbl="sibTrans2D1" presStyleIdx="0" presStyleCnt="4"/>
      <dgm:spPr/>
      <dgm:t>
        <a:bodyPr/>
        <a:lstStyle/>
        <a:p>
          <a:endParaRPr lang="zh-CN" altLang="en-US"/>
        </a:p>
      </dgm:t>
    </dgm:pt>
    <dgm:pt modelId="{880D96D4-C1F7-49CF-95C6-E1FC0CA3615D}" type="pres">
      <dgm:prSet presAssocID="{A1E7FF71-0E6C-437B-951E-DC759DE1EF30}" presName="connectorText" presStyleLbl="sibTrans2D1" presStyleIdx="0" presStyleCnt="4"/>
      <dgm:spPr/>
      <dgm:t>
        <a:bodyPr/>
        <a:lstStyle/>
        <a:p>
          <a:endParaRPr lang="zh-CN" altLang="en-US"/>
        </a:p>
      </dgm:t>
    </dgm:pt>
    <dgm:pt modelId="{FF74BA51-0237-4304-9437-506E313DFC66}" type="pres">
      <dgm:prSet presAssocID="{9FF358D5-CEAA-4F44-984A-806EB8502955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57D2FF1-EA0D-4FEF-BA65-DB5E70590D33}" type="pres">
      <dgm:prSet presAssocID="{F04ADFBB-68E3-442D-8060-23D4CF78358D}" presName="sibTrans" presStyleLbl="sibTrans2D1" presStyleIdx="1" presStyleCnt="4"/>
      <dgm:spPr/>
      <dgm:t>
        <a:bodyPr/>
        <a:lstStyle/>
        <a:p>
          <a:endParaRPr lang="zh-CN" altLang="en-US"/>
        </a:p>
      </dgm:t>
    </dgm:pt>
    <dgm:pt modelId="{08A07E1F-9008-4743-B6DA-29F230E39257}" type="pres">
      <dgm:prSet presAssocID="{F04ADFBB-68E3-442D-8060-23D4CF78358D}" presName="connectorText" presStyleLbl="sibTrans2D1" presStyleIdx="1" presStyleCnt="4"/>
      <dgm:spPr/>
      <dgm:t>
        <a:bodyPr/>
        <a:lstStyle/>
        <a:p>
          <a:endParaRPr lang="zh-CN" altLang="en-US"/>
        </a:p>
      </dgm:t>
    </dgm:pt>
    <dgm:pt modelId="{80F22BB9-697F-4175-97CE-CA041987EE96}" type="pres">
      <dgm:prSet presAssocID="{AF94DE5F-EC5C-43CF-A8C9-73E06BB0D41B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932325F8-5569-4843-B296-D85EDEB86313}" type="pres">
      <dgm:prSet presAssocID="{C445B0C2-7A85-41F6-B4F9-FCBDBAAEDBFB}" presName="sibTrans" presStyleLbl="sibTrans2D1" presStyleIdx="2" presStyleCnt="4"/>
      <dgm:spPr/>
      <dgm:t>
        <a:bodyPr/>
        <a:lstStyle/>
        <a:p>
          <a:endParaRPr lang="zh-CN" altLang="en-US"/>
        </a:p>
      </dgm:t>
    </dgm:pt>
    <dgm:pt modelId="{9C7E07FD-BA4B-4B05-9C87-D5E5503554A7}" type="pres">
      <dgm:prSet presAssocID="{C445B0C2-7A85-41F6-B4F9-FCBDBAAEDBFB}" presName="connectorText" presStyleLbl="sibTrans2D1" presStyleIdx="2" presStyleCnt="4"/>
      <dgm:spPr/>
      <dgm:t>
        <a:bodyPr/>
        <a:lstStyle/>
        <a:p>
          <a:endParaRPr lang="zh-CN" altLang="en-US"/>
        </a:p>
      </dgm:t>
    </dgm:pt>
    <dgm:pt modelId="{BD3942B7-8CD9-472B-8C67-B963E826446C}" type="pres">
      <dgm:prSet presAssocID="{3E336CA0-661C-4A3B-8D64-17BD820118C6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5703991-0EBF-4858-851D-C6FF46BE9EC3}" type="pres">
      <dgm:prSet presAssocID="{3BFFCFFD-E6BA-45BD-BB24-B0C3E944D3CC}" presName="sibTrans" presStyleLbl="sibTrans2D1" presStyleIdx="3" presStyleCnt="4"/>
      <dgm:spPr/>
      <dgm:t>
        <a:bodyPr/>
        <a:lstStyle/>
        <a:p>
          <a:endParaRPr lang="zh-CN" altLang="en-US"/>
        </a:p>
      </dgm:t>
    </dgm:pt>
    <dgm:pt modelId="{2A2D76C2-89A7-4418-833A-1700C877F512}" type="pres">
      <dgm:prSet presAssocID="{3BFFCFFD-E6BA-45BD-BB24-B0C3E944D3CC}" presName="connectorText" presStyleLbl="sibTrans2D1" presStyleIdx="3" presStyleCnt="4"/>
      <dgm:spPr/>
      <dgm:t>
        <a:bodyPr/>
        <a:lstStyle/>
        <a:p>
          <a:endParaRPr lang="zh-CN" altLang="en-US"/>
        </a:p>
      </dgm:t>
    </dgm:pt>
    <dgm:pt modelId="{C6F262EF-0BB1-42D6-ADB9-4E9E982D5345}" type="pres">
      <dgm:prSet presAssocID="{0A7AAE6D-DF8C-41C3-BD28-1A5DE184833C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31CB78DA-6B54-400F-8E1D-A7D787F124D7}" srcId="{B7FD59C3-2377-4EE5-A4EB-150A5E986134}" destId="{4BC4E87E-BCB2-48FF-8293-12E75F1AD588}" srcOrd="0" destOrd="0" parTransId="{145D3E99-07BA-4D1D-A694-3B11C0FB41D2}" sibTransId="{A1E7FF71-0E6C-437B-951E-DC759DE1EF30}"/>
    <dgm:cxn modelId="{6CD3554F-9AA5-449A-A188-C6CD8314D955}" type="presOf" srcId="{F04ADFBB-68E3-442D-8060-23D4CF78358D}" destId="{557D2FF1-EA0D-4FEF-BA65-DB5E70590D33}" srcOrd="0" destOrd="0" presId="urn:microsoft.com/office/officeart/2005/8/layout/process1"/>
    <dgm:cxn modelId="{B2D575FC-4CFF-4413-BDF7-3BE9D62B304C}" srcId="{B7FD59C3-2377-4EE5-A4EB-150A5E986134}" destId="{AF94DE5F-EC5C-43CF-A8C9-73E06BB0D41B}" srcOrd="2" destOrd="0" parTransId="{5055C4F0-1F25-44FB-A6A1-8220906DBEA0}" sibTransId="{C445B0C2-7A85-41F6-B4F9-FCBDBAAEDBFB}"/>
    <dgm:cxn modelId="{E920CFAF-0FDF-4628-8CB4-7DA91391980D}" type="presOf" srcId="{3BFFCFFD-E6BA-45BD-BB24-B0C3E944D3CC}" destId="{2A2D76C2-89A7-4418-833A-1700C877F512}" srcOrd="1" destOrd="0" presId="urn:microsoft.com/office/officeart/2005/8/layout/process1"/>
    <dgm:cxn modelId="{3833D69C-5340-4EB7-8B4A-93A32A171B7B}" type="presOf" srcId="{C445B0C2-7A85-41F6-B4F9-FCBDBAAEDBFB}" destId="{9C7E07FD-BA4B-4B05-9C87-D5E5503554A7}" srcOrd="1" destOrd="0" presId="urn:microsoft.com/office/officeart/2005/8/layout/process1"/>
    <dgm:cxn modelId="{77F24C09-91E8-4F58-A9BE-2BAC1B66B308}" type="presOf" srcId="{3BFFCFFD-E6BA-45BD-BB24-B0C3E944D3CC}" destId="{35703991-0EBF-4858-851D-C6FF46BE9EC3}" srcOrd="0" destOrd="0" presId="urn:microsoft.com/office/officeart/2005/8/layout/process1"/>
    <dgm:cxn modelId="{C5C414CE-2F8E-4706-A710-C9DC25AD2788}" type="presOf" srcId="{F04ADFBB-68E3-442D-8060-23D4CF78358D}" destId="{08A07E1F-9008-4743-B6DA-29F230E39257}" srcOrd="1" destOrd="0" presId="urn:microsoft.com/office/officeart/2005/8/layout/process1"/>
    <dgm:cxn modelId="{ADD8C4AA-B826-4FBA-9608-1FBB9FA4A976}" type="presOf" srcId="{B7FD59C3-2377-4EE5-A4EB-150A5E986134}" destId="{A293DF9F-1C46-4A35-97C0-A07CAB6817BE}" srcOrd="0" destOrd="0" presId="urn:microsoft.com/office/officeart/2005/8/layout/process1"/>
    <dgm:cxn modelId="{38C4EE56-CA24-479E-B504-056FDF381B50}" type="presOf" srcId="{A1E7FF71-0E6C-437B-951E-DC759DE1EF30}" destId="{644FCBCF-D797-4034-99BA-7079D9A4F600}" srcOrd="0" destOrd="0" presId="urn:microsoft.com/office/officeart/2005/8/layout/process1"/>
    <dgm:cxn modelId="{DA4EFA11-7C01-459D-903E-9571E70A3CA8}" srcId="{B7FD59C3-2377-4EE5-A4EB-150A5E986134}" destId="{3E336CA0-661C-4A3B-8D64-17BD820118C6}" srcOrd="3" destOrd="0" parTransId="{4C686F72-57D2-4DC7-ADAF-E99FDB739E4C}" sibTransId="{3BFFCFFD-E6BA-45BD-BB24-B0C3E944D3CC}"/>
    <dgm:cxn modelId="{8BBFB086-B352-460B-8FE9-A018EADFADF7}" type="presOf" srcId="{A1E7FF71-0E6C-437B-951E-DC759DE1EF30}" destId="{880D96D4-C1F7-49CF-95C6-E1FC0CA3615D}" srcOrd="1" destOrd="0" presId="urn:microsoft.com/office/officeart/2005/8/layout/process1"/>
    <dgm:cxn modelId="{CFA9F826-C3F1-4126-A444-7AC748E2B3E2}" type="presOf" srcId="{0A7AAE6D-DF8C-41C3-BD28-1A5DE184833C}" destId="{C6F262EF-0BB1-42D6-ADB9-4E9E982D5345}" srcOrd="0" destOrd="0" presId="urn:microsoft.com/office/officeart/2005/8/layout/process1"/>
    <dgm:cxn modelId="{A8C66287-DC89-439F-9ACC-D2F365B8297F}" type="presOf" srcId="{C445B0C2-7A85-41F6-B4F9-FCBDBAAEDBFB}" destId="{932325F8-5569-4843-B296-D85EDEB86313}" srcOrd="0" destOrd="0" presId="urn:microsoft.com/office/officeart/2005/8/layout/process1"/>
    <dgm:cxn modelId="{754EF7FD-B939-4E37-B5EC-B5D8A93B1B68}" type="presOf" srcId="{3E336CA0-661C-4A3B-8D64-17BD820118C6}" destId="{BD3942B7-8CD9-472B-8C67-B963E826446C}" srcOrd="0" destOrd="0" presId="urn:microsoft.com/office/officeart/2005/8/layout/process1"/>
    <dgm:cxn modelId="{1385F6F3-5059-4471-8E3B-EF1A29B0D8E2}" srcId="{B7FD59C3-2377-4EE5-A4EB-150A5E986134}" destId="{0A7AAE6D-DF8C-41C3-BD28-1A5DE184833C}" srcOrd="4" destOrd="0" parTransId="{B60C203B-DFCC-4DE2-8551-1AA4E265A9C8}" sibTransId="{C6AEA220-0F15-4BC1-A92C-987A33E36B18}"/>
    <dgm:cxn modelId="{300A21E9-1738-4CA6-B2B0-DAEA123550CB}" type="presOf" srcId="{9FF358D5-CEAA-4F44-984A-806EB8502955}" destId="{FF74BA51-0237-4304-9437-506E313DFC66}" srcOrd="0" destOrd="0" presId="urn:microsoft.com/office/officeart/2005/8/layout/process1"/>
    <dgm:cxn modelId="{990E1F40-CFE4-4C3B-90C9-68B934ACE233}" type="presOf" srcId="{4BC4E87E-BCB2-48FF-8293-12E75F1AD588}" destId="{0180920E-E6B7-473B-A9D3-1F85DFE2575E}" srcOrd="0" destOrd="0" presId="urn:microsoft.com/office/officeart/2005/8/layout/process1"/>
    <dgm:cxn modelId="{869A7BF2-E8AC-4F94-B4E4-E3AF50505D7F}" srcId="{B7FD59C3-2377-4EE5-A4EB-150A5E986134}" destId="{9FF358D5-CEAA-4F44-984A-806EB8502955}" srcOrd="1" destOrd="0" parTransId="{692A2ADD-4162-451E-9945-78B829236339}" sibTransId="{F04ADFBB-68E3-442D-8060-23D4CF78358D}"/>
    <dgm:cxn modelId="{F8E0CA6D-7AA8-4302-BC91-4B84E8625423}" type="presOf" srcId="{AF94DE5F-EC5C-43CF-A8C9-73E06BB0D41B}" destId="{80F22BB9-697F-4175-97CE-CA041987EE96}" srcOrd="0" destOrd="0" presId="urn:microsoft.com/office/officeart/2005/8/layout/process1"/>
    <dgm:cxn modelId="{1B9B30A4-D1BB-454B-AF9B-85CC54754E97}" type="presParOf" srcId="{A293DF9F-1C46-4A35-97C0-A07CAB6817BE}" destId="{0180920E-E6B7-473B-A9D3-1F85DFE2575E}" srcOrd="0" destOrd="0" presId="urn:microsoft.com/office/officeart/2005/8/layout/process1"/>
    <dgm:cxn modelId="{D2EDABD0-CB2D-4917-B3C8-CDFAE0D5093A}" type="presParOf" srcId="{A293DF9F-1C46-4A35-97C0-A07CAB6817BE}" destId="{644FCBCF-D797-4034-99BA-7079D9A4F600}" srcOrd="1" destOrd="0" presId="urn:microsoft.com/office/officeart/2005/8/layout/process1"/>
    <dgm:cxn modelId="{ECAC45FA-CA39-4EA9-8E5E-3804134114FB}" type="presParOf" srcId="{644FCBCF-D797-4034-99BA-7079D9A4F600}" destId="{880D96D4-C1F7-49CF-95C6-E1FC0CA3615D}" srcOrd="0" destOrd="0" presId="urn:microsoft.com/office/officeart/2005/8/layout/process1"/>
    <dgm:cxn modelId="{316F1FF9-BA09-446F-9722-05ED65E83EE7}" type="presParOf" srcId="{A293DF9F-1C46-4A35-97C0-A07CAB6817BE}" destId="{FF74BA51-0237-4304-9437-506E313DFC66}" srcOrd="2" destOrd="0" presId="urn:microsoft.com/office/officeart/2005/8/layout/process1"/>
    <dgm:cxn modelId="{CFDD2A01-DC95-4819-83CB-48730DBFE9A6}" type="presParOf" srcId="{A293DF9F-1C46-4A35-97C0-A07CAB6817BE}" destId="{557D2FF1-EA0D-4FEF-BA65-DB5E70590D33}" srcOrd="3" destOrd="0" presId="urn:microsoft.com/office/officeart/2005/8/layout/process1"/>
    <dgm:cxn modelId="{6391EAFE-8490-40FF-B0E2-F3693A85C330}" type="presParOf" srcId="{557D2FF1-EA0D-4FEF-BA65-DB5E70590D33}" destId="{08A07E1F-9008-4743-B6DA-29F230E39257}" srcOrd="0" destOrd="0" presId="urn:microsoft.com/office/officeart/2005/8/layout/process1"/>
    <dgm:cxn modelId="{058C2688-CD9B-49E5-8C3D-7C9FA1FFA991}" type="presParOf" srcId="{A293DF9F-1C46-4A35-97C0-A07CAB6817BE}" destId="{80F22BB9-697F-4175-97CE-CA041987EE96}" srcOrd="4" destOrd="0" presId="urn:microsoft.com/office/officeart/2005/8/layout/process1"/>
    <dgm:cxn modelId="{6CFDF82C-EED4-4FDF-A365-EC022B6D311C}" type="presParOf" srcId="{A293DF9F-1C46-4A35-97C0-A07CAB6817BE}" destId="{932325F8-5569-4843-B296-D85EDEB86313}" srcOrd="5" destOrd="0" presId="urn:microsoft.com/office/officeart/2005/8/layout/process1"/>
    <dgm:cxn modelId="{CD532613-1B5B-43D3-B1D3-031187DE3EDD}" type="presParOf" srcId="{932325F8-5569-4843-B296-D85EDEB86313}" destId="{9C7E07FD-BA4B-4B05-9C87-D5E5503554A7}" srcOrd="0" destOrd="0" presId="urn:microsoft.com/office/officeart/2005/8/layout/process1"/>
    <dgm:cxn modelId="{2245048A-BEE8-495F-B61F-DC1C43F1E87A}" type="presParOf" srcId="{A293DF9F-1C46-4A35-97C0-A07CAB6817BE}" destId="{BD3942B7-8CD9-472B-8C67-B963E826446C}" srcOrd="6" destOrd="0" presId="urn:microsoft.com/office/officeart/2005/8/layout/process1"/>
    <dgm:cxn modelId="{779F578F-5508-438A-884A-0EE03641A9D2}" type="presParOf" srcId="{A293DF9F-1C46-4A35-97C0-A07CAB6817BE}" destId="{35703991-0EBF-4858-851D-C6FF46BE9EC3}" srcOrd="7" destOrd="0" presId="urn:microsoft.com/office/officeart/2005/8/layout/process1"/>
    <dgm:cxn modelId="{13589811-DBEF-4C07-A40C-67CB780BF439}" type="presParOf" srcId="{35703991-0EBF-4858-851D-C6FF46BE9EC3}" destId="{2A2D76C2-89A7-4418-833A-1700C877F512}" srcOrd="0" destOrd="0" presId="urn:microsoft.com/office/officeart/2005/8/layout/process1"/>
    <dgm:cxn modelId="{A71EEBDC-1C73-4F20-A524-0C2E462FAD56}" type="presParOf" srcId="{A293DF9F-1C46-4A35-97C0-A07CAB6817BE}" destId="{C6F262EF-0BB1-42D6-ADB9-4E9E982D5345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3023E0B-110A-434E-81CD-742B1EF5490F}" type="doc">
      <dgm:prSet loTypeId="urn:microsoft.com/office/officeart/2005/8/layout/hProcess11" loCatId="process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zh-CN" altLang="en-US"/>
        </a:p>
      </dgm:t>
    </dgm:pt>
    <dgm:pt modelId="{424C882A-EDEC-42AD-B17A-6BFCE67F2D11}">
      <dgm:prSet custT="1"/>
      <dgm:spPr/>
      <dgm:t>
        <a:bodyPr/>
        <a:lstStyle/>
        <a:p>
          <a:pPr algn="ctr" rtl="0"/>
          <a:r>
            <a:rPr lang="zh-CN" altLang="en-US" sz="1600" b="1" dirty="0" smtClean="0"/>
            <a:t>应用程序编写完毕</a:t>
          </a:r>
          <a:endParaRPr lang="zh-CN" altLang="en-US" sz="1600" dirty="0"/>
        </a:p>
      </dgm:t>
    </dgm:pt>
    <dgm:pt modelId="{1BE8D085-7083-47D7-AC46-4CBCF13460E4}" type="parTrans" cxnId="{A41B1570-BF75-4F81-9E2B-02B1E07A2513}">
      <dgm:prSet/>
      <dgm:spPr/>
      <dgm:t>
        <a:bodyPr/>
        <a:lstStyle/>
        <a:p>
          <a:pPr algn="ctr"/>
          <a:endParaRPr lang="zh-CN" altLang="en-US" sz="4000"/>
        </a:p>
      </dgm:t>
    </dgm:pt>
    <dgm:pt modelId="{58475586-EC01-4E8C-878B-0853C7CABBD7}" type="sibTrans" cxnId="{A41B1570-BF75-4F81-9E2B-02B1E07A2513}">
      <dgm:prSet/>
      <dgm:spPr/>
      <dgm:t>
        <a:bodyPr/>
        <a:lstStyle/>
        <a:p>
          <a:pPr algn="ctr"/>
          <a:endParaRPr lang="zh-CN" altLang="en-US" sz="4000"/>
        </a:p>
      </dgm:t>
    </dgm:pt>
    <dgm:pt modelId="{8BA6BF71-F0EB-4C7B-B77B-4C611D13A76E}">
      <dgm:prSet custT="1"/>
      <dgm:spPr/>
      <dgm:t>
        <a:bodyPr/>
        <a:lstStyle/>
        <a:p>
          <a:pPr algn="l" rtl="0"/>
          <a:r>
            <a:rPr lang="zh-CN" sz="1600" b="1" dirty="0" smtClean="0"/>
            <a:t>重新编译一下工程，生成工程</a:t>
          </a:r>
          <a:r>
            <a:rPr lang="en-US" sz="1600" b="1" dirty="0" smtClean="0"/>
            <a:t>hex</a:t>
          </a:r>
          <a:r>
            <a:rPr lang="zh-CN" sz="1600" b="1" dirty="0" smtClean="0"/>
            <a:t>文件</a:t>
          </a:r>
          <a:endParaRPr lang="zh-CN" sz="1600" dirty="0"/>
        </a:p>
      </dgm:t>
    </dgm:pt>
    <dgm:pt modelId="{9F5F32DC-712B-4D6A-8403-16598FF89AE8}" type="parTrans" cxnId="{2637DAF7-142D-4726-AA27-84178E83AC9F}">
      <dgm:prSet/>
      <dgm:spPr/>
      <dgm:t>
        <a:bodyPr/>
        <a:lstStyle/>
        <a:p>
          <a:pPr algn="ctr"/>
          <a:endParaRPr lang="zh-CN" altLang="en-US" sz="4000"/>
        </a:p>
      </dgm:t>
    </dgm:pt>
    <dgm:pt modelId="{DD55DF0E-F2DB-4416-BA8E-49853B9D5578}" type="sibTrans" cxnId="{2637DAF7-142D-4726-AA27-84178E83AC9F}">
      <dgm:prSet/>
      <dgm:spPr/>
      <dgm:t>
        <a:bodyPr/>
        <a:lstStyle/>
        <a:p>
          <a:pPr algn="ctr"/>
          <a:endParaRPr lang="zh-CN" altLang="en-US" sz="4000"/>
        </a:p>
      </dgm:t>
    </dgm:pt>
    <dgm:pt modelId="{4E8B7800-6DD4-4B25-BAAA-4D75257942EC}">
      <dgm:prSet custT="1"/>
      <dgm:spPr/>
      <dgm:t>
        <a:bodyPr/>
        <a:lstStyle/>
        <a:p>
          <a:pPr algn="l" rtl="0"/>
          <a:r>
            <a:rPr lang="zh-CN" sz="1600" b="1" dirty="0" smtClean="0"/>
            <a:t>通过</a:t>
          </a:r>
          <a:r>
            <a:rPr lang="en-US" sz="1600" b="1" dirty="0" smtClean="0"/>
            <a:t>ST-LINK</a:t>
          </a:r>
          <a:r>
            <a:rPr lang="zh-CN" sz="1600" b="1" dirty="0" smtClean="0"/>
            <a:t>仿真器或其它下载器下载到目标板</a:t>
          </a:r>
          <a:endParaRPr lang="zh-CN" sz="1600" dirty="0"/>
        </a:p>
      </dgm:t>
    </dgm:pt>
    <dgm:pt modelId="{B685E738-0984-4E89-9F88-9D521DFC16FF}" type="parTrans" cxnId="{AC843356-CF91-41D8-A103-3654CB1711B6}">
      <dgm:prSet/>
      <dgm:spPr/>
      <dgm:t>
        <a:bodyPr/>
        <a:lstStyle/>
        <a:p>
          <a:pPr algn="ctr"/>
          <a:endParaRPr lang="zh-CN" altLang="en-US" sz="4000"/>
        </a:p>
      </dgm:t>
    </dgm:pt>
    <dgm:pt modelId="{E337BA25-AC0B-4184-9172-5E38ACF71E71}" type="sibTrans" cxnId="{AC843356-CF91-41D8-A103-3654CB1711B6}">
      <dgm:prSet/>
      <dgm:spPr/>
      <dgm:t>
        <a:bodyPr/>
        <a:lstStyle/>
        <a:p>
          <a:pPr algn="ctr"/>
          <a:endParaRPr lang="zh-CN" altLang="en-US" sz="4000"/>
        </a:p>
      </dgm:t>
    </dgm:pt>
    <dgm:pt modelId="{EE114941-12A1-4164-AC4D-884A4479D89B}">
      <dgm:prSet custT="1"/>
      <dgm:spPr/>
      <dgm:t>
        <a:bodyPr/>
        <a:lstStyle/>
        <a:p>
          <a:pPr algn="ctr" rtl="0"/>
          <a:r>
            <a:rPr lang="zh-CN" altLang="en-US" sz="1600" b="1" dirty="0" smtClean="0"/>
            <a:t>进行验证</a:t>
          </a:r>
          <a:endParaRPr lang="zh-CN" altLang="en-US" sz="1600" dirty="0"/>
        </a:p>
      </dgm:t>
    </dgm:pt>
    <dgm:pt modelId="{F8850023-6601-4870-AEE9-55A3E7D6A98B}" type="parTrans" cxnId="{B6DD88C5-CC5B-4E1F-B432-AAD007FA6D55}">
      <dgm:prSet/>
      <dgm:spPr/>
      <dgm:t>
        <a:bodyPr/>
        <a:lstStyle/>
        <a:p>
          <a:pPr algn="ctr"/>
          <a:endParaRPr lang="zh-CN" altLang="en-US" sz="4000"/>
        </a:p>
      </dgm:t>
    </dgm:pt>
    <dgm:pt modelId="{BF9DEDF7-E05F-4917-BD89-F7A105219DC1}" type="sibTrans" cxnId="{B6DD88C5-CC5B-4E1F-B432-AAD007FA6D55}">
      <dgm:prSet/>
      <dgm:spPr/>
      <dgm:t>
        <a:bodyPr/>
        <a:lstStyle/>
        <a:p>
          <a:pPr algn="ctr"/>
          <a:endParaRPr lang="zh-CN" altLang="en-US" sz="4000"/>
        </a:p>
      </dgm:t>
    </dgm:pt>
    <dgm:pt modelId="{311C8A5B-B1B0-4D6E-A4DB-3E64528D086E}" type="pres">
      <dgm:prSet presAssocID="{A3023E0B-110A-434E-81CD-742B1EF5490F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A7415357-C07F-4627-83CD-168054DB0968}" type="pres">
      <dgm:prSet presAssocID="{A3023E0B-110A-434E-81CD-742B1EF5490F}" presName="arrow" presStyleLbl="bgShp" presStyleIdx="0" presStyleCnt="1"/>
      <dgm:spPr/>
    </dgm:pt>
    <dgm:pt modelId="{D15F1C7A-997D-4467-931D-CDBA3FB20285}" type="pres">
      <dgm:prSet presAssocID="{A3023E0B-110A-434E-81CD-742B1EF5490F}" presName="points" presStyleCnt="0"/>
      <dgm:spPr/>
    </dgm:pt>
    <dgm:pt modelId="{97AFAF0C-A724-4BBB-9293-2E72CDBA92B9}" type="pres">
      <dgm:prSet presAssocID="{424C882A-EDEC-42AD-B17A-6BFCE67F2D11}" presName="compositeA" presStyleCnt="0"/>
      <dgm:spPr/>
    </dgm:pt>
    <dgm:pt modelId="{F47A7F8B-527C-44E2-9A87-F34619FC6766}" type="pres">
      <dgm:prSet presAssocID="{424C882A-EDEC-42AD-B17A-6BFCE67F2D11}" presName="textA" presStyleLbl="revTx" presStyleIdx="0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86FFB0F-699A-4AB7-BDA8-075749359B7E}" type="pres">
      <dgm:prSet presAssocID="{424C882A-EDEC-42AD-B17A-6BFCE67F2D11}" presName="circleA" presStyleLbl="node1" presStyleIdx="0" presStyleCnt="4"/>
      <dgm:spPr/>
    </dgm:pt>
    <dgm:pt modelId="{FF80733A-8CD3-4B53-9182-182FD4F716B1}" type="pres">
      <dgm:prSet presAssocID="{424C882A-EDEC-42AD-B17A-6BFCE67F2D11}" presName="spaceA" presStyleCnt="0"/>
      <dgm:spPr/>
    </dgm:pt>
    <dgm:pt modelId="{D96545A8-5284-485F-A67C-D15D2A194462}" type="pres">
      <dgm:prSet presAssocID="{58475586-EC01-4E8C-878B-0853C7CABBD7}" presName="space" presStyleCnt="0"/>
      <dgm:spPr/>
    </dgm:pt>
    <dgm:pt modelId="{3555E737-4C96-451A-8FBE-CFAC2BCAD80C}" type="pres">
      <dgm:prSet presAssocID="{8BA6BF71-F0EB-4C7B-B77B-4C611D13A76E}" presName="compositeB" presStyleCnt="0"/>
      <dgm:spPr/>
    </dgm:pt>
    <dgm:pt modelId="{E0B2DCF3-34DC-47FC-96C4-43A24AF4150E}" type="pres">
      <dgm:prSet presAssocID="{8BA6BF71-F0EB-4C7B-B77B-4C611D13A76E}" presName="textB" presStyleLbl="revTx" presStyleIdx="1" presStyleCnt="4" custScaleX="13553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A07F4B3-F4B1-40FC-9FB7-BCFC6DD60D82}" type="pres">
      <dgm:prSet presAssocID="{8BA6BF71-F0EB-4C7B-B77B-4C611D13A76E}" presName="circleB" presStyleLbl="node1" presStyleIdx="1" presStyleCnt="4"/>
      <dgm:spPr/>
    </dgm:pt>
    <dgm:pt modelId="{39A42E24-B5F5-4D9E-8CF5-C331E2B79E35}" type="pres">
      <dgm:prSet presAssocID="{8BA6BF71-F0EB-4C7B-B77B-4C611D13A76E}" presName="spaceB" presStyleCnt="0"/>
      <dgm:spPr/>
    </dgm:pt>
    <dgm:pt modelId="{82DEE020-C917-475A-BCBA-25F57551DC69}" type="pres">
      <dgm:prSet presAssocID="{DD55DF0E-F2DB-4416-BA8E-49853B9D5578}" presName="space" presStyleCnt="0"/>
      <dgm:spPr/>
    </dgm:pt>
    <dgm:pt modelId="{225BB3D0-6CB5-48E9-8347-BBCADA602D35}" type="pres">
      <dgm:prSet presAssocID="{4E8B7800-6DD4-4B25-BAAA-4D75257942EC}" presName="compositeA" presStyleCnt="0"/>
      <dgm:spPr/>
    </dgm:pt>
    <dgm:pt modelId="{74BEBE32-3AB7-4CC1-9599-13D13D735188}" type="pres">
      <dgm:prSet presAssocID="{4E8B7800-6DD4-4B25-BAAA-4D75257942EC}" presName="textA" presStyleLbl="revTx" presStyleIdx="2" presStyleCnt="4" custScaleX="14052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0880332-F8F8-4F1C-B29E-B9DF3AE9A122}" type="pres">
      <dgm:prSet presAssocID="{4E8B7800-6DD4-4B25-BAAA-4D75257942EC}" presName="circleA" presStyleLbl="node1" presStyleIdx="2" presStyleCnt="4"/>
      <dgm:spPr/>
    </dgm:pt>
    <dgm:pt modelId="{EA9B46EE-567D-4ED5-889C-3C3008C8C4C1}" type="pres">
      <dgm:prSet presAssocID="{4E8B7800-6DD4-4B25-BAAA-4D75257942EC}" presName="spaceA" presStyleCnt="0"/>
      <dgm:spPr/>
    </dgm:pt>
    <dgm:pt modelId="{F9D9737D-16CB-4D87-B29A-2EAC5E6629A5}" type="pres">
      <dgm:prSet presAssocID="{E337BA25-AC0B-4184-9172-5E38ACF71E71}" presName="space" presStyleCnt="0"/>
      <dgm:spPr/>
    </dgm:pt>
    <dgm:pt modelId="{ED0FAFFA-7E20-4005-BD09-48A984105C06}" type="pres">
      <dgm:prSet presAssocID="{EE114941-12A1-4164-AC4D-884A4479D89B}" presName="compositeB" presStyleCnt="0"/>
      <dgm:spPr/>
    </dgm:pt>
    <dgm:pt modelId="{CE517749-2CB6-4536-8F04-07AD6AADB999}" type="pres">
      <dgm:prSet presAssocID="{EE114941-12A1-4164-AC4D-884A4479D89B}" presName="textB" presStyleLbl="revTx" presStyleIdx="3" presStyleCnt="4" custScaleX="4979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DBF4CE6-F8A1-42BB-8B72-B256B2F34CD7}" type="pres">
      <dgm:prSet presAssocID="{EE114941-12A1-4164-AC4D-884A4479D89B}" presName="circleB" presStyleLbl="node1" presStyleIdx="3" presStyleCnt="4"/>
      <dgm:spPr/>
    </dgm:pt>
    <dgm:pt modelId="{C2BAD3B0-1B99-4E1B-B5E5-D529490A7086}" type="pres">
      <dgm:prSet presAssocID="{EE114941-12A1-4164-AC4D-884A4479D89B}" presName="spaceB" presStyleCnt="0"/>
      <dgm:spPr/>
    </dgm:pt>
  </dgm:ptLst>
  <dgm:cxnLst>
    <dgm:cxn modelId="{389CCEF3-CB90-416E-94CF-13FD93938AD3}" type="presOf" srcId="{8BA6BF71-F0EB-4C7B-B77B-4C611D13A76E}" destId="{E0B2DCF3-34DC-47FC-96C4-43A24AF4150E}" srcOrd="0" destOrd="0" presId="urn:microsoft.com/office/officeart/2005/8/layout/hProcess11"/>
    <dgm:cxn modelId="{552129D5-81D0-436D-AF27-DDD82A352FED}" type="presOf" srcId="{4E8B7800-6DD4-4B25-BAAA-4D75257942EC}" destId="{74BEBE32-3AB7-4CC1-9599-13D13D735188}" srcOrd="0" destOrd="0" presId="urn:microsoft.com/office/officeart/2005/8/layout/hProcess11"/>
    <dgm:cxn modelId="{A41B1570-BF75-4F81-9E2B-02B1E07A2513}" srcId="{A3023E0B-110A-434E-81CD-742B1EF5490F}" destId="{424C882A-EDEC-42AD-B17A-6BFCE67F2D11}" srcOrd="0" destOrd="0" parTransId="{1BE8D085-7083-47D7-AC46-4CBCF13460E4}" sibTransId="{58475586-EC01-4E8C-878B-0853C7CABBD7}"/>
    <dgm:cxn modelId="{2637DAF7-142D-4726-AA27-84178E83AC9F}" srcId="{A3023E0B-110A-434E-81CD-742B1EF5490F}" destId="{8BA6BF71-F0EB-4C7B-B77B-4C611D13A76E}" srcOrd="1" destOrd="0" parTransId="{9F5F32DC-712B-4D6A-8403-16598FF89AE8}" sibTransId="{DD55DF0E-F2DB-4416-BA8E-49853B9D5578}"/>
    <dgm:cxn modelId="{C603D910-4225-4C19-A4A7-E6DC4289A776}" type="presOf" srcId="{EE114941-12A1-4164-AC4D-884A4479D89B}" destId="{CE517749-2CB6-4536-8F04-07AD6AADB999}" srcOrd="0" destOrd="0" presId="urn:microsoft.com/office/officeart/2005/8/layout/hProcess11"/>
    <dgm:cxn modelId="{17AFFB14-F842-4683-AFAB-A569331AAD5A}" type="presOf" srcId="{424C882A-EDEC-42AD-B17A-6BFCE67F2D11}" destId="{F47A7F8B-527C-44E2-9A87-F34619FC6766}" srcOrd="0" destOrd="0" presId="urn:microsoft.com/office/officeart/2005/8/layout/hProcess11"/>
    <dgm:cxn modelId="{AC843356-CF91-41D8-A103-3654CB1711B6}" srcId="{A3023E0B-110A-434E-81CD-742B1EF5490F}" destId="{4E8B7800-6DD4-4B25-BAAA-4D75257942EC}" srcOrd="2" destOrd="0" parTransId="{B685E738-0984-4E89-9F88-9D521DFC16FF}" sibTransId="{E337BA25-AC0B-4184-9172-5E38ACF71E71}"/>
    <dgm:cxn modelId="{B6DD88C5-CC5B-4E1F-B432-AAD007FA6D55}" srcId="{A3023E0B-110A-434E-81CD-742B1EF5490F}" destId="{EE114941-12A1-4164-AC4D-884A4479D89B}" srcOrd="3" destOrd="0" parTransId="{F8850023-6601-4870-AEE9-55A3E7D6A98B}" sibTransId="{BF9DEDF7-E05F-4917-BD89-F7A105219DC1}"/>
    <dgm:cxn modelId="{477822F0-A9A8-41DF-962B-23F975B44B7B}" type="presOf" srcId="{A3023E0B-110A-434E-81CD-742B1EF5490F}" destId="{311C8A5B-B1B0-4D6E-A4DB-3E64528D086E}" srcOrd="0" destOrd="0" presId="urn:microsoft.com/office/officeart/2005/8/layout/hProcess11"/>
    <dgm:cxn modelId="{D7BAAE76-FAFE-4191-81AA-8899546DED32}" type="presParOf" srcId="{311C8A5B-B1B0-4D6E-A4DB-3E64528D086E}" destId="{A7415357-C07F-4627-83CD-168054DB0968}" srcOrd="0" destOrd="0" presId="urn:microsoft.com/office/officeart/2005/8/layout/hProcess11"/>
    <dgm:cxn modelId="{6CAB1E12-4F7B-4719-9542-59E291500EE1}" type="presParOf" srcId="{311C8A5B-B1B0-4D6E-A4DB-3E64528D086E}" destId="{D15F1C7A-997D-4467-931D-CDBA3FB20285}" srcOrd="1" destOrd="0" presId="urn:microsoft.com/office/officeart/2005/8/layout/hProcess11"/>
    <dgm:cxn modelId="{43958A2B-8E9A-46A7-83D6-EE16321CF359}" type="presParOf" srcId="{D15F1C7A-997D-4467-931D-CDBA3FB20285}" destId="{97AFAF0C-A724-4BBB-9293-2E72CDBA92B9}" srcOrd="0" destOrd="0" presId="urn:microsoft.com/office/officeart/2005/8/layout/hProcess11"/>
    <dgm:cxn modelId="{363B612B-F7B8-4DD8-83C2-EA447170B9C8}" type="presParOf" srcId="{97AFAF0C-A724-4BBB-9293-2E72CDBA92B9}" destId="{F47A7F8B-527C-44E2-9A87-F34619FC6766}" srcOrd="0" destOrd="0" presId="urn:microsoft.com/office/officeart/2005/8/layout/hProcess11"/>
    <dgm:cxn modelId="{E3EDCD83-C82F-4E95-BFB0-5CDE18DAD2AA}" type="presParOf" srcId="{97AFAF0C-A724-4BBB-9293-2E72CDBA92B9}" destId="{186FFB0F-699A-4AB7-BDA8-075749359B7E}" srcOrd="1" destOrd="0" presId="urn:microsoft.com/office/officeart/2005/8/layout/hProcess11"/>
    <dgm:cxn modelId="{4581B81C-EFFE-4DD0-B305-C59A0455B1D6}" type="presParOf" srcId="{97AFAF0C-A724-4BBB-9293-2E72CDBA92B9}" destId="{FF80733A-8CD3-4B53-9182-182FD4F716B1}" srcOrd="2" destOrd="0" presId="urn:microsoft.com/office/officeart/2005/8/layout/hProcess11"/>
    <dgm:cxn modelId="{3882CCD6-9585-4763-A619-712B5AD567D7}" type="presParOf" srcId="{D15F1C7A-997D-4467-931D-CDBA3FB20285}" destId="{D96545A8-5284-485F-A67C-D15D2A194462}" srcOrd="1" destOrd="0" presId="urn:microsoft.com/office/officeart/2005/8/layout/hProcess11"/>
    <dgm:cxn modelId="{17C0FEE2-CDE2-4521-8521-66F1C6EB439B}" type="presParOf" srcId="{D15F1C7A-997D-4467-931D-CDBA3FB20285}" destId="{3555E737-4C96-451A-8FBE-CFAC2BCAD80C}" srcOrd="2" destOrd="0" presId="urn:microsoft.com/office/officeart/2005/8/layout/hProcess11"/>
    <dgm:cxn modelId="{01D82374-9CB3-4818-AC1D-BEAC54DC5BBF}" type="presParOf" srcId="{3555E737-4C96-451A-8FBE-CFAC2BCAD80C}" destId="{E0B2DCF3-34DC-47FC-96C4-43A24AF4150E}" srcOrd="0" destOrd="0" presId="urn:microsoft.com/office/officeart/2005/8/layout/hProcess11"/>
    <dgm:cxn modelId="{074EBD88-2E55-4390-94C7-DCAAEDB80FD2}" type="presParOf" srcId="{3555E737-4C96-451A-8FBE-CFAC2BCAD80C}" destId="{DA07F4B3-F4B1-40FC-9FB7-BCFC6DD60D82}" srcOrd="1" destOrd="0" presId="urn:microsoft.com/office/officeart/2005/8/layout/hProcess11"/>
    <dgm:cxn modelId="{F0C603B3-273F-42EA-9DF9-CE060A671C78}" type="presParOf" srcId="{3555E737-4C96-451A-8FBE-CFAC2BCAD80C}" destId="{39A42E24-B5F5-4D9E-8CF5-C331E2B79E35}" srcOrd="2" destOrd="0" presId="urn:microsoft.com/office/officeart/2005/8/layout/hProcess11"/>
    <dgm:cxn modelId="{6B9C1D89-1CDA-4CB5-B08A-6B81FE69779A}" type="presParOf" srcId="{D15F1C7A-997D-4467-931D-CDBA3FB20285}" destId="{82DEE020-C917-475A-BCBA-25F57551DC69}" srcOrd="3" destOrd="0" presId="urn:microsoft.com/office/officeart/2005/8/layout/hProcess11"/>
    <dgm:cxn modelId="{7CDFC2A0-D6AF-4130-9C3E-A3067ECFFB2D}" type="presParOf" srcId="{D15F1C7A-997D-4467-931D-CDBA3FB20285}" destId="{225BB3D0-6CB5-48E9-8347-BBCADA602D35}" srcOrd="4" destOrd="0" presId="urn:microsoft.com/office/officeart/2005/8/layout/hProcess11"/>
    <dgm:cxn modelId="{A27EC93E-2E0E-4EB1-9965-6E2AC58FB2B9}" type="presParOf" srcId="{225BB3D0-6CB5-48E9-8347-BBCADA602D35}" destId="{74BEBE32-3AB7-4CC1-9599-13D13D735188}" srcOrd="0" destOrd="0" presId="urn:microsoft.com/office/officeart/2005/8/layout/hProcess11"/>
    <dgm:cxn modelId="{A36A445A-F8D8-4804-8F94-B7E0A3192891}" type="presParOf" srcId="{225BB3D0-6CB5-48E9-8347-BBCADA602D35}" destId="{30880332-F8F8-4F1C-B29E-B9DF3AE9A122}" srcOrd="1" destOrd="0" presId="urn:microsoft.com/office/officeart/2005/8/layout/hProcess11"/>
    <dgm:cxn modelId="{FE80CCDE-4CEC-40CE-9FF9-A37BA2673D30}" type="presParOf" srcId="{225BB3D0-6CB5-48E9-8347-BBCADA602D35}" destId="{EA9B46EE-567D-4ED5-889C-3C3008C8C4C1}" srcOrd="2" destOrd="0" presId="urn:microsoft.com/office/officeart/2005/8/layout/hProcess11"/>
    <dgm:cxn modelId="{4E4D2CDD-9B23-4FF8-8867-3502D8D7E736}" type="presParOf" srcId="{D15F1C7A-997D-4467-931D-CDBA3FB20285}" destId="{F9D9737D-16CB-4D87-B29A-2EAC5E6629A5}" srcOrd="5" destOrd="0" presId="urn:microsoft.com/office/officeart/2005/8/layout/hProcess11"/>
    <dgm:cxn modelId="{1F932537-01CE-42D7-B56C-7873D51A5F8D}" type="presParOf" srcId="{D15F1C7A-997D-4467-931D-CDBA3FB20285}" destId="{ED0FAFFA-7E20-4005-BD09-48A984105C06}" srcOrd="6" destOrd="0" presId="urn:microsoft.com/office/officeart/2005/8/layout/hProcess11"/>
    <dgm:cxn modelId="{5B8B69EE-4AC6-434F-A579-FF155869BEF4}" type="presParOf" srcId="{ED0FAFFA-7E20-4005-BD09-48A984105C06}" destId="{CE517749-2CB6-4536-8F04-07AD6AADB999}" srcOrd="0" destOrd="0" presId="urn:microsoft.com/office/officeart/2005/8/layout/hProcess11"/>
    <dgm:cxn modelId="{C2F0BD57-C4EE-4DFC-A91F-01384580683E}" type="presParOf" srcId="{ED0FAFFA-7E20-4005-BD09-48A984105C06}" destId="{8DBF4CE6-F8A1-42BB-8B72-B256B2F34CD7}" srcOrd="1" destOrd="0" presId="urn:microsoft.com/office/officeart/2005/8/layout/hProcess11"/>
    <dgm:cxn modelId="{DF6FD599-73D3-40C9-8574-9BA821096012}" type="presParOf" srcId="{ED0FAFFA-7E20-4005-BD09-48A984105C06}" destId="{C2BAD3B0-1B99-4E1B-B5E5-D529490A7086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3F9487-C99E-44E7-8F68-76E4F1CC088E}">
      <dsp:nvSpPr>
        <dsp:cNvPr id="0" name=""/>
        <dsp:cNvSpPr/>
      </dsp:nvSpPr>
      <dsp:spPr>
        <a:xfrm>
          <a:off x="5117364" y="1887517"/>
          <a:ext cx="205696" cy="6308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30803"/>
              </a:lnTo>
              <a:lnTo>
                <a:pt x="205696" y="630803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53EE753-1608-4B17-AC4D-9930A37B27B4}">
      <dsp:nvSpPr>
        <dsp:cNvPr id="0" name=""/>
        <dsp:cNvSpPr/>
      </dsp:nvSpPr>
      <dsp:spPr>
        <a:xfrm>
          <a:off x="3176957" y="913885"/>
          <a:ext cx="2488931" cy="2879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3987"/>
              </a:lnTo>
              <a:lnTo>
                <a:pt x="2488931" y="143987"/>
              </a:lnTo>
              <a:lnTo>
                <a:pt x="2488931" y="287975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9B4701-462C-4EC9-8A8C-3CF293761DCA}">
      <dsp:nvSpPr>
        <dsp:cNvPr id="0" name=""/>
        <dsp:cNvSpPr/>
      </dsp:nvSpPr>
      <dsp:spPr>
        <a:xfrm>
          <a:off x="3458076" y="1887517"/>
          <a:ext cx="205696" cy="6308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30803"/>
              </a:lnTo>
              <a:lnTo>
                <a:pt x="205696" y="630803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2BBAE44-5D50-4181-BBA6-29041690C994}">
      <dsp:nvSpPr>
        <dsp:cNvPr id="0" name=""/>
        <dsp:cNvSpPr/>
      </dsp:nvSpPr>
      <dsp:spPr>
        <a:xfrm>
          <a:off x="3176957" y="913885"/>
          <a:ext cx="829643" cy="2879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3987"/>
              </a:lnTo>
              <a:lnTo>
                <a:pt x="829643" y="143987"/>
              </a:lnTo>
              <a:lnTo>
                <a:pt x="829643" y="287975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2646E0-96F0-451D-9003-4E992E1C9AF3}">
      <dsp:nvSpPr>
        <dsp:cNvPr id="0" name=""/>
        <dsp:cNvSpPr/>
      </dsp:nvSpPr>
      <dsp:spPr>
        <a:xfrm>
          <a:off x="1798789" y="1887517"/>
          <a:ext cx="205696" cy="6308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30803"/>
              </a:lnTo>
              <a:lnTo>
                <a:pt x="205696" y="630803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DE3214-6944-43EA-841E-5A8EDC924FCD}">
      <dsp:nvSpPr>
        <dsp:cNvPr id="0" name=""/>
        <dsp:cNvSpPr/>
      </dsp:nvSpPr>
      <dsp:spPr>
        <a:xfrm>
          <a:off x="2347314" y="913885"/>
          <a:ext cx="829643" cy="287975"/>
        </a:xfrm>
        <a:custGeom>
          <a:avLst/>
          <a:gdLst/>
          <a:ahLst/>
          <a:cxnLst/>
          <a:rect l="0" t="0" r="0" b="0"/>
          <a:pathLst>
            <a:path>
              <a:moveTo>
                <a:pt x="829643" y="0"/>
              </a:moveTo>
              <a:lnTo>
                <a:pt x="829643" y="143987"/>
              </a:lnTo>
              <a:lnTo>
                <a:pt x="0" y="143987"/>
              </a:lnTo>
              <a:lnTo>
                <a:pt x="0" y="287975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1660A3-BEC9-41B9-8EBD-CD5EFEDE4CE0}">
      <dsp:nvSpPr>
        <dsp:cNvPr id="0" name=""/>
        <dsp:cNvSpPr/>
      </dsp:nvSpPr>
      <dsp:spPr>
        <a:xfrm>
          <a:off x="139501" y="1887517"/>
          <a:ext cx="205696" cy="6308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30803"/>
              </a:lnTo>
              <a:lnTo>
                <a:pt x="205696" y="630803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B8E54B-E406-4916-B93F-A3659C2C5CF1}">
      <dsp:nvSpPr>
        <dsp:cNvPr id="0" name=""/>
        <dsp:cNvSpPr/>
      </dsp:nvSpPr>
      <dsp:spPr>
        <a:xfrm>
          <a:off x="688026" y="913885"/>
          <a:ext cx="2488931" cy="287975"/>
        </a:xfrm>
        <a:custGeom>
          <a:avLst/>
          <a:gdLst/>
          <a:ahLst/>
          <a:cxnLst/>
          <a:rect l="0" t="0" r="0" b="0"/>
          <a:pathLst>
            <a:path>
              <a:moveTo>
                <a:pt x="2488931" y="0"/>
              </a:moveTo>
              <a:lnTo>
                <a:pt x="2488931" y="143987"/>
              </a:lnTo>
              <a:lnTo>
                <a:pt x="0" y="143987"/>
              </a:lnTo>
              <a:lnTo>
                <a:pt x="0" y="287975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43FE7A-9472-48CE-88B9-9087331AEB46}">
      <dsp:nvSpPr>
        <dsp:cNvPr id="0" name=""/>
        <dsp:cNvSpPr/>
      </dsp:nvSpPr>
      <dsp:spPr>
        <a:xfrm>
          <a:off x="2491301" y="228229"/>
          <a:ext cx="1371312" cy="68565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/>
            <a:t>19</a:t>
          </a:r>
          <a:r>
            <a:rPr lang="zh-CN" sz="1800" b="1" kern="1200" dirty="0" smtClean="0"/>
            <a:t>条外部中断线</a:t>
          </a:r>
          <a:endParaRPr lang="zh-CN" sz="1800" b="1" kern="1200" dirty="0"/>
        </a:p>
      </dsp:txBody>
      <dsp:txXfrm>
        <a:off x="2491301" y="228229"/>
        <a:ext cx="1371312" cy="685656"/>
      </dsp:txXfrm>
    </dsp:sp>
    <dsp:sp modelId="{4F2CAB8E-49E2-408C-84B4-B195C7BAEBFE}">
      <dsp:nvSpPr>
        <dsp:cNvPr id="0" name=""/>
        <dsp:cNvSpPr/>
      </dsp:nvSpPr>
      <dsp:spPr>
        <a:xfrm>
          <a:off x="2370" y="1201861"/>
          <a:ext cx="1371312" cy="68565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800" b="1" kern="1200" smtClean="0"/>
            <a:t>线</a:t>
          </a:r>
          <a:r>
            <a:rPr lang="en-US" sz="1800" b="1" kern="1200" smtClean="0"/>
            <a:t>0~15</a:t>
          </a:r>
          <a:endParaRPr lang="zh-CN" sz="1800" b="1" kern="1200" dirty="0"/>
        </a:p>
      </dsp:txBody>
      <dsp:txXfrm>
        <a:off x="2370" y="1201861"/>
        <a:ext cx="1371312" cy="685656"/>
      </dsp:txXfrm>
    </dsp:sp>
    <dsp:sp modelId="{B6502D21-750A-487C-9707-ED75D51353C0}">
      <dsp:nvSpPr>
        <dsp:cNvPr id="0" name=""/>
        <dsp:cNvSpPr/>
      </dsp:nvSpPr>
      <dsp:spPr>
        <a:xfrm>
          <a:off x="345198" y="2175493"/>
          <a:ext cx="1371312" cy="685656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800" b="1" kern="1200" dirty="0" smtClean="0">
              <a:solidFill>
                <a:schemeClr val="tx1"/>
              </a:solidFill>
            </a:rPr>
            <a:t>对应</a:t>
          </a:r>
          <a:r>
            <a:rPr lang="en-US" sz="1800" b="1" kern="1200" dirty="0" smtClean="0">
              <a:solidFill>
                <a:schemeClr val="tx1"/>
              </a:solidFill>
            </a:rPr>
            <a:t>I/O</a:t>
          </a:r>
          <a:r>
            <a:rPr lang="zh-CN" sz="1800" b="1" kern="1200" dirty="0" smtClean="0">
              <a:solidFill>
                <a:schemeClr val="tx1"/>
              </a:solidFill>
            </a:rPr>
            <a:t>引脚的外部中断；</a:t>
          </a:r>
          <a:endParaRPr lang="zh-CN" sz="1800" b="1" kern="1200" dirty="0">
            <a:solidFill>
              <a:schemeClr val="tx1"/>
            </a:solidFill>
          </a:endParaRPr>
        </a:p>
      </dsp:txBody>
      <dsp:txXfrm>
        <a:off x="345198" y="2175493"/>
        <a:ext cx="1371312" cy="685656"/>
      </dsp:txXfrm>
    </dsp:sp>
    <dsp:sp modelId="{32D3F3DC-EBEF-4576-A62D-E97BA082F290}">
      <dsp:nvSpPr>
        <dsp:cNvPr id="0" name=""/>
        <dsp:cNvSpPr/>
      </dsp:nvSpPr>
      <dsp:spPr>
        <a:xfrm>
          <a:off x="1661658" y="1201861"/>
          <a:ext cx="1371312" cy="68565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800" b="1" kern="1200" smtClean="0"/>
            <a:t>线</a:t>
          </a:r>
          <a:r>
            <a:rPr lang="en-US" sz="1800" b="1" kern="1200" smtClean="0"/>
            <a:t>16</a:t>
          </a:r>
          <a:endParaRPr lang="zh-CN" sz="1800" b="1" kern="1200" dirty="0"/>
        </a:p>
      </dsp:txBody>
      <dsp:txXfrm>
        <a:off x="1661658" y="1201861"/>
        <a:ext cx="1371312" cy="685656"/>
      </dsp:txXfrm>
    </dsp:sp>
    <dsp:sp modelId="{59CF5637-A7A0-407E-9E51-959A3CB790AF}">
      <dsp:nvSpPr>
        <dsp:cNvPr id="0" name=""/>
        <dsp:cNvSpPr/>
      </dsp:nvSpPr>
      <dsp:spPr>
        <a:xfrm>
          <a:off x="2004486" y="2175493"/>
          <a:ext cx="1371312" cy="685656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800" b="1" kern="1200" smtClean="0">
              <a:solidFill>
                <a:schemeClr val="tx1"/>
              </a:solidFill>
            </a:rPr>
            <a:t>连接到</a:t>
          </a:r>
          <a:r>
            <a:rPr lang="en-US" sz="1800" b="1" kern="1200" smtClean="0">
              <a:solidFill>
                <a:schemeClr val="tx1"/>
              </a:solidFill>
            </a:rPr>
            <a:t>PVD</a:t>
          </a:r>
          <a:r>
            <a:rPr lang="zh-CN" sz="1800" b="1" kern="1200" smtClean="0">
              <a:solidFill>
                <a:schemeClr val="tx1"/>
              </a:solidFill>
            </a:rPr>
            <a:t>输出</a:t>
          </a:r>
          <a:endParaRPr lang="zh-CN" sz="1800" b="1" kern="1200" dirty="0">
            <a:solidFill>
              <a:schemeClr val="tx1"/>
            </a:solidFill>
          </a:endParaRPr>
        </a:p>
      </dsp:txBody>
      <dsp:txXfrm>
        <a:off x="2004486" y="2175493"/>
        <a:ext cx="1371312" cy="685656"/>
      </dsp:txXfrm>
    </dsp:sp>
    <dsp:sp modelId="{517303F1-DE16-4C85-8213-A0408C38360C}">
      <dsp:nvSpPr>
        <dsp:cNvPr id="0" name=""/>
        <dsp:cNvSpPr/>
      </dsp:nvSpPr>
      <dsp:spPr>
        <a:xfrm>
          <a:off x="3320945" y="1201861"/>
          <a:ext cx="1371312" cy="68565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800" b="1" kern="1200" smtClean="0"/>
            <a:t>线</a:t>
          </a:r>
          <a:r>
            <a:rPr lang="en-US" sz="1800" b="1" kern="1200" smtClean="0"/>
            <a:t>17</a:t>
          </a:r>
          <a:endParaRPr lang="zh-CN" sz="1800" b="1" kern="1200" dirty="0"/>
        </a:p>
      </dsp:txBody>
      <dsp:txXfrm>
        <a:off x="3320945" y="1201861"/>
        <a:ext cx="1371312" cy="685656"/>
      </dsp:txXfrm>
    </dsp:sp>
    <dsp:sp modelId="{2004B731-88A3-45D7-932A-3B725170DE22}">
      <dsp:nvSpPr>
        <dsp:cNvPr id="0" name=""/>
        <dsp:cNvSpPr/>
      </dsp:nvSpPr>
      <dsp:spPr>
        <a:xfrm>
          <a:off x="3663773" y="2175493"/>
          <a:ext cx="1371312" cy="685656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800" b="1" kern="1200" smtClean="0">
              <a:solidFill>
                <a:schemeClr val="tx1"/>
              </a:solidFill>
            </a:rPr>
            <a:t>连接到</a:t>
          </a:r>
          <a:r>
            <a:rPr lang="en-US" sz="1800" b="1" kern="1200" smtClean="0">
              <a:solidFill>
                <a:schemeClr val="tx1"/>
              </a:solidFill>
            </a:rPr>
            <a:t>RTC</a:t>
          </a:r>
          <a:r>
            <a:rPr lang="zh-CN" sz="1800" b="1" kern="1200" smtClean="0">
              <a:solidFill>
                <a:schemeClr val="tx1"/>
              </a:solidFill>
            </a:rPr>
            <a:t>闹钟事件</a:t>
          </a:r>
          <a:endParaRPr lang="zh-CN" sz="1800" b="1" kern="1200" dirty="0">
            <a:solidFill>
              <a:schemeClr val="tx1"/>
            </a:solidFill>
          </a:endParaRPr>
        </a:p>
      </dsp:txBody>
      <dsp:txXfrm>
        <a:off x="3663773" y="2175493"/>
        <a:ext cx="1371312" cy="685656"/>
      </dsp:txXfrm>
    </dsp:sp>
    <dsp:sp modelId="{9900DA43-2A8E-4C80-8C0F-B40463443F0A}">
      <dsp:nvSpPr>
        <dsp:cNvPr id="0" name=""/>
        <dsp:cNvSpPr/>
      </dsp:nvSpPr>
      <dsp:spPr>
        <a:xfrm>
          <a:off x="4980233" y="1201861"/>
          <a:ext cx="1371312" cy="68565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800" b="1" kern="1200" smtClean="0"/>
            <a:t>线</a:t>
          </a:r>
          <a:r>
            <a:rPr lang="en-US" sz="1800" b="1" kern="1200" smtClean="0"/>
            <a:t>18</a:t>
          </a:r>
          <a:endParaRPr lang="zh-CN" sz="1800" b="1" kern="1200" dirty="0"/>
        </a:p>
      </dsp:txBody>
      <dsp:txXfrm>
        <a:off x="4980233" y="1201861"/>
        <a:ext cx="1371312" cy="685656"/>
      </dsp:txXfrm>
    </dsp:sp>
    <dsp:sp modelId="{0DCAAF1B-A0F9-425E-91BA-441F3BA08CED}">
      <dsp:nvSpPr>
        <dsp:cNvPr id="0" name=""/>
        <dsp:cNvSpPr/>
      </dsp:nvSpPr>
      <dsp:spPr>
        <a:xfrm>
          <a:off x="5323061" y="2175493"/>
          <a:ext cx="1371312" cy="685656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800" b="1" kern="1200" smtClean="0">
              <a:solidFill>
                <a:schemeClr val="tx1"/>
              </a:solidFill>
            </a:rPr>
            <a:t>连接到</a:t>
          </a:r>
          <a:r>
            <a:rPr lang="en-US" sz="1800" b="1" kern="1200" smtClean="0">
              <a:solidFill>
                <a:schemeClr val="tx1"/>
              </a:solidFill>
            </a:rPr>
            <a:t>USB</a:t>
          </a:r>
          <a:r>
            <a:rPr lang="zh-CN" sz="1800" b="1" kern="1200" smtClean="0">
              <a:solidFill>
                <a:schemeClr val="tx1"/>
              </a:solidFill>
            </a:rPr>
            <a:t>唤醒事件</a:t>
          </a:r>
          <a:endParaRPr lang="zh-CN" sz="1800" b="1" kern="1200" dirty="0">
            <a:solidFill>
              <a:schemeClr val="tx1"/>
            </a:solidFill>
          </a:endParaRPr>
        </a:p>
      </dsp:txBody>
      <dsp:txXfrm>
        <a:off x="5323061" y="2175493"/>
        <a:ext cx="1371312" cy="6856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AFF299-20DE-4C45-9B03-A62F79F8E1E7}">
      <dsp:nvSpPr>
        <dsp:cNvPr id="0" name=""/>
        <dsp:cNvSpPr/>
      </dsp:nvSpPr>
      <dsp:spPr>
        <a:xfrm>
          <a:off x="0" y="0"/>
          <a:ext cx="5988185" cy="64807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600" b="1" kern="1200" dirty="0" smtClean="0"/>
            <a:t>使用</a:t>
          </a:r>
          <a:r>
            <a:rPr lang="en-US" sz="1600" b="1" kern="1200" dirty="0" smtClean="0"/>
            <a:t>RCC_APB2PeriphClockCmd()</a:t>
          </a:r>
          <a:r>
            <a:rPr lang="zh-CN" sz="1600" b="1" kern="1200" dirty="0" smtClean="0"/>
            <a:t>函数配置时钟，初始化</a:t>
          </a:r>
          <a:r>
            <a:rPr lang="en-US" sz="1600" b="1" kern="1200" dirty="0" smtClean="0"/>
            <a:t>GPIO</a:t>
          </a:r>
          <a:r>
            <a:rPr lang="zh-CN" sz="1600" b="1" kern="1200" dirty="0" smtClean="0"/>
            <a:t>引脚为复用功能</a:t>
          </a:r>
          <a:endParaRPr lang="zh-CN" sz="1600" b="1" kern="1200" dirty="0"/>
        </a:p>
      </dsp:txBody>
      <dsp:txXfrm>
        <a:off x="18981" y="18981"/>
        <a:ext cx="5213041" cy="610110"/>
      </dsp:txXfrm>
    </dsp:sp>
    <dsp:sp modelId="{963769D9-DBEA-4D8F-BC65-5D7A84EAF46E}">
      <dsp:nvSpPr>
        <dsp:cNvPr id="0" name=""/>
        <dsp:cNvSpPr/>
      </dsp:nvSpPr>
      <dsp:spPr>
        <a:xfrm>
          <a:off x="447169" y="738082"/>
          <a:ext cx="5988185" cy="64807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600" b="1" kern="1200" dirty="0" smtClean="0"/>
            <a:t>使用</a:t>
          </a:r>
          <a:r>
            <a:rPr lang="en-US" sz="1600" b="1" kern="1200" dirty="0" err="1" smtClean="0"/>
            <a:t>GPIO_EXTILineConfig</a:t>
          </a:r>
          <a:r>
            <a:rPr lang="en-US" sz="1600" b="1" kern="1200" dirty="0" smtClean="0"/>
            <a:t>()</a:t>
          </a:r>
          <a:r>
            <a:rPr lang="zh-CN" sz="1600" b="1" kern="1200" dirty="0" smtClean="0"/>
            <a:t>函数配置</a:t>
          </a:r>
          <a:r>
            <a:rPr lang="en-US" sz="1600" b="1" kern="1200" dirty="0" smtClean="0"/>
            <a:t>I/O</a:t>
          </a:r>
          <a:r>
            <a:rPr lang="zh-CN" sz="1600" b="1" kern="1200" dirty="0" smtClean="0"/>
            <a:t>引脚与外部中断线路的映射关系</a:t>
          </a:r>
          <a:endParaRPr lang="zh-CN" sz="1600" b="1" kern="1200" dirty="0"/>
        </a:p>
      </dsp:txBody>
      <dsp:txXfrm>
        <a:off x="466150" y="757063"/>
        <a:ext cx="5081806" cy="610110"/>
      </dsp:txXfrm>
    </dsp:sp>
    <dsp:sp modelId="{FF7708D9-3A07-4451-8C26-98E397482ACF}">
      <dsp:nvSpPr>
        <dsp:cNvPr id="0" name=""/>
        <dsp:cNvSpPr/>
      </dsp:nvSpPr>
      <dsp:spPr>
        <a:xfrm>
          <a:off x="894339" y="1476164"/>
          <a:ext cx="5988185" cy="64807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800" b="1" kern="1200" dirty="0" smtClean="0"/>
            <a:t>使用</a:t>
          </a:r>
          <a:r>
            <a:rPr lang="en-US" sz="1800" b="1" kern="1200" dirty="0" err="1" smtClean="0"/>
            <a:t>EXTI_Init</a:t>
          </a:r>
          <a:r>
            <a:rPr lang="en-US" sz="1800" b="1" kern="1200" dirty="0" smtClean="0"/>
            <a:t>()</a:t>
          </a:r>
          <a:r>
            <a:rPr lang="zh-CN" sz="1800" b="1" kern="1200" dirty="0" smtClean="0"/>
            <a:t>函数配置外部中断</a:t>
          </a:r>
          <a:endParaRPr lang="zh-CN" sz="1800" b="1" kern="1200" dirty="0"/>
        </a:p>
      </dsp:txBody>
      <dsp:txXfrm>
        <a:off x="913320" y="1495145"/>
        <a:ext cx="5081806" cy="610109"/>
      </dsp:txXfrm>
    </dsp:sp>
    <dsp:sp modelId="{B312A2AF-82EF-45B6-B218-7B57ECF74F3E}">
      <dsp:nvSpPr>
        <dsp:cNvPr id="0" name=""/>
        <dsp:cNvSpPr/>
      </dsp:nvSpPr>
      <dsp:spPr>
        <a:xfrm>
          <a:off x="1341509" y="2214246"/>
          <a:ext cx="5988185" cy="64807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800" b="1" kern="1200" dirty="0" smtClean="0"/>
            <a:t>使用</a:t>
          </a:r>
          <a:r>
            <a:rPr lang="en-US" sz="1800" b="1" kern="1200" dirty="0" err="1" smtClean="0"/>
            <a:t>NVIC_Init</a:t>
          </a:r>
          <a:r>
            <a:rPr lang="en-US" sz="1800" b="1" kern="1200" dirty="0" smtClean="0"/>
            <a:t>()</a:t>
          </a:r>
          <a:r>
            <a:rPr lang="zh-CN" sz="1800" b="1" kern="1200" dirty="0" smtClean="0"/>
            <a:t>配置中断优先级等</a:t>
          </a:r>
          <a:endParaRPr lang="zh-CN" sz="1800" b="1" kern="1200" dirty="0"/>
        </a:p>
      </dsp:txBody>
      <dsp:txXfrm>
        <a:off x="1360490" y="2233227"/>
        <a:ext cx="5081806" cy="610110"/>
      </dsp:txXfrm>
    </dsp:sp>
    <dsp:sp modelId="{310558EA-35DB-48A3-9CBE-93760ADBCD74}">
      <dsp:nvSpPr>
        <dsp:cNvPr id="0" name=""/>
        <dsp:cNvSpPr/>
      </dsp:nvSpPr>
      <dsp:spPr>
        <a:xfrm>
          <a:off x="1788678" y="2952328"/>
          <a:ext cx="5988185" cy="64807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800" b="1" kern="1200" dirty="0" smtClean="0"/>
            <a:t>编写中断服务函数</a:t>
          </a:r>
          <a:endParaRPr lang="zh-CN" sz="1800" b="1" kern="1200" dirty="0"/>
        </a:p>
      </dsp:txBody>
      <dsp:txXfrm>
        <a:off x="1807659" y="2971309"/>
        <a:ext cx="5081806" cy="610109"/>
      </dsp:txXfrm>
    </dsp:sp>
    <dsp:sp modelId="{B2FB612C-089E-4227-BACA-B0CB0994AE0D}">
      <dsp:nvSpPr>
        <dsp:cNvPr id="0" name=""/>
        <dsp:cNvSpPr/>
      </dsp:nvSpPr>
      <dsp:spPr>
        <a:xfrm>
          <a:off x="5566938" y="473452"/>
          <a:ext cx="421246" cy="421246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6600" b="1" kern="1200"/>
        </a:p>
      </dsp:txBody>
      <dsp:txXfrm>
        <a:off x="5661718" y="473452"/>
        <a:ext cx="231686" cy="316988"/>
      </dsp:txXfrm>
    </dsp:sp>
    <dsp:sp modelId="{2CBC7C9D-5B0F-45D1-8396-A62A47312890}">
      <dsp:nvSpPr>
        <dsp:cNvPr id="0" name=""/>
        <dsp:cNvSpPr/>
      </dsp:nvSpPr>
      <dsp:spPr>
        <a:xfrm>
          <a:off x="6014108" y="1211534"/>
          <a:ext cx="421246" cy="421246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6600" b="1" kern="1200"/>
        </a:p>
      </dsp:txBody>
      <dsp:txXfrm>
        <a:off x="6108888" y="1211534"/>
        <a:ext cx="231686" cy="316988"/>
      </dsp:txXfrm>
    </dsp:sp>
    <dsp:sp modelId="{C85E0014-3286-4A66-8F85-F2D242DE5813}">
      <dsp:nvSpPr>
        <dsp:cNvPr id="0" name=""/>
        <dsp:cNvSpPr/>
      </dsp:nvSpPr>
      <dsp:spPr>
        <a:xfrm>
          <a:off x="6461277" y="1938815"/>
          <a:ext cx="421246" cy="421246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6600" b="1" kern="1200"/>
        </a:p>
      </dsp:txBody>
      <dsp:txXfrm>
        <a:off x="6556057" y="1938815"/>
        <a:ext cx="231686" cy="316988"/>
      </dsp:txXfrm>
    </dsp:sp>
    <dsp:sp modelId="{68EF2066-E7B3-455B-8E20-A1C41F05C496}">
      <dsp:nvSpPr>
        <dsp:cNvPr id="0" name=""/>
        <dsp:cNvSpPr/>
      </dsp:nvSpPr>
      <dsp:spPr>
        <a:xfrm>
          <a:off x="6908447" y="2684098"/>
          <a:ext cx="421246" cy="421246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6600" b="1" kern="1200"/>
        </a:p>
      </dsp:txBody>
      <dsp:txXfrm>
        <a:off x="7003227" y="2684098"/>
        <a:ext cx="231686" cy="31698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80920E-E6B7-473B-A9D3-1F85DFE2575E}">
      <dsp:nvSpPr>
        <dsp:cNvPr id="0" name=""/>
        <dsp:cNvSpPr/>
      </dsp:nvSpPr>
      <dsp:spPr>
        <a:xfrm>
          <a:off x="7669" y="1016729"/>
          <a:ext cx="1188243" cy="151501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800" b="1" kern="1200" dirty="0" smtClean="0"/>
            <a:t>新建</a:t>
          </a:r>
          <a:r>
            <a:rPr lang="en-US" sz="1800" b="1" kern="1200" dirty="0" smtClean="0"/>
            <a:t>STM32CubeMX</a:t>
          </a:r>
          <a:r>
            <a:rPr lang="zh-CN" sz="1800" b="1" kern="1200" dirty="0" smtClean="0"/>
            <a:t>工程，选择</a:t>
          </a:r>
          <a:r>
            <a:rPr lang="en-US" sz="1800" b="1" kern="1200" dirty="0" smtClean="0"/>
            <a:t>MCU</a:t>
          </a:r>
          <a:endParaRPr lang="zh-CN" altLang="en-US" sz="1800" kern="1200" dirty="0"/>
        </a:p>
      </dsp:txBody>
      <dsp:txXfrm>
        <a:off x="42471" y="1051531"/>
        <a:ext cx="1118639" cy="1445406"/>
      </dsp:txXfrm>
    </dsp:sp>
    <dsp:sp modelId="{644FCBCF-D797-4034-99BA-7079D9A4F600}">
      <dsp:nvSpPr>
        <dsp:cNvPr id="0" name=""/>
        <dsp:cNvSpPr/>
      </dsp:nvSpPr>
      <dsp:spPr>
        <a:xfrm>
          <a:off x="1314737" y="1626892"/>
          <a:ext cx="251907" cy="29468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200" kern="1200"/>
        </a:p>
      </dsp:txBody>
      <dsp:txXfrm>
        <a:off x="1314737" y="1685829"/>
        <a:ext cx="176335" cy="176810"/>
      </dsp:txXfrm>
    </dsp:sp>
    <dsp:sp modelId="{FF74BA51-0237-4304-9437-506E313DFC66}">
      <dsp:nvSpPr>
        <dsp:cNvPr id="0" name=""/>
        <dsp:cNvSpPr/>
      </dsp:nvSpPr>
      <dsp:spPr>
        <a:xfrm>
          <a:off x="1671210" y="1016729"/>
          <a:ext cx="1188243" cy="1515010"/>
        </a:xfrm>
        <a:prstGeom prst="roundRect">
          <a:avLst>
            <a:gd name="adj" fmla="val 10000"/>
          </a:avLst>
        </a:prstGeom>
        <a:solidFill>
          <a:schemeClr val="accent5">
            <a:lumMod val="40000"/>
            <a:lumOff val="6000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/>
            <a:t>STM32CubeMX</a:t>
          </a:r>
          <a:r>
            <a:rPr lang="zh-CN" sz="1800" b="1" kern="1200" dirty="0" smtClean="0"/>
            <a:t>功能参数配置</a:t>
          </a:r>
          <a:endParaRPr lang="zh-CN" altLang="en-US" sz="1800" kern="1200" dirty="0"/>
        </a:p>
      </dsp:txBody>
      <dsp:txXfrm>
        <a:off x="1706012" y="1051531"/>
        <a:ext cx="1118639" cy="1445406"/>
      </dsp:txXfrm>
    </dsp:sp>
    <dsp:sp modelId="{557D2FF1-EA0D-4FEF-BA65-DB5E70590D33}">
      <dsp:nvSpPr>
        <dsp:cNvPr id="0" name=""/>
        <dsp:cNvSpPr/>
      </dsp:nvSpPr>
      <dsp:spPr>
        <a:xfrm>
          <a:off x="2978278" y="1626892"/>
          <a:ext cx="251907" cy="29468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200" kern="1200"/>
        </a:p>
      </dsp:txBody>
      <dsp:txXfrm>
        <a:off x="2978278" y="1685829"/>
        <a:ext cx="176335" cy="176810"/>
      </dsp:txXfrm>
    </dsp:sp>
    <dsp:sp modelId="{80F22BB9-697F-4175-97CE-CA041987EE96}">
      <dsp:nvSpPr>
        <dsp:cNvPr id="0" name=""/>
        <dsp:cNvSpPr/>
      </dsp:nvSpPr>
      <dsp:spPr>
        <a:xfrm>
          <a:off x="3334751" y="1016729"/>
          <a:ext cx="1188243" cy="151501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kern="1200" dirty="0" smtClean="0"/>
            <a:t>生成工程代码</a:t>
          </a:r>
          <a:endParaRPr lang="zh-CN" altLang="en-US" sz="1800" kern="1200" dirty="0"/>
        </a:p>
      </dsp:txBody>
      <dsp:txXfrm>
        <a:off x="3369553" y="1051531"/>
        <a:ext cx="1118639" cy="1445406"/>
      </dsp:txXfrm>
    </dsp:sp>
    <dsp:sp modelId="{932325F8-5569-4843-B296-D85EDEB86313}">
      <dsp:nvSpPr>
        <dsp:cNvPr id="0" name=""/>
        <dsp:cNvSpPr/>
      </dsp:nvSpPr>
      <dsp:spPr>
        <a:xfrm>
          <a:off x="4641819" y="1626892"/>
          <a:ext cx="251907" cy="29468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200" kern="1200"/>
        </a:p>
      </dsp:txBody>
      <dsp:txXfrm>
        <a:off x="4641819" y="1685829"/>
        <a:ext cx="176335" cy="176810"/>
      </dsp:txXfrm>
    </dsp:sp>
    <dsp:sp modelId="{BD3942B7-8CD9-472B-8C67-B963E826446C}">
      <dsp:nvSpPr>
        <dsp:cNvPr id="0" name=""/>
        <dsp:cNvSpPr/>
      </dsp:nvSpPr>
      <dsp:spPr>
        <a:xfrm>
          <a:off x="4998292" y="1016729"/>
          <a:ext cx="1188243" cy="151501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kern="1200" dirty="0" smtClean="0"/>
            <a:t>编写应用程序</a:t>
          </a:r>
          <a:endParaRPr lang="zh-CN" altLang="en-US" sz="1800" kern="1200" dirty="0"/>
        </a:p>
      </dsp:txBody>
      <dsp:txXfrm>
        <a:off x="5033094" y="1051531"/>
        <a:ext cx="1118639" cy="1445406"/>
      </dsp:txXfrm>
    </dsp:sp>
    <dsp:sp modelId="{35703991-0EBF-4858-851D-C6FF46BE9EC3}">
      <dsp:nvSpPr>
        <dsp:cNvPr id="0" name=""/>
        <dsp:cNvSpPr/>
      </dsp:nvSpPr>
      <dsp:spPr>
        <a:xfrm>
          <a:off x="6305359" y="1626892"/>
          <a:ext cx="251907" cy="29468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200" kern="1200"/>
        </a:p>
      </dsp:txBody>
      <dsp:txXfrm>
        <a:off x="6305359" y="1685829"/>
        <a:ext cx="176335" cy="176810"/>
      </dsp:txXfrm>
    </dsp:sp>
    <dsp:sp modelId="{C6F262EF-0BB1-42D6-ADB9-4E9E982D5345}">
      <dsp:nvSpPr>
        <dsp:cNvPr id="0" name=""/>
        <dsp:cNvSpPr/>
      </dsp:nvSpPr>
      <dsp:spPr>
        <a:xfrm>
          <a:off x="6661832" y="1016729"/>
          <a:ext cx="1188243" cy="151501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kern="1200" smtClean="0"/>
            <a:t>下载调试验证</a:t>
          </a:r>
          <a:endParaRPr lang="zh-CN" altLang="en-US" sz="1800" kern="1200" dirty="0"/>
        </a:p>
      </dsp:txBody>
      <dsp:txXfrm>
        <a:off x="6696634" y="1051531"/>
        <a:ext cx="1118639" cy="144540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415357-C07F-4627-83CD-168054DB0968}">
      <dsp:nvSpPr>
        <dsp:cNvPr id="0" name=""/>
        <dsp:cNvSpPr/>
      </dsp:nvSpPr>
      <dsp:spPr>
        <a:xfrm>
          <a:off x="0" y="710155"/>
          <a:ext cx="6192688" cy="946874"/>
        </a:xfrm>
        <a:prstGeom prst="notchedRight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7A7F8B-527C-44E2-9A87-F34619FC6766}">
      <dsp:nvSpPr>
        <dsp:cNvPr id="0" name=""/>
        <dsp:cNvSpPr/>
      </dsp:nvSpPr>
      <dsp:spPr>
        <a:xfrm>
          <a:off x="397" y="0"/>
          <a:ext cx="1134822" cy="946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b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 smtClean="0"/>
            <a:t>应用程序编写完毕</a:t>
          </a:r>
          <a:endParaRPr lang="zh-CN" altLang="en-US" sz="1600" kern="1200" dirty="0"/>
        </a:p>
      </dsp:txBody>
      <dsp:txXfrm>
        <a:off x="397" y="0"/>
        <a:ext cx="1134822" cy="946874"/>
      </dsp:txXfrm>
    </dsp:sp>
    <dsp:sp modelId="{186FFB0F-699A-4AB7-BDA8-075749359B7E}">
      <dsp:nvSpPr>
        <dsp:cNvPr id="0" name=""/>
        <dsp:cNvSpPr/>
      </dsp:nvSpPr>
      <dsp:spPr>
        <a:xfrm>
          <a:off x="449449" y="1065233"/>
          <a:ext cx="236718" cy="23671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B2DCF3-34DC-47FC-96C4-43A24AF4150E}">
      <dsp:nvSpPr>
        <dsp:cNvPr id="0" name=""/>
        <dsp:cNvSpPr/>
      </dsp:nvSpPr>
      <dsp:spPr>
        <a:xfrm>
          <a:off x="1191961" y="1420311"/>
          <a:ext cx="1538069" cy="946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600" b="1" kern="1200" dirty="0" smtClean="0"/>
            <a:t>重新编译一下工程，生成工程</a:t>
          </a:r>
          <a:r>
            <a:rPr lang="en-US" sz="1600" b="1" kern="1200" dirty="0" smtClean="0"/>
            <a:t>hex</a:t>
          </a:r>
          <a:r>
            <a:rPr lang="zh-CN" sz="1600" b="1" kern="1200" dirty="0" smtClean="0"/>
            <a:t>文件</a:t>
          </a:r>
          <a:endParaRPr lang="zh-CN" sz="1600" kern="1200" dirty="0"/>
        </a:p>
      </dsp:txBody>
      <dsp:txXfrm>
        <a:off x="1191961" y="1420311"/>
        <a:ext cx="1538069" cy="946874"/>
      </dsp:txXfrm>
    </dsp:sp>
    <dsp:sp modelId="{DA07F4B3-F4B1-40FC-9FB7-BCFC6DD60D82}">
      <dsp:nvSpPr>
        <dsp:cNvPr id="0" name=""/>
        <dsp:cNvSpPr/>
      </dsp:nvSpPr>
      <dsp:spPr>
        <a:xfrm>
          <a:off x="1842636" y="1065233"/>
          <a:ext cx="236718" cy="236718"/>
        </a:xfrm>
        <a:prstGeom prst="ellipse">
          <a:avLst/>
        </a:prstGeom>
        <a:solidFill>
          <a:schemeClr val="accent3">
            <a:hueOff val="3750088"/>
            <a:satOff val="-5627"/>
            <a:lumOff val="-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BEBE32-3AB7-4CC1-9599-13D13D735188}">
      <dsp:nvSpPr>
        <dsp:cNvPr id="0" name=""/>
        <dsp:cNvSpPr/>
      </dsp:nvSpPr>
      <dsp:spPr>
        <a:xfrm>
          <a:off x="2786772" y="0"/>
          <a:ext cx="1594686" cy="946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b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600" b="1" kern="1200" dirty="0" smtClean="0"/>
            <a:t>通过</a:t>
          </a:r>
          <a:r>
            <a:rPr lang="en-US" sz="1600" b="1" kern="1200" dirty="0" smtClean="0"/>
            <a:t>ST-LINK</a:t>
          </a:r>
          <a:r>
            <a:rPr lang="zh-CN" sz="1600" b="1" kern="1200" dirty="0" smtClean="0"/>
            <a:t>仿真器或其它下载器下载到目标板</a:t>
          </a:r>
          <a:endParaRPr lang="zh-CN" sz="1600" kern="1200" dirty="0"/>
        </a:p>
      </dsp:txBody>
      <dsp:txXfrm>
        <a:off x="2786772" y="0"/>
        <a:ext cx="1594686" cy="946874"/>
      </dsp:txXfrm>
    </dsp:sp>
    <dsp:sp modelId="{30880332-F8F8-4F1C-B29E-B9DF3AE9A122}">
      <dsp:nvSpPr>
        <dsp:cNvPr id="0" name=""/>
        <dsp:cNvSpPr/>
      </dsp:nvSpPr>
      <dsp:spPr>
        <a:xfrm>
          <a:off x="3465755" y="1065233"/>
          <a:ext cx="236718" cy="236718"/>
        </a:xfrm>
        <a:prstGeom prst="ellipse">
          <a:avLst/>
        </a:prstGeom>
        <a:solidFill>
          <a:schemeClr val="accent3">
            <a:hueOff val="7500176"/>
            <a:satOff val="-11253"/>
            <a:lumOff val="-18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517749-2CB6-4536-8F04-07AD6AADB999}">
      <dsp:nvSpPr>
        <dsp:cNvPr id="0" name=""/>
        <dsp:cNvSpPr/>
      </dsp:nvSpPr>
      <dsp:spPr>
        <a:xfrm>
          <a:off x="4723079" y="1420311"/>
          <a:ext cx="565062" cy="946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 smtClean="0"/>
            <a:t>进行验证</a:t>
          </a:r>
          <a:endParaRPr lang="zh-CN" altLang="en-US" sz="1600" kern="1200" dirty="0"/>
        </a:p>
      </dsp:txBody>
      <dsp:txXfrm>
        <a:off x="4723079" y="1420311"/>
        <a:ext cx="565062" cy="946874"/>
      </dsp:txXfrm>
    </dsp:sp>
    <dsp:sp modelId="{8DBF4CE6-F8A1-42BB-8B72-B256B2F34CD7}">
      <dsp:nvSpPr>
        <dsp:cNvPr id="0" name=""/>
        <dsp:cNvSpPr/>
      </dsp:nvSpPr>
      <dsp:spPr>
        <a:xfrm>
          <a:off x="4887251" y="1065233"/>
          <a:ext cx="236718" cy="236718"/>
        </a:xfrm>
        <a:prstGeom prst="ellipse">
          <a:avLst/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9B75F8-F665-47F5-9F1B-1750F29F1993}" type="datetimeFigureOut">
              <a:rPr lang="zh-CN" altLang="en-US" smtClean="0"/>
              <a:pPr/>
              <a:t>2020-06-16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C9018E-597F-42E6-A78B-4790A7F9869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8152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06082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24147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24147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24147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24147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24147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24147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24147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1221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1221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1221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1221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1221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1221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1221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1221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1221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1221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1221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1221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1221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188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62464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E0303ED4-6D35-4936-8F1D-2BFA02A5954C}" type="datetime1">
              <a:rPr lang="zh-CN" altLang="en-US" smtClean="0"/>
              <a:t>2020-06-16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974939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6E84BC83-D5B1-4099-81B4-285E02FA4662}" type="datetime1">
              <a:rPr lang="zh-CN" altLang="en-US" smtClean="0"/>
              <a:t>2020-06-16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9701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4"/>
            <a:ext cx="4038600" cy="25455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4"/>
            <a:ext cx="4038600" cy="25455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696E9670-03CB-400D-B89C-FFDF56546E4E}" type="datetime1">
              <a:rPr lang="zh-CN" altLang="en-US" smtClean="0"/>
              <a:t>2020-06-16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3906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34DAC681-D595-4E46-86B4-51373C345208}" type="datetime1">
              <a:rPr lang="zh-CN" altLang="en-US" smtClean="0"/>
              <a:t>2020-06-16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6454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62271D13-05CB-4F61-A11D-B1BB9949186E}" type="datetime1">
              <a:rPr lang="zh-CN" altLang="en-US" smtClean="0"/>
              <a:t>2020-06-16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4674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53350156-42C2-4360-9E68-662ED17B302E}" type="datetime1">
              <a:rPr lang="zh-CN" altLang="en-US" smtClean="0"/>
              <a:t>2020-06-16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9077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BB4B2511-DE66-4D08-B475-E0AAD2239DE8}" type="datetime1">
              <a:rPr lang="zh-CN" altLang="en-US" smtClean="0"/>
              <a:t>2020-06-16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8512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E40BB5AF-008F-4B40-AE7A-CF5D0548797E}" type="datetime1">
              <a:rPr lang="zh-CN" altLang="en-US" smtClean="0"/>
              <a:t>2020-06-16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3734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9676586C-F451-45CC-A493-5C0832D23875}" type="datetime1">
              <a:rPr lang="zh-CN" altLang="en-US" smtClean="0"/>
              <a:t>2020-06-16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0913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D6B59EFE-7A72-4E43-A7CC-C03175B781B1}" type="datetime1">
              <a:rPr lang="zh-CN" altLang="en-US" smtClean="0"/>
              <a:t>2020-06-16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8154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5020022"/>
            <a:ext cx="9144000" cy="123478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9036496" y="1275606"/>
            <a:ext cx="107504" cy="2592288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7502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5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8.e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0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1.emf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2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779662"/>
            <a:ext cx="2843808" cy="13681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202167" y="2211710"/>
            <a:ext cx="14253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 smtClean="0">
                <a:solidFill>
                  <a:schemeClr val="bg1"/>
                </a:solidFill>
                <a:latin typeface="华文隶书" pitchFamily="2" charset="-122"/>
                <a:ea typeface="华文隶书" pitchFamily="2" charset="-122"/>
              </a:rPr>
              <a:t>第</a:t>
            </a:r>
            <a:r>
              <a:rPr lang="en-US" altLang="zh-CN" sz="3600" b="1" dirty="0" smtClean="0">
                <a:solidFill>
                  <a:schemeClr val="bg1"/>
                </a:solidFill>
                <a:latin typeface="华文隶书" pitchFamily="2" charset="-122"/>
                <a:ea typeface="华文隶书" pitchFamily="2" charset="-122"/>
              </a:rPr>
              <a:t>6</a:t>
            </a:r>
            <a:r>
              <a:rPr lang="zh-CN" altLang="en-US" sz="3600" b="1" dirty="0" smtClean="0">
                <a:solidFill>
                  <a:schemeClr val="bg1"/>
                </a:solidFill>
                <a:latin typeface="华文隶书" pitchFamily="2" charset="-122"/>
                <a:ea typeface="华文隶书" pitchFamily="2" charset="-122"/>
              </a:rPr>
              <a:t>章 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2843808" y="1779662"/>
            <a:ext cx="5148064" cy="13681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4262861" y="2140572"/>
            <a:ext cx="2574540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3600" b="1" dirty="0" smtClean="0">
                <a:solidFill>
                  <a:schemeClr val="accent1">
                    <a:lumMod val="75000"/>
                  </a:schemeClr>
                </a:solidFill>
                <a:latin typeface="华文隶书" pitchFamily="2" charset="-122"/>
                <a:ea typeface="华文隶书" pitchFamily="2" charset="-122"/>
              </a:rPr>
              <a:t>   </a:t>
            </a:r>
            <a:r>
              <a:rPr lang="zh-CN" altLang="en-US" sz="3600" b="1" dirty="0" smtClean="0">
                <a:solidFill>
                  <a:schemeClr val="accent1">
                    <a:lumMod val="75000"/>
                  </a:schemeClr>
                </a:solidFill>
                <a:latin typeface="华文隶书" pitchFamily="2" charset="-122"/>
                <a:ea typeface="华文隶书" pitchFamily="2" charset="-122"/>
              </a:rPr>
              <a:t>中    断</a:t>
            </a:r>
            <a:endParaRPr lang="zh-CN" altLang="zh-CN" sz="3600" b="1" dirty="0">
              <a:solidFill>
                <a:schemeClr val="accent1">
                  <a:lumMod val="75000"/>
                </a:schemeClr>
              </a:solidFill>
              <a:latin typeface="华文隶书" pitchFamily="2" charset="-122"/>
              <a:ea typeface="华文隶书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991872" y="1779662"/>
            <a:ext cx="1152128" cy="13681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菱形 12"/>
          <p:cNvSpPr/>
          <p:nvPr/>
        </p:nvSpPr>
        <p:spPr>
          <a:xfrm>
            <a:off x="7812360" y="4155926"/>
            <a:ext cx="936104" cy="581892"/>
          </a:xfrm>
          <a:prstGeom prst="diamond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菱形 13"/>
          <p:cNvSpPr/>
          <p:nvPr/>
        </p:nvSpPr>
        <p:spPr>
          <a:xfrm>
            <a:off x="7344308" y="4136372"/>
            <a:ext cx="936104" cy="581892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275856" y="1784578"/>
            <a:ext cx="1914862" cy="9774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十字箭头标注 10"/>
          <p:cNvSpPr/>
          <p:nvPr/>
        </p:nvSpPr>
        <p:spPr>
          <a:xfrm>
            <a:off x="395536" y="339502"/>
            <a:ext cx="1296144" cy="720080"/>
          </a:xfrm>
          <a:prstGeom prst="quadArrowCallou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sz="1200" b="1" dirty="0" smtClean="0"/>
              <a:t>STM32</a:t>
            </a:r>
            <a:endParaRPr lang="zh-CN" altLang="en-US" sz="1200" b="1" dirty="0"/>
          </a:p>
        </p:txBody>
      </p:sp>
      <p:sp>
        <p:nvSpPr>
          <p:cNvPr id="18" name="矩形 17"/>
          <p:cNvSpPr/>
          <p:nvPr/>
        </p:nvSpPr>
        <p:spPr>
          <a:xfrm>
            <a:off x="5508104" y="3050071"/>
            <a:ext cx="1914862" cy="9774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99271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" y="339503"/>
            <a:ext cx="298782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1582" y="381893"/>
            <a:ext cx="33362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本章知识与能力要求</a:t>
            </a:r>
          </a:p>
        </p:txBody>
      </p:sp>
      <p:sp>
        <p:nvSpPr>
          <p:cNvPr id="5" name="矩形 4"/>
          <p:cNvSpPr/>
          <p:nvPr/>
        </p:nvSpPr>
        <p:spPr>
          <a:xfrm>
            <a:off x="1043608" y="1203598"/>
            <a:ext cx="7704855" cy="33779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6088" lvl="0" indent="-446088"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60000"/>
                  <a:lumOff val="40000"/>
                </a:schemeClr>
              </a:buClr>
              <a:buFont typeface="Wingdings" pitchFamily="2" charset="2"/>
              <a:buChar char="u"/>
            </a:pPr>
            <a:r>
              <a:rPr lang="zh-CN" altLang="en-US" b="1" dirty="0" smtClean="0">
                <a:ea typeface="华文楷体" pitchFamily="2" charset="-122"/>
                <a:cs typeface="Times New Roman" pitchFamily="18" charset="0"/>
              </a:rPr>
              <a:t>理解和</a:t>
            </a:r>
            <a:r>
              <a:rPr lang="zh-CN" altLang="en-US" b="1" dirty="0">
                <a:ea typeface="华文楷体" pitchFamily="2" charset="-122"/>
                <a:cs typeface="Times New Roman" pitchFamily="18" charset="0"/>
              </a:rPr>
              <a:t>掌握中断的概念和中断处理过程；</a:t>
            </a:r>
          </a:p>
          <a:p>
            <a:pPr marL="446088" lvl="0" indent="-446088"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60000"/>
                  <a:lumOff val="40000"/>
                </a:schemeClr>
              </a:buClr>
              <a:buFont typeface="Wingdings" pitchFamily="2" charset="2"/>
              <a:buChar char="u"/>
            </a:pPr>
            <a:r>
              <a:rPr lang="zh-CN" altLang="en-US" b="1" dirty="0" smtClean="0">
                <a:ea typeface="华文楷体" pitchFamily="2" charset="-122"/>
                <a:cs typeface="Times New Roman" pitchFamily="18" charset="0"/>
              </a:rPr>
              <a:t>理解</a:t>
            </a:r>
            <a:r>
              <a:rPr lang="zh-CN" altLang="en-US" b="1" dirty="0">
                <a:ea typeface="华文楷体" pitchFamily="2" charset="-122"/>
                <a:cs typeface="Times New Roman" pitchFamily="18" charset="0"/>
              </a:rPr>
              <a:t>和掌握</a:t>
            </a:r>
            <a:r>
              <a:rPr lang="en-US" altLang="zh-CN" b="1" dirty="0">
                <a:ea typeface="华文楷体" pitchFamily="2" charset="-122"/>
                <a:cs typeface="Times New Roman" pitchFamily="18" charset="0"/>
              </a:rPr>
              <a:t>STM32F103</a:t>
            </a:r>
            <a:r>
              <a:rPr lang="zh-CN" altLang="en-US" b="1" dirty="0">
                <a:ea typeface="华文楷体" pitchFamily="2" charset="-122"/>
                <a:cs typeface="Times New Roman" pitchFamily="18" charset="0"/>
              </a:rPr>
              <a:t>微控制器的中断类型、优先级</a:t>
            </a:r>
            <a:r>
              <a:rPr lang="zh-CN" altLang="en-US" b="1" dirty="0" smtClean="0">
                <a:ea typeface="华文楷体" pitchFamily="2" charset="-122"/>
                <a:cs typeface="Times New Roman" pitchFamily="18" charset="0"/>
              </a:rPr>
              <a:t>概念</a:t>
            </a:r>
            <a:r>
              <a:rPr lang="zh-CN" altLang="en-US" b="1" dirty="0">
                <a:ea typeface="华文楷体" pitchFamily="2" charset="-122"/>
                <a:cs typeface="Times New Roman" pitchFamily="18" charset="0"/>
              </a:rPr>
              <a:t>和</a:t>
            </a:r>
            <a:r>
              <a:rPr lang="zh-CN" altLang="en-US" b="1" dirty="0" smtClean="0">
                <a:ea typeface="华文楷体" pitchFamily="2" charset="-122"/>
                <a:cs typeface="Times New Roman" pitchFamily="18" charset="0"/>
              </a:rPr>
              <a:t>中断</a:t>
            </a:r>
            <a:r>
              <a:rPr lang="zh-CN" altLang="en-US" b="1" dirty="0">
                <a:ea typeface="华文楷体" pitchFamily="2" charset="-122"/>
                <a:cs typeface="Times New Roman" pitchFamily="18" charset="0"/>
              </a:rPr>
              <a:t>向量表；</a:t>
            </a:r>
          </a:p>
          <a:p>
            <a:pPr marL="446088" lvl="0" indent="-446088"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60000"/>
                  <a:lumOff val="40000"/>
                </a:schemeClr>
              </a:buClr>
              <a:buFont typeface="Wingdings" pitchFamily="2" charset="2"/>
              <a:buChar char="u"/>
            </a:pPr>
            <a:r>
              <a:rPr lang="zh-CN" altLang="en-US" b="1" dirty="0" smtClean="0">
                <a:ea typeface="华文楷体" pitchFamily="2" charset="-122"/>
                <a:cs typeface="Times New Roman" pitchFamily="18" charset="0"/>
              </a:rPr>
              <a:t>了解</a:t>
            </a:r>
            <a:r>
              <a:rPr lang="en-US" altLang="zh-CN" b="1" dirty="0">
                <a:ea typeface="华文楷体" pitchFamily="2" charset="-122"/>
                <a:cs typeface="Times New Roman" pitchFamily="18" charset="0"/>
              </a:rPr>
              <a:t>STM32F103</a:t>
            </a:r>
            <a:r>
              <a:rPr lang="zh-CN" altLang="en-US" b="1" dirty="0">
                <a:ea typeface="华文楷体" pitchFamily="2" charset="-122"/>
                <a:cs typeface="Times New Roman" pitchFamily="18" charset="0"/>
              </a:rPr>
              <a:t>微控制器的</a:t>
            </a:r>
            <a:r>
              <a:rPr lang="en-US" altLang="zh-CN" b="1" dirty="0">
                <a:ea typeface="华文楷体" pitchFamily="2" charset="-122"/>
                <a:cs typeface="Times New Roman" pitchFamily="18" charset="0"/>
              </a:rPr>
              <a:t>NVIC</a:t>
            </a:r>
            <a:r>
              <a:rPr lang="zh-CN" altLang="en-US" b="1" dirty="0">
                <a:ea typeface="华文楷体" pitchFamily="2" charset="-122"/>
                <a:cs typeface="Times New Roman" pitchFamily="18" charset="0"/>
              </a:rPr>
              <a:t>中断结构和特点；</a:t>
            </a:r>
          </a:p>
          <a:p>
            <a:pPr marL="446088" lvl="0" indent="-446088"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60000"/>
                  <a:lumOff val="40000"/>
                </a:schemeClr>
              </a:buClr>
              <a:buFont typeface="Wingdings" pitchFamily="2" charset="2"/>
              <a:buChar char="u"/>
            </a:pPr>
            <a:r>
              <a:rPr lang="zh-CN" altLang="en-US" b="1" dirty="0" smtClean="0">
                <a:ea typeface="华文楷体" pitchFamily="2" charset="-122"/>
                <a:cs typeface="Times New Roman" pitchFamily="18" charset="0"/>
              </a:rPr>
              <a:t>掌握</a:t>
            </a:r>
            <a:r>
              <a:rPr lang="en-US" altLang="zh-CN" b="1" dirty="0">
                <a:ea typeface="华文楷体" pitchFamily="2" charset="-122"/>
                <a:cs typeface="Times New Roman" pitchFamily="18" charset="0"/>
              </a:rPr>
              <a:t>STM32F103</a:t>
            </a:r>
            <a:r>
              <a:rPr lang="zh-CN" altLang="en-US" b="1" dirty="0">
                <a:ea typeface="华文楷体" pitchFamily="2" charset="-122"/>
                <a:cs typeface="Times New Roman" pitchFamily="18" charset="0"/>
              </a:rPr>
              <a:t>微控制器</a:t>
            </a:r>
            <a:r>
              <a:rPr lang="en-US" altLang="zh-CN" b="1" dirty="0">
                <a:ea typeface="华文楷体" pitchFamily="2" charset="-122"/>
                <a:cs typeface="Times New Roman" pitchFamily="18" charset="0"/>
              </a:rPr>
              <a:t>EXTI</a:t>
            </a:r>
            <a:r>
              <a:rPr lang="zh-CN" altLang="en-US" b="1" dirty="0">
                <a:ea typeface="华文楷体" pitchFamily="2" charset="-122"/>
                <a:cs typeface="Times New Roman" pitchFamily="18" charset="0"/>
              </a:rPr>
              <a:t>的内部结构、工作原理和特性；</a:t>
            </a:r>
          </a:p>
          <a:p>
            <a:pPr marL="446088" lvl="0" indent="-446088"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60000"/>
                  <a:lumOff val="40000"/>
                </a:schemeClr>
              </a:buClr>
              <a:buFont typeface="Wingdings" pitchFamily="2" charset="2"/>
              <a:buChar char="u"/>
            </a:pPr>
            <a:r>
              <a:rPr lang="zh-CN" altLang="en-US" b="1" dirty="0" smtClean="0">
                <a:ea typeface="华文楷体" pitchFamily="2" charset="-122"/>
                <a:cs typeface="Times New Roman" pitchFamily="18" charset="0"/>
              </a:rPr>
              <a:t>熟悉</a:t>
            </a:r>
            <a:r>
              <a:rPr lang="en-US" altLang="zh-CN" b="1" dirty="0">
                <a:ea typeface="华文楷体" pitchFamily="2" charset="-122"/>
                <a:cs typeface="Times New Roman" pitchFamily="18" charset="0"/>
              </a:rPr>
              <a:t>NVIC</a:t>
            </a:r>
            <a:r>
              <a:rPr lang="zh-CN" altLang="en-US" b="1" dirty="0">
                <a:ea typeface="华文楷体" pitchFamily="2" charset="-122"/>
                <a:cs typeface="Times New Roman" pitchFamily="18" charset="0"/>
              </a:rPr>
              <a:t>和</a:t>
            </a:r>
            <a:r>
              <a:rPr lang="en-US" altLang="zh-CN" b="1" dirty="0">
                <a:ea typeface="华文楷体" pitchFamily="2" charset="-122"/>
                <a:cs typeface="Times New Roman" pitchFamily="18" charset="0"/>
              </a:rPr>
              <a:t>EXTI</a:t>
            </a:r>
            <a:r>
              <a:rPr lang="zh-CN" altLang="en-US" b="1" dirty="0">
                <a:ea typeface="华文楷体" pitchFamily="2" charset="-122"/>
                <a:cs typeface="Times New Roman" pitchFamily="18" charset="0"/>
              </a:rPr>
              <a:t>相关的标准外设库函数和</a:t>
            </a:r>
            <a:r>
              <a:rPr lang="en-US" altLang="zh-CN" b="1" dirty="0">
                <a:ea typeface="华文楷体" pitchFamily="2" charset="-122"/>
                <a:cs typeface="Times New Roman" pitchFamily="18" charset="0"/>
              </a:rPr>
              <a:t>HAL</a:t>
            </a:r>
            <a:r>
              <a:rPr lang="zh-CN" altLang="en-US" b="1" dirty="0">
                <a:ea typeface="华文楷体" pitchFamily="2" charset="-122"/>
                <a:cs typeface="Times New Roman" pitchFamily="18" charset="0"/>
              </a:rPr>
              <a:t>库函数；</a:t>
            </a:r>
          </a:p>
          <a:p>
            <a:pPr marL="446088" lvl="0" indent="-446088"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60000"/>
                  <a:lumOff val="40000"/>
                </a:schemeClr>
              </a:buClr>
              <a:buFont typeface="Wingdings" pitchFamily="2" charset="2"/>
              <a:buChar char="u"/>
            </a:pPr>
            <a:r>
              <a:rPr lang="zh-CN" altLang="en-US" b="1" dirty="0" smtClean="0">
                <a:ea typeface="华文楷体" pitchFamily="2" charset="-122"/>
                <a:cs typeface="Times New Roman" pitchFamily="18" charset="0"/>
              </a:rPr>
              <a:t>掌握</a:t>
            </a:r>
            <a:r>
              <a:rPr lang="en-US" altLang="zh-CN" b="1" dirty="0">
                <a:ea typeface="华文楷体" pitchFamily="2" charset="-122"/>
                <a:cs typeface="Times New Roman" pitchFamily="18" charset="0"/>
              </a:rPr>
              <a:t>STM32</a:t>
            </a:r>
            <a:r>
              <a:rPr lang="zh-CN" altLang="en-US" b="1" dirty="0">
                <a:ea typeface="华文楷体" pitchFamily="2" charset="-122"/>
                <a:cs typeface="Times New Roman" pitchFamily="18" charset="0"/>
              </a:rPr>
              <a:t>的中断配置过程；</a:t>
            </a:r>
          </a:p>
          <a:p>
            <a:pPr marL="446088" lvl="0" indent="-446088"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60000"/>
                  <a:lumOff val="40000"/>
                </a:schemeClr>
              </a:buClr>
              <a:buFont typeface="Wingdings" pitchFamily="2" charset="2"/>
              <a:buChar char="u"/>
            </a:pPr>
            <a:r>
              <a:rPr lang="zh-CN" altLang="en-US" b="1" dirty="0" smtClean="0">
                <a:ea typeface="华文楷体" pitchFamily="2" charset="-122"/>
                <a:cs typeface="Times New Roman" pitchFamily="18" charset="0"/>
              </a:rPr>
              <a:t>掌握</a:t>
            </a:r>
            <a:r>
              <a:rPr lang="zh-CN" altLang="en-US" b="1" dirty="0">
                <a:ea typeface="华文楷体" pitchFamily="2" charset="-122"/>
                <a:cs typeface="Times New Roman" pitchFamily="18" charset="0"/>
              </a:rPr>
              <a:t>基于标准外设库函数进行外部中断的开发过程；</a:t>
            </a:r>
          </a:p>
          <a:p>
            <a:pPr marL="446088" lvl="0" indent="-446088"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60000"/>
                  <a:lumOff val="40000"/>
                </a:schemeClr>
              </a:buClr>
              <a:buFont typeface="Wingdings" pitchFamily="2" charset="2"/>
              <a:buChar char="u"/>
            </a:pPr>
            <a:r>
              <a:rPr lang="zh-CN" altLang="en-US" b="1" dirty="0" smtClean="0">
                <a:ea typeface="华文楷体" pitchFamily="2" charset="-122"/>
                <a:cs typeface="Times New Roman" pitchFamily="18" charset="0"/>
              </a:rPr>
              <a:t>掌握</a:t>
            </a:r>
            <a:r>
              <a:rPr lang="zh-CN" altLang="en-US" b="1" dirty="0">
                <a:ea typeface="华文楷体" pitchFamily="2" charset="-122"/>
                <a:cs typeface="Times New Roman" pitchFamily="18" charset="0"/>
              </a:rPr>
              <a:t>基于</a:t>
            </a:r>
            <a:r>
              <a:rPr lang="en-US" altLang="zh-CN" b="1" dirty="0">
                <a:ea typeface="华文楷体" pitchFamily="2" charset="-122"/>
                <a:cs typeface="Times New Roman" pitchFamily="18" charset="0"/>
              </a:rPr>
              <a:t>HAL</a:t>
            </a:r>
            <a:r>
              <a:rPr lang="zh-CN" altLang="en-US" b="1" dirty="0">
                <a:ea typeface="华文楷体" pitchFamily="2" charset="-122"/>
                <a:cs typeface="Times New Roman" pitchFamily="18" charset="0"/>
              </a:rPr>
              <a:t>库进行外部中断的开发过程。</a:t>
            </a:r>
          </a:p>
        </p:txBody>
      </p:sp>
    </p:spTree>
    <p:extLst>
      <p:ext uri="{BB962C8B-B14F-4D97-AF65-F5344CB8AC3E}">
        <p14:creationId xmlns:p14="http://schemas.microsoft.com/office/powerpoint/2010/main" val="3036208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367116"/>
            <a:ext cx="190770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39398" y="381893"/>
            <a:ext cx="16962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en-US" altLang="zh-CN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6</a:t>
            </a:r>
            <a:r>
              <a:rPr lang="zh-CN" altLang="en-US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章 中断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2411760" y="1059582"/>
            <a:ext cx="936104" cy="648072"/>
          </a:xfrm>
          <a:prstGeom prst="ellipse">
            <a:avLst/>
          </a:prstGeom>
          <a:scene3d>
            <a:camera prst="isometricOffAxis1Right"/>
            <a:lightRig rig="threePt" dir="t">
              <a:rot lat="0" lon="0" rev="1200000"/>
            </a:lightRig>
          </a:scene3d>
          <a:sp3d>
            <a:bevelT w="50800" h="82550"/>
            <a:bevelB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/>
              <a:t>6.1</a:t>
            </a:r>
            <a:endParaRPr lang="zh-CN" altLang="en-US" sz="2800" b="1" dirty="0" smtClean="0"/>
          </a:p>
        </p:txBody>
      </p:sp>
      <p:sp>
        <p:nvSpPr>
          <p:cNvPr id="20" name="椭圆 19"/>
          <p:cNvSpPr/>
          <p:nvPr/>
        </p:nvSpPr>
        <p:spPr>
          <a:xfrm>
            <a:off x="2411760" y="1779662"/>
            <a:ext cx="936104" cy="648072"/>
          </a:xfrm>
          <a:prstGeom prst="ellipse">
            <a:avLst/>
          </a:prstGeom>
          <a:scene3d>
            <a:camera prst="isometricOffAxis1Right"/>
            <a:lightRig rig="threePt" dir="t">
              <a:rot lat="0" lon="0" rev="1200000"/>
            </a:lightRig>
          </a:scene3d>
          <a:sp3d>
            <a:bevelT w="50800" h="82550"/>
            <a:bevelB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/>
              <a:t>6.2</a:t>
            </a:r>
            <a:endParaRPr lang="zh-CN" altLang="en-US" sz="2800" b="1" dirty="0" smtClean="0"/>
          </a:p>
        </p:txBody>
      </p:sp>
      <p:sp>
        <p:nvSpPr>
          <p:cNvPr id="21" name="椭圆 20"/>
          <p:cNvSpPr/>
          <p:nvPr/>
        </p:nvSpPr>
        <p:spPr>
          <a:xfrm>
            <a:off x="2411760" y="2499742"/>
            <a:ext cx="936104" cy="648072"/>
          </a:xfrm>
          <a:prstGeom prst="ellipse">
            <a:avLst/>
          </a:prstGeom>
          <a:scene3d>
            <a:camera prst="isometricOffAxis1Right"/>
            <a:lightRig rig="threePt" dir="t">
              <a:rot lat="0" lon="0" rev="1200000"/>
            </a:lightRig>
          </a:scene3d>
          <a:sp3d>
            <a:bevelT w="50800" h="82550"/>
            <a:bevelB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/>
              <a:t>6.3</a:t>
            </a:r>
            <a:endParaRPr lang="zh-CN" altLang="en-US" sz="2800" b="1" dirty="0" smtClean="0"/>
          </a:p>
        </p:txBody>
      </p:sp>
      <p:sp>
        <p:nvSpPr>
          <p:cNvPr id="25" name="矩形 24"/>
          <p:cNvSpPr/>
          <p:nvPr/>
        </p:nvSpPr>
        <p:spPr>
          <a:xfrm>
            <a:off x="3995936" y="1153656"/>
            <a:ext cx="1872208" cy="369332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  <a:scene3d>
            <a:camera prst="obliqueTopLeft"/>
            <a:lightRig rig="threePt" dir="t"/>
          </a:scene3d>
          <a:sp3d prstMaterial="softEdge">
            <a:bevelT w="152400" h="133350"/>
            <a:bevelB w="50800" h="196850" prst="coolSlant"/>
          </a:sp3d>
        </p:spPr>
        <p:txBody>
          <a:bodyPr wrap="square" anchor="ctr">
            <a:spAutoFit/>
          </a:bodyPr>
          <a:lstStyle/>
          <a:p>
            <a:r>
              <a:rPr lang="zh-CN" altLang="zh-CN" b="1" dirty="0"/>
              <a:t>中断的相关概念</a:t>
            </a:r>
            <a:endParaRPr lang="zh-CN" altLang="en-US" b="1" dirty="0"/>
          </a:p>
        </p:txBody>
      </p:sp>
      <p:sp>
        <p:nvSpPr>
          <p:cNvPr id="26" name="矩形 25"/>
          <p:cNvSpPr/>
          <p:nvPr/>
        </p:nvSpPr>
        <p:spPr>
          <a:xfrm>
            <a:off x="4002928" y="1884769"/>
            <a:ext cx="2048732" cy="369332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  <a:scene3d>
            <a:camera prst="obliqueTopLeft"/>
            <a:lightRig rig="threePt" dir="t"/>
          </a:scene3d>
          <a:sp3d prstMaterial="softEdge">
            <a:bevelT w="152400" h="133350"/>
            <a:bevelB w="50800" h="196850" prst="coolSlant"/>
          </a:sp3d>
        </p:spPr>
        <p:txBody>
          <a:bodyPr wrap="square" anchor="ctr">
            <a:spAutoFit/>
          </a:bodyPr>
          <a:lstStyle/>
          <a:p>
            <a:r>
              <a:rPr lang="en-US" altLang="zh-CN" b="1" dirty="0"/>
              <a:t>STM32</a:t>
            </a:r>
            <a:r>
              <a:rPr lang="zh-CN" altLang="zh-CN" b="1" dirty="0"/>
              <a:t>中断和异常</a:t>
            </a:r>
          </a:p>
        </p:txBody>
      </p:sp>
      <p:sp>
        <p:nvSpPr>
          <p:cNvPr id="27" name="矩形 26"/>
          <p:cNvSpPr/>
          <p:nvPr/>
        </p:nvSpPr>
        <p:spPr>
          <a:xfrm>
            <a:off x="4002928" y="2667565"/>
            <a:ext cx="2225256" cy="369332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  <a:scene3d>
            <a:camera prst="obliqueTopLeft"/>
            <a:lightRig rig="threePt" dir="t"/>
          </a:scene3d>
          <a:sp3d prstMaterial="softEdge">
            <a:bevelT w="152400" h="133350"/>
            <a:bevelB w="50800" h="196850" prst="coolSlant"/>
          </a:sp3d>
        </p:spPr>
        <p:txBody>
          <a:bodyPr wrap="square" anchor="ctr">
            <a:spAutoFit/>
          </a:bodyPr>
          <a:lstStyle/>
          <a:p>
            <a:r>
              <a:rPr lang="en-US" altLang="zh-CN" b="1" dirty="0" smtClean="0">
                <a:solidFill>
                  <a:prstClr val="black"/>
                </a:solidFill>
              </a:rPr>
              <a:t>STM32</a:t>
            </a:r>
            <a:r>
              <a:rPr lang="zh-CN" altLang="en-US" b="1" dirty="0">
                <a:solidFill>
                  <a:prstClr val="black"/>
                </a:solidFill>
              </a:rPr>
              <a:t>外部中断</a:t>
            </a:r>
            <a:r>
              <a:rPr lang="en-US" altLang="zh-CN" b="1" dirty="0">
                <a:solidFill>
                  <a:prstClr val="black"/>
                </a:solidFill>
              </a:rPr>
              <a:t>EXTI</a:t>
            </a:r>
            <a:endParaRPr lang="zh-CN" altLang="en-US" b="1" dirty="0"/>
          </a:p>
        </p:txBody>
      </p:sp>
      <p:cxnSp>
        <p:nvCxnSpPr>
          <p:cNvPr id="29" name="直接连接符 28"/>
          <p:cNvCxnSpPr/>
          <p:nvPr/>
        </p:nvCxnSpPr>
        <p:spPr>
          <a:xfrm>
            <a:off x="3347864" y="1335882"/>
            <a:ext cx="591708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3347864" y="2060704"/>
            <a:ext cx="591708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3347864" y="2826620"/>
            <a:ext cx="591708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椭圆 17"/>
          <p:cNvSpPr/>
          <p:nvPr/>
        </p:nvSpPr>
        <p:spPr>
          <a:xfrm>
            <a:off x="2411760" y="3219822"/>
            <a:ext cx="936104" cy="648072"/>
          </a:xfrm>
          <a:prstGeom prst="ellipse">
            <a:avLst/>
          </a:prstGeom>
          <a:scene3d>
            <a:camera prst="isometricOffAxis1Right"/>
            <a:lightRig rig="threePt" dir="t">
              <a:rot lat="0" lon="0" rev="1200000"/>
            </a:lightRig>
          </a:scene3d>
          <a:sp3d>
            <a:bevelT w="50800" h="82550"/>
            <a:bevelB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/>
              <a:t>6.4</a:t>
            </a:r>
            <a:endParaRPr lang="zh-CN" altLang="en-US" sz="2800" b="1" dirty="0" smtClean="0"/>
          </a:p>
        </p:txBody>
      </p:sp>
      <p:sp>
        <p:nvSpPr>
          <p:cNvPr id="23" name="矩形 22"/>
          <p:cNvSpPr/>
          <p:nvPr/>
        </p:nvSpPr>
        <p:spPr>
          <a:xfrm>
            <a:off x="4002928" y="3375898"/>
            <a:ext cx="4097464" cy="369332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  <a:scene3d>
            <a:camera prst="obliqueTopLeft"/>
            <a:lightRig rig="threePt" dir="t"/>
          </a:scene3d>
          <a:sp3d prstMaterial="softEdge">
            <a:bevelT w="152400" h="133350"/>
            <a:bevelB w="50800" h="196850" prst="coolSlant"/>
          </a:sp3d>
        </p:spPr>
        <p:txBody>
          <a:bodyPr wrap="square" anchor="ctr">
            <a:spAutoFit/>
          </a:bodyPr>
          <a:lstStyle/>
          <a:p>
            <a:r>
              <a:rPr lang="en-US" altLang="zh-CN" b="1" dirty="0"/>
              <a:t>EXTI</a:t>
            </a:r>
            <a:r>
              <a:rPr lang="zh-CN" altLang="zh-CN" b="1" dirty="0"/>
              <a:t>模块的标准外设库接口函数及应用</a:t>
            </a:r>
          </a:p>
        </p:txBody>
      </p:sp>
      <p:cxnSp>
        <p:nvCxnSpPr>
          <p:cNvPr id="24" name="直接连接符 23"/>
          <p:cNvCxnSpPr/>
          <p:nvPr/>
        </p:nvCxnSpPr>
        <p:spPr>
          <a:xfrm>
            <a:off x="3347864" y="3546700"/>
            <a:ext cx="591708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椭圆 27"/>
          <p:cNvSpPr/>
          <p:nvPr/>
        </p:nvSpPr>
        <p:spPr>
          <a:xfrm>
            <a:off x="2411760" y="3939902"/>
            <a:ext cx="936104" cy="648072"/>
          </a:xfrm>
          <a:prstGeom prst="ellipse">
            <a:avLst/>
          </a:prstGeom>
          <a:scene3d>
            <a:camera prst="isometricOffAxis1Right"/>
            <a:lightRig rig="threePt" dir="t">
              <a:rot lat="0" lon="0" rev="1200000"/>
            </a:lightRig>
          </a:scene3d>
          <a:sp3d>
            <a:bevelT w="50800" h="82550"/>
            <a:bevelB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/>
              <a:t>6.5</a:t>
            </a:r>
            <a:endParaRPr lang="zh-CN" altLang="en-US" sz="2800" b="1" dirty="0" smtClean="0"/>
          </a:p>
        </p:txBody>
      </p:sp>
      <p:sp>
        <p:nvSpPr>
          <p:cNvPr id="32" name="矩形 31"/>
          <p:cNvSpPr/>
          <p:nvPr/>
        </p:nvSpPr>
        <p:spPr>
          <a:xfrm>
            <a:off x="4002928" y="4095978"/>
            <a:ext cx="3521400" cy="369332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  <a:scene3d>
            <a:camera prst="obliqueTopLeft"/>
            <a:lightRig rig="threePt" dir="t"/>
          </a:scene3d>
          <a:sp3d prstMaterial="softEdge">
            <a:bevelT w="152400" h="133350"/>
            <a:bevelB w="50800" h="196850" prst="coolSlant"/>
          </a:sp3d>
        </p:spPr>
        <p:txBody>
          <a:bodyPr wrap="square" anchor="ctr">
            <a:spAutoFit/>
          </a:bodyPr>
          <a:lstStyle/>
          <a:p>
            <a:r>
              <a:rPr lang="en-US" altLang="zh-CN" b="1" dirty="0" smtClean="0"/>
              <a:t>EXTI</a:t>
            </a:r>
            <a:r>
              <a:rPr lang="zh-CN" altLang="zh-CN" b="1" dirty="0"/>
              <a:t>模块的</a:t>
            </a:r>
            <a:r>
              <a:rPr lang="en-US" altLang="zh-CN" b="1" dirty="0"/>
              <a:t>HAL</a:t>
            </a:r>
            <a:r>
              <a:rPr lang="zh-CN" altLang="zh-CN" b="1" dirty="0"/>
              <a:t>库接口函数及应用</a:t>
            </a:r>
          </a:p>
        </p:txBody>
      </p:sp>
      <p:cxnSp>
        <p:nvCxnSpPr>
          <p:cNvPr id="33" name="直接连接符 32"/>
          <p:cNvCxnSpPr/>
          <p:nvPr/>
        </p:nvCxnSpPr>
        <p:spPr>
          <a:xfrm>
            <a:off x="3347864" y="4266780"/>
            <a:ext cx="591708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0092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" y="367116"/>
            <a:ext cx="2932442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5496" y="381893"/>
            <a:ext cx="28969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6.1 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中断的相关概念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七角星 22"/>
          <p:cNvSpPr/>
          <p:nvPr/>
        </p:nvSpPr>
        <p:spPr>
          <a:xfrm>
            <a:off x="2339752" y="1419622"/>
            <a:ext cx="648072" cy="576064"/>
          </a:xfrm>
          <a:prstGeom prst="star7">
            <a:avLst/>
          </a:prstGeom>
          <a:solidFill>
            <a:schemeClr val="accent5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/>
              <a:t>1</a:t>
            </a:r>
            <a:endParaRPr lang="zh-CN" altLang="en-US" sz="2800" b="1" dirty="0" smtClean="0"/>
          </a:p>
        </p:txBody>
      </p:sp>
      <p:sp>
        <p:nvSpPr>
          <p:cNvPr id="3" name="矩形 2"/>
          <p:cNvSpPr/>
          <p:nvPr/>
        </p:nvSpPr>
        <p:spPr>
          <a:xfrm>
            <a:off x="3497027" y="1476821"/>
            <a:ext cx="27398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/>
              <a:t>6.1.1 </a:t>
            </a:r>
            <a:r>
              <a:rPr lang="zh-CN" altLang="zh-CN" sz="2400" b="1" dirty="0"/>
              <a:t>什么是中断？</a:t>
            </a:r>
          </a:p>
        </p:txBody>
      </p:sp>
      <p:sp>
        <p:nvSpPr>
          <p:cNvPr id="24" name="七角星 23"/>
          <p:cNvSpPr/>
          <p:nvPr/>
        </p:nvSpPr>
        <p:spPr>
          <a:xfrm>
            <a:off x="2794154" y="2427734"/>
            <a:ext cx="648072" cy="576064"/>
          </a:xfrm>
          <a:prstGeom prst="star7">
            <a:avLst/>
          </a:prstGeom>
          <a:solidFill>
            <a:schemeClr val="accent5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/>
              <a:t>2</a:t>
            </a:r>
            <a:endParaRPr lang="zh-CN" altLang="en-US" sz="2800" b="1" dirty="0" smtClean="0"/>
          </a:p>
        </p:txBody>
      </p:sp>
      <p:sp>
        <p:nvSpPr>
          <p:cNvPr id="28" name="矩形 27"/>
          <p:cNvSpPr/>
          <p:nvPr/>
        </p:nvSpPr>
        <p:spPr>
          <a:xfrm>
            <a:off x="3946282" y="2484933"/>
            <a:ext cx="33586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/>
              <a:t>6.1.2 </a:t>
            </a:r>
            <a:r>
              <a:rPr lang="zh-CN" altLang="en-US" sz="2400" b="1" dirty="0"/>
              <a:t>为什么使用中断？</a:t>
            </a:r>
            <a:endParaRPr lang="zh-CN" altLang="zh-CN" sz="2400" b="1" dirty="0"/>
          </a:p>
        </p:txBody>
      </p:sp>
      <p:sp>
        <p:nvSpPr>
          <p:cNvPr id="32" name="七角星 31"/>
          <p:cNvSpPr/>
          <p:nvPr/>
        </p:nvSpPr>
        <p:spPr>
          <a:xfrm>
            <a:off x="3403041" y="3435846"/>
            <a:ext cx="648072" cy="576064"/>
          </a:xfrm>
          <a:prstGeom prst="star7">
            <a:avLst/>
          </a:prstGeom>
          <a:solidFill>
            <a:schemeClr val="accent5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/>
              <a:t>3</a:t>
            </a:r>
            <a:endParaRPr lang="zh-CN" altLang="en-US" sz="2800" b="1" dirty="0" smtClean="0"/>
          </a:p>
        </p:txBody>
      </p:sp>
      <p:sp>
        <p:nvSpPr>
          <p:cNvPr id="33" name="矩形 32"/>
          <p:cNvSpPr/>
          <p:nvPr/>
        </p:nvSpPr>
        <p:spPr>
          <a:xfrm>
            <a:off x="4565041" y="3493045"/>
            <a:ext cx="27398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/>
              <a:t>6.1.3 </a:t>
            </a:r>
            <a:r>
              <a:rPr lang="zh-CN" altLang="zh-CN" sz="2400" b="1" dirty="0"/>
              <a:t>中断处理流程</a:t>
            </a:r>
          </a:p>
        </p:txBody>
      </p:sp>
    </p:spTree>
    <p:extLst>
      <p:ext uri="{BB962C8B-B14F-4D97-AF65-F5344CB8AC3E}">
        <p14:creationId xmlns:p14="http://schemas.microsoft.com/office/powerpoint/2010/main" val="806403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右箭头 80"/>
          <p:cNvSpPr/>
          <p:nvPr/>
        </p:nvSpPr>
        <p:spPr>
          <a:xfrm rot="20939224">
            <a:off x="3255159" y="1817065"/>
            <a:ext cx="1382371" cy="205896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0" name="右箭头 79"/>
          <p:cNvSpPr/>
          <p:nvPr/>
        </p:nvSpPr>
        <p:spPr>
          <a:xfrm rot="20939224">
            <a:off x="1396183" y="1883685"/>
            <a:ext cx="1382371" cy="205896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2" y="339503"/>
            <a:ext cx="2865040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5188" y="360766"/>
            <a:ext cx="27398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6.1.1 </a:t>
            </a:r>
            <a:r>
              <a:rPr lang="zh-CN" altLang="en-US" sz="2400" b="1" dirty="0">
                <a:solidFill>
                  <a:schemeClr val="bg1"/>
                </a:solidFill>
              </a:rPr>
              <a:t>什么是中断？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885189" y="1794015"/>
            <a:ext cx="432048" cy="861774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2000" b="1" dirty="0"/>
              <a:t>看书</a:t>
            </a:r>
          </a:p>
        </p:txBody>
      </p:sp>
      <p:sp>
        <p:nvSpPr>
          <p:cNvPr id="10" name="矩形 9"/>
          <p:cNvSpPr/>
          <p:nvPr/>
        </p:nvSpPr>
        <p:spPr>
          <a:xfrm>
            <a:off x="2800843" y="1717071"/>
            <a:ext cx="409835" cy="1015663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en-US" sz="2000" b="1" dirty="0"/>
              <a:t>取快递</a:t>
            </a:r>
          </a:p>
        </p:txBody>
      </p:sp>
      <p:sp>
        <p:nvSpPr>
          <p:cNvPr id="11" name="矩形 10"/>
          <p:cNvSpPr/>
          <p:nvPr/>
        </p:nvSpPr>
        <p:spPr>
          <a:xfrm>
            <a:off x="4726211" y="1563638"/>
            <a:ext cx="479458" cy="1323439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en-US" sz="2000" b="1" dirty="0" smtClean="0"/>
              <a:t>去卫生间</a:t>
            </a:r>
            <a:endParaRPr lang="zh-CN" altLang="en-US" sz="2000" b="1" dirty="0"/>
          </a:p>
        </p:txBody>
      </p:sp>
      <p:sp>
        <p:nvSpPr>
          <p:cNvPr id="14" name="矩形 13"/>
          <p:cNvSpPr/>
          <p:nvPr/>
        </p:nvSpPr>
        <p:spPr>
          <a:xfrm>
            <a:off x="3955092" y="4294212"/>
            <a:ext cx="2307101" cy="4001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 smtClean="0"/>
              <a:t>取快递、去卫生间</a:t>
            </a:r>
            <a:endParaRPr lang="zh-CN" altLang="en-US" sz="2000" b="1" dirty="0"/>
          </a:p>
        </p:txBody>
      </p:sp>
      <p:sp>
        <p:nvSpPr>
          <p:cNvPr id="18" name="矩形 17"/>
          <p:cNvSpPr/>
          <p:nvPr/>
        </p:nvSpPr>
        <p:spPr>
          <a:xfrm>
            <a:off x="6826799" y="4294212"/>
            <a:ext cx="1760986" cy="400110"/>
          </a:xfrm>
          <a:prstGeom prst="rect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/>
            <a:r>
              <a:rPr lang="zh-CN" altLang="en-US" sz="2000" b="1" dirty="0" smtClean="0">
                <a:solidFill>
                  <a:schemeClr val="accent4">
                    <a:lumMod val="75000"/>
                  </a:schemeClr>
                </a:solidFill>
              </a:rPr>
              <a:t>中断服务程序</a:t>
            </a:r>
            <a:endParaRPr lang="zh-CN" altLang="en-US" sz="2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1322359" y="1100753"/>
            <a:ext cx="13962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zh-CN" altLang="en-US" sz="2000" b="1" dirty="0" smtClean="0">
                <a:solidFill>
                  <a:prstClr val="black"/>
                </a:solidFill>
              </a:rPr>
              <a:t>快递电话</a:t>
            </a:r>
            <a:endParaRPr lang="zh-CN" altLang="en-US" sz="2000" b="1" dirty="0">
              <a:solidFill>
                <a:prstClr val="black"/>
              </a:solidFill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3238984" y="1059582"/>
            <a:ext cx="9589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zh-CN" altLang="en-US" sz="2000" b="1" dirty="0" smtClean="0">
                <a:solidFill>
                  <a:prstClr val="black"/>
                </a:solidFill>
              </a:rPr>
              <a:t>肚子疼</a:t>
            </a:r>
            <a:endParaRPr lang="zh-CN" altLang="en-US" sz="2000" b="1" dirty="0">
              <a:solidFill>
                <a:prstClr val="black"/>
              </a:solidFill>
            </a:endParaRPr>
          </a:p>
        </p:txBody>
      </p:sp>
      <p:sp>
        <p:nvSpPr>
          <p:cNvPr id="82" name="右箭头 81"/>
          <p:cNvSpPr/>
          <p:nvPr/>
        </p:nvSpPr>
        <p:spPr>
          <a:xfrm rot="11617401">
            <a:off x="3243786" y="2386064"/>
            <a:ext cx="1382371" cy="205896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3" name="右箭头 82"/>
          <p:cNvSpPr/>
          <p:nvPr/>
        </p:nvSpPr>
        <p:spPr>
          <a:xfrm rot="11515107">
            <a:off x="1384811" y="2410517"/>
            <a:ext cx="1382371" cy="205896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6" name="下箭头 85"/>
          <p:cNvSpPr/>
          <p:nvPr/>
        </p:nvSpPr>
        <p:spPr>
          <a:xfrm rot="2798002">
            <a:off x="1380109" y="1511399"/>
            <a:ext cx="195451" cy="312488"/>
          </a:xfrm>
          <a:prstGeom prst="down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 smtClean="0"/>
          </a:p>
        </p:txBody>
      </p:sp>
      <p:sp>
        <p:nvSpPr>
          <p:cNvPr id="87" name="下箭头 86"/>
          <p:cNvSpPr/>
          <p:nvPr/>
        </p:nvSpPr>
        <p:spPr>
          <a:xfrm rot="2459597">
            <a:off x="3226117" y="1437226"/>
            <a:ext cx="195451" cy="284080"/>
          </a:xfrm>
          <a:prstGeom prst="down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 smtClean="0"/>
          </a:p>
        </p:txBody>
      </p:sp>
      <p:sp>
        <p:nvSpPr>
          <p:cNvPr id="88" name="矩形 87"/>
          <p:cNvSpPr/>
          <p:nvPr/>
        </p:nvSpPr>
        <p:spPr>
          <a:xfrm>
            <a:off x="3955092" y="3718148"/>
            <a:ext cx="2307101" cy="4001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 smtClean="0"/>
              <a:t>快递电话、肚子疼</a:t>
            </a:r>
            <a:endParaRPr lang="zh-CN" altLang="en-US" sz="2000" b="1" dirty="0"/>
          </a:p>
        </p:txBody>
      </p:sp>
      <p:sp>
        <p:nvSpPr>
          <p:cNvPr id="89" name="矩形 88"/>
          <p:cNvSpPr/>
          <p:nvPr/>
        </p:nvSpPr>
        <p:spPr>
          <a:xfrm>
            <a:off x="6826799" y="3718148"/>
            <a:ext cx="1760986" cy="400110"/>
          </a:xfrm>
          <a:prstGeom prst="rect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/>
            <a:r>
              <a:rPr lang="zh-CN" altLang="en-US" sz="2000" b="1" dirty="0" smtClean="0">
                <a:solidFill>
                  <a:schemeClr val="accent4">
                    <a:lumMod val="75000"/>
                  </a:schemeClr>
                </a:solidFill>
              </a:rPr>
              <a:t>中断源</a:t>
            </a:r>
            <a:endParaRPr lang="zh-CN" altLang="en-US" sz="2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3955092" y="3147814"/>
            <a:ext cx="2307101" cy="4001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 smtClean="0"/>
              <a:t>看书</a:t>
            </a:r>
            <a:endParaRPr lang="zh-CN" altLang="en-US" sz="2000" b="1" dirty="0"/>
          </a:p>
        </p:txBody>
      </p:sp>
      <p:sp>
        <p:nvSpPr>
          <p:cNvPr id="91" name="矩形 90"/>
          <p:cNvSpPr/>
          <p:nvPr/>
        </p:nvSpPr>
        <p:spPr>
          <a:xfrm>
            <a:off x="6826799" y="3147814"/>
            <a:ext cx="1760986" cy="400110"/>
          </a:xfrm>
          <a:prstGeom prst="rect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/>
            <a:r>
              <a:rPr lang="zh-CN" altLang="en-US" sz="2000" b="1" dirty="0" smtClean="0">
                <a:solidFill>
                  <a:schemeClr val="accent4">
                    <a:lumMod val="75000"/>
                  </a:schemeClr>
                </a:solidFill>
              </a:rPr>
              <a:t>主程序</a:t>
            </a:r>
            <a:endParaRPr lang="zh-CN" altLang="en-US" sz="2000" b="1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1512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 7"/>
          <p:cNvSpPr/>
          <p:nvPr/>
        </p:nvSpPr>
        <p:spPr>
          <a:xfrm>
            <a:off x="3851920" y="437644"/>
            <a:ext cx="1800200" cy="1846074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 smtClean="0"/>
          </a:p>
        </p:txBody>
      </p:sp>
      <p:sp>
        <p:nvSpPr>
          <p:cNvPr id="4" name="矩形 3"/>
          <p:cNvSpPr/>
          <p:nvPr/>
        </p:nvSpPr>
        <p:spPr>
          <a:xfrm>
            <a:off x="2" y="339503"/>
            <a:ext cx="2865040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5188" y="360766"/>
            <a:ext cx="27398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6.1.1 </a:t>
            </a:r>
            <a:r>
              <a:rPr lang="zh-CN" altLang="en-US" sz="2400" b="1" dirty="0">
                <a:solidFill>
                  <a:schemeClr val="bg1"/>
                </a:solidFill>
              </a:rPr>
              <a:t>什么是中断？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467544" y="1195300"/>
            <a:ext cx="3024336" cy="320857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prstClr val="black"/>
                </a:solidFill>
              </a:rPr>
              <a:t>     计算机</a:t>
            </a:r>
            <a:r>
              <a:rPr lang="zh-CN" altLang="en-US" b="1" dirty="0">
                <a:solidFill>
                  <a:prstClr val="black"/>
                </a:solidFill>
              </a:rPr>
              <a:t>在执行程序过程</a:t>
            </a:r>
            <a:r>
              <a:rPr lang="zh-CN" altLang="en-US" b="1" dirty="0" smtClean="0">
                <a:solidFill>
                  <a:prstClr val="black"/>
                </a:solidFill>
              </a:rPr>
              <a:t>中，</a:t>
            </a:r>
            <a:r>
              <a:rPr lang="zh-CN" altLang="en-US" b="1" dirty="0">
                <a:solidFill>
                  <a:prstClr val="black"/>
                </a:solidFill>
              </a:rPr>
              <a:t>当出现</a:t>
            </a:r>
            <a:r>
              <a:rPr lang="zh-CN" altLang="en-US" b="1" dirty="0">
                <a:solidFill>
                  <a:srgbClr val="C00000"/>
                </a:solidFill>
              </a:rPr>
              <a:t>异常</a:t>
            </a:r>
            <a:r>
              <a:rPr lang="zh-CN" altLang="en-US" b="1" dirty="0">
                <a:solidFill>
                  <a:prstClr val="black"/>
                </a:solidFill>
              </a:rPr>
              <a:t>情况（断电等）或特殊</a:t>
            </a:r>
            <a:r>
              <a:rPr lang="zh-CN" altLang="en-US" b="1" dirty="0">
                <a:solidFill>
                  <a:srgbClr val="C00000"/>
                </a:solidFill>
              </a:rPr>
              <a:t>请求</a:t>
            </a:r>
            <a:r>
              <a:rPr lang="zh-CN" altLang="en-US" b="1" dirty="0">
                <a:solidFill>
                  <a:prstClr val="black"/>
                </a:solidFill>
              </a:rPr>
              <a:t>（数据传输等）时，计算机暂停现行程序的运行，转向对这些异常情况或特殊请求进行</a:t>
            </a:r>
            <a:r>
              <a:rPr lang="zh-CN" altLang="en-US" b="1" dirty="0" smtClean="0">
                <a:solidFill>
                  <a:prstClr val="black"/>
                </a:solidFill>
              </a:rPr>
              <a:t>处理，</a:t>
            </a:r>
            <a:r>
              <a:rPr lang="zh-CN" altLang="en-US" b="1" dirty="0">
                <a:solidFill>
                  <a:prstClr val="black"/>
                </a:solidFill>
              </a:rPr>
              <a:t>处理完毕后再返回到现行程序的中断处，继续执行原程序，这就是“中断”。</a:t>
            </a:r>
            <a:endParaRPr lang="zh-CN" altLang="en-US" b="1" dirty="0"/>
          </a:p>
        </p:txBody>
      </p:sp>
      <p:sp>
        <p:nvSpPr>
          <p:cNvPr id="7" name="矩形 6"/>
          <p:cNvSpPr/>
          <p:nvPr/>
        </p:nvSpPr>
        <p:spPr>
          <a:xfrm>
            <a:off x="3995936" y="798410"/>
            <a:ext cx="165618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b="1" dirty="0">
                <a:solidFill>
                  <a:prstClr val="black"/>
                </a:solidFill>
              </a:rPr>
              <a:t>中断是单片机实时处理内部或外部事件的一种机制。</a:t>
            </a:r>
          </a:p>
        </p:txBody>
      </p:sp>
      <p:grpSp>
        <p:nvGrpSpPr>
          <p:cNvPr id="84" name="组合 83"/>
          <p:cNvGrpSpPr/>
          <p:nvPr/>
        </p:nvGrpSpPr>
        <p:grpSpPr>
          <a:xfrm rot="20433240">
            <a:off x="4302234" y="1716649"/>
            <a:ext cx="4133701" cy="1442451"/>
            <a:chOff x="4604773" y="1910712"/>
            <a:chExt cx="4133701" cy="1442451"/>
          </a:xfrm>
        </p:grpSpPr>
        <p:sp>
          <p:nvSpPr>
            <p:cNvPr id="9" name="矩形 8"/>
            <p:cNvSpPr/>
            <p:nvPr/>
          </p:nvSpPr>
          <p:spPr>
            <a:xfrm>
              <a:off x="4604773" y="2152476"/>
              <a:ext cx="1397397" cy="923330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zh-CN" altLang="en-US" b="1" dirty="0">
                  <a:solidFill>
                    <a:prstClr val="black"/>
                  </a:solidFill>
                </a:rPr>
                <a:t>能够打断当前正常执行流程的事件</a:t>
              </a:r>
              <a:endParaRPr lang="zh-CN" altLang="en-US" b="1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6389956" y="2049212"/>
              <a:ext cx="646331" cy="369332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prstClr val="black"/>
                  </a:solidFill>
                </a:rPr>
                <a:t>中断</a:t>
              </a:r>
              <a:endParaRPr lang="zh-CN" altLang="en-US" b="1" dirty="0"/>
            </a:p>
          </p:txBody>
        </p:sp>
        <p:sp>
          <p:nvSpPr>
            <p:cNvPr id="13" name="矩形 12"/>
            <p:cNvSpPr/>
            <p:nvPr/>
          </p:nvSpPr>
          <p:spPr>
            <a:xfrm>
              <a:off x="6389956" y="2845332"/>
              <a:ext cx="646331" cy="369332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prstClr val="black"/>
                  </a:solidFill>
                </a:rPr>
                <a:t>异常</a:t>
              </a:r>
              <a:endParaRPr lang="zh-CN" altLang="en-US" b="1" dirty="0"/>
            </a:p>
          </p:txBody>
        </p:sp>
        <p:sp>
          <p:nvSpPr>
            <p:cNvPr id="15" name="矩形 14"/>
            <p:cNvSpPr/>
            <p:nvPr/>
          </p:nvSpPr>
          <p:spPr>
            <a:xfrm>
              <a:off x="7408011" y="1910712"/>
              <a:ext cx="1330463" cy="646331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zh-CN" altLang="en-US" b="1" dirty="0">
                  <a:solidFill>
                    <a:prstClr val="black"/>
                  </a:solidFill>
                </a:rPr>
                <a:t>由外部事件触发</a:t>
              </a:r>
              <a:endParaRPr lang="zh-CN" altLang="en-US" b="1" dirty="0"/>
            </a:p>
          </p:txBody>
        </p:sp>
        <p:sp>
          <p:nvSpPr>
            <p:cNvPr id="16" name="矩形 15"/>
            <p:cNvSpPr/>
            <p:nvPr/>
          </p:nvSpPr>
          <p:spPr>
            <a:xfrm>
              <a:off x="7408011" y="2706832"/>
              <a:ext cx="1330463" cy="646331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zh-CN" altLang="en-US" b="1" dirty="0">
                  <a:solidFill>
                    <a:prstClr val="black"/>
                  </a:solidFill>
                </a:rPr>
                <a:t>由</a:t>
              </a:r>
              <a:r>
                <a:rPr lang="en-US" altLang="zh-CN" b="1" dirty="0">
                  <a:solidFill>
                    <a:prstClr val="black"/>
                  </a:solidFill>
                </a:rPr>
                <a:t>CPU</a:t>
              </a:r>
              <a:r>
                <a:rPr lang="zh-CN" altLang="en-US" b="1" dirty="0">
                  <a:solidFill>
                    <a:prstClr val="black"/>
                  </a:solidFill>
                </a:rPr>
                <a:t>内部事件产生</a:t>
              </a:r>
              <a:endParaRPr lang="zh-CN" altLang="en-US" b="1" dirty="0"/>
            </a:p>
          </p:txBody>
        </p:sp>
        <p:cxnSp>
          <p:nvCxnSpPr>
            <p:cNvPr id="21" name="直接连接符 20"/>
            <p:cNvCxnSpPr>
              <a:stCxn id="9" idx="3"/>
              <a:endCxn id="12" idx="1"/>
            </p:cNvCxnSpPr>
            <p:nvPr/>
          </p:nvCxnSpPr>
          <p:spPr>
            <a:xfrm flipV="1">
              <a:off x="6002170" y="2233878"/>
              <a:ext cx="387786" cy="380263"/>
            </a:xfrm>
            <a:prstGeom prst="line">
              <a:avLst/>
            </a:prstGeom>
            <a:ln w="28575">
              <a:solidFill>
                <a:srgbClr val="4AABC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>
              <a:stCxn id="9" idx="3"/>
              <a:endCxn id="13" idx="1"/>
            </p:cNvCxnSpPr>
            <p:nvPr/>
          </p:nvCxnSpPr>
          <p:spPr>
            <a:xfrm>
              <a:off x="6002170" y="2614141"/>
              <a:ext cx="387786" cy="415857"/>
            </a:xfrm>
            <a:prstGeom prst="line">
              <a:avLst/>
            </a:prstGeom>
            <a:ln w="28575">
              <a:solidFill>
                <a:srgbClr val="4AABC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>
              <a:stCxn id="12" idx="3"/>
              <a:endCxn id="15" idx="1"/>
            </p:cNvCxnSpPr>
            <p:nvPr/>
          </p:nvCxnSpPr>
          <p:spPr>
            <a:xfrm>
              <a:off x="7036287" y="2233878"/>
              <a:ext cx="371724" cy="0"/>
            </a:xfrm>
            <a:prstGeom prst="line">
              <a:avLst/>
            </a:prstGeom>
            <a:ln w="28575">
              <a:solidFill>
                <a:srgbClr val="4AABC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>
              <a:stCxn id="13" idx="3"/>
              <a:endCxn id="16" idx="1"/>
            </p:cNvCxnSpPr>
            <p:nvPr/>
          </p:nvCxnSpPr>
          <p:spPr>
            <a:xfrm>
              <a:off x="7036287" y="3029998"/>
              <a:ext cx="371724" cy="0"/>
            </a:xfrm>
            <a:prstGeom prst="line">
              <a:avLst/>
            </a:prstGeom>
            <a:ln w="28575">
              <a:solidFill>
                <a:srgbClr val="4AABC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椭圆 53"/>
          <p:cNvSpPr/>
          <p:nvPr/>
        </p:nvSpPr>
        <p:spPr>
          <a:xfrm>
            <a:off x="6789571" y="2957924"/>
            <a:ext cx="1800200" cy="1846074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prstClr val="black"/>
                </a:solidFill>
              </a:rPr>
              <a:t>中断和异常其本质都是对主程序的“中断”</a:t>
            </a:r>
            <a:endParaRPr lang="zh-CN" alt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2747397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椭圆 22"/>
          <p:cNvSpPr/>
          <p:nvPr/>
        </p:nvSpPr>
        <p:spPr>
          <a:xfrm>
            <a:off x="4106511" y="1930973"/>
            <a:ext cx="649537" cy="646331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 smtClean="0"/>
          </a:p>
        </p:txBody>
      </p:sp>
      <p:sp>
        <p:nvSpPr>
          <p:cNvPr id="9" name="右箭头 8"/>
          <p:cNvSpPr/>
          <p:nvPr/>
        </p:nvSpPr>
        <p:spPr>
          <a:xfrm>
            <a:off x="4898599" y="2096490"/>
            <a:ext cx="504056" cy="336233"/>
          </a:xfrm>
          <a:prstGeom prst="rightArrow">
            <a:avLst/>
          </a:prstGeom>
          <a:solidFill>
            <a:schemeClr val="accent3">
              <a:lumMod val="50000"/>
            </a:schemeClr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 smtClean="0"/>
          </a:p>
        </p:txBody>
      </p:sp>
      <p:sp>
        <p:nvSpPr>
          <p:cNvPr id="12" name="矩形 11"/>
          <p:cNvSpPr/>
          <p:nvPr/>
        </p:nvSpPr>
        <p:spPr>
          <a:xfrm>
            <a:off x="2" y="339503"/>
            <a:ext cx="3419870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25188" y="360766"/>
            <a:ext cx="33586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6.1.2 </a:t>
            </a:r>
            <a:r>
              <a:rPr lang="zh-CN" altLang="en-US" sz="2400" b="1" dirty="0">
                <a:solidFill>
                  <a:schemeClr val="bg1"/>
                </a:solidFill>
              </a:rPr>
              <a:t>为什么使用中断？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880834" y="1930974"/>
            <a:ext cx="950787" cy="646331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</a:rPr>
              <a:t>CPU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</a:rPr>
              <a:t>的</a:t>
            </a:r>
            <a:r>
              <a:rPr lang="zh-CN" altLang="en-US" b="1" dirty="0" smtClean="0">
                <a:solidFill>
                  <a:schemeClr val="bg1">
                    <a:lumMod val="95000"/>
                  </a:schemeClr>
                </a:solidFill>
              </a:rPr>
              <a:t>速度快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450327" y="1930973"/>
            <a:ext cx="950787" cy="646331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</a:rPr>
              <a:t>外设</a:t>
            </a:r>
            <a:r>
              <a:rPr lang="zh-CN" altLang="en-US" b="1" dirty="0" smtClean="0">
                <a:solidFill>
                  <a:schemeClr val="bg1">
                    <a:lumMod val="95000"/>
                  </a:schemeClr>
                </a:solidFill>
              </a:rPr>
              <a:t>速度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</a:rPr>
              <a:t>慢</a:t>
            </a:r>
          </a:p>
        </p:txBody>
      </p:sp>
      <p:sp>
        <p:nvSpPr>
          <p:cNvPr id="16" name="左大括号 15"/>
          <p:cNvSpPr/>
          <p:nvPr/>
        </p:nvSpPr>
        <p:spPr>
          <a:xfrm rot="16200000">
            <a:off x="1965756" y="2074989"/>
            <a:ext cx="216024" cy="1512168"/>
          </a:xfrm>
          <a:prstGeom prst="leftBrace">
            <a:avLst>
              <a:gd name="adj1" fmla="val 26380"/>
              <a:gd name="adj2" fmla="val 50000"/>
            </a:avLst>
          </a:prstGeom>
          <a:ln w="2857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1307812" y="2994250"/>
            <a:ext cx="14975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prstClr val="black"/>
                </a:solidFill>
              </a:rPr>
              <a:t>降低</a:t>
            </a:r>
            <a:r>
              <a:rPr lang="en-US" altLang="zh-CN" b="1" dirty="0" smtClean="0">
                <a:solidFill>
                  <a:prstClr val="black"/>
                </a:solidFill>
              </a:rPr>
              <a:t>CPU</a:t>
            </a:r>
            <a:r>
              <a:rPr lang="zh-CN" altLang="en-US" b="1" dirty="0">
                <a:solidFill>
                  <a:prstClr val="black"/>
                </a:solidFill>
              </a:rPr>
              <a:t>效率</a:t>
            </a:r>
            <a:endParaRPr lang="zh-CN" altLang="en-US" b="1" dirty="0"/>
          </a:p>
        </p:txBody>
      </p:sp>
      <p:sp>
        <p:nvSpPr>
          <p:cNvPr id="20" name="矩形 19"/>
          <p:cNvSpPr/>
          <p:nvPr/>
        </p:nvSpPr>
        <p:spPr>
          <a:xfrm>
            <a:off x="1831621" y="2069473"/>
            <a:ext cx="6495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</a:rPr>
              <a:t>等待</a:t>
            </a:r>
            <a:endParaRPr lang="zh-CN" altLang="en-US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3578160" y="1851670"/>
            <a:ext cx="45401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 smtClean="0"/>
              <a:t>+</a:t>
            </a:r>
            <a:endParaRPr lang="zh-CN" altLang="en-US" sz="4400" dirty="0"/>
          </a:p>
        </p:txBody>
      </p:sp>
      <p:sp>
        <p:nvSpPr>
          <p:cNvPr id="22" name="矩形 21"/>
          <p:cNvSpPr/>
          <p:nvPr/>
        </p:nvSpPr>
        <p:spPr>
          <a:xfrm>
            <a:off x="4106511" y="2069473"/>
            <a:ext cx="6495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/>
              <a:t>中断</a:t>
            </a:r>
            <a:endParaRPr lang="zh-CN" altLang="en-US" b="1" dirty="0"/>
          </a:p>
        </p:txBody>
      </p:sp>
      <p:sp>
        <p:nvSpPr>
          <p:cNvPr id="24" name="左大括号 23"/>
          <p:cNvSpPr/>
          <p:nvPr/>
        </p:nvSpPr>
        <p:spPr>
          <a:xfrm>
            <a:off x="5526609" y="1059582"/>
            <a:ext cx="308094" cy="2304256"/>
          </a:xfrm>
          <a:prstGeom prst="leftBrace">
            <a:avLst>
              <a:gd name="adj1" fmla="val 26380"/>
              <a:gd name="adj2" fmla="val 50000"/>
            </a:avLst>
          </a:prstGeom>
          <a:ln w="28575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5926712" y="843558"/>
            <a:ext cx="2356262" cy="369332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lvl="0"/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</a:rPr>
              <a:t>可提高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</a:rPr>
              <a:t>CPU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</a:rPr>
              <a:t>效率</a:t>
            </a:r>
          </a:p>
        </p:txBody>
      </p:sp>
      <p:sp>
        <p:nvSpPr>
          <p:cNvPr id="27" name="矩形 26"/>
          <p:cNvSpPr/>
          <p:nvPr/>
        </p:nvSpPr>
        <p:spPr>
          <a:xfrm>
            <a:off x="5926712" y="1747498"/>
            <a:ext cx="2356263" cy="646331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</a:rPr>
              <a:t>可实现对实时事件的及时处理（实时处理）</a:t>
            </a:r>
          </a:p>
        </p:txBody>
      </p:sp>
      <p:sp>
        <p:nvSpPr>
          <p:cNvPr id="28" name="矩形 27"/>
          <p:cNvSpPr/>
          <p:nvPr/>
        </p:nvSpPr>
        <p:spPr>
          <a:xfrm>
            <a:off x="5926711" y="3005539"/>
            <a:ext cx="2356263" cy="646331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lvl="0"/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</a:rPr>
              <a:t>可对突发故障进行及时处理（异常处理）</a:t>
            </a:r>
          </a:p>
        </p:txBody>
      </p:sp>
      <p:sp>
        <p:nvSpPr>
          <p:cNvPr id="29" name="矩形 28"/>
          <p:cNvSpPr/>
          <p:nvPr/>
        </p:nvSpPr>
        <p:spPr>
          <a:xfrm>
            <a:off x="732311" y="3975035"/>
            <a:ext cx="7550664" cy="784830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/>
              <a:t>     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黑体" pitchFamily="49" charset="-122"/>
                <a:ea typeface="黑体" pitchFamily="49" charset="-122"/>
              </a:rPr>
              <a:t>中断在嵌入式系统占有极其重要的地位，中断机制使得系统能更有效更合理地发挥效能和提高效率。</a:t>
            </a:r>
          </a:p>
        </p:txBody>
      </p:sp>
    </p:spTree>
    <p:extLst>
      <p:ext uri="{BB962C8B-B14F-4D97-AF65-F5344CB8AC3E}">
        <p14:creationId xmlns:p14="http://schemas.microsoft.com/office/powerpoint/2010/main" val="2513909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2" y="339503"/>
            <a:ext cx="2925718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03955" y="360766"/>
            <a:ext cx="27398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6.1.3 </a:t>
            </a:r>
            <a:r>
              <a:rPr lang="zh-CN" altLang="en-US" sz="2400" b="1" dirty="0">
                <a:solidFill>
                  <a:schemeClr val="bg1"/>
                </a:solidFill>
              </a:rPr>
              <a:t>中断处理流程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3635896" y="360766"/>
            <a:ext cx="47525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 smtClean="0"/>
              <a:t>     中断处理流程</a:t>
            </a:r>
            <a:r>
              <a:rPr lang="zh-CN" altLang="en-US" b="1" dirty="0"/>
              <a:t>：中断请求、中断响应、中断服务和中断返回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989906" y="4268584"/>
            <a:ext cx="27363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b="1" dirty="0" smtClean="0">
                <a:solidFill>
                  <a:schemeClr val="accent5">
                    <a:lumMod val="75000"/>
                  </a:schemeClr>
                </a:solidFill>
              </a:rPr>
              <a:t>多重</a:t>
            </a:r>
            <a:r>
              <a:rPr lang="zh-CN" altLang="zh-CN" b="1" dirty="0">
                <a:solidFill>
                  <a:schemeClr val="accent5">
                    <a:lumMod val="75000"/>
                  </a:schemeClr>
                </a:solidFill>
              </a:rPr>
              <a:t>中断的中断处理流程</a:t>
            </a:r>
          </a:p>
        </p:txBody>
      </p:sp>
      <p:sp>
        <p:nvSpPr>
          <p:cNvPr id="10" name="矩形 9"/>
          <p:cNvSpPr/>
          <p:nvPr/>
        </p:nvSpPr>
        <p:spPr>
          <a:xfrm>
            <a:off x="855499" y="4331700"/>
            <a:ext cx="28083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chemeClr val="accent5">
                    <a:lumMod val="75000"/>
                  </a:schemeClr>
                </a:solidFill>
              </a:rPr>
              <a:t>单重中断的中断处理流程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endParaRPr lang="zh-CN" alt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3933711"/>
              </p:ext>
            </p:extLst>
          </p:nvPr>
        </p:nvGraphicFramePr>
        <p:xfrm>
          <a:off x="712950" y="1256925"/>
          <a:ext cx="2952328" cy="307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17" name="Visio" r:id="rId3" imgW="2064427" imgH="2149496" progId="Visio.Drawing.11">
                  <p:embed/>
                </p:oleObj>
              </mc:Choice>
              <mc:Fallback>
                <p:oleObj name="Visio" r:id="rId3" imgW="2064427" imgH="2149496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950" y="1256925"/>
                        <a:ext cx="2952328" cy="30747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8846542"/>
              </p:ext>
            </p:extLst>
          </p:nvPr>
        </p:nvGraphicFramePr>
        <p:xfrm>
          <a:off x="3959932" y="1131590"/>
          <a:ext cx="4104456" cy="30513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18" name="Visio" r:id="rId5" imgW="2892419" imgH="2149496" progId="Visio.Drawing.11">
                  <p:embed/>
                </p:oleObj>
              </mc:Choice>
              <mc:Fallback>
                <p:oleObj name="Visio" r:id="rId5" imgW="2892419" imgH="2149496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9932" y="1131590"/>
                        <a:ext cx="4104456" cy="305133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49885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2" y="339503"/>
            <a:ext cx="2925718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03955" y="360766"/>
            <a:ext cx="27398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6.1.3 </a:t>
            </a:r>
            <a:r>
              <a:rPr lang="zh-CN" altLang="en-US" sz="2400" b="1" dirty="0">
                <a:solidFill>
                  <a:schemeClr val="bg1"/>
                </a:solidFill>
              </a:rPr>
              <a:t>中断处理流程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95536" y="1203598"/>
            <a:ext cx="1800200" cy="4320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zh-CN" altLang="en-US" b="1" dirty="0"/>
              <a:t>中断请求</a:t>
            </a:r>
            <a:endParaRPr lang="zh-CN" altLang="en-US" b="1" dirty="0" smtClean="0"/>
          </a:p>
        </p:txBody>
      </p:sp>
      <p:sp>
        <p:nvSpPr>
          <p:cNvPr id="15" name="矩形 14"/>
          <p:cNvSpPr/>
          <p:nvPr/>
        </p:nvSpPr>
        <p:spPr>
          <a:xfrm>
            <a:off x="395536" y="1645810"/>
            <a:ext cx="1800200" cy="25351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zh-CN" altLang="en-US" b="1" dirty="0"/>
              <a:t>中断请求是中断源向</a:t>
            </a:r>
            <a:r>
              <a:rPr lang="en-US" altLang="zh-CN" b="1" dirty="0"/>
              <a:t>CPU</a:t>
            </a:r>
            <a:r>
              <a:rPr lang="zh-CN" altLang="en-US" b="1" dirty="0"/>
              <a:t>发出中断请求信号，此时中断控制系统的中断请求寄存器被置位，向</a:t>
            </a:r>
            <a:r>
              <a:rPr lang="en-US" altLang="zh-CN" b="1" dirty="0"/>
              <a:t>CPU</a:t>
            </a:r>
            <a:r>
              <a:rPr lang="zh-CN" altLang="en-US" b="1" dirty="0"/>
              <a:t>请求中断。</a:t>
            </a:r>
            <a:endParaRPr lang="zh-CN" altLang="en-US" b="1" dirty="0" smtClean="0">
              <a:solidFill>
                <a:srgbClr val="C00000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555776" y="1203598"/>
            <a:ext cx="1800200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zh-CN" altLang="zh-CN" b="1" dirty="0"/>
              <a:t>中断响应</a:t>
            </a:r>
            <a:endParaRPr lang="zh-CN" altLang="en-US" b="1" dirty="0" smtClean="0"/>
          </a:p>
        </p:txBody>
      </p:sp>
      <p:sp>
        <p:nvSpPr>
          <p:cNvPr id="17" name="矩形 16"/>
          <p:cNvSpPr/>
          <p:nvPr/>
        </p:nvSpPr>
        <p:spPr>
          <a:xfrm>
            <a:off x="2555776" y="1645810"/>
            <a:ext cx="1800200" cy="31112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en-US" altLang="zh-CN" b="1" dirty="0" smtClean="0"/>
              <a:t>CPU</a:t>
            </a:r>
            <a:r>
              <a:rPr lang="zh-CN" altLang="en-US" b="1" dirty="0"/>
              <a:t>的中断系统判断中断源的中断请求是否符合中断响应条件，如果符合条件，则暂时中断当前程序并控制程序跳转到中断服务程序</a:t>
            </a:r>
          </a:p>
        </p:txBody>
      </p:sp>
      <p:sp>
        <p:nvSpPr>
          <p:cNvPr id="20" name="矩形 19"/>
          <p:cNvSpPr/>
          <p:nvPr/>
        </p:nvSpPr>
        <p:spPr>
          <a:xfrm>
            <a:off x="4788024" y="1203598"/>
            <a:ext cx="1800200" cy="4320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zh-CN" altLang="zh-CN" b="1" dirty="0"/>
              <a:t>中断服务</a:t>
            </a:r>
            <a:endParaRPr lang="zh-CN" altLang="en-US" b="1" dirty="0" smtClean="0"/>
          </a:p>
        </p:txBody>
      </p:sp>
      <p:sp>
        <p:nvSpPr>
          <p:cNvPr id="21" name="矩形 20"/>
          <p:cNvSpPr/>
          <p:nvPr/>
        </p:nvSpPr>
        <p:spPr>
          <a:xfrm>
            <a:off x="4788024" y="1645810"/>
            <a:ext cx="1800200" cy="311121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zh-CN" altLang="zh-CN" b="1" dirty="0"/>
              <a:t>为处理中断而编写的程序称为中断服务程序</a:t>
            </a:r>
            <a:r>
              <a:rPr lang="zh-CN" altLang="en-US" b="1" dirty="0" smtClean="0"/>
              <a:t>，是</a:t>
            </a:r>
            <a:r>
              <a:rPr lang="zh-CN" altLang="zh-CN" b="1" dirty="0" smtClean="0"/>
              <a:t>由</a:t>
            </a:r>
            <a:r>
              <a:rPr lang="zh-CN" altLang="zh-CN" b="1" dirty="0"/>
              <a:t>开发人员针对具体中断所要实现的功能进行设计和编写</a:t>
            </a:r>
            <a:r>
              <a:rPr lang="zh-CN" altLang="zh-CN" b="1" dirty="0" smtClean="0"/>
              <a:t>的</a:t>
            </a:r>
            <a:r>
              <a:rPr lang="zh-CN" altLang="en-US" b="1" dirty="0" smtClean="0"/>
              <a:t>，</a:t>
            </a:r>
            <a:r>
              <a:rPr lang="zh-CN" altLang="zh-CN" b="1" dirty="0" smtClean="0"/>
              <a:t>需要</a:t>
            </a:r>
            <a:r>
              <a:rPr lang="zh-CN" altLang="zh-CN" b="1" dirty="0"/>
              <a:t>由开发人员来</a:t>
            </a:r>
            <a:r>
              <a:rPr lang="zh-CN" altLang="zh-CN" b="1" dirty="0" smtClean="0"/>
              <a:t>实现。</a:t>
            </a:r>
            <a:endParaRPr lang="zh-CN" altLang="en-US" b="1" dirty="0"/>
          </a:p>
        </p:txBody>
      </p:sp>
      <p:sp>
        <p:nvSpPr>
          <p:cNvPr id="22" name="矩形 21"/>
          <p:cNvSpPr/>
          <p:nvPr/>
        </p:nvSpPr>
        <p:spPr>
          <a:xfrm>
            <a:off x="6948264" y="1203598"/>
            <a:ext cx="1800200" cy="43204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</a:pPr>
            <a:r>
              <a:rPr lang="zh-CN" altLang="en-US" b="1" dirty="0" smtClean="0"/>
              <a:t>中断返回</a:t>
            </a:r>
          </a:p>
        </p:txBody>
      </p:sp>
      <p:sp>
        <p:nvSpPr>
          <p:cNvPr id="23" name="矩形 22"/>
          <p:cNvSpPr/>
          <p:nvPr/>
        </p:nvSpPr>
        <p:spPr>
          <a:xfrm>
            <a:off x="6948264" y="1645810"/>
            <a:ext cx="1800200" cy="311121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en-US" altLang="zh-CN" b="1" dirty="0"/>
              <a:t>CPU</a:t>
            </a:r>
            <a:r>
              <a:rPr lang="zh-CN" altLang="en-US" b="1" dirty="0"/>
              <a:t>退出中断服务程序，返回到中断请求响应之前被中止的位置继续执行主程序</a:t>
            </a:r>
            <a:r>
              <a:rPr lang="zh-CN" altLang="en-US" b="1" dirty="0" smtClean="0"/>
              <a:t>。这</a:t>
            </a:r>
            <a:r>
              <a:rPr lang="zh-CN" altLang="en-US" b="1" dirty="0"/>
              <a:t>部分操作同样由硬件来实现，不需要开发人员进行处理。</a:t>
            </a:r>
          </a:p>
        </p:txBody>
      </p:sp>
      <p:sp>
        <p:nvSpPr>
          <p:cNvPr id="3" name="右箭头 2"/>
          <p:cNvSpPr/>
          <p:nvPr/>
        </p:nvSpPr>
        <p:spPr>
          <a:xfrm>
            <a:off x="2267744" y="2452766"/>
            <a:ext cx="216024" cy="244593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/>
          </a:p>
        </p:txBody>
      </p:sp>
      <p:sp>
        <p:nvSpPr>
          <p:cNvPr id="24" name="右箭头 23"/>
          <p:cNvSpPr/>
          <p:nvPr/>
        </p:nvSpPr>
        <p:spPr>
          <a:xfrm>
            <a:off x="4463988" y="2452766"/>
            <a:ext cx="216024" cy="244593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/>
          </a:p>
        </p:txBody>
      </p:sp>
      <p:sp>
        <p:nvSpPr>
          <p:cNvPr id="25" name="右箭头 24"/>
          <p:cNvSpPr/>
          <p:nvPr/>
        </p:nvSpPr>
        <p:spPr>
          <a:xfrm>
            <a:off x="6660232" y="2452766"/>
            <a:ext cx="216024" cy="244593"/>
          </a:xfrm>
          <a:prstGeom prst="rightArrow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/>
          </a:p>
        </p:txBody>
      </p:sp>
    </p:spTree>
    <p:extLst>
      <p:ext uri="{BB962C8B-B14F-4D97-AF65-F5344CB8AC3E}">
        <p14:creationId xmlns:p14="http://schemas.microsoft.com/office/powerpoint/2010/main" val="689413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339503"/>
            <a:ext cx="338929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5496" y="353678"/>
            <a:ext cx="33538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6.2 STM32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中断和异常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283968" y="406865"/>
            <a:ext cx="29097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STM32</a:t>
            </a:r>
            <a:r>
              <a:rPr lang="zh-CN" altLang="en-US" b="1" dirty="0"/>
              <a:t>的内部中断处理机制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698940"/>
              </p:ext>
            </p:extLst>
          </p:nvPr>
        </p:nvGraphicFramePr>
        <p:xfrm>
          <a:off x="1403648" y="1023179"/>
          <a:ext cx="6530732" cy="37088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14" name="Visio" r:id="rId3" imgW="5880229" imgH="3311900" progId="Visio.Drawing.11">
                  <p:embed/>
                </p:oleObj>
              </mc:Choice>
              <mc:Fallback>
                <p:oleObj name="Visio" r:id="rId3" imgW="5880229" imgH="331190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1023179"/>
                        <a:ext cx="6530732" cy="370881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98831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339503"/>
            <a:ext cx="338929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5496" y="353678"/>
            <a:ext cx="33538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6.2 STM32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中断和异常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134426" y="1634042"/>
            <a:ext cx="3101870" cy="463354"/>
          </a:xfrm>
          <a:prstGeom prst="roundRect">
            <a:avLst/>
          </a:prstGeom>
          <a:gradFill>
            <a:gsLst>
              <a:gs pos="52000">
                <a:schemeClr val="accent5">
                  <a:lumMod val="60000"/>
                  <a:lumOff val="40000"/>
                </a:schemeClr>
              </a:gs>
              <a:gs pos="100000">
                <a:schemeClr val="accent5">
                  <a:lumMod val="50000"/>
                </a:schemeClr>
              </a:gs>
              <a:gs pos="0">
                <a:schemeClr val="accent4">
                  <a:lumMod val="75000"/>
                </a:schemeClr>
              </a:gs>
            </a:gsLst>
            <a:lin ang="2700000" scaled="1"/>
          </a:gradFill>
          <a:ln w="12700" cap="flat" cmpd="sng" algn="ctr">
            <a:solidFill>
              <a:sysClr val="window" lastClr="FFFFFF"/>
            </a:solidFill>
            <a:prstDash val="solid"/>
          </a:ln>
          <a:effectLst>
            <a:outerShdw blurRad="419100" dist="190500" dir="2700000" sx="90000" sy="90000" algn="tl" rotWithShape="0">
              <a:sysClr val="windowText" lastClr="000000">
                <a:lumMod val="75000"/>
                <a:lumOff val="25000"/>
                <a:alpha val="40000"/>
              </a:sysClr>
            </a:outerShdw>
          </a:effectLst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800" kern="0">
              <a:solidFill>
                <a:sysClr val="window" lastClr="FFFFFF"/>
              </a:solidFill>
              <a:latin typeface="Franklin Gothic Book"/>
              <a:ea typeface="微软雅黑"/>
            </a:endParaRPr>
          </a:p>
        </p:txBody>
      </p:sp>
      <p:sp>
        <p:nvSpPr>
          <p:cNvPr id="11" name="TextBox 19"/>
          <p:cNvSpPr txBox="1"/>
          <p:nvPr/>
        </p:nvSpPr>
        <p:spPr>
          <a:xfrm>
            <a:off x="4257855" y="1681053"/>
            <a:ext cx="3050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b="1" spc="100" dirty="0" smtClean="0">
                <a:solidFill>
                  <a:sysClr val="window" lastClr="FFFFFF"/>
                </a:solidFill>
                <a:ea typeface="微软雅黑"/>
              </a:rPr>
              <a:t> STM32</a:t>
            </a:r>
            <a:r>
              <a:rPr lang="zh-CN" altLang="en-US" b="1" spc="100" dirty="0">
                <a:solidFill>
                  <a:sysClr val="window" lastClr="FFFFFF"/>
                </a:solidFill>
                <a:ea typeface="微软雅黑"/>
              </a:rPr>
              <a:t>中断和异常向量表</a:t>
            </a:r>
            <a:endParaRPr kumimoji="0" lang="zh-CN" altLang="en-US" b="1" i="0" u="none" strike="noStrike" kern="1200" cap="none" spc="10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ea typeface="微软雅黑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3419873" y="1636278"/>
            <a:ext cx="755570" cy="463354"/>
          </a:xfrm>
          <a:prstGeom prst="roundRect">
            <a:avLst/>
          </a:prstGeom>
          <a:gradFill>
            <a:gsLst>
              <a:gs pos="52000">
                <a:schemeClr val="accent5">
                  <a:lumMod val="60000"/>
                  <a:lumOff val="40000"/>
                </a:schemeClr>
              </a:gs>
              <a:gs pos="100000">
                <a:schemeClr val="accent5">
                  <a:lumMod val="50000"/>
                </a:schemeClr>
              </a:gs>
              <a:gs pos="0">
                <a:schemeClr val="accent4">
                  <a:lumMod val="75000"/>
                </a:schemeClr>
              </a:gs>
            </a:gsLst>
            <a:lin ang="2700000" scaled="1"/>
          </a:gradFill>
          <a:ln w="12700" cap="flat" cmpd="sng" algn="ctr">
            <a:solidFill>
              <a:sysClr val="window" lastClr="FFFFFF"/>
            </a:solidFill>
            <a:prstDash val="solid"/>
          </a:ln>
          <a:effectLst>
            <a:outerShdw blurRad="419100" dist="190500" dir="2700000" sx="90000" sy="90000" algn="tl" rotWithShape="0">
              <a:sysClr val="windowText" lastClr="000000">
                <a:lumMod val="75000"/>
                <a:lumOff val="25000"/>
                <a:alpha val="40000"/>
              </a:sysClr>
            </a:outerShdw>
          </a:effectLst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Franklin Gothic Book"/>
              <a:ea typeface="微软雅黑"/>
              <a:cs typeface="+mn-cs"/>
            </a:endParaRPr>
          </a:p>
        </p:txBody>
      </p:sp>
      <p:sp>
        <p:nvSpPr>
          <p:cNvPr id="14" name="TextBox 76"/>
          <p:cNvSpPr txBox="1"/>
          <p:nvPr/>
        </p:nvSpPr>
        <p:spPr>
          <a:xfrm>
            <a:off x="3315060" y="1646241"/>
            <a:ext cx="9014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ea typeface="方正宋黑繁体" panose="03000509000000000000" pitchFamily="65" charset="-122"/>
                <a:cs typeface="Arial Unicode MS" panose="020B0604020202020204" pitchFamily="34" charset="-122"/>
              </a:rPr>
              <a:t> 6.2.1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ea typeface="方正宋黑繁体" panose="03000509000000000000" pitchFamily="65" charset="-122"/>
              <a:cs typeface="Arial Unicode MS" panose="020B0604020202020204" pitchFamily="34" charset="-122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3515340" y="2478399"/>
            <a:ext cx="3101870" cy="463354"/>
          </a:xfrm>
          <a:prstGeom prst="roundRect">
            <a:avLst/>
          </a:prstGeom>
          <a:gradFill>
            <a:gsLst>
              <a:gs pos="52000">
                <a:schemeClr val="accent5">
                  <a:lumMod val="60000"/>
                  <a:lumOff val="40000"/>
                </a:schemeClr>
              </a:gs>
              <a:gs pos="100000">
                <a:schemeClr val="accent5">
                  <a:lumMod val="50000"/>
                </a:schemeClr>
              </a:gs>
              <a:gs pos="0">
                <a:schemeClr val="accent4">
                  <a:lumMod val="75000"/>
                </a:schemeClr>
              </a:gs>
            </a:gsLst>
            <a:lin ang="2700000" scaled="1"/>
          </a:gradFill>
          <a:ln w="12700" cap="flat" cmpd="sng" algn="ctr">
            <a:solidFill>
              <a:sysClr val="window" lastClr="FFFFFF"/>
            </a:solidFill>
            <a:prstDash val="solid"/>
          </a:ln>
          <a:effectLst>
            <a:outerShdw blurRad="419100" dist="190500" dir="2700000" sx="90000" sy="90000" algn="tl" rotWithShape="0">
              <a:sysClr val="windowText" lastClr="000000">
                <a:lumMod val="75000"/>
                <a:lumOff val="25000"/>
                <a:alpha val="40000"/>
              </a:sysClr>
            </a:outerShdw>
          </a:effectLst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800" kern="0">
              <a:solidFill>
                <a:sysClr val="window" lastClr="FFFFFF"/>
              </a:solidFill>
              <a:latin typeface="Franklin Gothic Book"/>
              <a:ea typeface="微软雅黑"/>
            </a:endParaRPr>
          </a:p>
        </p:txBody>
      </p:sp>
      <p:sp>
        <p:nvSpPr>
          <p:cNvPr id="34" name="TextBox 19"/>
          <p:cNvSpPr txBox="1"/>
          <p:nvPr/>
        </p:nvSpPr>
        <p:spPr>
          <a:xfrm>
            <a:off x="3638769" y="2525410"/>
            <a:ext cx="3050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b="1" spc="100" dirty="0">
                <a:solidFill>
                  <a:sysClr val="window" lastClr="FFFFFF"/>
                </a:solidFill>
                <a:ea typeface="微软雅黑"/>
              </a:rPr>
              <a:t> STM32</a:t>
            </a:r>
            <a:r>
              <a:rPr lang="zh-CN" altLang="en-US" b="1" spc="100" dirty="0">
                <a:solidFill>
                  <a:sysClr val="window" lastClr="FFFFFF"/>
                </a:solidFill>
                <a:ea typeface="微软雅黑"/>
              </a:rPr>
              <a:t>中断优先级</a:t>
            </a:r>
            <a:endParaRPr kumimoji="0" lang="zh-CN" altLang="en-US" b="1" i="0" u="none" strike="noStrike" kern="1200" cap="none" spc="10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ea typeface="微软雅黑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2800787" y="2480635"/>
            <a:ext cx="755570" cy="463354"/>
          </a:xfrm>
          <a:prstGeom prst="roundRect">
            <a:avLst/>
          </a:prstGeom>
          <a:gradFill>
            <a:gsLst>
              <a:gs pos="52000">
                <a:schemeClr val="accent5">
                  <a:lumMod val="60000"/>
                  <a:lumOff val="40000"/>
                </a:schemeClr>
              </a:gs>
              <a:gs pos="100000">
                <a:schemeClr val="accent5">
                  <a:lumMod val="50000"/>
                </a:schemeClr>
              </a:gs>
              <a:gs pos="0">
                <a:schemeClr val="accent4">
                  <a:lumMod val="75000"/>
                </a:schemeClr>
              </a:gs>
            </a:gsLst>
            <a:lin ang="2700000" scaled="1"/>
          </a:gradFill>
          <a:ln w="12700" cap="flat" cmpd="sng" algn="ctr">
            <a:solidFill>
              <a:sysClr val="window" lastClr="FFFFFF"/>
            </a:solidFill>
            <a:prstDash val="solid"/>
          </a:ln>
          <a:effectLst>
            <a:outerShdw blurRad="419100" dist="190500" dir="2700000" sx="90000" sy="90000" algn="tl" rotWithShape="0">
              <a:sysClr val="windowText" lastClr="000000">
                <a:lumMod val="75000"/>
                <a:lumOff val="25000"/>
                <a:alpha val="40000"/>
              </a:sysClr>
            </a:outerShdw>
          </a:effectLst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Franklin Gothic Book"/>
              <a:ea typeface="微软雅黑"/>
              <a:cs typeface="+mn-cs"/>
            </a:endParaRPr>
          </a:p>
        </p:txBody>
      </p:sp>
      <p:sp>
        <p:nvSpPr>
          <p:cNvPr id="36" name="TextBox 76"/>
          <p:cNvSpPr txBox="1"/>
          <p:nvPr/>
        </p:nvSpPr>
        <p:spPr>
          <a:xfrm>
            <a:off x="2695974" y="2490598"/>
            <a:ext cx="9014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ea typeface="方正宋黑繁体" panose="03000509000000000000" pitchFamily="65" charset="-122"/>
                <a:cs typeface="Arial Unicode MS" panose="020B0604020202020204" pitchFamily="34" charset="-122"/>
              </a:rPr>
              <a:t> 6.2.2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ea typeface="方正宋黑繁体" panose="03000509000000000000" pitchFamily="65" charset="-122"/>
              <a:cs typeface="Arial Unicode MS" panose="020B0604020202020204" pitchFamily="34" charset="-122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2871086" y="3402304"/>
            <a:ext cx="3101870" cy="463354"/>
          </a:xfrm>
          <a:prstGeom prst="roundRect">
            <a:avLst/>
          </a:prstGeom>
          <a:gradFill>
            <a:gsLst>
              <a:gs pos="52000">
                <a:schemeClr val="accent5">
                  <a:lumMod val="60000"/>
                  <a:lumOff val="40000"/>
                </a:schemeClr>
              </a:gs>
              <a:gs pos="100000">
                <a:schemeClr val="accent5">
                  <a:lumMod val="50000"/>
                </a:schemeClr>
              </a:gs>
              <a:gs pos="0">
                <a:schemeClr val="accent4">
                  <a:lumMod val="75000"/>
                </a:schemeClr>
              </a:gs>
            </a:gsLst>
            <a:lin ang="2700000" scaled="1"/>
          </a:gradFill>
          <a:ln w="12700" cap="flat" cmpd="sng" algn="ctr">
            <a:solidFill>
              <a:sysClr val="window" lastClr="FFFFFF"/>
            </a:solidFill>
            <a:prstDash val="solid"/>
          </a:ln>
          <a:effectLst>
            <a:outerShdw blurRad="419100" dist="190500" dir="2700000" sx="90000" sy="90000" algn="tl" rotWithShape="0">
              <a:sysClr val="windowText" lastClr="000000">
                <a:lumMod val="75000"/>
                <a:lumOff val="25000"/>
                <a:alpha val="40000"/>
              </a:sysClr>
            </a:outerShdw>
          </a:effectLst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800" kern="0">
              <a:solidFill>
                <a:sysClr val="window" lastClr="FFFFFF"/>
              </a:solidFill>
              <a:latin typeface="Franklin Gothic Book"/>
              <a:ea typeface="微软雅黑"/>
            </a:endParaRPr>
          </a:p>
        </p:txBody>
      </p:sp>
      <p:sp>
        <p:nvSpPr>
          <p:cNvPr id="38" name="TextBox 19"/>
          <p:cNvSpPr txBox="1"/>
          <p:nvPr/>
        </p:nvSpPr>
        <p:spPr>
          <a:xfrm>
            <a:off x="2994515" y="3449315"/>
            <a:ext cx="3050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b="1" spc="100" dirty="0">
                <a:solidFill>
                  <a:sysClr val="window" lastClr="FFFFFF"/>
                </a:solidFill>
                <a:ea typeface="微软雅黑"/>
              </a:rPr>
              <a:t> STM32</a:t>
            </a:r>
            <a:r>
              <a:rPr lang="zh-CN" altLang="en-US" b="1" spc="100" dirty="0">
                <a:solidFill>
                  <a:sysClr val="window" lastClr="FFFFFF"/>
                </a:solidFill>
                <a:ea typeface="微软雅黑"/>
              </a:rPr>
              <a:t>中断服务程序</a:t>
            </a:r>
            <a:endParaRPr kumimoji="0" lang="zh-CN" altLang="en-US" b="1" i="0" u="none" strike="noStrike" kern="1200" cap="none" spc="10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ea typeface="微软雅黑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2156533" y="3404540"/>
            <a:ext cx="755570" cy="463354"/>
          </a:xfrm>
          <a:prstGeom prst="roundRect">
            <a:avLst/>
          </a:prstGeom>
          <a:gradFill>
            <a:gsLst>
              <a:gs pos="52000">
                <a:schemeClr val="accent5">
                  <a:lumMod val="60000"/>
                  <a:lumOff val="40000"/>
                </a:schemeClr>
              </a:gs>
              <a:gs pos="100000">
                <a:schemeClr val="accent5">
                  <a:lumMod val="50000"/>
                </a:schemeClr>
              </a:gs>
              <a:gs pos="0">
                <a:schemeClr val="accent4">
                  <a:lumMod val="75000"/>
                </a:schemeClr>
              </a:gs>
            </a:gsLst>
            <a:lin ang="2700000" scaled="1"/>
          </a:gradFill>
          <a:ln w="12700" cap="flat" cmpd="sng" algn="ctr">
            <a:solidFill>
              <a:sysClr val="window" lastClr="FFFFFF"/>
            </a:solidFill>
            <a:prstDash val="solid"/>
          </a:ln>
          <a:effectLst>
            <a:outerShdw blurRad="419100" dist="190500" dir="2700000" sx="90000" sy="90000" algn="tl" rotWithShape="0">
              <a:sysClr val="windowText" lastClr="000000">
                <a:lumMod val="75000"/>
                <a:lumOff val="25000"/>
                <a:alpha val="40000"/>
              </a:sysClr>
            </a:outerShdw>
          </a:effectLst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Franklin Gothic Book"/>
              <a:ea typeface="微软雅黑"/>
              <a:cs typeface="+mn-cs"/>
            </a:endParaRPr>
          </a:p>
        </p:txBody>
      </p:sp>
      <p:sp>
        <p:nvSpPr>
          <p:cNvPr id="40" name="TextBox 76"/>
          <p:cNvSpPr txBox="1"/>
          <p:nvPr/>
        </p:nvSpPr>
        <p:spPr>
          <a:xfrm>
            <a:off x="2051720" y="3414503"/>
            <a:ext cx="9014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ea typeface="方正宋黑繁体" panose="03000509000000000000" pitchFamily="65" charset="-122"/>
                <a:cs typeface="Arial Unicode MS" panose="020B0604020202020204" pitchFamily="34" charset="-122"/>
              </a:rPr>
              <a:t> 6.3.3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ea typeface="方正宋黑繁体" panose="03000509000000000000" pitchFamily="65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18235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右箭头 8"/>
          <p:cNvSpPr/>
          <p:nvPr/>
        </p:nvSpPr>
        <p:spPr>
          <a:xfrm>
            <a:off x="3563888" y="1707654"/>
            <a:ext cx="2448272" cy="2160240"/>
          </a:xfrm>
          <a:prstGeom prst="rightArrow">
            <a:avLst>
              <a:gd name="adj1" fmla="val 50000"/>
              <a:gd name="adj2" fmla="val 19193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 smtClean="0"/>
          </a:p>
        </p:txBody>
      </p:sp>
      <p:sp>
        <p:nvSpPr>
          <p:cNvPr id="12" name="矩形 11"/>
          <p:cNvSpPr/>
          <p:nvPr/>
        </p:nvSpPr>
        <p:spPr>
          <a:xfrm>
            <a:off x="2" y="339503"/>
            <a:ext cx="4427982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03955" y="360766"/>
            <a:ext cx="42340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6.2.1 STM32</a:t>
            </a:r>
            <a:r>
              <a:rPr lang="zh-CN" altLang="en-US" sz="2400" b="1" dirty="0">
                <a:solidFill>
                  <a:schemeClr val="bg1"/>
                </a:solidFill>
              </a:rPr>
              <a:t>中断和异常向量表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156176" y="1203598"/>
            <a:ext cx="2627784" cy="298607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ct val="125000"/>
              </a:lnSpc>
              <a:spcBef>
                <a:spcPts val="600"/>
              </a:spcBef>
              <a:buClr>
                <a:schemeClr val="accent6">
                  <a:lumMod val="75000"/>
                </a:schemeClr>
              </a:buClr>
              <a:buFont typeface="Wingdings" pitchFamily="2" charset="2"/>
              <a:buChar char="Ø"/>
            </a:pPr>
            <a:r>
              <a:rPr lang="en-US" altLang="zh-CN" b="1" dirty="0" smtClean="0"/>
              <a:t>STM32F10x</a:t>
            </a:r>
            <a:r>
              <a:rPr lang="zh-CN" altLang="en-US" b="1" dirty="0"/>
              <a:t>系列产品有</a:t>
            </a:r>
            <a:r>
              <a:rPr lang="en-US" altLang="zh-CN" b="1" dirty="0"/>
              <a:t>84</a:t>
            </a:r>
            <a:r>
              <a:rPr lang="zh-CN" altLang="en-US" b="1" dirty="0"/>
              <a:t>个中断通道，包括</a:t>
            </a:r>
            <a:r>
              <a:rPr lang="en-US" altLang="zh-CN" b="1" dirty="0"/>
              <a:t>16</a:t>
            </a:r>
            <a:r>
              <a:rPr lang="zh-CN" altLang="en-US" b="1" dirty="0"/>
              <a:t>个内核中断和</a:t>
            </a:r>
            <a:r>
              <a:rPr lang="en-US" altLang="zh-CN" b="1" dirty="0"/>
              <a:t>68</a:t>
            </a:r>
            <a:r>
              <a:rPr lang="zh-CN" altLang="en-US" b="1" dirty="0"/>
              <a:t>个可</a:t>
            </a:r>
            <a:r>
              <a:rPr lang="zh-CN" altLang="en-US" b="1" dirty="0" smtClean="0"/>
              <a:t>屏蔽中断；</a:t>
            </a:r>
            <a:endParaRPr lang="en-US" altLang="zh-CN" b="1" dirty="0" smtClean="0"/>
          </a:p>
          <a:p>
            <a:pPr marL="285750" indent="-285750">
              <a:lnSpc>
                <a:spcPct val="125000"/>
              </a:lnSpc>
              <a:spcBef>
                <a:spcPts val="600"/>
              </a:spcBef>
              <a:buClr>
                <a:schemeClr val="accent6">
                  <a:lumMod val="75000"/>
                </a:schemeClr>
              </a:buClr>
              <a:buFont typeface="Wingdings" pitchFamily="2" charset="2"/>
              <a:buChar char="Ø"/>
            </a:pPr>
            <a:r>
              <a:rPr lang="en-US" altLang="zh-CN" b="1" dirty="0" smtClean="0"/>
              <a:t>STM32F103</a:t>
            </a:r>
            <a:r>
              <a:rPr lang="zh-CN" altLang="en-US" b="1" dirty="0"/>
              <a:t>系列芯片只有</a:t>
            </a:r>
            <a:r>
              <a:rPr lang="en-US" altLang="zh-CN" b="1" dirty="0"/>
              <a:t>60</a:t>
            </a:r>
            <a:r>
              <a:rPr lang="zh-CN" altLang="en-US" b="1" dirty="0"/>
              <a:t>个可</a:t>
            </a:r>
            <a:r>
              <a:rPr lang="zh-CN" altLang="en-US" b="1" dirty="0" smtClean="0"/>
              <a:t>屏蔽中断</a:t>
            </a:r>
            <a:endParaRPr lang="en-US" altLang="zh-CN" b="1" dirty="0" smtClean="0"/>
          </a:p>
          <a:p>
            <a:pPr marL="285750" indent="-285750">
              <a:lnSpc>
                <a:spcPct val="125000"/>
              </a:lnSpc>
              <a:spcBef>
                <a:spcPts val="600"/>
              </a:spcBef>
              <a:buClr>
                <a:schemeClr val="accent6">
                  <a:lumMod val="75000"/>
                </a:schemeClr>
              </a:buClr>
              <a:buFont typeface="Wingdings" pitchFamily="2" charset="2"/>
              <a:buChar char="Ø"/>
            </a:pPr>
            <a:r>
              <a:rPr lang="en-US" altLang="zh-CN" b="1" dirty="0" smtClean="0"/>
              <a:t>STM32F107</a:t>
            </a:r>
            <a:r>
              <a:rPr lang="zh-CN" altLang="en-US" b="1" dirty="0"/>
              <a:t>系列有</a:t>
            </a:r>
            <a:r>
              <a:rPr lang="en-US" altLang="zh-CN" b="1" dirty="0"/>
              <a:t>68</a:t>
            </a:r>
            <a:r>
              <a:rPr lang="zh-CN" altLang="en-US" b="1" dirty="0"/>
              <a:t>个可屏蔽中断。</a:t>
            </a:r>
          </a:p>
        </p:txBody>
      </p:sp>
      <p:sp>
        <p:nvSpPr>
          <p:cNvPr id="7" name="矩形 6"/>
          <p:cNvSpPr/>
          <p:nvPr/>
        </p:nvSpPr>
        <p:spPr>
          <a:xfrm>
            <a:off x="611560" y="1112645"/>
            <a:ext cx="2808312" cy="355481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prstClr val="black"/>
                </a:solidFill>
              </a:rPr>
              <a:t>    ARM</a:t>
            </a:r>
            <a:r>
              <a:rPr lang="zh-CN" altLang="en-US" b="1" dirty="0">
                <a:solidFill>
                  <a:prstClr val="black"/>
                </a:solidFill>
              </a:rPr>
              <a:t>公司设计的</a:t>
            </a:r>
            <a:r>
              <a:rPr lang="en-US" altLang="zh-CN" b="1" dirty="0">
                <a:solidFill>
                  <a:prstClr val="black"/>
                </a:solidFill>
              </a:rPr>
              <a:t>Cortex-M3</a:t>
            </a:r>
            <a:r>
              <a:rPr lang="zh-CN" altLang="en-US" b="1" dirty="0">
                <a:solidFill>
                  <a:prstClr val="black"/>
                </a:solidFill>
              </a:rPr>
              <a:t>内核可支持</a:t>
            </a:r>
            <a:r>
              <a:rPr lang="en-US" altLang="zh-CN" b="1" dirty="0">
                <a:solidFill>
                  <a:prstClr val="black"/>
                </a:solidFill>
              </a:rPr>
              <a:t>256</a:t>
            </a:r>
            <a:r>
              <a:rPr lang="zh-CN" altLang="en-US" b="1" dirty="0">
                <a:solidFill>
                  <a:prstClr val="black"/>
                </a:solidFill>
              </a:rPr>
              <a:t>个</a:t>
            </a:r>
            <a:r>
              <a:rPr lang="zh-CN" altLang="en-US" b="1" dirty="0" smtClean="0">
                <a:solidFill>
                  <a:prstClr val="black"/>
                </a:solidFill>
              </a:rPr>
              <a:t>中断：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pPr marL="285750" indent="-285750">
              <a:lnSpc>
                <a:spcPct val="125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en-US" altLang="zh-CN" b="1" dirty="0" smtClean="0">
                <a:solidFill>
                  <a:prstClr val="black"/>
                </a:solidFill>
              </a:rPr>
              <a:t>15</a:t>
            </a:r>
            <a:r>
              <a:rPr lang="zh-CN" altLang="en-US" b="1" dirty="0">
                <a:solidFill>
                  <a:prstClr val="black"/>
                </a:solidFill>
              </a:rPr>
              <a:t>个内核</a:t>
            </a:r>
            <a:r>
              <a:rPr lang="zh-CN" altLang="en-US" b="1" dirty="0" smtClean="0">
                <a:solidFill>
                  <a:prstClr val="black"/>
                </a:solidFill>
              </a:rPr>
              <a:t>中断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pPr marL="285750" indent="-285750">
              <a:lnSpc>
                <a:spcPct val="125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en-US" altLang="zh-CN" b="1" dirty="0" smtClean="0">
                <a:solidFill>
                  <a:prstClr val="black"/>
                </a:solidFill>
              </a:rPr>
              <a:t>240</a:t>
            </a:r>
            <a:r>
              <a:rPr lang="zh-CN" altLang="en-US" b="1" dirty="0">
                <a:solidFill>
                  <a:prstClr val="black"/>
                </a:solidFill>
              </a:rPr>
              <a:t>个</a:t>
            </a:r>
            <a:r>
              <a:rPr lang="zh-CN" altLang="en-US" b="1" dirty="0" smtClean="0">
                <a:solidFill>
                  <a:prstClr val="black"/>
                </a:solidFill>
              </a:rPr>
              <a:t>外部中断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prstClr val="black"/>
                </a:solidFill>
              </a:rPr>
              <a:t>具有</a:t>
            </a:r>
            <a:r>
              <a:rPr lang="en-US" altLang="zh-CN" b="1" dirty="0">
                <a:solidFill>
                  <a:prstClr val="black"/>
                </a:solidFill>
              </a:rPr>
              <a:t>256</a:t>
            </a:r>
            <a:r>
              <a:rPr lang="zh-CN" altLang="en-US" b="1" dirty="0">
                <a:solidFill>
                  <a:prstClr val="black"/>
                </a:solidFill>
              </a:rPr>
              <a:t>级的可编程中断优先级设置，即除了</a:t>
            </a:r>
            <a:r>
              <a:rPr lang="en-US" altLang="zh-CN" b="1" dirty="0">
                <a:solidFill>
                  <a:prstClr val="black"/>
                </a:solidFill>
              </a:rPr>
              <a:t>3</a:t>
            </a:r>
            <a:r>
              <a:rPr lang="zh-CN" altLang="en-US" b="1" dirty="0">
                <a:solidFill>
                  <a:prstClr val="black"/>
                </a:solidFill>
              </a:rPr>
              <a:t>个固定的高优先级（</a:t>
            </a:r>
            <a:r>
              <a:rPr lang="en-US" altLang="zh-CN" b="1" dirty="0">
                <a:solidFill>
                  <a:prstClr val="black"/>
                </a:solidFill>
              </a:rPr>
              <a:t>Reset</a:t>
            </a:r>
            <a:r>
              <a:rPr lang="zh-CN" altLang="en-US" b="1" dirty="0">
                <a:solidFill>
                  <a:prstClr val="black"/>
                </a:solidFill>
              </a:rPr>
              <a:t>、</a:t>
            </a:r>
            <a:r>
              <a:rPr lang="en-US" altLang="zh-CN" b="1" dirty="0">
                <a:solidFill>
                  <a:prstClr val="black"/>
                </a:solidFill>
              </a:rPr>
              <a:t>NMI</a:t>
            </a:r>
            <a:r>
              <a:rPr lang="zh-CN" altLang="en-US" b="1" dirty="0">
                <a:solidFill>
                  <a:prstClr val="black"/>
                </a:solidFill>
              </a:rPr>
              <a:t>、硬件失效</a:t>
            </a:r>
            <a:r>
              <a:rPr lang="zh-CN" altLang="en-US" b="1" dirty="0" smtClean="0">
                <a:solidFill>
                  <a:prstClr val="black"/>
                </a:solidFill>
              </a:rPr>
              <a:t>），</a:t>
            </a:r>
            <a:r>
              <a:rPr lang="zh-CN" altLang="en-US" b="1" dirty="0" smtClean="0"/>
              <a:t>其他</a:t>
            </a:r>
            <a:r>
              <a:rPr lang="zh-CN" altLang="en-US" b="1" dirty="0"/>
              <a:t>中断和异常的优先级是可以由用户进行设置的</a:t>
            </a:r>
          </a:p>
        </p:txBody>
      </p:sp>
      <p:sp>
        <p:nvSpPr>
          <p:cNvPr id="8" name="矩形 7"/>
          <p:cNvSpPr/>
          <p:nvPr/>
        </p:nvSpPr>
        <p:spPr>
          <a:xfrm>
            <a:off x="3563888" y="2326109"/>
            <a:ext cx="228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b="1" dirty="0" smtClean="0">
                <a:solidFill>
                  <a:prstClr val="black"/>
                </a:solidFill>
              </a:rPr>
              <a:t>使用</a:t>
            </a:r>
            <a:r>
              <a:rPr lang="en-US" altLang="zh-CN" b="1" dirty="0">
                <a:solidFill>
                  <a:prstClr val="black"/>
                </a:solidFill>
              </a:rPr>
              <a:t>Cortex-M3</a:t>
            </a:r>
            <a:r>
              <a:rPr lang="zh-CN" altLang="en-US" b="1" dirty="0">
                <a:solidFill>
                  <a:prstClr val="black"/>
                </a:solidFill>
              </a:rPr>
              <a:t>内核的芯片</a:t>
            </a:r>
            <a:r>
              <a:rPr lang="zh-CN" altLang="en-US" b="1" dirty="0" smtClean="0">
                <a:solidFill>
                  <a:prstClr val="black"/>
                </a:solidFill>
              </a:rPr>
              <a:t>制造商对</a:t>
            </a:r>
            <a:r>
              <a:rPr lang="zh-CN" altLang="en-US" b="1" dirty="0">
                <a:solidFill>
                  <a:prstClr val="black"/>
                </a:solidFill>
              </a:rPr>
              <a:t>中断进行精简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4156340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2" y="339503"/>
            <a:ext cx="4427982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03955" y="360766"/>
            <a:ext cx="42340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6.2.1 STM32</a:t>
            </a:r>
            <a:r>
              <a:rPr lang="zh-CN" altLang="en-US" sz="2400" b="1" dirty="0">
                <a:solidFill>
                  <a:schemeClr val="bg1"/>
                </a:solidFill>
              </a:rPr>
              <a:t>中断和异常向量表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37377" y="1635646"/>
            <a:ext cx="2808312" cy="286232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prstClr val="black"/>
                </a:solidFill>
              </a:rPr>
              <a:t>     当</a:t>
            </a:r>
            <a:r>
              <a:rPr lang="zh-CN" altLang="en-US" b="1" dirty="0">
                <a:solidFill>
                  <a:prstClr val="black"/>
                </a:solidFill>
              </a:rPr>
              <a:t>发生了异常或中断，内核要想响应这些异常或中断，就需要知道这些异常或中断的服务程序的</a:t>
            </a:r>
            <a:r>
              <a:rPr lang="zh-CN" altLang="en-US" b="1" dirty="0">
                <a:solidFill>
                  <a:srgbClr val="C00000"/>
                </a:solidFill>
              </a:rPr>
              <a:t>入口地址</a:t>
            </a:r>
            <a:r>
              <a:rPr lang="zh-CN" altLang="en-US" b="1" dirty="0">
                <a:solidFill>
                  <a:prstClr val="black"/>
                </a:solidFill>
              </a:rPr>
              <a:t>，再由入口地址找到相应的中断服务程序，由中断入口地址组成的表称作中断向量表</a:t>
            </a:r>
            <a:r>
              <a:rPr lang="zh-CN" altLang="en-US" b="1" dirty="0" smtClean="0">
                <a:solidFill>
                  <a:prstClr val="black"/>
                </a:solidFill>
              </a:rPr>
              <a:t>。</a:t>
            </a:r>
            <a:endParaRPr lang="zh-CN" altLang="en-US" b="1" dirty="0"/>
          </a:p>
        </p:txBody>
      </p:sp>
      <p:sp>
        <p:nvSpPr>
          <p:cNvPr id="2" name="矩形 1"/>
          <p:cNvSpPr/>
          <p:nvPr/>
        </p:nvSpPr>
        <p:spPr>
          <a:xfrm>
            <a:off x="4561292" y="419088"/>
            <a:ext cx="417646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prstClr val="black"/>
                </a:solidFill>
              </a:rPr>
              <a:t>       入口</a:t>
            </a:r>
            <a:r>
              <a:rPr lang="zh-CN" altLang="en-US" b="1" dirty="0">
                <a:solidFill>
                  <a:prstClr val="black"/>
                </a:solidFill>
              </a:rPr>
              <a:t>地址一般存放在程序存储器（</a:t>
            </a:r>
            <a:r>
              <a:rPr lang="en-US" altLang="zh-CN" b="1" dirty="0">
                <a:solidFill>
                  <a:prstClr val="black"/>
                </a:solidFill>
              </a:rPr>
              <a:t>ROM</a:t>
            </a:r>
            <a:r>
              <a:rPr lang="zh-CN" altLang="en-US" b="1" dirty="0" smtClean="0">
                <a:solidFill>
                  <a:prstClr val="black"/>
                </a:solidFill>
              </a:rPr>
              <a:t>），默认</a:t>
            </a:r>
            <a:r>
              <a:rPr lang="zh-CN" altLang="en-US" b="1" dirty="0">
                <a:solidFill>
                  <a:prstClr val="black"/>
                </a:solidFill>
              </a:rPr>
              <a:t>情况下，</a:t>
            </a:r>
            <a:r>
              <a:rPr lang="en-US" altLang="zh-CN" b="1" dirty="0">
                <a:solidFill>
                  <a:prstClr val="black"/>
                </a:solidFill>
              </a:rPr>
              <a:t>Cortex-M3</a:t>
            </a:r>
            <a:r>
              <a:rPr lang="zh-CN" altLang="en-US" b="1" dirty="0">
                <a:solidFill>
                  <a:prstClr val="black"/>
                </a:solidFill>
              </a:rPr>
              <a:t>内核的中断向量表从零地址处开始，且每个向量占用</a:t>
            </a:r>
            <a:r>
              <a:rPr lang="en-US" altLang="zh-CN" b="1" dirty="0">
                <a:solidFill>
                  <a:prstClr val="black"/>
                </a:solidFill>
              </a:rPr>
              <a:t>4</a:t>
            </a:r>
            <a:r>
              <a:rPr lang="zh-CN" altLang="en-US" b="1" dirty="0">
                <a:solidFill>
                  <a:prstClr val="black"/>
                </a:solidFill>
              </a:rPr>
              <a:t>个</a:t>
            </a:r>
            <a:r>
              <a:rPr lang="zh-CN" altLang="en-US" b="1" dirty="0" smtClean="0">
                <a:solidFill>
                  <a:prstClr val="black"/>
                </a:solidFill>
              </a:rPr>
              <a:t>字节。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1259632" y="1142684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黑体" pitchFamily="49" charset="-122"/>
                <a:ea typeface="黑体" pitchFamily="49" charset="-122"/>
              </a:rPr>
              <a:t>中断向量表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7173488"/>
              </p:ext>
            </p:extLst>
          </p:nvPr>
        </p:nvGraphicFramePr>
        <p:xfrm>
          <a:off x="4067944" y="1923678"/>
          <a:ext cx="4752529" cy="2948490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1090745"/>
                <a:gridCol w="1434036"/>
                <a:gridCol w="2227748"/>
              </a:tblGrid>
              <a:tr h="49141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effectLst/>
                        </a:rPr>
                        <a:t>向量编号</a:t>
                      </a:r>
                      <a:endParaRPr lang="zh-CN" sz="20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effectLst/>
                        </a:rPr>
                        <a:t>向量入口地址</a:t>
                      </a:r>
                      <a:endParaRPr lang="zh-CN" sz="20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</a:rPr>
                        <a:t>说明</a:t>
                      </a:r>
                      <a:endParaRPr lang="zh-CN" sz="20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49141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-</a:t>
                      </a:r>
                      <a:endParaRPr lang="zh-CN" sz="20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0x00000000</a:t>
                      </a:r>
                      <a:endParaRPr lang="zh-CN" sz="20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MSP</a:t>
                      </a:r>
                      <a:r>
                        <a:rPr lang="zh-CN" sz="1600" b="1" kern="100">
                          <a:effectLst/>
                        </a:rPr>
                        <a:t>的初始值</a:t>
                      </a:r>
                      <a:endParaRPr lang="zh-CN" sz="20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49141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1</a:t>
                      </a:r>
                      <a:endParaRPr lang="zh-CN" sz="20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0x00000004</a:t>
                      </a:r>
                      <a:endParaRPr lang="zh-CN" sz="20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</a:rPr>
                        <a:t>复位向量（</a:t>
                      </a:r>
                      <a:r>
                        <a:rPr lang="en-US" sz="1600" b="1" kern="100">
                          <a:effectLst/>
                        </a:rPr>
                        <a:t>PC</a:t>
                      </a:r>
                      <a:r>
                        <a:rPr lang="zh-CN" sz="1600" b="1" kern="100">
                          <a:effectLst/>
                        </a:rPr>
                        <a:t>初始值）</a:t>
                      </a:r>
                      <a:endParaRPr lang="zh-CN" sz="20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49141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2</a:t>
                      </a:r>
                      <a:endParaRPr lang="zh-CN" sz="20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0x00000008</a:t>
                      </a:r>
                      <a:endParaRPr lang="zh-CN" sz="20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</a:rPr>
                        <a:t>NMI</a:t>
                      </a:r>
                      <a:r>
                        <a:rPr lang="zh-CN" sz="1600" b="1" kern="100" dirty="0">
                          <a:effectLst/>
                        </a:rPr>
                        <a:t>异常服务程序的入口地址</a:t>
                      </a:r>
                      <a:endParaRPr lang="zh-CN" sz="20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49141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3</a:t>
                      </a:r>
                      <a:endParaRPr lang="zh-CN" sz="20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0x0000000C</a:t>
                      </a:r>
                      <a:endParaRPr lang="zh-CN" sz="20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effectLst/>
                        </a:rPr>
                        <a:t>硬</a:t>
                      </a:r>
                      <a:r>
                        <a:rPr lang="en-US" sz="1600" b="1" kern="100" dirty="0">
                          <a:effectLst/>
                        </a:rPr>
                        <a:t>Fault</a:t>
                      </a:r>
                      <a:r>
                        <a:rPr lang="zh-CN" sz="1600" b="1" kern="100" dirty="0">
                          <a:effectLst/>
                        </a:rPr>
                        <a:t>异常服务程序的入口地址</a:t>
                      </a:r>
                      <a:endParaRPr lang="zh-CN" sz="20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49141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…</a:t>
                      </a:r>
                      <a:endParaRPr lang="zh-CN" sz="20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</a:rPr>
                        <a:t>…</a:t>
                      </a:r>
                      <a:endParaRPr lang="zh-CN" sz="20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effectLst/>
                        </a:rPr>
                        <a:t>其它中断服务程序的入口地址</a:t>
                      </a:r>
                      <a:endParaRPr lang="zh-CN" sz="20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8962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2" y="339503"/>
            <a:ext cx="4427982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03955" y="360766"/>
            <a:ext cx="42340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6.2.1 STM32</a:t>
            </a:r>
            <a:r>
              <a:rPr lang="zh-CN" altLang="en-US" sz="2400" b="1" dirty="0">
                <a:solidFill>
                  <a:schemeClr val="bg1"/>
                </a:solidFill>
              </a:rPr>
              <a:t>中断和异常向量表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67544" y="1347614"/>
            <a:ext cx="2376264" cy="2516073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prstClr val="black"/>
                </a:solidFill>
              </a:rPr>
              <a:t>     </a:t>
            </a:r>
            <a:r>
              <a:rPr lang="en-US" altLang="zh-CN" b="1" dirty="0">
                <a:solidFill>
                  <a:prstClr val="black"/>
                </a:solidFill>
              </a:rPr>
              <a:t>STM32</a:t>
            </a:r>
            <a:r>
              <a:rPr lang="zh-CN" altLang="en-US" b="1" dirty="0">
                <a:solidFill>
                  <a:prstClr val="black"/>
                </a:solidFill>
              </a:rPr>
              <a:t>在标准外设库</a:t>
            </a:r>
            <a:r>
              <a:rPr lang="en-US" altLang="zh-CN" b="1" dirty="0">
                <a:solidFill>
                  <a:prstClr val="black"/>
                </a:solidFill>
              </a:rPr>
              <a:t>stm32f10x.h</a:t>
            </a:r>
            <a:r>
              <a:rPr lang="zh-CN" altLang="en-US" b="1" dirty="0">
                <a:solidFill>
                  <a:prstClr val="black"/>
                </a:solidFill>
              </a:rPr>
              <a:t>文件中，通过</a:t>
            </a:r>
            <a:r>
              <a:rPr lang="zh-CN" altLang="en-US" b="1" dirty="0">
                <a:solidFill>
                  <a:srgbClr val="C00000"/>
                </a:solidFill>
              </a:rPr>
              <a:t>宏定义</a:t>
            </a:r>
            <a:r>
              <a:rPr lang="zh-CN" altLang="en-US" b="1" dirty="0">
                <a:solidFill>
                  <a:prstClr val="black"/>
                </a:solidFill>
              </a:rPr>
              <a:t>将中断通道号（中断号）与宏名联系起来，这样在使用中断时，直接引用宏名即可。</a:t>
            </a:r>
            <a:endParaRPr lang="zh-CN" altLang="en-US" b="1" dirty="0"/>
          </a:p>
        </p:txBody>
      </p:sp>
      <p:sp>
        <p:nvSpPr>
          <p:cNvPr id="2" name="矩形 1"/>
          <p:cNvSpPr/>
          <p:nvPr/>
        </p:nvSpPr>
        <p:spPr>
          <a:xfrm>
            <a:off x="3347864" y="1059582"/>
            <a:ext cx="5616624" cy="341632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altLang="zh-CN" b="1" dirty="0" err="1" smtClean="0">
                <a:solidFill>
                  <a:schemeClr val="accent5">
                    <a:lumMod val="75000"/>
                  </a:schemeClr>
                </a:solidFill>
              </a:rPr>
              <a:t>typedef</a:t>
            </a:r>
            <a:r>
              <a:rPr lang="en-GB" altLang="zh-CN" b="1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GB" altLang="zh-CN" b="1" dirty="0" err="1">
                <a:solidFill>
                  <a:schemeClr val="accent5">
                    <a:lumMod val="75000"/>
                  </a:schemeClr>
                </a:solidFill>
              </a:rPr>
              <a:t>enum</a:t>
            </a:r>
            <a:r>
              <a:rPr lang="en-GB" altLang="zh-CN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GB" altLang="zh-CN" b="1" dirty="0" err="1">
                <a:solidFill>
                  <a:schemeClr val="accent5">
                    <a:lumMod val="75000"/>
                  </a:schemeClr>
                </a:solidFill>
              </a:rPr>
              <a:t>IRQn</a:t>
            </a:r>
            <a:endParaRPr lang="en-GB" altLang="zh-CN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GB" altLang="zh-CN" b="1" dirty="0">
                <a:solidFill>
                  <a:schemeClr val="accent5">
                    <a:lumMod val="75000"/>
                  </a:schemeClr>
                </a:solidFill>
              </a:rPr>
              <a:t>{</a:t>
            </a:r>
          </a:p>
          <a:p>
            <a:r>
              <a:rPr lang="en-GB" altLang="zh-CN" b="1" dirty="0" smtClean="0">
                <a:solidFill>
                  <a:prstClr val="black"/>
                </a:solidFill>
              </a:rPr>
              <a:t>        /*Cortex-M3 </a:t>
            </a:r>
            <a:r>
              <a:rPr lang="en-GB" altLang="zh-CN" b="1" dirty="0">
                <a:solidFill>
                  <a:prstClr val="black"/>
                </a:solidFill>
              </a:rPr>
              <a:t>Processor Exceptions Numbers </a:t>
            </a:r>
            <a:r>
              <a:rPr lang="en-GB" altLang="zh-CN" b="1" dirty="0" smtClean="0">
                <a:solidFill>
                  <a:prstClr val="black"/>
                </a:solidFill>
              </a:rPr>
              <a:t>*/</a:t>
            </a:r>
            <a:endParaRPr lang="en-GB" altLang="zh-CN" b="1" dirty="0">
              <a:solidFill>
                <a:prstClr val="black"/>
              </a:solidFill>
            </a:endParaRPr>
          </a:p>
          <a:p>
            <a:r>
              <a:rPr lang="en-GB" altLang="zh-CN" b="1" dirty="0">
                <a:solidFill>
                  <a:schemeClr val="accent5">
                    <a:lumMod val="75000"/>
                  </a:schemeClr>
                </a:solidFill>
              </a:rPr>
              <a:t>  </a:t>
            </a:r>
            <a:r>
              <a:rPr lang="en-GB" altLang="zh-CN" b="1" dirty="0" err="1">
                <a:solidFill>
                  <a:schemeClr val="accent5">
                    <a:lumMod val="75000"/>
                  </a:schemeClr>
                </a:solidFill>
              </a:rPr>
              <a:t>NonMaskableInt_IRQn</a:t>
            </a:r>
            <a:r>
              <a:rPr lang="en-GB" altLang="zh-CN" b="1" dirty="0">
                <a:solidFill>
                  <a:schemeClr val="accent5">
                    <a:lumMod val="75000"/>
                  </a:schemeClr>
                </a:solidFill>
              </a:rPr>
              <a:t>= -14,   </a:t>
            </a:r>
          </a:p>
          <a:p>
            <a:r>
              <a:rPr lang="en-GB" altLang="zh-CN" b="1" dirty="0">
                <a:solidFill>
                  <a:prstClr val="black"/>
                </a:solidFill>
              </a:rPr>
              <a:t> </a:t>
            </a:r>
            <a:r>
              <a:rPr lang="en-GB" altLang="zh-CN" b="1" dirty="0" smtClean="0">
                <a:solidFill>
                  <a:prstClr val="black"/>
                </a:solidFill>
              </a:rPr>
              <a:t>         </a:t>
            </a:r>
            <a:r>
              <a:rPr lang="en-GB" altLang="zh-CN" b="1" dirty="0">
                <a:solidFill>
                  <a:prstClr val="black"/>
                </a:solidFill>
              </a:rPr>
              <a:t>/*!&lt; 2 Non </a:t>
            </a:r>
            <a:r>
              <a:rPr lang="en-GB" altLang="zh-CN" b="1" dirty="0" err="1">
                <a:solidFill>
                  <a:prstClr val="black"/>
                </a:solidFill>
              </a:rPr>
              <a:t>Maskable</a:t>
            </a:r>
            <a:r>
              <a:rPr lang="en-GB" altLang="zh-CN" b="1" dirty="0">
                <a:solidFill>
                  <a:prstClr val="black"/>
                </a:solidFill>
              </a:rPr>
              <a:t> Interrupt </a:t>
            </a:r>
            <a:r>
              <a:rPr lang="en-GB" altLang="zh-CN" b="1" dirty="0" smtClean="0">
                <a:solidFill>
                  <a:prstClr val="black"/>
                </a:solidFill>
              </a:rPr>
              <a:t> </a:t>
            </a:r>
            <a:r>
              <a:rPr lang="en-GB" altLang="zh-CN" b="1" dirty="0">
                <a:solidFill>
                  <a:prstClr val="black"/>
                </a:solidFill>
              </a:rPr>
              <a:t>*/</a:t>
            </a:r>
          </a:p>
          <a:p>
            <a:r>
              <a:rPr lang="en-GB" altLang="zh-CN" b="1" dirty="0">
                <a:solidFill>
                  <a:prstClr val="black"/>
                </a:solidFill>
              </a:rPr>
              <a:t>  </a:t>
            </a:r>
            <a:r>
              <a:rPr lang="en-GB" altLang="zh-CN" b="1" dirty="0" err="1">
                <a:solidFill>
                  <a:schemeClr val="accent5">
                    <a:lumMod val="75000"/>
                  </a:schemeClr>
                </a:solidFill>
              </a:rPr>
              <a:t>MemoryManagement_IRQn</a:t>
            </a:r>
            <a:r>
              <a:rPr lang="en-GB" altLang="zh-CN" b="1" dirty="0">
                <a:solidFill>
                  <a:schemeClr val="accent5">
                    <a:lumMod val="75000"/>
                  </a:schemeClr>
                </a:solidFill>
              </a:rPr>
              <a:t>= -12, </a:t>
            </a:r>
          </a:p>
          <a:p>
            <a:r>
              <a:rPr lang="en-GB" altLang="zh-CN" b="1" dirty="0">
                <a:solidFill>
                  <a:prstClr val="black"/>
                </a:solidFill>
              </a:rPr>
              <a:t> </a:t>
            </a:r>
            <a:r>
              <a:rPr lang="en-GB" altLang="zh-CN" b="1" dirty="0" smtClean="0">
                <a:solidFill>
                  <a:prstClr val="black"/>
                </a:solidFill>
              </a:rPr>
              <a:t>       /*!&lt; </a:t>
            </a:r>
            <a:r>
              <a:rPr lang="en-GB" altLang="zh-CN" b="1" dirty="0">
                <a:solidFill>
                  <a:prstClr val="black"/>
                </a:solidFill>
              </a:rPr>
              <a:t>4 Cortex-M3 Memory Management </a:t>
            </a:r>
            <a:r>
              <a:rPr lang="en-GB" altLang="zh-CN" b="1" dirty="0" smtClean="0">
                <a:solidFill>
                  <a:prstClr val="black"/>
                </a:solidFill>
              </a:rPr>
              <a:t>Interrupt </a:t>
            </a:r>
            <a:r>
              <a:rPr lang="en-GB" altLang="zh-CN" b="1" dirty="0">
                <a:solidFill>
                  <a:prstClr val="black"/>
                </a:solidFill>
              </a:rPr>
              <a:t>*/</a:t>
            </a:r>
          </a:p>
          <a:p>
            <a:r>
              <a:rPr lang="en-GB" altLang="zh-CN" b="1" dirty="0">
                <a:solidFill>
                  <a:schemeClr val="accent5">
                    <a:lumMod val="75000"/>
                  </a:schemeClr>
                </a:solidFill>
              </a:rPr>
              <a:t>  </a:t>
            </a:r>
            <a:r>
              <a:rPr lang="en-GB" altLang="zh-CN" b="1" dirty="0" err="1">
                <a:solidFill>
                  <a:schemeClr val="accent5">
                    <a:lumMod val="75000"/>
                  </a:schemeClr>
                </a:solidFill>
              </a:rPr>
              <a:t>BusFault_IRQn</a:t>
            </a:r>
            <a:r>
              <a:rPr lang="en-GB" altLang="zh-CN" b="1" dirty="0">
                <a:solidFill>
                  <a:schemeClr val="accent5">
                    <a:lumMod val="75000"/>
                  </a:schemeClr>
                </a:solidFill>
              </a:rPr>
              <a:t> = -11,    </a:t>
            </a:r>
          </a:p>
          <a:p>
            <a:r>
              <a:rPr lang="en-GB" altLang="zh-CN" b="1" dirty="0">
                <a:solidFill>
                  <a:prstClr val="black"/>
                </a:solidFill>
              </a:rPr>
              <a:t> </a:t>
            </a:r>
            <a:r>
              <a:rPr lang="en-GB" altLang="zh-CN" b="1" dirty="0" smtClean="0">
                <a:solidFill>
                  <a:prstClr val="black"/>
                </a:solidFill>
              </a:rPr>
              <a:t>       /*!&lt; </a:t>
            </a:r>
            <a:r>
              <a:rPr lang="en-GB" altLang="zh-CN" b="1" dirty="0">
                <a:solidFill>
                  <a:prstClr val="black"/>
                </a:solidFill>
              </a:rPr>
              <a:t>5 Cortex-M3 Bus Fault </a:t>
            </a:r>
            <a:r>
              <a:rPr lang="en-GB" altLang="zh-CN" b="1" dirty="0" smtClean="0">
                <a:solidFill>
                  <a:prstClr val="black"/>
                </a:solidFill>
              </a:rPr>
              <a:t>Interrupt */</a:t>
            </a:r>
          </a:p>
          <a:p>
            <a:r>
              <a:rPr lang="en-GB" altLang="zh-CN" b="1" dirty="0">
                <a:solidFill>
                  <a:prstClr val="black"/>
                </a:solidFill>
              </a:rPr>
              <a:t>……</a:t>
            </a:r>
          </a:p>
          <a:p>
            <a:r>
              <a:rPr lang="en-GB" altLang="zh-CN" b="1" dirty="0">
                <a:solidFill>
                  <a:schemeClr val="accent5">
                    <a:lumMod val="75000"/>
                  </a:schemeClr>
                </a:solidFill>
              </a:rPr>
              <a:t>} </a:t>
            </a:r>
            <a:r>
              <a:rPr lang="en-GB" altLang="zh-CN" b="1" dirty="0" err="1">
                <a:solidFill>
                  <a:schemeClr val="accent5">
                    <a:lumMod val="75000"/>
                  </a:schemeClr>
                </a:solidFill>
              </a:rPr>
              <a:t>IRQn_Type</a:t>
            </a:r>
            <a:r>
              <a:rPr lang="en-GB" altLang="zh-CN" b="1" dirty="0">
                <a:solidFill>
                  <a:schemeClr val="accent5">
                    <a:lumMod val="75000"/>
                  </a:schemeClr>
                </a:solidFill>
              </a:rPr>
              <a:t>;</a:t>
            </a:r>
          </a:p>
          <a:p>
            <a:endParaRPr lang="en-GB" altLang="zh-CN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8030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2" y="339503"/>
            <a:ext cx="3491878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03955" y="360766"/>
            <a:ext cx="33059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6.2.2 STM32</a:t>
            </a:r>
            <a:r>
              <a:rPr lang="zh-CN" altLang="en-US" sz="2400" b="1" dirty="0">
                <a:solidFill>
                  <a:schemeClr val="bg1"/>
                </a:solidFill>
              </a:rPr>
              <a:t>中断优先级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53595" y="1707654"/>
            <a:ext cx="2304256" cy="2169825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prstClr val="black"/>
                </a:solidFill>
              </a:rPr>
              <a:t>     </a:t>
            </a:r>
            <a:r>
              <a:rPr lang="en-US" altLang="zh-CN" b="1" dirty="0">
                <a:solidFill>
                  <a:prstClr val="black"/>
                </a:solidFill>
              </a:rPr>
              <a:t>STM32</a:t>
            </a:r>
            <a:r>
              <a:rPr lang="zh-CN" altLang="en-US" b="1" dirty="0">
                <a:solidFill>
                  <a:prstClr val="black"/>
                </a:solidFill>
              </a:rPr>
              <a:t>使用</a:t>
            </a:r>
            <a:r>
              <a:rPr lang="en-US" altLang="zh-CN" b="1" dirty="0">
                <a:solidFill>
                  <a:prstClr val="black"/>
                </a:solidFill>
              </a:rPr>
              <a:t>Cortex-M3</a:t>
            </a:r>
            <a:r>
              <a:rPr lang="zh-CN" altLang="en-US" b="1" dirty="0">
                <a:solidFill>
                  <a:prstClr val="black"/>
                </a:solidFill>
              </a:rPr>
              <a:t>的</a:t>
            </a:r>
            <a:r>
              <a:rPr lang="en-US" altLang="zh-CN" b="1" dirty="0">
                <a:solidFill>
                  <a:prstClr val="black"/>
                </a:solidFill>
              </a:rPr>
              <a:t>8</a:t>
            </a:r>
            <a:r>
              <a:rPr lang="zh-CN" altLang="en-US" b="1" dirty="0">
                <a:solidFill>
                  <a:prstClr val="black"/>
                </a:solidFill>
              </a:rPr>
              <a:t>位优先级寄存器中的</a:t>
            </a:r>
            <a:r>
              <a:rPr lang="en-US" altLang="zh-CN" b="1" dirty="0">
                <a:solidFill>
                  <a:prstClr val="black"/>
                </a:solidFill>
              </a:rPr>
              <a:t>4</a:t>
            </a:r>
            <a:r>
              <a:rPr lang="zh-CN" altLang="en-US" b="1" dirty="0">
                <a:solidFill>
                  <a:prstClr val="black"/>
                </a:solidFill>
              </a:rPr>
              <a:t>位来配置中断优先级，即</a:t>
            </a:r>
            <a:r>
              <a:rPr lang="en-US" altLang="zh-CN" b="1" dirty="0">
                <a:solidFill>
                  <a:prstClr val="black"/>
                </a:solidFill>
              </a:rPr>
              <a:t>STM32</a:t>
            </a:r>
            <a:r>
              <a:rPr lang="zh-CN" altLang="en-US" b="1" dirty="0">
                <a:solidFill>
                  <a:prstClr val="black"/>
                </a:solidFill>
              </a:rPr>
              <a:t>中的</a:t>
            </a:r>
            <a:r>
              <a:rPr lang="en-US" altLang="zh-CN" b="1" dirty="0">
                <a:solidFill>
                  <a:prstClr val="black"/>
                </a:solidFill>
              </a:rPr>
              <a:t>NVIC</a:t>
            </a:r>
            <a:r>
              <a:rPr lang="zh-CN" altLang="en-US" b="1" dirty="0">
                <a:solidFill>
                  <a:srgbClr val="C00000"/>
                </a:solidFill>
              </a:rPr>
              <a:t>只支持</a:t>
            </a:r>
            <a:r>
              <a:rPr lang="en-US" altLang="zh-CN" b="1" dirty="0">
                <a:solidFill>
                  <a:srgbClr val="C00000"/>
                </a:solidFill>
              </a:rPr>
              <a:t>16</a:t>
            </a:r>
            <a:r>
              <a:rPr lang="zh-CN" altLang="en-US" b="1" dirty="0">
                <a:solidFill>
                  <a:srgbClr val="C00000"/>
                </a:solidFill>
              </a:rPr>
              <a:t>级中断优先级</a:t>
            </a:r>
            <a:r>
              <a:rPr lang="zh-CN" altLang="en-US" b="1" dirty="0">
                <a:solidFill>
                  <a:prstClr val="black"/>
                </a:solidFill>
              </a:rPr>
              <a:t>的管理。</a:t>
            </a:r>
            <a:endParaRPr lang="zh-CN" altLang="en-US" b="1" dirty="0"/>
          </a:p>
        </p:txBody>
      </p:sp>
      <p:sp>
        <p:nvSpPr>
          <p:cNvPr id="2" name="矩形 1"/>
          <p:cNvSpPr/>
          <p:nvPr/>
        </p:nvSpPr>
        <p:spPr>
          <a:xfrm>
            <a:off x="2987824" y="2067694"/>
            <a:ext cx="5896690" cy="220060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GB" altLang="zh-CN" sz="1600" b="1" dirty="0">
                <a:solidFill>
                  <a:schemeClr val="tx1"/>
                </a:solidFill>
              </a:rPr>
              <a:t>void </a:t>
            </a:r>
            <a:r>
              <a:rPr lang="en-GB" altLang="zh-CN" sz="1600" b="1" dirty="0" err="1">
                <a:solidFill>
                  <a:schemeClr val="tx1"/>
                </a:solidFill>
              </a:rPr>
              <a:t>NVIC_PriorityGroupConfig</a:t>
            </a:r>
            <a:r>
              <a:rPr lang="en-GB" altLang="zh-CN" sz="1600" b="1" dirty="0">
                <a:solidFill>
                  <a:schemeClr val="tx1"/>
                </a:solidFill>
              </a:rPr>
              <a:t>(uint32_t </a:t>
            </a:r>
            <a:r>
              <a:rPr lang="en-GB" altLang="zh-CN" sz="1600" b="1" dirty="0" err="1">
                <a:solidFill>
                  <a:schemeClr val="tx1"/>
                </a:solidFill>
              </a:rPr>
              <a:t>NVIC_PriorityGroup</a:t>
            </a:r>
            <a:r>
              <a:rPr lang="en-GB" altLang="zh-CN" sz="1600" b="1" dirty="0">
                <a:solidFill>
                  <a:schemeClr val="tx1"/>
                </a:solidFill>
              </a:rPr>
              <a:t>);</a:t>
            </a:r>
          </a:p>
          <a:p>
            <a:pPr>
              <a:spcBef>
                <a:spcPts val="600"/>
              </a:spcBef>
            </a:pPr>
            <a:r>
              <a:rPr lang="en-GB" altLang="zh-CN" sz="1600" b="1" dirty="0">
                <a:solidFill>
                  <a:schemeClr val="tx1"/>
                </a:solidFill>
              </a:rPr>
              <a:t>void </a:t>
            </a:r>
            <a:r>
              <a:rPr lang="en-GB" altLang="zh-CN" sz="1600" b="1" dirty="0" err="1">
                <a:solidFill>
                  <a:schemeClr val="tx1"/>
                </a:solidFill>
              </a:rPr>
              <a:t>NVIC_Init</a:t>
            </a:r>
            <a:r>
              <a:rPr lang="en-GB" altLang="zh-CN" sz="1600" b="1" dirty="0">
                <a:solidFill>
                  <a:schemeClr val="tx1"/>
                </a:solidFill>
              </a:rPr>
              <a:t>(</a:t>
            </a:r>
            <a:r>
              <a:rPr lang="en-GB" altLang="zh-CN" sz="1600" b="1" dirty="0" err="1">
                <a:solidFill>
                  <a:schemeClr val="tx1"/>
                </a:solidFill>
              </a:rPr>
              <a:t>NVIC_InitTypeDef</a:t>
            </a:r>
            <a:r>
              <a:rPr lang="en-GB" altLang="zh-CN" sz="1600" b="1" dirty="0">
                <a:solidFill>
                  <a:schemeClr val="tx1"/>
                </a:solidFill>
              </a:rPr>
              <a:t>* </a:t>
            </a:r>
            <a:r>
              <a:rPr lang="en-GB" altLang="zh-CN" sz="1600" b="1" dirty="0" err="1">
                <a:solidFill>
                  <a:schemeClr val="tx1"/>
                </a:solidFill>
              </a:rPr>
              <a:t>NVIC_InitStruct</a:t>
            </a:r>
            <a:r>
              <a:rPr lang="en-GB" altLang="zh-CN" sz="1600" b="1" dirty="0">
                <a:solidFill>
                  <a:schemeClr val="tx1"/>
                </a:solidFill>
              </a:rPr>
              <a:t>);</a:t>
            </a:r>
          </a:p>
          <a:p>
            <a:pPr>
              <a:spcBef>
                <a:spcPts val="600"/>
              </a:spcBef>
            </a:pPr>
            <a:r>
              <a:rPr lang="en-GB" altLang="zh-CN" sz="1600" b="1" dirty="0">
                <a:solidFill>
                  <a:schemeClr val="tx1"/>
                </a:solidFill>
              </a:rPr>
              <a:t>void </a:t>
            </a:r>
            <a:r>
              <a:rPr lang="en-GB" altLang="zh-CN" sz="1600" b="1" dirty="0" err="1">
                <a:solidFill>
                  <a:schemeClr val="tx1"/>
                </a:solidFill>
              </a:rPr>
              <a:t>NVIC_SetVectorTable</a:t>
            </a:r>
            <a:r>
              <a:rPr lang="en-GB" altLang="zh-CN" sz="1600" b="1" dirty="0">
                <a:solidFill>
                  <a:schemeClr val="tx1"/>
                </a:solidFill>
              </a:rPr>
              <a:t>(uint32_t </a:t>
            </a:r>
            <a:r>
              <a:rPr lang="en-GB" altLang="zh-CN" sz="1600" b="1" dirty="0" err="1">
                <a:solidFill>
                  <a:schemeClr val="tx1"/>
                </a:solidFill>
              </a:rPr>
              <a:t>NVIC_VectTab</a:t>
            </a:r>
            <a:r>
              <a:rPr lang="en-GB" altLang="zh-CN" sz="1600" b="1" dirty="0">
                <a:solidFill>
                  <a:schemeClr val="tx1"/>
                </a:solidFill>
              </a:rPr>
              <a:t>, uint32_t Offset);</a:t>
            </a:r>
          </a:p>
          <a:p>
            <a:pPr>
              <a:spcBef>
                <a:spcPts val="600"/>
              </a:spcBef>
            </a:pPr>
            <a:r>
              <a:rPr lang="en-GB" altLang="zh-CN" sz="1600" b="1" dirty="0">
                <a:solidFill>
                  <a:schemeClr val="tx1"/>
                </a:solidFill>
              </a:rPr>
              <a:t>void </a:t>
            </a:r>
            <a:r>
              <a:rPr lang="en-GB" altLang="zh-CN" sz="1600" b="1" dirty="0" err="1">
                <a:solidFill>
                  <a:schemeClr val="tx1"/>
                </a:solidFill>
              </a:rPr>
              <a:t>NVIC_SystemLPConfig</a:t>
            </a:r>
            <a:r>
              <a:rPr lang="en-GB" altLang="zh-CN" sz="1600" b="1" dirty="0">
                <a:solidFill>
                  <a:schemeClr val="tx1"/>
                </a:solidFill>
              </a:rPr>
              <a:t>(uint8_t </a:t>
            </a:r>
            <a:r>
              <a:rPr lang="en-GB" altLang="zh-CN" sz="1600" b="1" dirty="0" err="1">
                <a:solidFill>
                  <a:schemeClr val="tx1"/>
                </a:solidFill>
              </a:rPr>
              <a:t>LowPowerMode</a:t>
            </a:r>
            <a:r>
              <a:rPr lang="en-GB" altLang="zh-CN" sz="1600" b="1" dirty="0">
                <a:solidFill>
                  <a:schemeClr val="tx1"/>
                </a:solidFill>
              </a:rPr>
              <a:t>, </a:t>
            </a:r>
            <a:r>
              <a:rPr lang="en-GB" altLang="zh-CN" sz="1600" b="1" dirty="0" err="1">
                <a:solidFill>
                  <a:schemeClr val="tx1"/>
                </a:solidFill>
              </a:rPr>
              <a:t>FunctionalState</a:t>
            </a:r>
            <a:r>
              <a:rPr lang="en-GB" altLang="zh-CN" sz="1600" b="1" dirty="0">
                <a:solidFill>
                  <a:schemeClr val="tx1"/>
                </a:solidFill>
              </a:rPr>
              <a:t> </a:t>
            </a:r>
            <a:r>
              <a:rPr lang="en-GB" altLang="zh-CN" sz="1600" b="1" dirty="0" err="1">
                <a:solidFill>
                  <a:schemeClr val="tx1"/>
                </a:solidFill>
              </a:rPr>
              <a:t>NewState</a:t>
            </a:r>
            <a:r>
              <a:rPr lang="en-GB" altLang="zh-CN" sz="1600" b="1" dirty="0">
                <a:solidFill>
                  <a:schemeClr val="tx1"/>
                </a:solidFill>
              </a:rPr>
              <a:t>);</a:t>
            </a:r>
          </a:p>
          <a:p>
            <a:pPr>
              <a:spcBef>
                <a:spcPts val="600"/>
              </a:spcBef>
            </a:pPr>
            <a:r>
              <a:rPr lang="en-GB" altLang="zh-CN" sz="1600" b="1" dirty="0">
                <a:solidFill>
                  <a:schemeClr val="tx1"/>
                </a:solidFill>
              </a:rPr>
              <a:t>void </a:t>
            </a:r>
            <a:r>
              <a:rPr lang="en-GB" altLang="zh-CN" sz="1600" b="1" dirty="0" err="1">
                <a:solidFill>
                  <a:schemeClr val="tx1"/>
                </a:solidFill>
              </a:rPr>
              <a:t>SysTick_CLKSourceConfig</a:t>
            </a:r>
            <a:r>
              <a:rPr lang="en-GB" altLang="zh-CN" sz="1600" b="1" dirty="0">
                <a:solidFill>
                  <a:schemeClr val="tx1"/>
                </a:solidFill>
              </a:rPr>
              <a:t>(uint32_t </a:t>
            </a:r>
            <a:r>
              <a:rPr lang="en-GB" altLang="zh-CN" sz="1600" b="1" dirty="0" err="1">
                <a:solidFill>
                  <a:schemeClr val="tx1"/>
                </a:solidFill>
              </a:rPr>
              <a:t>SysTick_CLKSource</a:t>
            </a:r>
            <a:r>
              <a:rPr lang="en-GB" altLang="zh-CN" sz="1600" b="1" dirty="0">
                <a:solidFill>
                  <a:schemeClr val="tx1"/>
                </a:solidFill>
              </a:rPr>
              <a:t>);</a:t>
            </a:r>
          </a:p>
          <a:p>
            <a:pPr>
              <a:spcBef>
                <a:spcPts val="600"/>
              </a:spcBef>
            </a:pPr>
            <a:endParaRPr lang="en-GB" altLang="zh-CN" sz="16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3635896" y="778985"/>
            <a:ext cx="4824536" cy="11310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prstClr val="black"/>
                </a:solidFill>
              </a:rPr>
              <a:t>    NVIC</a:t>
            </a:r>
            <a:r>
              <a:rPr lang="zh-CN" altLang="en-US" b="1" dirty="0">
                <a:solidFill>
                  <a:prstClr val="black"/>
                </a:solidFill>
              </a:rPr>
              <a:t>中断配置的相关函数存放在标准外设库</a:t>
            </a:r>
            <a:r>
              <a:rPr lang="en-US" altLang="zh-CN" b="1" dirty="0" err="1">
                <a:solidFill>
                  <a:prstClr val="black"/>
                </a:solidFill>
              </a:rPr>
              <a:t>misc.c</a:t>
            </a:r>
            <a:r>
              <a:rPr lang="zh-CN" altLang="en-US" b="1" dirty="0">
                <a:solidFill>
                  <a:prstClr val="black"/>
                </a:solidFill>
              </a:rPr>
              <a:t>和</a:t>
            </a:r>
            <a:r>
              <a:rPr lang="en-US" altLang="zh-CN" b="1" dirty="0" err="1">
                <a:solidFill>
                  <a:prstClr val="black"/>
                </a:solidFill>
              </a:rPr>
              <a:t>misc.h</a:t>
            </a:r>
            <a:r>
              <a:rPr lang="zh-CN" altLang="en-US" b="1" dirty="0">
                <a:solidFill>
                  <a:prstClr val="black"/>
                </a:solidFill>
              </a:rPr>
              <a:t>文件中，共定义了</a:t>
            </a:r>
            <a:r>
              <a:rPr lang="en-US" altLang="zh-CN" b="1" dirty="0">
                <a:solidFill>
                  <a:prstClr val="black"/>
                </a:solidFill>
              </a:rPr>
              <a:t>5</a:t>
            </a:r>
            <a:r>
              <a:rPr lang="zh-CN" altLang="en-US" b="1" dirty="0">
                <a:solidFill>
                  <a:prstClr val="black"/>
                </a:solidFill>
              </a:rPr>
              <a:t>个</a:t>
            </a:r>
            <a:r>
              <a:rPr lang="zh-CN" altLang="en-US" b="1" dirty="0" smtClean="0">
                <a:solidFill>
                  <a:prstClr val="black"/>
                </a:solidFill>
              </a:rPr>
              <a:t>相关函数及</a:t>
            </a:r>
            <a:r>
              <a:rPr lang="en-US" altLang="zh-CN" b="1" dirty="0" smtClean="0">
                <a:solidFill>
                  <a:prstClr val="black"/>
                </a:solidFill>
              </a:rPr>
              <a:t>NVIC</a:t>
            </a:r>
            <a:r>
              <a:rPr lang="zh-CN" altLang="en-US" b="1" dirty="0" smtClean="0">
                <a:solidFill>
                  <a:prstClr val="black"/>
                </a:solidFill>
              </a:rPr>
              <a:t>初始化结构体</a:t>
            </a:r>
            <a:endParaRPr lang="zh-CN" altLang="en-US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9552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2" y="339503"/>
            <a:ext cx="3491878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03955" y="360766"/>
            <a:ext cx="33059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6.2.2 STM32</a:t>
            </a:r>
            <a:r>
              <a:rPr lang="zh-CN" altLang="en-US" sz="2400" b="1" dirty="0">
                <a:solidFill>
                  <a:schemeClr val="bg1"/>
                </a:solidFill>
              </a:rPr>
              <a:t>中断优先级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77559" y="1563638"/>
            <a:ext cx="2106209" cy="3208571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prstClr val="black"/>
                </a:solidFill>
              </a:rPr>
              <a:t>     用于</a:t>
            </a:r>
            <a:r>
              <a:rPr lang="zh-CN" altLang="en-US" b="1" dirty="0">
                <a:solidFill>
                  <a:prstClr val="black"/>
                </a:solidFill>
              </a:rPr>
              <a:t>设置中断的</a:t>
            </a:r>
            <a:r>
              <a:rPr lang="zh-CN" altLang="en-US" b="1" dirty="0">
                <a:solidFill>
                  <a:srgbClr val="C00000"/>
                </a:solidFill>
              </a:rPr>
              <a:t>优先级分组</a:t>
            </a:r>
            <a:r>
              <a:rPr lang="zh-CN" altLang="en-US" b="1" dirty="0">
                <a:solidFill>
                  <a:prstClr val="black"/>
                </a:solidFill>
              </a:rPr>
              <a:t>，此函数只有一个参数</a:t>
            </a:r>
            <a:r>
              <a:rPr lang="en-US" altLang="zh-CN" b="1" dirty="0" err="1">
                <a:solidFill>
                  <a:prstClr val="black"/>
                </a:solidFill>
              </a:rPr>
              <a:t>NVIC_PriorityGroup</a:t>
            </a:r>
            <a:r>
              <a:rPr lang="zh-CN" altLang="en-US" b="1" dirty="0" smtClean="0">
                <a:solidFill>
                  <a:prstClr val="black"/>
                </a:solidFill>
              </a:rPr>
              <a:t>，其</a:t>
            </a:r>
            <a:r>
              <a:rPr lang="zh-CN" altLang="en-US" b="1" dirty="0">
                <a:solidFill>
                  <a:prstClr val="black"/>
                </a:solidFill>
              </a:rPr>
              <a:t>取值共有</a:t>
            </a:r>
            <a:r>
              <a:rPr lang="en-US" altLang="zh-CN" b="1" dirty="0">
                <a:solidFill>
                  <a:prstClr val="black"/>
                </a:solidFill>
              </a:rPr>
              <a:t>5</a:t>
            </a:r>
            <a:r>
              <a:rPr lang="zh-CN" altLang="en-US" b="1" dirty="0">
                <a:solidFill>
                  <a:prstClr val="black"/>
                </a:solidFill>
              </a:rPr>
              <a:t>组，每组的抢占优先级和响应优先级所占位数均不同，取值范围</a:t>
            </a:r>
            <a:r>
              <a:rPr lang="zh-CN" altLang="en-US" b="1" dirty="0" smtClean="0">
                <a:solidFill>
                  <a:prstClr val="black"/>
                </a:solidFill>
              </a:rPr>
              <a:t>不同</a:t>
            </a:r>
            <a:endParaRPr lang="zh-CN" altLang="en-US" b="1" dirty="0"/>
          </a:p>
        </p:txBody>
      </p:sp>
      <p:sp>
        <p:nvSpPr>
          <p:cNvPr id="5" name="矩形 4"/>
          <p:cNvSpPr/>
          <p:nvPr/>
        </p:nvSpPr>
        <p:spPr>
          <a:xfrm>
            <a:off x="4572000" y="483518"/>
            <a:ext cx="2044149" cy="4084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25000"/>
              </a:lnSpc>
            </a:pPr>
            <a:r>
              <a:rPr lang="zh-CN" altLang="en-US" b="1" dirty="0">
                <a:solidFill>
                  <a:srgbClr val="C00000"/>
                </a:solidFill>
              </a:rPr>
              <a:t>中断分组管理函数</a:t>
            </a:r>
            <a:endParaRPr lang="en-GB" altLang="zh-CN" b="1" dirty="0">
              <a:solidFill>
                <a:srgbClr val="C0000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907704" y="987574"/>
            <a:ext cx="5976664" cy="4385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5000"/>
              </a:lnSpc>
            </a:pP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</a:rPr>
              <a:t>void </a:t>
            </a:r>
            <a:r>
              <a:rPr lang="en-US" altLang="zh-CN" b="1" dirty="0" err="1">
                <a:solidFill>
                  <a:schemeClr val="accent5">
                    <a:lumMod val="75000"/>
                  </a:schemeClr>
                </a:solidFill>
              </a:rPr>
              <a:t>NVIC_PriorityGroupConfig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</a:rPr>
              <a:t>(uint32_t </a:t>
            </a:r>
            <a:r>
              <a:rPr lang="en-US" altLang="zh-CN" b="1" dirty="0" err="1">
                <a:solidFill>
                  <a:schemeClr val="accent5">
                    <a:lumMod val="75000"/>
                  </a:schemeClr>
                </a:solidFill>
              </a:rPr>
              <a:t>NVIC_PriorityGroup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</a:rPr>
              <a:t>)</a:t>
            </a: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8736782"/>
              </p:ext>
            </p:extLst>
          </p:nvPr>
        </p:nvGraphicFramePr>
        <p:xfrm>
          <a:off x="2987824" y="1859188"/>
          <a:ext cx="5760641" cy="2617470"/>
        </p:xfrm>
        <a:graphic>
          <a:graphicData uri="http://schemas.openxmlformats.org/drawingml/2006/table">
            <a:tbl>
              <a:tblPr firstRow="1" firstCol="1" bandRow="1">
                <a:tableStyleId>{22838BEF-8BB2-4498-84A7-C5851F593DF1}</a:tableStyleId>
              </a:tblPr>
              <a:tblGrid>
                <a:gridCol w="1821586"/>
                <a:gridCol w="1180945"/>
                <a:gridCol w="1137206"/>
                <a:gridCol w="1620904"/>
              </a:tblGrid>
              <a:tr h="32321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NVIC_PriorityGroup</a:t>
                      </a:r>
                      <a:endParaRPr lang="zh-CN" sz="18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抢占优先级</a:t>
                      </a:r>
                      <a:endParaRPr lang="zh-CN" sz="1800" b="1" kern="1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取值范围</a:t>
                      </a:r>
                      <a:endParaRPr lang="zh-CN" sz="18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响应优先级</a:t>
                      </a:r>
                      <a:endParaRPr lang="zh-CN" sz="1800" b="1" kern="1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取值范围</a:t>
                      </a:r>
                      <a:endParaRPr lang="zh-CN" sz="18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描述</a:t>
                      </a:r>
                      <a:endParaRPr lang="zh-CN" sz="18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/>
                </a:tc>
              </a:tr>
              <a:tr h="2463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NVIC_PriorityGroup_0</a:t>
                      </a:r>
                      <a:endParaRPr lang="zh-CN" sz="18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0</a:t>
                      </a:r>
                      <a:endParaRPr lang="zh-CN" sz="18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0</a:t>
                      </a:r>
                      <a:r>
                        <a:rPr lang="zh-CN" sz="1400" b="1" kern="100">
                          <a:effectLst/>
                        </a:rPr>
                        <a:t>～</a:t>
                      </a:r>
                      <a:r>
                        <a:rPr lang="en-US" sz="1400" b="1" kern="100">
                          <a:effectLst/>
                        </a:rPr>
                        <a:t>15</a:t>
                      </a:r>
                      <a:endParaRPr lang="zh-CN" sz="18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抢占优先级占</a:t>
                      </a:r>
                      <a:r>
                        <a:rPr lang="en-US" sz="1400" b="1" kern="100">
                          <a:effectLst/>
                        </a:rPr>
                        <a:t>0</a:t>
                      </a:r>
                      <a:r>
                        <a:rPr lang="zh-CN" sz="1400" b="1" kern="100">
                          <a:effectLst/>
                        </a:rPr>
                        <a:t>位，</a:t>
                      </a:r>
                      <a:endParaRPr lang="zh-CN" sz="1800" b="1" kern="10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响应优先级占</a:t>
                      </a:r>
                      <a:r>
                        <a:rPr lang="en-US" sz="1400" b="1" kern="100">
                          <a:effectLst/>
                        </a:rPr>
                        <a:t>4</a:t>
                      </a:r>
                      <a:r>
                        <a:rPr lang="zh-CN" sz="1400" b="1" kern="100">
                          <a:effectLst/>
                        </a:rPr>
                        <a:t>位</a:t>
                      </a:r>
                      <a:endParaRPr lang="zh-CN" sz="18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/>
                </a:tc>
              </a:tr>
              <a:tr h="29337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NVIC_PriorityGroup_1</a:t>
                      </a:r>
                      <a:endParaRPr lang="zh-CN" sz="18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0</a:t>
                      </a:r>
                      <a:r>
                        <a:rPr lang="zh-CN" sz="1400" b="1" kern="100">
                          <a:effectLst/>
                        </a:rPr>
                        <a:t>，</a:t>
                      </a:r>
                      <a:r>
                        <a:rPr lang="en-US" sz="1400" b="1" kern="100">
                          <a:effectLst/>
                        </a:rPr>
                        <a:t>1</a:t>
                      </a:r>
                      <a:endParaRPr lang="zh-CN" sz="18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0</a:t>
                      </a:r>
                      <a:r>
                        <a:rPr lang="zh-CN" sz="1400" b="1" kern="100">
                          <a:effectLst/>
                        </a:rPr>
                        <a:t>～</a:t>
                      </a:r>
                      <a:r>
                        <a:rPr lang="en-US" sz="1400" b="1" kern="100">
                          <a:effectLst/>
                        </a:rPr>
                        <a:t>7</a:t>
                      </a:r>
                      <a:endParaRPr lang="zh-CN" sz="18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抢占优先级占</a:t>
                      </a:r>
                      <a:r>
                        <a:rPr lang="en-US" sz="1400" b="1" kern="100">
                          <a:effectLst/>
                        </a:rPr>
                        <a:t>1</a:t>
                      </a:r>
                      <a:r>
                        <a:rPr lang="zh-CN" sz="1400" b="1" kern="100">
                          <a:effectLst/>
                        </a:rPr>
                        <a:t>位，</a:t>
                      </a:r>
                      <a:endParaRPr lang="zh-CN" sz="1800" b="1" kern="10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响应优先级占</a:t>
                      </a:r>
                      <a:r>
                        <a:rPr lang="en-US" sz="1400" b="1" kern="100">
                          <a:effectLst/>
                        </a:rPr>
                        <a:t>3</a:t>
                      </a:r>
                      <a:r>
                        <a:rPr lang="zh-CN" sz="1400" b="1" kern="100">
                          <a:effectLst/>
                        </a:rPr>
                        <a:t>位</a:t>
                      </a:r>
                      <a:endParaRPr lang="zh-CN" sz="18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/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NVIC_PriorityGroup_2</a:t>
                      </a:r>
                      <a:endParaRPr lang="zh-CN" sz="18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0</a:t>
                      </a:r>
                      <a:r>
                        <a:rPr lang="zh-CN" sz="1400" b="1" kern="100">
                          <a:effectLst/>
                        </a:rPr>
                        <a:t>，</a:t>
                      </a:r>
                      <a:r>
                        <a:rPr lang="en-US" sz="1400" b="1" kern="100">
                          <a:effectLst/>
                        </a:rPr>
                        <a:t>1</a:t>
                      </a:r>
                      <a:r>
                        <a:rPr lang="zh-CN" sz="1400" b="1" kern="100">
                          <a:effectLst/>
                        </a:rPr>
                        <a:t>，</a:t>
                      </a:r>
                      <a:r>
                        <a:rPr lang="en-US" sz="1400" b="1" kern="100">
                          <a:effectLst/>
                        </a:rPr>
                        <a:t>2</a:t>
                      </a:r>
                      <a:r>
                        <a:rPr lang="zh-CN" sz="1400" b="1" kern="100">
                          <a:effectLst/>
                        </a:rPr>
                        <a:t>，</a:t>
                      </a:r>
                      <a:r>
                        <a:rPr lang="en-US" sz="1400" b="1" kern="100">
                          <a:effectLst/>
                        </a:rPr>
                        <a:t>3</a:t>
                      </a:r>
                      <a:endParaRPr lang="zh-CN" sz="18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0</a:t>
                      </a:r>
                      <a:r>
                        <a:rPr lang="zh-CN" sz="1400" b="1" kern="100">
                          <a:effectLst/>
                        </a:rPr>
                        <a:t>，</a:t>
                      </a:r>
                      <a:r>
                        <a:rPr lang="en-US" sz="1400" b="1" kern="100">
                          <a:effectLst/>
                        </a:rPr>
                        <a:t>1</a:t>
                      </a:r>
                      <a:r>
                        <a:rPr lang="zh-CN" sz="1400" b="1" kern="100">
                          <a:effectLst/>
                        </a:rPr>
                        <a:t>，</a:t>
                      </a:r>
                      <a:r>
                        <a:rPr lang="en-US" sz="1400" b="1" kern="100">
                          <a:effectLst/>
                        </a:rPr>
                        <a:t>2</a:t>
                      </a:r>
                      <a:r>
                        <a:rPr lang="zh-CN" sz="1400" b="1" kern="100">
                          <a:effectLst/>
                        </a:rPr>
                        <a:t>，</a:t>
                      </a:r>
                      <a:r>
                        <a:rPr lang="en-US" sz="1400" b="1" kern="100">
                          <a:effectLst/>
                        </a:rPr>
                        <a:t>3</a:t>
                      </a:r>
                      <a:endParaRPr lang="zh-CN" sz="18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抢占优先级占</a:t>
                      </a:r>
                      <a:r>
                        <a:rPr lang="en-US" sz="1400" b="1" kern="100">
                          <a:effectLst/>
                        </a:rPr>
                        <a:t>2</a:t>
                      </a:r>
                      <a:r>
                        <a:rPr lang="zh-CN" sz="1400" b="1" kern="100">
                          <a:effectLst/>
                        </a:rPr>
                        <a:t>位，</a:t>
                      </a:r>
                      <a:endParaRPr lang="zh-CN" sz="1800" b="1" kern="10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响应优先级占</a:t>
                      </a:r>
                      <a:r>
                        <a:rPr lang="en-US" sz="1400" b="1" kern="100">
                          <a:effectLst/>
                        </a:rPr>
                        <a:t>2</a:t>
                      </a:r>
                      <a:r>
                        <a:rPr lang="zh-CN" sz="1400" b="1" kern="100">
                          <a:effectLst/>
                        </a:rPr>
                        <a:t>位</a:t>
                      </a:r>
                      <a:endParaRPr lang="zh-CN" sz="18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/>
                </a:tc>
              </a:tr>
              <a:tr h="29273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NVIC_PriorityGroup_3</a:t>
                      </a:r>
                      <a:endParaRPr lang="zh-CN" sz="18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0</a:t>
                      </a:r>
                      <a:r>
                        <a:rPr lang="zh-CN" sz="1400" b="1" kern="100">
                          <a:effectLst/>
                        </a:rPr>
                        <a:t>，</a:t>
                      </a:r>
                      <a:r>
                        <a:rPr lang="en-US" sz="1400" b="1" kern="100">
                          <a:effectLst/>
                        </a:rPr>
                        <a:t>1</a:t>
                      </a:r>
                      <a:r>
                        <a:rPr lang="zh-CN" sz="1400" b="1" kern="100">
                          <a:effectLst/>
                        </a:rPr>
                        <a:t>，</a:t>
                      </a:r>
                      <a:r>
                        <a:rPr lang="en-US" sz="1400" b="1" kern="100">
                          <a:effectLst/>
                        </a:rPr>
                        <a:t>2</a:t>
                      </a:r>
                      <a:r>
                        <a:rPr lang="zh-CN" sz="1400" b="1" kern="100">
                          <a:effectLst/>
                        </a:rPr>
                        <a:t>，</a:t>
                      </a:r>
                      <a:r>
                        <a:rPr lang="en-US" sz="1400" b="1" kern="100">
                          <a:effectLst/>
                        </a:rPr>
                        <a:t>3</a:t>
                      </a:r>
                      <a:r>
                        <a:rPr lang="zh-CN" sz="1400" b="1" kern="100">
                          <a:effectLst/>
                        </a:rPr>
                        <a:t>，</a:t>
                      </a:r>
                      <a:r>
                        <a:rPr lang="en-US" sz="1400" b="1" kern="100">
                          <a:effectLst/>
                        </a:rPr>
                        <a:t>4</a:t>
                      </a:r>
                      <a:r>
                        <a:rPr lang="zh-CN" sz="1400" b="1" kern="100">
                          <a:effectLst/>
                        </a:rPr>
                        <a:t>，</a:t>
                      </a:r>
                      <a:r>
                        <a:rPr lang="en-US" sz="1400" b="1" kern="100">
                          <a:effectLst/>
                        </a:rPr>
                        <a:t>5</a:t>
                      </a:r>
                      <a:r>
                        <a:rPr lang="zh-CN" sz="1400" b="1" kern="100">
                          <a:effectLst/>
                        </a:rPr>
                        <a:t>，</a:t>
                      </a:r>
                      <a:r>
                        <a:rPr lang="en-US" sz="1400" b="1" kern="100">
                          <a:effectLst/>
                        </a:rPr>
                        <a:t>6</a:t>
                      </a:r>
                      <a:r>
                        <a:rPr lang="zh-CN" sz="1400" b="1" kern="100">
                          <a:effectLst/>
                        </a:rPr>
                        <a:t>，</a:t>
                      </a:r>
                      <a:r>
                        <a:rPr lang="en-US" sz="1400" b="1" kern="100">
                          <a:effectLst/>
                        </a:rPr>
                        <a:t>7</a:t>
                      </a:r>
                      <a:endParaRPr lang="zh-CN" sz="18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0</a:t>
                      </a:r>
                      <a:r>
                        <a:rPr lang="zh-CN" sz="1400" b="1" kern="100">
                          <a:effectLst/>
                        </a:rPr>
                        <a:t>，</a:t>
                      </a:r>
                      <a:r>
                        <a:rPr lang="en-US" sz="1400" b="1" kern="100">
                          <a:effectLst/>
                        </a:rPr>
                        <a:t>1</a:t>
                      </a:r>
                      <a:endParaRPr lang="zh-CN" sz="18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抢占优先级占</a:t>
                      </a:r>
                      <a:r>
                        <a:rPr lang="en-US" sz="1400" b="1" kern="100">
                          <a:effectLst/>
                        </a:rPr>
                        <a:t>3</a:t>
                      </a:r>
                      <a:r>
                        <a:rPr lang="zh-CN" sz="1400" b="1" kern="100">
                          <a:effectLst/>
                        </a:rPr>
                        <a:t>位，</a:t>
                      </a:r>
                      <a:endParaRPr lang="zh-CN" sz="1800" b="1" kern="10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响应优先级占</a:t>
                      </a:r>
                      <a:r>
                        <a:rPr lang="en-US" sz="1400" b="1" kern="100">
                          <a:effectLst/>
                        </a:rPr>
                        <a:t>1</a:t>
                      </a:r>
                      <a:r>
                        <a:rPr lang="zh-CN" sz="1400" b="1" kern="100">
                          <a:effectLst/>
                        </a:rPr>
                        <a:t>位</a:t>
                      </a:r>
                      <a:endParaRPr lang="zh-CN" sz="18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/>
                </a:tc>
              </a:tr>
              <a:tr h="2184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NVIC_PriorityGroup_4</a:t>
                      </a:r>
                      <a:endParaRPr lang="zh-CN" sz="18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0</a:t>
                      </a:r>
                      <a:r>
                        <a:rPr lang="zh-CN" sz="1400" b="1" kern="100">
                          <a:effectLst/>
                        </a:rPr>
                        <a:t>～</a:t>
                      </a:r>
                      <a:r>
                        <a:rPr lang="en-US" sz="1400" b="1" kern="100">
                          <a:effectLst/>
                        </a:rPr>
                        <a:t>15</a:t>
                      </a:r>
                      <a:endParaRPr lang="zh-CN" sz="18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0</a:t>
                      </a:r>
                      <a:endParaRPr lang="zh-CN" sz="18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effectLst/>
                        </a:rPr>
                        <a:t>抢占优先级占</a:t>
                      </a:r>
                      <a:r>
                        <a:rPr lang="en-US" sz="1400" b="1" kern="100" dirty="0">
                          <a:effectLst/>
                        </a:rPr>
                        <a:t>4</a:t>
                      </a:r>
                      <a:r>
                        <a:rPr lang="zh-CN" sz="1400" b="1" kern="100" dirty="0">
                          <a:effectLst/>
                        </a:rPr>
                        <a:t>位，</a:t>
                      </a:r>
                      <a:endParaRPr lang="zh-CN" sz="1800" b="1" kern="100" dirty="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effectLst/>
                        </a:rPr>
                        <a:t>响应优先级占</a:t>
                      </a:r>
                      <a:r>
                        <a:rPr lang="en-US" sz="1400" b="1" kern="100" dirty="0">
                          <a:effectLst/>
                        </a:rPr>
                        <a:t>0</a:t>
                      </a:r>
                      <a:r>
                        <a:rPr lang="zh-CN" sz="1400" b="1" kern="100" dirty="0">
                          <a:effectLst/>
                        </a:rPr>
                        <a:t>位</a:t>
                      </a:r>
                      <a:endParaRPr lang="zh-CN" sz="18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2197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2" y="339503"/>
            <a:ext cx="3491878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03955" y="360766"/>
            <a:ext cx="33059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6.2.2 STM32</a:t>
            </a:r>
            <a:r>
              <a:rPr lang="zh-CN" altLang="en-US" sz="2400" b="1" dirty="0">
                <a:solidFill>
                  <a:schemeClr val="bg1"/>
                </a:solidFill>
              </a:rPr>
              <a:t>中断优先级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497759" y="2355726"/>
            <a:ext cx="6712178" cy="2516073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GB" altLang="zh-CN" b="1" dirty="0" err="1" smtClean="0">
                <a:solidFill>
                  <a:prstClr val="black"/>
                </a:solidFill>
              </a:rPr>
              <a:t>typedef</a:t>
            </a:r>
            <a:r>
              <a:rPr lang="en-GB" altLang="zh-CN" b="1" dirty="0" smtClean="0">
                <a:solidFill>
                  <a:prstClr val="black"/>
                </a:solidFill>
              </a:rPr>
              <a:t> </a:t>
            </a:r>
            <a:r>
              <a:rPr lang="en-GB" altLang="zh-CN" b="1" dirty="0" err="1">
                <a:solidFill>
                  <a:prstClr val="black"/>
                </a:solidFill>
              </a:rPr>
              <a:t>struct</a:t>
            </a:r>
            <a:endParaRPr lang="en-GB" altLang="zh-CN" b="1" dirty="0">
              <a:solidFill>
                <a:prstClr val="black"/>
              </a:solidFill>
            </a:endParaRPr>
          </a:p>
          <a:p>
            <a:pPr>
              <a:lnSpc>
                <a:spcPct val="125000"/>
              </a:lnSpc>
            </a:pPr>
            <a:r>
              <a:rPr lang="en-GB" altLang="zh-CN" b="1" dirty="0">
                <a:solidFill>
                  <a:prstClr val="black"/>
                </a:solidFill>
              </a:rPr>
              <a:t>{</a:t>
            </a:r>
          </a:p>
          <a:p>
            <a:pPr>
              <a:lnSpc>
                <a:spcPct val="125000"/>
              </a:lnSpc>
            </a:pPr>
            <a:r>
              <a:rPr lang="en-GB" altLang="zh-CN" b="1" dirty="0">
                <a:solidFill>
                  <a:prstClr val="black"/>
                </a:solidFill>
              </a:rPr>
              <a:t>  uint8_t  </a:t>
            </a:r>
            <a:r>
              <a:rPr lang="en-GB" altLang="zh-CN" b="1" dirty="0" err="1">
                <a:solidFill>
                  <a:prstClr val="black"/>
                </a:solidFill>
              </a:rPr>
              <a:t>NVIC_IRQChannel</a:t>
            </a:r>
            <a:r>
              <a:rPr lang="en-GB" altLang="zh-CN" b="1" dirty="0">
                <a:solidFill>
                  <a:prstClr val="black"/>
                </a:solidFill>
              </a:rPr>
              <a:t>;//</a:t>
            </a:r>
            <a:r>
              <a:rPr lang="zh-CN" altLang="en-US" b="1" dirty="0">
                <a:solidFill>
                  <a:prstClr val="black"/>
                </a:solidFill>
              </a:rPr>
              <a:t>配置中断源，</a:t>
            </a:r>
            <a:r>
              <a:rPr lang="en-GB" altLang="zh-CN" b="1" dirty="0">
                <a:solidFill>
                  <a:prstClr val="black"/>
                </a:solidFill>
              </a:rPr>
              <a:t>IRQ</a:t>
            </a:r>
            <a:r>
              <a:rPr lang="zh-CN" altLang="en-US" b="1" dirty="0">
                <a:solidFill>
                  <a:prstClr val="black"/>
                </a:solidFill>
              </a:rPr>
              <a:t>通道</a:t>
            </a:r>
          </a:p>
          <a:p>
            <a:pPr>
              <a:lnSpc>
                <a:spcPct val="125000"/>
              </a:lnSpc>
            </a:pPr>
            <a:r>
              <a:rPr lang="zh-CN" altLang="en-US" b="1" dirty="0">
                <a:solidFill>
                  <a:prstClr val="black"/>
                </a:solidFill>
              </a:rPr>
              <a:t>  </a:t>
            </a:r>
            <a:r>
              <a:rPr lang="en-GB" altLang="zh-CN" b="1" dirty="0">
                <a:solidFill>
                  <a:prstClr val="black"/>
                </a:solidFill>
              </a:rPr>
              <a:t>uint8_t  </a:t>
            </a:r>
            <a:r>
              <a:rPr lang="en-GB" altLang="zh-CN" b="1" dirty="0" err="1">
                <a:solidFill>
                  <a:prstClr val="black"/>
                </a:solidFill>
              </a:rPr>
              <a:t>NVIC_IRQChannelPreemptionPriority</a:t>
            </a:r>
            <a:r>
              <a:rPr lang="en-GB" altLang="zh-CN" b="1" dirty="0">
                <a:solidFill>
                  <a:prstClr val="black"/>
                </a:solidFill>
              </a:rPr>
              <a:t>; //</a:t>
            </a:r>
            <a:r>
              <a:rPr lang="zh-CN" altLang="en-US" b="1" dirty="0">
                <a:solidFill>
                  <a:prstClr val="black"/>
                </a:solidFill>
              </a:rPr>
              <a:t>配置抢占优先级</a:t>
            </a:r>
          </a:p>
          <a:p>
            <a:pPr>
              <a:lnSpc>
                <a:spcPct val="125000"/>
              </a:lnSpc>
            </a:pPr>
            <a:r>
              <a:rPr lang="zh-CN" altLang="en-US" b="1" dirty="0">
                <a:solidFill>
                  <a:prstClr val="black"/>
                </a:solidFill>
              </a:rPr>
              <a:t>  </a:t>
            </a:r>
            <a:r>
              <a:rPr lang="en-GB" altLang="zh-CN" b="1" dirty="0">
                <a:solidFill>
                  <a:prstClr val="black"/>
                </a:solidFill>
              </a:rPr>
              <a:t>uint8_t  </a:t>
            </a:r>
            <a:r>
              <a:rPr lang="en-GB" altLang="zh-CN" b="1" dirty="0" err="1">
                <a:solidFill>
                  <a:prstClr val="black"/>
                </a:solidFill>
              </a:rPr>
              <a:t>NVIC_IRQChannelSubPriority</a:t>
            </a:r>
            <a:r>
              <a:rPr lang="en-GB" altLang="zh-CN" b="1" dirty="0">
                <a:solidFill>
                  <a:prstClr val="black"/>
                </a:solidFill>
              </a:rPr>
              <a:t>; //</a:t>
            </a:r>
            <a:r>
              <a:rPr lang="zh-CN" altLang="en-US" b="1" dirty="0">
                <a:solidFill>
                  <a:prstClr val="black"/>
                </a:solidFill>
              </a:rPr>
              <a:t>配置响应优先级</a:t>
            </a:r>
          </a:p>
          <a:p>
            <a:pPr>
              <a:lnSpc>
                <a:spcPct val="125000"/>
              </a:lnSpc>
            </a:pPr>
            <a:r>
              <a:rPr lang="zh-CN" altLang="en-US" b="1" dirty="0">
                <a:solidFill>
                  <a:prstClr val="black"/>
                </a:solidFill>
              </a:rPr>
              <a:t>  </a:t>
            </a:r>
            <a:r>
              <a:rPr lang="en-GB" altLang="zh-CN" b="1" dirty="0" err="1">
                <a:solidFill>
                  <a:prstClr val="black"/>
                </a:solidFill>
              </a:rPr>
              <a:t>FunctionalState</a:t>
            </a:r>
            <a:r>
              <a:rPr lang="en-GB" altLang="zh-CN" b="1" dirty="0">
                <a:solidFill>
                  <a:prstClr val="black"/>
                </a:solidFill>
              </a:rPr>
              <a:t>  </a:t>
            </a:r>
            <a:r>
              <a:rPr lang="en-GB" altLang="zh-CN" b="1" dirty="0" err="1">
                <a:solidFill>
                  <a:prstClr val="black"/>
                </a:solidFill>
              </a:rPr>
              <a:t>NVIC_IRQChannelCmd</a:t>
            </a:r>
            <a:r>
              <a:rPr lang="en-GB" altLang="zh-CN" b="1" dirty="0">
                <a:solidFill>
                  <a:prstClr val="black"/>
                </a:solidFill>
              </a:rPr>
              <a:t>; //</a:t>
            </a:r>
            <a:r>
              <a:rPr lang="zh-CN" altLang="en-US" b="1" dirty="0">
                <a:solidFill>
                  <a:prstClr val="black"/>
                </a:solidFill>
              </a:rPr>
              <a:t>使能中断通道</a:t>
            </a:r>
          </a:p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prstClr val="black"/>
                </a:solidFill>
              </a:rPr>
              <a:t>} </a:t>
            </a:r>
            <a:r>
              <a:rPr lang="en-GB" altLang="zh-CN" b="1" dirty="0" err="1">
                <a:solidFill>
                  <a:prstClr val="black"/>
                </a:solidFill>
              </a:rPr>
              <a:t>NVIC_InitTypeDef</a:t>
            </a:r>
            <a:r>
              <a:rPr lang="en-GB" altLang="zh-CN" b="1" dirty="0">
                <a:solidFill>
                  <a:prstClr val="black"/>
                </a:solidFill>
              </a:rPr>
              <a:t>;</a:t>
            </a:r>
          </a:p>
        </p:txBody>
      </p:sp>
      <p:sp>
        <p:nvSpPr>
          <p:cNvPr id="5" name="矩形 4"/>
          <p:cNvSpPr/>
          <p:nvPr/>
        </p:nvSpPr>
        <p:spPr>
          <a:xfrm>
            <a:off x="524118" y="1046787"/>
            <a:ext cx="1875835" cy="4385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25000"/>
              </a:lnSpc>
            </a:pPr>
            <a:r>
              <a:rPr lang="zh-CN" altLang="en-US" b="1" dirty="0" smtClean="0">
                <a:solidFill>
                  <a:srgbClr val="C00000"/>
                </a:solidFill>
              </a:rPr>
              <a:t>中断</a:t>
            </a:r>
            <a:r>
              <a:rPr lang="zh-CN" altLang="en-US" b="1" dirty="0">
                <a:solidFill>
                  <a:srgbClr val="C00000"/>
                </a:solidFill>
              </a:rPr>
              <a:t>初始化</a:t>
            </a:r>
            <a:r>
              <a:rPr lang="zh-CN" altLang="en-US" b="1" dirty="0" smtClean="0">
                <a:solidFill>
                  <a:srgbClr val="C00000"/>
                </a:solidFill>
              </a:rPr>
              <a:t>函数</a:t>
            </a:r>
            <a:r>
              <a:rPr lang="en-GB" altLang="zh-CN" b="1" dirty="0" smtClean="0">
                <a:solidFill>
                  <a:prstClr val="black"/>
                </a:solidFill>
              </a:rPr>
              <a:t>:</a:t>
            </a:r>
            <a:endParaRPr lang="en-GB" altLang="zh-CN" b="1" dirty="0">
              <a:solidFill>
                <a:prstClr val="black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2627784" y="1081412"/>
            <a:ext cx="52565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altLang="zh-CN" b="1" dirty="0">
                <a:solidFill>
                  <a:schemeClr val="accent5">
                    <a:lumMod val="75000"/>
                  </a:schemeClr>
                </a:solidFill>
              </a:rPr>
              <a:t>void </a:t>
            </a:r>
            <a:r>
              <a:rPr lang="en-GB" altLang="zh-CN" b="1" dirty="0" err="1">
                <a:solidFill>
                  <a:schemeClr val="accent5">
                    <a:lumMod val="75000"/>
                  </a:schemeClr>
                </a:solidFill>
              </a:rPr>
              <a:t>NVIC_Init</a:t>
            </a:r>
            <a:r>
              <a:rPr lang="zh-CN" altLang="en-GB" b="1" dirty="0">
                <a:solidFill>
                  <a:schemeClr val="accent5">
                    <a:lumMod val="75000"/>
                  </a:schemeClr>
                </a:solidFill>
              </a:rPr>
              <a:t>（</a:t>
            </a:r>
            <a:r>
              <a:rPr lang="en-GB" altLang="zh-CN" b="1" dirty="0" err="1">
                <a:solidFill>
                  <a:schemeClr val="accent5">
                    <a:lumMod val="75000"/>
                  </a:schemeClr>
                </a:solidFill>
              </a:rPr>
              <a:t>NVIC_InitTypeDef</a:t>
            </a:r>
            <a:r>
              <a:rPr lang="en-GB" altLang="zh-CN" b="1" dirty="0">
                <a:solidFill>
                  <a:schemeClr val="accent5">
                    <a:lumMod val="75000"/>
                  </a:schemeClr>
                </a:solidFill>
              </a:rPr>
              <a:t> * </a:t>
            </a:r>
            <a:r>
              <a:rPr lang="en-GB" altLang="zh-CN" b="1" dirty="0" err="1">
                <a:solidFill>
                  <a:schemeClr val="accent5">
                    <a:lumMod val="75000"/>
                  </a:schemeClr>
                </a:solidFill>
              </a:rPr>
              <a:t>NVIC_InitStruct</a:t>
            </a:r>
            <a:r>
              <a:rPr lang="zh-CN" altLang="en-GB" b="1" dirty="0">
                <a:solidFill>
                  <a:schemeClr val="accent5">
                    <a:lumMod val="75000"/>
                  </a:schemeClr>
                </a:solidFill>
              </a:rPr>
              <a:t>）</a:t>
            </a:r>
            <a:endParaRPr lang="zh-CN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537708" y="1587241"/>
            <a:ext cx="4536504" cy="4084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5000"/>
              </a:lnSpc>
            </a:pPr>
            <a:r>
              <a:rPr lang="zh-CN" altLang="en-US" b="1" dirty="0" smtClean="0">
                <a:solidFill>
                  <a:srgbClr val="C00000"/>
                </a:solidFill>
              </a:rPr>
              <a:t>作用</a:t>
            </a:r>
            <a:r>
              <a:rPr lang="zh-CN" altLang="en-US" b="1" dirty="0" smtClean="0">
                <a:solidFill>
                  <a:prstClr val="black"/>
                </a:solidFill>
              </a:rPr>
              <a:t>：设置</a:t>
            </a:r>
            <a:r>
              <a:rPr lang="zh-CN" altLang="en-US" b="1" dirty="0">
                <a:solidFill>
                  <a:prstClr val="black"/>
                </a:solidFill>
              </a:rPr>
              <a:t>抢占优先级和响应优先级</a:t>
            </a:r>
            <a:endParaRPr lang="en-GB" altLang="zh-CN" b="1" dirty="0">
              <a:solidFill>
                <a:prstClr val="black"/>
              </a:solidFill>
            </a:endParaRPr>
          </a:p>
        </p:txBody>
      </p:sp>
      <p:sp>
        <p:nvSpPr>
          <p:cNvPr id="11" name="椭圆形标注 10"/>
          <p:cNvSpPr/>
          <p:nvPr/>
        </p:nvSpPr>
        <p:spPr>
          <a:xfrm>
            <a:off x="4853848" y="483518"/>
            <a:ext cx="1158312" cy="504056"/>
          </a:xfrm>
          <a:prstGeom prst="wedgeEllipseCallout">
            <a:avLst>
              <a:gd name="adj1" fmla="val -26739"/>
              <a:gd name="adj2" fmla="val 86406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/>
              <a:t>结构体</a:t>
            </a:r>
          </a:p>
        </p:txBody>
      </p:sp>
      <p:sp>
        <p:nvSpPr>
          <p:cNvPr id="15" name="圆角矩形标注 14"/>
          <p:cNvSpPr/>
          <p:nvPr/>
        </p:nvSpPr>
        <p:spPr>
          <a:xfrm>
            <a:off x="5148064" y="1635646"/>
            <a:ext cx="2376264" cy="576064"/>
          </a:xfrm>
          <a:prstGeom prst="wedgeRoundRectCallout">
            <a:avLst>
              <a:gd name="adj1" fmla="val 29597"/>
              <a:gd name="adj2" fmla="val -87414"/>
              <a:gd name="adj3" fmla="val 16667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prstClr val="black"/>
                </a:solidFill>
              </a:rPr>
              <a:t>指向</a:t>
            </a:r>
            <a:r>
              <a:rPr lang="en-GB" altLang="zh-CN" sz="1600" b="1" dirty="0" err="1">
                <a:solidFill>
                  <a:prstClr val="black"/>
                </a:solidFill>
              </a:rPr>
              <a:t>NVIC_InitTypeDef</a:t>
            </a:r>
            <a:r>
              <a:rPr lang="zh-CN" altLang="en-US" sz="1600" b="1" dirty="0">
                <a:solidFill>
                  <a:prstClr val="black"/>
                </a:solidFill>
              </a:rPr>
              <a:t>结构体的指针</a:t>
            </a:r>
            <a:endParaRPr lang="zh-CN" altLang="en-US" sz="1600" dirty="0"/>
          </a:p>
        </p:txBody>
      </p:sp>
      <p:sp>
        <p:nvSpPr>
          <p:cNvPr id="16" name="下箭头 15"/>
          <p:cNvSpPr/>
          <p:nvPr/>
        </p:nvSpPr>
        <p:spPr>
          <a:xfrm rot="10800000">
            <a:off x="6588224" y="1995686"/>
            <a:ext cx="324036" cy="504056"/>
          </a:xfrm>
          <a:prstGeom prst="downArrow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/>
          </a:p>
        </p:txBody>
      </p:sp>
    </p:spTree>
    <p:extLst>
      <p:ext uri="{BB962C8B-B14F-4D97-AF65-F5344CB8AC3E}">
        <p14:creationId xmlns:p14="http://schemas.microsoft.com/office/powerpoint/2010/main" val="3831822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2" y="339503"/>
            <a:ext cx="3491878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03955" y="360766"/>
            <a:ext cx="33059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6.2.2 STM32</a:t>
            </a:r>
            <a:r>
              <a:rPr lang="zh-CN" altLang="en-US" sz="2400" b="1" dirty="0">
                <a:solidFill>
                  <a:schemeClr val="bg1"/>
                </a:solidFill>
              </a:rPr>
              <a:t>中断优先级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cxnSp>
        <p:nvCxnSpPr>
          <p:cNvPr id="22" name="肘形连接符 21"/>
          <p:cNvCxnSpPr/>
          <p:nvPr/>
        </p:nvCxnSpPr>
        <p:spPr>
          <a:xfrm rot="10800000">
            <a:off x="251521" y="1019839"/>
            <a:ext cx="3760165" cy="1331811"/>
          </a:xfrm>
          <a:prstGeom prst="bentConnector3">
            <a:avLst>
              <a:gd name="adj1" fmla="val 421"/>
            </a:avLst>
          </a:prstGeom>
          <a:ln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4"/>
          <p:cNvSpPr txBox="1"/>
          <p:nvPr/>
        </p:nvSpPr>
        <p:spPr>
          <a:xfrm>
            <a:off x="423050" y="1083021"/>
            <a:ext cx="3577599" cy="687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600" b="1" dirty="0" smtClean="0"/>
              <a:t>高</a:t>
            </a:r>
            <a:r>
              <a:rPr lang="zh-CN" altLang="en-US" sz="1600" b="1" dirty="0"/>
              <a:t>抢先优先级的中断可以打断低抢先优先级的中断服务，构成中断嵌套</a:t>
            </a:r>
            <a:r>
              <a:rPr lang="zh-CN" altLang="en-US" sz="1600" b="1" dirty="0" smtClean="0"/>
              <a:t>；</a:t>
            </a:r>
            <a:endParaRPr lang="zh-CN" alt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cxnSp>
        <p:nvCxnSpPr>
          <p:cNvPr id="27" name="肘形连接符 26"/>
          <p:cNvCxnSpPr/>
          <p:nvPr/>
        </p:nvCxnSpPr>
        <p:spPr>
          <a:xfrm rot="10800000" flipV="1">
            <a:off x="353434" y="2732851"/>
            <a:ext cx="2913544" cy="278169"/>
          </a:xfrm>
          <a:prstGeom prst="bentConnector3">
            <a:avLst>
              <a:gd name="adj1" fmla="val 855"/>
            </a:avLst>
          </a:prstGeom>
          <a:ln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4"/>
          <p:cNvSpPr txBox="1"/>
          <p:nvPr/>
        </p:nvSpPr>
        <p:spPr>
          <a:xfrm>
            <a:off x="1619672" y="3723878"/>
            <a:ext cx="5472608" cy="105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600" b="1" dirty="0"/>
              <a:t>中断优先级判断：先判断抢占优先级的大小，如果抢占优先级相同，则比较响应优先级的大小，若抢占优先级和响应优先级均相同，则根据中断向量表中的顺序来决定</a:t>
            </a:r>
            <a:r>
              <a:rPr lang="zh-CN" altLang="en-US" sz="1600" b="1" dirty="0" smtClean="0"/>
              <a:t>；</a:t>
            </a:r>
            <a:endParaRPr lang="zh-CN" alt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cxnSp>
        <p:nvCxnSpPr>
          <p:cNvPr id="29" name="肘形连接符 28"/>
          <p:cNvCxnSpPr/>
          <p:nvPr/>
        </p:nvCxnSpPr>
        <p:spPr>
          <a:xfrm flipV="1">
            <a:off x="5306578" y="1024636"/>
            <a:ext cx="2891740" cy="706197"/>
          </a:xfrm>
          <a:prstGeom prst="bentConnector3">
            <a:avLst>
              <a:gd name="adj1" fmla="val 109"/>
            </a:avLst>
          </a:prstGeom>
          <a:ln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4"/>
          <p:cNvSpPr txBox="1"/>
          <p:nvPr/>
        </p:nvSpPr>
        <p:spPr>
          <a:xfrm>
            <a:off x="5523826" y="1060322"/>
            <a:ext cx="2329926" cy="7325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600" b="1" dirty="0"/>
              <a:t>抢占优先级的优先级总是高于响应优先级</a:t>
            </a:r>
            <a:r>
              <a:rPr lang="zh-CN" altLang="en-US" sz="1600" b="1" dirty="0" smtClean="0"/>
              <a:t>；</a:t>
            </a:r>
            <a:endParaRPr lang="zh-CN" alt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cxnSp>
        <p:nvCxnSpPr>
          <p:cNvPr id="31" name="肘形连接符 30"/>
          <p:cNvCxnSpPr/>
          <p:nvPr/>
        </p:nvCxnSpPr>
        <p:spPr>
          <a:xfrm>
            <a:off x="5869857" y="2399720"/>
            <a:ext cx="2160651" cy="1177937"/>
          </a:xfrm>
          <a:prstGeom prst="bentConnector3">
            <a:avLst>
              <a:gd name="adj1" fmla="val -14421"/>
            </a:avLst>
          </a:prstGeom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4"/>
          <p:cNvSpPr txBox="1"/>
          <p:nvPr/>
        </p:nvSpPr>
        <p:spPr>
          <a:xfrm>
            <a:off x="5700582" y="2575301"/>
            <a:ext cx="2687842" cy="105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1600" b="1" dirty="0"/>
              <a:t>Reset NMI Hard Fault</a:t>
            </a:r>
            <a:r>
              <a:rPr lang="zh-CN" altLang="en-US" sz="1600" b="1" dirty="0"/>
              <a:t>的优先级为负，且不可修改，高于普通的中断优先级</a:t>
            </a:r>
            <a:r>
              <a:rPr lang="zh-CN" altLang="en-US" sz="1600" b="1" dirty="0" smtClean="0"/>
              <a:t>。</a:t>
            </a:r>
            <a:endParaRPr lang="zh-CN" alt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14" name="Freeform 6"/>
          <p:cNvSpPr>
            <a:spLocks/>
          </p:cNvSpPr>
          <p:nvPr/>
        </p:nvSpPr>
        <p:spPr bwMode="auto">
          <a:xfrm>
            <a:off x="5700582" y="2092975"/>
            <a:ext cx="544902" cy="613491"/>
          </a:xfrm>
          <a:custGeom>
            <a:avLst/>
            <a:gdLst>
              <a:gd name="T0" fmla="*/ 25 w 423"/>
              <a:gd name="T1" fmla="*/ 101 h 476"/>
              <a:gd name="T2" fmla="*/ 186 w 423"/>
              <a:gd name="T3" fmla="*/ 8 h 476"/>
              <a:gd name="T4" fmla="*/ 237 w 423"/>
              <a:gd name="T5" fmla="*/ 8 h 476"/>
              <a:gd name="T6" fmla="*/ 397 w 423"/>
              <a:gd name="T7" fmla="*/ 101 h 476"/>
              <a:gd name="T8" fmla="*/ 423 w 423"/>
              <a:gd name="T9" fmla="*/ 145 h 476"/>
              <a:gd name="T10" fmla="*/ 423 w 423"/>
              <a:gd name="T11" fmla="*/ 331 h 476"/>
              <a:gd name="T12" fmla="*/ 398 w 423"/>
              <a:gd name="T13" fmla="*/ 375 h 476"/>
              <a:gd name="T14" fmla="*/ 237 w 423"/>
              <a:gd name="T15" fmla="*/ 467 h 476"/>
              <a:gd name="T16" fmla="*/ 186 w 423"/>
              <a:gd name="T17" fmla="*/ 467 h 476"/>
              <a:gd name="T18" fmla="*/ 105 w 423"/>
              <a:gd name="T19" fmla="*/ 421 h 476"/>
              <a:gd name="T20" fmla="*/ 25 w 423"/>
              <a:gd name="T21" fmla="*/ 375 h 476"/>
              <a:gd name="T22" fmla="*/ 0 w 423"/>
              <a:gd name="T23" fmla="*/ 330 h 476"/>
              <a:gd name="T24" fmla="*/ 0 w 423"/>
              <a:gd name="T25" fmla="*/ 145 h 476"/>
              <a:gd name="T26" fmla="*/ 25 w 423"/>
              <a:gd name="T27" fmla="*/ 101 h 4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23" h="476">
                <a:moveTo>
                  <a:pt x="25" y="101"/>
                </a:moveTo>
                <a:cubicBezTo>
                  <a:pt x="79" y="70"/>
                  <a:pt x="132" y="39"/>
                  <a:pt x="186" y="8"/>
                </a:cubicBezTo>
                <a:cubicBezTo>
                  <a:pt x="202" y="0"/>
                  <a:pt x="221" y="0"/>
                  <a:pt x="237" y="8"/>
                </a:cubicBezTo>
                <a:cubicBezTo>
                  <a:pt x="290" y="39"/>
                  <a:pt x="344" y="70"/>
                  <a:pt x="397" y="101"/>
                </a:cubicBezTo>
                <a:cubicBezTo>
                  <a:pt x="413" y="110"/>
                  <a:pt x="422" y="127"/>
                  <a:pt x="423" y="145"/>
                </a:cubicBezTo>
                <a:cubicBezTo>
                  <a:pt x="423" y="331"/>
                  <a:pt x="423" y="331"/>
                  <a:pt x="423" y="331"/>
                </a:cubicBezTo>
                <a:cubicBezTo>
                  <a:pt x="422" y="348"/>
                  <a:pt x="413" y="365"/>
                  <a:pt x="398" y="375"/>
                </a:cubicBezTo>
                <a:cubicBezTo>
                  <a:pt x="237" y="467"/>
                  <a:pt x="237" y="467"/>
                  <a:pt x="237" y="467"/>
                </a:cubicBezTo>
                <a:cubicBezTo>
                  <a:pt x="221" y="476"/>
                  <a:pt x="201" y="476"/>
                  <a:pt x="186" y="467"/>
                </a:cubicBezTo>
                <a:cubicBezTo>
                  <a:pt x="105" y="421"/>
                  <a:pt x="105" y="421"/>
                  <a:pt x="105" y="421"/>
                </a:cubicBezTo>
                <a:cubicBezTo>
                  <a:pt x="25" y="375"/>
                  <a:pt x="25" y="375"/>
                  <a:pt x="25" y="375"/>
                </a:cubicBezTo>
                <a:cubicBezTo>
                  <a:pt x="10" y="365"/>
                  <a:pt x="0" y="348"/>
                  <a:pt x="0" y="33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27"/>
                  <a:pt x="10" y="110"/>
                  <a:pt x="25" y="10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 w="25400">
            <a:noFill/>
          </a:ln>
          <a:effectLst>
            <a:outerShdw blurRad="241300" dist="38100" dir="5400000" sx="90000" sy="-19000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4400">
              <a:solidFill>
                <a:srgbClr val="FEFABC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18" name="Freeform 3"/>
          <p:cNvSpPr>
            <a:spLocks/>
          </p:cNvSpPr>
          <p:nvPr/>
        </p:nvSpPr>
        <p:spPr bwMode="auto">
          <a:xfrm>
            <a:off x="3179432" y="2583165"/>
            <a:ext cx="649688" cy="731467"/>
          </a:xfrm>
          <a:custGeom>
            <a:avLst/>
            <a:gdLst>
              <a:gd name="T0" fmla="*/ 25 w 423"/>
              <a:gd name="T1" fmla="*/ 101 h 476"/>
              <a:gd name="T2" fmla="*/ 186 w 423"/>
              <a:gd name="T3" fmla="*/ 8 h 476"/>
              <a:gd name="T4" fmla="*/ 237 w 423"/>
              <a:gd name="T5" fmla="*/ 8 h 476"/>
              <a:gd name="T6" fmla="*/ 397 w 423"/>
              <a:gd name="T7" fmla="*/ 101 h 476"/>
              <a:gd name="T8" fmla="*/ 423 w 423"/>
              <a:gd name="T9" fmla="*/ 145 h 476"/>
              <a:gd name="T10" fmla="*/ 423 w 423"/>
              <a:gd name="T11" fmla="*/ 331 h 476"/>
              <a:gd name="T12" fmla="*/ 398 w 423"/>
              <a:gd name="T13" fmla="*/ 375 h 476"/>
              <a:gd name="T14" fmla="*/ 237 w 423"/>
              <a:gd name="T15" fmla="*/ 467 h 476"/>
              <a:gd name="T16" fmla="*/ 186 w 423"/>
              <a:gd name="T17" fmla="*/ 467 h 476"/>
              <a:gd name="T18" fmla="*/ 105 w 423"/>
              <a:gd name="T19" fmla="*/ 421 h 476"/>
              <a:gd name="T20" fmla="*/ 25 w 423"/>
              <a:gd name="T21" fmla="*/ 375 h 476"/>
              <a:gd name="T22" fmla="*/ 0 w 423"/>
              <a:gd name="T23" fmla="*/ 330 h 476"/>
              <a:gd name="T24" fmla="*/ 0 w 423"/>
              <a:gd name="T25" fmla="*/ 145 h 476"/>
              <a:gd name="T26" fmla="*/ 25 w 423"/>
              <a:gd name="T27" fmla="*/ 101 h 4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23" h="476">
                <a:moveTo>
                  <a:pt x="25" y="101"/>
                </a:moveTo>
                <a:cubicBezTo>
                  <a:pt x="79" y="70"/>
                  <a:pt x="132" y="39"/>
                  <a:pt x="186" y="8"/>
                </a:cubicBezTo>
                <a:cubicBezTo>
                  <a:pt x="202" y="0"/>
                  <a:pt x="221" y="0"/>
                  <a:pt x="237" y="8"/>
                </a:cubicBezTo>
                <a:cubicBezTo>
                  <a:pt x="290" y="39"/>
                  <a:pt x="344" y="70"/>
                  <a:pt x="397" y="101"/>
                </a:cubicBezTo>
                <a:cubicBezTo>
                  <a:pt x="413" y="110"/>
                  <a:pt x="422" y="127"/>
                  <a:pt x="423" y="145"/>
                </a:cubicBezTo>
                <a:cubicBezTo>
                  <a:pt x="423" y="331"/>
                  <a:pt x="423" y="331"/>
                  <a:pt x="423" y="331"/>
                </a:cubicBezTo>
                <a:cubicBezTo>
                  <a:pt x="422" y="348"/>
                  <a:pt x="413" y="365"/>
                  <a:pt x="398" y="375"/>
                </a:cubicBezTo>
                <a:cubicBezTo>
                  <a:pt x="237" y="467"/>
                  <a:pt x="237" y="467"/>
                  <a:pt x="237" y="467"/>
                </a:cubicBezTo>
                <a:cubicBezTo>
                  <a:pt x="221" y="476"/>
                  <a:pt x="201" y="476"/>
                  <a:pt x="186" y="467"/>
                </a:cubicBezTo>
                <a:cubicBezTo>
                  <a:pt x="105" y="421"/>
                  <a:pt x="105" y="421"/>
                  <a:pt x="105" y="421"/>
                </a:cubicBezTo>
                <a:cubicBezTo>
                  <a:pt x="25" y="375"/>
                  <a:pt x="25" y="375"/>
                  <a:pt x="25" y="375"/>
                </a:cubicBezTo>
                <a:cubicBezTo>
                  <a:pt x="10" y="365"/>
                  <a:pt x="0" y="348"/>
                  <a:pt x="0" y="33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27"/>
                  <a:pt x="10" y="110"/>
                  <a:pt x="25" y="101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 w="25400">
            <a:noFill/>
          </a:ln>
          <a:effectLst>
            <a:outerShdw blurRad="241300" dist="38100" dir="5400000" sx="90000" sy="-19000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4400">
              <a:solidFill>
                <a:srgbClr val="FEFABC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19" name="Freeform 4"/>
          <p:cNvSpPr>
            <a:spLocks/>
          </p:cNvSpPr>
          <p:nvPr/>
        </p:nvSpPr>
        <p:spPr bwMode="auto">
          <a:xfrm>
            <a:off x="4981734" y="1650122"/>
            <a:ext cx="649688" cy="731467"/>
          </a:xfrm>
          <a:custGeom>
            <a:avLst/>
            <a:gdLst>
              <a:gd name="T0" fmla="*/ 25 w 423"/>
              <a:gd name="T1" fmla="*/ 101 h 476"/>
              <a:gd name="T2" fmla="*/ 186 w 423"/>
              <a:gd name="T3" fmla="*/ 8 h 476"/>
              <a:gd name="T4" fmla="*/ 237 w 423"/>
              <a:gd name="T5" fmla="*/ 8 h 476"/>
              <a:gd name="T6" fmla="*/ 397 w 423"/>
              <a:gd name="T7" fmla="*/ 101 h 476"/>
              <a:gd name="T8" fmla="*/ 423 w 423"/>
              <a:gd name="T9" fmla="*/ 145 h 476"/>
              <a:gd name="T10" fmla="*/ 423 w 423"/>
              <a:gd name="T11" fmla="*/ 331 h 476"/>
              <a:gd name="T12" fmla="*/ 398 w 423"/>
              <a:gd name="T13" fmla="*/ 375 h 476"/>
              <a:gd name="T14" fmla="*/ 237 w 423"/>
              <a:gd name="T15" fmla="*/ 467 h 476"/>
              <a:gd name="T16" fmla="*/ 186 w 423"/>
              <a:gd name="T17" fmla="*/ 467 h 476"/>
              <a:gd name="T18" fmla="*/ 105 w 423"/>
              <a:gd name="T19" fmla="*/ 421 h 476"/>
              <a:gd name="T20" fmla="*/ 25 w 423"/>
              <a:gd name="T21" fmla="*/ 375 h 476"/>
              <a:gd name="T22" fmla="*/ 0 w 423"/>
              <a:gd name="T23" fmla="*/ 330 h 476"/>
              <a:gd name="T24" fmla="*/ 0 w 423"/>
              <a:gd name="T25" fmla="*/ 145 h 476"/>
              <a:gd name="T26" fmla="*/ 25 w 423"/>
              <a:gd name="T27" fmla="*/ 101 h 4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23" h="476">
                <a:moveTo>
                  <a:pt x="25" y="101"/>
                </a:moveTo>
                <a:cubicBezTo>
                  <a:pt x="79" y="70"/>
                  <a:pt x="132" y="39"/>
                  <a:pt x="186" y="8"/>
                </a:cubicBezTo>
                <a:cubicBezTo>
                  <a:pt x="202" y="0"/>
                  <a:pt x="221" y="0"/>
                  <a:pt x="237" y="8"/>
                </a:cubicBezTo>
                <a:cubicBezTo>
                  <a:pt x="290" y="39"/>
                  <a:pt x="344" y="70"/>
                  <a:pt x="397" y="101"/>
                </a:cubicBezTo>
                <a:cubicBezTo>
                  <a:pt x="413" y="110"/>
                  <a:pt x="422" y="127"/>
                  <a:pt x="423" y="145"/>
                </a:cubicBezTo>
                <a:cubicBezTo>
                  <a:pt x="423" y="331"/>
                  <a:pt x="423" y="331"/>
                  <a:pt x="423" y="331"/>
                </a:cubicBezTo>
                <a:cubicBezTo>
                  <a:pt x="422" y="348"/>
                  <a:pt x="413" y="365"/>
                  <a:pt x="398" y="375"/>
                </a:cubicBezTo>
                <a:cubicBezTo>
                  <a:pt x="237" y="467"/>
                  <a:pt x="237" y="467"/>
                  <a:pt x="237" y="467"/>
                </a:cubicBezTo>
                <a:cubicBezTo>
                  <a:pt x="221" y="476"/>
                  <a:pt x="201" y="476"/>
                  <a:pt x="186" y="467"/>
                </a:cubicBezTo>
                <a:cubicBezTo>
                  <a:pt x="105" y="421"/>
                  <a:pt x="105" y="421"/>
                  <a:pt x="105" y="421"/>
                </a:cubicBezTo>
                <a:cubicBezTo>
                  <a:pt x="25" y="375"/>
                  <a:pt x="25" y="375"/>
                  <a:pt x="25" y="375"/>
                </a:cubicBezTo>
                <a:cubicBezTo>
                  <a:pt x="10" y="365"/>
                  <a:pt x="0" y="348"/>
                  <a:pt x="0" y="33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27"/>
                  <a:pt x="10" y="110"/>
                  <a:pt x="25" y="101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 w="25400">
            <a:noFill/>
          </a:ln>
          <a:effectLst>
            <a:outerShdw blurRad="241300" dist="38100" dir="5400000" sx="90000" sy="-19000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4400">
              <a:solidFill>
                <a:srgbClr val="FEFABC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20" name="Freeform 2"/>
          <p:cNvSpPr>
            <a:spLocks/>
          </p:cNvSpPr>
          <p:nvPr/>
        </p:nvSpPr>
        <p:spPr bwMode="auto">
          <a:xfrm>
            <a:off x="4499816" y="2302068"/>
            <a:ext cx="884374" cy="995693"/>
          </a:xfrm>
          <a:custGeom>
            <a:avLst/>
            <a:gdLst>
              <a:gd name="T0" fmla="*/ 25 w 423"/>
              <a:gd name="T1" fmla="*/ 101 h 476"/>
              <a:gd name="T2" fmla="*/ 186 w 423"/>
              <a:gd name="T3" fmla="*/ 8 h 476"/>
              <a:gd name="T4" fmla="*/ 237 w 423"/>
              <a:gd name="T5" fmla="*/ 8 h 476"/>
              <a:gd name="T6" fmla="*/ 397 w 423"/>
              <a:gd name="T7" fmla="*/ 101 h 476"/>
              <a:gd name="T8" fmla="*/ 423 w 423"/>
              <a:gd name="T9" fmla="*/ 145 h 476"/>
              <a:gd name="T10" fmla="*/ 423 w 423"/>
              <a:gd name="T11" fmla="*/ 331 h 476"/>
              <a:gd name="T12" fmla="*/ 398 w 423"/>
              <a:gd name="T13" fmla="*/ 375 h 476"/>
              <a:gd name="T14" fmla="*/ 237 w 423"/>
              <a:gd name="T15" fmla="*/ 467 h 476"/>
              <a:gd name="T16" fmla="*/ 186 w 423"/>
              <a:gd name="T17" fmla="*/ 467 h 476"/>
              <a:gd name="T18" fmla="*/ 105 w 423"/>
              <a:gd name="T19" fmla="*/ 421 h 476"/>
              <a:gd name="T20" fmla="*/ 25 w 423"/>
              <a:gd name="T21" fmla="*/ 375 h 476"/>
              <a:gd name="T22" fmla="*/ 0 w 423"/>
              <a:gd name="T23" fmla="*/ 330 h 476"/>
              <a:gd name="T24" fmla="*/ 0 w 423"/>
              <a:gd name="T25" fmla="*/ 145 h 476"/>
              <a:gd name="T26" fmla="*/ 25 w 423"/>
              <a:gd name="T27" fmla="*/ 101 h 4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23" h="476">
                <a:moveTo>
                  <a:pt x="25" y="101"/>
                </a:moveTo>
                <a:cubicBezTo>
                  <a:pt x="79" y="70"/>
                  <a:pt x="132" y="39"/>
                  <a:pt x="186" y="8"/>
                </a:cubicBezTo>
                <a:cubicBezTo>
                  <a:pt x="202" y="0"/>
                  <a:pt x="221" y="0"/>
                  <a:pt x="237" y="8"/>
                </a:cubicBezTo>
                <a:cubicBezTo>
                  <a:pt x="290" y="39"/>
                  <a:pt x="344" y="70"/>
                  <a:pt x="397" y="101"/>
                </a:cubicBezTo>
                <a:cubicBezTo>
                  <a:pt x="413" y="110"/>
                  <a:pt x="422" y="127"/>
                  <a:pt x="423" y="145"/>
                </a:cubicBezTo>
                <a:cubicBezTo>
                  <a:pt x="423" y="331"/>
                  <a:pt x="423" y="331"/>
                  <a:pt x="423" y="331"/>
                </a:cubicBezTo>
                <a:cubicBezTo>
                  <a:pt x="422" y="348"/>
                  <a:pt x="413" y="365"/>
                  <a:pt x="398" y="375"/>
                </a:cubicBezTo>
                <a:cubicBezTo>
                  <a:pt x="237" y="467"/>
                  <a:pt x="237" y="467"/>
                  <a:pt x="237" y="467"/>
                </a:cubicBezTo>
                <a:cubicBezTo>
                  <a:pt x="221" y="476"/>
                  <a:pt x="201" y="476"/>
                  <a:pt x="186" y="467"/>
                </a:cubicBezTo>
                <a:cubicBezTo>
                  <a:pt x="105" y="421"/>
                  <a:pt x="105" y="421"/>
                  <a:pt x="105" y="421"/>
                </a:cubicBezTo>
                <a:cubicBezTo>
                  <a:pt x="25" y="375"/>
                  <a:pt x="25" y="375"/>
                  <a:pt x="25" y="375"/>
                </a:cubicBezTo>
                <a:cubicBezTo>
                  <a:pt x="10" y="365"/>
                  <a:pt x="0" y="348"/>
                  <a:pt x="0" y="33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27"/>
                  <a:pt x="10" y="110"/>
                  <a:pt x="25" y="101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 w="25400">
            <a:noFill/>
          </a:ln>
          <a:effectLst>
            <a:outerShdw blurRad="241300" dist="38100" dir="5400000" sx="90000" sy="-19000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4400">
              <a:solidFill>
                <a:srgbClr val="FEFABC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21" name="Freeform 1"/>
          <p:cNvSpPr>
            <a:spLocks/>
          </p:cNvSpPr>
          <p:nvPr/>
        </p:nvSpPr>
        <p:spPr bwMode="auto">
          <a:xfrm>
            <a:off x="3553828" y="1737158"/>
            <a:ext cx="884374" cy="995693"/>
          </a:xfrm>
          <a:custGeom>
            <a:avLst/>
            <a:gdLst>
              <a:gd name="T0" fmla="*/ 25 w 423"/>
              <a:gd name="T1" fmla="*/ 101 h 476"/>
              <a:gd name="T2" fmla="*/ 186 w 423"/>
              <a:gd name="T3" fmla="*/ 8 h 476"/>
              <a:gd name="T4" fmla="*/ 237 w 423"/>
              <a:gd name="T5" fmla="*/ 8 h 476"/>
              <a:gd name="T6" fmla="*/ 397 w 423"/>
              <a:gd name="T7" fmla="*/ 101 h 476"/>
              <a:gd name="T8" fmla="*/ 423 w 423"/>
              <a:gd name="T9" fmla="*/ 145 h 476"/>
              <a:gd name="T10" fmla="*/ 423 w 423"/>
              <a:gd name="T11" fmla="*/ 331 h 476"/>
              <a:gd name="T12" fmla="*/ 398 w 423"/>
              <a:gd name="T13" fmla="*/ 375 h 476"/>
              <a:gd name="T14" fmla="*/ 237 w 423"/>
              <a:gd name="T15" fmla="*/ 467 h 476"/>
              <a:gd name="T16" fmla="*/ 186 w 423"/>
              <a:gd name="T17" fmla="*/ 467 h 476"/>
              <a:gd name="T18" fmla="*/ 105 w 423"/>
              <a:gd name="T19" fmla="*/ 421 h 476"/>
              <a:gd name="T20" fmla="*/ 25 w 423"/>
              <a:gd name="T21" fmla="*/ 375 h 476"/>
              <a:gd name="T22" fmla="*/ 0 w 423"/>
              <a:gd name="T23" fmla="*/ 330 h 476"/>
              <a:gd name="T24" fmla="*/ 0 w 423"/>
              <a:gd name="T25" fmla="*/ 145 h 476"/>
              <a:gd name="T26" fmla="*/ 25 w 423"/>
              <a:gd name="T27" fmla="*/ 101 h 4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23" h="476">
                <a:moveTo>
                  <a:pt x="25" y="101"/>
                </a:moveTo>
                <a:cubicBezTo>
                  <a:pt x="79" y="70"/>
                  <a:pt x="132" y="39"/>
                  <a:pt x="186" y="8"/>
                </a:cubicBezTo>
                <a:cubicBezTo>
                  <a:pt x="202" y="0"/>
                  <a:pt x="221" y="0"/>
                  <a:pt x="237" y="8"/>
                </a:cubicBezTo>
                <a:cubicBezTo>
                  <a:pt x="290" y="39"/>
                  <a:pt x="344" y="70"/>
                  <a:pt x="397" y="101"/>
                </a:cubicBezTo>
                <a:cubicBezTo>
                  <a:pt x="413" y="110"/>
                  <a:pt x="422" y="127"/>
                  <a:pt x="423" y="145"/>
                </a:cubicBezTo>
                <a:cubicBezTo>
                  <a:pt x="423" y="331"/>
                  <a:pt x="423" y="331"/>
                  <a:pt x="423" y="331"/>
                </a:cubicBezTo>
                <a:cubicBezTo>
                  <a:pt x="422" y="348"/>
                  <a:pt x="413" y="365"/>
                  <a:pt x="398" y="375"/>
                </a:cubicBezTo>
                <a:cubicBezTo>
                  <a:pt x="237" y="467"/>
                  <a:pt x="237" y="467"/>
                  <a:pt x="237" y="467"/>
                </a:cubicBezTo>
                <a:cubicBezTo>
                  <a:pt x="221" y="476"/>
                  <a:pt x="201" y="476"/>
                  <a:pt x="186" y="467"/>
                </a:cubicBezTo>
                <a:cubicBezTo>
                  <a:pt x="105" y="421"/>
                  <a:pt x="105" y="421"/>
                  <a:pt x="105" y="421"/>
                </a:cubicBezTo>
                <a:cubicBezTo>
                  <a:pt x="25" y="375"/>
                  <a:pt x="25" y="375"/>
                  <a:pt x="25" y="375"/>
                </a:cubicBezTo>
                <a:cubicBezTo>
                  <a:pt x="10" y="365"/>
                  <a:pt x="0" y="348"/>
                  <a:pt x="0" y="33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27"/>
                  <a:pt x="10" y="110"/>
                  <a:pt x="25" y="101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 w="25400">
            <a:noFill/>
          </a:ln>
          <a:effectLst>
            <a:outerShdw blurRad="241300" dist="38100" dir="5400000" sx="90000" sy="-19000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4400">
              <a:solidFill>
                <a:srgbClr val="FEFABC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33" name="Freeform 14"/>
          <p:cNvSpPr>
            <a:spLocks noEditPoints="1"/>
          </p:cNvSpPr>
          <p:nvPr/>
        </p:nvSpPr>
        <p:spPr bwMode="auto">
          <a:xfrm>
            <a:off x="4805682" y="2541562"/>
            <a:ext cx="286703" cy="261749"/>
          </a:xfrm>
          <a:custGeom>
            <a:avLst/>
            <a:gdLst>
              <a:gd name="T0" fmla="*/ 168 w 454"/>
              <a:gd name="T1" fmla="*/ 245 h 417"/>
              <a:gd name="T2" fmla="*/ 139 w 454"/>
              <a:gd name="T3" fmla="*/ 247 h 417"/>
              <a:gd name="T4" fmla="*/ 132 w 454"/>
              <a:gd name="T5" fmla="*/ 144 h 417"/>
              <a:gd name="T6" fmla="*/ 131 w 454"/>
              <a:gd name="T7" fmla="*/ 248 h 417"/>
              <a:gd name="T8" fmla="*/ 111 w 454"/>
              <a:gd name="T9" fmla="*/ 417 h 417"/>
              <a:gd name="T10" fmla="*/ 91 w 454"/>
              <a:gd name="T11" fmla="*/ 264 h 417"/>
              <a:gd name="T12" fmla="*/ 81 w 454"/>
              <a:gd name="T13" fmla="*/ 397 h 417"/>
              <a:gd name="T14" fmla="*/ 41 w 454"/>
              <a:gd name="T15" fmla="*/ 397 h 417"/>
              <a:gd name="T16" fmla="*/ 40 w 454"/>
              <a:gd name="T17" fmla="*/ 238 h 417"/>
              <a:gd name="T18" fmla="*/ 30 w 454"/>
              <a:gd name="T19" fmla="*/ 193 h 417"/>
              <a:gd name="T20" fmla="*/ 17 w 454"/>
              <a:gd name="T21" fmla="*/ 263 h 417"/>
              <a:gd name="T22" fmla="*/ 1 w 454"/>
              <a:gd name="T23" fmla="*/ 192 h 417"/>
              <a:gd name="T24" fmla="*/ 54 w 454"/>
              <a:gd name="T25" fmla="*/ 98 h 417"/>
              <a:gd name="T26" fmla="*/ 76 w 454"/>
              <a:gd name="T27" fmla="*/ 143 h 417"/>
              <a:gd name="T28" fmla="*/ 77 w 454"/>
              <a:gd name="T29" fmla="*/ 104 h 417"/>
              <a:gd name="T30" fmla="*/ 88 w 454"/>
              <a:gd name="T31" fmla="*/ 98 h 417"/>
              <a:gd name="T32" fmla="*/ 90 w 454"/>
              <a:gd name="T33" fmla="*/ 114 h 417"/>
              <a:gd name="T34" fmla="*/ 109 w 454"/>
              <a:gd name="T35" fmla="*/ 95 h 417"/>
              <a:gd name="T36" fmla="*/ 148 w 454"/>
              <a:gd name="T37" fmla="*/ 110 h 417"/>
              <a:gd name="T38" fmla="*/ 53 w 454"/>
              <a:gd name="T39" fmla="*/ 58 h 417"/>
              <a:gd name="T40" fmla="*/ 119 w 454"/>
              <a:gd name="T41" fmla="*/ 58 h 417"/>
              <a:gd name="T42" fmla="*/ 121 w 454"/>
              <a:gd name="T43" fmla="*/ 37 h 417"/>
              <a:gd name="T44" fmla="*/ 51 w 454"/>
              <a:gd name="T45" fmla="*/ 37 h 417"/>
              <a:gd name="T46" fmla="*/ 53 w 454"/>
              <a:gd name="T47" fmla="*/ 58 h 417"/>
              <a:gd name="T48" fmla="*/ 322 w 454"/>
              <a:gd name="T49" fmla="*/ 341 h 417"/>
              <a:gd name="T50" fmla="*/ 322 w 454"/>
              <a:gd name="T51" fmla="*/ 76 h 417"/>
              <a:gd name="T52" fmla="*/ 429 w 454"/>
              <a:gd name="T53" fmla="*/ 209 h 417"/>
              <a:gd name="T54" fmla="*/ 215 w 454"/>
              <a:gd name="T55" fmla="*/ 209 h 417"/>
              <a:gd name="T56" fmla="*/ 429 w 454"/>
              <a:gd name="T57" fmla="*/ 209 h 417"/>
              <a:gd name="T58" fmla="*/ 323 w 454"/>
              <a:gd name="T59" fmla="*/ 129 h 417"/>
              <a:gd name="T60" fmla="*/ 331 w 454"/>
              <a:gd name="T61" fmla="*/ 106 h 417"/>
              <a:gd name="T62" fmla="*/ 313 w 454"/>
              <a:gd name="T63" fmla="*/ 106 h 417"/>
              <a:gd name="T64" fmla="*/ 321 w 454"/>
              <a:gd name="T65" fmla="*/ 129 h 417"/>
              <a:gd name="T66" fmla="*/ 321 w 454"/>
              <a:gd name="T67" fmla="*/ 288 h 417"/>
              <a:gd name="T68" fmla="*/ 313 w 454"/>
              <a:gd name="T69" fmla="*/ 311 h 417"/>
              <a:gd name="T70" fmla="*/ 331 w 454"/>
              <a:gd name="T71" fmla="*/ 311 h 417"/>
              <a:gd name="T72" fmla="*/ 323 w 454"/>
              <a:gd name="T73" fmla="*/ 288 h 417"/>
              <a:gd name="T74" fmla="*/ 219 w 454"/>
              <a:gd name="T75" fmla="*/ 200 h 417"/>
              <a:gd name="T76" fmla="*/ 219 w 454"/>
              <a:gd name="T77" fmla="*/ 218 h 417"/>
              <a:gd name="T78" fmla="*/ 242 w 454"/>
              <a:gd name="T79" fmla="*/ 209 h 417"/>
              <a:gd name="T80" fmla="*/ 234 w 454"/>
              <a:gd name="T81" fmla="*/ 200 h 417"/>
              <a:gd name="T82" fmla="*/ 409 w 454"/>
              <a:gd name="T83" fmla="*/ 200 h 417"/>
              <a:gd name="T84" fmla="*/ 401 w 454"/>
              <a:gd name="T85" fmla="*/ 209 h 417"/>
              <a:gd name="T86" fmla="*/ 425 w 454"/>
              <a:gd name="T87" fmla="*/ 218 h 417"/>
              <a:gd name="T88" fmla="*/ 425 w 454"/>
              <a:gd name="T89" fmla="*/ 200 h 417"/>
              <a:gd name="T90" fmla="*/ 312 w 454"/>
              <a:gd name="T91" fmla="*/ 146 h 417"/>
              <a:gd name="T92" fmla="*/ 309 w 454"/>
              <a:gd name="T93" fmla="*/ 202 h 417"/>
              <a:gd name="T94" fmla="*/ 257 w 454"/>
              <a:gd name="T95" fmla="*/ 211 h 417"/>
              <a:gd name="T96" fmla="*/ 319 w 454"/>
              <a:gd name="T97" fmla="*/ 221 h 417"/>
              <a:gd name="T98" fmla="*/ 326 w 454"/>
              <a:gd name="T99" fmla="*/ 218 h 417"/>
              <a:gd name="T100" fmla="*/ 331 w 454"/>
              <a:gd name="T101" fmla="*/ 146 h 4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454" h="417">
                <a:moveTo>
                  <a:pt x="170" y="192"/>
                </a:moveTo>
                <a:cubicBezTo>
                  <a:pt x="171" y="210"/>
                  <a:pt x="168" y="245"/>
                  <a:pt x="168" y="245"/>
                </a:cubicBezTo>
                <a:cubicBezTo>
                  <a:pt x="165" y="255"/>
                  <a:pt x="164" y="263"/>
                  <a:pt x="154" y="263"/>
                </a:cubicBezTo>
                <a:cubicBezTo>
                  <a:pt x="143" y="264"/>
                  <a:pt x="139" y="256"/>
                  <a:pt x="139" y="247"/>
                </a:cubicBezTo>
                <a:cubicBezTo>
                  <a:pt x="139" y="247"/>
                  <a:pt x="142" y="218"/>
                  <a:pt x="141" y="193"/>
                </a:cubicBezTo>
                <a:cubicBezTo>
                  <a:pt x="140" y="174"/>
                  <a:pt x="134" y="145"/>
                  <a:pt x="132" y="144"/>
                </a:cubicBezTo>
                <a:cubicBezTo>
                  <a:pt x="132" y="238"/>
                  <a:pt x="132" y="238"/>
                  <a:pt x="132" y="238"/>
                </a:cubicBezTo>
                <a:cubicBezTo>
                  <a:pt x="132" y="242"/>
                  <a:pt x="131" y="245"/>
                  <a:pt x="131" y="248"/>
                </a:cubicBezTo>
                <a:cubicBezTo>
                  <a:pt x="131" y="397"/>
                  <a:pt x="131" y="397"/>
                  <a:pt x="131" y="397"/>
                </a:cubicBezTo>
                <a:cubicBezTo>
                  <a:pt x="131" y="408"/>
                  <a:pt x="122" y="417"/>
                  <a:pt x="111" y="417"/>
                </a:cubicBezTo>
                <a:cubicBezTo>
                  <a:pt x="100" y="417"/>
                  <a:pt x="91" y="408"/>
                  <a:pt x="91" y="397"/>
                </a:cubicBezTo>
                <a:cubicBezTo>
                  <a:pt x="91" y="264"/>
                  <a:pt x="91" y="264"/>
                  <a:pt x="91" y="264"/>
                </a:cubicBezTo>
                <a:cubicBezTo>
                  <a:pt x="81" y="264"/>
                  <a:pt x="81" y="264"/>
                  <a:pt x="81" y="264"/>
                </a:cubicBezTo>
                <a:cubicBezTo>
                  <a:pt x="81" y="397"/>
                  <a:pt x="81" y="397"/>
                  <a:pt x="81" y="397"/>
                </a:cubicBezTo>
                <a:cubicBezTo>
                  <a:pt x="81" y="408"/>
                  <a:pt x="72" y="417"/>
                  <a:pt x="61" y="417"/>
                </a:cubicBezTo>
                <a:cubicBezTo>
                  <a:pt x="50" y="417"/>
                  <a:pt x="41" y="408"/>
                  <a:pt x="41" y="397"/>
                </a:cubicBezTo>
                <a:cubicBezTo>
                  <a:pt x="41" y="248"/>
                  <a:pt x="41" y="248"/>
                  <a:pt x="41" y="248"/>
                </a:cubicBezTo>
                <a:cubicBezTo>
                  <a:pt x="40" y="245"/>
                  <a:pt x="40" y="242"/>
                  <a:pt x="40" y="238"/>
                </a:cubicBezTo>
                <a:cubicBezTo>
                  <a:pt x="40" y="238"/>
                  <a:pt x="40" y="144"/>
                  <a:pt x="39" y="144"/>
                </a:cubicBezTo>
                <a:cubicBezTo>
                  <a:pt x="37" y="145"/>
                  <a:pt x="31" y="174"/>
                  <a:pt x="30" y="193"/>
                </a:cubicBezTo>
                <a:cubicBezTo>
                  <a:pt x="29" y="218"/>
                  <a:pt x="32" y="247"/>
                  <a:pt x="32" y="247"/>
                </a:cubicBezTo>
                <a:cubicBezTo>
                  <a:pt x="32" y="256"/>
                  <a:pt x="28" y="264"/>
                  <a:pt x="17" y="263"/>
                </a:cubicBezTo>
                <a:cubicBezTo>
                  <a:pt x="7" y="263"/>
                  <a:pt x="6" y="255"/>
                  <a:pt x="4" y="245"/>
                </a:cubicBezTo>
                <a:cubicBezTo>
                  <a:pt x="4" y="245"/>
                  <a:pt x="0" y="210"/>
                  <a:pt x="1" y="192"/>
                </a:cubicBezTo>
                <a:cubicBezTo>
                  <a:pt x="6" y="132"/>
                  <a:pt x="19" y="114"/>
                  <a:pt x="23" y="110"/>
                </a:cubicBezTo>
                <a:cubicBezTo>
                  <a:pt x="31" y="106"/>
                  <a:pt x="44" y="101"/>
                  <a:pt x="54" y="98"/>
                </a:cubicBezTo>
                <a:cubicBezTo>
                  <a:pt x="56" y="97"/>
                  <a:pt x="59" y="95"/>
                  <a:pt x="62" y="95"/>
                </a:cubicBezTo>
                <a:cubicBezTo>
                  <a:pt x="63" y="102"/>
                  <a:pt x="66" y="120"/>
                  <a:pt x="76" y="143"/>
                </a:cubicBezTo>
                <a:cubicBezTo>
                  <a:pt x="78" y="128"/>
                  <a:pt x="81" y="115"/>
                  <a:pt x="81" y="114"/>
                </a:cubicBezTo>
                <a:cubicBezTo>
                  <a:pt x="77" y="104"/>
                  <a:pt x="77" y="104"/>
                  <a:pt x="77" y="104"/>
                </a:cubicBezTo>
                <a:cubicBezTo>
                  <a:pt x="77" y="104"/>
                  <a:pt x="83" y="98"/>
                  <a:pt x="83" y="98"/>
                </a:cubicBezTo>
                <a:cubicBezTo>
                  <a:pt x="83" y="98"/>
                  <a:pt x="88" y="98"/>
                  <a:pt x="88" y="98"/>
                </a:cubicBezTo>
                <a:cubicBezTo>
                  <a:pt x="94" y="104"/>
                  <a:pt x="94" y="104"/>
                  <a:pt x="94" y="104"/>
                </a:cubicBezTo>
                <a:cubicBezTo>
                  <a:pt x="90" y="114"/>
                  <a:pt x="90" y="114"/>
                  <a:pt x="90" y="114"/>
                </a:cubicBezTo>
                <a:cubicBezTo>
                  <a:pt x="91" y="115"/>
                  <a:pt x="93" y="128"/>
                  <a:pt x="95" y="143"/>
                </a:cubicBezTo>
                <a:cubicBezTo>
                  <a:pt x="106" y="120"/>
                  <a:pt x="108" y="102"/>
                  <a:pt x="109" y="95"/>
                </a:cubicBezTo>
                <a:cubicBezTo>
                  <a:pt x="112" y="95"/>
                  <a:pt x="115" y="97"/>
                  <a:pt x="118" y="98"/>
                </a:cubicBezTo>
                <a:cubicBezTo>
                  <a:pt x="127" y="101"/>
                  <a:pt x="141" y="106"/>
                  <a:pt x="148" y="110"/>
                </a:cubicBezTo>
                <a:cubicBezTo>
                  <a:pt x="152" y="114"/>
                  <a:pt x="165" y="132"/>
                  <a:pt x="170" y="192"/>
                </a:cubicBezTo>
                <a:close/>
                <a:moveTo>
                  <a:pt x="53" y="58"/>
                </a:moveTo>
                <a:cubicBezTo>
                  <a:pt x="58" y="75"/>
                  <a:pt x="69" y="90"/>
                  <a:pt x="86" y="90"/>
                </a:cubicBezTo>
                <a:cubicBezTo>
                  <a:pt x="104" y="90"/>
                  <a:pt x="114" y="75"/>
                  <a:pt x="119" y="58"/>
                </a:cubicBezTo>
                <a:cubicBezTo>
                  <a:pt x="124" y="56"/>
                  <a:pt x="127" y="48"/>
                  <a:pt x="126" y="43"/>
                </a:cubicBezTo>
                <a:cubicBezTo>
                  <a:pt x="126" y="40"/>
                  <a:pt x="124" y="38"/>
                  <a:pt x="121" y="37"/>
                </a:cubicBezTo>
                <a:cubicBezTo>
                  <a:pt x="120" y="16"/>
                  <a:pt x="107" y="0"/>
                  <a:pt x="86" y="0"/>
                </a:cubicBezTo>
                <a:cubicBezTo>
                  <a:pt x="66" y="0"/>
                  <a:pt x="52" y="16"/>
                  <a:pt x="51" y="37"/>
                </a:cubicBezTo>
                <a:cubicBezTo>
                  <a:pt x="48" y="37"/>
                  <a:pt x="45" y="39"/>
                  <a:pt x="45" y="43"/>
                </a:cubicBezTo>
                <a:cubicBezTo>
                  <a:pt x="44" y="49"/>
                  <a:pt x="48" y="57"/>
                  <a:pt x="53" y="58"/>
                </a:cubicBezTo>
                <a:close/>
                <a:moveTo>
                  <a:pt x="454" y="209"/>
                </a:moveTo>
                <a:cubicBezTo>
                  <a:pt x="454" y="282"/>
                  <a:pt x="395" y="341"/>
                  <a:pt x="322" y="341"/>
                </a:cubicBezTo>
                <a:cubicBezTo>
                  <a:pt x="249" y="341"/>
                  <a:pt x="189" y="282"/>
                  <a:pt x="189" y="209"/>
                </a:cubicBezTo>
                <a:cubicBezTo>
                  <a:pt x="189" y="135"/>
                  <a:pt x="249" y="76"/>
                  <a:pt x="322" y="76"/>
                </a:cubicBezTo>
                <a:cubicBezTo>
                  <a:pt x="395" y="76"/>
                  <a:pt x="454" y="135"/>
                  <a:pt x="454" y="209"/>
                </a:cubicBezTo>
                <a:close/>
                <a:moveTo>
                  <a:pt x="429" y="209"/>
                </a:moveTo>
                <a:cubicBezTo>
                  <a:pt x="429" y="149"/>
                  <a:pt x="381" y="101"/>
                  <a:pt x="322" y="101"/>
                </a:cubicBezTo>
                <a:cubicBezTo>
                  <a:pt x="263" y="101"/>
                  <a:pt x="215" y="149"/>
                  <a:pt x="215" y="209"/>
                </a:cubicBezTo>
                <a:cubicBezTo>
                  <a:pt x="215" y="268"/>
                  <a:pt x="263" y="316"/>
                  <a:pt x="322" y="316"/>
                </a:cubicBezTo>
                <a:cubicBezTo>
                  <a:pt x="381" y="316"/>
                  <a:pt x="429" y="268"/>
                  <a:pt x="429" y="209"/>
                </a:cubicBezTo>
                <a:close/>
                <a:moveTo>
                  <a:pt x="321" y="129"/>
                </a:moveTo>
                <a:cubicBezTo>
                  <a:pt x="323" y="129"/>
                  <a:pt x="323" y="129"/>
                  <a:pt x="323" y="129"/>
                </a:cubicBezTo>
                <a:cubicBezTo>
                  <a:pt x="327" y="129"/>
                  <a:pt x="331" y="125"/>
                  <a:pt x="331" y="121"/>
                </a:cubicBezTo>
                <a:cubicBezTo>
                  <a:pt x="331" y="106"/>
                  <a:pt x="331" y="106"/>
                  <a:pt x="331" y="106"/>
                </a:cubicBezTo>
                <a:cubicBezTo>
                  <a:pt x="328" y="105"/>
                  <a:pt x="325" y="105"/>
                  <a:pt x="322" y="105"/>
                </a:cubicBezTo>
                <a:cubicBezTo>
                  <a:pt x="319" y="105"/>
                  <a:pt x="316" y="105"/>
                  <a:pt x="313" y="106"/>
                </a:cubicBezTo>
                <a:cubicBezTo>
                  <a:pt x="313" y="121"/>
                  <a:pt x="313" y="121"/>
                  <a:pt x="313" y="121"/>
                </a:cubicBezTo>
                <a:cubicBezTo>
                  <a:pt x="313" y="125"/>
                  <a:pt x="316" y="129"/>
                  <a:pt x="321" y="129"/>
                </a:cubicBezTo>
                <a:close/>
                <a:moveTo>
                  <a:pt x="323" y="288"/>
                </a:moveTo>
                <a:cubicBezTo>
                  <a:pt x="321" y="288"/>
                  <a:pt x="321" y="288"/>
                  <a:pt x="321" y="288"/>
                </a:cubicBezTo>
                <a:cubicBezTo>
                  <a:pt x="316" y="288"/>
                  <a:pt x="313" y="292"/>
                  <a:pt x="313" y="296"/>
                </a:cubicBezTo>
                <a:cubicBezTo>
                  <a:pt x="313" y="311"/>
                  <a:pt x="313" y="311"/>
                  <a:pt x="313" y="311"/>
                </a:cubicBezTo>
                <a:cubicBezTo>
                  <a:pt x="316" y="312"/>
                  <a:pt x="319" y="312"/>
                  <a:pt x="322" y="312"/>
                </a:cubicBezTo>
                <a:cubicBezTo>
                  <a:pt x="325" y="312"/>
                  <a:pt x="328" y="312"/>
                  <a:pt x="331" y="311"/>
                </a:cubicBezTo>
                <a:cubicBezTo>
                  <a:pt x="331" y="296"/>
                  <a:pt x="331" y="296"/>
                  <a:pt x="331" y="296"/>
                </a:cubicBezTo>
                <a:cubicBezTo>
                  <a:pt x="331" y="292"/>
                  <a:pt x="327" y="288"/>
                  <a:pt x="323" y="288"/>
                </a:cubicBezTo>
                <a:close/>
                <a:moveTo>
                  <a:pt x="234" y="200"/>
                </a:moveTo>
                <a:cubicBezTo>
                  <a:pt x="219" y="200"/>
                  <a:pt x="219" y="200"/>
                  <a:pt x="219" y="200"/>
                </a:cubicBezTo>
                <a:cubicBezTo>
                  <a:pt x="219" y="202"/>
                  <a:pt x="219" y="205"/>
                  <a:pt x="219" y="209"/>
                </a:cubicBezTo>
                <a:cubicBezTo>
                  <a:pt x="219" y="212"/>
                  <a:pt x="219" y="215"/>
                  <a:pt x="219" y="218"/>
                </a:cubicBezTo>
                <a:cubicBezTo>
                  <a:pt x="234" y="218"/>
                  <a:pt x="234" y="218"/>
                  <a:pt x="234" y="218"/>
                </a:cubicBezTo>
                <a:cubicBezTo>
                  <a:pt x="239" y="218"/>
                  <a:pt x="242" y="214"/>
                  <a:pt x="242" y="209"/>
                </a:cubicBezTo>
                <a:cubicBezTo>
                  <a:pt x="242" y="208"/>
                  <a:pt x="242" y="208"/>
                  <a:pt x="242" y="208"/>
                </a:cubicBezTo>
                <a:cubicBezTo>
                  <a:pt x="242" y="203"/>
                  <a:pt x="239" y="200"/>
                  <a:pt x="234" y="200"/>
                </a:cubicBezTo>
                <a:close/>
                <a:moveTo>
                  <a:pt x="425" y="200"/>
                </a:moveTo>
                <a:cubicBezTo>
                  <a:pt x="409" y="200"/>
                  <a:pt x="409" y="200"/>
                  <a:pt x="409" y="200"/>
                </a:cubicBezTo>
                <a:cubicBezTo>
                  <a:pt x="405" y="200"/>
                  <a:pt x="401" y="203"/>
                  <a:pt x="401" y="208"/>
                </a:cubicBezTo>
                <a:cubicBezTo>
                  <a:pt x="401" y="209"/>
                  <a:pt x="401" y="209"/>
                  <a:pt x="401" y="209"/>
                </a:cubicBezTo>
                <a:cubicBezTo>
                  <a:pt x="401" y="214"/>
                  <a:pt x="405" y="218"/>
                  <a:pt x="409" y="218"/>
                </a:cubicBezTo>
                <a:cubicBezTo>
                  <a:pt x="425" y="218"/>
                  <a:pt x="425" y="218"/>
                  <a:pt x="425" y="218"/>
                </a:cubicBezTo>
                <a:cubicBezTo>
                  <a:pt x="425" y="215"/>
                  <a:pt x="425" y="212"/>
                  <a:pt x="425" y="209"/>
                </a:cubicBezTo>
                <a:cubicBezTo>
                  <a:pt x="425" y="205"/>
                  <a:pt x="425" y="202"/>
                  <a:pt x="425" y="200"/>
                </a:cubicBezTo>
                <a:close/>
                <a:moveTo>
                  <a:pt x="322" y="136"/>
                </a:moveTo>
                <a:cubicBezTo>
                  <a:pt x="316" y="136"/>
                  <a:pt x="312" y="141"/>
                  <a:pt x="312" y="146"/>
                </a:cubicBezTo>
                <a:cubicBezTo>
                  <a:pt x="312" y="199"/>
                  <a:pt x="312" y="199"/>
                  <a:pt x="312" y="199"/>
                </a:cubicBezTo>
                <a:cubicBezTo>
                  <a:pt x="312" y="200"/>
                  <a:pt x="311" y="202"/>
                  <a:pt x="309" y="202"/>
                </a:cubicBezTo>
                <a:cubicBezTo>
                  <a:pt x="267" y="202"/>
                  <a:pt x="267" y="202"/>
                  <a:pt x="267" y="202"/>
                </a:cubicBezTo>
                <a:cubicBezTo>
                  <a:pt x="262" y="202"/>
                  <a:pt x="257" y="206"/>
                  <a:pt x="257" y="211"/>
                </a:cubicBezTo>
                <a:cubicBezTo>
                  <a:pt x="257" y="217"/>
                  <a:pt x="262" y="221"/>
                  <a:pt x="267" y="221"/>
                </a:cubicBezTo>
                <a:cubicBezTo>
                  <a:pt x="319" y="221"/>
                  <a:pt x="319" y="221"/>
                  <a:pt x="319" y="221"/>
                </a:cubicBezTo>
                <a:cubicBezTo>
                  <a:pt x="323" y="221"/>
                  <a:pt x="325" y="220"/>
                  <a:pt x="326" y="219"/>
                </a:cubicBezTo>
                <a:cubicBezTo>
                  <a:pt x="326" y="218"/>
                  <a:pt x="326" y="218"/>
                  <a:pt x="326" y="218"/>
                </a:cubicBezTo>
                <a:cubicBezTo>
                  <a:pt x="330" y="216"/>
                  <a:pt x="331" y="213"/>
                  <a:pt x="331" y="210"/>
                </a:cubicBezTo>
                <a:cubicBezTo>
                  <a:pt x="331" y="146"/>
                  <a:pt x="331" y="146"/>
                  <a:pt x="331" y="146"/>
                </a:cubicBezTo>
                <a:cubicBezTo>
                  <a:pt x="331" y="141"/>
                  <a:pt x="327" y="136"/>
                  <a:pt x="322" y="13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34" name="Freeform 15"/>
          <p:cNvSpPr>
            <a:spLocks noEditPoints="1"/>
          </p:cNvSpPr>
          <p:nvPr/>
        </p:nvSpPr>
        <p:spPr bwMode="auto">
          <a:xfrm>
            <a:off x="3411449" y="2742194"/>
            <a:ext cx="188949" cy="220243"/>
          </a:xfrm>
          <a:custGeom>
            <a:avLst/>
            <a:gdLst>
              <a:gd name="T0" fmla="*/ 286 w 335"/>
              <a:gd name="T1" fmla="*/ 49 h 393"/>
              <a:gd name="T2" fmla="*/ 179 w 335"/>
              <a:gd name="T3" fmla="*/ 11 h 393"/>
              <a:gd name="T4" fmla="*/ 167 w 335"/>
              <a:gd name="T5" fmla="*/ 49 h 393"/>
              <a:gd name="T6" fmla="*/ 65 w 335"/>
              <a:gd name="T7" fmla="*/ 49 h 393"/>
              <a:gd name="T8" fmla="*/ 50 w 335"/>
              <a:gd name="T9" fmla="*/ 173 h 393"/>
              <a:gd name="T10" fmla="*/ 11 w 335"/>
              <a:gd name="T11" fmla="*/ 179 h 393"/>
              <a:gd name="T12" fmla="*/ 162 w 335"/>
              <a:gd name="T13" fmla="*/ 381 h 393"/>
              <a:gd name="T14" fmla="*/ 162 w 335"/>
              <a:gd name="T15" fmla="*/ 393 h 393"/>
              <a:gd name="T16" fmla="*/ 192 w 335"/>
              <a:gd name="T17" fmla="*/ 381 h 393"/>
              <a:gd name="T18" fmla="*/ 128 w 335"/>
              <a:gd name="T19" fmla="*/ 365 h 393"/>
              <a:gd name="T20" fmla="*/ 196 w 335"/>
              <a:gd name="T21" fmla="*/ 354 h 393"/>
              <a:gd name="T22" fmla="*/ 139 w 335"/>
              <a:gd name="T23" fmla="*/ 349 h 393"/>
              <a:gd name="T24" fmla="*/ 258 w 335"/>
              <a:gd name="T25" fmla="*/ 224 h 393"/>
              <a:gd name="T26" fmla="*/ 221 w 335"/>
              <a:gd name="T27" fmla="*/ 295 h 393"/>
              <a:gd name="T28" fmla="*/ 114 w 335"/>
              <a:gd name="T29" fmla="*/ 295 h 393"/>
              <a:gd name="T30" fmla="*/ 98 w 335"/>
              <a:gd name="T31" fmla="*/ 251 h 393"/>
              <a:gd name="T32" fmla="*/ 131 w 335"/>
              <a:gd name="T33" fmla="*/ 77 h 393"/>
              <a:gd name="T34" fmla="*/ 158 w 335"/>
              <a:gd name="T35" fmla="*/ 71 h 393"/>
              <a:gd name="T36" fmla="*/ 197 w 335"/>
              <a:gd name="T37" fmla="*/ 74 h 393"/>
              <a:gd name="T38" fmla="*/ 270 w 335"/>
              <a:gd name="T39" fmla="*/ 173 h 393"/>
              <a:gd name="T40" fmla="*/ 192 w 335"/>
              <a:gd name="T41" fmla="*/ 91 h 393"/>
              <a:gd name="T42" fmla="*/ 168 w 335"/>
              <a:gd name="T43" fmla="*/ 87 h 393"/>
              <a:gd name="T44" fmla="*/ 158 w 335"/>
              <a:gd name="T45" fmla="*/ 88 h 393"/>
              <a:gd name="T46" fmla="*/ 82 w 335"/>
              <a:gd name="T47" fmla="*/ 173 h 393"/>
              <a:gd name="T48" fmla="*/ 129 w 335"/>
              <a:gd name="T49" fmla="*/ 267 h 393"/>
              <a:gd name="T50" fmla="*/ 139 w 335"/>
              <a:gd name="T51" fmla="*/ 303 h 393"/>
              <a:gd name="T52" fmla="*/ 206 w 335"/>
              <a:gd name="T53" fmla="*/ 267 h 393"/>
              <a:gd name="T54" fmla="*/ 252 w 335"/>
              <a:gd name="T55" fmla="*/ 173 h 393"/>
              <a:gd name="T56" fmla="*/ 286 w 335"/>
              <a:gd name="T57" fmla="*/ 287 h 393"/>
              <a:gd name="T58" fmla="*/ 284 w 335"/>
              <a:gd name="T59" fmla="*/ 157 h 393"/>
              <a:gd name="T60" fmla="*/ 335 w 335"/>
              <a:gd name="T61" fmla="*/ 168 h 393"/>
              <a:gd name="T62" fmla="*/ 188 w 335"/>
              <a:gd name="T63" fmla="*/ 216 h 393"/>
              <a:gd name="T64" fmla="*/ 181 w 335"/>
              <a:gd name="T65" fmla="*/ 219 h 393"/>
              <a:gd name="T66" fmla="*/ 175 w 335"/>
              <a:gd name="T67" fmla="*/ 217 h 393"/>
              <a:gd name="T68" fmla="*/ 160 w 335"/>
              <a:gd name="T69" fmla="*/ 217 h 393"/>
              <a:gd name="T70" fmla="*/ 154 w 335"/>
              <a:gd name="T71" fmla="*/ 219 h 393"/>
              <a:gd name="T72" fmla="*/ 146 w 335"/>
              <a:gd name="T73" fmla="*/ 216 h 393"/>
              <a:gd name="T74" fmla="*/ 134 w 335"/>
              <a:gd name="T75" fmla="*/ 227 h 393"/>
              <a:gd name="T76" fmla="*/ 162 w 335"/>
              <a:gd name="T77" fmla="*/ 287 h 393"/>
              <a:gd name="T78" fmla="*/ 140 w 335"/>
              <a:gd name="T79" fmla="*/ 227 h 393"/>
              <a:gd name="T80" fmla="*/ 150 w 335"/>
              <a:gd name="T81" fmla="*/ 224 h 393"/>
              <a:gd name="T82" fmla="*/ 160 w 335"/>
              <a:gd name="T83" fmla="*/ 229 h 393"/>
              <a:gd name="T84" fmla="*/ 163 w 335"/>
              <a:gd name="T85" fmla="*/ 223 h 393"/>
              <a:gd name="T86" fmla="*/ 171 w 335"/>
              <a:gd name="T87" fmla="*/ 223 h 393"/>
              <a:gd name="T88" fmla="*/ 174 w 335"/>
              <a:gd name="T89" fmla="*/ 229 h 393"/>
              <a:gd name="T90" fmla="*/ 185 w 335"/>
              <a:gd name="T91" fmla="*/ 224 h 393"/>
              <a:gd name="T92" fmla="*/ 194 w 335"/>
              <a:gd name="T93" fmla="*/ 227 h 393"/>
              <a:gd name="T94" fmla="*/ 173 w 335"/>
              <a:gd name="T95" fmla="*/ 287 h 393"/>
              <a:gd name="T96" fmla="*/ 201 w 335"/>
              <a:gd name="T97" fmla="*/ 227 h 393"/>
              <a:gd name="T98" fmla="*/ 49 w 335"/>
              <a:gd name="T99" fmla="*/ 287 h 393"/>
              <a:gd name="T100" fmla="*/ 49 w 335"/>
              <a:gd name="T101" fmla="*/ 271 h 3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335" h="393">
                <a:moveTo>
                  <a:pt x="258" y="93"/>
                </a:moveTo>
                <a:cubicBezTo>
                  <a:pt x="253" y="88"/>
                  <a:pt x="248" y="82"/>
                  <a:pt x="242" y="77"/>
                </a:cubicBezTo>
                <a:cubicBezTo>
                  <a:pt x="270" y="49"/>
                  <a:pt x="270" y="49"/>
                  <a:pt x="270" y="49"/>
                </a:cubicBezTo>
                <a:cubicBezTo>
                  <a:pt x="275" y="45"/>
                  <a:pt x="282" y="45"/>
                  <a:pt x="286" y="49"/>
                </a:cubicBezTo>
                <a:cubicBezTo>
                  <a:pt x="290" y="54"/>
                  <a:pt x="290" y="61"/>
                  <a:pt x="286" y="65"/>
                </a:cubicBezTo>
                <a:lnTo>
                  <a:pt x="258" y="93"/>
                </a:lnTo>
                <a:close/>
                <a:moveTo>
                  <a:pt x="179" y="49"/>
                </a:moveTo>
                <a:cubicBezTo>
                  <a:pt x="179" y="11"/>
                  <a:pt x="179" y="11"/>
                  <a:pt x="179" y="11"/>
                </a:cubicBezTo>
                <a:cubicBezTo>
                  <a:pt x="179" y="5"/>
                  <a:pt x="174" y="0"/>
                  <a:pt x="167" y="0"/>
                </a:cubicBezTo>
                <a:cubicBezTo>
                  <a:pt x="161" y="0"/>
                  <a:pt x="156" y="5"/>
                  <a:pt x="156" y="11"/>
                </a:cubicBezTo>
                <a:cubicBezTo>
                  <a:pt x="156" y="49"/>
                  <a:pt x="156" y="49"/>
                  <a:pt x="156" y="49"/>
                </a:cubicBezTo>
                <a:cubicBezTo>
                  <a:pt x="160" y="49"/>
                  <a:pt x="163" y="49"/>
                  <a:pt x="167" y="49"/>
                </a:cubicBezTo>
                <a:cubicBezTo>
                  <a:pt x="171" y="49"/>
                  <a:pt x="175" y="49"/>
                  <a:pt x="179" y="49"/>
                </a:cubicBezTo>
                <a:close/>
                <a:moveTo>
                  <a:pt x="77" y="93"/>
                </a:moveTo>
                <a:cubicBezTo>
                  <a:pt x="82" y="88"/>
                  <a:pt x="87" y="82"/>
                  <a:pt x="92" y="77"/>
                </a:cubicBezTo>
                <a:cubicBezTo>
                  <a:pt x="65" y="49"/>
                  <a:pt x="65" y="49"/>
                  <a:pt x="65" y="49"/>
                </a:cubicBezTo>
                <a:cubicBezTo>
                  <a:pt x="60" y="45"/>
                  <a:pt x="53" y="45"/>
                  <a:pt x="49" y="49"/>
                </a:cubicBezTo>
                <a:cubicBezTo>
                  <a:pt x="44" y="54"/>
                  <a:pt x="44" y="61"/>
                  <a:pt x="49" y="65"/>
                </a:cubicBezTo>
                <a:lnTo>
                  <a:pt x="77" y="93"/>
                </a:lnTo>
                <a:close/>
                <a:moveTo>
                  <a:pt x="50" y="173"/>
                </a:moveTo>
                <a:cubicBezTo>
                  <a:pt x="50" y="167"/>
                  <a:pt x="50" y="162"/>
                  <a:pt x="51" y="157"/>
                </a:cubicBezTo>
                <a:cubicBezTo>
                  <a:pt x="11" y="157"/>
                  <a:pt x="11" y="157"/>
                  <a:pt x="11" y="157"/>
                </a:cubicBezTo>
                <a:cubicBezTo>
                  <a:pt x="5" y="157"/>
                  <a:pt x="0" y="162"/>
                  <a:pt x="0" y="168"/>
                </a:cubicBezTo>
                <a:cubicBezTo>
                  <a:pt x="0" y="174"/>
                  <a:pt x="5" y="179"/>
                  <a:pt x="11" y="179"/>
                </a:cubicBezTo>
                <a:cubicBezTo>
                  <a:pt x="50" y="179"/>
                  <a:pt x="50" y="179"/>
                  <a:pt x="50" y="179"/>
                </a:cubicBezTo>
                <a:cubicBezTo>
                  <a:pt x="50" y="177"/>
                  <a:pt x="50" y="175"/>
                  <a:pt x="50" y="173"/>
                </a:cubicBezTo>
                <a:close/>
                <a:moveTo>
                  <a:pt x="172" y="381"/>
                </a:moveTo>
                <a:cubicBezTo>
                  <a:pt x="162" y="381"/>
                  <a:pt x="162" y="381"/>
                  <a:pt x="162" y="381"/>
                </a:cubicBezTo>
                <a:cubicBezTo>
                  <a:pt x="143" y="381"/>
                  <a:pt x="143" y="381"/>
                  <a:pt x="143" y="381"/>
                </a:cubicBezTo>
                <a:cubicBezTo>
                  <a:pt x="143" y="382"/>
                  <a:pt x="143" y="382"/>
                  <a:pt x="143" y="382"/>
                </a:cubicBezTo>
                <a:cubicBezTo>
                  <a:pt x="143" y="388"/>
                  <a:pt x="152" y="393"/>
                  <a:pt x="160" y="393"/>
                </a:cubicBezTo>
                <a:cubicBezTo>
                  <a:pt x="162" y="393"/>
                  <a:pt x="162" y="393"/>
                  <a:pt x="162" y="393"/>
                </a:cubicBezTo>
                <a:cubicBezTo>
                  <a:pt x="173" y="393"/>
                  <a:pt x="173" y="393"/>
                  <a:pt x="173" y="393"/>
                </a:cubicBezTo>
                <a:cubicBezTo>
                  <a:pt x="174" y="393"/>
                  <a:pt x="174" y="393"/>
                  <a:pt x="174" y="393"/>
                </a:cubicBezTo>
                <a:cubicBezTo>
                  <a:pt x="183" y="393"/>
                  <a:pt x="192" y="388"/>
                  <a:pt x="192" y="382"/>
                </a:cubicBezTo>
                <a:cubicBezTo>
                  <a:pt x="192" y="382"/>
                  <a:pt x="192" y="382"/>
                  <a:pt x="192" y="381"/>
                </a:cubicBezTo>
                <a:lnTo>
                  <a:pt x="172" y="381"/>
                </a:lnTo>
                <a:close/>
                <a:moveTo>
                  <a:pt x="196" y="354"/>
                </a:moveTo>
                <a:cubicBezTo>
                  <a:pt x="139" y="354"/>
                  <a:pt x="139" y="354"/>
                  <a:pt x="139" y="354"/>
                </a:cubicBezTo>
                <a:cubicBezTo>
                  <a:pt x="133" y="354"/>
                  <a:pt x="128" y="359"/>
                  <a:pt x="128" y="365"/>
                </a:cubicBezTo>
                <a:cubicBezTo>
                  <a:pt x="128" y="371"/>
                  <a:pt x="133" y="376"/>
                  <a:pt x="139" y="376"/>
                </a:cubicBezTo>
                <a:cubicBezTo>
                  <a:pt x="196" y="376"/>
                  <a:pt x="196" y="376"/>
                  <a:pt x="196" y="376"/>
                </a:cubicBezTo>
                <a:cubicBezTo>
                  <a:pt x="202" y="376"/>
                  <a:pt x="207" y="371"/>
                  <a:pt x="207" y="365"/>
                </a:cubicBezTo>
                <a:cubicBezTo>
                  <a:pt x="207" y="359"/>
                  <a:pt x="202" y="354"/>
                  <a:pt x="196" y="354"/>
                </a:cubicBezTo>
                <a:close/>
                <a:moveTo>
                  <a:pt x="196" y="327"/>
                </a:moveTo>
                <a:cubicBezTo>
                  <a:pt x="139" y="327"/>
                  <a:pt x="139" y="327"/>
                  <a:pt x="139" y="327"/>
                </a:cubicBezTo>
                <a:cubicBezTo>
                  <a:pt x="133" y="327"/>
                  <a:pt x="128" y="332"/>
                  <a:pt x="128" y="338"/>
                </a:cubicBezTo>
                <a:cubicBezTo>
                  <a:pt x="128" y="344"/>
                  <a:pt x="133" y="349"/>
                  <a:pt x="139" y="349"/>
                </a:cubicBezTo>
                <a:cubicBezTo>
                  <a:pt x="196" y="349"/>
                  <a:pt x="196" y="349"/>
                  <a:pt x="196" y="349"/>
                </a:cubicBezTo>
                <a:cubicBezTo>
                  <a:pt x="202" y="349"/>
                  <a:pt x="207" y="344"/>
                  <a:pt x="207" y="338"/>
                </a:cubicBezTo>
                <a:cubicBezTo>
                  <a:pt x="207" y="332"/>
                  <a:pt x="202" y="327"/>
                  <a:pt x="196" y="327"/>
                </a:cubicBezTo>
                <a:close/>
                <a:moveTo>
                  <a:pt x="258" y="224"/>
                </a:moveTo>
                <a:cubicBezTo>
                  <a:pt x="251" y="237"/>
                  <a:pt x="242" y="246"/>
                  <a:pt x="235" y="254"/>
                </a:cubicBezTo>
                <a:cubicBezTo>
                  <a:pt x="231" y="258"/>
                  <a:pt x="227" y="262"/>
                  <a:pt x="225" y="266"/>
                </a:cubicBezTo>
                <a:cubicBezTo>
                  <a:pt x="224" y="267"/>
                  <a:pt x="223" y="269"/>
                  <a:pt x="223" y="270"/>
                </a:cubicBezTo>
                <a:cubicBezTo>
                  <a:pt x="221" y="280"/>
                  <a:pt x="221" y="292"/>
                  <a:pt x="221" y="295"/>
                </a:cubicBezTo>
                <a:cubicBezTo>
                  <a:pt x="221" y="295"/>
                  <a:pt x="221" y="295"/>
                  <a:pt x="221" y="296"/>
                </a:cubicBezTo>
                <a:cubicBezTo>
                  <a:pt x="221" y="309"/>
                  <a:pt x="210" y="320"/>
                  <a:pt x="196" y="320"/>
                </a:cubicBezTo>
                <a:cubicBezTo>
                  <a:pt x="139" y="320"/>
                  <a:pt x="139" y="320"/>
                  <a:pt x="139" y="320"/>
                </a:cubicBezTo>
                <a:cubicBezTo>
                  <a:pt x="125" y="320"/>
                  <a:pt x="114" y="309"/>
                  <a:pt x="114" y="295"/>
                </a:cubicBezTo>
                <a:cubicBezTo>
                  <a:pt x="114" y="295"/>
                  <a:pt x="114" y="295"/>
                  <a:pt x="114" y="295"/>
                </a:cubicBezTo>
                <a:cubicBezTo>
                  <a:pt x="114" y="292"/>
                  <a:pt x="114" y="280"/>
                  <a:pt x="112" y="270"/>
                </a:cubicBezTo>
                <a:cubicBezTo>
                  <a:pt x="111" y="268"/>
                  <a:pt x="110" y="266"/>
                  <a:pt x="108" y="263"/>
                </a:cubicBezTo>
                <a:cubicBezTo>
                  <a:pt x="105" y="259"/>
                  <a:pt x="102" y="256"/>
                  <a:pt x="98" y="251"/>
                </a:cubicBezTo>
                <a:cubicBezTo>
                  <a:pt x="89" y="243"/>
                  <a:pt x="79" y="231"/>
                  <a:pt x="72" y="214"/>
                </a:cubicBezTo>
                <a:cubicBezTo>
                  <a:pt x="68" y="203"/>
                  <a:pt x="65" y="189"/>
                  <a:pt x="65" y="173"/>
                </a:cubicBezTo>
                <a:cubicBezTo>
                  <a:pt x="65" y="150"/>
                  <a:pt x="73" y="128"/>
                  <a:pt x="86" y="111"/>
                </a:cubicBezTo>
                <a:cubicBezTo>
                  <a:pt x="97" y="96"/>
                  <a:pt x="113" y="84"/>
                  <a:pt x="131" y="77"/>
                </a:cubicBezTo>
                <a:cubicBezTo>
                  <a:pt x="131" y="76"/>
                  <a:pt x="131" y="76"/>
                  <a:pt x="131" y="76"/>
                </a:cubicBezTo>
                <a:cubicBezTo>
                  <a:pt x="138" y="74"/>
                  <a:pt x="138" y="74"/>
                  <a:pt x="138" y="74"/>
                </a:cubicBezTo>
                <a:cubicBezTo>
                  <a:pt x="144" y="73"/>
                  <a:pt x="150" y="71"/>
                  <a:pt x="157" y="71"/>
                </a:cubicBezTo>
                <a:cubicBezTo>
                  <a:pt x="157" y="71"/>
                  <a:pt x="157" y="71"/>
                  <a:pt x="158" y="71"/>
                </a:cubicBezTo>
                <a:cubicBezTo>
                  <a:pt x="161" y="70"/>
                  <a:pt x="164" y="70"/>
                  <a:pt x="168" y="70"/>
                </a:cubicBezTo>
                <a:cubicBezTo>
                  <a:pt x="171" y="70"/>
                  <a:pt x="174" y="70"/>
                  <a:pt x="177" y="71"/>
                </a:cubicBezTo>
                <a:cubicBezTo>
                  <a:pt x="178" y="71"/>
                  <a:pt x="178" y="71"/>
                  <a:pt x="178" y="71"/>
                </a:cubicBezTo>
                <a:cubicBezTo>
                  <a:pt x="184" y="71"/>
                  <a:pt x="191" y="73"/>
                  <a:pt x="197" y="74"/>
                </a:cubicBezTo>
                <a:cubicBezTo>
                  <a:pt x="204" y="77"/>
                  <a:pt x="204" y="77"/>
                  <a:pt x="204" y="77"/>
                </a:cubicBezTo>
                <a:cubicBezTo>
                  <a:pt x="204" y="77"/>
                  <a:pt x="204" y="77"/>
                  <a:pt x="204" y="77"/>
                </a:cubicBezTo>
                <a:cubicBezTo>
                  <a:pt x="222" y="84"/>
                  <a:pt x="238" y="96"/>
                  <a:pt x="249" y="111"/>
                </a:cubicBezTo>
                <a:cubicBezTo>
                  <a:pt x="262" y="128"/>
                  <a:pt x="270" y="150"/>
                  <a:pt x="270" y="173"/>
                </a:cubicBezTo>
                <a:cubicBezTo>
                  <a:pt x="270" y="195"/>
                  <a:pt x="265" y="211"/>
                  <a:pt x="258" y="224"/>
                </a:cubicBezTo>
                <a:close/>
                <a:moveTo>
                  <a:pt x="252" y="173"/>
                </a:moveTo>
                <a:cubicBezTo>
                  <a:pt x="252" y="153"/>
                  <a:pt x="246" y="136"/>
                  <a:pt x="235" y="121"/>
                </a:cubicBezTo>
                <a:cubicBezTo>
                  <a:pt x="224" y="107"/>
                  <a:pt x="209" y="96"/>
                  <a:pt x="192" y="91"/>
                </a:cubicBezTo>
                <a:cubicBezTo>
                  <a:pt x="189" y="90"/>
                  <a:pt x="189" y="90"/>
                  <a:pt x="189" y="90"/>
                </a:cubicBezTo>
                <a:cubicBezTo>
                  <a:pt x="185" y="89"/>
                  <a:pt x="181" y="88"/>
                  <a:pt x="176" y="88"/>
                </a:cubicBezTo>
                <a:cubicBezTo>
                  <a:pt x="176" y="88"/>
                  <a:pt x="175" y="88"/>
                  <a:pt x="176" y="88"/>
                </a:cubicBezTo>
                <a:cubicBezTo>
                  <a:pt x="173" y="88"/>
                  <a:pt x="170" y="87"/>
                  <a:pt x="168" y="87"/>
                </a:cubicBezTo>
                <a:cubicBezTo>
                  <a:pt x="167" y="87"/>
                  <a:pt x="167" y="87"/>
                  <a:pt x="167" y="87"/>
                </a:cubicBezTo>
                <a:cubicBezTo>
                  <a:pt x="167" y="87"/>
                  <a:pt x="167" y="87"/>
                  <a:pt x="167" y="87"/>
                </a:cubicBezTo>
                <a:cubicBezTo>
                  <a:pt x="164" y="87"/>
                  <a:pt x="162" y="88"/>
                  <a:pt x="159" y="88"/>
                </a:cubicBezTo>
                <a:cubicBezTo>
                  <a:pt x="159" y="88"/>
                  <a:pt x="158" y="88"/>
                  <a:pt x="158" y="88"/>
                </a:cubicBezTo>
                <a:cubicBezTo>
                  <a:pt x="154" y="88"/>
                  <a:pt x="150" y="89"/>
                  <a:pt x="145" y="90"/>
                </a:cubicBezTo>
                <a:cubicBezTo>
                  <a:pt x="143" y="91"/>
                  <a:pt x="143" y="91"/>
                  <a:pt x="143" y="91"/>
                </a:cubicBezTo>
                <a:cubicBezTo>
                  <a:pt x="126" y="96"/>
                  <a:pt x="110" y="107"/>
                  <a:pt x="100" y="121"/>
                </a:cubicBezTo>
                <a:cubicBezTo>
                  <a:pt x="89" y="136"/>
                  <a:pt x="82" y="153"/>
                  <a:pt x="82" y="173"/>
                </a:cubicBezTo>
                <a:cubicBezTo>
                  <a:pt x="82" y="192"/>
                  <a:pt x="87" y="205"/>
                  <a:pt x="92" y="216"/>
                </a:cubicBezTo>
                <a:cubicBezTo>
                  <a:pt x="98" y="227"/>
                  <a:pt x="105" y="234"/>
                  <a:pt x="112" y="242"/>
                </a:cubicBezTo>
                <a:cubicBezTo>
                  <a:pt x="117" y="246"/>
                  <a:pt x="121" y="251"/>
                  <a:pt x="125" y="256"/>
                </a:cubicBezTo>
                <a:cubicBezTo>
                  <a:pt x="127" y="260"/>
                  <a:pt x="128" y="263"/>
                  <a:pt x="129" y="267"/>
                </a:cubicBezTo>
                <a:cubicBezTo>
                  <a:pt x="131" y="279"/>
                  <a:pt x="131" y="291"/>
                  <a:pt x="131" y="295"/>
                </a:cubicBezTo>
                <a:cubicBezTo>
                  <a:pt x="131" y="295"/>
                  <a:pt x="131" y="296"/>
                  <a:pt x="131" y="296"/>
                </a:cubicBezTo>
                <a:cubicBezTo>
                  <a:pt x="131" y="298"/>
                  <a:pt x="132" y="300"/>
                  <a:pt x="133" y="301"/>
                </a:cubicBezTo>
                <a:cubicBezTo>
                  <a:pt x="135" y="302"/>
                  <a:pt x="137" y="303"/>
                  <a:pt x="139" y="303"/>
                </a:cubicBezTo>
                <a:cubicBezTo>
                  <a:pt x="196" y="303"/>
                  <a:pt x="196" y="303"/>
                  <a:pt x="196" y="303"/>
                </a:cubicBezTo>
                <a:cubicBezTo>
                  <a:pt x="200" y="303"/>
                  <a:pt x="204" y="300"/>
                  <a:pt x="204" y="296"/>
                </a:cubicBezTo>
                <a:cubicBezTo>
                  <a:pt x="204" y="296"/>
                  <a:pt x="204" y="295"/>
                  <a:pt x="204" y="295"/>
                </a:cubicBezTo>
                <a:cubicBezTo>
                  <a:pt x="204" y="291"/>
                  <a:pt x="204" y="279"/>
                  <a:pt x="206" y="267"/>
                </a:cubicBezTo>
                <a:cubicBezTo>
                  <a:pt x="207" y="261"/>
                  <a:pt x="210" y="256"/>
                  <a:pt x="213" y="252"/>
                </a:cubicBezTo>
                <a:cubicBezTo>
                  <a:pt x="217" y="248"/>
                  <a:pt x="221" y="244"/>
                  <a:pt x="225" y="240"/>
                </a:cubicBezTo>
                <a:cubicBezTo>
                  <a:pt x="233" y="231"/>
                  <a:pt x="241" y="222"/>
                  <a:pt x="246" y="208"/>
                </a:cubicBezTo>
                <a:cubicBezTo>
                  <a:pt x="250" y="199"/>
                  <a:pt x="252" y="187"/>
                  <a:pt x="252" y="173"/>
                </a:cubicBezTo>
                <a:close/>
                <a:moveTo>
                  <a:pt x="264" y="248"/>
                </a:moveTo>
                <a:cubicBezTo>
                  <a:pt x="259" y="255"/>
                  <a:pt x="254" y="261"/>
                  <a:pt x="250" y="266"/>
                </a:cubicBezTo>
                <a:cubicBezTo>
                  <a:pt x="270" y="287"/>
                  <a:pt x="270" y="287"/>
                  <a:pt x="270" y="287"/>
                </a:cubicBezTo>
                <a:cubicBezTo>
                  <a:pt x="275" y="291"/>
                  <a:pt x="282" y="291"/>
                  <a:pt x="286" y="287"/>
                </a:cubicBezTo>
                <a:cubicBezTo>
                  <a:pt x="290" y="282"/>
                  <a:pt x="290" y="275"/>
                  <a:pt x="286" y="271"/>
                </a:cubicBezTo>
                <a:lnTo>
                  <a:pt x="264" y="248"/>
                </a:lnTo>
                <a:close/>
                <a:moveTo>
                  <a:pt x="324" y="157"/>
                </a:moveTo>
                <a:cubicBezTo>
                  <a:pt x="284" y="157"/>
                  <a:pt x="284" y="157"/>
                  <a:pt x="284" y="157"/>
                </a:cubicBezTo>
                <a:cubicBezTo>
                  <a:pt x="285" y="162"/>
                  <a:pt x="285" y="167"/>
                  <a:pt x="285" y="173"/>
                </a:cubicBezTo>
                <a:cubicBezTo>
                  <a:pt x="285" y="175"/>
                  <a:pt x="285" y="177"/>
                  <a:pt x="285" y="179"/>
                </a:cubicBezTo>
                <a:cubicBezTo>
                  <a:pt x="324" y="179"/>
                  <a:pt x="324" y="179"/>
                  <a:pt x="324" y="179"/>
                </a:cubicBezTo>
                <a:cubicBezTo>
                  <a:pt x="330" y="179"/>
                  <a:pt x="335" y="174"/>
                  <a:pt x="335" y="168"/>
                </a:cubicBezTo>
                <a:cubicBezTo>
                  <a:pt x="335" y="162"/>
                  <a:pt x="330" y="157"/>
                  <a:pt x="324" y="157"/>
                </a:cubicBezTo>
                <a:close/>
                <a:moveTo>
                  <a:pt x="196" y="217"/>
                </a:moveTo>
                <a:cubicBezTo>
                  <a:pt x="194" y="216"/>
                  <a:pt x="192" y="216"/>
                  <a:pt x="189" y="216"/>
                </a:cubicBezTo>
                <a:cubicBezTo>
                  <a:pt x="188" y="216"/>
                  <a:pt x="188" y="216"/>
                  <a:pt x="188" y="216"/>
                </a:cubicBezTo>
                <a:cubicBezTo>
                  <a:pt x="187" y="216"/>
                  <a:pt x="186" y="216"/>
                  <a:pt x="185" y="216"/>
                </a:cubicBezTo>
                <a:cubicBezTo>
                  <a:pt x="185" y="216"/>
                  <a:pt x="184" y="217"/>
                  <a:pt x="184" y="217"/>
                </a:cubicBezTo>
                <a:cubicBezTo>
                  <a:pt x="183" y="217"/>
                  <a:pt x="183" y="217"/>
                  <a:pt x="182" y="217"/>
                </a:cubicBezTo>
                <a:cubicBezTo>
                  <a:pt x="182" y="218"/>
                  <a:pt x="181" y="218"/>
                  <a:pt x="181" y="219"/>
                </a:cubicBezTo>
                <a:cubicBezTo>
                  <a:pt x="181" y="219"/>
                  <a:pt x="180" y="219"/>
                  <a:pt x="180" y="219"/>
                </a:cubicBezTo>
                <a:cubicBezTo>
                  <a:pt x="180" y="219"/>
                  <a:pt x="179" y="220"/>
                  <a:pt x="179" y="220"/>
                </a:cubicBezTo>
                <a:cubicBezTo>
                  <a:pt x="179" y="220"/>
                  <a:pt x="179" y="221"/>
                  <a:pt x="179" y="221"/>
                </a:cubicBezTo>
                <a:cubicBezTo>
                  <a:pt x="178" y="219"/>
                  <a:pt x="176" y="218"/>
                  <a:pt x="175" y="217"/>
                </a:cubicBezTo>
                <a:cubicBezTo>
                  <a:pt x="173" y="216"/>
                  <a:pt x="171" y="215"/>
                  <a:pt x="168" y="215"/>
                </a:cubicBezTo>
                <a:cubicBezTo>
                  <a:pt x="168" y="215"/>
                  <a:pt x="168" y="216"/>
                  <a:pt x="167" y="216"/>
                </a:cubicBezTo>
                <a:cubicBezTo>
                  <a:pt x="167" y="216"/>
                  <a:pt x="167" y="215"/>
                  <a:pt x="167" y="215"/>
                </a:cubicBezTo>
                <a:cubicBezTo>
                  <a:pt x="164" y="215"/>
                  <a:pt x="162" y="216"/>
                  <a:pt x="160" y="217"/>
                </a:cubicBezTo>
                <a:cubicBezTo>
                  <a:pt x="158" y="218"/>
                  <a:pt x="157" y="219"/>
                  <a:pt x="156" y="221"/>
                </a:cubicBezTo>
                <a:cubicBezTo>
                  <a:pt x="156" y="221"/>
                  <a:pt x="156" y="220"/>
                  <a:pt x="156" y="220"/>
                </a:cubicBezTo>
                <a:cubicBezTo>
                  <a:pt x="155" y="220"/>
                  <a:pt x="155" y="219"/>
                  <a:pt x="155" y="219"/>
                </a:cubicBezTo>
                <a:cubicBezTo>
                  <a:pt x="154" y="219"/>
                  <a:pt x="154" y="219"/>
                  <a:pt x="154" y="219"/>
                </a:cubicBezTo>
                <a:cubicBezTo>
                  <a:pt x="153" y="218"/>
                  <a:pt x="153" y="218"/>
                  <a:pt x="152" y="217"/>
                </a:cubicBezTo>
                <a:cubicBezTo>
                  <a:pt x="152" y="217"/>
                  <a:pt x="152" y="217"/>
                  <a:pt x="151" y="217"/>
                </a:cubicBezTo>
                <a:cubicBezTo>
                  <a:pt x="151" y="217"/>
                  <a:pt x="150" y="216"/>
                  <a:pt x="150" y="216"/>
                </a:cubicBezTo>
                <a:cubicBezTo>
                  <a:pt x="149" y="216"/>
                  <a:pt x="148" y="216"/>
                  <a:pt x="146" y="216"/>
                </a:cubicBezTo>
                <a:cubicBezTo>
                  <a:pt x="145" y="216"/>
                  <a:pt x="145" y="216"/>
                  <a:pt x="145" y="216"/>
                </a:cubicBezTo>
                <a:cubicBezTo>
                  <a:pt x="143" y="216"/>
                  <a:pt x="141" y="216"/>
                  <a:pt x="139" y="217"/>
                </a:cubicBezTo>
                <a:cubicBezTo>
                  <a:pt x="138" y="218"/>
                  <a:pt x="138" y="218"/>
                  <a:pt x="137" y="218"/>
                </a:cubicBezTo>
                <a:cubicBezTo>
                  <a:pt x="135" y="220"/>
                  <a:pt x="134" y="223"/>
                  <a:pt x="134" y="227"/>
                </a:cubicBezTo>
                <a:cubicBezTo>
                  <a:pt x="134" y="230"/>
                  <a:pt x="135" y="233"/>
                  <a:pt x="137" y="237"/>
                </a:cubicBezTo>
                <a:cubicBezTo>
                  <a:pt x="139" y="241"/>
                  <a:pt x="143" y="246"/>
                  <a:pt x="147" y="255"/>
                </a:cubicBezTo>
                <a:cubicBezTo>
                  <a:pt x="150" y="262"/>
                  <a:pt x="153" y="272"/>
                  <a:pt x="155" y="287"/>
                </a:cubicBezTo>
                <a:cubicBezTo>
                  <a:pt x="162" y="287"/>
                  <a:pt x="162" y="287"/>
                  <a:pt x="162" y="287"/>
                </a:cubicBezTo>
                <a:cubicBezTo>
                  <a:pt x="160" y="271"/>
                  <a:pt x="156" y="260"/>
                  <a:pt x="153" y="252"/>
                </a:cubicBezTo>
                <a:cubicBezTo>
                  <a:pt x="149" y="242"/>
                  <a:pt x="144" y="237"/>
                  <a:pt x="143" y="234"/>
                </a:cubicBezTo>
                <a:cubicBezTo>
                  <a:pt x="142" y="233"/>
                  <a:pt x="142" y="233"/>
                  <a:pt x="142" y="232"/>
                </a:cubicBezTo>
                <a:cubicBezTo>
                  <a:pt x="141" y="230"/>
                  <a:pt x="140" y="228"/>
                  <a:pt x="140" y="227"/>
                </a:cubicBezTo>
                <a:cubicBezTo>
                  <a:pt x="140" y="225"/>
                  <a:pt x="141" y="224"/>
                  <a:pt x="142" y="223"/>
                </a:cubicBezTo>
                <a:cubicBezTo>
                  <a:pt x="142" y="223"/>
                  <a:pt x="144" y="222"/>
                  <a:pt x="145" y="222"/>
                </a:cubicBezTo>
                <a:cubicBezTo>
                  <a:pt x="146" y="222"/>
                  <a:pt x="146" y="222"/>
                  <a:pt x="146" y="222"/>
                </a:cubicBezTo>
                <a:cubicBezTo>
                  <a:pt x="148" y="223"/>
                  <a:pt x="149" y="223"/>
                  <a:pt x="150" y="224"/>
                </a:cubicBezTo>
                <a:cubicBezTo>
                  <a:pt x="151" y="224"/>
                  <a:pt x="151" y="225"/>
                  <a:pt x="151" y="225"/>
                </a:cubicBezTo>
                <a:cubicBezTo>
                  <a:pt x="152" y="226"/>
                  <a:pt x="153" y="228"/>
                  <a:pt x="155" y="230"/>
                </a:cubicBezTo>
                <a:cubicBezTo>
                  <a:pt x="155" y="231"/>
                  <a:pt x="157" y="232"/>
                  <a:pt x="158" y="231"/>
                </a:cubicBezTo>
                <a:cubicBezTo>
                  <a:pt x="159" y="231"/>
                  <a:pt x="160" y="230"/>
                  <a:pt x="160" y="229"/>
                </a:cubicBezTo>
                <a:cubicBezTo>
                  <a:pt x="161" y="228"/>
                  <a:pt x="161" y="227"/>
                  <a:pt x="161" y="226"/>
                </a:cubicBezTo>
                <a:cubicBezTo>
                  <a:pt x="161" y="225"/>
                  <a:pt x="162" y="225"/>
                  <a:pt x="162" y="225"/>
                </a:cubicBezTo>
                <a:cubicBezTo>
                  <a:pt x="162" y="224"/>
                  <a:pt x="162" y="224"/>
                  <a:pt x="162" y="224"/>
                </a:cubicBezTo>
                <a:cubicBezTo>
                  <a:pt x="163" y="223"/>
                  <a:pt x="163" y="223"/>
                  <a:pt x="163" y="223"/>
                </a:cubicBezTo>
                <a:cubicBezTo>
                  <a:pt x="164" y="222"/>
                  <a:pt x="165" y="222"/>
                  <a:pt x="167" y="222"/>
                </a:cubicBezTo>
                <a:cubicBezTo>
                  <a:pt x="167" y="222"/>
                  <a:pt x="167" y="222"/>
                  <a:pt x="167" y="222"/>
                </a:cubicBezTo>
                <a:cubicBezTo>
                  <a:pt x="168" y="222"/>
                  <a:pt x="168" y="222"/>
                  <a:pt x="168" y="222"/>
                </a:cubicBezTo>
                <a:cubicBezTo>
                  <a:pt x="170" y="222"/>
                  <a:pt x="171" y="222"/>
                  <a:pt x="171" y="223"/>
                </a:cubicBezTo>
                <a:cubicBezTo>
                  <a:pt x="172" y="223"/>
                  <a:pt x="172" y="223"/>
                  <a:pt x="173" y="224"/>
                </a:cubicBezTo>
                <a:cubicBezTo>
                  <a:pt x="173" y="224"/>
                  <a:pt x="173" y="224"/>
                  <a:pt x="173" y="225"/>
                </a:cubicBezTo>
                <a:cubicBezTo>
                  <a:pt x="173" y="225"/>
                  <a:pt x="173" y="225"/>
                  <a:pt x="174" y="226"/>
                </a:cubicBezTo>
                <a:cubicBezTo>
                  <a:pt x="174" y="227"/>
                  <a:pt x="174" y="228"/>
                  <a:pt x="174" y="229"/>
                </a:cubicBezTo>
                <a:cubicBezTo>
                  <a:pt x="175" y="230"/>
                  <a:pt x="176" y="231"/>
                  <a:pt x="177" y="231"/>
                </a:cubicBezTo>
                <a:cubicBezTo>
                  <a:pt x="178" y="232"/>
                  <a:pt x="179" y="231"/>
                  <a:pt x="180" y="230"/>
                </a:cubicBezTo>
                <a:cubicBezTo>
                  <a:pt x="182" y="228"/>
                  <a:pt x="182" y="226"/>
                  <a:pt x="184" y="225"/>
                </a:cubicBezTo>
                <a:cubicBezTo>
                  <a:pt x="184" y="225"/>
                  <a:pt x="184" y="224"/>
                  <a:pt x="185" y="224"/>
                </a:cubicBezTo>
                <a:cubicBezTo>
                  <a:pt x="185" y="223"/>
                  <a:pt x="187" y="223"/>
                  <a:pt x="189" y="222"/>
                </a:cubicBezTo>
                <a:cubicBezTo>
                  <a:pt x="189" y="222"/>
                  <a:pt x="189" y="222"/>
                  <a:pt x="189" y="222"/>
                </a:cubicBezTo>
                <a:cubicBezTo>
                  <a:pt x="191" y="222"/>
                  <a:pt x="192" y="223"/>
                  <a:pt x="193" y="223"/>
                </a:cubicBezTo>
                <a:cubicBezTo>
                  <a:pt x="194" y="224"/>
                  <a:pt x="194" y="225"/>
                  <a:pt x="194" y="227"/>
                </a:cubicBezTo>
                <a:cubicBezTo>
                  <a:pt x="194" y="228"/>
                  <a:pt x="194" y="230"/>
                  <a:pt x="193" y="232"/>
                </a:cubicBezTo>
                <a:cubicBezTo>
                  <a:pt x="193" y="233"/>
                  <a:pt x="193" y="233"/>
                  <a:pt x="192" y="234"/>
                </a:cubicBezTo>
                <a:cubicBezTo>
                  <a:pt x="191" y="237"/>
                  <a:pt x="186" y="242"/>
                  <a:pt x="182" y="252"/>
                </a:cubicBezTo>
                <a:cubicBezTo>
                  <a:pt x="178" y="260"/>
                  <a:pt x="175" y="271"/>
                  <a:pt x="173" y="287"/>
                </a:cubicBezTo>
                <a:cubicBezTo>
                  <a:pt x="180" y="287"/>
                  <a:pt x="180" y="287"/>
                  <a:pt x="180" y="287"/>
                </a:cubicBezTo>
                <a:cubicBezTo>
                  <a:pt x="182" y="272"/>
                  <a:pt x="185" y="262"/>
                  <a:pt x="188" y="255"/>
                </a:cubicBezTo>
                <a:cubicBezTo>
                  <a:pt x="192" y="246"/>
                  <a:pt x="196" y="241"/>
                  <a:pt x="198" y="237"/>
                </a:cubicBezTo>
                <a:cubicBezTo>
                  <a:pt x="200" y="233"/>
                  <a:pt x="201" y="230"/>
                  <a:pt x="201" y="227"/>
                </a:cubicBezTo>
                <a:cubicBezTo>
                  <a:pt x="201" y="223"/>
                  <a:pt x="200" y="220"/>
                  <a:pt x="198" y="218"/>
                </a:cubicBezTo>
                <a:cubicBezTo>
                  <a:pt x="197" y="218"/>
                  <a:pt x="196" y="218"/>
                  <a:pt x="196" y="217"/>
                </a:cubicBezTo>
                <a:close/>
                <a:moveTo>
                  <a:pt x="49" y="271"/>
                </a:moveTo>
                <a:cubicBezTo>
                  <a:pt x="44" y="275"/>
                  <a:pt x="44" y="282"/>
                  <a:pt x="49" y="287"/>
                </a:cubicBezTo>
                <a:cubicBezTo>
                  <a:pt x="53" y="291"/>
                  <a:pt x="60" y="291"/>
                  <a:pt x="65" y="287"/>
                </a:cubicBezTo>
                <a:cubicBezTo>
                  <a:pt x="85" y="266"/>
                  <a:pt x="85" y="266"/>
                  <a:pt x="85" y="266"/>
                </a:cubicBezTo>
                <a:cubicBezTo>
                  <a:pt x="80" y="261"/>
                  <a:pt x="76" y="255"/>
                  <a:pt x="71" y="248"/>
                </a:cubicBezTo>
                <a:lnTo>
                  <a:pt x="49" y="27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35" name="Freeform 16"/>
          <p:cNvSpPr>
            <a:spLocks noEditPoints="1"/>
          </p:cNvSpPr>
          <p:nvPr/>
        </p:nvSpPr>
        <p:spPr bwMode="auto">
          <a:xfrm>
            <a:off x="5209394" y="1811317"/>
            <a:ext cx="203662" cy="172283"/>
          </a:xfrm>
          <a:custGeom>
            <a:avLst/>
            <a:gdLst>
              <a:gd name="T0" fmla="*/ 281 w 289"/>
              <a:gd name="T1" fmla="*/ 236 h 246"/>
              <a:gd name="T2" fmla="*/ 0 w 289"/>
              <a:gd name="T3" fmla="*/ 246 h 246"/>
              <a:gd name="T4" fmla="*/ 53 w 289"/>
              <a:gd name="T5" fmla="*/ 228 h 246"/>
              <a:gd name="T6" fmla="*/ 58 w 289"/>
              <a:gd name="T7" fmla="*/ 192 h 246"/>
              <a:gd name="T8" fmla="*/ 18 w 289"/>
              <a:gd name="T9" fmla="*/ 224 h 246"/>
              <a:gd name="T10" fmla="*/ 53 w 289"/>
              <a:gd name="T11" fmla="*/ 228 h 246"/>
              <a:gd name="T12" fmla="*/ 108 w 289"/>
              <a:gd name="T13" fmla="*/ 224 h 246"/>
              <a:gd name="T14" fmla="*/ 105 w 289"/>
              <a:gd name="T15" fmla="*/ 177 h 246"/>
              <a:gd name="T16" fmla="*/ 69 w 289"/>
              <a:gd name="T17" fmla="*/ 224 h 246"/>
              <a:gd name="T18" fmla="*/ 104 w 289"/>
              <a:gd name="T19" fmla="*/ 228 h 246"/>
              <a:gd name="T20" fmla="*/ 159 w 289"/>
              <a:gd name="T21" fmla="*/ 224 h 246"/>
              <a:gd name="T22" fmla="*/ 119 w 289"/>
              <a:gd name="T23" fmla="*/ 171 h 246"/>
              <a:gd name="T24" fmla="*/ 124 w 289"/>
              <a:gd name="T25" fmla="*/ 228 h 246"/>
              <a:gd name="T26" fmla="*/ 205 w 289"/>
              <a:gd name="T27" fmla="*/ 228 h 246"/>
              <a:gd name="T28" fmla="*/ 209 w 289"/>
              <a:gd name="T29" fmla="*/ 113 h 246"/>
              <a:gd name="T30" fmla="*/ 170 w 289"/>
              <a:gd name="T31" fmla="*/ 143 h 246"/>
              <a:gd name="T32" fmla="*/ 175 w 289"/>
              <a:gd name="T33" fmla="*/ 228 h 246"/>
              <a:gd name="T34" fmla="*/ 256 w 289"/>
              <a:gd name="T35" fmla="*/ 228 h 246"/>
              <a:gd name="T36" fmla="*/ 260 w 289"/>
              <a:gd name="T37" fmla="*/ 57 h 246"/>
              <a:gd name="T38" fmla="*/ 221 w 289"/>
              <a:gd name="T39" fmla="*/ 224 h 246"/>
              <a:gd name="T40" fmla="*/ 256 w 289"/>
              <a:gd name="T41" fmla="*/ 228 h 246"/>
              <a:gd name="T42" fmla="*/ 274 w 289"/>
              <a:gd name="T43" fmla="*/ 7 h 246"/>
              <a:gd name="T44" fmla="*/ 224 w 289"/>
              <a:gd name="T45" fmla="*/ 14 h 246"/>
              <a:gd name="T46" fmla="*/ 229 w 289"/>
              <a:gd name="T47" fmla="*/ 30 h 246"/>
              <a:gd name="T48" fmla="*/ 180 w 289"/>
              <a:gd name="T49" fmla="*/ 99 h 246"/>
              <a:gd name="T50" fmla="*/ 1 w 289"/>
              <a:gd name="T51" fmla="*/ 168 h 246"/>
              <a:gd name="T52" fmla="*/ 103 w 289"/>
              <a:gd name="T53" fmla="*/ 165 h 246"/>
              <a:gd name="T54" fmla="*/ 266 w 289"/>
              <a:gd name="T55" fmla="*/ 34 h 246"/>
              <a:gd name="T56" fmla="*/ 282 w 289"/>
              <a:gd name="T57" fmla="*/ 58 h 246"/>
              <a:gd name="T58" fmla="*/ 38 w 289"/>
              <a:gd name="T59" fmla="*/ 131 h 246"/>
              <a:gd name="T60" fmla="*/ 40 w 289"/>
              <a:gd name="T61" fmla="*/ 141 h 246"/>
              <a:gd name="T62" fmla="*/ 50 w 289"/>
              <a:gd name="T63" fmla="*/ 139 h 246"/>
              <a:gd name="T64" fmla="*/ 70 w 289"/>
              <a:gd name="T65" fmla="*/ 125 h 246"/>
              <a:gd name="T66" fmla="*/ 50 w 289"/>
              <a:gd name="T67" fmla="*/ 79 h 246"/>
              <a:gd name="T68" fmla="*/ 40 w 289"/>
              <a:gd name="T69" fmla="*/ 74 h 246"/>
              <a:gd name="T70" fmla="*/ 31 w 289"/>
              <a:gd name="T71" fmla="*/ 69 h 246"/>
              <a:gd name="T72" fmla="*/ 45 w 289"/>
              <a:gd name="T73" fmla="*/ 54 h 246"/>
              <a:gd name="T74" fmla="*/ 60 w 289"/>
              <a:gd name="T75" fmla="*/ 60 h 246"/>
              <a:gd name="T76" fmla="*/ 62 w 289"/>
              <a:gd name="T77" fmla="*/ 62 h 246"/>
              <a:gd name="T78" fmla="*/ 75 w 289"/>
              <a:gd name="T79" fmla="*/ 59 h 246"/>
              <a:gd name="T80" fmla="*/ 57 w 289"/>
              <a:gd name="T81" fmla="*/ 40 h 246"/>
              <a:gd name="T82" fmla="*/ 50 w 289"/>
              <a:gd name="T83" fmla="*/ 31 h 246"/>
              <a:gd name="T84" fmla="*/ 40 w 289"/>
              <a:gd name="T85" fmla="*/ 29 h 246"/>
              <a:gd name="T86" fmla="*/ 38 w 289"/>
              <a:gd name="T87" fmla="*/ 39 h 246"/>
              <a:gd name="T88" fmla="*/ 15 w 289"/>
              <a:gd name="T89" fmla="*/ 75 h 246"/>
              <a:gd name="T90" fmla="*/ 49 w 289"/>
              <a:gd name="T91" fmla="*/ 96 h 246"/>
              <a:gd name="T92" fmla="*/ 59 w 289"/>
              <a:gd name="T93" fmla="*/ 103 h 246"/>
              <a:gd name="T94" fmla="*/ 47 w 289"/>
              <a:gd name="T95" fmla="*/ 117 h 246"/>
              <a:gd name="T96" fmla="*/ 28 w 289"/>
              <a:gd name="T97" fmla="*/ 110 h 246"/>
              <a:gd name="T98" fmla="*/ 26 w 289"/>
              <a:gd name="T99" fmla="*/ 108 h 246"/>
              <a:gd name="T100" fmla="*/ 13 w 289"/>
              <a:gd name="T101" fmla="*/ 111 h 246"/>
              <a:gd name="T102" fmla="*/ 38 w 289"/>
              <a:gd name="T103" fmla="*/ 131 h 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89" h="246">
                <a:moveTo>
                  <a:pt x="0" y="236"/>
                </a:moveTo>
                <a:cubicBezTo>
                  <a:pt x="281" y="236"/>
                  <a:pt x="281" y="236"/>
                  <a:pt x="281" y="236"/>
                </a:cubicBezTo>
                <a:cubicBezTo>
                  <a:pt x="281" y="246"/>
                  <a:pt x="281" y="246"/>
                  <a:pt x="281" y="246"/>
                </a:cubicBezTo>
                <a:cubicBezTo>
                  <a:pt x="0" y="246"/>
                  <a:pt x="0" y="246"/>
                  <a:pt x="0" y="246"/>
                </a:cubicBezTo>
                <a:lnTo>
                  <a:pt x="0" y="236"/>
                </a:lnTo>
                <a:close/>
                <a:moveTo>
                  <a:pt x="53" y="228"/>
                </a:moveTo>
                <a:cubicBezTo>
                  <a:pt x="56" y="228"/>
                  <a:pt x="58" y="226"/>
                  <a:pt x="58" y="224"/>
                </a:cubicBezTo>
                <a:cubicBezTo>
                  <a:pt x="58" y="192"/>
                  <a:pt x="58" y="192"/>
                  <a:pt x="58" y="192"/>
                </a:cubicBezTo>
                <a:cubicBezTo>
                  <a:pt x="42" y="196"/>
                  <a:pt x="28" y="198"/>
                  <a:pt x="18" y="199"/>
                </a:cubicBezTo>
                <a:cubicBezTo>
                  <a:pt x="18" y="224"/>
                  <a:pt x="18" y="224"/>
                  <a:pt x="18" y="224"/>
                </a:cubicBezTo>
                <a:cubicBezTo>
                  <a:pt x="18" y="226"/>
                  <a:pt x="20" y="228"/>
                  <a:pt x="23" y="228"/>
                </a:cubicBezTo>
                <a:lnTo>
                  <a:pt x="53" y="228"/>
                </a:lnTo>
                <a:close/>
                <a:moveTo>
                  <a:pt x="104" y="228"/>
                </a:moveTo>
                <a:cubicBezTo>
                  <a:pt x="106" y="228"/>
                  <a:pt x="108" y="226"/>
                  <a:pt x="108" y="224"/>
                </a:cubicBezTo>
                <a:cubicBezTo>
                  <a:pt x="108" y="176"/>
                  <a:pt x="108" y="176"/>
                  <a:pt x="108" y="176"/>
                </a:cubicBezTo>
                <a:cubicBezTo>
                  <a:pt x="107" y="176"/>
                  <a:pt x="106" y="177"/>
                  <a:pt x="105" y="177"/>
                </a:cubicBezTo>
                <a:cubicBezTo>
                  <a:pt x="92" y="182"/>
                  <a:pt x="80" y="186"/>
                  <a:pt x="69" y="189"/>
                </a:cubicBezTo>
                <a:cubicBezTo>
                  <a:pt x="69" y="224"/>
                  <a:pt x="69" y="224"/>
                  <a:pt x="69" y="224"/>
                </a:cubicBezTo>
                <a:cubicBezTo>
                  <a:pt x="69" y="226"/>
                  <a:pt x="71" y="228"/>
                  <a:pt x="73" y="228"/>
                </a:cubicBezTo>
                <a:lnTo>
                  <a:pt x="104" y="228"/>
                </a:lnTo>
                <a:close/>
                <a:moveTo>
                  <a:pt x="154" y="228"/>
                </a:moveTo>
                <a:cubicBezTo>
                  <a:pt x="157" y="228"/>
                  <a:pt x="159" y="226"/>
                  <a:pt x="159" y="224"/>
                </a:cubicBezTo>
                <a:cubicBezTo>
                  <a:pt x="159" y="150"/>
                  <a:pt x="159" y="150"/>
                  <a:pt x="159" y="150"/>
                </a:cubicBezTo>
                <a:cubicBezTo>
                  <a:pt x="146" y="158"/>
                  <a:pt x="133" y="165"/>
                  <a:pt x="119" y="171"/>
                </a:cubicBezTo>
                <a:cubicBezTo>
                  <a:pt x="119" y="224"/>
                  <a:pt x="119" y="224"/>
                  <a:pt x="119" y="224"/>
                </a:cubicBezTo>
                <a:cubicBezTo>
                  <a:pt x="119" y="226"/>
                  <a:pt x="122" y="228"/>
                  <a:pt x="124" y="228"/>
                </a:cubicBezTo>
                <a:lnTo>
                  <a:pt x="154" y="228"/>
                </a:lnTo>
                <a:close/>
                <a:moveTo>
                  <a:pt x="205" y="228"/>
                </a:moveTo>
                <a:cubicBezTo>
                  <a:pt x="207" y="228"/>
                  <a:pt x="209" y="226"/>
                  <a:pt x="209" y="224"/>
                </a:cubicBezTo>
                <a:cubicBezTo>
                  <a:pt x="209" y="113"/>
                  <a:pt x="209" y="113"/>
                  <a:pt x="209" y="113"/>
                </a:cubicBezTo>
                <a:cubicBezTo>
                  <a:pt x="205" y="117"/>
                  <a:pt x="200" y="121"/>
                  <a:pt x="196" y="124"/>
                </a:cubicBezTo>
                <a:cubicBezTo>
                  <a:pt x="187" y="131"/>
                  <a:pt x="179" y="137"/>
                  <a:pt x="170" y="143"/>
                </a:cubicBezTo>
                <a:cubicBezTo>
                  <a:pt x="170" y="224"/>
                  <a:pt x="170" y="224"/>
                  <a:pt x="170" y="224"/>
                </a:cubicBezTo>
                <a:cubicBezTo>
                  <a:pt x="170" y="226"/>
                  <a:pt x="172" y="228"/>
                  <a:pt x="175" y="228"/>
                </a:cubicBezTo>
                <a:lnTo>
                  <a:pt x="205" y="228"/>
                </a:lnTo>
                <a:close/>
                <a:moveTo>
                  <a:pt x="256" y="228"/>
                </a:moveTo>
                <a:cubicBezTo>
                  <a:pt x="258" y="228"/>
                  <a:pt x="260" y="226"/>
                  <a:pt x="260" y="224"/>
                </a:cubicBezTo>
                <a:cubicBezTo>
                  <a:pt x="260" y="57"/>
                  <a:pt x="260" y="57"/>
                  <a:pt x="260" y="57"/>
                </a:cubicBezTo>
                <a:cubicBezTo>
                  <a:pt x="248" y="74"/>
                  <a:pt x="235" y="89"/>
                  <a:pt x="221" y="102"/>
                </a:cubicBezTo>
                <a:cubicBezTo>
                  <a:pt x="221" y="224"/>
                  <a:pt x="221" y="224"/>
                  <a:pt x="221" y="224"/>
                </a:cubicBezTo>
                <a:cubicBezTo>
                  <a:pt x="221" y="226"/>
                  <a:pt x="223" y="228"/>
                  <a:pt x="225" y="228"/>
                </a:cubicBezTo>
                <a:lnTo>
                  <a:pt x="256" y="228"/>
                </a:lnTo>
                <a:close/>
                <a:moveTo>
                  <a:pt x="287" y="47"/>
                </a:moveTo>
                <a:cubicBezTo>
                  <a:pt x="274" y="7"/>
                  <a:pt x="274" y="7"/>
                  <a:pt x="274" y="7"/>
                </a:cubicBezTo>
                <a:cubicBezTo>
                  <a:pt x="273" y="2"/>
                  <a:pt x="268" y="0"/>
                  <a:pt x="264" y="1"/>
                </a:cubicBezTo>
                <a:cubicBezTo>
                  <a:pt x="224" y="14"/>
                  <a:pt x="224" y="14"/>
                  <a:pt x="224" y="14"/>
                </a:cubicBezTo>
                <a:cubicBezTo>
                  <a:pt x="220" y="16"/>
                  <a:pt x="217" y="20"/>
                  <a:pt x="219" y="24"/>
                </a:cubicBezTo>
                <a:cubicBezTo>
                  <a:pt x="220" y="29"/>
                  <a:pt x="225" y="31"/>
                  <a:pt x="229" y="30"/>
                </a:cubicBezTo>
                <a:cubicBezTo>
                  <a:pt x="249" y="23"/>
                  <a:pt x="249" y="23"/>
                  <a:pt x="249" y="23"/>
                </a:cubicBezTo>
                <a:cubicBezTo>
                  <a:pt x="228" y="55"/>
                  <a:pt x="204" y="79"/>
                  <a:pt x="180" y="99"/>
                </a:cubicBezTo>
                <a:cubicBezTo>
                  <a:pt x="137" y="133"/>
                  <a:pt x="93" y="150"/>
                  <a:pt x="59" y="159"/>
                </a:cubicBezTo>
                <a:cubicBezTo>
                  <a:pt x="25" y="168"/>
                  <a:pt x="2" y="168"/>
                  <a:pt x="1" y="168"/>
                </a:cubicBezTo>
                <a:cubicBezTo>
                  <a:pt x="1" y="168"/>
                  <a:pt x="1" y="187"/>
                  <a:pt x="1" y="187"/>
                </a:cubicBezTo>
                <a:cubicBezTo>
                  <a:pt x="4" y="187"/>
                  <a:pt x="47" y="187"/>
                  <a:pt x="103" y="165"/>
                </a:cubicBezTo>
                <a:cubicBezTo>
                  <a:pt x="131" y="154"/>
                  <a:pt x="162" y="138"/>
                  <a:pt x="192" y="114"/>
                </a:cubicBezTo>
                <a:cubicBezTo>
                  <a:pt x="218" y="93"/>
                  <a:pt x="243" y="67"/>
                  <a:pt x="266" y="34"/>
                </a:cubicBezTo>
                <a:cubicBezTo>
                  <a:pt x="272" y="52"/>
                  <a:pt x="272" y="52"/>
                  <a:pt x="272" y="52"/>
                </a:cubicBezTo>
                <a:cubicBezTo>
                  <a:pt x="273" y="56"/>
                  <a:pt x="278" y="59"/>
                  <a:pt x="282" y="58"/>
                </a:cubicBezTo>
                <a:cubicBezTo>
                  <a:pt x="286" y="56"/>
                  <a:pt x="289" y="52"/>
                  <a:pt x="287" y="47"/>
                </a:cubicBezTo>
                <a:close/>
                <a:moveTo>
                  <a:pt x="38" y="131"/>
                </a:moveTo>
                <a:cubicBezTo>
                  <a:pt x="38" y="139"/>
                  <a:pt x="38" y="139"/>
                  <a:pt x="38" y="139"/>
                </a:cubicBezTo>
                <a:cubicBezTo>
                  <a:pt x="38" y="140"/>
                  <a:pt x="39" y="141"/>
                  <a:pt x="40" y="141"/>
                </a:cubicBezTo>
                <a:cubicBezTo>
                  <a:pt x="48" y="141"/>
                  <a:pt x="48" y="141"/>
                  <a:pt x="48" y="141"/>
                </a:cubicBezTo>
                <a:cubicBezTo>
                  <a:pt x="49" y="141"/>
                  <a:pt x="50" y="140"/>
                  <a:pt x="50" y="139"/>
                </a:cubicBezTo>
                <a:cubicBezTo>
                  <a:pt x="50" y="131"/>
                  <a:pt x="50" y="131"/>
                  <a:pt x="50" y="131"/>
                </a:cubicBezTo>
                <a:cubicBezTo>
                  <a:pt x="59" y="131"/>
                  <a:pt x="66" y="128"/>
                  <a:pt x="70" y="125"/>
                </a:cubicBezTo>
                <a:cubicBezTo>
                  <a:pt x="77" y="118"/>
                  <a:pt x="80" y="108"/>
                  <a:pt x="77" y="99"/>
                </a:cubicBezTo>
                <a:cubicBezTo>
                  <a:pt x="74" y="89"/>
                  <a:pt x="60" y="83"/>
                  <a:pt x="50" y="79"/>
                </a:cubicBezTo>
                <a:cubicBezTo>
                  <a:pt x="49" y="78"/>
                  <a:pt x="49" y="78"/>
                  <a:pt x="49" y="78"/>
                </a:cubicBezTo>
                <a:cubicBezTo>
                  <a:pt x="46" y="77"/>
                  <a:pt x="41" y="75"/>
                  <a:pt x="40" y="74"/>
                </a:cubicBezTo>
                <a:cubicBezTo>
                  <a:pt x="39" y="74"/>
                  <a:pt x="39" y="74"/>
                  <a:pt x="39" y="74"/>
                </a:cubicBezTo>
                <a:cubicBezTo>
                  <a:pt x="35" y="72"/>
                  <a:pt x="33" y="71"/>
                  <a:pt x="31" y="69"/>
                </a:cubicBezTo>
                <a:cubicBezTo>
                  <a:pt x="29" y="65"/>
                  <a:pt x="30" y="60"/>
                  <a:pt x="33" y="58"/>
                </a:cubicBezTo>
                <a:cubicBezTo>
                  <a:pt x="37" y="54"/>
                  <a:pt x="41" y="54"/>
                  <a:pt x="45" y="54"/>
                </a:cubicBezTo>
                <a:cubicBezTo>
                  <a:pt x="47" y="54"/>
                  <a:pt x="50" y="54"/>
                  <a:pt x="52" y="55"/>
                </a:cubicBezTo>
                <a:cubicBezTo>
                  <a:pt x="55" y="56"/>
                  <a:pt x="58" y="58"/>
                  <a:pt x="60" y="60"/>
                </a:cubicBezTo>
                <a:cubicBezTo>
                  <a:pt x="61" y="60"/>
                  <a:pt x="61" y="61"/>
                  <a:pt x="61" y="61"/>
                </a:cubicBezTo>
                <a:cubicBezTo>
                  <a:pt x="61" y="61"/>
                  <a:pt x="62" y="62"/>
                  <a:pt x="62" y="62"/>
                </a:cubicBezTo>
                <a:cubicBezTo>
                  <a:pt x="63" y="64"/>
                  <a:pt x="65" y="65"/>
                  <a:pt x="67" y="65"/>
                </a:cubicBezTo>
                <a:cubicBezTo>
                  <a:pt x="70" y="65"/>
                  <a:pt x="73" y="62"/>
                  <a:pt x="75" y="59"/>
                </a:cubicBezTo>
                <a:cubicBezTo>
                  <a:pt x="76" y="57"/>
                  <a:pt x="76" y="54"/>
                  <a:pt x="75" y="53"/>
                </a:cubicBezTo>
                <a:cubicBezTo>
                  <a:pt x="71" y="47"/>
                  <a:pt x="63" y="42"/>
                  <a:pt x="57" y="40"/>
                </a:cubicBezTo>
                <a:cubicBezTo>
                  <a:pt x="55" y="40"/>
                  <a:pt x="53" y="39"/>
                  <a:pt x="50" y="39"/>
                </a:cubicBezTo>
                <a:cubicBezTo>
                  <a:pt x="50" y="31"/>
                  <a:pt x="50" y="31"/>
                  <a:pt x="50" y="31"/>
                </a:cubicBezTo>
                <a:cubicBezTo>
                  <a:pt x="50" y="30"/>
                  <a:pt x="49" y="29"/>
                  <a:pt x="48" y="29"/>
                </a:cubicBezTo>
                <a:cubicBezTo>
                  <a:pt x="40" y="29"/>
                  <a:pt x="40" y="29"/>
                  <a:pt x="40" y="29"/>
                </a:cubicBezTo>
                <a:cubicBezTo>
                  <a:pt x="39" y="29"/>
                  <a:pt x="38" y="30"/>
                  <a:pt x="38" y="31"/>
                </a:cubicBezTo>
                <a:cubicBezTo>
                  <a:pt x="38" y="39"/>
                  <a:pt x="38" y="39"/>
                  <a:pt x="38" y="39"/>
                </a:cubicBezTo>
                <a:cubicBezTo>
                  <a:pt x="31" y="41"/>
                  <a:pt x="25" y="43"/>
                  <a:pt x="20" y="48"/>
                </a:cubicBezTo>
                <a:cubicBezTo>
                  <a:pt x="13" y="55"/>
                  <a:pt x="11" y="66"/>
                  <a:pt x="15" y="75"/>
                </a:cubicBezTo>
                <a:cubicBezTo>
                  <a:pt x="17" y="79"/>
                  <a:pt x="21" y="82"/>
                  <a:pt x="24" y="84"/>
                </a:cubicBezTo>
                <a:cubicBezTo>
                  <a:pt x="27" y="86"/>
                  <a:pt x="42" y="93"/>
                  <a:pt x="49" y="96"/>
                </a:cubicBezTo>
                <a:cubicBezTo>
                  <a:pt x="53" y="98"/>
                  <a:pt x="53" y="98"/>
                  <a:pt x="53" y="98"/>
                </a:cubicBezTo>
                <a:cubicBezTo>
                  <a:pt x="56" y="99"/>
                  <a:pt x="58" y="101"/>
                  <a:pt x="59" y="103"/>
                </a:cubicBezTo>
                <a:cubicBezTo>
                  <a:pt x="61" y="107"/>
                  <a:pt x="60" y="111"/>
                  <a:pt x="57" y="114"/>
                </a:cubicBezTo>
                <a:cubicBezTo>
                  <a:pt x="55" y="116"/>
                  <a:pt x="52" y="117"/>
                  <a:pt x="47" y="117"/>
                </a:cubicBezTo>
                <a:cubicBezTo>
                  <a:pt x="44" y="117"/>
                  <a:pt x="39" y="116"/>
                  <a:pt x="35" y="114"/>
                </a:cubicBezTo>
                <a:cubicBezTo>
                  <a:pt x="33" y="114"/>
                  <a:pt x="30" y="112"/>
                  <a:pt x="28" y="110"/>
                </a:cubicBezTo>
                <a:cubicBezTo>
                  <a:pt x="27" y="110"/>
                  <a:pt x="27" y="109"/>
                  <a:pt x="27" y="109"/>
                </a:cubicBezTo>
                <a:cubicBezTo>
                  <a:pt x="26" y="109"/>
                  <a:pt x="26" y="108"/>
                  <a:pt x="26" y="108"/>
                </a:cubicBezTo>
                <a:cubicBezTo>
                  <a:pt x="25" y="106"/>
                  <a:pt x="23" y="105"/>
                  <a:pt x="21" y="105"/>
                </a:cubicBezTo>
                <a:cubicBezTo>
                  <a:pt x="18" y="105"/>
                  <a:pt x="15" y="108"/>
                  <a:pt x="13" y="111"/>
                </a:cubicBezTo>
                <a:cubicBezTo>
                  <a:pt x="12" y="113"/>
                  <a:pt x="12" y="116"/>
                  <a:pt x="13" y="117"/>
                </a:cubicBezTo>
                <a:cubicBezTo>
                  <a:pt x="18" y="125"/>
                  <a:pt x="28" y="129"/>
                  <a:pt x="38" y="1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36" name="Freeform 17"/>
          <p:cNvSpPr>
            <a:spLocks noEditPoints="1"/>
          </p:cNvSpPr>
          <p:nvPr/>
        </p:nvSpPr>
        <p:spPr bwMode="auto">
          <a:xfrm>
            <a:off x="3858078" y="1971037"/>
            <a:ext cx="289454" cy="239844"/>
          </a:xfrm>
          <a:custGeom>
            <a:avLst/>
            <a:gdLst>
              <a:gd name="T0" fmla="*/ 170 w 326"/>
              <a:gd name="T1" fmla="*/ 108 h 272"/>
              <a:gd name="T2" fmla="*/ 148 w 326"/>
              <a:gd name="T3" fmla="*/ 160 h 272"/>
              <a:gd name="T4" fmla="*/ 148 w 326"/>
              <a:gd name="T5" fmla="*/ 106 h 272"/>
              <a:gd name="T6" fmla="*/ 206 w 326"/>
              <a:gd name="T7" fmla="*/ 83 h 272"/>
              <a:gd name="T8" fmla="*/ 181 w 326"/>
              <a:gd name="T9" fmla="*/ 83 h 272"/>
              <a:gd name="T10" fmla="*/ 204 w 326"/>
              <a:gd name="T11" fmla="*/ 160 h 272"/>
              <a:gd name="T12" fmla="*/ 242 w 326"/>
              <a:gd name="T13" fmla="*/ 118 h 272"/>
              <a:gd name="T14" fmla="*/ 217 w 326"/>
              <a:gd name="T15" fmla="*/ 118 h 272"/>
              <a:gd name="T16" fmla="*/ 239 w 326"/>
              <a:gd name="T17" fmla="*/ 160 h 272"/>
              <a:gd name="T18" fmla="*/ 277 w 326"/>
              <a:gd name="T19" fmla="*/ 97 h 272"/>
              <a:gd name="T20" fmla="*/ 252 w 326"/>
              <a:gd name="T21" fmla="*/ 97 h 272"/>
              <a:gd name="T22" fmla="*/ 275 w 326"/>
              <a:gd name="T23" fmla="*/ 160 h 272"/>
              <a:gd name="T24" fmla="*/ 73 w 326"/>
              <a:gd name="T25" fmla="*/ 50 h 272"/>
              <a:gd name="T26" fmla="*/ 53 w 326"/>
              <a:gd name="T27" fmla="*/ 14 h 272"/>
              <a:gd name="T28" fmla="*/ 32 w 326"/>
              <a:gd name="T29" fmla="*/ 50 h 272"/>
              <a:gd name="T30" fmla="*/ 106 w 326"/>
              <a:gd name="T31" fmla="*/ 128 h 272"/>
              <a:gd name="T32" fmla="*/ 116 w 326"/>
              <a:gd name="T33" fmla="*/ 127 h 272"/>
              <a:gd name="T34" fmla="*/ 145 w 326"/>
              <a:gd name="T35" fmla="*/ 98 h 272"/>
              <a:gd name="T36" fmla="*/ 165 w 326"/>
              <a:gd name="T37" fmla="*/ 62 h 272"/>
              <a:gd name="T38" fmla="*/ 131 w 326"/>
              <a:gd name="T39" fmla="*/ 86 h 272"/>
              <a:gd name="T40" fmla="*/ 110 w 326"/>
              <a:gd name="T41" fmla="*/ 107 h 272"/>
              <a:gd name="T42" fmla="*/ 89 w 326"/>
              <a:gd name="T43" fmla="*/ 83 h 272"/>
              <a:gd name="T44" fmla="*/ 87 w 326"/>
              <a:gd name="T45" fmla="*/ 80 h 272"/>
              <a:gd name="T46" fmla="*/ 58 w 326"/>
              <a:gd name="T47" fmla="*/ 102 h 272"/>
              <a:gd name="T48" fmla="*/ 54 w 326"/>
              <a:gd name="T49" fmla="*/ 75 h 272"/>
              <a:gd name="T50" fmla="*/ 49 w 326"/>
              <a:gd name="T51" fmla="*/ 84 h 272"/>
              <a:gd name="T52" fmla="*/ 33 w 326"/>
              <a:gd name="T53" fmla="*/ 75 h 272"/>
              <a:gd name="T54" fmla="*/ 2 w 326"/>
              <a:gd name="T55" fmla="*/ 165 h 272"/>
              <a:gd name="T56" fmla="*/ 18 w 326"/>
              <a:gd name="T57" fmla="*/ 133 h 272"/>
              <a:gd name="T58" fmla="*/ 25 w 326"/>
              <a:gd name="T59" fmla="*/ 167 h 272"/>
              <a:gd name="T60" fmla="*/ 49 w 326"/>
              <a:gd name="T61" fmla="*/ 259 h 272"/>
              <a:gd name="T62" fmla="*/ 55 w 326"/>
              <a:gd name="T63" fmla="*/ 259 h 272"/>
              <a:gd name="T64" fmla="*/ 80 w 326"/>
              <a:gd name="T65" fmla="*/ 167 h 272"/>
              <a:gd name="T66" fmla="*/ 86 w 326"/>
              <a:gd name="T67" fmla="*/ 109 h 272"/>
              <a:gd name="T68" fmla="*/ 102 w 326"/>
              <a:gd name="T69" fmla="*/ 126 h 272"/>
              <a:gd name="T70" fmla="*/ 156 w 326"/>
              <a:gd name="T71" fmla="*/ 215 h 272"/>
              <a:gd name="T72" fmla="*/ 151 w 326"/>
              <a:gd name="T73" fmla="*/ 271 h 272"/>
              <a:gd name="T74" fmla="*/ 204 w 326"/>
              <a:gd name="T75" fmla="*/ 215 h 272"/>
              <a:gd name="T76" fmla="*/ 212 w 326"/>
              <a:gd name="T77" fmla="*/ 247 h 272"/>
              <a:gd name="T78" fmla="*/ 251 w 326"/>
              <a:gd name="T79" fmla="*/ 215 h 272"/>
              <a:gd name="T80" fmla="*/ 273 w 326"/>
              <a:gd name="T81" fmla="*/ 271 h 272"/>
              <a:gd name="T82" fmla="*/ 274 w 326"/>
              <a:gd name="T83" fmla="*/ 215 h 272"/>
              <a:gd name="T84" fmla="*/ 142 w 326"/>
              <a:gd name="T85" fmla="*/ 208 h 272"/>
              <a:gd name="T86" fmla="*/ 211 w 326"/>
              <a:gd name="T87" fmla="*/ 0 h 272"/>
              <a:gd name="T88" fmla="*/ 219 w 326"/>
              <a:gd name="T89" fmla="*/ 26 h 272"/>
              <a:gd name="T90" fmla="*/ 112 w 326"/>
              <a:gd name="T91" fmla="*/ 30 h 272"/>
              <a:gd name="T92" fmla="*/ 106 w 326"/>
              <a:gd name="T93" fmla="*/ 97 h 272"/>
              <a:gd name="T94" fmla="*/ 112 w 326"/>
              <a:gd name="T95" fmla="*/ 39 h 272"/>
              <a:gd name="T96" fmla="*/ 317 w 326"/>
              <a:gd name="T97" fmla="*/ 45 h 272"/>
              <a:gd name="T98" fmla="*/ 311 w 326"/>
              <a:gd name="T99" fmla="*/ 194 h 272"/>
              <a:gd name="T100" fmla="*/ 106 w 326"/>
              <a:gd name="T101" fmla="*/ 188 h 272"/>
              <a:gd name="T102" fmla="*/ 102 w 326"/>
              <a:gd name="T103" fmla="*/ 131 h 272"/>
              <a:gd name="T104" fmla="*/ 97 w 326"/>
              <a:gd name="T105" fmla="*/ 127 h 272"/>
              <a:gd name="T106" fmla="*/ 311 w 326"/>
              <a:gd name="T107" fmla="*/ 204 h 272"/>
              <a:gd name="T108" fmla="*/ 311 w 326"/>
              <a:gd name="T109" fmla="*/ 30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326" h="272">
                <a:moveTo>
                  <a:pt x="148" y="106"/>
                </a:moveTo>
                <a:cubicBezTo>
                  <a:pt x="168" y="106"/>
                  <a:pt x="168" y="106"/>
                  <a:pt x="168" y="106"/>
                </a:cubicBezTo>
                <a:cubicBezTo>
                  <a:pt x="169" y="106"/>
                  <a:pt x="170" y="107"/>
                  <a:pt x="170" y="108"/>
                </a:cubicBezTo>
                <a:cubicBezTo>
                  <a:pt x="170" y="158"/>
                  <a:pt x="170" y="158"/>
                  <a:pt x="170" y="158"/>
                </a:cubicBezTo>
                <a:cubicBezTo>
                  <a:pt x="170" y="159"/>
                  <a:pt x="169" y="160"/>
                  <a:pt x="168" y="160"/>
                </a:cubicBezTo>
                <a:cubicBezTo>
                  <a:pt x="148" y="160"/>
                  <a:pt x="148" y="160"/>
                  <a:pt x="148" y="160"/>
                </a:cubicBezTo>
                <a:cubicBezTo>
                  <a:pt x="147" y="160"/>
                  <a:pt x="146" y="159"/>
                  <a:pt x="146" y="158"/>
                </a:cubicBezTo>
                <a:cubicBezTo>
                  <a:pt x="146" y="108"/>
                  <a:pt x="146" y="108"/>
                  <a:pt x="146" y="108"/>
                </a:cubicBezTo>
                <a:cubicBezTo>
                  <a:pt x="146" y="107"/>
                  <a:pt x="147" y="106"/>
                  <a:pt x="148" y="106"/>
                </a:cubicBezTo>
                <a:close/>
                <a:moveTo>
                  <a:pt x="204" y="160"/>
                </a:moveTo>
                <a:cubicBezTo>
                  <a:pt x="205" y="160"/>
                  <a:pt x="206" y="159"/>
                  <a:pt x="206" y="158"/>
                </a:cubicBezTo>
                <a:cubicBezTo>
                  <a:pt x="206" y="83"/>
                  <a:pt x="206" y="83"/>
                  <a:pt x="206" y="83"/>
                </a:cubicBezTo>
                <a:cubicBezTo>
                  <a:pt x="206" y="82"/>
                  <a:pt x="205" y="81"/>
                  <a:pt x="204" y="81"/>
                </a:cubicBezTo>
                <a:cubicBezTo>
                  <a:pt x="183" y="81"/>
                  <a:pt x="183" y="81"/>
                  <a:pt x="183" y="81"/>
                </a:cubicBezTo>
                <a:cubicBezTo>
                  <a:pt x="182" y="81"/>
                  <a:pt x="181" y="82"/>
                  <a:pt x="181" y="83"/>
                </a:cubicBezTo>
                <a:cubicBezTo>
                  <a:pt x="181" y="158"/>
                  <a:pt x="181" y="158"/>
                  <a:pt x="181" y="158"/>
                </a:cubicBezTo>
                <a:cubicBezTo>
                  <a:pt x="181" y="159"/>
                  <a:pt x="182" y="160"/>
                  <a:pt x="183" y="160"/>
                </a:cubicBezTo>
                <a:lnTo>
                  <a:pt x="204" y="160"/>
                </a:lnTo>
                <a:close/>
                <a:moveTo>
                  <a:pt x="239" y="160"/>
                </a:moveTo>
                <a:cubicBezTo>
                  <a:pt x="241" y="160"/>
                  <a:pt x="242" y="159"/>
                  <a:pt x="242" y="158"/>
                </a:cubicBezTo>
                <a:cubicBezTo>
                  <a:pt x="242" y="118"/>
                  <a:pt x="242" y="118"/>
                  <a:pt x="242" y="118"/>
                </a:cubicBezTo>
                <a:cubicBezTo>
                  <a:pt x="242" y="117"/>
                  <a:pt x="241" y="116"/>
                  <a:pt x="239" y="116"/>
                </a:cubicBezTo>
                <a:cubicBezTo>
                  <a:pt x="219" y="116"/>
                  <a:pt x="219" y="116"/>
                  <a:pt x="219" y="116"/>
                </a:cubicBezTo>
                <a:cubicBezTo>
                  <a:pt x="218" y="116"/>
                  <a:pt x="217" y="117"/>
                  <a:pt x="217" y="118"/>
                </a:cubicBezTo>
                <a:cubicBezTo>
                  <a:pt x="217" y="158"/>
                  <a:pt x="217" y="158"/>
                  <a:pt x="217" y="158"/>
                </a:cubicBezTo>
                <a:cubicBezTo>
                  <a:pt x="217" y="159"/>
                  <a:pt x="218" y="160"/>
                  <a:pt x="219" y="160"/>
                </a:cubicBezTo>
                <a:lnTo>
                  <a:pt x="239" y="160"/>
                </a:lnTo>
                <a:close/>
                <a:moveTo>
                  <a:pt x="275" y="160"/>
                </a:moveTo>
                <a:cubicBezTo>
                  <a:pt x="276" y="160"/>
                  <a:pt x="277" y="159"/>
                  <a:pt x="277" y="158"/>
                </a:cubicBezTo>
                <a:cubicBezTo>
                  <a:pt x="277" y="97"/>
                  <a:pt x="277" y="97"/>
                  <a:pt x="277" y="97"/>
                </a:cubicBezTo>
                <a:cubicBezTo>
                  <a:pt x="277" y="96"/>
                  <a:pt x="276" y="95"/>
                  <a:pt x="275" y="95"/>
                </a:cubicBezTo>
                <a:cubicBezTo>
                  <a:pt x="255" y="95"/>
                  <a:pt x="255" y="95"/>
                  <a:pt x="255" y="95"/>
                </a:cubicBezTo>
                <a:cubicBezTo>
                  <a:pt x="253" y="95"/>
                  <a:pt x="252" y="96"/>
                  <a:pt x="252" y="97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52" y="159"/>
                  <a:pt x="253" y="160"/>
                  <a:pt x="255" y="160"/>
                </a:cubicBezTo>
                <a:lnTo>
                  <a:pt x="275" y="160"/>
                </a:lnTo>
                <a:close/>
                <a:moveTo>
                  <a:pt x="32" y="50"/>
                </a:moveTo>
                <a:cubicBezTo>
                  <a:pt x="35" y="60"/>
                  <a:pt x="42" y="69"/>
                  <a:pt x="53" y="69"/>
                </a:cubicBezTo>
                <a:cubicBezTo>
                  <a:pt x="63" y="69"/>
                  <a:pt x="70" y="60"/>
                  <a:pt x="73" y="50"/>
                </a:cubicBezTo>
                <a:cubicBezTo>
                  <a:pt x="76" y="48"/>
                  <a:pt x="78" y="44"/>
                  <a:pt x="77" y="41"/>
                </a:cubicBezTo>
                <a:cubicBezTo>
                  <a:pt x="77" y="38"/>
                  <a:pt x="76" y="37"/>
                  <a:pt x="74" y="37"/>
                </a:cubicBezTo>
                <a:cubicBezTo>
                  <a:pt x="74" y="24"/>
                  <a:pt x="65" y="14"/>
                  <a:pt x="53" y="14"/>
                </a:cubicBezTo>
                <a:cubicBezTo>
                  <a:pt x="40" y="14"/>
                  <a:pt x="32" y="24"/>
                  <a:pt x="31" y="37"/>
                </a:cubicBezTo>
                <a:cubicBezTo>
                  <a:pt x="29" y="37"/>
                  <a:pt x="28" y="38"/>
                  <a:pt x="27" y="41"/>
                </a:cubicBezTo>
                <a:cubicBezTo>
                  <a:pt x="27" y="44"/>
                  <a:pt x="29" y="49"/>
                  <a:pt x="32" y="50"/>
                </a:cubicBezTo>
                <a:close/>
                <a:moveTo>
                  <a:pt x="102" y="126"/>
                </a:moveTo>
                <a:cubicBezTo>
                  <a:pt x="103" y="127"/>
                  <a:pt x="103" y="127"/>
                  <a:pt x="104" y="127"/>
                </a:cubicBezTo>
                <a:cubicBezTo>
                  <a:pt x="104" y="128"/>
                  <a:pt x="105" y="128"/>
                  <a:pt x="106" y="128"/>
                </a:cubicBezTo>
                <a:cubicBezTo>
                  <a:pt x="107" y="129"/>
                  <a:pt x="108" y="129"/>
                  <a:pt x="109" y="129"/>
                </a:cubicBezTo>
                <a:cubicBezTo>
                  <a:pt x="110" y="129"/>
                  <a:pt x="111" y="128"/>
                  <a:pt x="112" y="128"/>
                </a:cubicBezTo>
                <a:cubicBezTo>
                  <a:pt x="114" y="128"/>
                  <a:pt x="115" y="127"/>
                  <a:pt x="116" y="127"/>
                </a:cubicBezTo>
                <a:cubicBezTo>
                  <a:pt x="117" y="126"/>
                  <a:pt x="118" y="125"/>
                  <a:pt x="120" y="124"/>
                </a:cubicBezTo>
                <a:cubicBezTo>
                  <a:pt x="122" y="121"/>
                  <a:pt x="125" y="119"/>
                  <a:pt x="128" y="116"/>
                </a:cubicBezTo>
                <a:cubicBezTo>
                  <a:pt x="136" y="108"/>
                  <a:pt x="145" y="98"/>
                  <a:pt x="145" y="98"/>
                </a:cubicBezTo>
                <a:cubicBezTo>
                  <a:pt x="148" y="95"/>
                  <a:pt x="148" y="89"/>
                  <a:pt x="145" y="85"/>
                </a:cubicBezTo>
                <a:cubicBezTo>
                  <a:pt x="165" y="66"/>
                  <a:pt x="165" y="66"/>
                  <a:pt x="165" y="66"/>
                </a:cubicBezTo>
                <a:cubicBezTo>
                  <a:pt x="166" y="65"/>
                  <a:pt x="166" y="63"/>
                  <a:pt x="165" y="62"/>
                </a:cubicBezTo>
                <a:cubicBezTo>
                  <a:pt x="164" y="61"/>
                  <a:pt x="162" y="61"/>
                  <a:pt x="161" y="62"/>
                </a:cubicBezTo>
                <a:cubicBezTo>
                  <a:pt x="139" y="83"/>
                  <a:pt x="139" y="83"/>
                  <a:pt x="139" y="83"/>
                </a:cubicBezTo>
                <a:cubicBezTo>
                  <a:pt x="136" y="82"/>
                  <a:pt x="133" y="83"/>
                  <a:pt x="131" y="86"/>
                </a:cubicBezTo>
                <a:cubicBezTo>
                  <a:pt x="131" y="86"/>
                  <a:pt x="131" y="86"/>
                  <a:pt x="131" y="86"/>
                </a:cubicBezTo>
                <a:cubicBezTo>
                  <a:pt x="129" y="87"/>
                  <a:pt x="123" y="94"/>
                  <a:pt x="117" y="100"/>
                </a:cubicBezTo>
                <a:cubicBezTo>
                  <a:pt x="115" y="103"/>
                  <a:pt x="112" y="105"/>
                  <a:pt x="110" y="107"/>
                </a:cubicBezTo>
                <a:cubicBezTo>
                  <a:pt x="108" y="106"/>
                  <a:pt x="106" y="104"/>
                  <a:pt x="105" y="102"/>
                </a:cubicBezTo>
                <a:cubicBezTo>
                  <a:pt x="101" y="97"/>
                  <a:pt x="96" y="92"/>
                  <a:pt x="93" y="88"/>
                </a:cubicBezTo>
                <a:cubicBezTo>
                  <a:pt x="91" y="86"/>
                  <a:pt x="90" y="84"/>
                  <a:pt x="89" y="83"/>
                </a:cubicBezTo>
                <a:cubicBezTo>
                  <a:pt x="88" y="82"/>
                  <a:pt x="88" y="82"/>
                  <a:pt x="88" y="82"/>
                </a:cubicBezTo>
                <a:cubicBezTo>
                  <a:pt x="88" y="81"/>
                  <a:pt x="87" y="81"/>
                  <a:pt x="87" y="81"/>
                </a:cubicBezTo>
                <a:cubicBezTo>
                  <a:pt x="87" y="81"/>
                  <a:pt x="87" y="81"/>
                  <a:pt x="87" y="80"/>
                </a:cubicBezTo>
                <a:cubicBezTo>
                  <a:pt x="86" y="79"/>
                  <a:pt x="83" y="77"/>
                  <a:pt x="73" y="74"/>
                </a:cubicBezTo>
                <a:cubicBezTo>
                  <a:pt x="71" y="74"/>
                  <a:pt x="69" y="73"/>
                  <a:pt x="67" y="73"/>
                </a:cubicBezTo>
                <a:cubicBezTo>
                  <a:pt x="66" y="77"/>
                  <a:pt x="65" y="88"/>
                  <a:pt x="58" y="102"/>
                </a:cubicBezTo>
                <a:cubicBezTo>
                  <a:pt x="57" y="93"/>
                  <a:pt x="55" y="85"/>
                  <a:pt x="55" y="84"/>
                </a:cubicBezTo>
                <a:cubicBezTo>
                  <a:pt x="58" y="78"/>
                  <a:pt x="58" y="78"/>
                  <a:pt x="58" y="78"/>
                </a:cubicBezTo>
                <a:cubicBezTo>
                  <a:pt x="54" y="75"/>
                  <a:pt x="54" y="75"/>
                  <a:pt x="54" y="75"/>
                </a:cubicBezTo>
                <a:cubicBezTo>
                  <a:pt x="51" y="75"/>
                  <a:pt x="51" y="75"/>
                  <a:pt x="51" y="75"/>
                </a:cubicBezTo>
                <a:cubicBezTo>
                  <a:pt x="47" y="78"/>
                  <a:pt x="47" y="78"/>
                  <a:pt x="47" y="78"/>
                </a:cubicBezTo>
                <a:cubicBezTo>
                  <a:pt x="49" y="84"/>
                  <a:pt x="49" y="84"/>
                  <a:pt x="49" y="84"/>
                </a:cubicBezTo>
                <a:cubicBezTo>
                  <a:pt x="49" y="85"/>
                  <a:pt x="48" y="93"/>
                  <a:pt x="47" y="102"/>
                </a:cubicBezTo>
                <a:cubicBezTo>
                  <a:pt x="40" y="88"/>
                  <a:pt x="38" y="77"/>
                  <a:pt x="38" y="73"/>
                </a:cubicBezTo>
                <a:cubicBezTo>
                  <a:pt x="36" y="73"/>
                  <a:pt x="34" y="74"/>
                  <a:pt x="33" y="75"/>
                </a:cubicBezTo>
                <a:cubicBezTo>
                  <a:pt x="27" y="76"/>
                  <a:pt x="18" y="79"/>
                  <a:pt x="14" y="82"/>
                </a:cubicBezTo>
                <a:cubicBezTo>
                  <a:pt x="11" y="84"/>
                  <a:pt x="3" y="96"/>
                  <a:pt x="0" y="132"/>
                </a:cubicBezTo>
                <a:cubicBezTo>
                  <a:pt x="0" y="143"/>
                  <a:pt x="2" y="165"/>
                  <a:pt x="2" y="165"/>
                </a:cubicBezTo>
                <a:cubicBezTo>
                  <a:pt x="3" y="171"/>
                  <a:pt x="4" y="176"/>
                  <a:pt x="10" y="176"/>
                </a:cubicBezTo>
                <a:cubicBezTo>
                  <a:pt x="17" y="177"/>
                  <a:pt x="19" y="172"/>
                  <a:pt x="19" y="166"/>
                </a:cubicBezTo>
                <a:cubicBezTo>
                  <a:pt x="19" y="166"/>
                  <a:pt x="17" y="148"/>
                  <a:pt x="18" y="133"/>
                </a:cubicBezTo>
                <a:cubicBezTo>
                  <a:pt x="19" y="121"/>
                  <a:pt x="22" y="104"/>
                  <a:pt x="24" y="103"/>
                </a:cubicBezTo>
                <a:cubicBezTo>
                  <a:pt x="24" y="103"/>
                  <a:pt x="24" y="161"/>
                  <a:pt x="24" y="161"/>
                </a:cubicBezTo>
                <a:cubicBezTo>
                  <a:pt x="24" y="163"/>
                  <a:pt x="24" y="165"/>
                  <a:pt x="25" y="167"/>
                </a:cubicBezTo>
                <a:cubicBezTo>
                  <a:pt x="25" y="259"/>
                  <a:pt x="25" y="259"/>
                  <a:pt x="25" y="259"/>
                </a:cubicBezTo>
                <a:cubicBezTo>
                  <a:pt x="25" y="266"/>
                  <a:pt x="30" y="271"/>
                  <a:pt x="37" y="271"/>
                </a:cubicBezTo>
                <a:cubicBezTo>
                  <a:pt x="44" y="271"/>
                  <a:pt x="49" y="266"/>
                  <a:pt x="49" y="259"/>
                </a:cubicBezTo>
                <a:cubicBezTo>
                  <a:pt x="49" y="177"/>
                  <a:pt x="49" y="177"/>
                  <a:pt x="49" y="177"/>
                </a:cubicBezTo>
                <a:cubicBezTo>
                  <a:pt x="55" y="177"/>
                  <a:pt x="55" y="177"/>
                  <a:pt x="55" y="177"/>
                </a:cubicBezTo>
                <a:cubicBezTo>
                  <a:pt x="55" y="259"/>
                  <a:pt x="55" y="259"/>
                  <a:pt x="55" y="259"/>
                </a:cubicBezTo>
                <a:cubicBezTo>
                  <a:pt x="55" y="266"/>
                  <a:pt x="61" y="271"/>
                  <a:pt x="68" y="271"/>
                </a:cubicBezTo>
                <a:cubicBezTo>
                  <a:pt x="74" y="271"/>
                  <a:pt x="80" y="266"/>
                  <a:pt x="80" y="259"/>
                </a:cubicBezTo>
                <a:cubicBezTo>
                  <a:pt x="80" y="167"/>
                  <a:pt x="80" y="167"/>
                  <a:pt x="80" y="167"/>
                </a:cubicBezTo>
                <a:cubicBezTo>
                  <a:pt x="80" y="165"/>
                  <a:pt x="81" y="163"/>
                  <a:pt x="81" y="161"/>
                </a:cubicBezTo>
                <a:cubicBezTo>
                  <a:pt x="81" y="103"/>
                  <a:pt x="81" y="103"/>
                  <a:pt x="81" y="103"/>
                </a:cubicBezTo>
                <a:cubicBezTo>
                  <a:pt x="82" y="105"/>
                  <a:pt x="84" y="107"/>
                  <a:pt x="86" y="109"/>
                </a:cubicBezTo>
                <a:cubicBezTo>
                  <a:pt x="89" y="113"/>
                  <a:pt x="93" y="117"/>
                  <a:pt x="96" y="120"/>
                </a:cubicBezTo>
                <a:cubicBezTo>
                  <a:pt x="97" y="122"/>
                  <a:pt x="99" y="123"/>
                  <a:pt x="100" y="124"/>
                </a:cubicBezTo>
                <a:cubicBezTo>
                  <a:pt x="101" y="125"/>
                  <a:pt x="101" y="126"/>
                  <a:pt x="102" y="126"/>
                </a:cubicBezTo>
                <a:close/>
                <a:moveTo>
                  <a:pt x="142" y="208"/>
                </a:moveTo>
                <a:cubicBezTo>
                  <a:pt x="142" y="212"/>
                  <a:pt x="145" y="215"/>
                  <a:pt x="148" y="215"/>
                </a:cubicBezTo>
                <a:cubicBezTo>
                  <a:pt x="156" y="215"/>
                  <a:pt x="156" y="215"/>
                  <a:pt x="156" y="215"/>
                </a:cubicBezTo>
                <a:cubicBezTo>
                  <a:pt x="145" y="262"/>
                  <a:pt x="145" y="262"/>
                  <a:pt x="145" y="262"/>
                </a:cubicBezTo>
                <a:cubicBezTo>
                  <a:pt x="144" y="266"/>
                  <a:pt x="147" y="270"/>
                  <a:pt x="150" y="271"/>
                </a:cubicBezTo>
                <a:cubicBezTo>
                  <a:pt x="151" y="271"/>
                  <a:pt x="151" y="271"/>
                  <a:pt x="151" y="271"/>
                </a:cubicBezTo>
                <a:cubicBezTo>
                  <a:pt x="155" y="272"/>
                  <a:pt x="159" y="270"/>
                  <a:pt x="160" y="266"/>
                </a:cubicBezTo>
                <a:cubicBezTo>
                  <a:pt x="172" y="215"/>
                  <a:pt x="172" y="215"/>
                  <a:pt x="172" y="215"/>
                </a:cubicBezTo>
                <a:cubicBezTo>
                  <a:pt x="204" y="215"/>
                  <a:pt x="204" y="215"/>
                  <a:pt x="204" y="215"/>
                </a:cubicBezTo>
                <a:cubicBezTo>
                  <a:pt x="204" y="240"/>
                  <a:pt x="204" y="240"/>
                  <a:pt x="204" y="240"/>
                </a:cubicBezTo>
                <a:cubicBezTo>
                  <a:pt x="204" y="244"/>
                  <a:pt x="207" y="247"/>
                  <a:pt x="211" y="247"/>
                </a:cubicBezTo>
                <a:cubicBezTo>
                  <a:pt x="212" y="247"/>
                  <a:pt x="212" y="247"/>
                  <a:pt x="212" y="247"/>
                </a:cubicBezTo>
                <a:cubicBezTo>
                  <a:pt x="216" y="247"/>
                  <a:pt x="219" y="244"/>
                  <a:pt x="219" y="240"/>
                </a:cubicBezTo>
                <a:cubicBezTo>
                  <a:pt x="219" y="215"/>
                  <a:pt x="219" y="215"/>
                  <a:pt x="219" y="215"/>
                </a:cubicBezTo>
                <a:cubicBezTo>
                  <a:pt x="251" y="215"/>
                  <a:pt x="251" y="215"/>
                  <a:pt x="251" y="215"/>
                </a:cubicBezTo>
                <a:cubicBezTo>
                  <a:pt x="263" y="266"/>
                  <a:pt x="263" y="266"/>
                  <a:pt x="263" y="266"/>
                </a:cubicBezTo>
                <a:cubicBezTo>
                  <a:pt x="264" y="270"/>
                  <a:pt x="268" y="272"/>
                  <a:pt x="272" y="271"/>
                </a:cubicBezTo>
                <a:cubicBezTo>
                  <a:pt x="273" y="271"/>
                  <a:pt x="273" y="271"/>
                  <a:pt x="273" y="271"/>
                </a:cubicBezTo>
                <a:cubicBezTo>
                  <a:pt x="277" y="270"/>
                  <a:pt x="279" y="266"/>
                  <a:pt x="278" y="262"/>
                </a:cubicBezTo>
                <a:cubicBezTo>
                  <a:pt x="267" y="215"/>
                  <a:pt x="267" y="215"/>
                  <a:pt x="267" y="215"/>
                </a:cubicBezTo>
                <a:cubicBezTo>
                  <a:pt x="274" y="215"/>
                  <a:pt x="274" y="215"/>
                  <a:pt x="274" y="215"/>
                </a:cubicBezTo>
                <a:cubicBezTo>
                  <a:pt x="278" y="215"/>
                  <a:pt x="281" y="212"/>
                  <a:pt x="281" y="208"/>
                </a:cubicBezTo>
                <a:cubicBezTo>
                  <a:pt x="281" y="208"/>
                  <a:pt x="281" y="208"/>
                  <a:pt x="281" y="208"/>
                </a:cubicBezTo>
                <a:cubicBezTo>
                  <a:pt x="142" y="208"/>
                  <a:pt x="142" y="208"/>
                  <a:pt x="142" y="208"/>
                </a:cubicBezTo>
                <a:close/>
                <a:moveTo>
                  <a:pt x="219" y="8"/>
                </a:moveTo>
                <a:cubicBezTo>
                  <a:pt x="219" y="3"/>
                  <a:pt x="216" y="0"/>
                  <a:pt x="212" y="0"/>
                </a:cubicBezTo>
                <a:cubicBezTo>
                  <a:pt x="211" y="0"/>
                  <a:pt x="211" y="0"/>
                  <a:pt x="211" y="0"/>
                </a:cubicBezTo>
                <a:cubicBezTo>
                  <a:pt x="207" y="0"/>
                  <a:pt x="204" y="3"/>
                  <a:pt x="204" y="8"/>
                </a:cubicBezTo>
                <a:cubicBezTo>
                  <a:pt x="204" y="26"/>
                  <a:pt x="204" y="26"/>
                  <a:pt x="204" y="26"/>
                </a:cubicBezTo>
                <a:cubicBezTo>
                  <a:pt x="219" y="26"/>
                  <a:pt x="219" y="26"/>
                  <a:pt x="219" y="26"/>
                </a:cubicBezTo>
                <a:lnTo>
                  <a:pt x="219" y="8"/>
                </a:lnTo>
                <a:close/>
                <a:moveTo>
                  <a:pt x="311" y="30"/>
                </a:moveTo>
                <a:cubicBezTo>
                  <a:pt x="112" y="30"/>
                  <a:pt x="112" y="30"/>
                  <a:pt x="112" y="30"/>
                </a:cubicBezTo>
                <a:cubicBezTo>
                  <a:pt x="104" y="30"/>
                  <a:pt x="97" y="37"/>
                  <a:pt x="97" y="45"/>
                </a:cubicBezTo>
                <a:cubicBezTo>
                  <a:pt x="97" y="86"/>
                  <a:pt x="97" y="86"/>
                  <a:pt x="97" y="86"/>
                </a:cubicBezTo>
                <a:cubicBezTo>
                  <a:pt x="99" y="89"/>
                  <a:pt x="103" y="93"/>
                  <a:pt x="106" y="97"/>
                </a:cubicBezTo>
                <a:cubicBezTo>
                  <a:pt x="106" y="45"/>
                  <a:pt x="106" y="45"/>
                  <a:pt x="106" y="45"/>
                </a:cubicBezTo>
                <a:cubicBezTo>
                  <a:pt x="106" y="44"/>
                  <a:pt x="107" y="42"/>
                  <a:pt x="108" y="41"/>
                </a:cubicBezTo>
                <a:cubicBezTo>
                  <a:pt x="109" y="40"/>
                  <a:pt x="110" y="39"/>
                  <a:pt x="112" y="39"/>
                </a:cubicBezTo>
                <a:cubicBezTo>
                  <a:pt x="311" y="39"/>
                  <a:pt x="311" y="39"/>
                  <a:pt x="311" y="39"/>
                </a:cubicBezTo>
                <a:cubicBezTo>
                  <a:pt x="313" y="39"/>
                  <a:pt x="314" y="40"/>
                  <a:pt x="315" y="41"/>
                </a:cubicBezTo>
                <a:cubicBezTo>
                  <a:pt x="316" y="42"/>
                  <a:pt x="317" y="44"/>
                  <a:pt x="317" y="45"/>
                </a:cubicBezTo>
                <a:cubicBezTo>
                  <a:pt x="317" y="188"/>
                  <a:pt x="317" y="188"/>
                  <a:pt x="317" y="188"/>
                </a:cubicBezTo>
                <a:cubicBezTo>
                  <a:pt x="317" y="190"/>
                  <a:pt x="316" y="192"/>
                  <a:pt x="315" y="193"/>
                </a:cubicBezTo>
                <a:cubicBezTo>
                  <a:pt x="314" y="194"/>
                  <a:pt x="313" y="194"/>
                  <a:pt x="311" y="194"/>
                </a:cubicBezTo>
                <a:cubicBezTo>
                  <a:pt x="112" y="194"/>
                  <a:pt x="112" y="194"/>
                  <a:pt x="112" y="194"/>
                </a:cubicBezTo>
                <a:cubicBezTo>
                  <a:pt x="110" y="194"/>
                  <a:pt x="109" y="194"/>
                  <a:pt x="108" y="193"/>
                </a:cubicBezTo>
                <a:cubicBezTo>
                  <a:pt x="107" y="192"/>
                  <a:pt x="106" y="190"/>
                  <a:pt x="106" y="188"/>
                </a:cubicBezTo>
                <a:cubicBezTo>
                  <a:pt x="106" y="133"/>
                  <a:pt x="106" y="133"/>
                  <a:pt x="106" y="133"/>
                </a:cubicBezTo>
                <a:cubicBezTo>
                  <a:pt x="106" y="133"/>
                  <a:pt x="105" y="132"/>
                  <a:pt x="105" y="132"/>
                </a:cubicBezTo>
                <a:cubicBezTo>
                  <a:pt x="103" y="132"/>
                  <a:pt x="102" y="131"/>
                  <a:pt x="102" y="131"/>
                </a:cubicBezTo>
                <a:cubicBezTo>
                  <a:pt x="101" y="130"/>
                  <a:pt x="100" y="130"/>
                  <a:pt x="100" y="130"/>
                </a:cubicBezTo>
                <a:cubicBezTo>
                  <a:pt x="99" y="129"/>
                  <a:pt x="98" y="128"/>
                  <a:pt x="97" y="128"/>
                </a:cubicBezTo>
                <a:cubicBezTo>
                  <a:pt x="97" y="128"/>
                  <a:pt x="97" y="127"/>
                  <a:pt x="97" y="127"/>
                </a:cubicBezTo>
                <a:cubicBezTo>
                  <a:pt x="97" y="188"/>
                  <a:pt x="97" y="188"/>
                  <a:pt x="97" y="188"/>
                </a:cubicBezTo>
                <a:cubicBezTo>
                  <a:pt x="97" y="197"/>
                  <a:pt x="104" y="204"/>
                  <a:pt x="112" y="204"/>
                </a:cubicBezTo>
                <a:cubicBezTo>
                  <a:pt x="311" y="204"/>
                  <a:pt x="311" y="204"/>
                  <a:pt x="311" y="204"/>
                </a:cubicBezTo>
                <a:cubicBezTo>
                  <a:pt x="319" y="204"/>
                  <a:pt x="326" y="197"/>
                  <a:pt x="326" y="188"/>
                </a:cubicBezTo>
                <a:cubicBezTo>
                  <a:pt x="326" y="45"/>
                  <a:pt x="326" y="45"/>
                  <a:pt x="326" y="45"/>
                </a:cubicBezTo>
                <a:cubicBezTo>
                  <a:pt x="326" y="37"/>
                  <a:pt x="319" y="30"/>
                  <a:pt x="311" y="3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37" name="任意多边形 36"/>
          <p:cNvSpPr>
            <a:spLocks noChangeArrowheads="1"/>
          </p:cNvSpPr>
          <p:nvPr/>
        </p:nvSpPr>
        <p:spPr bwMode="auto">
          <a:xfrm>
            <a:off x="5903714" y="2258905"/>
            <a:ext cx="141552" cy="109815"/>
          </a:xfrm>
          <a:custGeom>
            <a:avLst/>
            <a:gdLst>
              <a:gd name="connsiteX0" fmla="*/ 962602 w 1315898"/>
              <a:gd name="connsiteY0" fmla="*/ 690258 h 1020859"/>
              <a:gd name="connsiteX1" fmla="*/ 1315898 w 1315898"/>
              <a:gd name="connsiteY1" fmla="*/ 690258 h 1020859"/>
              <a:gd name="connsiteX2" fmla="*/ 1315898 w 1315898"/>
              <a:gd name="connsiteY2" fmla="*/ 1020859 h 1020859"/>
              <a:gd name="connsiteX3" fmla="*/ 962602 w 1315898"/>
              <a:gd name="connsiteY3" fmla="*/ 1020859 h 1020859"/>
              <a:gd name="connsiteX4" fmla="*/ 481084 w 1315898"/>
              <a:gd name="connsiteY4" fmla="*/ 337829 h 1020859"/>
              <a:gd name="connsiteX5" fmla="*/ 834814 w 1315898"/>
              <a:gd name="connsiteY5" fmla="*/ 337829 h 1020859"/>
              <a:gd name="connsiteX6" fmla="*/ 834814 w 1315898"/>
              <a:gd name="connsiteY6" fmla="*/ 1020859 h 1020859"/>
              <a:gd name="connsiteX7" fmla="*/ 481084 w 1315898"/>
              <a:gd name="connsiteY7" fmla="*/ 1020859 h 1020859"/>
              <a:gd name="connsiteX8" fmla="*/ 0 w 1315898"/>
              <a:gd name="connsiteY8" fmla="*/ 0 h 1020859"/>
              <a:gd name="connsiteX9" fmla="*/ 353296 w 1315898"/>
              <a:gd name="connsiteY9" fmla="*/ 0 h 1020859"/>
              <a:gd name="connsiteX10" fmla="*/ 353296 w 1315898"/>
              <a:gd name="connsiteY10" fmla="*/ 1020859 h 1020859"/>
              <a:gd name="connsiteX11" fmla="*/ 0 w 1315898"/>
              <a:gd name="connsiteY11" fmla="*/ 1020859 h 1020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15898" h="1020859">
                <a:moveTo>
                  <a:pt x="962602" y="690258"/>
                </a:moveTo>
                <a:lnTo>
                  <a:pt x="1315898" y="690258"/>
                </a:lnTo>
                <a:lnTo>
                  <a:pt x="1315898" y="1020859"/>
                </a:lnTo>
                <a:lnTo>
                  <a:pt x="962602" y="1020859"/>
                </a:lnTo>
                <a:close/>
                <a:moveTo>
                  <a:pt x="481084" y="337829"/>
                </a:moveTo>
                <a:lnTo>
                  <a:pt x="834814" y="337829"/>
                </a:lnTo>
                <a:lnTo>
                  <a:pt x="834814" y="1020859"/>
                </a:lnTo>
                <a:lnTo>
                  <a:pt x="481084" y="1020859"/>
                </a:lnTo>
                <a:close/>
                <a:moveTo>
                  <a:pt x="0" y="0"/>
                </a:moveTo>
                <a:lnTo>
                  <a:pt x="353296" y="0"/>
                </a:lnTo>
                <a:lnTo>
                  <a:pt x="353296" y="1020859"/>
                </a:lnTo>
                <a:lnTo>
                  <a:pt x="0" y="102085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38" name="任意多边形 37"/>
          <p:cNvSpPr>
            <a:spLocks/>
          </p:cNvSpPr>
          <p:nvPr/>
        </p:nvSpPr>
        <p:spPr bwMode="auto">
          <a:xfrm>
            <a:off x="2747052" y="2418830"/>
            <a:ext cx="170840" cy="118768"/>
          </a:xfrm>
          <a:custGeom>
            <a:avLst/>
            <a:gdLst>
              <a:gd name="connsiteX0" fmla="*/ 1036013 w 1367795"/>
              <a:gd name="connsiteY0" fmla="*/ 680428 h 950893"/>
              <a:gd name="connsiteX1" fmla="*/ 1309708 w 1367795"/>
              <a:gd name="connsiteY1" fmla="*/ 680428 h 950893"/>
              <a:gd name="connsiteX2" fmla="*/ 1367795 w 1367795"/>
              <a:gd name="connsiteY2" fmla="*/ 737116 h 950893"/>
              <a:gd name="connsiteX3" fmla="*/ 1367795 w 1367795"/>
              <a:gd name="connsiteY3" fmla="*/ 894205 h 950893"/>
              <a:gd name="connsiteX4" fmla="*/ 1309708 w 1367795"/>
              <a:gd name="connsiteY4" fmla="*/ 950893 h 950893"/>
              <a:gd name="connsiteX5" fmla="*/ 1036013 w 1367795"/>
              <a:gd name="connsiteY5" fmla="*/ 950893 h 950893"/>
              <a:gd name="connsiteX6" fmla="*/ 977926 w 1367795"/>
              <a:gd name="connsiteY6" fmla="*/ 894205 h 950893"/>
              <a:gd name="connsiteX7" fmla="*/ 977926 w 1367795"/>
              <a:gd name="connsiteY7" fmla="*/ 737116 h 950893"/>
              <a:gd name="connsiteX8" fmla="*/ 1036013 w 1367795"/>
              <a:gd name="connsiteY8" fmla="*/ 680428 h 950893"/>
              <a:gd name="connsiteX9" fmla="*/ 547122 w 1367795"/>
              <a:gd name="connsiteY9" fmla="*/ 680428 h 950893"/>
              <a:gd name="connsiteX10" fmla="*/ 820817 w 1367795"/>
              <a:gd name="connsiteY10" fmla="*/ 680428 h 950893"/>
              <a:gd name="connsiteX11" fmla="*/ 878904 w 1367795"/>
              <a:gd name="connsiteY11" fmla="*/ 737116 h 950893"/>
              <a:gd name="connsiteX12" fmla="*/ 878904 w 1367795"/>
              <a:gd name="connsiteY12" fmla="*/ 894205 h 950893"/>
              <a:gd name="connsiteX13" fmla="*/ 820817 w 1367795"/>
              <a:gd name="connsiteY13" fmla="*/ 950893 h 950893"/>
              <a:gd name="connsiteX14" fmla="*/ 547122 w 1367795"/>
              <a:gd name="connsiteY14" fmla="*/ 950893 h 950893"/>
              <a:gd name="connsiteX15" fmla="*/ 489035 w 1367795"/>
              <a:gd name="connsiteY15" fmla="*/ 894205 h 950893"/>
              <a:gd name="connsiteX16" fmla="*/ 489035 w 1367795"/>
              <a:gd name="connsiteY16" fmla="*/ 737116 h 950893"/>
              <a:gd name="connsiteX17" fmla="*/ 547122 w 1367795"/>
              <a:gd name="connsiteY17" fmla="*/ 680428 h 950893"/>
              <a:gd name="connsiteX18" fmla="*/ 58087 w 1367795"/>
              <a:gd name="connsiteY18" fmla="*/ 680428 h 950893"/>
              <a:gd name="connsiteX19" fmla="*/ 331782 w 1367795"/>
              <a:gd name="connsiteY19" fmla="*/ 680428 h 950893"/>
              <a:gd name="connsiteX20" fmla="*/ 389869 w 1367795"/>
              <a:gd name="connsiteY20" fmla="*/ 737116 h 950893"/>
              <a:gd name="connsiteX21" fmla="*/ 389869 w 1367795"/>
              <a:gd name="connsiteY21" fmla="*/ 894205 h 950893"/>
              <a:gd name="connsiteX22" fmla="*/ 331782 w 1367795"/>
              <a:gd name="connsiteY22" fmla="*/ 950893 h 950893"/>
              <a:gd name="connsiteX23" fmla="*/ 58087 w 1367795"/>
              <a:gd name="connsiteY23" fmla="*/ 950893 h 950893"/>
              <a:gd name="connsiteX24" fmla="*/ 0 w 1367795"/>
              <a:gd name="connsiteY24" fmla="*/ 894205 h 950893"/>
              <a:gd name="connsiteX25" fmla="*/ 0 w 1367795"/>
              <a:gd name="connsiteY25" fmla="*/ 737116 h 950893"/>
              <a:gd name="connsiteX26" fmla="*/ 58087 w 1367795"/>
              <a:gd name="connsiteY26" fmla="*/ 680428 h 950893"/>
              <a:gd name="connsiteX27" fmla="*/ 660498 w 1367795"/>
              <a:gd name="connsiteY27" fmla="*/ 317736 h 950893"/>
              <a:gd name="connsiteX28" fmla="*/ 711754 w 1367795"/>
              <a:gd name="connsiteY28" fmla="*/ 317736 h 950893"/>
              <a:gd name="connsiteX29" fmla="*/ 711754 w 1367795"/>
              <a:gd name="connsiteY29" fmla="*/ 449885 h 950893"/>
              <a:gd name="connsiteX30" fmla="*/ 1121805 w 1367795"/>
              <a:gd name="connsiteY30" fmla="*/ 449885 h 950893"/>
              <a:gd name="connsiteX31" fmla="*/ 1200398 w 1367795"/>
              <a:gd name="connsiteY31" fmla="*/ 526715 h 950893"/>
              <a:gd name="connsiteX32" fmla="*/ 1200398 w 1367795"/>
              <a:gd name="connsiteY32" fmla="*/ 637351 h 950893"/>
              <a:gd name="connsiteX33" fmla="*/ 1159393 w 1367795"/>
              <a:gd name="connsiteY33" fmla="*/ 637351 h 950893"/>
              <a:gd name="connsiteX34" fmla="*/ 1159393 w 1367795"/>
              <a:gd name="connsiteY34" fmla="*/ 526715 h 950893"/>
              <a:gd name="connsiteX35" fmla="*/ 1121805 w 1367795"/>
              <a:gd name="connsiteY35" fmla="*/ 489836 h 950893"/>
              <a:gd name="connsiteX36" fmla="*/ 711754 w 1367795"/>
              <a:gd name="connsiteY36" fmla="*/ 489836 h 950893"/>
              <a:gd name="connsiteX37" fmla="*/ 711754 w 1367795"/>
              <a:gd name="connsiteY37" fmla="*/ 637351 h 950893"/>
              <a:gd name="connsiteX38" fmla="*/ 660498 w 1367795"/>
              <a:gd name="connsiteY38" fmla="*/ 637351 h 950893"/>
              <a:gd name="connsiteX39" fmla="*/ 660498 w 1367795"/>
              <a:gd name="connsiteY39" fmla="*/ 489836 h 950893"/>
              <a:gd name="connsiteX40" fmla="*/ 218668 w 1367795"/>
              <a:gd name="connsiteY40" fmla="*/ 489836 h 950893"/>
              <a:gd name="connsiteX41" fmla="*/ 181080 w 1367795"/>
              <a:gd name="connsiteY41" fmla="*/ 526715 h 950893"/>
              <a:gd name="connsiteX42" fmla="*/ 181080 w 1367795"/>
              <a:gd name="connsiteY42" fmla="*/ 637351 h 950893"/>
              <a:gd name="connsiteX43" fmla="*/ 140075 w 1367795"/>
              <a:gd name="connsiteY43" fmla="*/ 637351 h 950893"/>
              <a:gd name="connsiteX44" fmla="*/ 140075 w 1367795"/>
              <a:gd name="connsiteY44" fmla="*/ 526715 h 950893"/>
              <a:gd name="connsiteX45" fmla="*/ 218668 w 1367795"/>
              <a:gd name="connsiteY45" fmla="*/ 449885 h 950893"/>
              <a:gd name="connsiteX46" fmla="*/ 660498 w 1367795"/>
              <a:gd name="connsiteY46" fmla="*/ 449885 h 950893"/>
              <a:gd name="connsiteX47" fmla="*/ 660498 w 1367795"/>
              <a:gd name="connsiteY47" fmla="*/ 317736 h 950893"/>
              <a:gd name="connsiteX48" fmla="*/ 460252 w 1367795"/>
              <a:gd name="connsiteY48" fmla="*/ 0 h 950893"/>
              <a:gd name="connsiteX49" fmla="*/ 908267 w 1367795"/>
              <a:gd name="connsiteY49" fmla="*/ 0 h 950893"/>
              <a:gd name="connsiteX50" fmla="*/ 966362 w 1367795"/>
              <a:gd name="connsiteY50" fmla="*/ 56705 h 950893"/>
              <a:gd name="connsiteX51" fmla="*/ 966362 w 1367795"/>
              <a:gd name="connsiteY51" fmla="*/ 203931 h 950893"/>
              <a:gd name="connsiteX52" fmla="*/ 908267 w 1367795"/>
              <a:gd name="connsiteY52" fmla="*/ 260636 h 950893"/>
              <a:gd name="connsiteX53" fmla="*/ 460252 w 1367795"/>
              <a:gd name="connsiteY53" fmla="*/ 260636 h 950893"/>
              <a:gd name="connsiteX54" fmla="*/ 402157 w 1367795"/>
              <a:gd name="connsiteY54" fmla="*/ 203931 h 950893"/>
              <a:gd name="connsiteX55" fmla="*/ 402157 w 1367795"/>
              <a:gd name="connsiteY55" fmla="*/ 56705 h 950893"/>
              <a:gd name="connsiteX56" fmla="*/ 460252 w 1367795"/>
              <a:gd name="connsiteY56" fmla="*/ 0 h 950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1367795" h="950893">
                <a:moveTo>
                  <a:pt x="1036013" y="680428"/>
                </a:moveTo>
                <a:cubicBezTo>
                  <a:pt x="1036013" y="680428"/>
                  <a:pt x="1036013" y="680428"/>
                  <a:pt x="1309708" y="680428"/>
                </a:cubicBezTo>
                <a:cubicBezTo>
                  <a:pt x="1341827" y="680428"/>
                  <a:pt x="1367795" y="705699"/>
                  <a:pt x="1367795" y="737116"/>
                </a:cubicBezTo>
                <a:lnTo>
                  <a:pt x="1367795" y="894205"/>
                </a:lnTo>
                <a:cubicBezTo>
                  <a:pt x="1367795" y="925622"/>
                  <a:pt x="1341827" y="950893"/>
                  <a:pt x="1309708" y="950893"/>
                </a:cubicBezTo>
                <a:cubicBezTo>
                  <a:pt x="1309708" y="950893"/>
                  <a:pt x="1309708" y="950893"/>
                  <a:pt x="1036013" y="950893"/>
                </a:cubicBezTo>
                <a:cubicBezTo>
                  <a:pt x="1003895" y="950893"/>
                  <a:pt x="977926" y="925622"/>
                  <a:pt x="977926" y="894205"/>
                </a:cubicBezTo>
                <a:cubicBezTo>
                  <a:pt x="977926" y="894205"/>
                  <a:pt x="977926" y="894205"/>
                  <a:pt x="977926" y="737116"/>
                </a:cubicBezTo>
                <a:cubicBezTo>
                  <a:pt x="977926" y="705699"/>
                  <a:pt x="1003895" y="680428"/>
                  <a:pt x="1036013" y="680428"/>
                </a:cubicBezTo>
                <a:close/>
                <a:moveTo>
                  <a:pt x="547122" y="680428"/>
                </a:moveTo>
                <a:cubicBezTo>
                  <a:pt x="547122" y="680428"/>
                  <a:pt x="547122" y="680428"/>
                  <a:pt x="820817" y="680428"/>
                </a:cubicBezTo>
                <a:cubicBezTo>
                  <a:pt x="852936" y="680428"/>
                  <a:pt x="878904" y="705699"/>
                  <a:pt x="878904" y="737116"/>
                </a:cubicBezTo>
                <a:lnTo>
                  <a:pt x="878904" y="894205"/>
                </a:lnTo>
                <a:cubicBezTo>
                  <a:pt x="878904" y="925622"/>
                  <a:pt x="852936" y="950893"/>
                  <a:pt x="820817" y="950893"/>
                </a:cubicBezTo>
                <a:cubicBezTo>
                  <a:pt x="820817" y="950893"/>
                  <a:pt x="820817" y="950893"/>
                  <a:pt x="547122" y="950893"/>
                </a:cubicBezTo>
                <a:cubicBezTo>
                  <a:pt x="515004" y="950893"/>
                  <a:pt x="489035" y="925622"/>
                  <a:pt x="489035" y="894205"/>
                </a:cubicBezTo>
                <a:cubicBezTo>
                  <a:pt x="489035" y="894205"/>
                  <a:pt x="489035" y="894205"/>
                  <a:pt x="489035" y="737116"/>
                </a:cubicBezTo>
                <a:cubicBezTo>
                  <a:pt x="489035" y="705699"/>
                  <a:pt x="515004" y="680428"/>
                  <a:pt x="547122" y="680428"/>
                </a:cubicBezTo>
                <a:close/>
                <a:moveTo>
                  <a:pt x="58087" y="680428"/>
                </a:moveTo>
                <a:cubicBezTo>
                  <a:pt x="58087" y="680428"/>
                  <a:pt x="58087" y="680428"/>
                  <a:pt x="331782" y="680428"/>
                </a:cubicBezTo>
                <a:cubicBezTo>
                  <a:pt x="363901" y="680428"/>
                  <a:pt x="389869" y="705699"/>
                  <a:pt x="389869" y="737116"/>
                </a:cubicBezTo>
                <a:lnTo>
                  <a:pt x="389869" y="894205"/>
                </a:lnTo>
                <a:cubicBezTo>
                  <a:pt x="389869" y="925622"/>
                  <a:pt x="363901" y="950893"/>
                  <a:pt x="331782" y="950893"/>
                </a:cubicBezTo>
                <a:cubicBezTo>
                  <a:pt x="331782" y="950893"/>
                  <a:pt x="331782" y="950893"/>
                  <a:pt x="58087" y="950893"/>
                </a:cubicBezTo>
                <a:cubicBezTo>
                  <a:pt x="25968" y="950893"/>
                  <a:pt x="0" y="925622"/>
                  <a:pt x="0" y="894205"/>
                </a:cubicBezTo>
                <a:cubicBezTo>
                  <a:pt x="0" y="894205"/>
                  <a:pt x="0" y="894205"/>
                  <a:pt x="0" y="737116"/>
                </a:cubicBezTo>
                <a:cubicBezTo>
                  <a:pt x="0" y="705699"/>
                  <a:pt x="25968" y="680428"/>
                  <a:pt x="58087" y="680428"/>
                </a:cubicBezTo>
                <a:close/>
                <a:moveTo>
                  <a:pt x="660498" y="317736"/>
                </a:moveTo>
                <a:cubicBezTo>
                  <a:pt x="660498" y="317736"/>
                  <a:pt x="660498" y="317736"/>
                  <a:pt x="711754" y="317736"/>
                </a:cubicBezTo>
                <a:cubicBezTo>
                  <a:pt x="711754" y="317736"/>
                  <a:pt x="711754" y="317736"/>
                  <a:pt x="711754" y="449885"/>
                </a:cubicBezTo>
                <a:cubicBezTo>
                  <a:pt x="711754" y="449885"/>
                  <a:pt x="711754" y="449885"/>
                  <a:pt x="1121805" y="449885"/>
                </a:cubicBezTo>
                <a:cubicBezTo>
                  <a:pt x="1164860" y="449885"/>
                  <a:pt x="1200056" y="484373"/>
                  <a:pt x="1200398" y="526715"/>
                </a:cubicBezTo>
                <a:cubicBezTo>
                  <a:pt x="1200398" y="526715"/>
                  <a:pt x="1200398" y="526715"/>
                  <a:pt x="1200398" y="637351"/>
                </a:cubicBezTo>
                <a:cubicBezTo>
                  <a:pt x="1200398" y="637351"/>
                  <a:pt x="1200398" y="637351"/>
                  <a:pt x="1159393" y="637351"/>
                </a:cubicBezTo>
                <a:cubicBezTo>
                  <a:pt x="1159393" y="637351"/>
                  <a:pt x="1159393" y="637351"/>
                  <a:pt x="1159393" y="526715"/>
                </a:cubicBezTo>
                <a:cubicBezTo>
                  <a:pt x="1159393" y="506227"/>
                  <a:pt x="1142308" y="489836"/>
                  <a:pt x="1121805" y="489836"/>
                </a:cubicBezTo>
                <a:cubicBezTo>
                  <a:pt x="1121805" y="489836"/>
                  <a:pt x="1121805" y="489836"/>
                  <a:pt x="711754" y="489836"/>
                </a:cubicBezTo>
                <a:cubicBezTo>
                  <a:pt x="711754" y="489836"/>
                  <a:pt x="711754" y="489836"/>
                  <a:pt x="711754" y="637351"/>
                </a:cubicBezTo>
                <a:cubicBezTo>
                  <a:pt x="711754" y="637351"/>
                  <a:pt x="711754" y="637351"/>
                  <a:pt x="660498" y="637351"/>
                </a:cubicBezTo>
                <a:cubicBezTo>
                  <a:pt x="660498" y="637351"/>
                  <a:pt x="660498" y="637351"/>
                  <a:pt x="660498" y="489836"/>
                </a:cubicBezTo>
                <a:cubicBezTo>
                  <a:pt x="660498" y="489836"/>
                  <a:pt x="660498" y="489836"/>
                  <a:pt x="218668" y="489836"/>
                </a:cubicBezTo>
                <a:cubicBezTo>
                  <a:pt x="197824" y="489836"/>
                  <a:pt x="181080" y="506227"/>
                  <a:pt x="181080" y="526715"/>
                </a:cubicBezTo>
                <a:cubicBezTo>
                  <a:pt x="181080" y="526715"/>
                  <a:pt x="181080" y="526715"/>
                  <a:pt x="181080" y="637351"/>
                </a:cubicBezTo>
                <a:cubicBezTo>
                  <a:pt x="181080" y="637351"/>
                  <a:pt x="181080" y="637351"/>
                  <a:pt x="140075" y="637351"/>
                </a:cubicBezTo>
                <a:cubicBezTo>
                  <a:pt x="140075" y="637351"/>
                  <a:pt x="140075" y="637351"/>
                  <a:pt x="140075" y="526715"/>
                </a:cubicBezTo>
                <a:cubicBezTo>
                  <a:pt x="140075" y="484373"/>
                  <a:pt x="175271" y="449885"/>
                  <a:pt x="218668" y="449885"/>
                </a:cubicBezTo>
                <a:cubicBezTo>
                  <a:pt x="218668" y="449885"/>
                  <a:pt x="218668" y="449885"/>
                  <a:pt x="660498" y="449885"/>
                </a:cubicBezTo>
                <a:cubicBezTo>
                  <a:pt x="660498" y="449885"/>
                  <a:pt x="660498" y="449885"/>
                  <a:pt x="660498" y="317736"/>
                </a:cubicBezTo>
                <a:close/>
                <a:moveTo>
                  <a:pt x="460252" y="0"/>
                </a:moveTo>
                <a:cubicBezTo>
                  <a:pt x="908267" y="0"/>
                  <a:pt x="908267" y="0"/>
                  <a:pt x="908267" y="0"/>
                </a:cubicBezTo>
                <a:cubicBezTo>
                  <a:pt x="940390" y="0"/>
                  <a:pt x="966362" y="25278"/>
                  <a:pt x="966362" y="56705"/>
                </a:cubicBezTo>
                <a:lnTo>
                  <a:pt x="966362" y="203931"/>
                </a:lnTo>
                <a:cubicBezTo>
                  <a:pt x="966362" y="235358"/>
                  <a:pt x="940390" y="260636"/>
                  <a:pt x="908267" y="260636"/>
                </a:cubicBezTo>
                <a:cubicBezTo>
                  <a:pt x="460252" y="260636"/>
                  <a:pt x="460252" y="260636"/>
                  <a:pt x="460252" y="260636"/>
                </a:cubicBezTo>
                <a:cubicBezTo>
                  <a:pt x="428129" y="260636"/>
                  <a:pt x="402157" y="235358"/>
                  <a:pt x="402157" y="203931"/>
                </a:cubicBezTo>
                <a:cubicBezTo>
                  <a:pt x="402157" y="56705"/>
                  <a:pt x="402157" y="56705"/>
                  <a:pt x="402157" y="56705"/>
                </a:cubicBezTo>
                <a:cubicBezTo>
                  <a:pt x="402157" y="25278"/>
                  <a:pt x="428129" y="0"/>
                  <a:pt x="46025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39" name="文本框 39"/>
          <p:cNvSpPr txBox="1"/>
          <p:nvPr/>
        </p:nvSpPr>
        <p:spPr>
          <a:xfrm>
            <a:off x="3651836" y="2263731"/>
            <a:ext cx="6976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b="1" dirty="0" smtClean="0">
                <a:solidFill>
                  <a:schemeClr val="bg1"/>
                </a:solidFill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rPr>
              <a:t>规则</a:t>
            </a:r>
            <a:r>
              <a:rPr lang="en-US" altLang="zh-CN" sz="1600" b="1" dirty="0" smtClean="0">
                <a:solidFill>
                  <a:schemeClr val="bg1"/>
                </a:solidFill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rPr>
              <a:t>1</a:t>
            </a:r>
            <a:endParaRPr lang="zh-CN" altLang="en-US" sz="1600" b="1" dirty="0">
              <a:solidFill>
                <a:schemeClr val="bg1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40" name="文本框 40"/>
          <p:cNvSpPr txBox="1"/>
          <p:nvPr/>
        </p:nvSpPr>
        <p:spPr>
          <a:xfrm>
            <a:off x="4600219" y="2874822"/>
            <a:ext cx="6976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b="1" dirty="0" smtClean="0">
                <a:solidFill>
                  <a:schemeClr val="bg1"/>
                </a:solidFill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rPr>
              <a:t>规则</a:t>
            </a:r>
            <a:r>
              <a:rPr lang="en-US" altLang="zh-CN" sz="1600" b="1" dirty="0" smtClean="0">
                <a:solidFill>
                  <a:schemeClr val="bg1"/>
                </a:solidFill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rPr>
              <a:t>4</a:t>
            </a:r>
            <a:endParaRPr lang="zh-CN" altLang="en-US" sz="1600" b="1" dirty="0">
              <a:solidFill>
                <a:schemeClr val="bg1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41" name="文本框 41"/>
          <p:cNvSpPr txBox="1"/>
          <p:nvPr/>
        </p:nvSpPr>
        <p:spPr>
          <a:xfrm>
            <a:off x="5026530" y="2016627"/>
            <a:ext cx="5693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 smtClean="0">
                <a:solidFill>
                  <a:schemeClr val="bg1"/>
                </a:solidFill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rPr>
              <a:t>规则</a:t>
            </a:r>
            <a:r>
              <a:rPr lang="en-US" altLang="zh-CN" sz="1200" b="1" dirty="0" smtClean="0">
                <a:solidFill>
                  <a:schemeClr val="bg1"/>
                </a:solidFill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rPr>
              <a:t>3</a:t>
            </a:r>
            <a:endParaRPr lang="zh-CN" altLang="en-US" sz="1200" b="1" dirty="0">
              <a:solidFill>
                <a:schemeClr val="bg1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42" name="文本框 44"/>
          <p:cNvSpPr txBox="1"/>
          <p:nvPr/>
        </p:nvSpPr>
        <p:spPr>
          <a:xfrm>
            <a:off x="3220098" y="2981123"/>
            <a:ext cx="5693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 smtClean="0">
                <a:solidFill>
                  <a:schemeClr val="bg1"/>
                </a:solidFill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rPr>
              <a:t>规则</a:t>
            </a:r>
            <a:r>
              <a:rPr lang="en-US" altLang="zh-CN" sz="1200" b="1" dirty="0" smtClean="0">
                <a:solidFill>
                  <a:schemeClr val="bg1"/>
                </a:solidFill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rPr>
              <a:t>2</a:t>
            </a:r>
            <a:endParaRPr lang="zh-CN" altLang="en-US" sz="1200" b="1" dirty="0">
              <a:solidFill>
                <a:schemeClr val="bg1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43" name="文本框 45"/>
          <p:cNvSpPr txBox="1"/>
          <p:nvPr/>
        </p:nvSpPr>
        <p:spPr>
          <a:xfrm>
            <a:off x="5705826" y="2398172"/>
            <a:ext cx="5373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b="1" dirty="0" smtClean="0">
                <a:solidFill>
                  <a:schemeClr val="bg1"/>
                </a:solidFill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rPr>
              <a:t>规则</a:t>
            </a:r>
            <a:r>
              <a:rPr lang="en-US" altLang="zh-CN" sz="1100" b="1" dirty="0">
                <a:solidFill>
                  <a:schemeClr val="bg1"/>
                </a:solidFill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rPr>
              <a:t>5</a:t>
            </a:r>
            <a:endParaRPr lang="zh-CN" altLang="en-US" sz="1100" b="1" dirty="0">
              <a:solidFill>
                <a:schemeClr val="bg1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44" name="文本框 46"/>
          <p:cNvSpPr txBox="1"/>
          <p:nvPr/>
        </p:nvSpPr>
        <p:spPr>
          <a:xfrm>
            <a:off x="2631735" y="2563207"/>
            <a:ext cx="397947" cy="13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dirty="0">
                <a:solidFill>
                  <a:schemeClr val="bg1"/>
                </a:solidFill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rPr>
              <a:t>填写标题</a:t>
            </a:r>
          </a:p>
        </p:txBody>
      </p:sp>
      <p:sp>
        <p:nvSpPr>
          <p:cNvPr id="51" name="矩形 50"/>
          <p:cNvSpPr/>
          <p:nvPr/>
        </p:nvSpPr>
        <p:spPr>
          <a:xfrm>
            <a:off x="796614" y="2311591"/>
            <a:ext cx="2119629" cy="7325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600" b="1" dirty="0"/>
              <a:t>中断优先级的数值越小，优先级级别越高；</a:t>
            </a:r>
          </a:p>
        </p:txBody>
      </p:sp>
      <p:cxnSp>
        <p:nvCxnSpPr>
          <p:cNvPr id="52" name="肘形连接符 51"/>
          <p:cNvCxnSpPr/>
          <p:nvPr/>
        </p:nvCxnSpPr>
        <p:spPr>
          <a:xfrm>
            <a:off x="5041090" y="3715626"/>
            <a:ext cx="2976616" cy="1069099"/>
          </a:xfrm>
          <a:prstGeom prst="bentConnector3">
            <a:avLst>
              <a:gd name="adj1" fmla="val -116275"/>
            </a:avLst>
          </a:prstGeom>
          <a:ln>
            <a:solidFill>
              <a:schemeClr val="accent5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>
            <a:endCxn id="20" idx="7"/>
          </p:cNvCxnSpPr>
          <p:nvPr/>
        </p:nvCxnSpPr>
        <p:spPr>
          <a:xfrm flipH="1" flipV="1">
            <a:off x="4995316" y="3278935"/>
            <a:ext cx="11443" cy="444943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/>
          <p:cNvSpPr/>
          <p:nvPr/>
        </p:nvSpPr>
        <p:spPr>
          <a:xfrm>
            <a:off x="4726857" y="407330"/>
            <a:ext cx="2286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 smtClean="0">
                <a:solidFill>
                  <a:srgbClr val="C00000"/>
                </a:solidFill>
              </a:rPr>
              <a:t>中断优先级判断原则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6737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2" y="339503"/>
            <a:ext cx="3829118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03955" y="360766"/>
            <a:ext cx="36152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6.2.3 STM32</a:t>
            </a:r>
            <a:r>
              <a:rPr lang="zh-CN" altLang="en-US" sz="2400" b="1" dirty="0">
                <a:solidFill>
                  <a:schemeClr val="bg1"/>
                </a:solidFill>
              </a:rPr>
              <a:t>中断服务程序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043608" y="1294272"/>
            <a:ext cx="2592288" cy="320857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prstClr val="black"/>
                </a:solidFill>
              </a:rPr>
              <a:t>    STM32</a:t>
            </a:r>
            <a:r>
              <a:rPr lang="zh-CN" altLang="en-US" b="1" dirty="0">
                <a:solidFill>
                  <a:prstClr val="black"/>
                </a:solidFill>
              </a:rPr>
              <a:t>将中断服务程序统一放在标准外设库</a:t>
            </a:r>
            <a:r>
              <a:rPr lang="en-US" altLang="zh-CN" b="1" dirty="0">
                <a:solidFill>
                  <a:prstClr val="black"/>
                </a:solidFill>
              </a:rPr>
              <a:t>stm32f10x_it.c</a:t>
            </a:r>
            <a:r>
              <a:rPr lang="zh-CN" altLang="en-US" b="1" dirty="0">
                <a:solidFill>
                  <a:prstClr val="black"/>
                </a:solidFill>
              </a:rPr>
              <a:t>文件中，其中的每个中断服务函数都只有函数名，函数体都是空的，需要用户自己编写相应的函数体，但中断服务程序的函数名是不能更改的</a:t>
            </a:r>
          </a:p>
        </p:txBody>
      </p:sp>
      <p:pic>
        <p:nvPicPr>
          <p:cNvPr id="45" name="图片 44" descr="C:\Users\Administrator\Desktop\Snipaste_2019-04-04_08-29-39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3461" y="411510"/>
            <a:ext cx="3576999" cy="399944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矩形 2"/>
          <p:cNvSpPr/>
          <p:nvPr/>
        </p:nvSpPr>
        <p:spPr>
          <a:xfrm>
            <a:off x="4860032" y="4502843"/>
            <a:ext cx="2992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stm32f10x_it.c</a:t>
            </a:r>
            <a:r>
              <a:rPr lang="zh-CN" altLang="en-US" b="1" dirty="0"/>
              <a:t>中断处理函数</a:t>
            </a:r>
          </a:p>
        </p:txBody>
      </p:sp>
    </p:spTree>
    <p:extLst>
      <p:ext uri="{BB962C8B-B14F-4D97-AF65-F5344CB8AC3E}">
        <p14:creationId xmlns:p14="http://schemas.microsoft.com/office/powerpoint/2010/main" val="2404030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339503"/>
            <a:ext cx="385191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5496" y="353678"/>
            <a:ext cx="37442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6.3 STM32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外部中断</a:t>
            </a:r>
            <a:r>
              <a:rPr lang="en-GB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EXTI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617235" y="591531"/>
            <a:ext cx="4233586" cy="1823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prstClr val="black"/>
                </a:solidFill>
              </a:rPr>
              <a:t>EXTI</a:t>
            </a:r>
            <a:r>
              <a:rPr lang="zh-CN" altLang="en-US" b="1" dirty="0">
                <a:solidFill>
                  <a:prstClr val="black"/>
                </a:solidFill>
              </a:rPr>
              <a:t>（</a:t>
            </a:r>
            <a:r>
              <a:rPr lang="en-US" altLang="zh-CN" b="1" dirty="0">
                <a:solidFill>
                  <a:prstClr val="black"/>
                </a:solidFill>
              </a:rPr>
              <a:t>External interrupt/event controller</a:t>
            </a:r>
            <a:r>
              <a:rPr lang="zh-CN" altLang="en-US" b="1" dirty="0">
                <a:solidFill>
                  <a:prstClr val="black"/>
                </a:solidFill>
              </a:rPr>
              <a:t>，外部中断</a:t>
            </a:r>
            <a:r>
              <a:rPr lang="en-US" altLang="zh-CN" b="1" dirty="0">
                <a:solidFill>
                  <a:prstClr val="black"/>
                </a:solidFill>
              </a:rPr>
              <a:t>/</a:t>
            </a:r>
            <a:r>
              <a:rPr lang="zh-CN" altLang="en-US" b="1" dirty="0">
                <a:solidFill>
                  <a:prstClr val="black"/>
                </a:solidFill>
              </a:rPr>
              <a:t>事件控制器）支持</a:t>
            </a:r>
            <a:r>
              <a:rPr lang="en-US" altLang="zh-CN" b="1" dirty="0">
                <a:solidFill>
                  <a:prstClr val="black"/>
                </a:solidFill>
              </a:rPr>
              <a:t>19</a:t>
            </a:r>
            <a:r>
              <a:rPr lang="zh-CN" altLang="en-US" b="1" dirty="0">
                <a:solidFill>
                  <a:prstClr val="black"/>
                </a:solidFill>
              </a:rPr>
              <a:t>个外部中断</a:t>
            </a:r>
            <a:r>
              <a:rPr lang="en-US" altLang="zh-CN" b="1" dirty="0">
                <a:solidFill>
                  <a:prstClr val="black"/>
                </a:solidFill>
              </a:rPr>
              <a:t>/</a:t>
            </a:r>
            <a:r>
              <a:rPr lang="zh-CN" altLang="en-US" b="1" dirty="0">
                <a:solidFill>
                  <a:prstClr val="black"/>
                </a:solidFill>
              </a:rPr>
              <a:t>事件请求，每个中断</a:t>
            </a:r>
            <a:r>
              <a:rPr lang="en-US" altLang="zh-CN" b="1" dirty="0">
                <a:solidFill>
                  <a:prstClr val="black"/>
                </a:solidFill>
              </a:rPr>
              <a:t>/</a:t>
            </a:r>
            <a:r>
              <a:rPr lang="zh-CN" altLang="en-US" b="1" dirty="0">
                <a:solidFill>
                  <a:prstClr val="black"/>
                </a:solidFill>
              </a:rPr>
              <a:t>事件都有独立的触发和屏蔽设置，具有中断模式和事件模式两种设置模式</a:t>
            </a:r>
            <a:r>
              <a:rPr lang="zh-CN" altLang="en-US" b="1" dirty="0" smtClean="0">
                <a:solidFill>
                  <a:prstClr val="black"/>
                </a:solidFill>
              </a:rPr>
              <a:t>。</a:t>
            </a:r>
            <a:endParaRPr lang="zh-CN" altLang="en-US" b="1" dirty="0">
              <a:solidFill>
                <a:prstClr val="black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395536" y="1031445"/>
            <a:ext cx="3650860" cy="147732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dirty="0">
                <a:solidFill>
                  <a:prstClr val="black"/>
                </a:solidFill>
              </a:rPr>
              <a:t> </a:t>
            </a:r>
            <a:r>
              <a:rPr lang="en-US" altLang="zh-CN" dirty="0" smtClean="0">
                <a:solidFill>
                  <a:prstClr val="black"/>
                </a:solidFill>
              </a:rPr>
              <a:t>    </a:t>
            </a:r>
            <a:r>
              <a:rPr lang="en-US" altLang="zh-CN" b="1" dirty="0" smtClean="0">
                <a:solidFill>
                  <a:prstClr val="black"/>
                </a:solidFill>
              </a:rPr>
              <a:t>STM32</a:t>
            </a:r>
            <a:r>
              <a:rPr lang="zh-CN" altLang="en-US" b="1" dirty="0">
                <a:solidFill>
                  <a:prstClr val="black"/>
                </a:solidFill>
              </a:rPr>
              <a:t>芯片之外的外设的中断（</a:t>
            </a:r>
            <a:r>
              <a:rPr lang="en-US" altLang="zh-CN" b="1" dirty="0">
                <a:solidFill>
                  <a:prstClr val="black"/>
                </a:solidFill>
              </a:rPr>
              <a:t>I/O</a:t>
            </a:r>
            <a:r>
              <a:rPr lang="zh-CN" altLang="en-US" b="1" dirty="0">
                <a:solidFill>
                  <a:prstClr val="black"/>
                </a:solidFill>
              </a:rPr>
              <a:t>端口）由</a:t>
            </a:r>
            <a:r>
              <a:rPr lang="en-US" altLang="zh-CN" b="1" dirty="0">
                <a:solidFill>
                  <a:prstClr val="black"/>
                </a:solidFill>
              </a:rPr>
              <a:t>EXTI</a:t>
            </a:r>
            <a:r>
              <a:rPr lang="zh-CN" altLang="en-US" b="1" dirty="0">
                <a:solidFill>
                  <a:prstClr val="black"/>
                </a:solidFill>
              </a:rPr>
              <a:t>和</a:t>
            </a:r>
            <a:r>
              <a:rPr lang="en-US" altLang="zh-CN" b="1" dirty="0">
                <a:solidFill>
                  <a:prstClr val="black"/>
                </a:solidFill>
              </a:rPr>
              <a:t>NVIC</a:t>
            </a:r>
            <a:r>
              <a:rPr lang="zh-CN" altLang="en-US" b="1" dirty="0">
                <a:solidFill>
                  <a:srgbClr val="C00000"/>
                </a:solidFill>
              </a:rPr>
              <a:t>共同负责</a:t>
            </a:r>
            <a:r>
              <a:rPr lang="zh-CN" altLang="en-US" b="1" dirty="0">
                <a:solidFill>
                  <a:prstClr val="black"/>
                </a:solidFill>
              </a:rPr>
              <a:t>，即</a:t>
            </a:r>
            <a:r>
              <a:rPr lang="en-US" altLang="zh-CN" b="1" dirty="0">
                <a:solidFill>
                  <a:prstClr val="black"/>
                </a:solidFill>
              </a:rPr>
              <a:t>STM32</a:t>
            </a:r>
            <a:r>
              <a:rPr lang="zh-CN" altLang="en-US" b="1" dirty="0">
                <a:solidFill>
                  <a:prstClr val="black"/>
                </a:solidFill>
              </a:rPr>
              <a:t>的每一个</a:t>
            </a:r>
            <a:r>
              <a:rPr lang="en-US" altLang="zh-CN" b="1" dirty="0">
                <a:solidFill>
                  <a:prstClr val="black"/>
                </a:solidFill>
              </a:rPr>
              <a:t>GPIO</a:t>
            </a:r>
            <a:r>
              <a:rPr lang="zh-CN" altLang="en-US" b="1" dirty="0">
                <a:solidFill>
                  <a:prstClr val="black"/>
                </a:solidFill>
              </a:rPr>
              <a:t>引脚都可以配置成一个外部中断触发源</a:t>
            </a:r>
          </a:p>
        </p:txBody>
      </p:sp>
      <p:sp>
        <p:nvSpPr>
          <p:cNvPr id="22" name="矩形 21"/>
          <p:cNvSpPr/>
          <p:nvPr/>
        </p:nvSpPr>
        <p:spPr>
          <a:xfrm>
            <a:off x="629816" y="3448863"/>
            <a:ext cx="1133872" cy="438582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b="1" dirty="0" smtClean="0"/>
              <a:t>设置模式</a:t>
            </a:r>
            <a:endParaRPr lang="zh-CN" altLang="en-US" b="1" dirty="0"/>
          </a:p>
        </p:txBody>
      </p:sp>
      <p:sp>
        <p:nvSpPr>
          <p:cNvPr id="25" name="圆角矩形 24"/>
          <p:cNvSpPr/>
          <p:nvPr/>
        </p:nvSpPr>
        <p:spPr>
          <a:xfrm>
            <a:off x="2051720" y="2946330"/>
            <a:ext cx="1151942" cy="384044"/>
          </a:xfrm>
          <a:prstGeom prst="roundRect">
            <a:avLst/>
          </a:prstGeo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coolSlant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 smtClean="0"/>
              <a:t>中断模式</a:t>
            </a:r>
            <a:endParaRPr lang="zh-CN" altLang="en-US" b="1" dirty="0"/>
          </a:p>
        </p:txBody>
      </p:sp>
      <p:sp>
        <p:nvSpPr>
          <p:cNvPr id="26" name="圆角矩形 25"/>
          <p:cNvSpPr/>
          <p:nvPr/>
        </p:nvSpPr>
        <p:spPr>
          <a:xfrm>
            <a:off x="2051720" y="4084282"/>
            <a:ext cx="1151942" cy="384044"/>
          </a:xfrm>
          <a:prstGeom prst="roundRect">
            <a:avLst/>
          </a:prstGeo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coolSlant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 smtClean="0"/>
              <a:t>事件模式</a:t>
            </a:r>
            <a:endParaRPr lang="zh-CN" altLang="en-US" b="1" dirty="0"/>
          </a:p>
        </p:txBody>
      </p:sp>
      <p:cxnSp>
        <p:nvCxnSpPr>
          <p:cNvPr id="29" name="直接连接符 28"/>
          <p:cNvCxnSpPr>
            <a:stCxn id="25" idx="1"/>
            <a:endCxn id="22" idx="3"/>
          </p:cNvCxnSpPr>
          <p:nvPr/>
        </p:nvCxnSpPr>
        <p:spPr>
          <a:xfrm flipH="1">
            <a:off x="1763688" y="3138352"/>
            <a:ext cx="288032" cy="529802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>
            <a:stCxn id="26" idx="1"/>
            <a:endCxn id="22" idx="3"/>
          </p:cNvCxnSpPr>
          <p:nvPr/>
        </p:nvCxnSpPr>
        <p:spPr>
          <a:xfrm flipH="1" flipV="1">
            <a:off x="1763688" y="3668154"/>
            <a:ext cx="288032" cy="60815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3533159" y="2722854"/>
            <a:ext cx="3059561" cy="83099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prstClr val="black"/>
                </a:solidFill>
              </a:rPr>
              <a:t>通过外部信号的边沿产生中断信号传送给</a:t>
            </a:r>
            <a:r>
              <a:rPr lang="en-US" altLang="zh-CN" sz="1600" b="1" dirty="0">
                <a:solidFill>
                  <a:prstClr val="black"/>
                </a:solidFill>
              </a:rPr>
              <a:t>NVIC</a:t>
            </a:r>
            <a:r>
              <a:rPr lang="zh-CN" altLang="en-US" sz="1600" b="1" dirty="0">
                <a:solidFill>
                  <a:prstClr val="black"/>
                </a:solidFill>
              </a:rPr>
              <a:t>，触发中断，最终实现中断服务程序的</a:t>
            </a:r>
            <a:r>
              <a:rPr lang="zh-CN" altLang="en-US" sz="1600" b="1" dirty="0" smtClean="0">
                <a:solidFill>
                  <a:prstClr val="black"/>
                </a:solidFill>
              </a:rPr>
              <a:t>执行</a:t>
            </a:r>
            <a:endParaRPr lang="en-US" altLang="zh-CN" sz="1600" b="1" dirty="0"/>
          </a:p>
        </p:txBody>
      </p:sp>
      <p:cxnSp>
        <p:nvCxnSpPr>
          <p:cNvPr id="34" name="直接连接符 33"/>
          <p:cNvCxnSpPr>
            <a:stCxn id="33" idx="1"/>
            <a:endCxn id="25" idx="3"/>
          </p:cNvCxnSpPr>
          <p:nvPr/>
        </p:nvCxnSpPr>
        <p:spPr>
          <a:xfrm flipH="1" flipV="1">
            <a:off x="3203662" y="3138352"/>
            <a:ext cx="329497" cy="1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3525832" y="3860806"/>
            <a:ext cx="3074215" cy="83099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/>
            <a:r>
              <a:rPr lang="zh-CN" altLang="en-US" sz="1600" b="1" dirty="0">
                <a:solidFill>
                  <a:prstClr val="black"/>
                </a:solidFill>
              </a:rPr>
              <a:t>产生脉冲将系统从睡眠和停止模式中唤醒，从而产生相应外设的触发信号供外设电路</a:t>
            </a:r>
            <a:r>
              <a:rPr lang="zh-CN" altLang="en-US" sz="1600" b="1" dirty="0" smtClean="0">
                <a:solidFill>
                  <a:prstClr val="black"/>
                </a:solidFill>
              </a:rPr>
              <a:t>使用</a:t>
            </a:r>
            <a:endParaRPr lang="en-US" altLang="zh-CN" sz="1600" b="1" dirty="0"/>
          </a:p>
        </p:txBody>
      </p:sp>
      <p:cxnSp>
        <p:nvCxnSpPr>
          <p:cNvPr id="36" name="直接连接符 35"/>
          <p:cNvCxnSpPr>
            <a:stCxn id="35" idx="1"/>
            <a:endCxn id="26" idx="3"/>
          </p:cNvCxnSpPr>
          <p:nvPr/>
        </p:nvCxnSpPr>
        <p:spPr>
          <a:xfrm flipH="1" flipV="1">
            <a:off x="3203662" y="4276304"/>
            <a:ext cx="322170" cy="1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>
          <a:xfrm>
            <a:off x="6922217" y="3953139"/>
            <a:ext cx="1809228" cy="64633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</a:rPr>
              <a:t>事件属于硬件触发执行的过程</a:t>
            </a:r>
            <a:endParaRPr lang="zh-CN" altLang="en-US" b="1" dirty="0"/>
          </a:p>
        </p:txBody>
      </p:sp>
      <p:sp>
        <p:nvSpPr>
          <p:cNvPr id="57" name="矩形 56"/>
          <p:cNvSpPr/>
          <p:nvPr/>
        </p:nvSpPr>
        <p:spPr>
          <a:xfrm>
            <a:off x="6922216" y="2815187"/>
            <a:ext cx="1809229" cy="64633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</a:rPr>
              <a:t>由软件实现相应功能</a:t>
            </a:r>
            <a:endParaRPr lang="zh-CN" altLang="en-US" b="1" dirty="0"/>
          </a:p>
        </p:txBody>
      </p:sp>
      <p:cxnSp>
        <p:nvCxnSpPr>
          <p:cNvPr id="65" name="直接连接符 64"/>
          <p:cNvCxnSpPr>
            <a:stCxn id="57" idx="1"/>
            <a:endCxn id="33" idx="3"/>
          </p:cNvCxnSpPr>
          <p:nvPr/>
        </p:nvCxnSpPr>
        <p:spPr>
          <a:xfrm flipH="1">
            <a:off x="6592720" y="3138353"/>
            <a:ext cx="329496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/>
          <p:cNvCxnSpPr>
            <a:stCxn id="56" idx="1"/>
            <a:endCxn id="35" idx="3"/>
          </p:cNvCxnSpPr>
          <p:nvPr/>
        </p:nvCxnSpPr>
        <p:spPr>
          <a:xfrm flipH="1">
            <a:off x="6600047" y="4276305"/>
            <a:ext cx="32217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1588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339503"/>
            <a:ext cx="385191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5496" y="353678"/>
            <a:ext cx="37442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6.3 STM32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外部中断</a:t>
            </a:r>
            <a:r>
              <a:rPr lang="en-GB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EXTI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0461279"/>
              </p:ext>
            </p:extLst>
          </p:nvPr>
        </p:nvGraphicFramePr>
        <p:xfrm>
          <a:off x="1331640" y="987574"/>
          <a:ext cx="6298349" cy="38271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68" name="Visio" r:id="rId3" imgW="5194236" imgH="3166612" progId="Visio.Drawing.11">
                  <p:embed/>
                </p:oleObj>
              </mc:Choice>
              <mc:Fallback>
                <p:oleObj name="Visio" r:id="rId3" imgW="5194236" imgH="3166612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987574"/>
                        <a:ext cx="6298349" cy="382716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4788024" y="406865"/>
            <a:ext cx="27023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b="1" dirty="0"/>
              <a:t>STM32 EXTI</a:t>
            </a:r>
            <a:r>
              <a:rPr lang="zh-CN" altLang="en-US" b="1" dirty="0"/>
              <a:t>内部功能框图</a:t>
            </a:r>
          </a:p>
        </p:txBody>
      </p:sp>
    </p:spTree>
    <p:extLst>
      <p:ext uri="{BB962C8B-B14F-4D97-AF65-F5344CB8AC3E}">
        <p14:creationId xmlns:p14="http://schemas.microsoft.com/office/powerpoint/2010/main" val="1748320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339503"/>
            <a:ext cx="385191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5496" y="353678"/>
            <a:ext cx="37442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6.3 STM32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外部中断</a:t>
            </a:r>
            <a:r>
              <a:rPr lang="en-GB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EXTI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图示 5"/>
          <p:cNvGraphicFramePr/>
          <p:nvPr>
            <p:extLst>
              <p:ext uri="{D42A27DB-BD31-4B8C-83A1-F6EECF244321}">
                <p14:modId xmlns:p14="http://schemas.microsoft.com/office/powerpoint/2010/main" val="806887175"/>
              </p:ext>
            </p:extLst>
          </p:nvPr>
        </p:nvGraphicFramePr>
        <p:xfrm>
          <a:off x="1187624" y="1345873"/>
          <a:ext cx="6696744" cy="30893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矩形 7"/>
          <p:cNvSpPr/>
          <p:nvPr/>
        </p:nvSpPr>
        <p:spPr>
          <a:xfrm>
            <a:off x="5652120" y="699542"/>
            <a:ext cx="28083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 smtClean="0"/>
              <a:t>     STM32</a:t>
            </a:r>
            <a:r>
              <a:rPr lang="zh-CN" altLang="en-US" b="1" dirty="0"/>
              <a:t>中，每一个</a:t>
            </a:r>
            <a:r>
              <a:rPr lang="en-US" altLang="zh-CN" b="1" dirty="0"/>
              <a:t>GPIO</a:t>
            </a:r>
            <a:r>
              <a:rPr lang="zh-CN" altLang="en-US" b="1" dirty="0"/>
              <a:t>都可以触发一个外部中断</a:t>
            </a:r>
          </a:p>
        </p:txBody>
      </p:sp>
    </p:spTree>
    <p:extLst>
      <p:ext uri="{BB962C8B-B14F-4D97-AF65-F5344CB8AC3E}">
        <p14:creationId xmlns:p14="http://schemas.microsoft.com/office/powerpoint/2010/main" val="2248418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339503"/>
            <a:ext cx="385191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5496" y="353678"/>
            <a:ext cx="37442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6.3 STM32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外部中断</a:t>
            </a:r>
            <a:r>
              <a:rPr lang="en-GB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EXTI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68494" y="1203598"/>
            <a:ext cx="439248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/>
              <a:t>     GPIO</a:t>
            </a:r>
            <a:r>
              <a:rPr lang="zh-CN" altLang="en-US" b="1" dirty="0"/>
              <a:t>的中断是以组为单位的，同</a:t>
            </a:r>
            <a:r>
              <a:rPr lang="zh-CN" altLang="en-US" b="1" dirty="0" smtClean="0"/>
              <a:t>组的外部中断公用一</a:t>
            </a:r>
            <a:r>
              <a:rPr lang="zh-CN" altLang="en-US" b="1" dirty="0"/>
              <a:t>条</a:t>
            </a:r>
            <a:r>
              <a:rPr lang="zh-CN" altLang="en-US" b="1" dirty="0" smtClean="0"/>
              <a:t>外部中断</a:t>
            </a:r>
            <a:r>
              <a:rPr lang="zh-CN" altLang="en-US" b="1" dirty="0"/>
              <a:t>线</a:t>
            </a:r>
            <a:r>
              <a:rPr lang="zh-CN" altLang="en-US" b="1" dirty="0" smtClean="0"/>
              <a:t>。</a:t>
            </a:r>
            <a:endParaRPr lang="en-GB" altLang="zh-CN" b="1" dirty="0"/>
          </a:p>
          <a:p>
            <a:pPr>
              <a:lnSpc>
                <a:spcPct val="125000"/>
              </a:lnSpc>
            </a:pPr>
            <a:r>
              <a:rPr lang="en-GB" altLang="zh-CN" b="1" dirty="0" smtClean="0"/>
              <a:t>    </a:t>
            </a:r>
            <a:r>
              <a:rPr lang="zh-CN" altLang="en-US" b="1" dirty="0" smtClean="0"/>
              <a:t>例如：</a:t>
            </a:r>
            <a:r>
              <a:rPr lang="en-US" altLang="zh-CN" b="1" dirty="0" smtClean="0"/>
              <a:t>PA0</a:t>
            </a:r>
            <a:r>
              <a:rPr lang="zh-CN" altLang="en-US" b="1" dirty="0"/>
              <a:t>、</a:t>
            </a:r>
            <a:r>
              <a:rPr lang="en-US" altLang="zh-CN" b="1" dirty="0"/>
              <a:t>PB0</a:t>
            </a:r>
            <a:r>
              <a:rPr lang="zh-CN" altLang="en-US" b="1" dirty="0"/>
              <a:t>、</a:t>
            </a:r>
            <a:r>
              <a:rPr lang="en-US" altLang="zh-CN" b="1" dirty="0"/>
              <a:t>PC0</a:t>
            </a:r>
            <a:r>
              <a:rPr lang="zh-CN" altLang="en-US" b="1" dirty="0"/>
              <a:t>、</a:t>
            </a:r>
            <a:r>
              <a:rPr lang="en-US" altLang="zh-CN" b="1" dirty="0"/>
              <a:t>PD0</a:t>
            </a:r>
            <a:r>
              <a:rPr lang="zh-CN" altLang="en-US" b="1" dirty="0"/>
              <a:t>、</a:t>
            </a:r>
            <a:r>
              <a:rPr lang="en-US" altLang="zh-CN" b="1" dirty="0"/>
              <a:t>PE0</a:t>
            </a:r>
            <a:r>
              <a:rPr lang="zh-CN" altLang="en-US" b="1" dirty="0"/>
              <a:t>、</a:t>
            </a:r>
            <a:r>
              <a:rPr lang="en-US" altLang="zh-CN" b="1" dirty="0"/>
              <a:t>PF0</a:t>
            </a:r>
            <a:r>
              <a:rPr lang="zh-CN" altLang="en-US" b="1" dirty="0"/>
              <a:t>、</a:t>
            </a:r>
            <a:r>
              <a:rPr lang="en-US" altLang="zh-CN" b="1" dirty="0"/>
              <a:t>PG0</a:t>
            </a:r>
            <a:r>
              <a:rPr lang="zh-CN" altLang="en-US" b="1" dirty="0"/>
              <a:t>这些为一组，如果使用</a:t>
            </a:r>
            <a:r>
              <a:rPr lang="en-US" altLang="zh-CN" b="1" dirty="0"/>
              <a:t>PA0</a:t>
            </a:r>
            <a:r>
              <a:rPr lang="zh-CN" altLang="en-US" b="1" dirty="0"/>
              <a:t>作为外部中断源，那么</a:t>
            </a:r>
            <a:r>
              <a:rPr lang="en-US" altLang="zh-CN" b="1" dirty="0"/>
              <a:t>PB0</a:t>
            </a:r>
            <a:r>
              <a:rPr lang="zh-CN" altLang="en-US" b="1" dirty="0"/>
              <a:t>、</a:t>
            </a:r>
            <a:r>
              <a:rPr lang="en-US" altLang="zh-CN" b="1" dirty="0"/>
              <a:t>PC0</a:t>
            </a:r>
            <a:r>
              <a:rPr lang="zh-CN" altLang="en-US" b="1" dirty="0"/>
              <a:t>、</a:t>
            </a:r>
            <a:r>
              <a:rPr lang="en-US" altLang="zh-CN" b="1" dirty="0"/>
              <a:t>PD0</a:t>
            </a:r>
            <a:r>
              <a:rPr lang="zh-CN" altLang="en-US" b="1" dirty="0"/>
              <a:t>、</a:t>
            </a:r>
            <a:r>
              <a:rPr lang="en-US" altLang="zh-CN" b="1" dirty="0"/>
              <a:t>PE0</a:t>
            </a:r>
            <a:r>
              <a:rPr lang="zh-CN" altLang="en-US" b="1" dirty="0"/>
              <a:t>、</a:t>
            </a:r>
            <a:r>
              <a:rPr lang="en-US" altLang="zh-CN" b="1" dirty="0"/>
              <a:t>PF0</a:t>
            </a:r>
            <a:r>
              <a:rPr lang="zh-CN" altLang="en-US" b="1" dirty="0"/>
              <a:t>、</a:t>
            </a:r>
            <a:r>
              <a:rPr lang="en-US" altLang="zh-CN" b="1" dirty="0"/>
              <a:t>PG0</a:t>
            </a:r>
            <a:r>
              <a:rPr lang="zh-CN" altLang="en-US" b="1" dirty="0"/>
              <a:t>就不能同时再作为外部中断使用了，在此情况下，只能使用类似于</a:t>
            </a:r>
            <a:r>
              <a:rPr lang="en-US" altLang="zh-CN" b="1" dirty="0"/>
              <a:t>PB1</a:t>
            </a:r>
            <a:r>
              <a:rPr lang="zh-CN" altLang="en-US" b="1" dirty="0"/>
              <a:t>、</a:t>
            </a:r>
            <a:r>
              <a:rPr lang="en-US" altLang="zh-CN" b="1" dirty="0"/>
              <a:t>PC2</a:t>
            </a:r>
            <a:r>
              <a:rPr lang="zh-CN" altLang="en-US" b="1" dirty="0"/>
              <a:t>这种末端序号不同的外部中断源</a:t>
            </a:r>
            <a:r>
              <a:rPr lang="zh-CN" altLang="en-US" b="1" dirty="0" smtClean="0"/>
              <a:t>。</a:t>
            </a:r>
            <a:endParaRPr lang="zh-CN" altLang="en-US" b="1" dirty="0"/>
          </a:p>
        </p:txBody>
      </p:sp>
      <p:pic>
        <p:nvPicPr>
          <p:cNvPr id="645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299105"/>
            <a:ext cx="2912452" cy="411306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9" name="矩形 8"/>
          <p:cNvSpPr/>
          <p:nvPr/>
        </p:nvSpPr>
        <p:spPr>
          <a:xfrm>
            <a:off x="4932039" y="4515966"/>
            <a:ext cx="38908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GPIO</a:t>
            </a:r>
            <a:r>
              <a:rPr lang="zh-CN" altLang="en-US" b="1" dirty="0"/>
              <a:t>引脚和外部中断线的映射关系图</a:t>
            </a:r>
          </a:p>
        </p:txBody>
      </p:sp>
    </p:spTree>
    <p:extLst>
      <p:ext uri="{BB962C8B-B14F-4D97-AF65-F5344CB8AC3E}">
        <p14:creationId xmlns:p14="http://schemas.microsoft.com/office/powerpoint/2010/main" val="3349852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339503"/>
            <a:ext cx="385191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5496" y="353678"/>
            <a:ext cx="37442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6.3 STM32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外部中断</a:t>
            </a:r>
            <a:r>
              <a:rPr lang="en-GB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EXTI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580112" y="852156"/>
            <a:ext cx="3456384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25000"/>
              </a:lnSpc>
              <a:buClr>
                <a:schemeClr val="accent1">
                  <a:lumMod val="75000"/>
                </a:schemeClr>
              </a:buClr>
              <a:buFont typeface="Wingdings" pitchFamily="2" charset="2"/>
              <a:buChar char="u"/>
            </a:pPr>
            <a:r>
              <a:rPr lang="en-US" altLang="zh-CN" b="1" dirty="0">
                <a:solidFill>
                  <a:prstClr val="black"/>
                </a:solidFill>
              </a:rPr>
              <a:t>EXTI0-EXTI4</a:t>
            </a:r>
            <a:r>
              <a:rPr lang="zh-CN" altLang="en-US" b="1" dirty="0">
                <a:solidFill>
                  <a:prstClr val="black"/>
                </a:solidFill>
              </a:rPr>
              <a:t>这</a:t>
            </a:r>
            <a:r>
              <a:rPr lang="en-US" altLang="zh-CN" b="1" dirty="0">
                <a:solidFill>
                  <a:prstClr val="black"/>
                </a:solidFill>
              </a:rPr>
              <a:t>5</a:t>
            </a:r>
            <a:r>
              <a:rPr lang="zh-CN" altLang="en-US" b="1" dirty="0">
                <a:solidFill>
                  <a:prstClr val="black"/>
                </a:solidFill>
              </a:rPr>
              <a:t>个外部中断有着各自独立的中断服务函数，如</a:t>
            </a:r>
            <a:r>
              <a:rPr lang="en-US" altLang="zh-CN" b="1" dirty="0" smtClean="0">
                <a:solidFill>
                  <a:prstClr val="black"/>
                </a:solidFill>
              </a:rPr>
              <a:t>EXTI3</a:t>
            </a:r>
            <a:r>
              <a:rPr lang="zh-CN" altLang="en-US" b="1" dirty="0" smtClean="0">
                <a:solidFill>
                  <a:prstClr val="black"/>
                </a:solidFill>
              </a:rPr>
              <a:t>的</a:t>
            </a:r>
            <a:r>
              <a:rPr lang="zh-CN" altLang="en-US" b="1" dirty="0">
                <a:solidFill>
                  <a:prstClr val="black"/>
                </a:solidFill>
              </a:rPr>
              <a:t>中断服务函数</a:t>
            </a:r>
            <a:r>
              <a:rPr lang="zh-CN" altLang="en-US" b="1" dirty="0" smtClean="0">
                <a:solidFill>
                  <a:prstClr val="black"/>
                </a:solidFill>
              </a:rPr>
              <a:t>为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pPr lvl="0">
              <a:lnSpc>
                <a:spcPct val="125000"/>
              </a:lnSpc>
              <a:buClr>
                <a:schemeClr val="accent1">
                  <a:lumMod val="75000"/>
                </a:schemeClr>
              </a:buClr>
            </a:pP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altLang="zh-CN" b="1" dirty="0" smtClean="0">
                <a:solidFill>
                  <a:schemeClr val="accent5">
                    <a:lumMod val="75000"/>
                  </a:schemeClr>
                </a:solidFill>
              </a:rPr>
              <a:t>    void 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</a:rPr>
              <a:t>EXTI3_IRQHandler(void</a:t>
            </a:r>
            <a:r>
              <a:rPr lang="en-US" altLang="zh-CN" b="1" dirty="0" smtClean="0">
                <a:solidFill>
                  <a:schemeClr val="accent5">
                    <a:lumMod val="75000"/>
                  </a:schemeClr>
                </a:solidFill>
              </a:rPr>
              <a:t>)</a:t>
            </a:r>
            <a:r>
              <a:rPr lang="zh-CN" altLang="en-US" b="1" dirty="0" smtClean="0">
                <a:solidFill>
                  <a:schemeClr val="accent5">
                    <a:lumMod val="75000"/>
                  </a:schemeClr>
                </a:solidFill>
              </a:rPr>
              <a:t>；</a:t>
            </a:r>
            <a:endParaRPr lang="en-US" altLang="zh-CN" b="1" dirty="0" smtClean="0">
              <a:solidFill>
                <a:schemeClr val="accent5">
                  <a:lumMod val="75000"/>
                </a:schemeClr>
              </a:solidFill>
            </a:endParaRPr>
          </a:p>
          <a:p>
            <a:pPr marL="285750" lvl="0" indent="-285750">
              <a:lnSpc>
                <a:spcPct val="125000"/>
              </a:lnSpc>
              <a:buClr>
                <a:schemeClr val="accent1">
                  <a:lumMod val="75000"/>
                </a:schemeClr>
              </a:buClr>
              <a:buFont typeface="Wingdings" pitchFamily="2" charset="2"/>
              <a:buChar char="u"/>
            </a:pPr>
            <a:r>
              <a:rPr lang="en-US" altLang="zh-CN" b="1" dirty="0" smtClean="0">
                <a:solidFill>
                  <a:prstClr val="black"/>
                </a:solidFill>
              </a:rPr>
              <a:t>EXTI5-9</a:t>
            </a:r>
            <a:r>
              <a:rPr lang="zh-CN" altLang="en-US" b="1" dirty="0">
                <a:solidFill>
                  <a:prstClr val="black"/>
                </a:solidFill>
              </a:rPr>
              <a:t>共用一个中断服务</a:t>
            </a:r>
            <a:r>
              <a:rPr lang="zh-CN" altLang="en-US" b="1" dirty="0" smtClean="0">
                <a:solidFill>
                  <a:prstClr val="black"/>
                </a:solidFill>
              </a:rPr>
              <a:t>函数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pPr lvl="0">
              <a:lnSpc>
                <a:spcPct val="125000"/>
              </a:lnSpc>
              <a:buClr>
                <a:schemeClr val="accent1">
                  <a:lumMod val="75000"/>
                </a:schemeClr>
              </a:buClr>
            </a:pP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altLang="zh-CN" b="1" dirty="0" smtClean="0">
                <a:solidFill>
                  <a:schemeClr val="accent5">
                    <a:lumMod val="75000"/>
                  </a:schemeClr>
                </a:solidFill>
              </a:rPr>
              <a:t> void 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</a:rPr>
              <a:t>EXTI9_5_IRQHandler(void</a:t>
            </a:r>
            <a:r>
              <a:rPr lang="en-US" altLang="zh-CN" b="1" dirty="0" smtClean="0">
                <a:solidFill>
                  <a:schemeClr val="accent5">
                    <a:lumMod val="75000"/>
                  </a:schemeClr>
                </a:solidFill>
              </a:rPr>
              <a:t>)</a:t>
            </a:r>
            <a:r>
              <a:rPr lang="zh-CN" altLang="en-US" b="1" dirty="0" smtClean="0">
                <a:solidFill>
                  <a:schemeClr val="accent5">
                    <a:lumMod val="75000"/>
                  </a:schemeClr>
                </a:solidFill>
              </a:rPr>
              <a:t>；</a:t>
            </a:r>
            <a:endParaRPr lang="en-US" altLang="zh-CN" b="1" dirty="0" smtClean="0">
              <a:solidFill>
                <a:schemeClr val="accent5">
                  <a:lumMod val="75000"/>
                </a:schemeClr>
              </a:solidFill>
            </a:endParaRPr>
          </a:p>
          <a:p>
            <a:pPr marL="285750" lvl="0" indent="-285750">
              <a:lnSpc>
                <a:spcPct val="125000"/>
              </a:lnSpc>
              <a:buClr>
                <a:schemeClr val="accent1">
                  <a:lumMod val="75000"/>
                </a:schemeClr>
              </a:buClr>
              <a:buFont typeface="Wingdings" pitchFamily="2" charset="2"/>
              <a:buChar char="u"/>
            </a:pPr>
            <a:r>
              <a:rPr lang="en-US" altLang="zh-CN" b="1" dirty="0" smtClean="0">
                <a:solidFill>
                  <a:prstClr val="black"/>
                </a:solidFill>
              </a:rPr>
              <a:t>EXTI10-15</a:t>
            </a:r>
            <a:r>
              <a:rPr lang="zh-CN" altLang="en-US" b="1" dirty="0">
                <a:solidFill>
                  <a:prstClr val="black"/>
                </a:solidFill>
              </a:rPr>
              <a:t>共用一个中断服务</a:t>
            </a:r>
            <a:r>
              <a:rPr lang="zh-CN" altLang="en-US" b="1" dirty="0" smtClean="0">
                <a:solidFill>
                  <a:prstClr val="black"/>
                </a:solidFill>
              </a:rPr>
              <a:t>函数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pPr lvl="0">
              <a:lnSpc>
                <a:spcPct val="125000"/>
              </a:lnSpc>
              <a:buClr>
                <a:schemeClr val="accent1">
                  <a:lumMod val="75000"/>
                </a:schemeClr>
              </a:buClr>
            </a:pPr>
            <a:r>
              <a:rPr lang="en-US" altLang="zh-CN" b="1" dirty="0" smtClean="0">
                <a:solidFill>
                  <a:schemeClr val="accent5">
                    <a:lumMod val="75000"/>
                  </a:schemeClr>
                </a:solidFill>
              </a:rPr>
              <a:t>void EXTI15_10_IRQHandler(void)</a:t>
            </a:r>
            <a:r>
              <a:rPr lang="zh-CN" altLang="en-US" b="1" dirty="0" smtClean="0">
                <a:solidFill>
                  <a:schemeClr val="accent5">
                    <a:lumMod val="75000"/>
                  </a:schemeClr>
                </a:solidFill>
              </a:rPr>
              <a:t>；</a:t>
            </a:r>
            <a:endParaRPr lang="zh-CN" alt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5813077"/>
              </p:ext>
            </p:extLst>
          </p:nvPr>
        </p:nvGraphicFramePr>
        <p:xfrm>
          <a:off x="251520" y="1203598"/>
          <a:ext cx="5184576" cy="3284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9807"/>
                <a:gridCol w="371476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中断标志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中断服务函数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altLang="zh-CN" b="1" dirty="0" smtClean="0"/>
                        <a:t>EXTI0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 smtClean="0">
                          <a:solidFill>
                            <a:prstClr val="black"/>
                          </a:solidFill>
                        </a:rPr>
                        <a:t>void EXTI0_IRQHandler(void)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altLang="zh-CN" b="1" dirty="0" smtClean="0"/>
                        <a:t>EXTI1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 smtClean="0">
                          <a:solidFill>
                            <a:prstClr val="black"/>
                          </a:solidFill>
                        </a:rPr>
                        <a:t>void EXTI1_IRQHandler(void)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altLang="zh-CN" b="1" dirty="0" smtClean="0"/>
                        <a:t>EXTI2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 smtClean="0">
                          <a:solidFill>
                            <a:prstClr val="black"/>
                          </a:solidFill>
                        </a:rPr>
                        <a:t>void EXTI2_IRQHandler(void)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altLang="zh-CN" b="1" dirty="0" smtClean="0"/>
                        <a:t>EXTI3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 smtClean="0">
                          <a:solidFill>
                            <a:prstClr val="black"/>
                          </a:solidFill>
                        </a:rPr>
                        <a:t>void EXTI3_IRQHandler(void)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altLang="zh-CN" b="1" dirty="0" smtClean="0"/>
                        <a:t>EXTI4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 smtClean="0">
                          <a:solidFill>
                            <a:prstClr val="black"/>
                          </a:solidFill>
                        </a:rPr>
                        <a:t>void EXTI4_IRQHandler(void)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 smtClean="0"/>
                        <a:t>EXTI5-9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 smtClean="0">
                          <a:solidFill>
                            <a:prstClr val="black"/>
                          </a:solidFill>
                        </a:rPr>
                        <a:t>void EXTI9_5_IRQHandler(void)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 smtClean="0"/>
                        <a:t>EXTI10-15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 smtClean="0">
                          <a:solidFill>
                            <a:prstClr val="black"/>
                          </a:solidFill>
                        </a:rPr>
                        <a:t>void EXTI15_10_IRQHandler(void)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1393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339503"/>
            <a:ext cx="609285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5496" y="353678"/>
            <a:ext cx="60573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6.4 EXTI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模块的标准外设库接口函数及应用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Freeform 6"/>
          <p:cNvSpPr>
            <a:spLocks/>
          </p:cNvSpPr>
          <p:nvPr/>
        </p:nvSpPr>
        <p:spPr bwMode="auto">
          <a:xfrm>
            <a:off x="1656659" y="1503589"/>
            <a:ext cx="745953" cy="686830"/>
          </a:xfrm>
          <a:custGeom>
            <a:avLst/>
            <a:gdLst>
              <a:gd name="T0" fmla="*/ 593 w 593"/>
              <a:gd name="T1" fmla="*/ 248 h 546"/>
              <a:gd name="T2" fmla="*/ 295 w 593"/>
              <a:gd name="T3" fmla="*/ 546 h 546"/>
              <a:gd name="T4" fmla="*/ 0 w 593"/>
              <a:gd name="T5" fmla="*/ 248 h 546"/>
              <a:gd name="T6" fmla="*/ 0 w 593"/>
              <a:gd name="T7" fmla="*/ 0 h 546"/>
              <a:gd name="T8" fmla="*/ 295 w 593"/>
              <a:gd name="T9" fmla="*/ 298 h 546"/>
              <a:gd name="T10" fmla="*/ 593 w 593"/>
              <a:gd name="T11" fmla="*/ 0 h 546"/>
              <a:gd name="T12" fmla="*/ 593 w 593"/>
              <a:gd name="T13" fmla="*/ 248 h 5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93" h="546">
                <a:moveTo>
                  <a:pt x="593" y="248"/>
                </a:moveTo>
                <a:lnTo>
                  <a:pt x="295" y="546"/>
                </a:lnTo>
                <a:lnTo>
                  <a:pt x="0" y="248"/>
                </a:lnTo>
                <a:lnTo>
                  <a:pt x="0" y="0"/>
                </a:lnTo>
                <a:lnTo>
                  <a:pt x="295" y="298"/>
                </a:lnTo>
                <a:lnTo>
                  <a:pt x="593" y="0"/>
                </a:lnTo>
                <a:lnTo>
                  <a:pt x="593" y="248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25400" cap="flat" cmpd="sng" algn="ctr">
            <a:noFill/>
            <a:prstDash val="solid"/>
            <a:miter lim="800000"/>
          </a:ln>
          <a:effectLst>
            <a:outerShdw blurRad="139700" dist="38100" dir="5400000" sx="90000" sy="-19000" rotWithShape="0">
              <a:sysClr val="windowText" lastClr="000000">
                <a:alpha val="10000"/>
              </a:sys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0" cap="none" spc="0" normalizeH="0" baseline="0" noProof="0">
              <a:ln>
                <a:noFill/>
              </a:ln>
              <a:solidFill>
                <a:srgbClr val="FEFABC"/>
              </a:solidFill>
              <a:effectLst/>
              <a:uLnTx/>
              <a:uFillTx/>
              <a:latin typeface="思源黑体旧字形 ExtraLight" panose="020B0200000000000000" pitchFamily="34" charset="-128"/>
              <a:ea typeface="思源黑体旧字形 ExtraLight" panose="020B0200000000000000" pitchFamily="34" charset="-128"/>
              <a:cs typeface="+mn-cs"/>
              <a:sym typeface="思源黑体旧字形 ExtraLight" panose="020B0200000000000000" pitchFamily="34" charset="-128"/>
            </a:endParaRPr>
          </a:p>
        </p:txBody>
      </p:sp>
      <p:sp>
        <p:nvSpPr>
          <p:cNvPr id="7" name="Freeform 7"/>
          <p:cNvSpPr>
            <a:spLocks/>
          </p:cNvSpPr>
          <p:nvPr/>
        </p:nvSpPr>
        <p:spPr bwMode="auto">
          <a:xfrm>
            <a:off x="1644609" y="2504852"/>
            <a:ext cx="745953" cy="685572"/>
          </a:xfrm>
          <a:custGeom>
            <a:avLst/>
            <a:gdLst>
              <a:gd name="T0" fmla="*/ 593 w 593"/>
              <a:gd name="T1" fmla="*/ 248 h 545"/>
              <a:gd name="T2" fmla="*/ 295 w 593"/>
              <a:gd name="T3" fmla="*/ 545 h 545"/>
              <a:gd name="T4" fmla="*/ 0 w 593"/>
              <a:gd name="T5" fmla="*/ 248 h 545"/>
              <a:gd name="T6" fmla="*/ 0 w 593"/>
              <a:gd name="T7" fmla="*/ 0 h 545"/>
              <a:gd name="T8" fmla="*/ 295 w 593"/>
              <a:gd name="T9" fmla="*/ 297 h 545"/>
              <a:gd name="T10" fmla="*/ 593 w 593"/>
              <a:gd name="T11" fmla="*/ 0 h 545"/>
              <a:gd name="T12" fmla="*/ 593 w 593"/>
              <a:gd name="T13" fmla="*/ 248 h 5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93" h="545">
                <a:moveTo>
                  <a:pt x="593" y="248"/>
                </a:moveTo>
                <a:lnTo>
                  <a:pt x="295" y="545"/>
                </a:lnTo>
                <a:lnTo>
                  <a:pt x="0" y="248"/>
                </a:lnTo>
                <a:lnTo>
                  <a:pt x="0" y="0"/>
                </a:lnTo>
                <a:lnTo>
                  <a:pt x="295" y="297"/>
                </a:lnTo>
                <a:lnTo>
                  <a:pt x="593" y="0"/>
                </a:lnTo>
                <a:lnTo>
                  <a:pt x="593" y="248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 w="25400" cap="flat" cmpd="sng" algn="ctr">
            <a:noFill/>
            <a:prstDash val="solid"/>
            <a:miter lim="800000"/>
          </a:ln>
          <a:effectLst>
            <a:outerShdw blurRad="139700" dist="38100" dir="5400000" sx="90000" sy="-19000" rotWithShape="0">
              <a:sysClr val="windowText" lastClr="000000">
                <a:alpha val="10000"/>
              </a:sys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0" cap="none" spc="0" normalizeH="0" baseline="0" noProof="0">
              <a:ln>
                <a:noFill/>
              </a:ln>
              <a:solidFill>
                <a:srgbClr val="FEFABC"/>
              </a:solidFill>
              <a:effectLst/>
              <a:uLnTx/>
              <a:uFillTx/>
              <a:latin typeface="思源黑体旧字形 ExtraLight" panose="020B0200000000000000" pitchFamily="34" charset="-128"/>
              <a:ea typeface="思源黑体旧字形 ExtraLight" panose="020B0200000000000000" pitchFamily="34" charset="-128"/>
              <a:cs typeface="+mn-cs"/>
              <a:sym typeface="思源黑体旧字形 ExtraLight" panose="020B0200000000000000" pitchFamily="34" charset="-128"/>
            </a:endParaRPr>
          </a:p>
        </p:txBody>
      </p:sp>
      <p:sp>
        <p:nvSpPr>
          <p:cNvPr id="8" name="Freeform 8"/>
          <p:cNvSpPr>
            <a:spLocks/>
          </p:cNvSpPr>
          <p:nvPr/>
        </p:nvSpPr>
        <p:spPr bwMode="auto">
          <a:xfrm>
            <a:off x="1633270" y="3482172"/>
            <a:ext cx="745953" cy="686830"/>
          </a:xfrm>
          <a:custGeom>
            <a:avLst/>
            <a:gdLst>
              <a:gd name="T0" fmla="*/ 593 w 593"/>
              <a:gd name="T1" fmla="*/ 248 h 546"/>
              <a:gd name="T2" fmla="*/ 295 w 593"/>
              <a:gd name="T3" fmla="*/ 546 h 546"/>
              <a:gd name="T4" fmla="*/ 0 w 593"/>
              <a:gd name="T5" fmla="*/ 248 h 546"/>
              <a:gd name="T6" fmla="*/ 0 w 593"/>
              <a:gd name="T7" fmla="*/ 0 h 546"/>
              <a:gd name="T8" fmla="*/ 295 w 593"/>
              <a:gd name="T9" fmla="*/ 298 h 546"/>
              <a:gd name="T10" fmla="*/ 593 w 593"/>
              <a:gd name="T11" fmla="*/ 0 h 546"/>
              <a:gd name="T12" fmla="*/ 593 w 593"/>
              <a:gd name="T13" fmla="*/ 248 h 5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93" h="546">
                <a:moveTo>
                  <a:pt x="593" y="248"/>
                </a:moveTo>
                <a:lnTo>
                  <a:pt x="295" y="546"/>
                </a:lnTo>
                <a:lnTo>
                  <a:pt x="0" y="248"/>
                </a:lnTo>
                <a:lnTo>
                  <a:pt x="0" y="0"/>
                </a:lnTo>
                <a:lnTo>
                  <a:pt x="295" y="298"/>
                </a:lnTo>
                <a:lnTo>
                  <a:pt x="593" y="0"/>
                </a:lnTo>
                <a:lnTo>
                  <a:pt x="593" y="248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 w="25400" cap="flat" cmpd="sng" algn="ctr">
            <a:noFill/>
            <a:prstDash val="solid"/>
            <a:miter lim="800000"/>
          </a:ln>
          <a:effectLst>
            <a:outerShdw blurRad="139700" dist="38100" dir="5400000" sx="90000" sy="-19000" rotWithShape="0">
              <a:sysClr val="windowText" lastClr="000000">
                <a:alpha val="10000"/>
              </a:sys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0" cap="none" spc="0" normalizeH="0" baseline="0" noProof="0">
              <a:ln>
                <a:noFill/>
              </a:ln>
              <a:solidFill>
                <a:srgbClr val="FEFABC"/>
              </a:solidFill>
              <a:effectLst/>
              <a:uLnTx/>
              <a:uFillTx/>
              <a:latin typeface="思源黑体旧字形 ExtraLight" panose="020B0200000000000000" pitchFamily="34" charset="-128"/>
              <a:ea typeface="思源黑体旧字形 ExtraLight" panose="020B0200000000000000" pitchFamily="34" charset="-128"/>
              <a:cs typeface="+mn-cs"/>
              <a:sym typeface="思源黑体旧字形 ExtraLight" panose="020B0200000000000000" pitchFamily="34" charset="-128"/>
            </a:endParaRPr>
          </a:p>
        </p:txBody>
      </p:sp>
      <p:sp>
        <p:nvSpPr>
          <p:cNvPr id="9" name="Freeform 13"/>
          <p:cNvSpPr>
            <a:spLocks/>
          </p:cNvSpPr>
          <p:nvPr/>
        </p:nvSpPr>
        <p:spPr bwMode="auto">
          <a:xfrm>
            <a:off x="1879675" y="2523390"/>
            <a:ext cx="275822" cy="173728"/>
          </a:xfrm>
          <a:custGeom>
            <a:avLst/>
            <a:gdLst/>
            <a:ahLst/>
            <a:cxnLst/>
            <a:rect l="l" t="t" r="r" b="b"/>
            <a:pathLst>
              <a:path w="686185" h="432198">
                <a:moveTo>
                  <a:pt x="101600" y="338535"/>
                </a:moveTo>
                <a:lnTo>
                  <a:pt x="101600" y="432198"/>
                </a:lnTo>
                <a:lnTo>
                  <a:pt x="30163" y="432198"/>
                </a:lnTo>
                <a:lnTo>
                  <a:pt x="30163" y="402036"/>
                </a:lnTo>
                <a:close/>
                <a:moveTo>
                  <a:pt x="206375" y="236935"/>
                </a:moveTo>
                <a:lnTo>
                  <a:pt x="206375" y="432198"/>
                </a:lnTo>
                <a:lnTo>
                  <a:pt x="134938" y="432198"/>
                </a:lnTo>
                <a:lnTo>
                  <a:pt x="134938" y="305198"/>
                </a:lnTo>
                <a:close/>
                <a:moveTo>
                  <a:pt x="520700" y="187723"/>
                </a:moveTo>
                <a:lnTo>
                  <a:pt x="520700" y="432198"/>
                </a:lnTo>
                <a:lnTo>
                  <a:pt x="446088" y="432198"/>
                </a:lnTo>
                <a:lnTo>
                  <a:pt x="446088" y="255986"/>
                </a:lnTo>
                <a:close/>
                <a:moveTo>
                  <a:pt x="341313" y="176610"/>
                </a:moveTo>
                <a:lnTo>
                  <a:pt x="363538" y="198835"/>
                </a:lnTo>
                <a:lnTo>
                  <a:pt x="415925" y="255985"/>
                </a:lnTo>
                <a:lnTo>
                  <a:pt x="415925" y="432198"/>
                </a:lnTo>
                <a:lnTo>
                  <a:pt x="363538" y="432198"/>
                </a:lnTo>
                <a:lnTo>
                  <a:pt x="341313" y="432198"/>
                </a:lnTo>
                <a:close/>
                <a:moveTo>
                  <a:pt x="311150" y="140098"/>
                </a:moveTo>
                <a:lnTo>
                  <a:pt x="311150" y="143273"/>
                </a:lnTo>
                <a:lnTo>
                  <a:pt x="311150" y="432198"/>
                </a:lnTo>
                <a:lnTo>
                  <a:pt x="239713" y="432198"/>
                </a:lnTo>
                <a:lnTo>
                  <a:pt x="239713" y="206773"/>
                </a:lnTo>
                <a:close/>
                <a:moveTo>
                  <a:pt x="625475" y="90885"/>
                </a:moveTo>
                <a:lnTo>
                  <a:pt x="625475" y="432198"/>
                </a:lnTo>
                <a:lnTo>
                  <a:pt x="550863" y="432198"/>
                </a:lnTo>
                <a:lnTo>
                  <a:pt x="550863" y="157560"/>
                </a:lnTo>
                <a:close/>
                <a:moveTo>
                  <a:pt x="666509" y="976"/>
                </a:moveTo>
                <a:cubicBezTo>
                  <a:pt x="681486" y="-2777"/>
                  <a:pt x="688975" y="4730"/>
                  <a:pt x="685231" y="15991"/>
                </a:cubicBezTo>
                <a:cubicBezTo>
                  <a:pt x="681486" y="31005"/>
                  <a:pt x="677742" y="49774"/>
                  <a:pt x="673998" y="61034"/>
                </a:cubicBezTo>
                <a:lnTo>
                  <a:pt x="670253" y="64788"/>
                </a:lnTo>
                <a:cubicBezTo>
                  <a:pt x="666509" y="76049"/>
                  <a:pt x="659020" y="79803"/>
                  <a:pt x="651531" y="68542"/>
                </a:cubicBezTo>
                <a:cubicBezTo>
                  <a:pt x="644042" y="64788"/>
                  <a:pt x="640298" y="61034"/>
                  <a:pt x="640298" y="57281"/>
                </a:cubicBezTo>
                <a:cubicBezTo>
                  <a:pt x="640287" y="57291"/>
                  <a:pt x="638821" y="58656"/>
                  <a:pt x="430610" y="252470"/>
                </a:cubicBezTo>
                <a:cubicBezTo>
                  <a:pt x="430599" y="252458"/>
                  <a:pt x="429766" y="251578"/>
                  <a:pt x="363210" y="181151"/>
                </a:cubicBezTo>
                <a:cubicBezTo>
                  <a:pt x="363202" y="181142"/>
                  <a:pt x="362552" y="180444"/>
                  <a:pt x="310787" y="124846"/>
                </a:cubicBezTo>
                <a:cubicBezTo>
                  <a:pt x="310773" y="124860"/>
                  <a:pt x="308720" y="126761"/>
                  <a:pt x="14977" y="398861"/>
                </a:cubicBezTo>
                <a:cubicBezTo>
                  <a:pt x="14973" y="398858"/>
                  <a:pt x="14886" y="398792"/>
                  <a:pt x="13105" y="397454"/>
                </a:cubicBezTo>
                <a:lnTo>
                  <a:pt x="0" y="387600"/>
                </a:lnTo>
                <a:cubicBezTo>
                  <a:pt x="15" y="387586"/>
                  <a:pt x="2181" y="385572"/>
                  <a:pt x="310787" y="98571"/>
                </a:cubicBezTo>
                <a:cubicBezTo>
                  <a:pt x="310796" y="98580"/>
                  <a:pt x="311449" y="99281"/>
                  <a:pt x="363210" y="154875"/>
                </a:cubicBezTo>
                <a:cubicBezTo>
                  <a:pt x="363221" y="154887"/>
                  <a:pt x="364066" y="155781"/>
                  <a:pt x="430610" y="226194"/>
                </a:cubicBezTo>
                <a:cubicBezTo>
                  <a:pt x="430620" y="226185"/>
                  <a:pt x="432012" y="224897"/>
                  <a:pt x="625320" y="46020"/>
                </a:cubicBezTo>
                <a:cubicBezTo>
                  <a:pt x="621576" y="42266"/>
                  <a:pt x="621576" y="38513"/>
                  <a:pt x="617831" y="34759"/>
                </a:cubicBezTo>
                <a:lnTo>
                  <a:pt x="614087" y="31005"/>
                </a:lnTo>
                <a:cubicBezTo>
                  <a:pt x="606598" y="23498"/>
                  <a:pt x="610342" y="15991"/>
                  <a:pt x="621576" y="12237"/>
                </a:cubicBezTo>
                <a:cubicBezTo>
                  <a:pt x="636553" y="8484"/>
                  <a:pt x="655275" y="4730"/>
                  <a:pt x="666509" y="9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思源黑体旧字形 ExtraLight" panose="020B0200000000000000" pitchFamily="34" charset="-128"/>
              <a:ea typeface="思源黑体旧字形 ExtraLight" panose="020B0200000000000000" pitchFamily="34" charset="-128"/>
              <a:cs typeface="+mn-cs"/>
              <a:sym typeface="思源黑体旧字形 ExtraLight" panose="020B0200000000000000" pitchFamily="34" charset="-128"/>
            </a:endParaRPr>
          </a:p>
        </p:txBody>
      </p:sp>
      <p:sp>
        <p:nvSpPr>
          <p:cNvPr id="10" name="Freeform 20"/>
          <p:cNvSpPr>
            <a:spLocks/>
          </p:cNvSpPr>
          <p:nvPr/>
        </p:nvSpPr>
        <p:spPr bwMode="auto">
          <a:xfrm>
            <a:off x="1930235" y="1503589"/>
            <a:ext cx="198801" cy="233226"/>
          </a:xfrm>
          <a:custGeom>
            <a:avLst/>
            <a:gdLst/>
            <a:ahLst/>
            <a:cxnLst/>
            <a:rect l="l" t="t" r="r" b="b"/>
            <a:pathLst>
              <a:path w="422194" h="495300">
                <a:moveTo>
                  <a:pt x="221309" y="211137"/>
                </a:moveTo>
                <a:cubicBezTo>
                  <a:pt x="228811" y="211137"/>
                  <a:pt x="236313" y="218615"/>
                  <a:pt x="236313" y="226093"/>
                </a:cubicBezTo>
                <a:cubicBezTo>
                  <a:pt x="236313" y="229832"/>
                  <a:pt x="236313" y="233571"/>
                  <a:pt x="232562" y="237310"/>
                </a:cubicBezTo>
                <a:cubicBezTo>
                  <a:pt x="232562" y="237310"/>
                  <a:pt x="232562" y="237310"/>
                  <a:pt x="243815" y="349480"/>
                </a:cubicBezTo>
                <a:cubicBezTo>
                  <a:pt x="243815" y="349480"/>
                  <a:pt x="243815" y="349480"/>
                  <a:pt x="221309" y="409304"/>
                </a:cubicBezTo>
                <a:cubicBezTo>
                  <a:pt x="221309" y="409304"/>
                  <a:pt x="221309" y="409304"/>
                  <a:pt x="262570" y="304612"/>
                </a:cubicBezTo>
                <a:cubicBezTo>
                  <a:pt x="262570" y="304612"/>
                  <a:pt x="262570" y="304612"/>
                  <a:pt x="300080" y="214876"/>
                </a:cubicBezTo>
                <a:cubicBezTo>
                  <a:pt x="300080" y="214876"/>
                  <a:pt x="300080" y="214876"/>
                  <a:pt x="333838" y="214876"/>
                </a:cubicBezTo>
                <a:cubicBezTo>
                  <a:pt x="352593" y="218615"/>
                  <a:pt x="390103" y="226093"/>
                  <a:pt x="408858" y="270961"/>
                </a:cubicBezTo>
                <a:cubicBezTo>
                  <a:pt x="423862" y="297134"/>
                  <a:pt x="423862" y="409304"/>
                  <a:pt x="420111" y="495300"/>
                </a:cubicBezTo>
                <a:cubicBezTo>
                  <a:pt x="420111" y="495300"/>
                  <a:pt x="420111" y="495300"/>
                  <a:pt x="352593" y="495300"/>
                </a:cubicBezTo>
                <a:cubicBezTo>
                  <a:pt x="352593" y="495300"/>
                  <a:pt x="352593" y="495300"/>
                  <a:pt x="348842" y="330785"/>
                </a:cubicBezTo>
                <a:cubicBezTo>
                  <a:pt x="348842" y="330785"/>
                  <a:pt x="348842" y="329850"/>
                  <a:pt x="347436" y="329383"/>
                </a:cubicBezTo>
                <a:lnTo>
                  <a:pt x="337589" y="330785"/>
                </a:lnTo>
                <a:lnTo>
                  <a:pt x="333838" y="327046"/>
                </a:lnTo>
                <a:cubicBezTo>
                  <a:pt x="333838" y="327046"/>
                  <a:pt x="333838" y="327046"/>
                  <a:pt x="337589" y="495300"/>
                </a:cubicBezTo>
                <a:cubicBezTo>
                  <a:pt x="337589" y="495300"/>
                  <a:pt x="337589" y="495300"/>
                  <a:pt x="213807" y="495300"/>
                </a:cubicBezTo>
                <a:cubicBezTo>
                  <a:pt x="213807" y="495300"/>
                  <a:pt x="213807" y="495300"/>
                  <a:pt x="86273" y="495300"/>
                </a:cubicBezTo>
                <a:cubicBezTo>
                  <a:pt x="86273" y="495300"/>
                  <a:pt x="86273" y="495300"/>
                  <a:pt x="86273" y="330785"/>
                </a:cubicBezTo>
                <a:cubicBezTo>
                  <a:pt x="75050" y="327056"/>
                  <a:pt x="75020" y="330765"/>
                  <a:pt x="75020" y="330785"/>
                </a:cubicBezTo>
                <a:cubicBezTo>
                  <a:pt x="75020" y="330785"/>
                  <a:pt x="75020" y="330785"/>
                  <a:pt x="71269" y="495300"/>
                </a:cubicBezTo>
                <a:cubicBezTo>
                  <a:pt x="71269" y="495300"/>
                  <a:pt x="71269" y="495300"/>
                  <a:pt x="0" y="495300"/>
                </a:cubicBezTo>
                <a:cubicBezTo>
                  <a:pt x="0" y="409304"/>
                  <a:pt x="0" y="297134"/>
                  <a:pt x="11253" y="270961"/>
                </a:cubicBezTo>
                <a:cubicBezTo>
                  <a:pt x="22506" y="233571"/>
                  <a:pt x="56265" y="218615"/>
                  <a:pt x="86273" y="214876"/>
                </a:cubicBezTo>
                <a:cubicBezTo>
                  <a:pt x="86273" y="214876"/>
                  <a:pt x="86273" y="214876"/>
                  <a:pt x="142538" y="214876"/>
                </a:cubicBezTo>
                <a:cubicBezTo>
                  <a:pt x="142538" y="214876"/>
                  <a:pt x="142538" y="214876"/>
                  <a:pt x="180048" y="300873"/>
                </a:cubicBezTo>
                <a:cubicBezTo>
                  <a:pt x="180048" y="300873"/>
                  <a:pt x="180048" y="300873"/>
                  <a:pt x="195052" y="345741"/>
                </a:cubicBezTo>
                <a:cubicBezTo>
                  <a:pt x="195052" y="345741"/>
                  <a:pt x="195052" y="345741"/>
                  <a:pt x="206305" y="237310"/>
                </a:cubicBezTo>
                <a:cubicBezTo>
                  <a:pt x="206305" y="233571"/>
                  <a:pt x="202554" y="229832"/>
                  <a:pt x="202554" y="226093"/>
                </a:cubicBezTo>
                <a:cubicBezTo>
                  <a:pt x="202554" y="222354"/>
                  <a:pt x="206305" y="214876"/>
                  <a:pt x="213807" y="214876"/>
                </a:cubicBezTo>
                <a:cubicBezTo>
                  <a:pt x="213807" y="211137"/>
                  <a:pt x="217558" y="211137"/>
                  <a:pt x="221309" y="211137"/>
                </a:cubicBezTo>
                <a:close/>
                <a:moveTo>
                  <a:pt x="213438" y="0"/>
                </a:moveTo>
                <a:lnTo>
                  <a:pt x="220954" y="0"/>
                </a:lnTo>
                <a:cubicBezTo>
                  <a:pt x="269810" y="0"/>
                  <a:pt x="311150" y="41474"/>
                  <a:pt x="311150" y="90488"/>
                </a:cubicBezTo>
                <a:cubicBezTo>
                  <a:pt x="311150" y="139502"/>
                  <a:pt x="269810" y="180975"/>
                  <a:pt x="220954" y="180975"/>
                </a:cubicBezTo>
                <a:cubicBezTo>
                  <a:pt x="217196" y="180975"/>
                  <a:pt x="213438" y="180975"/>
                  <a:pt x="213438" y="177205"/>
                </a:cubicBezTo>
                <a:cubicBezTo>
                  <a:pt x="164582" y="173435"/>
                  <a:pt x="127000" y="135731"/>
                  <a:pt x="127000" y="90488"/>
                </a:cubicBezTo>
                <a:cubicBezTo>
                  <a:pt x="127000" y="41474"/>
                  <a:pt x="164582" y="3771"/>
                  <a:pt x="213438" y="0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思源黑体旧字形 ExtraLight" panose="020B0200000000000000" pitchFamily="34" charset="-128"/>
              <a:ea typeface="思源黑体旧字形 ExtraLight" panose="020B0200000000000000" pitchFamily="34" charset="-128"/>
              <a:cs typeface="+mn-cs"/>
              <a:sym typeface="思源黑体旧字形 ExtraLight" panose="020B0200000000000000" pitchFamily="34" charset="-128"/>
            </a:endParaRPr>
          </a:p>
        </p:txBody>
      </p:sp>
      <p:sp>
        <p:nvSpPr>
          <p:cNvPr id="11" name="Freeform 22"/>
          <p:cNvSpPr>
            <a:spLocks noEditPoints="1"/>
          </p:cNvSpPr>
          <p:nvPr/>
        </p:nvSpPr>
        <p:spPr bwMode="auto">
          <a:xfrm>
            <a:off x="1931724" y="3503695"/>
            <a:ext cx="149045" cy="258424"/>
          </a:xfrm>
          <a:custGeom>
            <a:avLst/>
            <a:gdLst>
              <a:gd name="T0" fmla="*/ 45 w 105"/>
              <a:gd name="T1" fmla="*/ 139 h 182"/>
              <a:gd name="T2" fmla="*/ 45 w 105"/>
              <a:gd name="T3" fmla="*/ 96 h 182"/>
              <a:gd name="T4" fmla="*/ 14 w 105"/>
              <a:gd name="T5" fmla="*/ 79 h 182"/>
              <a:gd name="T6" fmla="*/ 4 w 105"/>
              <a:gd name="T7" fmla="*/ 51 h 182"/>
              <a:gd name="T8" fmla="*/ 15 w 105"/>
              <a:gd name="T9" fmla="*/ 23 h 182"/>
              <a:gd name="T10" fmla="*/ 45 w 105"/>
              <a:gd name="T11" fmla="*/ 10 h 182"/>
              <a:gd name="T12" fmla="*/ 45 w 105"/>
              <a:gd name="T13" fmla="*/ 0 h 182"/>
              <a:gd name="T14" fmla="*/ 60 w 105"/>
              <a:gd name="T15" fmla="*/ 0 h 182"/>
              <a:gd name="T16" fmla="*/ 60 w 105"/>
              <a:gd name="T17" fmla="*/ 10 h 182"/>
              <a:gd name="T18" fmla="*/ 87 w 105"/>
              <a:gd name="T19" fmla="*/ 21 h 182"/>
              <a:gd name="T20" fmla="*/ 100 w 105"/>
              <a:gd name="T21" fmla="*/ 45 h 182"/>
              <a:gd name="T22" fmla="*/ 73 w 105"/>
              <a:gd name="T23" fmla="*/ 49 h 182"/>
              <a:gd name="T24" fmla="*/ 60 w 105"/>
              <a:gd name="T25" fmla="*/ 32 h 182"/>
              <a:gd name="T26" fmla="*/ 60 w 105"/>
              <a:gd name="T27" fmla="*/ 72 h 182"/>
              <a:gd name="T28" fmla="*/ 95 w 105"/>
              <a:gd name="T29" fmla="*/ 89 h 182"/>
              <a:gd name="T30" fmla="*/ 105 w 105"/>
              <a:gd name="T31" fmla="*/ 116 h 182"/>
              <a:gd name="T32" fmla="*/ 93 w 105"/>
              <a:gd name="T33" fmla="*/ 147 h 182"/>
              <a:gd name="T34" fmla="*/ 60 w 105"/>
              <a:gd name="T35" fmla="*/ 163 h 182"/>
              <a:gd name="T36" fmla="*/ 60 w 105"/>
              <a:gd name="T37" fmla="*/ 182 h 182"/>
              <a:gd name="T38" fmla="*/ 45 w 105"/>
              <a:gd name="T39" fmla="*/ 182 h 182"/>
              <a:gd name="T40" fmla="*/ 45 w 105"/>
              <a:gd name="T41" fmla="*/ 163 h 182"/>
              <a:gd name="T42" fmla="*/ 14 w 105"/>
              <a:gd name="T43" fmla="*/ 150 h 182"/>
              <a:gd name="T44" fmla="*/ 0 w 105"/>
              <a:gd name="T45" fmla="*/ 119 h 182"/>
              <a:gd name="T46" fmla="*/ 28 w 105"/>
              <a:gd name="T47" fmla="*/ 116 h 182"/>
              <a:gd name="T48" fmla="*/ 34 w 105"/>
              <a:gd name="T49" fmla="*/ 130 h 182"/>
              <a:gd name="T50" fmla="*/ 45 w 105"/>
              <a:gd name="T51" fmla="*/ 139 h 182"/>
              <a:gd name="T52" fmla="*/ 45 w 105"/>
              <a:gd name="T53" fmla="*/ 32 h 182"/>
              <a:gd name="T54" fmla="*/ 35 w 105"/>
              <a:gd name="T55" fmla="*/ 39 h 182"/>
              <a:gd name="T56" fmla="*/ 31 w 105"/>
              <a:gd name="T57" fmla="*/ 50 h 182"/>
              <a:gd name="T58" fmla="*/ 34 w 105"/>
              <a:gd name="T59" fmla="*/ 60 h 182"/>
              <a:gd name="T60" fmla="*/ 45 w 105"/>
              <a:gd name="T61" fmla="*/ 67 h 182"/>
              <a:gd name="T62" fmla="*/ 45 w 105"/>
              <a:gd name="T63" fmla="*/ 32 h 182"/>
              <a:gd name="T64" fmla="*/ 60 w 105"/>
              <a:gd name="T65" fmla="*/ 140 h 182"/>
              <a:gd name="T66" fmla="*/ 73 w 105"/>
              <a:gd name="T67" fmla="*/ 133 h 182"/>
              <a:gd name="T68" fmla="*/ 78 w 105"/>
              <a:gd name="T69" fmla="*/ 120 h 182"/>
              <a:gd name="T70" fmla="*/ 74 w 105"/>
              <a:gd name="T71" fmla="*/ 108 h 182"/>
              <a:gd name="T72" fmla="*/ 60 w 105"/>
              <a:gd name="T73" fmla="*/ 101 h 182"/>
              <a:gd name="T74" fmla="*/ 60 w 105"/>
              <a:gd name="T75" fmla="*/ 140 h 1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05" h="182">
                <a:moveTo>
                  <a:pt x="45" y="139"/>
                </a:moveTo>
                <a:cubicBezTo>
                  <a:pt x="45" y="96"/>
                  <a:pt x="45" y="96"/>
                  <a:pt x="45" y="96"/>
                </a:cubicBezTo>
                <a:cubicBezTo>
                  <a:pt x="31" y="92"/>
                  <a:pt x="20" y="87"/>
                  <a:pt x="14" y="79"/>
                </a:cubicBezTo>
                <a:cubicBezTo>
                  <a:pt x="7" y="71"/>
                  <a:pt x="4" y="62"/>
                  <a:pt x="4" y="51"/>
                </a:cubicBezTo>
                <a:cubicBezTo>
                  <a:pt x="4" y="40"/>
                  <a:pt x="8" y="30"/>
                  <a:pt x="15" y="23"/>
                </a:cubicBezTo>
                <a:cubicBezTo>
                  <a:pt x="22" y="15"/>
                  <a:pt x="32" y="11"/>
                  <a:pt x="45" y="10"/>
                </a:cubicBezTo>
                <a:cubicBezTo>
                  <a:pt x="45" y="0"/>
                  <a:pt x="45" y="0"/>
                  <a:pt x="45" y="0"/>
                </a:cubicBezTo>
                <a:cubicBezTo>
                  <a:pt x="60" y="0"/>
                  <a:pt x="60" y="0"/>
                  <a:pt x="60" y="0"/>
                </a:cubicBezTo>
                <a:cubicBezTo>
                  <a:pt x="60" y="10"/>
                  <a:pt x="60" y="10"/>
                  <a:pt x="60" y="10"/>
                </a:cubicBezTo>
                <a:cubicBezTo>
                  <a:pt x="72" y="11"/>
                  <a:pt x="81" y="15"/>
                  <a:pt x="87" y="21"/>
                </a:cubicBezTo>
                <a:cubicBezTo>
                  <a:pt x="94" y="27"/>
                  <a:pt x="99" y="35"/>
                  <a:pt x="100" y="45"/>
                </a:cubicBezTo>
                <a:cubicBezTo>
                  <a:pt x="73" y="49"/>
                  <a:pt x="73" y="49"/>
                  <a:pt x="73" y="49"/>
                </a:cubicBezTo>
                <a:cubicBezTo>
                  <a:pt x="71" y="41"/>
                  <a:pt x="67" y="35"/>
                  <a:pt x="60" y="32"/>
                </a:cubicBezTo>
                <a:cubicBezTo>
                  <a:pt x="60" y="72"/>
                  <a:pt x="60" y="72"/>
                  <a:pt x="60" y="72"/>
                </a:cubicBezTo>
                <a:cubicBezTo>
                  <a:pt x="77" y="76"/>
                  <a:pt x="89" y="82"/>
                  <a:pt x="95" y="89"/>
                </a:cubicBezTo>
                <a:cubicBezTo>
                  <a:pt x="102" y="96"/>
                  <a:pt x="105" y="105"/>
                  <a:pt x="105" y="116"/>
                </a:cubicBezTo>
                <a:cubicBezTo>
                  <a:pt x="105" y="128"/>
                  <a:pt x="101" y="139"/>
                  <a:pt x="93" y="147"/>
                </a:cubicBezTo>
                <a:cubicBezTo>
                  <a:pt x="85" y="156"/>
                  <a:pt x="74" y="161"/>
                  <a:pt x="60" y="163"/>
                </a:cubicBezTo>
                <a:cubicBezTo>
                  <a:pt x="60" y="182"/>
                  <a:pt x="60" y="182"/>
                  <a:pt x="60" y="182"/>
                </a:cubicBezTo>
                <a:cubicBezTo>
                  <a:pt x="45" y="182"/>
                  <a:pt x="45" y="182"/>
                  <a:pt x="45" y="182"/>
                </a:cubicBezTo>
                <a:cubicBezTo>
                  <a:pt x="45" y="163"/>
                  <a:pt x="45" y="163"/>
                  <a:pt x="45" y="163"/>
                </a:cubicBezTo>
                <a:cubicBezTo>
                  <a:pt x="32" y="162"/>
                  <a:pt x="22" y="157"/>
                  <a:pt x="14" y="150"/>
                </a:cubicBezTo>
                <a:cubicBezTo>
                  <a:pt x="7" y="143"/>
                  <a:pt x="2" y="132"/>
                  <a:pt x="0" y="119"/>
                </a:cubicBezTo>
                <a:cubicBezTo>
                  <a:pt x="28" y="116"/>
                  <a:pt x="28" y="116"/>
                  <a:pt x="28" y="116"/>
                </a:cubicBezTo>
                <a:cubicBezTo>
                  <a:pt x="29" y="122"/>
                  <a:pt x="31" y="126"/>
                  <a:pt x="34" y="130"/>
                </a:cubicBezTo>
                <a:cubicBezTo>
                  <a:pt x="37" y="134"/>
                  <a:pt x="41" y="137"/>
                  <a:pt x="45" y="139"/>
                </a:cubicBezTo>
                <a:close/>
                <a:moveTo>
                  <a:pt x="45" y="32"/>
                </a:moveTo>
                <a:cubicBezTo>
                  <a:pt x="40" y="33"/>
                  <a:pt x="37" y="36"/>
                  <a:pt x="35" y="39"/>
                </a:cubicBezTo>
                <a:cubicBezTo>
                  <a:pt x="32" y="42"/>
                  <a:pt x="31" y="46"/>
                  <a:pt x="31" y="50"/>
                </a:cubicBezTo>
                <a:cubicBezTo>
                  <a:pt x="31" y="53"/>
                  <a:pt x="32" y="57"/>
                  <a:pt x="34" y="60"/>
                </a:cubicBezTo>
                <a:cubicBezTo>
                  <a:pt x="36" y="63"/>
                  <a:pt x="40" y="65"/>
                  <a:pt x="45" y="67"/>
                </a:cubicBezTo>
                <a:lnTo>
                  <a:pt x="45" y="32"/>
                </a:lnTo>
                <a:close/>
                <a:moveTo>
                  <a:pt x="60" y="140"/>
                </a:moveTo>
                <a:cubicBezTo>
                  <a:pt x="66" y="139"/>
                  <a:pt x="70" y="137"/>
                  <a:pt x="73" y="133"/>
                </a:cubicBezTo>
                <a:cubicBezTo>
                  <a:pt x="77" y="129"/>
                  <a:pt x="78" y="125"/>
                  <a:pt x="78" y="120"/>
                </a:cubicBezTo>
                <a:cubicBezTo>
                  <a:pt x="78" y="115"/>
                  <a:pt x="77" y="111"/>
                  <a:pt x="74" y="108"/>
                </a:cubicBezTo>
                <a:cubicBezTo>
                  <a:pt x="71" y="105"/>
                  <a:pt x="67" y="102"/>
                  <a:pt x="60" y="101"/>
                </a:cubicBezTo>
                <a:lnTo>
                  <a:pt x="60" y="14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思源黑体旧字形 ExtraLight" panose="020B0200000000000000" pitchFamily="34" charset="-128"/>
              <a:ea typeface="思源黑体旧字形 ExtraLight" panose="020B0200000000000000" pitchFamily="34" charset="-128"/>
              <a:cs typeface="+mn-cs"/>
              <a:sym typeface="思源黑体旧字形 ExtraLight" panose="020B0200000000000000" pitchFamily="34" charset="-128"/>
            </a:endParaRPr>
          </a:p>
        </p:txBody>
      </p:sp>
      <p:sp>
        <p:nvSpPr>
          <p:cNvPr id="13" name="TextBox 28"/>
          <p:cNvSpPr txBox="1"/>
          <p:nvPr/>
        </p:nvSpPr>
        <p:spPr>
          <a:xfrm>
            <a:off x="2699792" y="1652239"/>
            <a:ext cx="3310522" cy="461665"/>
          </a:xfrm>
          <a:prstGeom prst="rect">
            <a:avLst/>
          </a:prstGeom>
          <a:noFill/>
        </p:spPr>
        <p:txBody>
          <a:bodyPr wrap="none" t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accent5">
                    <a:lumMod val="75000"/>
                  </a:schemeClr>
                </a:solidFill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cs typeface="华文黑体" pitchFamily="2" charset="-122"/>
                <a:sym typeface="思源黑体旧字形 ExtraLight" panose="020B0200000000000000" pitchFamily="34" charset="-128"/>
              </a:rPr>
              <a:t>6.4.1 EXTI</a:t>
            </a:r>
            <a:r>
              <a:rPr lang="zh-CN" altLang="en-US" sz="2000" b="1" dirty="0">
                <a:solidFill>
                  <a:schemeClr val="accent5">
                    <a:lumMod val="75000"/>
                  </a:schemeClr>
                </a:solidFill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cs typeface="华文黑体" pitchFamily="2" charset="-122"/>
                <a:sym typeface="思源黑体旧字形 ExtraLight" panose="020B0200000000000000" pitchFamily="34" charset="-128"/>
              </a:rPr>
              <a:t>标准外设</a:t>
            </a:r>
            <a:r>
              <a:rPr lang="zh-CN" altLang="en-US" sz="2000" b="1" dirty="0" smtClean="0">
                <a:solidFill>
                  <a:schemeClr val="accent5">
                    <a:lumMod val="75000"/>
                  </a:schemeClr>
                </a:solidFill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cs typeface="华文黑体" pitchFamily="2" charset="-122"/>
                <a:sym typeface="思源黑体旧字形 ExtraLight" panose="020B0200000000000000" pitchFamily="34" charset="-128"/>
              </a:rPr>
              <a:t>库接口</a:t>
            </a:r>
            <a:r>
              <a:rPr lang="zh-CN" altLang="en-US" sz="2000" b="1" dirty="0">
                <a:solidFill>
                  <a:schemeClr val="accent5">
                    <a:lumMod val="75000"/>
                  </a:schemeClr>
                </a:solidFill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cs typeface="华文黑体" pitchFamily="2" charset="-122"/>
                <a:sym typeface="思源黑体旧字形 ExtraLight" panose="020B0200000000000000" pitchFamily="34" charset="-128"/>
              </a:rPr>
              <a:t>函数</a:t>
            </a:r>
          </a:p>
        </p:txBody>
      </p:sp>
      <p:sp>
        <p:nvSpPr>
          <p:cNvPr id="14" name="TextBox 29"/>
          <p:cNvSpPr txBox="1"/>
          <p:nvPr/>
        </p:nvSpPr>
        <p:spPr>
          <a:xfrm>
            <a:off x="2625627" y="2578470"/>
            <a:ext cx="5256585" cy="324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5000"/>
              </a:lnSpc>
            </a:pPr>
            <a:r>
              <a:rPr lang="zh-CN" altLang="en-US" sz="1400" b="1" kern="0" dirty="0" smtClean="0">
                <a:latin typeface="+mn-ea"/>
                <a:sym typeface="思源黑体旧字形 ExtraLight" panose="020B0200000000000000" pitchFamily="34" charset="-128"/>
              </a:rPr>
              <a:t>  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sym typeface="思源黑体旧字形 ExtraLight" panose="020B0200000000000000" pitchFamily="34" charset="-128"/>
            </a:endParaRPr>
          </a:p>
        </p:txBody>
      </p:sp>
      <p:cxnSp>
        <p:nvCxnSpPr>
          <p:cNvPr id="18" name="直接箭头连接符 17"/>
          <p:cNvCxnSpPr/>
          <p:nvPr/>
        </p:nvCxnSpPr>
        <p:spPr>
          <a:xfrm flipV="1">
            <a:off x="2029636" y="2190418"/>
            <a:ext cx="5926740" cy="1"/>
          </a:xfrm>
          <a:prstGeom prst="straightConnector1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  <a:headEnd type="oval" w="med" len="med"/>
            <a:tailEnd type="triangle" w="med" len="med"/>
          </a:ln>
          <a:effectLst/>
        </p:spPr>
      </p:cxnSp>
      <p:cxnSp>
        <p:nvCxnSpPr>
          <p:cNvPr id="19" name="直接箭头连接符 18"/>
          <p:cNvCxnSpPr>
            <a:stCxn id="7" idx="1"/>
          </p:cNvCxnSpPr>
          <p:nvPr/>
        </p:nvCxnSpPr>
        <p:spPr>
          <a:xfrm>
            <a:off x="2015699" y="3190424"/>
            <a:ext cx="5866513" cy="0"/>
          </a:xfrm>
          <a:prstGeom prst="straightConnector1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  <a:headEnd type="oval" w="med" len="med"/>
            <a:tailEnd type="triangle" w="med" len="med"/>
          </a:ln>
          <a:effectLst/>
        </p:spPr>
      </p:cxnSp>
      <p:cxnSp>
        <p:nvCxnSpPr>
          <p:cNvPr id="20" name="直接箭头连接符 19"/>
          <p:cNvCxnSpPr>
            <a:stCxn id="8" idx="1"/>
          </p:cNvCxnSpPr>
          <p:nvPr/>
        </p:nvCxnSpPr>
        <p:spPr>
          <a:xfrm>
            <a:off x="2004360" y="4169002"/>
            <a:ext cx="5952016" cy="0"/>
          </a:xfrm>
          <a:prstGeom prst="straightConnector1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  <a:headEnd type="oval" w="med" len="med"/>
            <a:tailEnd type="triangle" w="med" len="med"/>
          </a:ln>
          <a:effectLst/>
        </p:spPr>
      </p:cxnSp>
      <p:sp>
        <p:nvSpPr>
          <p:cNvPr id="21" name="TextBox 28"/>
          <p:cNvSpPr txBox="1"/>
          <p:nvPr/>
        </p:nvSpPr>
        <p:spPr>
          <a:xfrm>
            <a:off x="2718370" y="2652873"/>
            <a:ext cx="4115229" cy="389530"/>
          </a:xfrm>
          <a:prstGeom prst="rect">
            <a:avLst/>
          </a:prstGeom>
          <a:noFill/>
        </p:spPr>
        <p:txBody>
          <a:bodyPr wrap="none" t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accent3">
                    <a:lumMod val="75000"/>
                  </a:schemeClr>
                </a:solidFill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cs typeface="华文黑体" pitchFamily="2" charset="-122"/>
                <a:sym typeface="思源黑体旧字形 ExtraLight" panose="020B0200000000000000" pitchFamily="34" charset="-128"/>
              </a:rPr>
              <a:t>6.4.2 EXTI</a:t>
            </a:r>
            <a:r>
              <a:rPr lang="zh-CN" altLang="en-US" sz="2000" b="1" dirty="0">
                <a:solidFill>
                  <a:schemeClr val="accent3">
                    <a:lumMod val="75000"/>
                  </a:schemeClr>
                </a:solidFill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cs typeface="华文黑体" pitchFamily="2" charset="-122"/>
                <a:sym typeface="思源黑体旧字形 ExtraLight" panose="020B0200000000000000" pitchFamily="34" charset="-128"/>
              </a:rPr>
              <a:t>标准外设库中断配置步骤</a:t>
            </a:r>
          </a:p>
        </p:txBody>
      </p:sp>
      <p:sp>
        <p:nvSpPr>
          <p:cNvPr id="22" name="TextBox 28"/>
          <p:cNvSpPr txBox="1"/>
          <p:nvPr/>
        </p:nvSpPr>
        <p:spPr>
          <a:xfrm>
            <a:off x="2738072" y="3630822"/>
            <a:ext cx="3599062" cy="389530"/>
          </a:xfrm>
          <a:prstGeom prst="rect">
            <a:avLst/>
          </a:prstGeom>
          <a:noFill/>
        </p:spPr>
        <p:txBody>
          <a:bodyPr wrap="none" t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accent6">
                    <a:lumMod val="75000"/>
                  </a:schemeClr>
                </a:solidFill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cs typeface="华文黑体" pitchFamily="2" charset="-122"/>
                <a:sym typeface="思源黑体旧字形 ExtraLight" panose="020B0200000000000000" pitchFamily="34" charset="-128"/>
              </a:rPr>
              <a:t>6.4.3 EXTI</a:t>
            </a:r>
            <a:r>
              <a:rPr lang="zh-CN" altLang="en-US" sz="2000" b="1" dirty="0">
                <a:solidFill>
                  <a:schemeClr val="accent6">
                    <a:lumMod val="75000"/>
                  </a:schemeClr>
                </a:solidFill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cs typeface="华文黑体" pitchFamily="2" charset="-122"/>
                <a:sym typeface="思源黑体旧字形 ExtraLight" panose="020B0200000000000000" pitchFamily="34" charset="-128"/>
              </a:rPr>
              <a:t>标准外设库应用实例</a:t>
            </a:r>
          </a:p>
        </p:txBody>
      </p:sp>
    </p:spTree>
    <p:extLst>
      <p:ext uri="{BB962C8B-B14F-4D97-AF65-F5344CB8AC3E}">
        <p14:creationId xmlns:p14="http://schemas.microsoft.com/office/powerpoint/2010/main" val="2374519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21" grpId="0"/>
      <p:bldP spid="2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" y="339503"/>
            <a:ext cx="4330134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7504" y="360766"/>
            <a:ext cx="42226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6.4.1 EXTI</a:t>
            </a:r>
            <a:r>
              <a:rPr lang="zh-CN" altLang="en-US" sz="2400" b="1" dirty="0">
                <a:solidFill>
                  <a:schemeClr val="bg1"/>
                </a:solidFill>
              </a:rPr>
              <a:t>标准外设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库接口</a:t>
            </a:r>
            <a:r>
              <a:rPr lang="zh-CN" altLang="en-US" sz="2400" b="1" dirty="0">
                <a:solidFill>
                  <a:schemeClr val="bg1"/>
                </a:solidFill>
              </a:rPr>
              <a:t>函数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91680" y="952453"/>
            <a:ext cx="6552728" cy="40844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/>
              <a:t>标准</a:t>
            </a:r>
            <a:r>
              <a:rPr lang="zh-CN" altLang="en-US" b="1" dirty="0"/>
              <a:t>外设库的</a:t>
            </a:r>
            <a:r>
              <a:rPr lang="en-US" altLang="zh-CN" b="1" dirty="0"/>
              <a:t>stm32f10x_exti.c</a:t>
            </a:r>
            <a:r>
              <a:rPr lang="zh-CN" altLang="en-US" b="1" dirty="0"/>
              <a:t>文件定义了</a:t>
            </a:r>
            <a:r>
              <a:rPr lang="en-US" altLang="zh-CN" b="1" dirty="0"/>
              <a:t>EXTI</a:t>
            </a:r>
            <a:r>
              <a:rPr lang="zh-CN" altLang="en-US" b="1" dirty="0"/>
              <a:t>相关的库</a:t>
            </a:r>
            <a:r>
              <a:rPr lang="zh-CN" altLang="en-US" b="1" dirty="0" smtClean="0"/>
              <a:t>函数。</a:t>
            </a:r>
            <a:endParaRPr lang="zh-CN" altLang="en-US" b="1" dirty="0"/>
          </a:p>
        </p:txBody>
      </p:sp>
      <p:pic>
        <p:nvPicPr>
          <p:cNvPr id="13" name="图片 12" descr="C:\Users\DELL\Desktop\Snipaste_2019-01-31_00-18-07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2139701"/>
            <a:ext cx="6192688" cy="266429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矩形 5"/>
          <p:cNvSpPr/>
          <p:nvPr/>
        </p:nvSpPr>
        <p:spPr>
          <a:xfrm>
            <a:off x="467544" y="1485002"/>
            <a:ext cx="648073" cy="230832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CN" b="1" dirty="0"/>
              <a:t>EXTI</a:t>
            </a:r>
            <a:r>
              <a:rPr lang="zh-CN" altLang="en-US" b="1" dirty="0" smtClean="0"/>
              <a:t>标</a:t>
            </a:r>
            <a:endParaRPr lang="en-US" altLang="zh-CN" b="1" dirty="0" smtClean="0"/>
          </a:p>
          <a:p>
            <a:pPr algn="ctr"/>
            <a:r>
              <a:rPr lang="zh-CN" altLang="en-US" b="1" dirty="0" smtClean="0"/>
              <a:t>准</a:t>
            </a:r>
            <a:endParaRPr lang="en-US" altLang="zh-CN" b="1" dirty="0" smtClean="0"/>
          </a:p>
          <a:p>
            <a:pPr algn="ctr"/>
            <a:r>
              <a:rPr lang="zh-CN" altLang="en-US" b="1" dirty="0" smtClean="0"/>
              <a:t>外</a:t>
            </a:r>
            <a:endParaRPr lang="en-US" altLang="zh-CN" b="1" dirty="0" smtClean="0"/>
          </a:p>
          <a:p>
            <a:pPr algn="ctr"/>
            <a:r>
              <a:rPr lang="zh-CN" altLang="en-US" b="1" dirty="0" smtClean="0"/>
              <a:t>设</a:t>
            </a:r>
            <a:endParaRPr lang="en-US" altLang="zh-CN" b="1" dirty="0" smtClean="0"/>
          </a:p>
          <a:p>
            <a:pPr algn="ctr"/>
            <a:r>
              <a:rPr lang="zh-CN" altLang="en-US" b="1" dirty="0" smtClean="0"/>
              <a:t>库</a:t>
            </a:r>
            <a:endParaRPr lang="en-US" altLang="zh-CN" b="1" dirty="0" smtClean="0"/>
          </a:p>
          <a:p>
            <a:pPr algn="ctr"/>
            <a:r>
              <a:rPr lang="zh-CN" altLang="en-US" b="1" dirty="0" smtClean="0"/>
              <a:t>函</a:t>
            </a:r>
            <a:endParaRPr lang="en-US" altLang="zh-CN" b="1" dirty="0" smtClean="0"/>
          </a:p>
          <a:p>
            <a:pPr algn="ctr"/>
            <a:r>
              <a:rPr lang="zh-CN" altLang="en-US" b="1" dirty="0" smtClean="0"/>
              <a:t>数</a:t>
            </a:r>
            <a:endParaRPr lang="zh-CN" altLang="en-US" b="1" dirty="0"/>
          </a:p>
        </p:txBody>
      </p:sp>
      <p:sp>
        <p:nvSpPr>
          <p:cNvPr id="64552" name="矩形 64551"/>
          <p:cNvSpPr/>
          <p:nvPr/>
        </p:nvSpPr>
        <p:spPr>
          <a:xfrm>
            <a:off x="1691680" y="1564521"/>
            <a:ext cx="6552728" cy="43858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25000"/>
              </a:lnSpc>
            </a:pPr>
            <a:r>
              <a:rPr lang="en-US" altLang="zh-CN" b="1" dirty="0">
                <a:solidFill>
                  <a:prstClr val="black"/>
                </a:solidFill>
              </a:rPr>
              <a:t>stm32f10x_exti.h</a:t>
            </a:r>
            <a:r>
              <a:rPr lang="zh-CN" altLang="en-US" b="1" dirty="0">
                <a:solidFill>
                  <a:prstClr val="black"/>
                </a:solidFill>
              </a:rPr>
              <a:t>头文件中声明了</a:t>
            </a:r>
            <a:r>
              <a:rPr lang="en-US" altLang="zh-CN" b="1" dirty="0">
                <a:solidFill>
                  <a:prstClr val="black"/>
                </a:solidFill>
              </a:rPr>
              <a:t>EXTI</a:t>
            </a:r>
            <a:r>
              <a:rPr lang="zh-CN" altLang="en-US" b="1" dirty="0">
                <a:solidFill>
                  <a:prstClr val="black"/>
                </a:solidFill>
              </a:rPr>
              <a:t>相关的库函数，共有</a:t>
            </a:r>
            <a:r>
              <a:rPr lang="en-US" altLang="zh-CN" b="1" dirty="0">
                <a:solidFill>
                  <a:prstClr val="black"/>
                </a:solidFill>
              </a:rPr>
              <a:t>8</a:t>
            </a:r>
            <a:r>
              <a:rPr lang="zh-CN" altLang="en-US" b="1" dirty="0">
                <a:solidFill>
                  <a:prstClr val="black"/>
                </a:solidFill>
              </a:rPr>
              <a:t>种。</a:t>
            </a:r>
          </a:p>
        </p:txBody>
      </p:sp>
    </p:spTree>
    <p:extLst>
      <p:ext uri="{BB962C8B-B14F-4D97-AF65-F5344CB8AC3E}">
        <p14:creationId xmlns:p14="http://schemas.microsoft.com/office/powerpoint/2010/main" val="3023692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339503"/>
            <a:ext cx="4355975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7504" y="360766"/>
            <a:ext cx="42226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6.4.1 EXTI</a:t>
            </a:r>
            <a:r>
              <a:rPr lang="zh-CN" altLang="en-US" sz="2400" b="1" dirty="0">
                <a:solidFill>
                  <a:schemeClr val="bg1"/>
                </a:solidFill>
              </a:rPr>
              <a:t>标准外设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库接口</a:t>
            </a:r>
            <a:r>
              <a:rPr lang="zh-CN" altLang="en-US" sz="2400" b="1" dirty="0">
                <a:solidFill>
                  <a:schemeClr val="bg1"/>
                </a:solidFill>
              </a:rPr>
              <a:t>函数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95536" y="2179335"/>
            <a:ext cx="1152128" cy="784830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/>
              <a:t>EXTI</a:t>
            </a:r>
            <a:r>
              <a:rPr lang="zh-CN" altLang="en-US" b="1" dirty="0" smtClean="0"/>
              <a:t>相关的库函数</a:t>
            </a:r>
            <a:endParaRPr lang="zh-CN" altLang="en-US" b="1" dirty="0"/>
          </a:p>
        </p:txBody>
      </p:sp>
      <p:sp>
        <p:nvSpPr>
          <p:cNvPr id="16" name="圆角矩形 15"/>
          <p:cNvSpPr/>
          <p:nvPr/>
        </p:nvSpPr>
        <p:spPr>
          <a:xfrm>
            <a:off x="1907704" y="1203598"/>
            <a:ext cx="1728192" cy="384044"/>
          </a:xfrm>
          <a:prstGeom prst="roundRect">
            <a:avLst/>
          </a:prstGeo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coolSlant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 err="1" smtClean="0"/>
              <a:t>EXTI_Init</a:t>
            </a:r>
            <a:r>
              <a:rPr lang="zh-CN" altLang="zh-CN" b="1" dirty="0" smtClean="0"/>
              <a:t>函数</a:t>
            </a:r>
            <a:endParaRPr lang="zh-CN" altLang="en-US" b="1" dirty="0"/>
          </a:p>
        </p:txBody>
      </p:sp>
      <p:sp>
        <p:nvSpPr>
          <p:cNvPr id="17" name="圆角矩形 16"/>
          <p:cNvSpPr/>
          <p:nvPr/>
        </p:nvSpPr>
        <p:spPr>
          <a:xfrm>
            <a:off x="1907704" y="2131701"/>
            <a:ext cx="2304256" cy="384044"/>
          </a:xfrm>
          <a:prstGeom prst="roundRect">
            <a:avLst/>
          </a:prstGeo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coolSlant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 err="1"/>
              <a:t>EXTI_GetITStatus</a:t>
            </a:r>
            <a:r>
              <a:rPr lang="zh-CN" altLang="zh-CN" b="1" dirty="0"/>
              <a:t>函数</a:t>
            </a:r>
            <a:endParaRPr lang="zh-CN" altLang="en-US" b="1" dirty="0"/>
          </a:p>
        </p:txBody>
      </p:sp>
      <p:sp>
        <p:nvSpPr>
          <p:cNvPr id="18" name="圆角矩形 17"/>
          <p:cNvSpPr/>
          <p:nvPr/>
        </p:nvSpPr>
        <p:spPr>
          <a:xfrm>
            <a:off x="1916706" y="3059804"/>
            <a:ext cx="2978540" cy="384044"/>
          </a:xfrm>
          <a:prstGeom prst="roundRect">
            <a:avLst/>
          </a:prstGeo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coolSlant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 err="1"/>
              <a:t>EXTI_ClearITPendingBit</a:t>
            </a:r>
            <a:r>
              <a:rPr lang="zh-CN" altLang="zh-CN" b="1" dirty="0"/>
              <a:t>函数</a:t>
            </a:r>
            <a:endParaRPr lang="zh-CN" altLang="en-US" b="1" dirty="0"/>
          </a:p>
        </p:txBody>
      </p:sp>
      <p:sp>
        <p:nvSpPr>
          <p:cNvPr id="19" name="圆角矩形 18"/>
          <p:cNvSpPr/>
          <p:nvPr/>
        </p:nvSpPr>
        <p:spPr>
          <a:xfrm>
            <a:off x="1907704" y="3987906"/>
            <a:ext cx="2751270" cy="384044"/>
          </a:xfrm>
          <a:prstGeom prst="roundRect">
            <a:avLst/>
          </a:prstGeom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coolSlant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 err="1"/>
              <a:t>GPIO_EXTILineConfig</a:t>
            </a:r>
            <a:r>
              <a:rPr lang="zh-CN" altLang="zh-CN" b="1" dirty="0"/>
              <a:t>函数</a:t>
            </a:r>
            <a:endParaRPr lang="zh-CN" altLang="zh-CN" dirty="0"/>
          </a:p>
        </p:txBody>
      </p:sp>
      <p:cxnSp>
        <p:nvCxnSpPr>
          <p:cNvPr id="20" name="直接连接符 19"/>
          <p:cNvCxnSpPr>
            <a:stCxn id="16" idx="1"/>
            <a:endCxn id="15" idx="3"/>
          </p:cNvCxnSpPr>
          <p:nvPr/>
        </p:nvCxnSpPr>
        <p:spPr>
          <a:xfrm flipH="1">
            <a:off x="1547664" y="1395620"/>
            <a:ext cx="360040" cy="117613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>
            <a:stCxn id="17" idx="1"/>
            <a:endCxn id="15" idx="3"/>
          </p:cNvCxnSpPr>
          <p:nvPr/>
        </p:nvCxnSpPr>
        <p:spPr>
          <a:xfrm flipH="1">
            <a:off x="1547664" y="2323723"/>
            <a:ext cx="360040" cy="248027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>
            <a:stCxn id="18" idx="1"/>
            <a:endCxn id="15" idx="3"/>
          </p:cNvCxnSpPr>
          <p:nvPr/>
        </p:nvCxnSpPr>
        <p:spPr>
          <a:xfrm flipH="1" flipV="1">
            <a:off x="1547664" y="2571750"/>
            <a:ext cx="369042" cy="680076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>
            <a:stCxn id="19" idx="1"/>
            <a:endCxn id="15" idx="3"/>
          </p:cNvCxnSpPr>
          <p:nvPr/>
        </p:nvCxnSpPr>
        <p:spPr>
          <a:xfrm flipH="1" flipV="1">
            <a:off x="1547664" y="2571750"/>
            <a:ext cx="360040" cy="1608178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3881409" y="1226343"/>
            <a:ext cx="2922839" cy="33855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600" b="1" dirty="0"/>
              <a:t>定义了</a:t>
            </a:r>
            <a:r>
              <a:rPr lang="en-US" altLang="zh-CN" sz="1600" b="1" dirty="0" err="1"/>
              <a:t>EXTI_InitTypeDef</a:t>
            </a:r>
            <a:r>
              <a:rPr lang="zh-CN" altLang="en-US" sz="1600" b="1" dirty="0"/>
              <a:t>结构体</a:t>
            </a:r>
            <a:endParaRPr lang="en-US" altLang="zh-CN" sz="1600" b="1" dirty="0"/>
          </a:p>
        </p:txBody>
      </p:sp>
      <p:cxnSp>
        <p:nvCxnSpPr>
          <p:cNvPr id="25" name="直接连接符 24"/>
          <p:cNvCxnSpPr>
            <a:stCxn id="24" idx="1"/>
            <a:endCxn id="16" idx="3"/>
          </p:cNvCxnSpPr>
          <p:nvPr/>
        </p:nvCxnSpPr>
        <p:spPr>
          <a:xfrm flipH="1">
            <a:off x="3635896" y="1395620"/>
            <a:ext cx="245513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4499992" y="2031335"/>
            <a:ext cx="3312368" cy="58477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600" b="1" dirty="0"/>
              <a:t>用于检查指定的</a:t>
            </a:r>
            <a:r>
              <a:rPr lang="en-US" altLang="zh-CN" sz="1600" b="1" dirty="0"/>
              <a:t>EXTI</a:t>
            </a:r>
            <a:r>
              <a:rPr lang="zh-CN" altLang="en-US" sz="1600" b="1" dirty="0"/>
              <a:t>线路触发请求发生与否，返回值：</a:t>
            </a:r>
            <a:r>
              <a:rPr lang="en-US" altLang="zh-CN" sz="1600" b="1" dirty="0"/>
              <a:t>SET</a:t>
            </a:r>
            <a:r>
              <a:rPr lang="zh-CN" altLang="en-US" sz="1600" b="1" dirty="0"/>
              <a:t>或</a:t>
            </a:r>
            <a:r>
              <a:rPr lang="en-US" altLang="zh-CN" sz="1600" b="1" dirty="0"/>
              <a:t>RESET</a:t>
            </a:r>
          </a:p>
        </p:txBody>
      </p:sp>
      <p:cxnSp>
        <p:nvCxnSpPr>
          <p:cNvPr id="27" name="直接连接符 26"/>
          <p:cNvCxnSpPr>
            <a:stCxn id="26" idx="1"/>
            <a:endCxn id="17" idx="3"/>
          </p:cNvCxnSpPr>
          <p:nvPr/>
        </p:nvCxnSpPr>
        <p:spPr>
          <a:xfrm flipH="1">
            <a:off x="4211960" y="2323723"/>
            <a:ext cx="288032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5148064" y="3082549"/>
            <a:ext cx="2611872" cy="33855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sz="1600" b="1" dirty="0"/>
              <a:t>用于清除</a:t>
            </a:r>
            <a:r>
              <a:rPr lang="en-US" altLang="zh-CN" sz="1600" b="1" dirty="0"/>
              <a:t>EXTI</a:t>
            </a:r>
            <a:r>
              <a:rPr lang="zh-CN" altLang="en-US" sz="1600" b="1" dirty="0"/>
              <a:t>线路挂起位</a:t>
            </a:r>
            <a:endParaRPr lang="en-US" altLang="zh-CN" sz="1600" b="1" dirty="0"/>
          </a:p>
        </p:txBody>
      </p:sp>
      <p:sp>
        <p:nvSpPr>
          <p:cNvPr id="29" name="矩形 28"/>
          <p:cNvSpPr/>
          <p:nvPr/>
        </p:nvSpPr>
        <p:spPr>
          <a:xfrm>
            <a:off x="4911864" y="4010651"/>
            <a:ext cx="3620480" cy="33855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sz="1600" b="1" dirty="0"/>
              <a:t>用于选择</a:t>
            </a:r>
            <a:r>
              <a:rPr lang="en-US" altLang="zh-CN" sz="1600" b="1" dirty="0"/>
              <a:t>GPIO</a:t>
            </a:r>
            <a:r>
              <a:rPr lang="zh-CN" altLang="en-US" sz="1600" b="1" dirty="0"/>
              <a:t>管脚用作外部中断线路</a:t>
            </a:r>
            <a:endParaRPr lang="en-US" altLang="zh-CN" sz="1600" b="1" dirty="0"/>
          </a:p>
        </p:txBody>
      </p:sp>
      <p:cxnSp>
        <p:nvCxnSpPr>
          <p:cNvPr id="30" name="直接连接符 29"/>
          <p:cNvCxnSpPr>
            <a:stCxn id="28" idx="1"/>
            <a:endCxn id="18" idx="3"/>
          </p:cNvCxnSpPr>
          <p:nvPr/>
        </p:nvCxnSpPr>
        <p:spPr>
          <a:xfrm flipH="1">
            <a:off x="4895246" y="3251826"/>
            <a:ext cx="252818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>
            <a:stCxn id="29" idx="1"/>
            <a:endCxn id="19" idx="3"/>
          </p:cNvCxnSpPr>
          <p:nvPr/>
        </p:nvCxnSpPr>
        <p:spPr>
          <a:xfrm flipH="1">
            <a:off x="4658974" y="4179928"/>
            <a:ext cx="25289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1523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26762" y="1131590"/>
            <a:ext cx="4971334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 err="1"/>
              <a:t>typedef</a:t>
            </a:r>
            <a:r>
              <a:rPr lang="en-US" altLang="zh-CN" b="1" dirty="0"/>
              <a:t> </a:t>
            </a:r>
            <a:r>
              <a:rPr lang="en-US" altLang="zh-CN" b="1" dirty="0" err="1"/>
              <a:t>struct</a:t>
            </a:r>
            <a:endParaRPr lang="en-US" altLang="zh-CN" b="1" dirty="0"/>
          </a:p>
          <a:p>
            <a:r>
              <a:rPr lang="en-US" altLang="zh-CN" b="1" dirty="0"/>
              <a:t>{</a:t>
            </a:r>
          </a:p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</a:rPr>
              <a:t>  uint32_t </a:t>
            </a:r>
            <a:r>
              <a:rPr lang="en-US" altLang="zh-CN" b="1" dirty="0" err="1">
                <a:solidFill>
                  <a:schemeClr val="accent3">
                    <a:lumMod val="75000"/>
                  </a:schemeClr>
                </a:solidFill>
              </a:rPr>
              <a:t>EXTI_Line</a:t>
            </a:r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</a:rPr>
              <a:t>;   </a:t>
            </a:r>
            <a:endParaRPr lang="en-US" altLang="zh-CN" b="1" dirty="0" smtClean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en-US" altLang="zh-CN" b="1" dirty="0"/>
              <a:t> </a:t>
            </a:r>
            <a:r>
              <a:rPr lang="en-US" altLang="zh-CN" b="1" dirty="0" smtClean="0"/>
              <a:t>      //</a:t>
            </a:r>
            <a:r>
              <a:rPr lang="zh-CN" altLang="en-US" b="1" dirty="0"/>
              <a:t>中断</a:t>
            </a:r>
            <a:r>
              <a:rPr lang="en-US" altLang="zh-CN" b="1" dirty="0"/>
              <a:t>/</a:t>
            </a:r>
            <a:r>
              <a:rPr lang="zh-CN" altLang="en-US" b="1" dirty="0"/>
              <a:t>事件线</a:t>
            </a:r>
          </a:p>
          <a:p>
            <a:r>
              <a:rPr lang="zh-CN" altLang="en-US" b="1" dirty="0"/>
              <a:t>  </a:t>
            </a:r>
            <a:r>
              <a:rPr lang="en-US" altLang="zh-CN" b="1" dirty="0" err="1">
                <a:solidFill>
                  <a:schemeClr val="accent6">
                    <a:lumMod val="75000"/>
                  </a:schemeClr>
                </a:solidFill>
              </a:rPr>
              <a:t>EXTIMode_TypeDef</a:t>
            </a: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altLang="zh-CN" b="1" dirty="0" err="1">
                <a:solidFill>
                  <a:schemeClr val="accent6">
                    <a:lumMod val="75000"/>
                  </a:schemeClr>
                </a:solidFill>
              </a:rPr>
              <a:t>EXTI_Mode</a:t>
            </a: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</a:rPr>
              <a:t>; </a:t>
            </a:r>
            <a:endParaRPr lang="en-US" altLang="zh-CN" b="1" dirty="0" smtClean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altLang="zh-CN" b="1" dirty="0"/>
              <a:t> </a:t>
            </a:r>
            <a:r>
              <a:rPr lang="en-US" altLang="zh-CN" b="1" dirty="0" smtClean="0"/>
              <a:t>     </a:t>
            </a:r>
            <a:r>
              <a:rPr lang="en-US" altLang="zh-CN" b="1" dirty="0"/>
              <a:t>//EXTI</a:t>
            </a:r>
            <a:r>
              <a:rPr lang="zh-CN" altLang="en-US" b="1" dirty="0"/>
              <a:t>模式</a:t>
            </a:r>
          </a:p>
          <a:p>
            <a:r>
              <a:rPr lang="zh-CN" altLang="en-US" b="1" dirty="0"/>
              <a:t>  </a:t>
            </a:r>
            <a:r>
              <a:rPr lang="en-US" altLang="zh-CN" b="1" dirty="0" err="1">
                <a:solidFill>
                  <a:schemeClr val="accent4">
                    <a:lumMod val="75000"/>
                  </a:schemeClr>
                </a:solidFill>
              </a:rPr>
              <a:t>EXTITrigger_TypeDef</a:t>
            </a:r>
            <a:r>
              <a:rPr lang="en-US" altLang="zh-CN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altLang="zh-CN" b="1" dirty="0" err="1">
                <a:solidFill>
                  <a:schemeClr val="accent4">
                    <a:lumMod val="75000"/>
                  </a:schemeClr>
                </a:solidFill>
              </a:rPr>
              <a:t>EXTI_Trigger</a:t>
            </a:r>
            <a:r>
              <a:rPr lang="en-US" altLang="zh-CN" b="1" dirty="0" smtClean="0">
                <a:solidFill>
                  <a:schemeClr val="accent4">
                    <a:lumMod val="75000"/>
                  </a:schemeClr>
                </a:solidFill>
              </a:rPr>
              <a:t>;</a:t>
            </a:r>
          </a:p>
          <a:p>
            <a:r>
              <a:rPr lang="en-US" altLang="zh-CN" b="1" dirty="0"/>
              <a:t> </a:t>
            </a:r>
            <a:r>
              <a:rPr lang="en-US" altLang="zh-CN" b="1" dirty="0" smtClean="0"/>
              <a:t>     </a:t>
            </a:r>
            <a:r>
              <a:rPr lang="en-US" altLang="zh-CN" b="1" dirty="0"/>
              <a:t>//</a:t>
            </a:r>
            <a:r>
              <a:rPr lang="zh-CN" altLang="en-US" b="1" dirty="0"/>
              <a:t>触发类型</a:t>
            </a:r>
          </a:p>
          <a:p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</a:rPr>
              <a:t>  </a:t>
            </a:r>
            <a:r>
              <a:rPr lang="en-US" altLang="zh-CN" b="1" dirty="0" err="1">
                <a:solidFill>
                  <a:schemeClr val="accent5">
                    <a:lumMod val="75000"/>
                  </a:schemeClr>
                </a:solidFill>
              </a:rPr>
              <a:t>FunctionalState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altLang="zh-CN" b="1" dirty="0" err="1">
                <a:solidFill>
                  <a:schemeClr val="accent5">
                    <a:lumMod val="75000"/>
                  </a:schemeClr>
                </a:solidFill>
              </a:rPr>
              <a:t>EXTI_LineCmd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</a:rPr>
              <a:t>;     </a:t>
            </a:r>
            <a:endParaRPr lang="en-US" altLang="zh-CN" b="1" dirty="0" smtClean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altLang="zh-CN" b="1" dirty="0"/>
              <a:t> </a:t>
            </a:r>
            <a:r>
              <a:rPr lang="en-US" altLang="zh-CN" b="1" dirty="0" smtClean="0"/>
              <a:t>     //</a:t>
            </a:r>
            <a:r>
              <a:rPr lang="en-US" altLang="zh-CN" b="1" dirty="0"/>
              <a:t>EXTI</a:t>
            </a:r>
            <a:r>
              <a:rPr lang="zh-CN" altLang="en-US" b="1" dirty="0"/>
              <a:t>使能</a:t>
            </a:r>
          </a:p>
          <a:p>
            <a:r>
              <a:rPr lang="en-US" altLang="zh-CN" b="1" dirty="0"/>
              <a:t>}</a:t>
            </a:r>
            <a:r>
              <a:rPr lang="en-US" altLang="zh-CN" b="1" dirty="0" err="1"/>
              <a:t>EXTI_InitTypeDef</a:t>
            </a:r>
            <a:r>
              <a:rPr lang="en-US" altLang="zh-CN" b="1" dirty="0"/>
              <a:t>;</a:t>
            </a:r>
          </a:p>
        </p:txBody>
      </p:sp>
      <p:sp>
        <p:nvSpPr>
          <p:cNvPr id="3" name="矩形 2"/>
          <p:cNvSpPr/>
          <p:nvPr/>
        </p:nvSpPr>
        <p:spPr>
          <a:xfrm>
            <a:off x="5483018" y="406932"/>
            <a:ext cx="25193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 smtClean="0">
                <a:solidFill>
                  <a:schemeClr val="accent5">
                    <a:lumMod val="75000"/>
                  </a:schemeClr>
                </a:solidFill>
              </a:rPr>
              <a:t>EXTI_InitTypeDef</a:t>
            </a:r>
            <a:r>
              <a:rPr lang="zh-CN" altLang="en-US" b="1" dirty="0" smtClean="0">
                <a:solidFill>
                  <a:schemeClr val="accent5">
                    <a:lumMod val="75000"/>
                  </a:schemeClr>
                </a:solidFill>
              </a:rPr>
              <a:t>结构体</a:t>
            </a:r>
            <a:endParaRPr lang="zh-CN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圆角矩形标注 5"/>
          <p:cNvSpPr/>
          <p:nvPr/>
        </p:nvSpPr>
        <p:spPr>
          <a:xfrm>
            <a:off x="3312429" y="1016188"/>
            <a:ext cx="2978106" cy="619457"/>
          </a:xfrm>
          <a:prstGeom prst="wedgeRoundRectCallout">
            <a:avLst>
              <a:gd name="adj1" fmla="val -64687"/>
              <a:gd name="adj2" fmla="val 96613"/>
              <a:gd name="adj3" fmla="val 16667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b="1" dirty="0"/>
              <a:t>指定某个具体的外部中断</a:t>
            </a:r>
            <a:r>
              <a:rPr lang="zh-CN" altLang="en-US" sz="1600" b="1" dirty="0" smtClean="0"/>
              <a:t>线路，如外部中断线</a:t>
            </a:r>
            <a:r>
              <a:rPr lang="en-US" altLang="zh-CN" sz="1600" b="1" dirty="0" smtClean="0"/>
              <a:t>0</a:t>
            </a:r>
            <a:r>
              <a:rPr lang="zh-CN" altLang="en-US" sz="1600" b="1" dirty="0" smtClean="0"/>
              <a:t>，</a:t>
            </a:r>
            <a:r>
              <a:rPr lang="en-US" altLang="zh-CN" sz="1600" b="1" dirty="0" smtClean="0"/>
              <a:t>EXTI_Line0</a:t>
            </a:r>
            <a:endParaRPr lang="zh-CN" altLang="en-US" sz="1600" b="1" dirty="0" smtClean="0"/>
          </a:p>
        </p:txBody>
      </p:sp>
      <p:sp>
        <p:nvSpPr>
          <p:cNvPr id="32" name="圆角矩形标注 31"/>
          <p:cNvSpPr/>
          <p:nvPr/>
        </p:nvSpPr>
        <p:spPr>
          <a:xfrm>
            <a:off x="4644008" y="1771930"/>
            <a:ext cx="4032448" cy="921588"/>
          </a:xfrm>
          <a:prstGeom prst="wedgeRoundRectCallout">
            <a:avLst>
              <a:gd name="adj1" fmla="val -62096"/>
              <a:gd name="adj2" fmla="val 26062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600" b="1" dirty="0"/>
              <a:t>用于设置</a:t>
            </a:r>
            <a:r>
              <a:rPr lang="en-US" altLang="zh-CN" sz="1600" b="1" dirty="0"/>
              <a:t>EXTI</a:t>
            </a:r>
            <a:r>
              <a:rPr lang="zh-CN" altLang="en-US" sz="1600" b="1" dirty="0"/>
              <a:t>线路是中断请求模式还是事件模式，取值可以是</a:t>
            </a:r>
            <a:r>
              <a:rPr lang="en-US" altLang="zh-CN" sz="1600" b="1" dirty="0" err="1"/>
              <a:t>EXTI_Mode_Interrupt</a:t>
            </a:r>
            <a:r>
              <a:rPr lang="zh-CN" altLang="en-US" sz="1600" b="1" dirty="0"/>
              <a:t>或</a:t>
            </a:r>
            <a:r>
              <a:rPr lang="en-US" altLang="zh-CN" sz="1600" b="1" dirty="0" err="1"/>
              <a:t>EXTI_Mode_Event</a:t>
            </a:r>
            <a:endParaRPr lang="zh-CN" altLang="en-US" sz="1600" b="1" dirty="0" smtClean="0"/>
          </a:p>
        </p:txBody>
      </p:sp>
      <p:sp>
        <p:nvSpPr>
          <p:cNvPr id="33" name="圆角矩形标注 32"/>
          <p:cNvSpPr/>
          <p:nvPr/>
        </p:nvSpPr>
        <p:spPr>
          <a:xfrm>
            <a:off x="5024617" y="2886464"/>
            <a:ext cx="3062284" cy="648072"/>
          </a:xfrm>
          <a:prstGeom prst="wedgeRoundRectCallout">
            <a:avLst>
              <a:gd name="adj1" fmla="val -72284"/>
              <a:gd name="adj2" fmla="val -33399"/>
              <a:gd name="adj3" fmla="val 16667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600" b="1" dirty="0"/>
              <a:t>用于设置外部中断的触发</a:t>
            </a:r>
            <a:r>
              <a:rPr lang="zh-CN" altLang="en-US" sz="1600" b="1" dirty="0" smtClean="0"/>
              <a:t>方式，上升沿触发或下降沿触发等</a:t>
            </a:r>
          </a:p>
        </p:txBody>
      </p:sp>
      <p:sp>
        <p:nvSpPr>
          <p:cNvPr id="34" name="圆角矩形标注 33"/>
          <p:cNvSpPr/>
          <p:nvPr/>
        </p:nvSpPr>
        <p:spPr>
          <a:xfrm>
            <a:off x="4158942" y="4011910"/>
            <a:ext cx="2919847" cy="648072"/>
          </a:xfrm>
          <a:prstGeom prst="wedgeRoundRectCallout">
            <a:avLst>
              <a:gd name="adj1" fmla="val -55203"/>
              <a:gd name="adj2" fmla="val -114337"/>
              <a:gd name="adj3" fmla="val 16667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600" b="1" dirty="0"/>
              <a:t>用于使能或失能外部中断线路，取值为</a:t>
            </a:r>
            <a:r>
              <a:rPr lang="en-US" altLang="zh-CN" sz="1600" b="1" dirty="0"/>
              <a:t>ENABLE</a:t>
            </a:r>
            <a:r>
              <a:rPr lang="zh-CN" altLang="en-US" sz="1600" b="1" dirty="0"/>
              <a:t>或</a:t>
            </a:r>
            <a:r>
              <a:rPr lang="en-US" altLang="zh-CN" sz="1600" b="1" dirty="0"/>
              <a:t>DISABLE</a:t>
            </a:r>
            <a:endParaRPr lang="zh-CN" altLang="en-US" sz="1600" b="1" dirty="0" smtClean="0"/>
          </a:p>
        </p:txBody>
      </p:sp>
      <p:sp>
        <p:nvSpPr>
          <p:cNvPr id="10" name="矩形 9"/>
          <p:cNvSpPr/>
          <p:nvPr/>
        </p:nvSpPr>
        <p:spPr>
          <a:xfrm>
            <a:off x="1" y="339503"/>
            <a:ext cx="4355975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07504" y="360766"/>
            <a:ext cx="42226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6.4.1 EXTI</a:t>
            </a:r>
            <a:r>
              <a:rPr lang="zh-CN" altLang="en-US" sz="2400" b="1" dirty="0">
                <a:solidFill>
                  <a:schemeClr val="bg1"/>
                </a:solidFill>
              </a:rPr>
              <a:t>标准外设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库接口</a:t>
            </a:r>
            <a:r>
              <a:rPr lang="zh-CN" altLang="en-US" sz="2400" b="1" dirty="0">
                <a:solidFill>
                  <a:schemeClr val="bg1"/>
                </a:solidFill>
              </a:rPr>
              <a:t>函数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3740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339503"/>
            <a:ext cx="5004047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7504" y="360766"/>
            <a:ext cx="49984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6.4.2 EXTI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标准外设库中断配置步骤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10" name="燕尾形箭头 9"/>
          <p:cNvSpPr/>
          <p:nvPr/>
        </p:nvSpPr>
        <p:spPr>
          <a:xfrm rot="5400000">
            <a:off x="2615138" y="2831200"/>
            <a:ext cx="3913724" cy="175891"/>
          </a:xfrm>
          <a:prstGeom prst="notched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6" rIns="91431" bIns="45716" rtlCol="0" anchor="ctr"/>
          <a:lstStyle/>
          <a:p>
            <a:pPr algn="ctr" defTabSz="914273"/>
            <a:endParaRPr lang="zh-CN" altLang="en-US" sz="1867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椭圆 11"/>
          <p:cNvSpPr/>
          <p:nvPr/>
        </p:nvSpPr>
        <p:spPr>
          <a:xfrm rot="5400000">
            <a:off x="7359655" y="3161797"/>
            <a:ext cx="91315" cy="9131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6" rIns="91431" bIns="45716" rtlCol="0" anchor="ctr"/>
          <a:lstStyle/>
          <a:p>
            <a:pPr algn="ctr" defTabSz="914273"/>
            <a:endParaRPr lang="zh-CN" altLang="en-US" sz="1867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椭圆 13"/>
          <p:cNvSpPr/>
          <p:nvPr/>
        </p:nvSpPr>
        <p:spPr>
          <a:xfrm rot="5400000">
            <a:off x="1240414" y="3045349"/>
            <a:ext cx="91315" cy="9131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6" rIns="91431" bIns="45716" rtlCol="0" anchor="ctr"/>
          <a:lstStyle/>
          <a:p>
            <a:pPr algn="ctr" defTabSz="914273"/>
            <a:endParaRPr lang="zh-CN" altLang="en-US" sz="1867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969282" y="1084993"/>
            <a:ext cx="527503" cy="527504"/>
            <a:chOff x="4341368" y="2343128"/>
            <a:chExt cx="962021" cy="962021"/>
          </a:xfrm>
          <a:solidFill>
            <a:schemeClr val="accent4">
              <a:lumMod val="75000"/>
            </a:schemeClr>
          </a:solidFill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16" name="泪滴形 15"/>
            <p:cNvSpPr/>
            <p:nvPr/>
          </p:nvSpPr>
          <p:spPr>
            <a:xfrm rot="8100000">
              <a:off x="4341368" y="2343128"/>
              <a:ext cx="962021" cy="962021"/>
            </a:xfrm>
            <a:prstGeom prst="teardrop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73"/>
              <a:endParaRPr lang="zh-CN" altLang="en-US" sz="1867" dirty="0">
                <a:solidFill>
                  <a:srgbClr val="44546A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7" name="文本框 38"/>
            <p:cNvSpPr txBox="1"/>
            <p:nvPr/>
          </p:nvSpPr>
          <p:spPr>
            <a:xfrm>
              <a:off x="4412017" y="2432738"/>
              <a:ext cx="820724" cy="520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273"/>
              <a:r>
                <a:rPr lang="en-US" altLang="zh-CN" sz="200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2</a:t>
              </a:r>
              <a:endParaRPr lang="zh-CN" altLang="en-US" sz="2000" baseline="-3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312864" y="1247613"/>
            <a:ext cx="527503" cy="527503"/>
            <a:chOff x="1784435" y="2343128"/>
            <a:chExt cx="962021" cy="962021"/>
          </a:xfrm>
          <a:solidFill>
            <a:schemeClr val="accent5">
              <a:lumMod val="75000"/>
            </a:schemeClr>
          </a:solidFill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19" name="泪滴形 18"/>
            <p:cNvSpPr/>
            <p:nvPr/>
          </p:nvSpPr>
          <p:spPr>
            <a:xfrm rot="8100000">
              <a:off x="1784435" y="2343128"/>
              <a:ext cx="962021" cy="962021"/>
            </a:xfrm>
            <a:prstGeom prst="teardrop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73"/>
              <a:endParaRPr lang="zh-CN" altLang="en-US" sz="1867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0" name="文本框 39"/>
            <p:cNvSpPr txBox="1"/>
            <p:nvPr/>
          </p:nvSpPr>
          <p:spPr>
            <a:xfrm>
              <a:off x="1838580" y="2433612"/>
              <a:ext cx="853730" cy="5593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273">
                <a:lnSpc>
                  <a:spcPct val="120000"/>
                </a:lnSpc>
              </a:pPr>
              <a:r>
                <a:rPr lang="en-US" altLang="zh-CN" sz="20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1</a:t>
              </a:r>
              <a:endParaRPr lang="zh-CN" altLang="en-US" sz="2000" baseline="-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395536" y="2168186"/>
            <a:ext cx="3816424" cy="175432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altLang="zh-CN" b="1" dirty="0" err="1" smtClean="0"/>
              <a:t>GPIO_InitTypeDef</a:t>
            </a:r>
            <a:r>
              <a:rPr lang="en-GB" altLang="zh-CN" b="1" dirty="0" smtClean="0"/>
              <a:t> </a:t>
            </a:r>
            <a:r>
              <a:rPr lang="en-GB" altLang="zh-CN" b="1" dirty="0" err="1"/>
              <a:t>GPIO_InitStructure</a:t>
            </a:r>
            <a:r>
              <a:rPr lang="en-GB" altLang="zh-CN" b="1" dirty="0"/>
              <a:t>;</a:t>
            </a:r>
          </a:p>
          <a:p>
            <a:r>
              <a:rPr lang="en-GB" altLang="zh-CN" b="1" dirty="0" err="1"/>
              <a:t>GPIO_InitStructure.GPIO_Pin</a:t>
            </a:r>
            <a:r>
              <a:rPr lang="en-GB" altLang="zh-CN" b="1" dirty="0"/>
              <a:t> = GPIO_Pin_3;</a:t>
            </a:r>
          </a:p>
          <a:p>
            <a:r>
              <a:rPr lang="en-GB" altLang="zh-CN" b="1" dirty="0" err="1"/>
              <a:t>GPIO_InitStructure.GPIO_Mode</a:t>
            </a:r>
            <a:r>
              <a:rPr lang="en-GB" altLang="zh-CN" b="1" dirty="0"/>
              <a:t> = </a:t>
            </a:r>
            <a:r>
              <a:rPr lang="en-GB" altLang="zh-CN" b="1" dirty="0" err="1"/>
              <a:t>GPIO_Mode_IN_FLOATING</a:t>
            </a:r>
            <a:r>
              <a:rPr lang="en-GB" altLang="zh-CN" b="1" dirty="0" smtClean="0"/>
              <a:t>;</a:t>
            </a:r>
          </a:p>
          <a:p>
            <a:r>
              <a:rPr lang="en-GB" altLang="zh-CN" b="1" dirty="0"/>
              <a:t> </a:t>
            </a:r>
            <a:r>
              <a:rPr lang="en-GB" altLang="zh-CN" b="1" dirty="0" smtClean="0"/>
              <a:t>   </a:t>
            </a:r>
            <a:r>
              <a:rPr lang="en-GB" altLang="zh-CN" b="1" dirty="0"/>
              <a:t>//</a:t>
            </a:r>
            <a:r>
              <a:rPr lang="zh-CN" altLang="en-US" b="1" dirty="0"/>
              <a:t>初始化</a:t>
            </a:r>
            <a:r>
              <a:rPr lang="en-GB" altLang="zh-CN" b="1" dirty="0"/>
              <a:t>I/O</a:t>
            </a:r>
            <a:r>
              <a:rPr lang="zh-CN" altLang="en-US" b="1" dirty="0"/>
              <a:t>口为浮空输入模式</a:t>
            </a:r>
          </a:p>
        </p:txBody>
      </p:sp>
      <p:sp>
        <p:nvSpPr>
          <p:cNvPr id="7" name="矩形 6"/>
          <p:cNvSpPr/>
          <p:nvPr/>
        </p:nvSpPr>
        <p:spPr>
          <a:xfrm>
            <a:off x="941994" y="1419265"/>
            <a:ext cx="18341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GB" altLang="zh-CN" b="1" dirty="0">
                <a:solidFill>
                  <a:schemeClr val="accent5">
                    <a:lumMod val="75000"/>
                  </a:schemeClr>
                </a:solidFill>
              </a:rPr>
              <a:t>GPIO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</a:rPr>
              <a:t>初始化配置</a:t>
            </a:r>
          </a:p>
        </p:txBody>
      </p:sp>
      <p:sp>
        <p:nvSpPr>
          <p:cNvPr id="8" name="矩形 7"/>
          <p:cNvSpPr/>
          <p:nvPr/>
        </p:nvSpPr>
        <p:spPr>
          <a:xfrm>
            <a:off x="4892162" y="1930268"/>
            <a:ext cx="3812451" cy="251607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/>
              <a:t>     GPIO</a:t>
            </a:r>
            <a:r>
              <a:rPr lang="zh-CN" altLang="en-US" b="1" dirty="0" smtClean="0"/>
              <a:t>用作</a:t>
            </a:r>
            <a:r>
              <a:rPr lang="en-US" altLang="zh-CN" b="1" dirty="0"/>
              <a:t>EXTI</a:t>
            </a:r>
            <a:r>
              <a:rPr lang="zh-CN" altLang="en-US" b="1" dirty="0"/>
              <a:t>外部中断功能引脚</a:t>
            </a:r>
            <a:r>
              <a:rPr lang="zh-CN" altLang="en-US" b="1" dirty="0" smtClean="0"/>
              <a:t>，必须</a:t>
            </a:r>
            <a:r>
              <a:rPr lang="zh-CN" altLang="en-US" b="1" dirty="0"/>
              <a:t>开启复用功能，打开相应引脚的</a:t>
            </a:r>
            <a:r>
              <a:rPr lang="en-US" altLang="zh-CN" b="1" dirty="0"/>
              <a:t>AFIO</a:t>
            </a:r>
            <a:r>
              <a:rPr lang="zh-CN" altLang="en-US" b="1" dirty="0"/>
              <a:t>时钟，通过调用</a:t>
            </a:r>
            <a:r>
              <a:rPr lang="en-US" altLang="zh-CN" b="1" dirty="0"/>
              <a:t>RCC_APB2PeriphClockCmd()</a:t>
            </a:r>
            <a:r>
              <a:rPr lang="zh-CN" altLang="en-US" b="1" dirty="0"/>
              <a:t>函数实现</a:t>
            </a:r>
            <a:r>
              <a:rPr lang="zh-CN" altLang="en-US" b="1" dirty="0" smtClean="0"/>
              <a:t>：</a:t>
            </a: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chemeClr val="accent5">
                    <a:lumMod val="75000"/>
                  </a:schemeClr>
                </a:solidFill>
              </a:rPr>
              <a:t>RCC_APB2PeriphClockCmd(RCC_APB2Periph_GPIOE|RCC_APB2Periph_AFIO,ENABLE);</a:t>
            </a:r>
            <a:endParaRPr lang="en-US" altLang="zh-CN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5655388" y="1059582"/>
            <a:ext cx="228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zh-CN" altLang="en-US" b="1" dirty="0">
                <a:solidFill>
                  <a:prstClr val="black"/>
                </a:solidFill>
              </a:rPr>
              <a:t>开启</a:t>
            </a:r>
            <a:r>
              <a:rPr lang="en-US" altLang="zh-CN" b="1" dirty="0">
                <a:solidFill>
                  <a:prstClr val="black"/>
                </a:solidFill>
              </a:rPr>
              <a:t>I/O</a:t>
            </a:r>
            <a:r>
              <a:rPr lang="zh-CN" altLang="en-US" b="1" dirty="0">
                <a:solidFill>
                  <a:prstClr val="black"/>
                </a:solidFill>
              </a:rPr>
              <a:t>端口的时钟和复用时钟</a:t>
            </a:r>
          </a:p>
        </p:txBody>
      </p:sp>
    </p:spTree>
    <p:extLst>
      <p:ext uri="{BB962C8B-B14F-4D97-AF65-F5344CB8AC3E}">
        <p14:creationId xmlns:p14="http://schemas.microsoft.com/office/powerpoint/2010/main" val="1070399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339503"/>
            <a:ext cx="5004047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7504" y="360766"/>
            <a:ext cx="49984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6.4.2 EXTI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标准外设库中断配置步骤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10" name="燕尾形箭头 9"/>
          <p:cNvSpPr/>
          <p:nvPr/>
        </p:nvSpPr>
        <p:spPr>
          <a:xfrm>
            <a:off x="195990" y="2655309"/>
            <a:ext cx="8768497" cy="175891"/>
          </a:xfrm>
          <a:prstGeom prst="notchedRightArrow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6" rIns="91431" bIns="45716" rtlCol="0" anchor="ctr"/>
          <a:lstStyle/>
          <a:p>
            <a:pPr algn="ctr" defTabSz="914273"/>
            <a:endParaRPr lang="zh-CN" altLang="en-US" sz="1867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椭圆 11"/>
          <p:cNvSpPr/>
          <p:nvPr/>
        </p:nvSpPr>
        <p:spPr>
          <a:xfrm rot="5400000">
            <a:off x="7359655" y="3161797"/>
            <a:ext cx="91315" cy="9131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6" rIns="91431" bIns="45716" rtlCol="0" anchor="ctr"/>
          <a:lstStyle/>
          <a:p>
            <a:pPr algn="ctr" defTabSz="914273"/>
            <a:endParaRPr lang="zh-CN" altLang="en-US" sz="1867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椭圆 13"/>
          <p:cNvSpPr/>
          <p:nvPr/>
        </p:nvSpPr>
        <p:spPr>
          <a:xfrm rot="5400000">
            <a:off x="1240414" y="3045349"/>
            <a:ext cx="91315" cy="9131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6" rIns="91431" bIns="45716" rtlCol="0" anchor="ctr"/>
          <a:lstStyle/>
          <a:p>
            <a:pPr algn="ctr" defTabSz="914273"/>
            <a:endParaRPr lang="zh-CN" altLang="en-US" sz="1867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8340695" y="3139147"/>
            <a:ext cx="527503" cy="527504"/>
            <a:chOff x="4341368" y="2343128"/>
            <a:chExt cx="962021" cy="962021"/>
          </a:xfrm>
          <a:solidFill>
            <a:schemeClr val="accent4">
              <a:lumMod val="75000"/>
            </a:schemeClr>
          </a:solidFill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16" name="泪滴形 15"/>
            <p:cNvSpPr/>
            <p:nvPr/>
          </p:nvSpPr>
          <p:spPr>
            <a:xfrm rot="8100000">
              <a:off x="4341368" y="2343128"/>
              <a:ext cx="962021" cy="962021"/>
            </a:xfrm>
            <a:prstGeom prst="teardrop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73"/>
              <a:endParaRPr lang="zh-CN" altLang="en-US" sz="1867" dirty="0">
                <a:solidFill>
                  <a:srgbClr val="44546A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7" name="文本框 38"/>
            <p:cNvSpPr txBox="1"/>
            <p:nvPr/>
          </p:nvSpPr>
          <p:spPr>
            <a:xfrm>
              <a:off x="4412017" y="2432738"/>
              <a:ext cx="820724" cy="7296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273"/>
              <a:r>
                <a:rPr lang="en-US" altLang="zh-CN" sz="200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4</a:t>
              </a:r>
              <a:endParaRPr lang="zh-CN" altLang="en-US" sz="2000" baseline="-3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305241" y="1100633"/>
            <a:ext cx="527503" cy="527503"/>
            <a:chOff x="1784435" y="2343128"/>
            <a:chExt cx="962021" cy="962021"/>
          </a:xfrm>
          <a:solidFill>
            <a:schemeClr val="accent3">
              <a:lumMod val="75000"/>
            </a:schemeClr>
          </a:solidFill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19" name="泪滴形 18"/>
            <p:cNvSpPr/>
            <p:nvPr/>
          </p:nvSpPr>
          <p:spPr>
            <a:xfrm rot="8100000">
              <a:off x="1784435" y="2343128"/>
              <a:ext cx="962021" cy="962021"/>
            </a:xfrm>
            <a:prstGeom prst="teardrop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73"/>
              <a:endParaRPr lang="zh-CN" altLang="en-US" sz="1867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0" name="文本框 39"/>
            <p:cNvSpPr txBox="1"/>
            <p:nvPr/>
          </p:nvSpPr>
          <p:spPr>
            <a:xfrm>
              <a:off x="1838580" y="2433612"/>
              <a:ext cx="853730" cy="784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273">
                <a:lnSpc>
                  <a:spcPct val="120000"/>
                </a:lnSpc>
              </a:pPr>
              <a:r>
                <a:rPr lang="en-US" altLang="zh-CN" sz="20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3</a:t>
              </a:r>
              <a:endParaRPr lang="zh-CN" altLang="en-US" sz="2000" baseline="-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334930" y="2931790"/>
            <a:ext cx="6659922" cy="203132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altLang="zh-CN" b="1" dirty="0" err="1" smtClean="0"/>
              <a:t>EXTI_InitStructure.EXTI_Line</a:t>
            </a:r>
            <a:r>
              <a:rPr lang="en-GB" altLang="zh-CN" b="1" dirty="0" smtClean="0"/>
              <a:t> </a:t>
            </a:r>
            <a:r>
              <a:rPr lang="en-GB" altLang="zh-CN" b="1" dirty="0"/>
              <a:t>= EXTI_Line3; //</a:t>
            </a:r>
            <a:r>
              <a:rPr lang="zh-CN" altLang="en-US" b="1" dirty="0"/>
              <a:t>设置外部中断线</a:t>
            </a:r>
            <a:r>
              <a:rPr lang="en-US" altLang="zh-CN" b="1" dirty="0"/>
              <a:t>3</a:t>
            </a:r>
            <a:r>
              <a:rPr lang="zh-CN" altLang="en-US" b="1" dirty="0"/>
              <a:t>中断</a:t>
            </a:r>
          </a:p>
          <a:p>
            <a:r>
              <a:rPr lang="en-GB" altLang="zh-CN" b="1" dirty="0" err="1"/>
              <a:t>EXTI_InitStructure.EXTI_Mode</a:t>
            </a:r>
            <a:r>
              <a:rPr lang="en-GB" altLang="zh-CN" b="1" dirty="0"/>
              <a:t> = </a:t>
            </a:r>
            <a:r>
              <a:rPr lang="en-GB" altLang="zh-CN" b="1" dirty="0" err="1"/>
              <a:t>EXTI_Mode_Interrupt</a:t>
            </a:r>
            <a:r>
              <a:rPr lang="en-GB" altLang="zh-CN" b="1" dirty="0"/>
              <a:t>; </a:t>
            </a:r>
            <a:endParaRPr lang="en-GB" altLang="zh-CN" b="1" dirty="0" smtClean="0"/>
          </a:p>
          <a:p>
            <a:r>
              <a:rPr lang="en-GB" altLang="zh-CN" b="1" dirty="0"/>
              <a:t> </a:t>
            </a:r>
            <a:r>
              <a:rPr lang="en-GB" altLang="zh-CN" b="1" dirty="0" smtClean="0"/>
              <a:t>    //</a:t>
            </a:r>
            <a:r>
              <a:rPr lang="zh-CN" altLang="en-US" b="1" dirty="0"/>
              <a:t>设置为中断模式</a:t>
            </a:r>
          </a:p>
          <a:p>
            <a:r>
              <a:rPr lang="en-GB" altLang="zh-CN" b="1" dirty="0" err="1"/>
              <a:t>EXTI_InitStructure.EXTI_Trigger</a:t>
            </a:r>
            <a:r>
              <a:rPr lang="en-GB" altLang="zh-CN" b="1" dirty="0"/>
              <a:t> = </a:t>
            </a:r>
            <a:r>
              <a:rPr lang="en-GB" altLang="zh-CN" b="1" dirty="0" err="1"/>
              <a:t>EXTI_Trigger_Rising_Falling</a:t>
            </a:r>
            <a:r>
              <a:rPr lang="en-GB" altLang="zh-CN" b="1" dirty="0" smtClean="0"/>
              <a:t>;</a:t>
            </a:r>
          </a:p>
          <a:p>
            <a:r>
              <a:rPr lang="en-GB" altLang="zh-CN" b="1" dirty="0"/>
              <a:t> </a:t>
            </a:r>
            <a:r>
              <a:rPr lang="en-GB" altLang="zh-CN" b="1" dirty="0" smtClean="0"/>
              <a:t>    </a:t>
            </a:r>
            <a:r>
              <a:rPr lang="en-GB" altLang="zh-CN" b="1" dirty="0"/>
              <a:t>//</a:t>
            </a:r>
            <a:r>
              <a:rPr lang="zh-CN" altLang="en-US" b="1" dirty="0"/>
              <a:t>设置为下降沿触发</a:t>
            </a:r>
          </a:p>
          <a:p>
            <a:r>
              <a:rPr lang="en-GB" altLang="zh-CN" b="1" dirty="0" err="1"/>
              <a:t>EXTI_InitStructure.EXTI_LineCmd</a:t>
            </a:r>
            <a:r>
              <a:rPr lang="en-GB" altLang="zh-CN" b="1" dirty="0"/>
              <a:t> = ENABLE; //</a:t>
            </a:r>
            <a:r>
              <a:rPr lang="zh-CN" altLang="en-US" b="1" dirty="0"/>
              <a:t>使能该外部中断线</a:t>
            </a:r>
          </a:p>
          <a:p>
            <a:r>
              <a:rPr lang="en-GB" altLang="zh-CN" b="1" dirty="0" err="1"/>
              <a:t>EXTI_Init</a:t>
            </a:r>
            <a:r>
              <a:rPr lang="en-GB" altLang="zh-CN" b="1" dirty="0"/>
              <a:t>(&amp;</a:t>
            </a:r>
            <a:r>
              <a:rPr lang="en-GB" altLang="zh-CN" b="1" dirty="0" err="1"/>
              <a:t>EXTI_InitStructure</a:t>
            </a:r>
            <a:r>
              <a:rPr lang="en-GB" altLang="zh-CN" b="1" dirty="0"/>
              <a:t>);</a:t>
            </a:r>
            <a:endParaRPr lang="en-GB" altLang="zh-CN" b="1" dirty="0" smtClean="0"/>
          </a:p>
        </p:txBody>
      </p:sp>
      <p:sp>
        <p:nvSpPr>
          <p:cNvPr id="7" name="矩形 6"/>
          <p:cNvSpPr/>
          <p:nvPr/>
        </p:nvSpPr>
        <p:spPr>
          <a:xfrm>
            <a:off x="803054" y="1268663"/>
            <a:ext cx="111734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/>
              <a:t>设置</a:t>
            </a:r>
            <a:r>
              <a:rPr lang="en-US" altLang="zh-CN" b="1" dirty="0"/>
              <a:t>I/O</a:t>
            </a:r>
            <a:r>
              <a:rPr lang="zh-CN" altLang="en-US" b="1" dirty="0"/>
              <a:t>引脚与中断线路的映射</a:t>
            </a:r>
            <a:r>
              <a:rPr lang="zh-CN" altLang="en-US" b="1" dirty="0" smtClean="0"/>
              <a:t>关系</a:t>
            </a:r>
            <a:endParaRPr lang="zh-CN" alt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2185274" y="1141149"/>
            <a:ext cx="6419173" cy="147732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/>
              <a:t>     GPIO</a:t>
            </a:r>
            <a:r>
              <a:rPr lang="zh-CN" altLang="en-US" b="1" dirty="0"/>
              <a:t>引脚作为中断功能引脚用来触发外部中断时，需将</a:t>
            </a:r>
            <a:r>
              <a:rPr lang="en-US" altLang="zh-CN" b="1" dirty="0"/>
              <a:t>GPIO</a:t>
            </a:r>
            <a:r>
              <a:rPr lang="zh-CN" altLang="en-US" b="1" dirty="0"/>
              <a:t>的引脚与相应的中断线关联在一起，使用库函数</a:t>
            </a:r>
            <a:r>
              <a:rPr lang="en-US" altLang="zh-CN" b="1" dirty="0" err="1"/>
              <a:t>GPIO_EXTILineConfig</a:t>
            </a:r>
            <a:r>
              <a:rPr lang="zh-CN" altLang="en-US" b="1" dirty="0"/>
              <a:t>来实现这种映射关系。</a:t>
            </a:r>
            <a:r>
              <a:rPr lang="zh-CN" altLang="en-US" b="1" dirty="0" smtClean="0"/>
              <a:t>如</a:t>
            </a:r>
            <a:r>
              <a:rPr lang="en-US" altLang="zh-CN" b="1" dirty="0" err="1" smtClean="0">
                <a:solidFill>
                  <a:schemeClr val="accent3">
                    <a:lumMod val="75000"/>
                  </a:schemeClr>
                </a:solidFill>
              </a:rPr>
              <a:t>GPIO_EXTILineConfig</a:t>
            </a:r>
            <a:r>
              <a:rPr lang="en-US" altLang="zh-CN" b="1" dirty="0" smtClean="0">
                <a:solidFill>
                  <a:schemeClr val="accent3">
                    <a:lumMod val="75000"/>
                  </a:schemeClr>
                </a:solidFill>
              </a:rPr>
              <a:t>(GPIO_PortSourceGPIOE,GPIO_PinSource3</a:t>
            </a:r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</a:rPr>
              <a:t>);</a:t>
            </a:r>
          </a:p>
        </p:txBody>
      </p:sp>
      <p:sp>
        <p:nvSpPr>
          <p:cNvPr id="2" name="矩形 1"/>
          <p:cNvSpPr/>
          <p:nvPr/>
        </p:nvSpPr>
        <p:spPr>
          <a:xfrm>
            <a:off x="7092279" y="3492787"/>
            <a:ext cx="158417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b="1" dirty="0">
                <a:solidFill>
                  <a:prstClr val="black"/>
                </a:solidFill>
              </a:rPr>
              <a:t>初始化</a:t>
            </a:r>
            <a:r>
              <a:rPr lang="en-GB" altLang="zh-CN" b="1" dirty="0">
                <a:solidFill>
                  <a:prstClr val="black"/>
                </a:solidFill>
              </a:rPr>
              <a:t>EXTI</a:t>
            </a:r>
            <a:r>
              <a:rPr lang="zh-CN" altLang="en-GB" b="1" dirty="0">
                <a:solidFill>
                  <a:prstClr val="black"/>
                </a:solidFill>
              </a:rPr>
              <a:t>，</a:t>
            </a:r>
            <a:r>
              <a:rPr lang="zh-CN" altLang="en-US" b="1" dirty="0">
                <a:solidFill>
                  <a:prstClr val="black"/>
                </a:solidFill>
              </a:rPr>
              <a:t>配置</a:t>
            </a:r>
            <a:r>
              <a:rPr lang="en-GB" altLang="zh-CN" b="1" dirty="0">
                <a:solidFill>
                  <a:prstClr val="black"/>
                </a:solidFill>
              </a:rPr>
              <a:t>EXTI</a:t>
            </a:r>
            <a:r>
              <a:rPr lang="zh-CN" altLang="en-US" b="1" dirty="0">
                <a:solidFill>
                  <a:prstClr val="black"/>
                </a:solidFill>
              </a:rPr>
              <a:t>相关参数并使能</a:t>
            </a:r>
          </a:p>
        </p:txBody>
      </p:sp>
    </p:spTree>
    <p:extLst>
      <p:ext uri="{BB962C8B-B14F-4D97-AF65-F5344CB8AC3E}">
        <p14:creationId xmlns:p14="http://schemas.microsoft.com/office/powerpoint/2010/main" val="4100117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339503"/>
            <a:ext cx="5004047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7504" y="360766"/>
            <a:ext cx="49984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6.4.2 EXTI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标准外设库中断配置步骤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12" name="椭圆 11"/>
          <p:cNvSpPr/>
          <p:nvPr/>
        </p:nvSpPr>
        <p:spPr>
          <a:xfrm rot="5400000">
            <a:off x="7359655" y="3161797"/>
            <a:ext cx="91315" cy="9131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6" rIns="91431" bIns="45716" rtlCol="0" anchor="ctr"/>
          <a:lstStyle/>
          <a:p>
            <a:pPr algn="ctr" defTabSz="914273"/>
            <a:endParaRPr lang="zh-CN" altLang="en-US" sz="1867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椭圆 13"/>
          <p:cNvSpPr/>
          <p:nvPr/>
        </p:nvSpPr>
        <p:spPr>
          <a:xfrm rot="5400000">
            <a:off x="1240414" y="3045349"/>
            <a:ext cx="91315" cy="9131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6" rIns="91431" bIns="45716" rtlCol="0" anchor="ctr"/>
          <a:lstStyle/>
          <a:p>
            <a:pPr algn="ctr" defTabSz="914273"/>
            <a:endParaRPr lang="zh-CN" altLang="en-US" sz="1867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554433" y="1030108"/>
            <a:ext cx="527503" cy="527503"/>
            <a:chOff x="1784435" y="2343128"/>
            <a:chExt cx="962021" cy="962021"/>
          </a:xfrm>
          <a:solidFill>
            <a:schemeClr val="accent5">
              <a:lumMod val="75000"/>
            </a:schemeClr>
          </a:solidFill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19" name="泪滴形 18"/>
            <p:cNvSpPr/>
            <p:nvPr/>
          </p:nvSpPr>
          <p:spPr>
            <a:xfrm rot="8100000">
              <a:off x="1784435" y="2343128"/>
              <a:ext cx="962021" cy="962021"/>
            </a:xfrm>
            <a:prstGeom prst="teardrop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73"/>
              <a:endParaRPr lang="zh-CN" altLang="en-US" sz="1867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0" name="文本框 39"/>
            <p:cNvSpPr txBox="1"/>
            <p:nvPr/>
          </p:nvSpPr>
          <p:spPr>
            <a:xfrm>
              <a:off x="1838580" y="2433612"/>
              <a:ext cx="853730" cy="784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273">
                <a:lnSpc>
                  <a:spcPct val="120000"/>
                </a:lnSpc>
              </a:pPr>
              <a:r>
                <a:rPr lang="en-US" altLang="zh-CN" sz="20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5</a:t>
              </a:r>
              <a:endParaRPr lang="zh-CN" altLang="en-US" sz="2000" baseline="-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1331730" y="1661650"/>
            <a:ext cx="6912678" cy="318292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GB" altLang="zh-CN" b="1" dirty="0" smtClean="0"/>
              <a:t>      NVIC</a:t>
            </a:r>
            <a:r>
              <a:rPr lang="zh-CN" altLang="en-US" b="1" dirty="0"/>
              <a:t>相关的配置主要包括配置中断优先级的中断分组，确定各具体中断的抢占优先级和响应优先级的大小</a:t>
            </a:r>
            <a:r>
              <a:rPr lang="zh-CN" altLang="en-US" b="1" dirty="0" smtClean="0"/>
              <a:t>。</a:t>
            </a:r>
            <a:endParaRPr lang="en-GB" altLang="zh-CN" b="1" dirty="0" smtClean="0"/>
          </a:p>
          <a:p>
            <a:pPr>
              <a:lnSpc>
                <a:spcPct val="125000"/>
              </a:lnSpc>
            </a:pPr>
            <a:r>
              <a:rPr lang="en-GB" altLang="zh-CN" b="1" dirty="0" err="1" smtClean="0"/>
              <a:t>NVIC_InitTypeDef</a:t>
            </a:r>
            <a:r>
              <a:rPr lang="en-GB" altLang="zh-CN" b="1" dirty="0" smtClean="0"/>
              <a:t> </a:t>
            </a:r>
            <a:r>
              <a:rPr lang="en-GB" altLang="zh-CN" b="1" dirty="0" err="1"/>
              <a:t>NVIC_InitStructure</a:t>
            </a:r>
            <a:r>
              <a:rPr lang="en-GB" altLang="zh-CN" b="1" dirty="0"/>
              <a:t>;</a:t>
            </a:r>
          </a:p>
          <a:p>
            <a:pPr>
              <a:lnSpc>
                <a:spcPct val="125000"/>
              </a:lnSpc>
            </a:pPr>
            <a:r>
              <a:rPr lang="en-GB" altLang="zh-CN" b="1" dirty="0" err="1"/>
              <a:t>NVIC_PriorityGroupConfig</a:t>
            </a:r>
            <a:r>
              <a:rPr lang="en-GB" altLang="zh-CN" b="1" dirty="0"/>
              <a:t>(NVIC_PriorityGroup_2);</a:t>
            </a:r>
          </a:p>
          <a:p>
            <a:pPr>
              <a:lnSpc>
                <a:spcPct val="125000"/>
              </a:lnSpc>
            </a:pPr>
            <a:r>
              <a:rPr lang="en-GB" altLang="zh-CN" b="1" dirty="0" err="1"/>
              <a:t>NVIC_InitStructure.NVIC_IRQChannel</a:t>
            </a:r>
            <a:r>
              <a:rPr lang="en-GB" altLang="zh-CN" b="1" dirty="0"/>
              <a:t> = EXTI3_IRQn;</a:t>
            </a:r>
          </a:p>
          <a:p>
            <a:pPr>
              <a:lnSpc>
                <a:spcPct val="125000"/>
              </a:lnSpc>
            </a:pPr>
            <a:r>
              <a:rPr lang="en-GB" altLang="zh-CN" b="1" dirty="0" err="1"/>
              <a:t>NVIC_InitStructure.NVIC_IRQChannelPreemptionPriority</a:t>
            </a:r>
            <a:r>
              <a:rPr lang="en-GB" altLang="zh-CN" b="1" dirty="0"/>
              <a:t> = 0;</a:t>
            </a:r>
          </a:p>
          <a:p>
            <a:pPr>
              <a:lnSpc>
                <a:spcPct val="125000"/>
              </a:lnSpc>
            </a:pPr>
            <a:r>
              <a:rPr lang="en-GB" altLang="zh-CN" b="1" dirty="0" err="1"/>
              <a:t>NVIC_InitStructure.NVIC_IRQChannelSubPriority</a:t>
            </a:r>
            <a:r>
              <a:rPr lang="en-GB" altLang="zh-CN" b="1" dirty="0"/>
              <a:t> = 1;</a:t>
            </a:r>
          </a:p>
          <a:p>
            <a:pPr>
              <a:lnSpc>
                <a:spcPct val="125000"/>
              </a:lnSpc>
            </a:pPr>
            <a:r>
              <a:rPr lang="en-GB" altLang="zh-CN" b="1" dirty="0" err="1"/>
              <a:t>NVIC_InitStructure.NVIC_IRQChannelCmd</a:t>
            </a:r>
            <a:r>
              <a:rPr lang="en-GB" altLang="zh-CN" b="1" dirty="0"/>
              <a:t> = ENABLE;</a:t>
            </a:r>
          </a:p>
          <a:p>
            <a:pPr>
              <a:lnSpc>
                <a:spcPct val="125000"/>
              </a:lnSpc>
            </a:pPr>
            <a:r>
              <a:rPr lang="en-GB" altLang="zh-CN" b="1" dirty="0" err="1"/>
              <a:t>NVIC_Init</a:t>
            </a:r>
            <a:r>
              <a:rPr lang="en-GB" altLang="zh-CN" b="1" dirty="0"/>
              <a:t>(&amp;</a:t>
            </a:r>
            <a:r>
              <a:rPr lang="en-GB" altLang="zh-CN" b="1" dirty="0" err="1"/>
              <a:t>NVIC_InitStructure</a:t>
            </a:r>
            <a:r>
              <a:rPr lang="en-GB" altLang="zh-CN" b="1" dirty="0"/>
              <a:t>);</a:t>
            </a:r>
            <a:endParaRPr lang="en-GB" altLang="zh-CN" b="1" dirty="0" smtClean="0"/>
          </a:p>
        </p:txBody>
      </p:sp>
      <p:sp>
        <p:nvSpPr>
          <p:cNvPr id="7" name="矩形 6"/>
          <p:cNvSpPr/>
          <p:nvPr/>
        </p:nvSpPr>
        <p:spPr>
          <a:xfrm>
            <a:off x="1176305" y="1124021"/>
            <a:ext cx="36840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初始化</a:t>
            </a:r>
            <a:r>
              <a:rPr lang="en-GB" altLang="zh-CN" b="1" dirty="0"/>
              <a:t>NVIC</a:t>
            </a:r>
            <a:r>
              <a:rPr lang="zh-CN" altLang="en-GB" b="1" dirty="0"/>
              <a:t>，</a:t>
            </a:r>
            <a:r>
              <a:rPr lang="zh-CN" altLang="en-US" b="1" dirty="0"/>
              <a:t>配置</a:t>
            </a:r>
            <a:r>
              <a:rPr lang="en-GB" altLang="zh-CN" b="1" dirty="0"/>
              <a:t>NVIC</a:t>
            </a:r>
            <a:r>
              <a:rPr lang="zh-CN" altLang="en-US" b="1" dirty="0"/>
              <a:t>参数并使</a:t>
            </a:r>
            <a:r>
              <a:rPr lang="zh-CN" altLang="en-US" b="1" dirty="0" smtClean="0"/>
              <a:t>能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642911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339503"/>
            <a:ext cx="5004047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7504" y="360766"/>
            <a:ext cx="49984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6.4.2 EXTI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标准外设库中断配置步骤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12" name="椭圆 11"/>
          <p:cNvSpPr/>
          <p:nvPr/>
        </p:nvSpPr>
        <p:spPr>
          <a:xfrm rot="5400000">
            <a:off x="7359655" y="3161797"/>
            <a:ext cx="91315" cy="9131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6" rIns="91431" bIns="45716" rtlCol="0" anchor="ctr"/>
          <a:lstStyle/>
          <a:p>
            <a:pPr algn="ctr" defTabSz="914273"/>
            <a:endParaRPr lang="zh-CN" altLang="en-US" sz="1867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椭圆 13"/>
          <p:cNvSpPr/>
          <p:nvPr/>
        </p:nvSpPr>
        <p:spPr>
          <a:xfrm rot="5400000">
            <a:off x="1240414" y="3045349"/>
            <a:ext cx="91315" cy="9131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6" rIns="91431" bIns="45716" rtlCol="0" anchor="ctr"/>
          <a:lstStyle/>
          <a:p>
            <a:pPr algn="ctr" defTabSz="914273"/>
            <a:endParaRPr lang="zh-CN" altLang="en-US" sz="1867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475295" y="949550"/>
            <a:ext cx="527503" cy="527503"/>
            <a:chOff x="1784435" y="2343128"/>
            <a:chExt cx="962021" cy="962021"/>
          </a:xfrm>
          <a:solidFill>
            <a:schemeClr val="accent5">
              <a:lumMod val="75000"/>
            </a:schemeClr>
          </a:solidFill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19" name="泪滴形 18"/>
            <p:cNvSpPr/>
            <p:nvPr/>
          </p:nvSpPr>
          <p:spPr>
            <a:xfrm rot="8100000">
              <a:off x="1784435" y="2343128"/>
              <a:ext cx="962021" cy="962021"/>
            </a:xfrm>
            <a:prstGeom prst="teardrop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73"/>
              <a:endParaRPr lang="zh-CN" altLang="en-US" sz="1867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0" name="文本框 39"/>
            <p:cNvSpPr txBox="1"/>
            <p:nvPr/>
          </p:nvSpPr>
          <p:spPr>
            <a:xfrm>
              <a:off x="1838580" y="2433612"/>
              <a:ext cx="853730" cy="784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273">
                <a:lnSpc>
                  <a:spcPct val="120000"/>
                </a:lnSpc>
              </a:pPr>
              <a:r>
                <a:rPr lang="en-US" altLang="zh-CN" sz="20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6</a:t>
              </a:r>
              <a:endParaRPr lang="zh-CN" altLang="en-US" sz="2000" baseline="-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1331729" y="1429539"/>
            <a:ext cx="6912678" cy="355481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/>
              <a:t>     中断服务程序</a:t>
            </a:r>
            <a:r>
              <a:rPr lang="zh-CN" altLang="en-US" b="1" dirty="0"/>
              <a:t>主要包括检测中断线路的状态、中断处理的内容和清除相关的中断。例如</a:t>
            </a:r>
            <a:r>
              <a:rPr lang="en-GB" altLang="zh-CN" b="1" dirty="0"/>
              <a:t>EXTI2</a:t>
            </a:r>
            <a:r>
              <a:rPr lang="zh-CN" altLang="en-US" b="1" dirty="0"/>
              <a:t>的</a:t>
            </a:r>
            <a:r>
              <a:rPr lang="zh-CN" altLang="en-US" b="1" dirty="0" smtClean="0"/>
              <a:t>中断服务程序：</a:t>
            </a:r>
            <a:endParaRPr lang="zh-CN" altLang="en-US" b="1" dirty="0"/>
          </a:p>
          <a:p>
            <a:pPr>
              <a:lnSpc>
                <a:spcPct val="125000"/>
              </a:lnSpc>
            </a:pPr>
            <a:r>
              <a:rPr lang="en-GB" altLang="zh-CN" b="1" dirty="0"/>
              <a:t>void EXTI2_IRQHandler(void)</a:t>
            </a:r>
          </a:p>
          <a:p>
            <a:pPr>
              <a:lnSpc>
                <a:spcPct val="125000"/>
              </a:lnSpc>
            </a:pPr>
            <a:r>
              <a:rPr lang="en-GB" altLang="zh-CN" b="1" dirty="0"/>
              <a:t>{</a:t>
            </a:r>
          </a:p>
          <a:p>
            <a:pPr>
              <a:lnSpc>
                <a:spcPct val="125000"/>
              </a:lnSpc>
            </a:pPr>
            <a:r>
              <a:rPr lang="en-GB" altLang="zh-CN" b="1" dirty="0" smtClean="0"/>
              <a:t>    if(</a:t>
            </a:r>
            <a:r>
              <a:rPr lang="en-GB" altLang="zh-CN" b="1" dirty="0" err="1" smtClean="0"/>
              <a:t>EXTI_GetITStatus</a:t>
            </a:r>
            <a:r>
              <a:rPr lang="en-GB" altLang="zh-CN" b="1" dirty="0" smtClean="0"/>
              <a:t>(EXTI_Line2</a:t>
            </a:r>
            <a:r>
              <a:rPr lang="en-GB" altLang="zh-CN" b="1" dirty="0"/>
              <a:t>)!=RESET) </a:t>
            </a:r>
            <a:endParaRPr lang="en-GB" altLang="zh-CN" b="1" dirty="0" smtClean="0"/>
          </a:p>
          <a:p>
            <a:pPr>
              <a:lnSpc>
                <a:spcPct val="125000"/>
              </a:lnSpc>
            </a:pPr>
            <a:r>
              <a:rPr lang="en-GB" altLang="zh-CN" b="1" dirty="0"/>
              <a:t> </a:t>
            </a:r>
            <a:r>
              <a:rPr lang="en-GB" altLang="zh-CN" b="1" dirty="0" smtClean="0"/>
              <a:t>      //</a:t>
            </a:r>
            <a:r>
              <a:rPr lang="zh-CN" altLang="en-US" b="1" dirty="0"/>
              <a:t>判断某个线上的中断是否发生</a:t>
            </a:r>
          </a:p>
          <a:p>
            <a:pPr>
              <a:lnSpc>
                <a:spcPct val="125000"/>
              </a:lnSpc>
            </a:pPr>
            <a:r>
              <a:rPr lang="en-US" altLang="zh-CN" b="1" dirty="0" smtClean="0"/>
              <a:t>    {   </a:t>
            </a:r>
            <a:r>
              <a:rPr lang="zh-CN" altLang="en-US" b="1" dirty="0" smtClean="0"/>
              <a:t>中断</a:t>
            </a:r>
            <a:r>
              <a:rPr lang="zh-CN" altLang="en-US" b="1" dirty="0"/>
              <a:t>逻辑</a:t>
            </a:r>
            <a:r>
              <a:rPr lang="en-US" altLang="zh-CN" b="1" dirty="0"/>
              <a:t>…</a:t>
            </a:r>
          </a:p>
          <a:p>
            <a:pPr>
              <a:lnSpc>
                <a:spcPct val="125000"/>
              </a:lnSpc>
            </a:pPr>
            <a:r>
              <a:rPr lang="en-GB" altLang="zh-CN" b="1" dirty="0" smtClean="0"/>
              <a:t>         </a:t>
            </a:r>
            <a:r>
              <a:rPr lang="en-GB" altLang="zh-CN" b="1" dirty="0" err="1" smtClean="0"/>
              <a:t>EXTI_ClearITPendingBit</a:t>
            </a:r>
            <a:r>
              <a:rPr lang="en-GB" altLang="zh-CN" b="1" dirty="0" smtClean="0"/>
              <a:t>(EXTI_Line2</a:t>
            </a:r>
            <a:r>
              <a:rPr lang="en-GB" altLang="zh-CN" b="1" dirty="0"/>
              <a:t>); //</a:t>
            </a:r>
            <a:r>
              <a:rPr lang="zh-CN" altLang="en-US" b="1" dirty="0"/>
              <a:t>清除中断标志</a:t>
            </a:r>
          </a:p>
          <a:p>
            <a:pPr>
              <a:lnSpc>
                <a:spcPct val="125000"/>
              </a:lnSpc>
            </a:pPr>
            <a:r>
              <a:rPr lang="en-US" altLang="zh-CN" b="1" dirty="0" smtClean="0"/>
              <a:t>    }     </a:t>
            </a:r>
            <a:endParaRPr lang="en-US" altLang="zh-CN" b="1" dirty="0"/>
          </a:p>
          <a:p>
            <a:pPr>
              <a:lnSpc>
                <a:spcPct val="125000"/>
              </a:lnSpc>
            </a:pPr>
            <a:r>
              <a:rPr lang="en-US" altLang="zh-CN" b="1" dirty="0"/>
              <a:t>}</a:t>
            </a:r>
          </a:p>
        </p:txBody>
      </p:sp>
      <p:sp>
        <p:nvSpPr>
          <p:cNvPr id="7" name="矩形 6"/>
          <p:cNvSpPr/>
          <p:nvPr/>
        </p:nvSpPr>
        <p:spPr>
          <a:xfrm>
            <a:off x="1013863" y="1041182"/>
            <a:ext cx="20441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编写</a:t>
            </a:r>
            <a:r>
              <a:rPr lang="zh-CN" altLang="en-US" b="1" dirty="0" smtClean="0"/>
              <a:t>中断服务程序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704933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339503"/>
            <a:ext cx="442798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5188" y="360767"/>
            <a:ext cx="42226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6.4.3 EXTI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标准外设库应用实例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71538" y="1643056"/>
            <a:ext cx="1988294" cy="240065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 smtClean="0"/>
              <a:t>       通过</a:t>
            </a:r>
            <a:r>
              <a:rPr lang="zh-CN" altLang="en-US" sz="2000" b="1" dirty="0"/>
              <a:t>一个按键控制</a:t>
            </a:r>
            <a:r>
              <a:rPr lang="en-US" altLang="zh-CN" sz="2000" b="1" dirty="0"/>
              <a:t>LED</a:t>
            </a:r>
            <a:r>
              <a:rPr lang="zh-CN" altLang="en-US" sz="2000" b="1" dirty="0"/>
              <a:t>灯状态翻转，每按下按键一次，</a:t>
            </a:r>
            <a:r>
              <a:rPr lang="en-US" altLang="zh-CN" sz="2000" b="1" dirty="0"/>
              <a:t>LED</a:t>
            </a:r>
            <a:r>
              <a:rPr lang="zh-CN" altLang="en-US" sz="2000" b="1" dirty="0"/>
              <a:t>灯的状态变化一次。</a:t>
            </a:r>
          </a:p>
        </p:txBody>
      </p:sp>
      <p:sp>
        <p:nvSpPr>
          <p:cNvPr id="9" name="矩形 8"/>
          <p:cNvSpPr/>
          <p:nvPr/>
        </p:nvSpPr>
        <p:spPr>
          <a:xfrm>
            <a:off x="571472" y="1357304"/>
            <a:ext cx="928694" cy="422358"/>
          </a:xfrm>
          <a:prstGeom prst="rect">
            <a:avLst/>
          </a:prstGeom>
          <a:gradFill flip="none" rotWithShape="1">
            <a:gsLst>
              <a:gs pos="0">
                <a:schemeClr val="accent5">
                  <a:shade val="51000"/>
                  <a:satMod val="130000"/>
                </a:schemeClr>
              </a:gs>
              <a:gs pos="80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 smtClean="0"/>
              <a:t>功能</a:t>
            </a:r>
            <a:endParaRPr lang="zh-CN" altLang="en-US" sz="2000" b="1" dirty="0"/>
          </a:p>
        </p:txBody>
      </p:sp>
      <p:sp>
        <p:nvSpPr>
          <p:cNvPr id="10" name="矩形 9"/>
          <p:cNvSpPr/>
          <p:nvPr/>
        </p:nvSpPr>
        <p:spPr>
          <a:xfrm>
            <a:off x="3851921" y="1520583"/>
            <a:ext cx="4824536" cy="2523130"/>
          </a:xfrm>
          <a:prstGeom prst="rect">
            <a:avLst/>
          </a:prstGeom>
          <a:noFill/>
          <a:ln>
            <a:solidFill>
              <a:schemeClr val="accent5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419872" y="1299999"/>
            <a:ext cx="1368151" cy="4796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 smtClean="0">
                <a:solidFill>
                  <a:schemeClr val="tx1"/>
                </a:solidFill>
              </a:rPr>
              <a:t>硬件设计</a:t>
            </a:r>
            <a:endParaRPr lang="zh-CN" altLang="en-US" sz="2000" b="1" dirty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156768" y="4155926"/>
            <a:ext cx="42148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     </a:t>
            </a:r>
            <a:r>
              <a:rPr lang="en-US" altLang="zh-CN" b="1" dirty="0"/>
              <a:t>LED</a:t>
            </a:r>
            <a:r>
              <a:rPr lang="zh-CN" altLang="en-US" b="1" dirty="0"/>
              <a:t>连接在</a:t>
            </a:r>
            <a:r>
              <a:rPr lang="en-US" altLang="zh-CN" b="1" dirty="0"/>
              <a:t>STM32F103</a:t>
            </a:r>
            <a:r>
              <a:rPr lang="zh-CN" altLang="en-US" b="1" dirty="0"/>
              <a:t>的</a:t>
            </a:r>
            <a:r>
              <a:rPr lang="en-US" altLang="zh-CN" b="1" dirty="0"/>
              <a:t>PB5</a:t>
            </a:r>
            <a:r>
              <a:rPr lang="zh-CN" altLang="en-US" b="1" dirty="0"/>
              <a:t>引脚上，按键</a:t>
            </a:r>
            <a:r>
              <a:rPr lang="en-US" altLang="zh-CN" b="1" dirty="0"/>
              <a:t>K1</a:t>
            </a:r>
            <a:r>
              <a:rPr lang="zh-CN" altLang="en-US" b="1" dirty="0"/>
              <a:t>连接在</a:t>
            </a:r>
            <a:r>
              <a:rPr lang="en-US" altLang="zh-CN" b="1" dirty="0"/>
              <a:t>STM32F103</a:t>
            </a:r>
            <a:r>
              <a:rPr lang="zh-CN" altLang="en-US" b="1" dirty="0"/>
              <a:t>的</a:t>
            </a:r>
            <a:r>
              <a:rPr lang="en-US" altLang="zh-CN" b="1" dirty="0"/>
              <a:t>PE3</a:t>
            </a:r>
            <a:r>
              <a:rPr lang="zh-CN" altLang="en-US" b="1" dirty="0"/>
              <a:t>引脚上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5548374"/>
              </p:ext>
            </p:extLst>
          </p:nvPr>
        </p:nvGraphicFramePr>
        <p:xfrm>
          <a:off x="3867017" y="2113248"/>
          <a:ext cx="4722331" cy="1460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61" name="Visio" r:id="rId3" imgW="3084267" imgH="954849" progId="Visio.Drawing.11">
                  <p:embed/>
                </p:oleObj>
              </mc:Choice>
              <mc:Fallback>
                <p:oleObj name="Visio" r:id="rId3" imgW="3084267" imgH="954849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7017" y="2113248"/>
                        <a:ext cx="4722331" cy="146027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03575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5775405" y="915566"/>
            <a:ext cx="2880320" cy="393954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 smtClean="0">
                <a:solidFill>
                  <a:schemeClr val="dk1"/>
                </a:solidFill>
              </a:rPr>
              <a:t>     在</a:t>
            </a:r>
            <a:r>
              <a:rPr lang="en-GB" altLang="zh-CN" sz="2000" b="1" dirty="0">
                <a:solidFill>
                  <a:schemeClr val="dk1"/>
                </a:solidFill>
              </a:rPr>
              <a:t>BSP</a:t>
            </a:r>
            <a:r>
              <a:rPr lang="zh-CN" altLang="en-US" sz="2000" b="1" dirty="0">
                <a:solidFill>
                  <a:schemeClr val="dk1"/>
                </a:solidFill>
              </a:rPr>
              <a:t>文件夹下新建</a:t>
            </a:r>
            <a:r>
              <a:rPr lang="en-GB" altLang="zh-CN" sz="2000" b="1" dirty="0" err="1">
                <a:solidFill>
                  <a:schemeClr val="dk1"/>
                </a:solidFill>
              </a:rPr>
              <a:t>exti_key.h</a:t>
            </a:r>
            <a:r>
              <a:rPr lang="zh-CN" altLang="en-US" sz="2000" b="1" dirty="0">
                <a:solidFill>
                  <a:schemeClr val="dk1"/>
                </a:solidFill>
              </a:rPr>
              <a:t>和</a:t>
            </a:r>
            <a:r>
              <a:rPr lang="en-GB" altLang="zh-CN" sz="2000" b="1" dirty="0" err="1">
                <a:solidFill>
                  <a:schemeClr val="dk1"/>
                </a:solidFill>
              </a:rPr>
              <a:t>exti_key.c</a:t>
            </a:r>
            <a:r>
              <a:rPr lang="zh-CN" altLang="en-US" sz="2000" b="1" dirty="0">
                <a:solidFill>
                  <a:schemeClr val="dk1"/>
                </a:solidFill>
              </a:rPr>
              <a:t>文件，并加入到工程中，添加方法为：在快捷功能栏中找到 </a:t>
            </a:r>
            <a:r>
              <a:rPr lang="zh-CN" altLang="en-US" sz="2000" b="1" dirty="0" smtClean="0">
                <a:solidFill>
                  <a:schemeClr val="dk1"/>
                </a:solidFill>
              </a:rPr>
              <a:t>，单击</a:t>
            </a:r>
            <a:r>
              <a:rPr lang="zh-CN" altLang="en-US" sz="2000" b="1" dirty="0">
                <a:solidFill>
                  <a:schemeClr val="dk1"/>
                </a:solidFill>
              </a:rPr>
              <a:t>进入，在“</a:t>
            </a:r>
            <a:r>
              <a:rPr lang="en-GB" altLang="zh-CN" sz="2000" b="1" dirty="0">
                <a:solidFill>
                  <a:schemeClr val="dk1"/>
                </a:solidFill>
              </a:rPr>
              <a:t>Groups”</a:t>
            </a:r>
            <a:r>
              <a:rPr lang="zh-CN" altLang="en-US" sz="2000" b="1" dirty="0">
                <a:solidFill>
                  <a:schemeClr val="dk1"/>
                </a:solidFill>
              </a:rPr>
              <a:t>一栏中找到“</a:t>
            </a:r>
            <a:r>
              <a:rPr lang="en-GB" altLang="zh-CN" sz="2000" b="1" dirty="0">
                <a:solidFill>
                  <a:schemeClr val="dk1"/>
                </a:solidFill>
              </a:rPr>
              <a:t>BSP”</a:t>
            </a:r>
            <a:r>
              <a:rPr lang="zh-CN" altLang="en-GB" sz="2000" b="1" dirty="0">
                <a:solidFill>
                  <a:schemeClr val="dk1"/>
                </a:solidFill>
              </a:rPr>
              <a:t>，</a:t>
            </a:r>
            <a:r>
              <a:rPr lang="zh-CN" altLang="en-US" sz="2000" b="1" dirty="0">
                <a:solidFill>
                  <a:schemeClr val="dk1"/>
                </a:solidFill>
              </a:rPr>
              <a:t>选中，然后单击“</a:t>
            </a:r>
            <a:r>
              <a:rPr lang="en-GB" altLang="zh-CN" sz="2000" b="1" dirty="0">
                <a:solidFill>
                  <a:schemeClr val="dk1"/>
                </a:solidFill>
              </a:rPr>
              <a:t>Add Files”</a:t>
            </a:r>
            <a:r>
              <a:rPr lang="zh-CN" altLang="en-GB" sz="2000" b="1" dirty="0">
                <a:solidFill>
                  <a:schemeClr val="dk1"/>
                </a:solidFill>
              </a:rPr>
              <a:t>，</a:t>
            </a:r>
            <a:r>
              <a:rPr lang="zh-CN" altLang="en-US" sz="2000" b="1" dirty="0">
                <a:solidFill>
                  <a:schemeClr val="dk1"/>
                </a:solidFill>
              </a:rPr>
              <a:t>添加要加入工程的</a:t>
            </a:r>
            <a:r>
              <a:rPr lang="en-US" altLang="zh-CN" sz="2000" b="1" dirty="0">
                <a:solidFill>
                  <a:schemeClr val="dk1"/>
                </a:solidFill>
              </a:rPr>
              <a:t>.</a:t>
            </a:r>
            <a:r>
              <a:rPr lang="en-GB" altLang="zh-CN" sz="2000" b="1" dirty="0">
                <a:solidFill>
                  <a:schemeClr val="dk1"/>
                </a:solidFill>
              </a:rPr>
              <a:t>c</a:t>
            </a:r>
            <a:r>
              <a:rPr lang="zh-CN" altLang="en-US" sz="2000" b="1" dirty="0">
                <a:solidFill>
                  <a:schemeClr val="dk1"/>
                </a:solidFill>
              </a:rPr>
              <a:t>文件，具体操作如</a:t>
            </a:r>
            <a:r>
              <a:rPr lang="zh-CN" altLang="en-US" sz="2000" b="1" dirty="0" smtClean="0">
                <a:solidFill>
                  <a:schemeClr val="dk1"/>
                </a:solidFill>
              </a:rPr>
              <a:t>图所</a:t>
            </a:r>
            <a:r>
              <a:rPr lang="zh-CN" altLang="en-US" sz="2000" b="1" dirty="0">
                <a:solidFill>
                  <a:schemeClr val="dk1"/>
                </a:solidFill>
              </a:rPr>
              <a:t>示。</a:t>
            </a:r>
          </a:p>
        </p:txBody>
      </p:sp>
      <p:sp>
        <p:nvSpPr>
          <p:cNvPr id="4" name="矩形 3"/>
          <p:cNvSpPr/>
          <p:nvPr/>
        </p:nvSpPr>
        <p:spPr>
          <a:xfrm>
            <a:off x="0" y="339503"/>
            <a:ext cx="442798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5188" y="360767"/>
            <a:ext cx="42226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6.4.3 EXTI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标准外设库应用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实例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5119492" y="435903"/>
            <a:ext cx="1368151" cy="4796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 smtClean="0">
                <a:solidFill>
                  <a:schemeClr val="tx1"/>
                </a:solidFill>
              </a:rPr>
              <a:t>软件设计</a:t>
            </a:r>
            <a:endParaRPr lang="zh-CN" altLang="en-US" sz="2000" b="1" dirty="0">
              <a:solidFill>
                <a:schemeClr val="tx1"/>
              </a:solidFill>
            </a:endParaRPr>
          </a:p>
        </p:txBody>
      </p:sp>
      <p:pic>
        <p:nvPicPr>
          <p:cNvPr id="14" name="图片 13" descr="F:\STM32书稿2019-9编\教材编写2019-8-29刘备份\2019-09-09_152320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059582"/>
            <a:ext cx="4661531" cy="344377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矩形 6"/>
          <p:cNvSpPr/>
          <p:nvPr/>
        </p:nvSpPr>
        <p:spPr>
          <a:xfrm>
            <a:off x="1557232" y="4587974"/>
            <a:ext cx="25181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添加</a:t>
            </a:r>
            <a:r>
              <a:rPr lang="en-GB" altLang="zh-CN" b="1" dirty="0" err="1"/>
              <a:t>exti_key.c</a:t>
            </a:r>
            <a:r>
              <a:rPr lang="zh-CN" altLang="en-US" b="1" dirty="0"/>
              <a:t>到工程中</a:t>
            </a:r>
          </a:p>
        </p:txBody>
      </p:sp>
    </p:spTree>
    <p:extLst>
      <p:ext uri="{BB962C8B-B14F-4D97-AF65-F5344CB8AC3E}">
        <p14:creationId xmlns:p14="http://schemas.microsoft.com/office/powerpoint/2010/main" val="302514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339503"/>
            <a:ext cx="442798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5188" y="360767"/>
            <a:ext cx="42226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6.4.3 EXTI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标准外设库应用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实例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2827695" y="1799897"/>
            <a:ext cx="3096344" cy="1987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chemeClr val="dk1"/>
                </a:solidFill>
              </a:rPr>
              <a:t>#</a:t>
            </a:r>
            <a:r>
              <a:rPr lang="en-GB" altLang="zh-CN" sz="2000" b="1" dirty="0" err="1">
                <a:solidFill>
                  <a:schemeClr val="dk1"/>
                </a:solidFill>
              </a:rPr>
              <a:t>ifndef</a:t>
            </a:r>
            <a:r>
              <a:rPr lang="en-GB" altLang="zh-CN" sz="2000" b="1" dirty="0">
                <a:solidFill>
                  <a:schemeClr val="dk1"/>
                </a:solidFill>
              </a:rPr>
              <a:t> __EXTI_KEY_H</a:t>
            </a:r>
          </a:p>
          <a:p>
            <a:pPr>
              <a:lnSpc>
                <a:spcPct val="125000"/>
              </a:lnSpc>
            </a:pPr>
            <a:r>
              <a:rPr lang="en-GB" altLang="zh-CN" sz="2000" b="1" dirty="0">
                <a:solidFill>
                  <a:schemeClr val="dk1"/>
                </a:solidFill>
              </a:rPr>
              <a:t>#define __EXTI_KEY_H</a:t>
            </a:r>
          </a:p>
          <a:p>
            <a:pPr>
              <a:lnSpc>
                <a:spcPct val="125000"/>
              </a:lnSpc>
            </a:pPr>
            <a:r>
              <a:rPr lang="en-GB" altLang="zh-CN" sz="2000" b="1" dirty="0">
                <a:solidFill>
                  <a:schemeClr val="dk1"/>
                </a:solidFill>
              </a:rPr>
              <a:t>#include "stm32f10x.h"</a:t>
            </a:r>
          </a:p>
          <a:p>
            <a:pPr>
              <a:lnSpc>
                <a:spcPct val="125000"/>
              </a:lnSpc>
            </a:pPr>
            <a:r>
              <a:rPr lang="en-GB" altLang="zh-CN" sz="2000" b="1" dirty="0">
                <a:solidFill>
                  <a:schemeClr val="dk1"/>
                </a:solidFill>
              </a:rPr>
              <a:t>void </a:t>
            </a:r>
            <a:r>
              <a:rPr lang="en-GB" altLang="zh-CN" sz="2000" b="1" dirty="0" err="1">
                <a:solidFill>
                  <a:schemeClr val="dk1"/>
                </a:solidFill>
              </a:rPr>
              <a:t>EXTI_Key_Init</a:t>
            </a:r>
            <a:r>
              <a:rPr lang="en-GB" altLang="zh-CN" sz="2000" b="1" dirty="0">
                <a:solidFill>
                  <a:schemeClr val="dk1"/>
                </a:solidFill>
              </a:rPr>
              <a:t>(void);</a:t>
            </a:r>
          </a:p>
          <a:p>
            <a:pPr>
              <a:lnSpc>
                <a:spcPct val="125000"/>
              </a:lnSpc>
            </a:pPr>
            <a:r>
              <a:rPr lang="en-GB" altLang="zh-CN" sz="2000" b="1" dirty="0">
                <a:solidFill>
                  <a:schemeClr val="dk1"/>
                </a:solidFill>
              </a:rPr>
              <a:t>#</a:t>
            </a:r>
            <a:r>
              <a:rPr lang="en-GB" altLang="zh-CN" sz="2000" b="1" dirty="0" err="1">
                <a:solidFill>
                  <a:schemeClr val="dk1"/>
                </a:solidFill>
              </a:rPr>
              <a:t>endif</a:t>
            </a:r>
            <a:endParaRPr lang="en-GB" altLang="zh-CN" sz="2000" b="1" dirty="0">
              <a:solidFill>
                <a:schemeClr val="dk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470521" y="1166327"/>
            <a:ext cx="310147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 smtClean="0">
                <a:solidFill>
                  <a:srgbClr val="C00000"/>
                </a:solidFill>
              </a:rPr>
              <a:t>1.  </a:t>
            </a:r>
            <a:r>
              <a:rPr lang="zh-CN" altLang="en-US" b="1" dirty="0" smtClean="0">
                <a:solidFill>
                  <a:srgbClr val="C00000"/>
                </a:solidFill>
              </a:rPr>
              <a:t>新建</a:t>
            </a:r>
            <a:r>
              <a:rPr lang="en-GB" altLang="zh-CN" b="1" dirty="0" err="1" smtClean="0">
                <a:solidFill>
                  <a:srgbClr val="C00000"/>
                </a:solidFill>
              </a:rPr>
              <a:t>exti_key.h</a:t>
            </a:r>
            <a:r>
              <a:rPr lang="zh-CN" altLang="en-US" b="1" dirty="0">
                <a:solidFill>
                  <a:srgbClr val="C00000"/>
                </a:solidFill>
              </a:rPr>
              <a:t>文件</a:t>
            </a:r>
          </a:p>
        </p:txBody>
      </p:sp>
      <p:grpSp>
        <p:nvGrpSpPr>
          <p:cNvPr id="13" name="组合 12"/>
          <p:cNvGrpSpPr/>
          <p:nvPr/>
        </p:nvGrpSpPr>
        <p:grpSpPr>
          <a:xfrm rot="5400000">
            <a:off x="7276236" y="2509896"/>
            <a:ext cx="986940" cy="986938"/>
            <a:chOff x="4804687" y="2294038"/>
            <a:chExt cx="1354015" cy="1354012"/>
          </a:xfrm>
        </p:grpSpPr>
        <p:sp>
          <p:nvSpPr>
            <p:cNvPr id="15" name="ïṧḷïḓê-任意多边形: 形状 4">
              <a:extLst>
                <a:ext uri="{FF2B5EF4-FFF2-40B4-BE49-F238E27FC236}">
                  <a16:creationId xmlns:a16="http://schemas.microsoft.com/office/drawing/2014/main" xmlns="" id="{86A49E6A-6B1A-47FB-9631-DCE52C050E4F}"/>
                </a:ext>
              </a:extLst>
            </p:cNvPr>
            <p:cNvSpPr/>
            <p:nvPr/>
          </p:nvSpPr>
          <p:spPr>
            <a:xfrm>
              <a:off x="4804687" y="2294038"/>
              <a:ext cx="1354015" cy="1354012"/>
            </a:xfrm>
            <a:custGeom>
              <a:avLst/>
              <a:gdLst>
                <a:gd name="connsiteX0" fmla="*/ 1124074 w 1583637"/>
                <a:gd name="connsiteY0" fmla="*/ 252493 h 1583637"/>
                <a:gd name="connsiteX1" fmla="*/ 1247256 w 1583637"/>
                <a:gd name="connsiteY1" fmla="*/ 149126 h 1583637"/>
                <a:gd name="connsiteX2" fmla="*/ 1345663 w 1583637"/>
                <a:gd name="connsiteY2" fmla="*/ 231701 h 1583637"/>
                <a:gd name="connsiteX3" fmla="*/ 1265256 w 1583637"/>
                <a:gd name="connsiteY3" fmla="*/ 370961 h 1583637"/>
                <a:gd name="connsiteX4" fmla="*/ 1393012 w 1583637"/>
                <a:gd name="connsiteY4" fmla="*/ 592241 h 1583637"/>
                <a:gd name="connsiteX5" fmla="*/ 1553818 w 1583637"/>
                <a:gd name="connsiteY5" fmla="*/ 592237 h 1583637"/>
                <a:gd name="connsiteX6" fmla="*/ 1576125 w 1583637"/>
                <a:gd name="connsiteY6" fmla="*/ 718748 h 1583637"/>
                <a:gd name="connsiteX7" fmla="*/ 1425015 w 1583637"/>
                <a:gd name="connsiteY7" fmla="*/ 773743 h 1583637"/>
                <a:gd name="connsiteX8" fmla="*/ 1380646 w 1583637"/>
                <a:gd name="connsiteY8" fmla="*/ 1025372 h 1583637"/>
                <a:gd name="connsiteX9" fmla="*/ 1503833 w 1583637"/>
                <a:gd name="connsiteY9" fmla="*/ 1128733 h 1583637"/>
                <a:gd name="connsiteX10" fmla="*/ 1439602 w 1583637"/>
                <a:gd name="connsiteY10" fmla="*/ 1239984 h 1583637"/>
                <a:gd name="connsiteX11" fmla="*/ 1288495 w 1583637"/>
                <a:gd name="connsiteY11" fmla="*/ 1184982 h 1583637"/>
                <a:gd name="connsiteX12" fmla="*/ 1092761 w 1583637"/>
                <a:gd name="connsiteY12" fmla="*/ 1349222 h 1583637"/>
                <a:gd name="connsiteX13" fmla="*/ 1120689 w 1583637"/>
                <a:gd name="connsiteY13" fmla="*/ 1507584 h 1583637"/>
                <a:gd name="connsiteX14" fmla="*/ 999974 w 1583637"/>
                <a:gd name="connsiteY14" fmla="*/ 1551521 h 1583637"/>
                <a:gd name="connsiteX15" fmla="*/ 919574 w 1583637"/>
                <a:gd name="connsiteY15" fmla="*/ 1412257 h 1583637"/>
                <a:gd name="connsiteX16" fmla="*/ 664062 w 1583637"/>
                <a:gd name="connsiteY16" fmla="*/ 1412257 h 1583637"/>
                <a:gd name="connsiteX17" fmla="*/ 583663 w 1583637"/>
                <a:gd name="connsiteY17" fmla="*/ 1551521 h 1583637"/>
                <a:gd name="connsiteX18" fmla="*/ 462948 w 1583637"/>
                <a:gd name="connsiteY18" fmla="*/ 1507584 h 1583637"/>
                <a:gd name="connsiteX19" fmla="*/ 490876 w 1583637"/>
                <a:gd name="connsiteY19" fmla="*/ 1349222 h 1583637"/>
                <a:gd name="connsiteX20" fmla="*/ 295142 w 1583637"/>
                <a:gd name="connsiteY20" fmla="*/ 1184981 h 1583637"/>
                <a:gd name="connsiteX21" fmla="*/ 144035 w 1583637"/>
                <a:gd name="connsiteY21" fmla="*/ 1239984 h 1583637"/>
                <a:gd name="connsiteX22" fmla="*/ 79804 w 1583637"/>
                <a:gd name="connsiteY22" fmla="*/ 1128733 h 1583637"/>
                <a:gd name="connsiteX23" fmla="*/ 202991 w 1583637"/>
                <a:gd name="connsiteY23" fmla="*/ 1025372 h 1583637"/>
                <a:gd name="connsiteX24" fmla="*/ 158622 w 1583637"/>
                <a:gd name="connsiteY24" fmla="*/ 773743 h 1583637"/>
                <a:gd name="connsiteX25" fmla="*/ 7512 w 1583637"/>
                <a:gd name="connsiteY25" fmla="*/ 718748 h 1583637"/>
                <a:gd name="connsiteX26" fmla="*/ 29819 w 1583637"/>
                <a:gd name="connsiteY26" fmla="*/ 592237 h 1583637"/>
                <a:gd name="connsiteX27" fmla="*/ 190625 w 1583637"/>
                <a:gd name="connsiteY27" fmla="*/ 592241 h 1583637"/>
                <a:gd name="connsiteX28" fmla="*/ 318381 w 1583637"/>
                <a:gd name="connsiteY28" fmla="*/ 370961 h 1583637"/>
                <a:gd name="connsiteX29" fmla="*/ 237974 w 1583637"/>
                <a:gd name="connsiteY29" fmla="*/ 231701 h 1583637"/>
                <a:gd name="connsiteX30" fmla="*/ 336381 w 1583637"/>
                <a:gd name="connsiteY30" fmla="*/ 149126 h 1583637"/>
                <a:gd name="connsiteX31" fmla="*/ 459563 w 1583637"/>
                <a:gd name="connsiteY31" fmla="*/ 252493 h 1583637"/>
                <a:gd name="connsiteX32" fmla="*/ 699666 w 1583637"/>
                <a:gd name="connsiteY32" fmla="*/ 165103 h 1583637"/>
                <a:gd name="connsiteX33" fmla="*/ 727586 w 1583637"/>
                <a:gd name="connsiteY33" fmla="*/ 6739 h 1583637"/>
                <a:gd name="connsiteX34" fmla="*/ 856051 w 1583637"/>
                <a:gd name="connsiteY34" fmla="*/ 6739 h 1583637"/>
                <a:gd name="connsiteX35" fmla="*/ 883970 w 1583637"/>
                <a:gd name="connsiteY35" fmla="*/ 165102 h 1583637"/>
                <a:gd name="connsiteX36" fmla="*/ 1124073 w 1583637"/>
                <a:gd name="connsiteY36" fmla="*/ 252493 h 1583637"/>
                <a:gd name="connsiteX37" fmla="*/ 1124074 w 1583637"/>
                <a:gd name="connsiteY37" fmla="*/ 252493 h 1583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583637" h="1583637">
                  <a:moveTo>
                    <a:pt x="1124074" y="252493"/>
                  </a:moveTo>
                  <a:lnTo>
                    <a:pt x="1247256" y="149126"/>
                  </a:lnTo>
                  <a:lnTo>
                    <a:pt x="1345663" y="231701"/>
                  </a:lnTo>
                  <a:lnTo>
                    <a:pt x="1265256" y="370961"/>
                  </a:lnTo>
                  <a:cubicBezTo>
                    <a:pt x="1322430" y="435278"/>
                    <a:pt x="1365899" y="510569"/>
                    <a:pt x="1393012" y="592241"/>
                  </a:cubicBezTo>
                  <a:lnTo>
                    <a:pt x="1553818" y="592237"/>
                  </a:lnTo>
                  <a:lnTo>
                    <a:pt x="1576125" y="718748"/>
                  </a:lnTo>
                  <a:lnTo>
                    <a:pt x="1425015" y="773743"/>
                  </a:lnTo>
                  <a:cubicBezTo>
                    <a:pt x="1427471" y="859762"/>
                    <a:pt x="1412374" y="945380"/>
                    <a:pt x="1380646" y="1025372"/>
                  </a:cubicBezTo>
                  <a:lnTo>
                    <a:pt x="1503833" y="1128733"/>
                  </a:lnTo>
                  <a:lnTo>
                    <a:pt x="1439602" y="1239984"/>
                  </a:lnTo>
                  <a:lnTo>
                    <a:pt x="1288495" y="1184982"/>
                  </a:lnTo>
                  <a:cubicBezTo>
                    <a:pt x="1235084" y="1252456"/>
                    <a:pt x="1168484" y="1308339"/>
                    <a:pt x="1092761" y="1349222"/>
                  </a:cubicBezTo>
                  <a:lnTo>
                    <a:pt x="1120689" y="1507584"/>
                  </a:lnTo>
                  <a:lnTo>
                    <a:pt x="999974" y="1551521"/>
                  </a:lnTo>
                  <a:lnTo>
                    <a:pt x="919574" y="1412257"/>
                  </a:lnTo>
                  <a:cubicBezTo>
                    <a:pt x="835287" y="1429613"/>
                    <a:pt x="748348" y="1429613"/>
                    <a:pt x="664062" y="1412257"/>
                  </a:cubicBezTo>
                  <a:lnTo>
                    <a:pt x="583663" y="1551521"/>
                  </a:lnTo>
                  <a:lnTo>
                    <a:pt x="462948" y="1507584"/>
                  </a:lnTo>
                  <a:lnTo>
                    <a:pt x="490876" y="1349222"/>
                  </a:lnTo>
                  <a:cubicBezTo>
                    <a:pt x="415153" y="1308339"/>
                    <a:pt x="348553" y="1252455"/>
                    <a:pt x="295142" y="1184981"/>
                  </a:cubicBezTo>
                  <a:lnTo>
                    <a:pt x="144035" y="1239984"/>
                  </a:lnTo>
                  <a:lnTo>
                    <a:pt x="79804" y="1128733"/>
                  </a:lnTo>
                  <a:lnTo>
                    <a:pt x="202991" y="1025372"/>
                  </a:lnTo>
                  <a:cubicBezTo>
                    <a:pt x="171263" y="945380"/>
                    <a:pt x="156166" y="859762"/>
                    <a:pt x="158622" y="773743"/>
                  </a:cubicBezTo>
                  <a:lnTo>
                    <a:pt x="7512" y="718748"/>
                  </a:lnTo>
                  <a:lnTo>
                    <a:pt x="29819" y="592237"/>
                  </a:lnTo>
                  <a:lnTo>
                    <a:pt x="190625" y="592241"/>
                  </a:lnTo>
                  <a:cubicBezTo>
                    <a:pt x="217738" y="510569"/>
                    <a:pt x="261208" y="435277"/>
                    <a:pt x="318381" y="370961"/>
                  </a:cubicBezTo>
                  <a:lnTo>
                    <a:pt x="237974" y="231701"/>
                  </a:lnTo>
                  <a:lnTo>
                    <a:pt x="336381" y="149126"/>
                  </a:lnTo>
                  <a:lnTo>
                    <a:pt x="459563" y="252493"/>
                  </a:lnTo>
                  <a:cubicBezTo>
                    <a:pt x="532831" y="207356"/>
                    <a:pt x="614527" y="177621"/>
                    <a:pt x="699666" y="165103"/>
                  </a:cubicBezTo>
                  <a:lnTo>
                    <a:pt x="727586" y="6739"/>
                  </a:lnTo>
                  <a:lnTo>
                    <a:pt x="856051" y="6739"/>
                  </a:lnTo>
                  <a:lnTo>
                    <a:pt x="883970" y="165102"/>
                  </a:lnTo>
                  <a:cubicBezTo>
                    <a:pt x="969110" y="177621"/>
                    <a:pt x="1050806" y="207356"/>
                    <a:pt x="1124073" y="252493"/>
                  </a:cubicBezTo>
                  <a:lnTo>
                    <a:pt x="1124074" y="252493"/>
                  </a:lnTo>
                  <a:close/>
                </a:path>
              </a:pathLst>
            </a:custGeom>
            <a:solidFill>
              <a:schemeClr val="tx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0" tIns="0" rIns="0" bIns="0"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/>
            </a:p>
          </p:txBody>
        </p:sp>
        <p:sp>
          <p:nvSpPr>
            <p:cNvPr id="16" name="ïṧḷïḓê-Oval 5">
              <a:extLst>
                <a:ext uri="{FF2B5EF4-FFF2-40B4-BE49-F238E27FC236}">
                  <a16:creationId xmlns:a16="http://schemas.microsoft.com/office/drawing/2014/main" xmlns="" id="{6908010F-8E5D-45DA-8274-EB48CB6B3B2E}"/>
                </a:ext>
              </a:extLst>
            </p:cNvPr>
            <p:cNvSpPr/>
            <p:nvPr/>
          </p:nvSpPr>
          <p:spPr>
            <a:xfrm>
              <a:off x="5061660" y="2551010"/>
              <a:ext cx="840068" cy="840068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 anchorCtr="1">
              <a:norm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 rot="5400000">
            <a:off x="5004047" y="3787365"/>
            <a:ext cx="986940" cy="986938"/>
            <a:chOff x="7966176" y="2311291"/>
            <a:chExt cx="1354015" cy="1354012"/>
          </a:xfrm>
        </p:grpSpPr>
        <p:sp>
          <p:nvSpPr>
            <p:cNvPr id="18" name="ïṧḷïḓê-任意多边形: 形状 10">
              <a:extLst>
                <a:ext uri="{FF2B5EF4-FFF2-40B4-BE49-F238E27FC236}">
                  <a16:creationId xmlns:a16="http://schemas.microsoft.com/office/drawing/2014/main" xmlns="" id="{7F6911B1-DDB8-44F4-B77D-5F96FD427A1E}"/>
                </a:ext>
              </a:extLst>
            </p:cNvPr>
            <p:cNvSpPr/>
            <p:nvPr/>
          </p:nvSpPr>
          <p:spPr>
            <a:xfrm>
              <a:off x="7966176" y="2311291"/>
              <a:ext cx="1354015" cy="1354012"/>
            </a:xfrm>
            <a:custGeom>
              <a:avLst/>
              <a:gdLst>
                <a:gd name="connsiteX0" fmla="*/ 1124074 w 1583637"/>
                <a:gd name="connsiteY0" fmla="*/ 252493 h 1583637"/>
                <a:gd name="connsiteX1" fmla="*/ 1247256 w 1583637"/>
                <a:gd name="connsiteY1" fmla="*/ 149126 h 1583637"/>
                <a:gd name="connsiteX2" fmla="*/ 1345663 w 1583637"/>
                <a:gd name="connsiteY2" fmla="*/ 231701 h 1583637"/>
                <a:gd name="connsiteX3" fmla="*/ 1265256 w 1583637"/>
                <a:gd name="connsiteY3" fmla="*/ 370961 h 1583637"/>
                <a:gd name="connsiteX4" fmla="*/ 1393012 w 1583637"/>
                <a:gd name="connsiteY4" fmla="*/ 592241 h 1583637"/>
                <a:gd name="connsiteX5" fmla="*/ 1553818 w 1583637"/>
                <a:gd name="connsiteY5" fmla="*/ 592237 h 1583637"/>
                <a:gd name="connsiteX6" fmla="*/ 1576125 w 1583637"/>
                <a:gd name="connsiteY6" fmla="*/ 718748 h 1583637"/>
                <a:gd name="connsiteX7" fmla="*/ 1425015 w 1583637"/>
                <a:gd name="connsiteY7" fmla="*/ 773743 h 1583637"/>
                <a:gd name="connsiteX8" fmla="*/ 1380646 w 1583637"/>
                <a:gd name="connsiteY8" fmla="*/ 1025372 h 1583637"/>
                <a:gd name="connsiteX9" fmla="*/ 1503833 w 1583637"/>
                <a:gd name="connsiteY9" fmla="*/ 1128733 h 1583637"/>
                <a:gd name="connsiteX10" fmla="*/ 1439602 w 1583637"/>
                <a:gd name="connsiteY10" fmla="*/ 1239984 h 1583637"/>
                <a:gd name="connsiteX11" fmla="*/ 1288495 w 1583637"/>
                <a:gd name="connsiteY11" fmla="*/ 1184982 h 1583637"/>
                <a:gd name="connsiteX12" fmla="*/ 1092761 w 1583637"/>
                <a:gd name="connsiteY12" fmla="*/ 1349222 h 1583637"/>
                <a:gd name="connsiteX13" fmla="*/ 1120689 w 1583637"/>
                <a:gd name="connsiteY13" fmla="*/ 1507584 h 1583637"/>
                <a:gd name="connsiteX14" fmla="*/ 999974 w 1583637"/>
                <a:gd name="connsiteY14" fmla="*/ 1551521 h 1583637"/>
                <a:gd name="connsiteX15" fmla="*/ 919574 w 1583637"/>
                <a:gd name="connsiteY15" fmla="*/ 1412257 h 1583637"/>
                <a:gd name="connsiteX16" fmla="*/ 664062 w 1583637"/>
                <a:gd name="connsiteY16" fmla="*/ 1412257 h 1583637"/>
                <a:gd name="connsiteX17" fmla="*/ 583663 w 1583637"/>
                <a:gd name="connsiteY17" fmla="*/ 1551521 h 1583637"/>
                <a:gd name="connsiteX18" fmla="*/ 462948 w 1583637"/>
                <a:gd name="connsiteY18" fmla="*/ 1507584 h 1583637"/>
                <a:gd name="connsiteX19" fmla="*/ 490876 w 1583637"/>
                <a:gd name="connsiteY19" fmla="*/ 1349222 h 1583637"/>
                <a:gd name="connsiteX20" fmla="*/ 295142 w 1583637"/>
                <a:gd name="connsiteY20" fmla="*/ 1184981 h 1583637"/>
                <a:gd name="connsiteX21" fmla="*/ 144035 w 1583637"/>
                <a:gd name="connsiteY21" fmla="*/ 1239984 h 1583637"/>
                <a:gd name="connsiteX22" fmla="*/ 79804 w 1583637"/>
                <a:gd name="connsiteY22" fmla="*/ 1128733 h 1583637"/>
                <a:gd name="connsiteX23" fmla="*/ 202991 w 1583637"/>
                <a:gd name="connsiteY23" fmla="*/ 1025372 h 1583637"/>
                <a:gd name="connsiteX24" fmla="*/ 158622 w 1583637"/>
                <a:gd name="connsiteY24" fmla="*/ 773743 h 1583637"/>
                <a:gd name="connsiteX25" fmla="*/ 7512 w 1583637"/>
                <a:gd name="connsiteY25" fmla="*/ 718748 h 1583637"/>
                <a:gd name="connsiteX26" fmla="*/ 29819 w 1583637"/>
                <a:gd name="connsiteY26" fmla="*/ 592237 h 1583637"/>
                <a:gd name="connsiteX27" fmla="*/ 190625 w 1583637"/>
                <a:gd name="connsiteY27" fmla="*/ 592241 h 1583637"/>
                <a:gd name="connsiteX28" fmla="*/ 318381 w 1583637"/>
                <a:gd name="connsiteY28" fmla="*/ 370961 h 1583637"/>
                <a:gd name="connsiteX29" fmla="*/ 237974 w 1583637"/>
                <a:gd name="connsiteY29" fmla="*/ 231701 h 1583637"/>
                <a:gd name="connsiteX30" fmla="*/ 336381 w 1583637"/>
                <a:gd name="connsiteY30" fmla="*/ 149126 h 1583637"/>
                <a:gd name="connsiteX31" fmla="*/ 459563 w 1583637"/>
                <a:gd name="connsiteY31" fmla="*/ 252493 h 1583637"/>
                <a:gd name="connsiteX32" fmla="*/ 699666 w 1583637"/>
                <a:gd name="connsiteY32" fmla="*/ 165103 h 1583637"/>
                <a:gd name="connsiteX33" fmla="*/ 727586 w 1583637"/>
                <a:gd name="connsiteY33" fmla="*/ 6739 h 1583637"/>
                <a:gd name="connsiteX34" fmla="*/ 856051 w 1583637"/>
                <a:gd name="connsiteY34" fmla="*/ 6739 h 1583637"/>
                <a:gd name="connsiteX35" fmla="*/ 883970 w 1583637"/>
                <a:gd name="connsiteY35" fmla="*/ 165102 h 1583637"/>
                <a:gd name="connsiteX36" fmla="*/ 1124073 w 1583637"/>
                <a:gd name="connsiteY36" fmla="*/ 252493 h 1583637"/>
                <a:gd name="connsiteX37" fmla="*/ 1124074 w 1583637"/>
                <a:gd name="connsiteY37" fmla="*/ 252493 h 1583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583637" h="1583637">
                  <a:moveTo>
                    <a:pt x="1124074" y="252493"/>
                  </a:moveTo>
                  <a:lnTo>
                    <a:pt x="1247256" y="149126"/>
                  </a:lnTo>
                  <a:lnTo>
                    <a:pt x="1345663" y="231701"/>
                  </a:lnTo>
                  <a:lnTo>
                    <a:pt x="1265256" y="370961"/>
                  </a:lnTo>
                  <a:cubicBezTo>
                    <a:pt x="1322430" y="435278"/>
                    <a:pt x="1365899" y="510569"/>
                    <a:pt x="1393012" y="592241"/>
                  </a:cubicBezTo>
                  <a:lnTo>
                    <a:pt x="1553818" y="592237"/>
                  </a:lnTo>
                  <a:lnTo>
                    <a:pt x="1576125" y="718748"/>
                  </a:lnTo>
                  <a:lnTo>
                    <a:pt x="1425015" y="773743"/>
                  </a:lnTo>
                  <a:cubicBezTo>
                    <a:pt x="1427471" y="859762"/>
                    <a:pt x="1412374" y="945380"/>
                    <a:pt x="1380646" y="1025372"/>
                  </a:cubicBezTo>
                  <a:lnTo>
                    <a:pt x="1503833" y="1128733"/>
                  </a:lnTo>
                  <a:lnTo>
                    <a:pt x="1439602" y="1239984"/>
                  </a:lnTo>
                  <a:lnTo>
                    <a:pt x="1288495" y="1184982"/>
                  </a:lnTo>
                  <a:cubicBezTo>
                    <a:pt x="1235084" y="1252456"/>
                    <a:pt x="1168484" y="1308339"/>
                    <a:pt x="1092761" y="1349222"/>
                  </a:cubicBezTo>
                  <a:lnTo>
                    <a:pt x="1120689" y="1507584"/>
                  </a:lnTo>
                  <a:lnTo>
                    <a:pt x="999974" y="1551521"/>
                  </a:lnTo>
                  <a:lnTo>
                    <a:pt x="919574" y="1412257"/>
                  </a:lnTo>
                  <a:cubicBezTo>
                    <a:pt x="835287" y="1429613"/>
                    <a:pt x="748348" y="1429613"/>
                    <a:pt x="664062" y="1412257"/>
                  </a:cubicBezTo>
                  <a:lnTo>
                    <a:pt x="583663" y="1551521"/>
                  </a:lnTo>
                  <a:lnTo>
                    <a:pt x="462948" y="1507584"/>
                  </a:lnTo>
                  <a:lnTo>
                    <a:pt x="490876" y="1349222"/>
                  </a:lnTo>
                  <a:cubicBezTo>
                    <a:pt x="415153" y="1308339"/>
                    <a:pt x="348553" y="1252455"/>
                    <a:pt x="295142" y="1184981"/>
                  </a:cubicBezTo>
                  <a:lnTo>
                    <a:pt x="144035" y="1239984"/>
                  </a:lnTo>
                  <a:lnTo>
                    <a:pt x="79804" y="1128733"/>
                  </a:lnTo>
                  <a:lnTo>
                    <a:pt x="202991" y="1025372"/>
                  </a:lnTo>
                  <a:cubicBezTo>
                    <a:pt x="171263" y="945380"/>
                    <a:pt x="156166" y="859762"/>
                    <a:pt x="158622" y="773743"/>
                  </a:cubicBezTo>
                  <a:lnTo>
                    <a:pt x="7512" y="718748"/>
                  </a:lnTo>
                  <a:lnTo>
                    <a:pt x="29819" y="592237"/>
                  </a:lnTo>
                  <a:lnTo>
                    <a:pt x="190625" y="592241"/>
                  </a:lnTo>
                  <a:cubicBezTo>
                    <a:pt x="217738" y="510569"/>
                    <a:pt x="261208" y="435277"/>
                    <a:pt x="318381" y="370961"/>
                  </a:cubicBezTo>
                  <a:lnTo>
                    <a:pt x="237974" y="231701"/>
                  </a:lnTo>
                  <a:lnTo>
                    <a:pt x="336381" y="149126"/>
                  </a:lnTo>
                  <a:lnTo>
                    <a:pt x="459563" y="252493"/>
                  </a:lnTo>
                  <a:cubicBezTo>
                    <a:pt x="532831" y="207356"/>
                    <a:pt x="614527" y="177621"/>
                    <a:pt x="699666" y="165103"/>
                  </a:cubicBezTo>
                  <a:lnTo>
                    <a:pt x="727586" y="6739"/>
                  </a:lnTo>
                  <a:lnTo>
                    <a:pt x="856051" y="6739"/>
                  </a:lnTo>
                  <a:lnTo>
                    <a:pt x="883970" y="165102"/>
                  </a:lnTo>
                  <a:cubicBezTo>
                    <a:pt x="969110" y="177621"/>
                    <a:pt x="1050806" y="207356"/>
                    <a:pt x="1124073" y="252493"/>
                  </a:cubicBezTo>
                  <a:lnTo>
                    <a:pt x="1124074" y="252493"/>
                  </a:lnTo>
                  <a:close/>
                </a:path>
              </a:pathLst>
            </a:custGeom>
            <a:solidFill>
              <a:schemeClr val="tx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none" lIns="0" tIns="0" rIns="0" bIns="0" anchor="ctr" anchorCtr="1">
              <a:norm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defTabSz="1777956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00">
                  <a:solidFill>
                    <a:schemeClr val="tx1"/>
                  </a:solidFill>
                </a:rPr>
                <a:t>关键词</a:t>
              </a:r>
            </a:p>
          </p:txBody>
        </p:sp>
        <p:sp>
          <p:nvSpPr>
            <p:cNvPr id="19" name="ïṧḷïḓê-Oval 9">
              <a:extLst>
                <a:ext uri="{FF2B5EF4-FFF2-40B4-BE49-F238E27FC236}">
                  <a16:creationId xmlns:a16="http://schemas.microsoft.com/office/drawing/2014/main" xmlns="" id="{551677DA-F3B4-49DE-9269-24DF7B72F6B3}"/>
                </a:ext>
              </a:extLst>
            </p:cNvPr>
            <p:cNvSpPr/>
            <p:nvPr/>
          </p:nvSpPr>
          <p:spPr>
            <a:xfrm>
              <a:off x="8223149" y="2568263"/>
              <a:ext cx="840068" cy="840068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 anchorCtr="1">
              <a:norm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 rot="5400000">
            <a:off x="5924037" y="548260"/>
            <a:ext cx="1422186" cy="1422183"/>
            <a:chOff x="2871809" y="2252236"/>
            <a:chExt cx="1951143" cy="1951139"/>
          </a:xfrm>
        </p:grpSpPr>
        <p:sp>
          <p:nvSpPr>
            <p:cNvPr id="24" name="ïṧḷïḓê-任意多边形: 形状 2">
              <a:extLst>
                <a:ext uri="{FF2B5EF4-FFF2-40B4-BE49-F238E27FC236}">
                  <a16:creationId xmlns:a16="http://schemas.microsoft.com/office/drawing/2014/main" xmlns="" id="{B7EA278B-2D6F-4202-89AC-28C9D71241FD}"/>
                </a:ext>
              </a:extLst>
            </p:cNvPr>
            <p:cNvSpPr/>
            <p:nvPr/>
          </p:nvSpPr>
          <p:spPr>
            <a:xfrm>
              <a:off x="2871809" y="2252236"/>
              <a:ext cx="1951143" cy="1951139"/>
            </a:xfrm>
            <a:custGeom>
              <a:avLst/>
              <a:gdLst>
                <a:gd name="connsiteX0" fmla="*/ 1124074 w 1583637"/>
                <a:gd name="connsiteY0" fmla="*/ 252493 h 1583637"/>
                <a:gd name="connsiteX1" fmla="*/ 1247256 w 1583637"/>
                <a:gd name="connsiteY1" fmla="*/ 149126 h 1583637"/>
                <a:gd name="connsiteX2" fmla="*/ 1345663 w 1583637"/>
                <a:gd name="connsiteY2" fmla="*/ 231701 h 1583637"/>
                <a:gd name="connsiteX3" fmla="*/ 1265256 w 1583637"/>
                <a:gd name="connsiteY3" fmla="*/ 370961 h 1583637"/>
                <a:gd name="connsiteX4" fmla="*/ 1393012 w 1583637"/>
                <a:gd name="connsiteY4" fmla="*/ 592241 h 1583637"/>
                <a:gd name="connsiteX5" fmla="*/ 1553818 w 1583637"/>
                <a:gd name="connsiteY5" fmla="*/ 592237 h 1583637"/>
                <a:gd name="connsiteX6" fmla="*/ 1576125 w 1583637"/>
                <a:gd name="connsiteY6" fmla="*/ 718748 h 1583637"/>
                <a:gd name="connsiteX7" fmla="*/ 1425015 w 1583637"/>
                <a:gd name="connsiteY7" fmla="*/ 773743 h 1583637"/>
                <a:gd name="connsiteX8" fmla="*/ 1380646 w 1583637"/>
                <a:gd name="connsiteY8" fmla="*/ 1025372 h 1583637"/>
                <a:gd name="connsiteX9" fmla="*/ 1503833 w 1583637"/>
                <a:gd name="connsiteY9" fmla="*/ 1128733 h 1583637"/>
                <a:gd name="connsiteX10" fmla="*/ 1439602 w 1583637"/>
                <a:gd name="connsiteY10" fmla="*/ 1239984 h 1583637"/>
                <a:gd name="connsiteX11" fmla="*/ 1288495 w 1583637"/>
                <a:gd name="connsiteY11" fmla="*/ 1184982 h 1583637"/>
                <a:gd name="connsiteX12" fmla="*/ 1092761 w 1583637"/>
                <a:gd name="connsiteY12" fmla="*/ 1349222 h 1583637"/>
                <a:gd name="connsiteX13" fmla="*/ 1120689 w 1583637"/>
                <a:gd name="connsiteY13" fmla="*/ 1507584 h 1583637"/>
                <a:gd name="connsiteX14" fmla="*/ 999974 w 1583637"/>
                <a:gd name="connsiteY14" fmla="*/ 1551521 h 1583637"/>
                <a:gd name="connsiteX15" fmla="*/ 919574 w 1583637"/>
                <a:gd name="connsiteY15" fmla="*/ 1412257 h 1583637"/>
                <a:gd name="connsiteX16" fmla="*/ 664062 w 1583637"/>
                <a:gd name="connsiteY16" fmla="*/ 1412257 h 1583637"/>
                <a:gd name="connsiteX17" fmla="*/ 583663 w 1583637"/>
                <a:gd name="connsiteY17" fmla="*/ 1551521 h 1583637"/>
                <a:gd name="connsiteX18" fmla="*/ 462948 w 1583637"/>
                <a:gd name="connsiteY18" fmla="*/ 1507584 h 1583637"/>
                <a:gd name="connsiteX19" fmla="*/ 490876 w 1583637"/>
                <a:gd name="connsiteY19" fmla="*/ 1349222 h 1583637"/>
                <a:gd name="connsiteX20" fmla="*/ 295142 w 1583637"/>
                <a:gd name="connsiteY20" fmla="*/ 1184981 h 1583637"/>
                <a:gd name="connsiteX21" fmla="*/ 144035 w 1583637"/>
                <a:gd name="connsiteY21" fmla="*/ 1239984 h 1583637"/>
                <a:gd name="connsiteX22" fmla="*/ 79804 w 1583637"/>
                <a:gd name="connsiteY22" fmla="*/ 1128733 h 1583637"/>
                <a:gd name="connsiteX23" fmla="*/ 202991 w 1583637"/>
                <a:gd name="connsiteY23" fmla="*/ 1025372 h 1583637"/>
                <a:gd name="connsiteX24" fmla="*/ 158622 w 1583637"/>
                <a:gd name="connsiteY24" fmla="*/ 773743 h 1583637"/>
                <a:gd name="connsiteX25" fmla="*/ 7512 w 1583637"/>
                <a:gd name="connsiteY25" fmla="*/ 718748 h 1583637"/>
                <a:gd name="connsiteX26" fmla="*/ 29819 w 1583637"/>
                <a:gd name="connsiteY26" fmla="*/ 592237 h 1583637"/>
                <a:gd name="connsiteX27" fmla="*/ 190625 w 1583637"/>
                <a:gd name="connsiteY27" fmla="*/ 592241 h 1583637"/>
                <a:gd name="connsiteX28" fmla="*/ 318381 w 1583637"/>
                <a:gd name="connsiteY28" fmla="*/ 370961 h 1583637"/>
                <a:gd name="connsiteX29" fmla="*/ 237974 w 1583637"/>
                <a:gd name="connsiteY29" fmla="*/ 231701 h 1583637"/>
                <a:gd name="connsiteX30" fmla="*/ 336381 w 1583637"/>
                <a:gd name="connsiteY30" fmla="*/ 149126 h 1583637"/>
                <a:gd name="connsiteX31" fmla="*/ 459563 w 1583637"/>
                <a:gd name="connsiteY31" fmla="*/ 252493 h 1583637"/>
                <a:gd name="connsiteX32" fmla="*/ 699666 w 1583637"/>
                <a:gd name="connsiteY32" fmla="*/ 165103 h 1583637"/>
                <a:gd name="connsiteX33" fmla="*/ 727586 w 1583637"/>
                <a:gd name="connsiteY33" fmla="*/ 6739 h 1583637"/>
                <a:gd name="connsiteX34" fmla="*/ 856051 w 1583637"/>
                <a:gd name="connsiteY34" fmla="*/ 6739 h 1583637"/>
                <a:gd name="connsiteX35" fmla="*/ 883970 w 1583637"/>
                <a:gd name="connsiteY35" fmla="*/ 165102 h 1583637"/>
                <a:gd name="connsiteX36" fmla="*/ 1124073 w 1583637"/>
                <a:gd name="connsiteY36" fmla="*/ 252493 h 1583637"/>
                <a:gd name="connsiteX37" fmla="*/ 1124074 w 1583637"/>
                <a:gd name="connsiteY37" fmla="*/ 252493 h 1583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583637" h="1583637">
                  <a:moveTo>
                    <a:pt x="1124074" y="252493"/>
                  </a:moveTo>
                  <a:lnTo>
                    <a:pt x="1247256" y="149126"/>
                  </a:lnTo>
                  <a:lnTo>
                    <a:pt x="1345663" y="231701"/>
                  </a:lnTo>
                  <a:lnTo>
                    <a:pt x="1265256" y="370961"/>
                  </a:lnTo>
                  <a:cubicBezTo>
                    <a:pt x="1322430" y="435278"/>
                    <a:pt x="1365899" y="510569"/>
                    <a:pt x="1393012" y="592241"/>
                  </a:cubicBezTo>
                  <a:lnTo>
                    <a:pt x="1553818" y="592237"/>
                  </a:lnTo>
                  <a:lnTo>
                    <a:pt x="1576125" y="718748"/>
                  </a:lnTo>
                  <a:lnTo>
                    <a:pt x="1425015" y="773743"/>
                  </a:lnTo>
                  <a:cubicBezTo>
                    <a:pt x="1427471" y="859762"/>
                    <a:pt x="1412374" y="945380"/>
                    <a:pt x="1380646" y="1025372"/>
                  </a:cubicBezTo>
                  <a:lnTo>
                    <a:pt x="1503833" y="1128733"/>
                  </a:lnTo>
                  <a:lnTo>
                    <a:pt x="1439602" y="1239984"/>
                  </a:lnTo>
                  <a:lnTo>
                    <a:pt x="1288495" y="1184982"/>
                  </a:lnTo>
                  <a:cubicBezTo>
                    <a:pt x="1235084" y="1252456"/>
                    <a:pt x="1168484" y="1308339"/>
                    <a:pt x="1092761" y="1349222"/>
                  </a:cubicBezTo>
                  <a:lnTo>
                    <a:pt x="1120689" y="1507584"/>
                  </a:lnTo>
                  <a:lnTo>
                    <a:pt x="999974" y="1551521"/>
                  </a:lnTo>
                  <a:lnTo>
                    <a:pt x="919574" y="1412257"/>
                  </a:lnTo>
                  <a:cubicBezTo>
                    <a:pt x="835287" y="1429613"/>
                    <a:pt x="748348" y="1429613"/>
                    <a:pt x="664062" y="1412257"/>
                  </a:cubicBezTo>
                  <a:lnTo>
                    <a:pt x="583663" y="1551521"/>
                  </a:lnTo>
                  <a:lnTo>
                    <a:pt x="462948" y="1507584"/>
                  </a:lnTo>
                  <a:lnTo>
                    <a:pt x="490876" y="1349222"/>
                  </a:lnTo>
                  <a:cubicBezTo>
                    <a:pt x="415153" y="1308339"/>
                    <a:pt x="348553" y="1252455"/>
                    <a:pt x="295142" y="1184981"/>
                  </a:cubicBezTo>
                  <a:lnTo>
                    <a:pt x="144035" y="1239984"/>
                  </a:lnTo>
                  <a:lnTo>
                    <a:pt x="79804" y="1128733"/>
                  </a:lnTo>
                  <a:lnTo>
                    <a:pt x="202991" y="1025372"/>
                  </a:lnTo>
                  <a:cubicBezTo>
                    <a:pt x="171263" y="945380"/>
                    <a:pt x="156166" y="859762"/>
                    <a:pt x="158622" y="773743"/>
                  </a:cubicBezTo>
                  <a:lnTo>
                    <a:pt x="7512" y="718748"/>
                  </a:lnTo>
                  <a:lnTo>
                    <a:pt x="29819" y="592237"/>
                  </a:lnTo>
                  <a:lnTo>
                    <a:pt x="190625" y="592241"/>
                  </a:lnTo>
                  <a:cubicBezTo>
                    <a:pt x="217738" y="510569"/>
                    <a:pt x="261208" y="435277"/>
                    <a:pt x="318381" y="370961"/>
                  </a:cubicBezTo>
                  <a:lnTo>
                    <a:pt x="237974" y="231701"/>
                  </a:lnTo>
                  <a:lnTo>
                    <a:pt x="336381" y="149126"/>
                  </a:lnTo>
                  <a:lnTo>
                    <a:pt x="459563" y="252493"/>
                  </a:lnTo>
                  <a:cubicBezTo>
                    <a:pt x="532831" y="207356"/>
                    <a:pt x="614527" y="177621"/>
                    <a:pt x="699666" y="165103"/>
                  </a:cubicBezTo>
                  <a:lnTo>
                    <a:pt x="727586" y="6739"/>
                  </a:lnTo>
                  <a:lnTo>
                    <a:pt x="856051" y="6739"/>
                  </a:lnTo>
                  <a:lnTo>
                    <a:pt x="883970" y="165102"/>
                  </a:lnTo>
                  <a:cubicBezTo>
                    <a:pt x="969110" y="177621"/>
                    <a:pt x="1050806" y="207356"/>
                    <a:pt x="1124073" y="252493"/>
                  </a:cubicBezTo>
                  <a:lnTo>
                    <a:pt x="1124074" y="252493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0" tIns="0" rIns="0" bIns="0"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/>
            </a:p>
          </p:txBody>
        </p:sp>
        <p:sp>
          <p:nvSpPr>
            <p:cNvPr id="25" name="ïṧḷïḓê-Oval 3">
              <a:extLst>
                <a:ext uri="{FF2B5EF4-FFF2-40B4-BE49-F238E27FC236}">
                  <a16:creationId xmlns:a16="http://schemas.microsoft.com/office/drawing/2014/main" xmlns="" id="{36AF8AB7-F6B7-430D-A380-29D73DB8853E}"/>
                </a:ext>
              </a:extLst>
            </p:cNvPr>
            <p:cNvSpPr/>
            <p:nvPr/>
          </p:nvSpPr>
          <p:spPr>
            <a:xfrm>
              <a:off x="3242109" y="2622534"/>
              <a:ext cx="1210543" cy="1210542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/>
            </a:p>
          </p:txBody>
        </p:sp>
        <p:sp>
          <p:nvSpPr>
            <p:cNvPr id="27" name="is1ide-任意多边形: 形状 23">
              <a:extLst>
                <a:ext uri="{FF2B5EF4-FFF2-40B4-BE49-F238E27FC236}">
                  <a16:creationId xmlns:a16="http://schemas.microsoft.com/office/drawing/2014/main" xmlns="" id="{C6AED1AC-4D16-4490-88C0-1E73F34D203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3694335" y="3082987"/>
              <a:ext cx="306090" cy="291916"/>
            </a:xfrm>
            <a:custGeom>
              <a:avLst/>
              <a:gdLst>
                <a:gd name="connsiteX0" fmla="*/ 315778 w 607639"/>
                <a:gd name="connsiteY0" fmla="*/ 173080 h 579502"/>
                <a:gd name="connsiteX1" fmla="*/ 315778 w 607639"/>
                <a:gd name="connsiteY1" fmla="*/ 266058 h 579502"/>
                <a:gd name="connsiteX2" fmla="*/ 303493 w 607639"/>
                <a:gd name="connsiteY2" fmla="*/ 278325 h 579502"/>
                <a:gd name="connsiteX3" fmla="*/ 210375 w 607639"/>
                <a:gd name="connsiteY3" fmla="*/ 278325 h 579502"/>
                <a:gd name="connsiteX4" fmla="*/ 303493 w 607639"/>
                <a:gd name="connsiteY4" fmla="*/ 359925 h 579502"/>
                <a:gd name="connsiteX5" fmla="*/ 397500 w 607639"/>
                <a:gd name="connsiteY5" fmla="*/ 266058 h 579502"/>
                <a:gd name="connsiteX6" fmla="*/ 315778 w 607639"/>
                <a:gd name="connsiteY6" fmla="*/ 173080 h 579502"/>
                <a:gd name="connsiteX7" fmla="*/ 249814 w 607639"/>
                <a:gd name="connsiteY7" fmla="*/ 160816 h 579502"/>
                <a:gd name="connsiteX8" fmla="*/ 198110 w 607639"/>
                <a:gd name="connsiteY8" fmla="*/ 212449 h 579502"/>
                <a:gd name="connsiteX9" fmla="*/ 249814 w 607639"/>
                <a:gd name="connsiteY9" fmla="*/ 212449 h 579502"/>
                <a:gd name="connsiteX10" fmla="*/ 303493 w 607639"/>
                <a:gd name="connsiteY10" fmla="*/ 147835 h 579502"/>
                <a:gd name="connsiteX11" fmla="*/ 421981 w 607639"/>
                <a:gd name="connsiteY11" fmla="*/ 266058 h 579502"/>
                <a:gd name="connsiteX12" fmla="*/ 303493 w 607639"/>
                <a:gd name="connsiteY12" fmla="*/ 384370 h 579502"/>
                <a:gd name="connsiteX13" fmla="*/ 185093 w 607639"/>
                <a:gd name="connsiteY13" fmla="*/ 266058 h 579502"/>
                <a:gd name="connsiteX14" fmla="*/ 197289 w 607639"/>
                <a:gd name="connsiteY14" fmla="*/ 253880 h 579502"/>
                <a:gd name="connsiteX15" fmla="*/ 291297 w 607639"/>
                <a:gd name="connsiteY15" fmla="*/ 253880 h 579502"/>
                <a:gd name="connsiteX16" fmla="*/ 291297 w 607639"/>
                <a:gd name="connsiteY16" fmla="*/ 160013 h 579502"/>
                <a:gd name="connsiteX17" fmla="*/ 303493 w 607639"/>
                <a:gd name="connsiteY17" fmla="*/ 147835 h 579502"/>
                <a:gd name="connsiteX18" fmla="*/ 262095 w 607639"/>
                <a:gd name="connsiteY18" fmla="*/ 135133 h 579502"/>
                <a:gd name="connsiteX19" fmla="*/ 274287 w 607639"/>
                <a:gd name="connsiteY19" fmla="*/ 147397 h 579502"/>
                <a:gd name="connsiteX20" fmla="*/ 274287 w 607639"/>
                <a:gd name="connsiteY20" fmla="*/ 224713 h 579502"/>
                <a:gd name="connsiteX21" fmla="*/ 262095 w 607639"/>
                <a:gd name="connsiteY21" fmla="*/ 236888 h 579502"/>
                <a:gd name="connsiteX22" fmla="*/ 184672 w 607639"/>
                <a:gd name="connsiteY22" fmla="*/ 236888 h 579502"/>
                <a:gd name="connsiteX23" fmla="*/ 172391 w 607639"/>
                <a:gd name="connsiteY23" fmla="*/ 224713 h 579502"/>
                <a:gd name="connsiteX24" fmla="*/ 262095 w 607639"/>
                <a:gd name="connsiteY24" fmla="*/ 135133 h 579502"/>
                <a:gd name="connsiteX25" fmla="*/ 58120 w 607639"/>
                <a:gd name="connsiteY25" fmla="*/ 108514 h 579502"/>
                <a:gd name="connsiteX26" fmla="*/ 58120 w 607639"/>
                <a:gd name="connsiteY26" fmla="*/ 413970 h 579502"/>
                <a:gd name="connsiteX27" fmla="*/ 549430 w 607639"/>
                <a:gd name="connsiteY27" fmla="*/ 413970 h 579502"/>
                <a:gd name="connsiteX28" fmla="*/ 549430 w 607639"/>
                <a:gd name="connsiteY28" fmla="*/ 108514 h 579502"/>
                <a:gd name="connsiteX29" fmla="*/ 27236 w 607639"/>
                <a:gd name="connsiteY29" fmla="*/ 56079 h 579502"/>
                <a:gd name="connsiteX30" fmla="*/ 27236 w 607639"/>
                <a:gd name="connsiteY30" fmla="*/ 81319 h 579502"/>
                <a:gd name="connsiteX31" fmla="*/ 580403 w 607639"/>
                <a:gd name="connsiteY31" fmla="*/ 81319 h 579502"/>
                <a:gd name="connsiteX32" fmla="*/ 580403 w 607639"/>
                <a:gd name="connsiteY32" fmla="*/ 56079 h 579502"/>
                <a:gd name="connsiteX33" fmla="*/ 303775 w 607639"/>
                <a:gd name="connsiteY33" fmla="*/ 0 h 579502"/>
                <a:gd name="connsiteX34" fmla="*/ 317393 w 607639"/>
                <a:gd name="connsiteY34" fmla="*/ 13597 h 579502"/>
                <a:gd name="connsiteX35" fmla="*/ 317393 w 607639"/>
                <a:gd name="connsiteY35" fmla="*/ 28884 h 579502"/>
                <a:gd name="connsiteX36" fmla="*/ 580403 w 607639"/>
                <a:gd name="connsiteY36" fmla="*/ 28884 h 579502"/>
                <a:gd name="connsiteX37" fmla="*/ 607639 w 607639"/>
                <a:gd name="connsiteY37" fmla="*/ 56079 h 579502"/>
                <a:gd name="connsiteX38" fmla="*/ 607639 w 607639"/>
                <a:gd name="connsiteY38" fmla="*/ 81319 h 579502"/>
                <a:gd name="connsiteX39" fmla="*/ 580403 w 607639"/>
                <a:gd name="connsiteY39" fmla="*/ 108514 h 579502"/>
                <a:gd name="connsiteX40" fmla="*/ 576665 w 607639"/>
                <a:gd name="connsiteY40" fmla="*/ 108514 h 579502"/>
                <a:gd name="connsiteX41" fmla="*/ 576665 w 607639"/>
                <a:gd name="connsiteY41" fmla="*/ 413970 h 579502"/>
                <a:gd name="connsiteX42" fmla="*/ 549430 w 607639"/>
                <a:gd name="connsiteY42" fmla="*/ 441165 h 579502"/>
                <a:gd name="connsiteX43" fmla="*/ 317393 w 607639"/>
                <a:gd name="connsiteY43" fmla="*/ 441165 h 579502"/>
                <a:gd name="connsiteX44" fmla="*/ 317393 w 607639"/>
                <a:gd name="connsiteY44" fmla="*/ 481069 h 579502"/>
                <a:gd name="connsiteX45" fmla="*/ 418236 w 607639"/>
                <a:gd name="connsiteY45" fmla="*/ 554923 h 579502"/>
                <a:gd name="connsiteX46" fmla="*/ 421173 w 607639"/>
                <a:gd name="connsiteY46" fmla="*/ 573942 h 579502"/>
                <a:gd name="connsiteX47" fmla="*/ 410225 w 607639"/>
                <a:gd name="connsiteY47" fmla="*/ 579452 h 579502"/>
                <a:gd name="connsiteX48" fmla="*/ 402215 w 607639"/>
                <a:gd name="connsiteY48" fmla="*/ 576874 h 579502"/>
                <a:gd name="connsiteX49" fmla="*/ 317393 w 607639"/>
                <a:gd name="connsiteY49" fmla="*/ 514752 h 579502"/>
                <a:gd name="connsiteX50" fmla="*/ 317393 w 607639"/>
                <a:gd name="connsiteY50" fmla="*/ 565854 h 579502"/>
                <a:gd name="connsiteX51" fmla="*/ 303775 w 607639"/>
                <a:gd name="connsiteY51" fmla="*/ 579452 h 579502"/>
                <a:gd name="connsiteX52" fmla="*/ 290157 w 607639"/>
                <a:gd name="connsiteY52" fmla="*/ 565854 h 579502"/>
                <a:gd name="connsiteX53" fmla="*/ 290157 w 607639"/>
                <a:gd name="connsiteY53" fmla="*/ 514752 h 579502"/>
                <a:gd name="connsiteX54" fmla="*/ 205424 w 607639"/>
                <a:gd name="connsiteY54" fmla="*/ 576874 h 579502"/>
                <a:gd name="connsiteX55" fmla="*/ 186377 w 607639"/>
                <a:gd name="connsiteY55" fmla="*/ 573942 h 579502"/>
                <a:gd name="connsiteX56" fmla="*/ 189314 w 607639"/>
                <a:gd name="connsiteY56" fmla="*/ 554923 h 579502"/>
                <a:gd name="connsiteX57" fmla="*/ 290157 w 607639"/>
                <a:gd name="connsiteY57" fmla="*/ 481069 h 579502"/>
                <a:gd name="connsiteX58" fmla="*/ 290157 w 607639"/>
                <a:gd name="connsiteY58" fmla="*/ 441165 h 579502"/>
                <a:gd name="connsiteX59" fmla="*/ 58120 w 607639"/>
                <a:gd name="connsiteY59" fmla="*/ 441165 h 579502"/>
                <a:gd name="connsiteX60" fmla="*/ 30885 w 607639"/>
                <a:gd name="connsiteY60" fmla="*/ 413970 h 579502"/>
                <a:gd name="connsiteX61" fmla="*/ 30885 w 607639"/>
                <a:gd name="connsiteY61" fmla="*/ 108514 h 579502"/>
                <a:gd name="connsiteX62" fmla="*/ 27236 w 607639"/>
                <a:gd name="connsiteY62" fmla="*/ 108514 h 579502"/>
                <a:gd name="connsiteX63" fmla="*/ 0 w 607639"/>
                <a:gd name="connsiteY63" fmla="*/ 81319 h 579502"/>
                <a:gd name="connsiteX64" fmla="*/ 0 w 607639"/>
                <a:gd name="connsiteY64" fmla="*/ 56079 h 579502"/>
                <a:gd name="connsiteX65" fmla="*/ 27236 w 607639"/>
                <a:gd name="connsiteY65" fmla="*/ 28884 h 579502"/>
                <a:gd name="connsiteX66" fmla="*/ 290157 w 607639"/>
                <a:gd name="connsiteY66" fmla="*/ 28884 h 579502"/>
                <a:gd name="connsiteX67" fmla="*/ 290157 w 607639"/>
                <a:gd name="connsiteY67" fmla="*/ 13597 h 579502"/>
                <a:gd name="connsiteX68" fmla="*/ 303775 w 607639"/>
                <a:gd name="connsiteY68" fmla="*/ 0 h 57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607639" h="579502">
                  <a:moveTo>
                    <a:pt x="315778" y="173080"/>
                  </a:moveTo>
                  <a:lnTo>
                    <a:pt x="315778" y="266058"/>
                  </a:lnTo>
                  <a:cubicBezTo>
                    <a:pt x="315778" y="272814"/>
                    <a:pt x="310258" y="278325"/>
                    <a:pt x="303493" y="278325"/>
                  </a:cubicBezTo>
                  <a:lnTo>
                    <a:pt x="210375" y="278325"/>
                  </a:lnTo>
                  <a:cubicBezTo>
                    <a:pt x="216429" y="324281"/>
                    <a:pt x="255866" y="359925"/>
                    <a:pt x="303493" y="359925"/>
                  </a:cubicBezTo>
                  <a:cubicBezTo>
                    <a:pt x="355303" y="359925"/>
                    <a:pt x="397500" y="317792"/>
                    <a:pt x="397500" y="266058"/>
                  </a:cubicBezTo>
                  <a:cubicBezTo>
                    <a:pt x="397500" y="218502"/>
                    <a:pt x="361802" y="179124"/>
                    <a:pt x="315778" y="173080"/>
                  </a:cubicBezTo>
                  <a:close/>
                  <a:moveTo>
                    <a:pt x="249814" y="160816"/>
                  </a:moveTo>
                  <a:cubicBezTo>
                    <a:pt x="223740" y="165793"/>
                    <a:pt x="203093" y="186410"/>
                    <a:pt x="198110" y="212449"/>
                  </a:cubicBezTo>
                  <a:lnTo>
                    <a:pt x="249814" y="212449"/>
                  </a:lnTo>
                  <a:close/>
                  <a:moveTo>
                    <a:pt x="303493" y="147835"/>
                  </a:moveTo>
                  <a:cubicBezTo>
                    <a:pt x="368835" y="147835"/>
                    <a:pt x="421981" y="200902"/>
                    <a:pt x="421981" y="266058"/>
                  </a:cubicBezTo>
                  <a:cubicBezTo>
                    <a:pt x="421981" y="331303"/>
                    <a:pt x="368835" y="384370"/>
                    <a:pt x="303493" y="384370"/>
                  </a:cubicBezTo>
                  <a:cubicBezTo>
                    <a:pt x="238239" y="384370"/>
                    <a:pt x="185093" y="331303"/>
                    <a:pt x="185093" y="266058"/>
                  </a:cubicBezTo>
                  <a:cubicBezTo>
                    <a:pt x="185093" y="259303"/>
                    <a:pt x="190523" y="253880"/>
                    <a:pt x="197289" y="253880"/>
                  </a:cubicBezTo>
                  <a:lnTo>
                    <a:pt x="291297" y="253880"/>
                  </a:lnTo>
                  <a:lnTo>
                    <a:pt x="291297" y="160013"/>
                  </a:lnTo>
                  <a:cubicBezTo>
                    <a:pt x="291297" y="153257"/>
                    <a:pt x="296727" y="147835"/>
                    <a:pt x="303493" y="147835"/>
                  </a:cubicBezTo>
                  <a:close/>
                  <a:moveTo>
                    <a:pt x="262095" y="135133"/>
                  </a:moveTo>
                  <a:cubicBezTo>
                    <a:pt x="268859" y="135133"/>
                    <a:pt x="274287" y="140643"/>
                    <a:pt x="274287" y="147397"/>
                  </a:cubicBezTo>
                  <a:lnTo>
                    <a:pt x="274287" y="224713"/>
                  </a:lnTo>
                  <a:cubicBezTo>
                    <a:pt x="274287" y="231467"/>
                    <a:pt x="268859" y="236888"/>
                    <a:pt x="262095" y="236888"/>
                  </a:cubicBezTo>
                  <a:lnTo>
                    <a:pt x="184672" y="236888"/>
                  </a:lnTo>
                  <a:cubicBezTo>
                    <a:pt x="177909" y="236888"/>
                    <a:pt x="172391" y="231467"/>
                    <a:pt x="172391" y="224713"/>
                  </a:cubicBezTo>
                  <a:cubicBezTo>
                    <a:pt x="172391" y="175302"/>
                    <a:pt x="212616" y="135133"/>
                    <a:pt x="262095" y="135133"/>
                  </a:cubicBezTo>
                  <a:close/>
                  <a:moveTo>
                    <a:pt x="58120" y="108514"/>
                  </a:moveTo>
                  <a:lnTo>
                    <a:pt x="58120" y="413970"/>
                  </a:lnTo>
                  <a:lnTo>
                    <a:pt x="549430" y="413970"/>
                  </a:lnTo>
                  <a:lnTo>
                    <a:pt x="549430" y="108514"/>
                  </a:lnTo>
                  <a:close/>
                  <a:moveTo>
                    <a:pt x="27236" y="56079"/>
                  </a:moveTo>
                  <a:lnTo>
                    <a:pt x="27236" y="81319"/>
                  </a:lnTo>
                  <a:lnTo>
                    <a:pt x="580403" y="81319"/>
                  </a:lnTo>
                  <a:lnTo>
                    <a:pt x="580403" y="56079"/>
                  </a:lnTo>
                  <a:close/>
                  <a:moveTo>
                    <a:pt x="303775" y="0"/>
                  </a:moveTo>
                  <a:cubicBezTo>
                    <a:pt x="311341" y="0"/>
                    <a:pt x="317393" y="6132"/>
                    <a:pt x="317393" y="13597"/>
                  </a:cubicBezTo>
                  <a:lnTo>
                    <a:pt x="317393" y="28884"/>
                  </a:lnTo>
                  <a:lnTo>
                    <a:pt x="580403" y="28884"/>
                  </a:lnTo>
                  <a:cubicBezTo>
                    <a:pt x="595356" y="28884"/>
                    <a:pt x="607639" y="41148"/>
                    <a:pt x="607639" y="56079"/>
                  </a:cubicBezTo>
                  <a:lnTo>
                    <a:pt x="607639" y="81319"/>
                  </a:lnTo>
                  <a:cubicBezTo>
                    <a:pt x="607639" y="96338"/>
                    <a:pt x="595356" y="108514"/>
                    <a:pt x="580403" y="108514"/>
                  </a:cubicBezTo>
                  <a:lnTo>
                    <a:pt x="576665" y="108514"/>
                  </a:lnTo>
                  <a:lnTo>
                    <a:pt x="576665" y="413970"/>
                  </a:lnTo>
                  <a:cubicBezTo>
                    <a:pt x="576665" y="428990"/>
                    <a:pt x="564472" y="441165"/>
                    <a:pt x="549430" y="441165"/>
                  </a:cubicBezTo>
                  <a:lnTo>
                    <a:pt x="317393" y="441165"/>
                  </a:lnTo>
                  <a:lnTo>
                    <a:pt x="317393" y="481069"/>
                  </a:lnTo>
                  <a:lnTo>
                    <a:pt x="418236" y="554923"/>
                  </a:lnTo>
                  <a:cubicBezTo>
                    <a:pt x="424377" y="559366"/>
                    <a:pt x="425623" y="567898"/>
                    <a:pt x="421173" y="573942"/>
                  </a:cubicBezTo>
                  <a:cubicBezTo>
                    <a:pt x="418503" y="577585"/>
                    <a:pt x="414409" y="579452"/>
                    <a:pt x="410225" y="579452"/>
                  </a:cubicBezTo>
                  <a:cubicBezTo>
                    <a:pt x="407466" y="579452"/>
                    <a:pt x="404618" y="578652"/>
                    <a:pt x="402215" y="576874"/>
                  </a:cubicBezTo>
                  <a:lnTo>
                    <a:pt x="317393" y="514752"/>
                  </a:lnTo>
                  <a:lnTo>
                    <a:pt x="317393" y="565854"/>
                  </a:lnTo>
                  <a:cubicBezTo>
                    <a:pt x="317393" y="573408"/>
                    <a:pt x="311341" y="579452"/>
                    <a:pt x="303775" y="579452"/>
                  </a:cubicBezTo>
                  <a:cubicBezTo>
                    <a:pt x="296299" y="579452"/>
                    <a:pt x="290157" y="573408"/>
                    <a:pt x="290157" y="565854"/>
                  </a:cubicBezTo>
                  <a:lnTo>
                    <a:pt x="290157" y="514752"/>
                  </a:lnTo>
                  <a:lnTo>
                    <a:pt x="205424" y="576874"/>
                  </a:lnTo>
                  <a:cubicBezTo>
                    <a:pt x="199372" y="581318"/>
                    <a:pt x="190827" y="579985"/>
                    <a:pt x="186377" y="573942"/>
                  </a:cubicBezTo>
                  <a:cubicBezTo>
                    <a:pt x="181927" y="567898"/>
                    <a:pt x="183262" y="559366"/>
                    <a:pt x="189314" y="554923"/>
                  </a:cubicBezTo>
                  <a:lnTo>
                    <a:pt x="290157" y="481069"/>
                  </a:lnTo>
                  <a:lnTo>
                    <a:pt x="290157" y="441165"/>
                  </a:lnTo>
                  <a:lnTo>
                    <a:pt x="58120" y="441165"/>
                  </a:lnTo>
                  <a:cubicBezTo>
                    <a:pt x="43167" y="441165"/>
                    <a:pt x="30885" y="428990"/>
                    <a:pt x="30885" y="413970"/>
                  </a:cubicBezTo>
                  <a:lnTo>
                    <a:pt x="30885" y="108514"/>
                  </a:lnTo>
                  <a:lnTo>
                    <a:pt x="27236" y="108514"/>
                  </a:lnTo>
                  <a:cubicBezTo>
                    <a:pt x="12194" y="108514"/>
                    <a:pt x="0" y="96338"/>
                    <a:pt x="0" y="81319"/>
                  </a:cubicBezTo>
                  <a:lnTo>
                    <a:pt x="0" y="56079"/>
                  </a:lnTo>
                  <a:cubicBezTo>
                    <a:pt x="0" y="41148"/>
                    <a:pt x="12194" y="28884"/>
                    <a:pt x="27236" y="28884"/>
                  </a:cubicBezTo>
                  <a:lnTo>
                    <a:pt x="290157" y="28884"/>
                  </a:lnTo>
                  <a:lnTo>
                    <a:pt x="290157" y="13597"/>
                  </a:lnTo>
                  <a:cubicBezTo>
                    <a:pt x="290157" y="6132"/>
                    <a:pt x="296299" y="0"/>
                    <a:pt x="30377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lIns="0" tIns="0" rIns="0" bIns="0"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/>
            </a:p>
          </p:txBody>
        </p:sp>
      </p:grpSp>
      <p:grpSp>
        <p:nvGrpSpPr>
          <p:cNvPr id="29" name="组合 28"/>
          <p:cNvGrpSpPr/>
          <p:nvPr/>
        </p:nvGrpSpPr>
        <p:grpSpPr>
          <a:xfrm rot="5400000">
            <a:off x="395534" y="3226926"/>
            <a:ext cx="1422186" cy="1422183"/>
            <a:chOff x="6092077" y="2252236"/>
            <a:chExt cx="1951143" cy="1951139"/>
          </a:xfrm>
        </p:grpSpPr>
        <p:sp>
          <p:nvSpPr>
            <p:cNvPr id="30" name="ïṧḷïḓê-任意多边形: 形状 7">
              <a:extLst>
                <a:ext uri="{FF2B5EF4-FFF2-40B4-BE49-F238E27FC236}">
                  <a16:creationId xmlns:a16="http://schemas.microsoft.com/office/drawing/2014/main" xmlns="" id="{4DB22554-44D5-465A-AA70-E88B03498F67}"/>
                </a:ext>
              </a:extLst>
            </p:cNvPr>
            <p:cNvSpPr/>
            <p:nvPr/>
          </p:nvSpPr>
          <p:spPr>
            <a:xfrm>
              <a:off x="6092077" y="2252236"/>
              <a:ext cx="1951143" cy="1951139"/>
            </a:xfrm>
            <a:custGeom>
              <a:avLst/>
              <a:gdLst>
                <a:gd name="connsiteX0" fmla="*/ 1124074 w 1583637"/>
                <a:gd name="connsiteY0" fmla="*/ 252493 h 1583637"/>
                <a:gd name="connsiteX1" fmla="*/ 1247256 w 1583637"/>
                <a:gd name="connsiteY1" fmla="*/ 149126 h 1583637"/>
                <a:gd name="connsiteX2" fmla="*/ 1345663 w 1583637"/>
                <a:gd name="connsiteY2" fmla="*/ 231701 h 1583637"/>
                <a:gd name="connsiteX3" fmla="*/ 1265256 w 1583637"/>
                <a:gd name="connsiteY3" fmla="*/ 370961 h 1583637"/>
                <a:gd name="connsiteX4" fmla="*/ 1393012 w 1583637"/>
                <a:gd name="connsiteY4" fmla="*/ 592241 h 1583637"/>
                <a:gd name="connsiteX5" fmla="*/ 1553818 w 1583637"/>
                <a:gd name="connsiteY5" fmla="*/ 592237 h 1583637"/>
                <a:gd name="connsiteX6" fmla="*/ 1576125 w 1583637"/>
                <a:gd name="connsiteY6" fmla="*/ 718748 h 1583637"/>
                <a:gd name="connsiteX7" fmla="*/ 1425015 w 1583637"/>
                <a:gd name="connsiteY7" fmla="*/ 773743 h 1583637"/>
                <a:gd name="connsiteX8" fmla="*/ 1380646 w 1583637"/>
                <a:gd name="connsiteY8" fmla="*/ 1025372 h 1583637"/>
                <a:gd name="connsiteX9" fmla="*/ 1503833 w 1583637"/>
                <a:gd name="connsiteY9" fmla="*/ 1128733 h 1583637"/>
                <a:gd name="connsiteX10" fmla="*/ 1439602 w 1583637"/>
                <a:gd name="connsiteY10" fmla="*/ 1239984 h 1583637"/>
                <a:gd name="connsiteX11" fmla="*/ 1288495 w 1583637"/>
                <a:gd name="connsiteY11" fmla="*/ 1184982 h 1583637"/>
                <a:gd name="connsiteX12" fmla="*/ 1092761 w 1583637"/>
                <a:gd name="connsiteY12" fmla="*/ 1349222 h 1583637"/>
                <a:gd name="connsiteX13" fmla="*/ 1120689 w 1583637"/>
                <a:gd name="connsiteY13" fmla="*/ 1507584 h 1583637"/>
                <a:gd name="connsiteX14" fmla="*/ 999974 w 1583637"/>
                <a:gd name="connsiteY14" fmla="*/ 1551521 h 1583637"/>
                <a:gd name="connsiteX15" fmla="*/ 919574 w 1583637"/>
                <a:gd name="connsiteY15" fmla="*/ 1412257 h 1583637"/>
                <a:gd name="connsiteX16" fmla="*/ 664062 w 1583637"/>
                <a:gd name="connsiteY16" fmla="*/ 1412257 h 1583637"/>
                <a:gd name="connsiteX17" fmla="*/ 583663 w 1583637"/>
                <a:gd name="connsiteY17" fmla="*/ 1551521 h 1583637"/>
                <a:gd name="connsiteX18" fmla="*/ 462948 w 1583637"/>
                <a:gd name="connsiteY18" fmla="*/ 1507584 h 1583637"/>
                <a:gd name="connsiteX19" fmla="*/ 490876 w 1583637"/>
                <a:gd name="connsiteY19" fmla="*/ 1349222 h 1583637"/>
                <a:gd name="connsiteX20" fmla="*/ 295142 w 1583637"/>
                <a:gd name="connsiteY20" fmla="*/ 1184981 h 1583637"/>
                <a:gd name="connsiteX21" fmla="*/ 144035 w 1583637"/>
                <a:gd name="connsiteY21" fmla="*/ 1239984 h 1583637"/>
                <a:gd name="connsiteX22" fmla="*/ 79804 w 1583637"/>
                <a:gd name="connsiteY22" fmla="*/ 1128733 h 1583637"/>
                <a:gd name="connsiteX23" fmla="*/ 202991 w 1583637"/>
                <a:gd name="connsiteY23" fmla="*/ 1025372 h 1583637"/>
                <a:gd name="connsiteX24" fmla="*/ 158622 w 1583637"/>
                <a:gd name="connsiteY24" fmla="*/ 773743 h 1583637"/>
                <a:gd name="connsiteX25" fmla="*/ 7512 w 1583637"/>
                <a:gd name="connsiteY25" fmla="*/ 718748 h 1583637"/>
                <a:gd name="connsiteX26" fmla="*/ 29819 w 1583637"/>
                <a:gd name="connsiteY26" fmla="*/ 592237 h 1583637"/>
                <a:gd name="connsiteX27" fmla="*/ 190625 w 1583637"/>
                <a:gd name="connsiteY27" fmla="*/ 592241 h 1583637"/>
                <a:gd name="connsiteX28" fmla="*/ 318381 w 1583637"/>
                <a:gd name="connsiteY28" fmla="*/ 370961 h 1583637"/>
                <a:gd name="connsiteX29" fmla="*/ 237974 w 1583637"/>
                <a:gd name="connsiteY29" fmla="*/ 231701 h 1583637"/>
                <a:gd name="connsiteX30" fmla="*/ 336381 w 1583637"/>
                <a:gd name="connsiteY30" fmla="*/ 149126 h 1583637"/>
                <a:gd name="connsiteX31" fmla="*/ 459563 w 1583637"/>
                <a:gd name="connsiteY31" fmla="*/ 252493 h 1583637"/>
                <a:gd name="connsiteX32" fmla="*/ 699666 w 1583637"/>
                <a:gd name="connsiteY32" fmla="*/ 165103 h 1583637"/>
                <a:gd name="connsiteX33" fmla="*/ 727586 w 1583637"/>
                <a:gd name="connsiteY33" fmla="*/ 6739 h 1583637"/>
                <a:gd name="connsiteX34" fmla="*/ 856051 w 1583637"/>
                <a:gd name="connsiteY34" fmla="*/ 6739 h 1583637"/>
                <a:gd name="connsiteX35" fmla="*/ 883970 w 1583637"/>
                <a:gd name="connsiteY35" fmla="*/ 165102 h 1583637"/>
                <a:gd name="connsiteX36" fmla="*/ 1124073 w 1583637"/>
                <a:gd name="connsiteY36" fmla="*/ 252493 h 1583637"/>
                <a:gd name="connsiteX37" fmla="*/ 1124074 w 1583637"/>
                <a:gd name="connsiteY37" fmla="*/ 252493 h 1583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583637" h="1583637">
                  <a:moveTo>
                    <a:pt x="1124074" y="252493"/>
                  </a:moveTo>
                  <a:lnTo>
                    <a:pt x="1247256" y="149126"/>
                  </a:lnTo>
                  <a:lnTo>
                    <a:pt x="1345663" y="231701"/>
                  </a:lnTo>
                  <a:lnTo>
                    <a:pt x="1265256" y="370961"/>
                  </a:lnTo>
                  <a:cubicBezTo>
                    <a:pt x="1322430" y="435278"/>
                    <a:pt x="1365899" y="510569"/>
                    <a:pt x="1393012" y="592241"/>
                  </a:cubicBezTo>
                  <a:lnTo>
                    <a:pt x="1553818" y="592237"/>
                  </a:lnTo>
                  <a:lnTo>
                    <a:pt x="1576125" y="718748"/>
                  </a:lnTo>
                  <a:lnTo>
                    <a:pt x="1425015" y="773743"/>
                  </a:lnTo>
                  <a:cubicBezTo>
                    <a:pt x="1427471" y="859762"/>
                    <a:pt x="1412374" y="945380"/>
                    <a:pt x="1380646" y="1025372"/>
                  </a:cubicBezTo>
                  <a:lnTo>
                    <a:pt x="1503833" y="1128733"/>
                  </a:lnTo>
                  <a:lnTo>
                    <a:pt x="1439602" y="1239984"/>
                  </a:lnTo>
                  <a:lnTo>
                    <a:pt x="1288495" y="1184982"/>
                  </a:lnTo>
                  <a:cubicBezTo>
                    <a:pt x="1235084" y="1252456"/>
                    <a:pt x="1168484" y="1308339"/>
                    <a:pt x="1092761" y="1349222"/>
                  </a:cubicBezTo>
                  <a:lnTo>
                    <a:pt x="1120689" y="1507584"/>
                  </a:lnTo>
                  <a:lnTo>
                    <a:pt x="999974" y="1551521"/>
                  </a:lnTo>
                  <a:lnTo>
                    <a:pt x="919574" y="1412257"/>
                  </a:lnTo>
                  <a:cubicBezTo>
                    <a:pt x="835287" y="1429613"/>
                    <a:pt x="748348" y="1429613"/>
                    <a:pt x="664062" y="1412257"/>
                  </a:cubicBezTo>
                  <a:lnTo>
                    <a:pt x="583663" y="1551521"/>
                  </a:lnTo>
                  <a:lnTo>
                    <a:pt x="462948" y="1507584"/>
                  </a:lnTo>
                  <a:lnTo>
                    <a:pt x="490876" y="1349222"/>
                  </a:lnTo>
                  <a:cubicBezTo>
                    <a:pt x="415153" y="1308339"/>
                    <a:pt x="348553" y="1252455"/>
                    <a:pt x="295142" y="1184981"/>
                  </a:cubicBezTo>
                  <a:lnTo>
                    <a:pt x="144035" y="1239984"/>
                  </a:lnTo>
                  <a:lnTo>
                    <a:pt x="79804" y="1128733"/>
                  </a:lnTo>
                  <a:lnTo>
                    <a:pt x="202991" y="1025372"/>
                  </a:lnTo>
                  <a:cubicBezTo>
                    <a:pt x="171263" y="945380"/>
                    <a:pt x="156166" y="859762"/>
                    <a:pt x="158622" y="773743"/>
                  </a:cubicBezTo>
                  <a:lnTo>
                    <a:pt x="7512" y="718748"/>
                  </a:lnTo>
                  <a:lnTo>
                    <a:pt x="29819" y="592237"/>
                  </a:lnTo>
                  <a:lnTo>
                    <a:pt x="190625" y="592241"/>
                  </a:lnTo>
                  <a:cubicBezTo>
                    <a:pt x="217738" y="510569"/>
                    <a:pt x="261208" y="435277"/>
                    <a:pt x="318381" y="370961"/>
                  </a:cubicBezTo>
                  <a:lnTo>
                    <a:pt x="237974" y="231701"/>
                  </a:lnTo>
                  <a:lnTo>
                    <a:pt x="336381" y="149126"/>
                  </a:lnTo>
                  <a:lnTo>
                    <a:pt x="459563" y="252493"/>
                  </a:lnTo>
                  <a:cubicBezTo>
                    <a:pt x="532831" y="207356"/>
                    <a:pt x="614527" y="177621"/>
                    <a:pt x="699666" y="165103"/>
                  </a:cubicBezTo>
                  <a:lnTo>
                    <a:pt x="727586" y="6739"/>
                  </a:lnTo>
                  <a:lnTo>
                    <a:pt x="856051" y="6739"/>
                  </a:lnTo>
                  <a:lnTo>
                    <a:pt x="883970" y="165102"/>
                  </a:lnTo>
                  <a:cubicBezTo>
                    <a:pt x="969110" y="177621"/>
                    <a:pt x="1050806" y="207356"/>
                    <a:pt x="1124073" y="252493"/>
                  </a:cubicBezTo>
                  <a:lnTo>
                    <a:pt x="1124074" y="25249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0" tIns="0" rIns="0" bIns="0"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/>
            </a:p>
          </p:txBody>
        </p:sp>
        <p:sp>
          <p:nvSpPr>
            <p:cNvPr id="31" name="ïṧḷïḓê-Oval 7">
              <a:extLst>
                <a:ext uri="{FF2B5EF4-FFF2-40B4-BE49-F238E27FC236}">
                  <a16:creationId xmlns:a16="http://schemas.microsoft.com/office/drawing/2014/main" xmlns="" id="{36463783-8109-4AD4-964A-7B6255CE15B6}"/>
                </a:ext>
              </a:extLst>
            </p:cNvPr>
            <p:cNvSpPr/>
            <p:nvPr/>
          </p:nvSpPr>
          <p:spPr>
            <a:xfrm>
              <a:off x="6462377" y="2622534"/>
              <a:ext cx="1210543" cy="1210542"/>
            </a:xfrm>
            <a:prstGeom prst="ellipse">
              <a:avLst/>
            </a:prstGeom>
            <a:solidFill>
              <a:schemeClr val="accent3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/>
            </a:p>
          </p:txBody>
        </p:sp>
        <p:sp>
          <p:nvSpPr>
            <p:cNvPr id="33" name="is1ide-任意多边形: 形状 58">
              <a:extLst>
                <a:ext uri="{FF2B5EF4-FFF2-40B4-BE49-F238E27FC236}">
                  <a16:creationId xmlns:a16="http://schemas.microsoft.com/office/drawing/2014/main" xmlns="" id="{C3301749-9DD3-46FB-976C-7737718C736A}"/>
                </a:ext>
              </a:extLst>
            </p:cNvPr>
            <p:cNvSpPr>
              <a:spLocks/>
            </p:cNvSpPr>
            <p:nvPr/>
          </p:nvSpPr>
          <p:spPr bwMode="auto">
            <a:xfrm rot="16357291">
              <a:off x="6853189" y="3089390"/>
              <a:ext cx="306090" cy="276833"/>
            </a:xfrm>
            <a:custGeom>
              <a:avLst/>
              <a:gdLst>
                <a:gd name="connsiteX0" fmla="*/ 503202 w 607568"/>
                <a:gd name="connsiteY0" fmla="*/ 459310 h 549494"/>
                <a:gd name="connsiteX1" fmla="*/ 548364 w 607568"/>
                <a:gd name="connsiteY1" fmla="*/ 504402 h 549494"/>
                <a:gd name="connsiteX2" fmla="*/ 503202 w 607568"/>
                <a:gd name="connsiteY2" fmla="*/ 549494 h 549494"/>
                <a:gd name="connsiteX3" fmla="*/ 458040 w 607568"/>
                <a:gd name="connsiteY3" fmla="*/ 504402 h 549494"/>
                <a:gd name="connsiteX4" fmla="*/ 503202 w 607568"/>
                <a:gd name="connsiteY4" fmla="*/ 459310 h 549494"/>
                <a:gd name="connsiteX5" fmla="*/ 197795 w 607568"/>
                <a:gd name="connsiteY5" fmla="*/ 459310 h 549494"/>
                <a:gd name="connsiteX6" fmla="*/ 242957 w 607568"/>
                <a:gd name="connsiteY6" fmla="*/ 504402 h 549494"/>
                <a:gd name="connsiteX7" fmla="*/ 197795 w 607568"/>
                <a:gd name="connsiteY7" fmla="*/ 549494 h 549494"/>
                <a:gd name="connsiteX8" fmla="*/ 152633 w 607568"/>
                <a:gd name="connsiteY8" fmla="*/ 504402 h 549494"/>
                <a:gd name="connsiteX9" fmla="*/ 197795 w 607568"/>
                <a:gd name="connsiteY9" fmla="*/ 459310 h 549494"/>
                <a:gd name="connsiteX10" fmla="*/ 143318 w 607568"/>
                <a:gd name="connsiteY10" fmla="*/ 390791 h 549494"/>
                <a:gd name="connsiteX11" fmla="*/ 554573 w 607568"/>
                <a:gd name="connsiteY11" fmla="*/ 390791 h 549494"/>
                <a:gd name="connsiteX12" fmla="*/ 554573 w 607568"/>
                <a:gd name="connsiteY12" fmla="*/ 437435 h 549494"/>
                <a:gd name="connsiteX13" fmla="*/ 143318 w 607568"/>
                <a:gd name="connsiteY13" fmla="*/ 437435 h 549494"/>
                <a:gd name="connsiteX14" fmla="*/ 115304 w 607568"/>
                <a:gd name="connsiteY14" fmla="*/ 313028 h 549494"/>
                <a:gd name="connsiteX15" fmla="*/ 582659 w 607568"/>
                <a:gd name="connsiteY15" fmla="*/ 313028 h 549494"/>
                <a:gd name="connsiteX16" fmla="*/ 582659 w 607568"/>
                <a:gd name="connsiteY16" fmla="*/ 359672 h 549494"/>
                <a:gd name="connsiteX17" fmla="*/ 115304 w 607568"/>
                <a:gd name="connsiteY17" fmla="*/ 359672 h 549494"/>
                <a:gd name="connsiteX18" fmla="*/ 0 w 607568"/>
                <a:gd name="connsiteY18" fmla="*/ 169922 h 549494"/>
                <a:gd name="connsiteX19" fmla="*/ 78962 w 607568"/>
                <a:gd name="connsiteY19" fmla="*/ 169922 h 549494"/>
                <a:gd name="connsiteX20" fmla="*/ 108516 w 607568"/>
                <a:gd name="connsiteY20" fmla="*/ 235254 h 549494"/>
                <a:gd name="connsiteX21" fmla="*/ 607568 w 607568"/>
                <a:gd name="connsiteY21" fmla="*/ 235254 h 549494"/>
                <a:gd name="connsiteX22" fmla="*/ 607568 w 607568"/>
                <a:gd name="connsiteY22" fmla="*/ 281909 h 549494"/>
                <a:gd name="connsiteX23" fmla="*/ 78428 w 607568"/>
                <a:gd name="connsiteY23" fmla="*/ 281909 h 549494"/>
                <a:gd name="connsiteX24" fmla="*/ 48798 w 607568"/>
                <a:gd name="connsiteY24" fmla="*/ 216577 h 549494"/>
                <a:gd name="connsiteX25" fmla="*/ 0 w 607568"/>
                <a:gd name="connsiteY25" fmla="*/ 216577 h 549494"/>
                <a:gd name="connsiteX26" fmla="*/ 257720 w 607568"/>
                <a:gd name="connsiteY26" fmla="*/ 0 h 549494"/>
                <a:gd name="connsiteX27" fmla="*/ 254207 w 607568"/>
                <a:gd name="connsiteY27" fmla="*/ 30201 h 549494"/>
                <a:gd name="connsiteX28" fmla="*/ 407797 w 607568"/>
                <a:gd name="connsiteY28" fmla="*/ 197372 h 549494"/>
                <a:gd name="connsiteX29" fmla="*/ 241147 w 607568"/>
                <a:gd name="connsiteY29" fmla="*/ 144063 h 549494"/>
                <a:gd name="connsiteX30" fmla="*/ 237633 w 607568"/>
                <a:gd name="connsiteY30" fmla="*/ 174264 h 549494"/>
                <a:gd name="connsiteX31" fmla="*/ 115586 w 607568"/>
                <a:gd name="connsiteY31" fmla="*/ 71993 h 549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07568" h="549494">
                  <a:moveTo>
                    <a:pt x="503202" y="459310"/>
                  </a:moveTo>
                  <a:cubicBezTo>
                    <a:pt x="528144" y="459310"/>
                    <a:pt x="548364" y="479498"/>
                    <a:pt x="548364" y="504402"/>
                  </a:cubicBezTo>
                  <a:cubicBezTo>
                    <a:pt x="548364" y="529306"/>
                    <a:pt x="528144" y="549494"/>
                    <a:pt x="503202" y="549494"/>
                  </a:cubicBezTo>
                  <a:cubicBezTo>
                    <a:pt x="478260" y="549494"/>
                    <a:pt x="458040" y="529306"/>
                    <a:pt x="458040" y="504402"/>
                  </a:cubicBezTo>
                  <a:cubicBezTo>
                    <a:pt x="458040" y="479498"/>
                    <a:pt x="478260" y="459310"/>
                    <a:pt x="503202" y="459310"/>
                  </a:cubicBezTo>
                  <a:close/>
                  <a:moveTo>
                    <a:pt x="197795" y="459310"/>
                  </a:moveTo>
                  <a:cubicBezTo>
                    <a:pt x="222737" y="459310"/>
                    <a:pt x="242957" y="479498"/>
                    <a:pt x="242957" y="504402"/>
                  </a:cubicBezTo>
                  <a:cubicBezTo>
                    <a:pt x="242957" y="529306"/>
                    <a:pt x="222737" y="549494"/>
                    <a:pt x="197795" y="549494"/>
                  </a:cubicBezTo>
                  <a:cubicBezTo>
                    <a:pt x="172853" y="549494"/>
                    <a:pt x="152633" y="529306"/>
                    <a:pt x="152633" y="504402"/>
                  </a:cubicBezTo>
                  <a:cubicBezTo>
                    <a:pt x="152633" y="479498"/>
                    <a:pt x="172853" y="459310"/>
                    <a:pt x="197795" y="459310"/>
                  </a:cubicBezTo>
                  <a:close/>
                  <a:moveTo>
                    <a:pt x="143318" y="390791"/>
                  </a:moveTo>
                  <a:lnTo>
                    <a:pt x="554573" y="390791"/>
                  </a:lnTo>
                  <a:lnTo>
                    <a:pt x="554573" y="437435"/>
                  </a:lnTo>
                  <a:lnTo>
                    <a:pt x="143318" y="437435"/>
                  </a:lnTo>
                  <a:close/>
                  <a:moveTo>
                    <a:pt x="115304" y="313028"/>
                  </a:moveTo>
                  <a:lnTo>
                    <a:pt x="582659" y="313028"/>
                  </a:lnTo>
                  <a:lnTo>
                    <a:pt x="582659" y="359672"/>
                  </a:lnTo>
                  <a:lnTo>
                    <a:pt x="115304" y="359672"/>
                  </a:lnTo>
                  <a:close/>
                  <a:moveTo>
                    <a:pt x="0" y="169922"/>
                  </a:moveTo>
                  <a:lnTo>
                    <a:pt x="78962" y="169922"/>
                  </a:lnTo>
                  <a:lnTo>
                    <a:pt x="108516" y="235254"/>
                  </a:lnTo>
                  <a:lnTo>
                    <a:pt x="607568" y="235254"/>
                  </a:lnTo>
                  <a:lnTo>
                    <a:pt x="607568" y="281909"/>
                  </a:lnTo>
                  <a:lnTo>
                    <a:pt x="78428" y="281909"/>
                  </a:lnTo>
                  <a:lnTo>
                    <a:pt x="48798" y="216577"/>
                  </a:lnTo>
                  <a:lnTo>
                    <a:pt x="0" y="216577"/>
                  </a:lnTo>
                  <a:close/>
                  <a:moveTo>
                    <a:pt x="257720" y="0"/>
                  </a:moveTo>
                  <a:lnTo>
                    <a:pt x="254207" y="30201"/>
                  </a:lnTo>
                  <a:cubicBezTo>
                    <a:pt x="405964" y="47665"/>
                    <a:pt x="407797" y="197372"/>
                    <a:pt x="407797" y="197372"/>
                  </a:cubicBezTo>
                  <a:cubicBezTo>
                    <a:pt x="407797" y="197372"/>
                    <a:pt x="364340" y="158248"/>
                    <a:pt x="241147" y="144063"/>
                  </a:cubicBezTo>
                  <a:lnTo>
                    <a:pt x="237633" y="174264"/>
                  </a:lnTo>
                  <a:lnTo>
                    <a:pt x="115586" y="7199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lIns="0" tIns="0" rIns="0" bIns="0"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/>
            </a:p>
          </p:txBody>
        </p:sp>
      </p:grpSp>
      <p:sp>
        <p:nvSpPr>
          <p:cNvPr id="35" name="Freeform 143"/>
          <p:cNvSpPr>
            <a:spLocks noEditPoints="1"/>
          </p:cNvSpPr>
          <p:nvPr/>
        </p:nvSpPr>
        <p:spPr bwMode="auto">
          <a:xfrm>
            <a:off x="5343650" y="4145878"/>
            <a:ext cx="307733" cy="269911"/>
          </a:xfrm>
          <a:custGeom>
            <a:avLst/>
            <a:gdLst>
              <a:gd name="T0" fmla="*/ 151 w 157"/>
              <a:gd name="T1" fmla="*/ 59 h 145"/>
              <a:gd name="T2" fmla="*/ 130 w 157"/>
              <a:gd name="T3" fmla="*/ 41 h 145"/>
              <a:gd name="T4" fmla="*/ 110 w 157"/>
              <a:gd name="T5" fmla="*/ 23 h 145"/>
              <a:gd name="T6" fmla="*/ 88 w 157"/>
              <a:gd name="T7" fmla="*/ 5 h 145"/>
              <a:gd name="T8" fmla="*/ 69 w 157"/>
              <a:gd name="T9" fmla="*/ 5 h 145"/>
              <a:gd name="T10" fmla="*/ 47 w 157"/>
              <a:gd name="T11" fmla="*/ 23 h 145"/>
              <a:gd name="T12" fmla="*/ 27 w 157"/>
              <a:gd name="T13" fmla="*/ 41 h 145"/>
              <a:gd name="T14" fmla="*/ 6 w 157"/>
              <a:gd name="T15" fmla="*/ 59 h 145"/>
              <a:gd name="T16" fmla="*/ 9 w 157"/>
              <a:gd name="T17" fmla="*/ 68 h 145"/>
              <a:gd name="T18" fmla="*/ 21 w 157"/>
              <a:gd name="T19" fmla="*/ 68 h 145"/>
              <a:gd name="T20" fmla="*/ 21 w 157"/>
              <a:gd name="T21" fmla="*/ 139 h 145"/>
              <a:gd name="T22" fmla="*/ 27 w 157"/>
              <a:gd name="T23" fmla="*/ 145 h 145"/>
              <a:gd name="T24" fmla="*/ 38 w 157"/>
              <a:gd name="T25" fmla="*/ 145 h 145"/>
              <a:gd name="T26" fmla="*/ 38 w 157"/>
              <a:gd name="T27" fmla="*/ 81 h 145"/>
              <a:gd name="T28" fmla="*/ 71 w 157"/>
              <a:gd name="T29" fmla="*/ 81 h 145"/>
              <a:gd name="T30" fmla="*/ 71 w 157"/>
              <a:gd name="T31" fmla="*/ 145 h 145"/>
              <a:gd name="T32" fmla="*/ 130 w 157"/>
              <a:gd name="T33" fmla="*/ 145 h 145"/>
              <a:gd name="T34" fmla="*/ 136 w 157"/>
              <a:gd name="T35" fmla="*/ 139 h 145"/>
              <a:gd name="T36" fmla="*/ 136 w 157"/>
              <a:gd name="T37" fmla="*/ 68 h 145"/>
              <a:gd name="T38" fmla="*/ 148 w 157"/>
              <a:gd name="T39" fmla="*/ 68 h 145"/>
              <a:gd name="T40" fmla="*/ 151 w 157"/>
              <a:gd name="T41" fmla="*/ 59 h 145"/>
              <a:gd name="T42" fmla="*/ 118 w 157"/>
              <a:gd name="T43" fmla="*/ 97 h 145"/>
              <a:gd name="T44" fmla="*/ 89 w 157"/>
              <a:gd name="T45" fmla="*/ 97 h 145"/>
              <a:gd name="T46" fmla="*/ 89 w 157"/>
              <a:gd name="T47" fmla="*/ 72 h 145"/>
              <a:gd name="T48" fmla="*/ 118 w 157"/>
              <a:gd name="T49" fmla="*/ 72 h 145"/>
              <a:gd name="T50" fmla="*/ 118 w 157"/>
              <a:gd name="T51" fmla="*/ 97 h 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57" h="145">
                <a:moveTo>
                  <a:pt x="151" y="59"/>
                </a:moveTo>
                <a:cubicBezTo>
                  <a:pt x="130" y="41"/>
                  <a:pt x="130" y="41"/>
                  <a:pt x="130" y="41"/>
                </a:cubicBezTo>
                <a:cubicBezTo>
                  <a:pt x="124" y="36"/>
                  <a:pt x="115" y="28"/>
                  <a:pt x="110" y="23"/>
                </a:cubicBezTo>
                <a:cubicBezTo>
                  <a:pt x="88" y="5"/>
                  <a:pt x="88" y="5"/>
                  <a:pt x="88" y="5"/>
                </a:cubicBezTo>
                <a:cubicBezTo>
                  <a:pt x="83" y="0"/>
                  <a:pt x="74" y="0"/>
                  <a:pt x="69" y="5"/>
                </a:cubicBezTo>
                <a:cubicBezTo>
                  <a:pt x="47" y="23"/>
                  <a:pt x="47" y="23"/>
                  <a:pt x="47" y="23"/>
                </a:cubicBezTo>
                <a:cubicBezTo>
                  <a:pt x="42" y="28"/>
                  <a:pt x="33" y="36"/>
                  <a:pt x="27" y="41"/>
                </a:cubicBezTo>
                <a:cubicBezTo>
                  <a:pt x="6" y="59"/>
                  <a:pt x="6" y="59"/>
                  <a:pt x="6" y="59"/>
                </a:cubicBezTo>
                <a:cubicBezTo>
                  <a:pt x="0" y="64"/>
                  <a:pt x="2" y="68"/>
                  <a:pt x="9" y="68"/>
                </a:cubicBezTo>
                <a:cubicBezTo>
                  <a:pt x="21" y="68"/>
                  <a:pt x="21" y="68"/>
                  <a:pt x="21" y="68"/>
                </a:cubicBezTo>
                <a:cubicBezTo>
                  <a:pt x="21" y="139"/>
                  <a:pt x="21" y="139"/>
                  <a:pt x="21" y="139"/>
                </a:cubicBezTo>
                <a:cubicBezTo>
                  <a:pt x="21" y="142"/>
                  <a:pt x="24" y="145"/>
                  <a:pt x="27" y="145"/>
                </a:cubicBezTo>
                <a:cubicBezTo>
                  <a:pt x="38" y="145"/>
                  <a:pt x="38" y="145"/>
                  <a:pt x="38" y="145"/>
                </a:cubicBezTo>
                <a:cubicBezTo>
                  <a:pt x="38" y="81"/>
                  <a:pt x="38" y="81"/>
                  <a:pt x="38" y="81"/>
                </a:cubicBezTo>
                <a:cubicBezTo>
                  <a:pt x="71" y="81"/>
                  <a:pt x="71" y="81"/>
                  <a:pt x="71" y="81"/>
                </a:cubicBezTo>
                <a:cubicBezTo>
                  <a:pt x="71" y="145"/>
                  <a:pt x="71" y="145"/>
                  <a:pt x="71" y="145"/>
                </a:cubicBezTo>
                <a:cubicBezTo>
                  <a:pt x="130" y="145"/>
                  <a:pt x="130" y="145"/>
                  <a:pt x="130" y="145"/>
                </a:cubicBezTo>
                <a:cubicBezTo>
                  <a:pt x="134" y="145"/>
                  <a:pt x="136" y="142"/>
                  <a:pt x="136" y="139"/>
                </a:cubicBezTo>
                <a:cubicBezTo>
                  <a:pt x="136" y="68"/>
                  <a:pt x="136" y="68"/>
                  <a:pt x="136" y="68"/>
                </a:cubicBezTo>
                <a:cubicBezTo>
                  <a:pt x="148" y="68"/>
                  <a:pt x="148" y="68"/>
                  <a:pt x="148" y="68"/>
                </a:cubicBezTo>
                <a:cubicBezTo>
                  <a:pt x="155" y="68"/>
                  <a:pt x="157" y="64"/>
                  <a:pt x="151" y="59"/>
                </a:cubicBezTo>
                <a:close/>
                <a:moveTo>
                  <a:pt x="118" y="97"/>
                </a:moveTo>
                <a:cubicBezTo>
                  <a:pt x="89" y="97"/>
                  <a:pt x="89" y="97"/>
                  <a:pt x="89" y="97"/>
                </a:cubicBezTo>
                <a:cubicBezTo>
                  <a:pt x="89" y="72"/>
                  <a:pt x="89" y="72"/>
                  <a:pt x="89" y="72"/>
                </a:cubicBezTo>
                <a:cubicBezTo>
                  <a:pt x="118" y="72"/>
                  <a:pt x="118" y="72"/>
                  <a:pt x="118" y="72"/>
                </a:cubicBezTo>
                <a:lnTo>
                  <a:pt x="118" y="97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xtLst/>
        </p:spPr>
        <p:txBody>
          <a:bodyPr vert="horz" wrap="square" lIns="121908" tIns="60954" rIns="121908" bIns="60954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+mn-ea"/>
              <a:ea typeface="+mn-ea"/>
              <a:cs typeface="+mn-ea"/>
            </a:endParaRPr>
          </a:p>
        </p:txBody>
      </p:sp>
      <p:sp>
        <p:nvSpPr>
          <p:cNvPr id="36" name="KSO_Shape"/>
          <p:cNvSpPr>
            <a:spLocks/>
          </p:cNvSpPr>
          <p:nvPr/>
        </p:nvSpPr>
        <p:spPr bwMode="auto">
          <a:xfrm>
            <a:off x="7617600" y="2859782"/>
            <a:ext cx="299146" cy="253712"/>
          </a:xfrm>
          <a:custGeom>
            <a:avLst/>
            <a:gdLst>
              <a:gd name="T0" fmla="*/ 151004 w 5185"/>
              <a:gd name="T1" fmla="*/ 1065477 h 3880"/>
              <a:gd name="T2" fmla="*/ 1873403 w 5185"/>
              <a:gd name="T3" fmla="*/ 1297678 h 3880"/>
              <a:gd name="T4" fmla="*/ 751713 w 5185"/>
              <a:gd name="T5" fmla="*/ 1241832 h 3880"/>
              <a:gd name="T6" fmla="*/ 1108464 w 5185"/>
              <a:gd name="T7" fmla="*/ 1148144 h 3880"/>
              <a:gd name="T8" fmla="*/ 751713 w 5185"/>
              <a:gd name="T9" fmla="*/ 1241832 h 3880"/>
              <a:gd name="T10" fmla="*/ 1726808 w 5185"/>
              <a:gd name="T11" fmla="*/ 1012203 h 3880"/>
              <a:gd name="T12" fmla="*/ 1726073 w 5185"/>
              <a:gd name="T13" fmla="*/ 1007794 h 3880"/>
              <a:gd name="T14" fmla="*/ 1726808 w 5185"/>
              <a:gd name="T15" fmla="*/ 44089 h 3880"/>
              <a:gd name="T16" fmla="*/ 1726441 w 5185"/>
              <a:gd name="T17" fmla="*/ 39680 h 3880"/>
              <a:gd name="T18" fmla="*/ 1724604 w 5185"/>
              <a:gd name="T19" fmla="*/ 30862 h 3880"/>
              <a:gd name="T20" fmla="*/ 1721297 w 5185"/>
              <a:gd name="T21" fmla="*/ 23147 h 3880"/>
              <a:gd name="T22" fmla="*/ 1716888 w 5185"/>
              <a:gd name="T23" fmla="*/ 15798 h 3880"/>
              <a:gd name="T24" fmla="*/ 1711010 w 5185"/>
              <a:gd name="T25" fmla="*/ 9920 h 3880"/>
              <a:gd name="T26" fmla="*/ 1703662 w 5185"/>
              <a:gd name="T27" fmla="*/ 5144 h 3880"/>
              <a:gd name="T28" fmla="*/ 1695946 w 5185"/>
              <a:gd name="T29" fmla="*/ 1837 h 3880"/>
              <a:gd name="T30" fmla="*/ 1687128 w 5185"/>
              <a:gd name="T31" fmla="*/ 367 h 3880"/>
              <a:gd name="T32" fmla="*/ 222281 w 5185"/>
              <a:gd name="T33" fmla="*/ 0 h 3880"/>
              <a:gd name="T34" fmla="*/ 217872 w 5185"/>
              <a:gd name="T35" fmla="*/ 367 h 3880"/>
              <a:gd name="T36" fmla="*/ 209054 w 5185"/>
              <a:gd name="T37" fmla="*/ 1837 h 3880"/>
              <a:gd name="T38" fmla="*/ 201338 w 5185"/>
              <a:gd name="T39" fmla="*/ 5144 h 3880"/>
              <a:gd name="T40" fmla="*/ 194358 w 5185"/>
              <a:gd name="T41" fmla="*/ 9920 h 3880"/>
              <a:gd name="T42" fmla="*/ 188112 w 5185"/>
              <a:gd name="T43" fmla="*/ 15798 h 3880"/>
              <a:gd name="T44" fmla="*/ 183336 w 5185"/>
              <a:gd name="T45" fmla="*/ 23147 h 3880"/>
              <a:gd name="T46" fmla="*/ 180029 w 5185"/>
              <a:gd name="T47" fmla="*/ 30862 h 3880"/>
              <a:gd name="T48" fmla="*/ 178559 w 5185"/>
              <a:gd name="T49" fmla="*/ 39680 h 3880"/>
              <a:gd name="T50" fmla="*/ 178192 w 5185"/>
              <a:gd name="T51" fmla="*/ 1003386 h 3880"/>
              <a:gd name="T52" fmla="*/ 178559 w 5185"/>
              <a:gd name="T53" fmla="*/ 1007794 h 3880"/>
              <a:gd name="T54" fmla="*/ 178192 w 5185"/>
              <a:gd name="T55" fmla="*/ 1012203 h 3880"/>
              <a:gd name="T56" fmla="*/ 1727176 w 5185"/>
              <a:gd name="T57" fmla="*/ 1012571 h 3880"/>
              <a:gd name="T58" fmla="*/ 1616954 w 5185"/>
              <a:gd name="T59" fmla="*/ 937620 h 3880"/>
              <a:gd name="T60" fmla="*/ 288046 w 5185"/>
              <a:gd name="T61" fmla="*/ 109854 h 3880"/>
              <a:gd name="T62" fmla="*/ 1616954 w 5185"/>
              <a:gd name="T63" fmla="*/ 937620 h 3880"/>
              <a:gd name="T64" fmla="*/ 4409 w 5185"/>
              <a:gd name="T65" fmla="*/ 1350584 h 3880"/>
              <a:gd name="T66" fmla="*/ 0 w 5185"/>
              <a:gd name="T67" fmla="*/ 1359402 h 3880"/>
              <a:gd name="T68" fmla="*/ 735 w 5185"/>
              <a:gd name="T69" fmla="*/ 1369322 h 3880"/>
              <a:gd name="T70" fmla="*/ 3307 w 5185"/>
              <a:gd name="T71" fmla="*/ 1379977 h 3880"/>
              <a:gd name="T72" fmla="*/ 7348 w 5185"/>
              <a:gd name="T73" fmla="*/ 1390999 h 3880"/>
              <a:gd name="T74" fmla="*/ 13227 w 5185"/>
              <a:gd name="T75" fmla="*/ 1401654 h 3880"/>
              <a:gd name="T76" fmla="*/ 19473 w 5185"/>
              <a:gd name="T77" fmla="*/ 1411206 h 3880"/>
              <a:gd name="T78" fmla="*/ 26821 w 5185"/>
              <a:gd name="T79" fmla="*/ 1418554 h 3880"/>
              <a:gd name="T80" fmla="*/ 35271 w 5185"/>
              <a:gd name="T81" fmla="*/ 1423698 h 3880"/>
              <a:gd name="T82" fmla="*/ 41884 w 5185"/>
              <a:gd name="T83" fmla="*/ 1425168 h 3880"/>
              <a:gd name="T84" fmla="*/ 1860911 w 5185"/>
              <a:gd name="T85" fmla="*/ 1425535 h 3880"/>
              <a:gd name="T86" fmla="*/ 1863116 w 5185"/>
              <a:gd name="T87" fmla="*/ 1425168 h 3880"/>
              <a:gd name="T88" fmla="*/ 1869729 w 5185"/>
              <a:gd name="T89" fmla="*/ 1423698 h 3880"/>
              <a:gd name="T90" fmla="*/ 1878179 w 5185"/>
              <a:gd name="T91" fmla="*/ 1418554 h 3880"/>
              <a:gd name="T92" fmla="*/ 1885527 w 5185"/>
              <a:gd name="T93" fmla="*/ 1411206 h 3880"/>
              <a:gd name="T94" fmla="*/ 1892141 w 5185"/>
              <a:gd name="T95" fmla="*/ 1401654 h 3880"/>
              <a:gd name="T96" fmla="*/ 1897652 w 5185"/>
              <a:gd name="T97" fmla="*/ 1390999 h 3880"/>
              <a:gd name="T98" fmla="*/ 1901693 w 5185"/>
              <a:gd name="T99" fmla="*/ 1379977 h 3880"/>
              <a:gd name="T100" fmla="*/ 1903898 w 5185"/>
              <a:gd name="T101" fmla="*/ 1369322 h 3880"/>
              <a:gd name="T102" fmla="*/ 1905000 w 5185"/>
              <a:gd name="T103" fmla="*/ 1359402 h 3880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0" t="0" r="r" b="b"/>
            <a:pathLst>
              <a:path w="5185" h="3880">
                <a:moveTo>
                  <a:pt x="4775" y="2900"/>
                </a:moveTo>
                <a:lnTo>
                  <a:pt x="411" y="2900"/>
                </a:lnTo>
                <a:lnTo>
                  <a:pt x="87" y="3532"/>
                </a:lnTo>
                <a:lnTo>
                  <a:pt x="5099" y="3532"/>
                </a:lnTo>
                <a:lnTo>
                  <a:pt x="4775" y="2900"/>
                </a:lnTo>
                <a:close/>
                <a:moveTo>
                  <a:pt x="2046" y="3380"/>
                </a:moveTo>
                <a:lnTo>
                  <a:pt x="2181" y="3125"/>
                </a:lnTo>
                <a:lnTo>
                  <a:pt x="3017" y="3125"/>
                </a:lnTo>
                <a:lnTo>
                  <a:pt x="3139" y="3380"/>
                </a:lnTo>
                <a:lnTo>
                  <a:pt x="2046" y="3380"/>
                </a:lnTo>
                <a:close/>
                <a:moveTo>
                  <a:pt x="4700" y="2755"/>
                </a:moveTo>
                <a:lnTo>
                  <a:pt x="4700" y="2755"/>
                </a:lnTo>
                <a:lnTo>
                  <a:pt x="4698" y="2743"/>
                </a:lnTo>
                <a:lnTo>
                  <a:pt x="4700" y="2731"/>
                </a:lnTo>
                <a:lnTo>
                  <a:pt x="4700" y="120"/>
                </a:lnTo>
                <a:lnTo>
                  <a:pt x="4699" y="108"/>
                </a:lnTo>
                <a:lnTo>
                  <a:pt x="4697" y="95"/>
                </a:lnTo>
                <a:lnTo>
                  <a:pt x="4694" y="84"/>
                </a:lnTo>
                <a:lnTo>
                  <a:pt x="4690" y="73"/>
                </a:lnTo>
                <a:lnTo>
                  <a:pt x="4685" y="63"/>
                </a:lnTo>
                <a:lnTo>
                  <a:pt x="4680" y="53"/>
                </a:lnTo>
                <a:lnTo>
                  <a:pt x="4673" y="43"/>
                </a:lnTo>
                <a:lnTo>
                  <a:pt x="4665" y="34"/>
                </a:lnTo>
                <a:lnTo>
                  <a:pt x="4657" y="27"/>
                </a:lnTo>
                <a:lnTo>
                  <a:pt x="4647" y="20"/>
                </a:lnTo>
                <a:lnTo>
                  <a:pt x="4637" y="14"/>
                </a:lnTo>
                <a:lnTo>
                  <a:pt x="4627" y="9"/>
                </a:lnTo>
                <a:lnTo>
                  <a:pt x="4616" y="5"/>
                </a:lnTo>
                <a:lnTo>
                  <a:pt x="4605" y="2"/>
                </a:lnTo>
                <a:lnTo>
                  <a:pt x="4592" y="1"/>
                </a:lnTo>
                <a:lnTo>
                  <a:pt x="4580" y="0"/>
                </a:lnTo>
                <a:lnTo>
                  <a:pt x="605" y="0"/>
                </a:lnTo>
                <a:lnTo>
                  <a:pt x="593" y="1"/>
                </a:lnTo>
                <a:lnTo>
                  <a:pt x="581" y="2"/>
                </a:lnTo>
                <a:lnTo>
                  <a:pt x="569" y="5"/>
                </a:lnTo>
                <a:lnTo>
                  <a:pt x="558" y="9"/>
                </a:lnTo>
                <a:lnTo>
                  <a:pt x="548" y="14"/>
                </a:lnTo>
                <a:lnTo>
                  <a:pt x="538" y="20"/>
                </a:lnTo>
                <a:lnTo>
                  <a:pt x="529" y="27"/>
                </a:lnTo>
                <a:lnTo>
                  <a:pt x="521" y="34"/>
                </a:lnTo>
                <a:lnTo>
                  <a:pt x="512" y="43"/>
                </a:lnTo>
                <a:lnTo>
                  <a:pt x="505" y="53"/>
                </a:lnTo>
                <a:lnTo>
                  <a:pt x="499" y="63"/>
                </a:lnTo>
                <a:lnTo>
                  <a:pt x="494" y="73"/>
                </a:lnTo>
                <a:lnTo>
                  <a:pt x="490" y="84"/>
                </a:lnTo>
                <a:lnTo>
                  <a:pt x="488" y="95"/>
                </a:lnTo>
                <a:lnTo>
                  <a:pt x="486" y="108"/>
                </a:lnTo>
                <a:lnTo>
                  <a:pt x="485" y="120"/>
                </a:lnTo>
                <a:lnTo>
                  <a:pt x="485" y="2731"/>
                </a:lnTo>
                <a:lnTo>
                  <a:pt x="486" y="2743"/>
                </a:lnTo>
                <a:lnTo>
                  <a:pt x="485" y="2755"/>
                </a:lnTo>
                <a:lnTo>
                  <a:pt x="484" y="2756"/>
                </a:lnTo>
                <a:lnTo>
                  <a:pt x="4701" y="2756"/>
                </a:lnTo>
                <a:lnTo>
                  <a:pt x="4700" y="2755"/>
                </a:lnTo>
                <a:close/>
                <a:moveTo>
                  <a:pt x="4401" y="2552"/>
                </a:moveTo>
                <a:lnTo>
                  <a:pt x="784" y="2552"/>
                </a:lnTo>
                <a:lnTo>
                  <a:pt x="784" y="299"/>
                </a:lnTo>
                <a:lnTo>
                  <a:pt x="4401" y="299"/>
                </a:lnTo>
                <a:lnTo>
                  <a:pt x="4401" y="2552"/>
                </a:lnTo>
                <a:close/>
                <a:moveTo>
                  <a:pt x="5172" y="3676"/>
                </a:moveTo>
                <a:lnTo>
                  <a:pt x="12" y="3676"/>
                </a:lnTo>
                <a:lnTo>
                  <a:pt x="0" y="3700"/>
                </a:lnTo>
                <a:lnTo>
                  <a:pt x="1" y="3713"/>
                </a:lnTo>
                <a:lnTo>
                  <a:pt x="2" y="3727"/>
                </a:lnTo>
                <a:lnTo>
                  <a:pt x="5" y="3741"/>
                </a:lnTo>
                <a:lnTo>
                  <a:pt x="9" y="3756"/>
                </a:lnTo>
                <a:lnTo>
                  <a:pt x="14" y="3771"/>
                </a:lnTo>
                <a:lnTo>
                  <a:pt x="20" y="3786"/>
                </a:lnTo>
                <a:lnTo>
                  <a:pt x="28" y="3801"/>
                </a:lnTo>
                <a:lnTo>
                  <a:pt x="36" y="3815"/>
                </a:lnTo>
                <a:lnTo>
                  <a:pt x="44" y="3828"/>
                </a:lnTo>
                <a:lnTo>
                  <a:pt x="53" y="3841"/>
                </a:lnTo>
                <a:lnTo>
                  <a:pt x="63" y="3852"/>
                </a:lnTo>
                <a:lnTo>
                  <a:pt x="73" y="3861"/>
                </a:lnTo>
                <a:lnTo>
                  <a:pt x="85" y="3869"/>
                </a:lnTo>
                <a:lnTo>
                  <a:pt x="96" y="3875"/>
                </a:lnTo>
                <a:lnTo>
                  <a:pt x="108" y="3878"/>
                </a:lnTo>
                <a:lnTo>
                  <a:pt x="114" y="3879"/>
                </a:lnTo>
                <a:lnTo>
                  <a:pt x="120" y="3880"/>
                </a:lnTo>
                <a:lnTo>
                  <a:pt x="5065" y="3880"/>
                </a:lnTo>
                <a:lnTo>
                  <a:pt x="5071" y="3879"/>
                </a:lnTo>
                <a:lnTo>
                  <a:pt x="5077" y="3878"/>
                </a:lnTo>
                <a:lnTo>
                  <a:pt x="5089" y="3875"/>
                </a:lnTo>
                <a:lnTo>
                  <a:pt x="5101" y="3869"/>
                </a:lnTo>
                <a:lnTo>
                  <a:pt x="5112" y="3861"/>
                </a:lnTo>
                <a:lnTo>
                  <a:pt x="5122" y="3852"/>
                </a:lnTo>
                <a:lnTo>
                  <a:pt x="5132" y="3841"/>
                </a:lnTo>
                <a:lnTo>
                  <a:pt x="5141" y="3828"/>
                </a:lnTo>
                <a:lnTo>
                  <a:pt x="5150" y="3815"/>
                </a:lnTo>
                <a:lnTo>
                  <a:pt x="5158" y="3801"/>
                </a:lnTo>
                <a:lnTo>
                  <a:pt x="5165" y="3786"/>
                </a:lnTo>
                <a:lnTo>
                  <a:pt x="5171" y="3771"/>
                </a:lnTo>
                <a:lnTo>
                  <a:pt x="5176" y="3756"/>
                </a:lnTo>
                <a:lnTo>
                  <a:pt x="5180" y="3741"/>
                </a:lnTo>
                <a:lnTo>
                  <a:pt x="5182" y="3727"/>
                </a:lnTo>
                <a:lnTo>
                  <a:pt x="5184" y="3713"/>
                </a:lnTo>
                <a:lnTo>
                  <a:pt x="5185" y="3700"/>
                </a:lnTo>
                <a:lnTo>
                  <a:pt x="5172" y="3676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xtLst/>
        </p:spPr>
        <p:txBody>
          <a:bodyPr bIns="36000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ea typeface="+mn-ea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05524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251520" y="995432"/>
            <a:ext cx="4240315" cy="376859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200" b="1" dirty="0" smtClean="0"/>
              <a:t>#</a:t>
            </a:r>
            <a:r>
              <a:rPr lang="en-GB" altLang="zh-CN" sz="1200" b="1" dirty="0"/>
              <a:t>include "</a:t>
            </a:r>
            <a:r>
              <a:rPr lang="en-GB" altLang="zh-CN" sz="1200" b="1" dirty="0" err="1"/>
              <a:t>exti_key.h</a:t>
            </a:r>
            <a:r>
              <a:rPr lang="en-GB" altLang="zh-CN" sz="1200" b="1" dirty="0"/>
              <a:t>"</a:t>
            </a:r>
          </a:p>
          <a:p>
            <a:pPr>
              <a:lnSpc>
                <a:spcPct val="125000"/>
              </a:lnSpc>
            </a:pPr>
            <a:r>
              <a:rPr lang="en-GB" altLang="zh-CN" sz="1200" b="1" dirty="0"/>
              <a:t>#include "</a:t>
            </a:r>
            <a:r>
              <a:rPr lang="en-GB" altLang="zh-CN" sz="1200" b="1" dirty="0" err="1"/>
              <a:t>misc.h</a:t>
            </a:r>
            <a:r>
              <a:rPr lang="en-GB" altLang="zh-CN" sz="1200" b="1" dirty="0"/>
              <a:t>"</a:t>
            </a:r>
          </a:p>
          <a:p>
            <a:pPr>
              <a:lnSpc>
                <a:spcPct val="125000"/>
              </a:lnSpc>
            </a:pPr>
            <a:endParaRPr lang="en-GB" altLang="zh-CN" sz="1200" b="1" dirty="0"/>
          </a:p>
          <a:p>
            <a:pPr>
              <a:lnSpc>
                <a:spcPct val="125000"/>
              </a:lnSpc>
            </a:pPr>
            <a:r>
              <a:rPr lang="en-GB" altLang="zh-CN" sz="1200" b="1" dirty="0"/>
              <a:t>void </a:t>
            </a:r>
            <a:r>
              <a:rPr lang="en-GB" altLang="zh-CN" sz="1200" b="1" dirty="0" err="1"/>
              <a:t>EXTI_Key_Init</a:t>
            </a:r>
            <a:r>
              <a:rPr lang="en-GB" altLang="zh-CN" sz="1200" b="1" dirty="0"/>
              <a:t>(void)</a:t>
            </a:r>
          </a:p>
          <a:p>
            <a:pPr>
              <a:lnSpc>
                <a:spcPct val="125000"/>
              </a:lnSpc>
            </a:pPr>
            <a:r>
              <a:rPr lang="en-GB" altLang="zh-CN" sz="1200" b="1" dirty="0"/>
              <a:t>{	</a:t>
            </a:r>
          </a:p>
          <a:p>
            <a:pPr>
              <a:lnSpc>
                <a:spcPct val="125000"/>
              </a:lnSpc>
            </a:pPr>
            <a:r>
              <a:rPr lang="en-GB" altLang="zh-CN" sz="1200" b="1" dirty="0"/>
              <a:t>    </a:t>
            </a:r>
            <a:r>
              <a:rPr lang="en-GB" altLang="zh-CN" sz="1200" b="1" dirty="0" err="1"/>
              <a:t>GPIO_InitTypeDef</a:t>
            </a:r>
            <a:r>
              <a:rPr lang="en-GB" altLang="zh-CN" sz="1200" b="1" dirty="0"/>
              <a:t> </a:t>
            </a:r>
            <a:r>
              <a:rPr lang="en-GB" altLang="zh-CN" sz="1200" b="1" dirty="0" err="1"/>
              <a:t>GPIO_InitStructure</a:t>
            </a:r>
            <a:r>
              <a:rPr lang="en-GB" altLang="zh-CN" sz="1200" b="1" dirty="0"/>
              <a:t>;</a:t>
            </a:r>
          </a:p>
          <a:p>
            <a:pPr>
              <a:lnSpc>
                <a:spcPct val="125000"/>
              </a:lnSpc>
            </a:pPr>
            <a:r>
              <a:rPr lang="en-GB" altLang="zh-CN" sz="1200" b="1" dirty="0" smtClean="0"/>
              <a:t>           RCC_APB2PeriphClockCmd(RCC_APB2Periph_GPIOE|RCC_APB2Periph_AFIO,ENABLE</a:t>
            </a:r>
            <a:r>
              <a:rPr lang="en-GB" altLang="zh-CN" sz="1200" b="1" dirty="0"/>
              <a:t>);</a:t>
            </a:r>
          </a:p>
          <a:p>
            <a:pPr>
              <a:lnSpc>
                <a:spcPct val="125000"/>
              </a:lnSpc>
            </a:pPr>
            <a:r>
              <a:rPr lang="en-GB" altLang="zh-CN" sz="1200" b="1" dirty="0"/>
              <a:t>    </a:t>
            </a:r>
            <a:r>
              <a:rPr lang="en-GB" altLang="zh-CN" sz="1200" b="1" dirty="0" err="1"/>
              <a:t>GPIO_InitStructure.GPIO_Pin</a:t>
            </a:r>
            <a:r>
              <a:rPr lang="en-GB" altLang="zh-CN" sz="1200" b="1" dirty="0"/>
              <a:t> = GPIO_Pin_3;</a:t>
            </a:r>
          </a:p>
          <a:p>
            <a:pPr>
              <a:lnSpc>
                <a:spcPct val="125000"/>
              </a:lnSpc>
            </a:pPr>
            <a:r>
              <a:rPr lang="en-GB" altLang="zh-CN" sz="1200" b="1" dirty="0"/>
              <a:t>    </a:t>
            </a:r>
            <a:r>
              <a:rPr lang="en-GB" altLang="zh-CN" sz="1200" b="1" dirty="0" err="1"/>
              <a:t>GPIO_InitStructure.GPIO_Mode</a:t>
            </a:r>
            <a:r>
              <a:rPr lang="en-GB" altLang="zh-CN" sz="1200" b="1" dirty="0"/>
              <a:t> = </a:t>
            </a:r>
            <a:r>
              <a:rPr lang="en-GB" altLang="zh-CN" sz="1200" b="1" dirty="0" err="1"/>
              <a:t>GPIO_Mode_IN_FLOATING</a:t>
            </a:r>
            <a:r>
              <a:rPr lang="en-GB" altLang="zh-CN" sz="1200" b="1" dirty="0"/>
              <a:t>;</a:t>
            </a:r>
          </a:p>
          <a:p>
            <a:pPr>
              <a:lnSpc>
                <a:spcPct val="125000"/>
              </a:lnSpc>
            </a:pPr>
            <a:r>
              <a:rPr lang="en-GB" altLang="zh-CN" sz="1200" b="1" dirty="0" smtClean="0"/>
              <a:t>    </a:t>
            </a:r>
            <a:r>
              <a:rPr lang="en-GB" altLang="zh-CN" sz="1200" b="1" dirty="0" err="1" smtClean="0"/>
              <a:t>GPIO_Init</a:t>
            </a:r>
            <a:r>
              <a:rPr lang="en-GB" altLang="zh-CN" sz="1200" b="1" dirty="0" smtClean="0"/>
              <a:t>(GPIOE</a:t>
            </a:r>
            <a:r>
              <a:rPr lang="en-GB" altLang="zh-CN" sz="1200" b="1" dirty="0"/>
              <a:t>,&amp;</a:t>
            </a:r>
            <a:r>
              <a:rPr lang="en-GB" altLang="zh-CN" sz="1200" b="1" dirty="0" err="1"/>
              <a:t>GPIO_InitStructure</a:t>
            </a:r>
            <a:r>
              <a:rPr lang="en-GB" altLang="zh-CN" sz="1200" b="1" dirty="0"/>
              <a:t>);</a:t>
            </a:r>
          </a:p>
          <a:p>
            <a:pPr>
              <a:lnSpc>
                <a:spcPct val="125000"/>
              </a:lnSpc>
            </a:pPr>
            <a:r>
              <a:rPr lang="en-GB" altLang="zh-CN" sz="1200" b="1" dirty="0"/>
              <a:t>    </a:t>
            </a:r>
            <a:r>
              <a:rPr lang="en-GB" altLang="zh-CN" sz="1200" b="1" dirty="0" err="1"/>
              <a:t>NVIC_InitTypeDef</a:t>
            </a:r>
            <a:r>
              <a:rPr lang="en-GB" altLang="zh-CN" sz="1200" b="1" dirty="0"/>
              <a:t> </a:t>
            </a:r>
            <a:r>
              <a:rPr lang="en-GB" altLang="zh-CN" sz="1200" b="1" dirty="0" err="1"/>
              <a:t>NVIC_InitStructure</a:t>
            </a:r>
            <a:r>
              <a:rPr lang="en-GB" altLang="zh-CN" sz="1200" b="1" dirty="0"/>
              <a:t>;</a:t>
            </a:r>
          </a:p>
          <a:p>
            <a:pPr>
              <a:lnSpc>
                <a:spcPct val="125000"/>
              </a:lnSpc>
            </a:pPr>
            <a:r>
              <a:rPr lang="en-GB" altLang="zh-CN" sz="1200" b="1" dirty="0"/>
              <a:t>    </a:t>
            </a:r>
            <a:r>
              <a:rPr lang="en-GB" altLang="zh-CN" sz="1200" b="1" dirty="0" err="1"/>
              <a:t>NVIC_PriorityGroupConfig</a:t>
            </a:r>
            <a:r>
              <a:rPr lang="en-GB" altLang="zh-CN" sz="1200" b="1" dirty="0"/>
              <a:t>(NVIC_PriorityGroup_2);</a:t>
            </a:r>
          </a:p>
          <a:p>
            <a:pPr>
              <a:lnSpc>
                <a:spcPct val="125000"/>
              </a:lnSpc>
            </a:pPr>
            <a:r>
              <a:rPr lang="en-GB" altLang="zh-CN" sz="1200" b="1" dirty="0" smtClean="0"/>
              <a:t>    </a:t>
            </a:r>
            <a:r>
              <a:rPr lang="en-GB" altLang="zh-CN" sz="1200" b="1" dirty="0" err="1" smtClean="0"/>
              <a:t>NVIC_InitStructure.NVIC_IRQChannel</a:t>
            </a:r>
            <a:r>
              <a:rPr lang="en-GB" altLang="zh-CN" sz="1200" b="1" dirty="0" smtClean="0"/>
              <a:t> </a:t>
            </a:r>
            <a:r>
              <a:rPr lang="en-GB" altLang="zh-CN" sz="1200" b="1" dirty="0"/>
              <a:t>= EXTI3_IRQn;</a:t>
            </a:r>
          </a:p>
          <a:p>
            <a:pPr>
              <a:lnSpc>
                <a:spcPct val="125000"/>
              </a:lnSpc>
            </a:pPr>
            <a:r>
              <a:rPr lang="en-GB" altLang="zh-CN" sz="1200" b="1" dirty="0"/>
              <a:t>    </a:t>
            </a:r>
            <a:r>
              <a:rPr lang="en-GB" altLang="zh-CN" sz="1200" b="1" dirty="0" err="1"/>
              <a:t>NVIC_InitStructure.NVIC_IRQChannelPreemptionPriority</a:t>
            </a:r>
            <a:r>
              <a:rPr lang="en-GB" altLang="zh-CN" sz="1200" b="1" dirty="0"/>
              <a:t> = 0</a:t>
            </a:r>
            <a:r>
              <a:rPr lang="en-GB" altLang="zh-CN" sz="1200" b="1" dirty="0" smtClean="0"/>
              <a:t>;</a:t>
            </a:r>
            <a:endParaRPr lang="en-GB" altLang="zh-CN" sz="1200" b="1" dirty="0"/>
          </a:p>
        </p:txBody>
      </p:sp>
      <p:sp>
        <p:nvSpPr>
          <p:cNvPr id="4" name="矩形 3"/>
          <p:cNvSpPr/>
          <p:nvPr/>
        </p:nvSpPr>
        <p:spPr>
          <a:xfrm>
            <a:off x="0" y="339503"/>
            <a:ext cx="442798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5188" y="360767"/>
            <a:ext cx="42226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6.4.3 EXTI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标准外设库应用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实例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788024" y="499982"/>
            <a:ext cx="24027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</a:rPr>
              <a:t>2</a:t>
            </a:r>
            <a:r>
              <a:rPr lang="zh-CN" altLang="en-US" b="1" dirty="0">
                <a:solidFill>
                  <a:srgbClr val="C00000"/>
                </a:solidFill>
              </a:rPr>
              <a:t>．</a:t>
            </a:r>
            <a:r>
              <a:rPr lang="zh-CN" altLang="en-US" b="1" dirty="0" smtClean="0">
                <a:solidFill>
                  <a:srgbClr val="C00000"/>
                </a:solidFill>
              </a:rPr>
              <a:t>新建</a:t>
            </a:r>
            <a:r>
              <a:rPr lang="en-GB" altLang="zh-CN" b="1" dirty="0" err="1" smtClean="0">
                <a:solidFill>
                  <a:srgbClr val="C00000"/>
                </a:solidFill>
              </a:rPr>
              <a:t>exti_key.c</a:t>
            </a:r>
            <a:r>
              <a:rPr lang="zh-CN" altLang="en-US" b="1" dirty="0">
                <a:solidFill>
                  <a:srgbClr val="C00000"/>
                </a:solidFill>
              </a:rPr>
              <a:t>文件</a:t>
            </a:r>
            <a:endParaRPr lang="zh-CN" altLang="en-US" sz="4400" dirty="0">
              <a:solidFill>
                <a:srgbClr val="C0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4597035" y="1266698"/>
            <a:ext cx="4368734" cy="286232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>
              <a:lnSpc>
                <a:spcPct val="125000"/>
              </a:lnSpc>
            </a:pPr>
            <a:r>
              <a:rPr lang="en-GB" altLang="zh-CN" sz="1200" b="1" dirty="0">
                <a:solidFill>
                  <a:prstClr val="black"/>
                </a:solidFill>
              </a:rPr>
              <a:t> </a:t>
            </a:r>
            <a:r>
              <a:rPr lang="en-GB" altLang="zh-CN" sz="1200" b="1" dirty="0" smtClean="0">
                <a:solidFill>
                  <a:prstClr val="black"/>
                </a:solidFill>
              </a:rPr>
              <a:t>   </a:t>
            </a:r>
            <a:r>
              <a:rPr lang="en-GB" altLang="zh-CN" sz="1200" b="1" dirty="0" err="1" smtClean="0">
                <a:solidFill>
                  <a:prstClr val="black"/>
                </a:solidFill>
              </a:rPr>
              <a:t>NVIC_InitStructure.NVIC_IRQChannelSubPriority</a:t>
            </a:r>
            <a:r>
              <a:rPr lang="en-GB" altLang="zh-CN" sz="1200" b="1" dirty="0" smtClean="0">
                <a:solidFill>
                  <a:prstClr val="black"/>
                </a:solidFill>
              </a:rPr>
              <a:t> </a:t>
            </a:r>
            <a:r>
              <a:rPr lang="en-GB" altLang="zh-CN" sz="1200" b="1" dirty="0">
                <a:solidFill>
                  <a:prstClr val="black"/>
                </a:solidFill>
              </a:rPr>
              <a:t>= 1;</a:t>
            </a:r>
          </a:p>
          <a:p>
            <a:pPr lvl="0">
              <a:lnSpc>
                <a:spcPct val="125000"/>
              </a:lnSpc>
            </a:pPr>
            <a:r>
              <a:rPr lang="en-GB" altLang="zh-CN" sz="1200" b="1" dirty="0">
                <a:solidFill>
                  <a:prstClr val="black"/>
                </a:solidFill>
              </a:rPr>
              <a:t>    </a:t>
            </a:r>
            <a:r>
              <a:rPr lang="en-GB" altLang="zh-CN" sz="1200" b="1" dirty="0" err="1">
                <a:solidFill>
                  <a:prstClr val="black"/>
                </a:solidFill>
              </a:rPr>
              <a:t>NVIC_InitStructure.NVIC_IRQChannelCmd</a:t>
            </a:r>
            <a:r>
              <a:rPr lang="en-GB" altLang="zh-CN" sz="1200" b="1" dirty="0">
                <a:solidFill>
                  <a:prstClr val="black"/>
                </a:solidFill>
              </a:rPr>
              <a:t> = ENABLE;</a:t>
            </a:r>
          </a:p>
          <a:p>
            <a:pPr lvl="0">
              <a:lnSpc>
                <a:spcPct val="125000"/>
              </a:lnSpc>
            </a:pPr>
            <a:r>
              <a:rPr lang="en-GB" altLang="zh-CN" sz="1200" b="1" dirty="0">
                <a:solidFill>
                  <a:prstClr val="black"/>
                </a:solidFill>
              </a:rPr>
              <a:t>    </a:t>
            </a:r>
            <a:r>
              <a:rPr lang="en-GB" altLang="zh-CN" sz="1200" b="1" dirty="0" err="1">
                <a:solidFill>
                  <a:prstClr val="black"/>
                </a:solidFill>
              </a:rPr>
              <a:t>NVIC_Init</a:t>
            </a:r>
            <a:r>
              <a:rPr lang="en-GB" altLang="zh-CN" sz="1200" b="1" dirty="0">
                <a:solidFill>
                  <a:prstClr val="black"/>
                </a:solidFill>
              </a:rPr>
              <a:t>(&amp;</a:t>
            </a:r>
            <a:r>
              <a:rPr lang="en-GB" altLang="zh-CN" sz="1200" b="1" dirty="0" err="1">
                <a:solidFill>
                  <a:prstClr val="black"/>
                </a:solidFill>
              </a:rPr>
              <a:t>NVIC_InitStructure</a:t>
            </a:r>
            <a:r>
              <a:rPr lang="en-GB" altLang="zh-CN" sz="1200" b="1" dirty="0">
                <a:solidFill>
                  <a:prstClr val="black"/>
                </a:solidFill>
              </a:rPr>
              <a:t>); </a:t>
            </a:r>
          </a:p>
          <a:p>
            <a:pPr lvl="0">
              <a:lnSpc>
                <a:spcPct val="125000"/>
              </a:lnSpc>
            </a:pPr>
            <a:r>
              <a:rPr lang="en-GB" altLang="zh-CN" sz="1200" b="1" dirty="0">
                <a:solidFill>
                  <a:prstClr val="black"/>
                </a:solidFill>
              </a:rPr>
              <a:t>    </a:t>
            </a:r>
            <a:r>
              <a:rPr lang="en-GB" altLang="zh-CN" sz="1200" b="1" dirty="0" err="1">
                <a:solidFill>
                  <a:prstClr val="black"/>
                </a:solidFill>
              </a:rPr>
              <a:t>EXTI_InitTypeDef</a:t>
            </a:r>
            <a:r>
              <a:rPr lang="en-GB" altLang="zh-CN" sz="1200" b="1" dirty="0">
                <a:solidFill>
                  <a:prstClr val="black"/>
                </a:solidFill>
              </a:rPr>
              <a:t> </a:t>
            </a:r>
            <a:r>
              <a:rPr lang="en-GB" altLang="zh-CN" sz="1200" b="1" dirty="0" err="1">
                <a:solidFill>
                  <a:prstClr val="black"/>
                </a:solidFill>
              </a:rPr>
              <a:t>EXTI_InitStructure</a:t>
            </a:r>
            <a:r>
              <a:rPr lang="en-GB" altLang="zh-CN" sz="1200" b="1" dirty="0">
                <a:solidFill>
                  <a:prstClr val="black"/>
                </a:solidFill>
              </a:rPr>
              <a:t>;</a:t>
            </a:r>
          </a:p>
          <a:p>
            <a:pPr lvl="0">
              <a:lnSpc>
                <a:spcPct val="125000"/>
              </a:lnSpc>
            </a:pPr>
            <a:r>
              <a:rPr lang="en-GB" altLang="zh-CN" sz="1200" b="1" dirty="0">
                <a:solidFill>
                  <a:prstClr val="black"/>
                </a:solidFill>
              </a:rPr>
              <a:t>    </a:t>
            </a:r>
            <a:r>
              <a:rPr lang="en-GB" altLang="zh-CN" sz="1200" b="1" dirty="0" err="1">
                <a:solidFill>
                  <a:prstClr val="black"/>
                </a:solidFill>
              </a:rPr>
              <a:t>EXTI_ClearITPendingBit</a:t>
            </a:r>
            <a:r>
              <a:rPr lang="en-GB" altLang="zh-CN" sz="1200" b="1" dirty="0">
                <a:solidFill>
                  <a:prstClr val="black"/>
                </a:solidFill>
              </a:rPr>
              <a:t>(EXTI_Line3);  </a:t>
            </a:r>
          </a:p>
          <a:p>
            <a:pPr lvl="0">
              <a:lnSpc>
                <a:spcPct val="125000"/>
              </a:lnSpc>
            </a:pPr>
            <a:r>
              <a:rPr lang="en-GB" altLang="zh-CN" sz="1200" b="1" dirty="0" smtClean="0">
                <a:solidFill>
                  <a:prstClr val="black"/>
                </a:solidFill>
              </a:rPr>
              <a:t>  </a:t>
            </a:r>
            <a:r>
              <a:rPr lang="en-GB" altLang="zh-CN" sz="1200" b="1" dirty="0" err="1" smtClean="0">
                <a:solidFill>
                  <a:prstClr val="black"/>
                </a:solidFill>
              </a:rPr>
              <a:t>GPIO_EXTILineConfig</a:t>
            </a:r>
            <a:r>
              <a:rPr lang="en-GB" altLang="zh-CN" sz="1200" b="1" dirty="0" smtClean="0">
                <a:solidFill>
                  <a:prstClr val="black"/>
                </a:solidFill>
              </a:rPr>
              <a:t>(GPIO_PortSourceGPIOE,GPIO_PinSource3</a:t>
            </a:r>
            <a:r>
              <a:rPr lang="en-GB" altLang="zh-CN" sz="1200" b="1" dirty="0">
                <a:solidFill>
                  <a:prstClr val="black"/>
                </a:solidFill>
              </a:rPr>
              <a:t>);</a:t>
            </a:r>
          </a:p>
          <a:p>
            <a:pPr lvl="0">
              <a:lnSpc>
                <a:spcPct val="125000"/>
              </a:lnSpc>
            </a:pPr>
            <a:r>
              <a:rPr lang="en-GB" altLang="zh-CN" sz="1200" b="1" dirty="0">
                <a:solidFill>
                  <a:prstClr val="black"/>
                </a:solidFill>
              </a:rPr>
              <a:t>    </a:t>
            </a:r>
            <a:r>
              <a:rPr lang="en-GB" altLang="zh-CN" sz="1200" b="1" dirty="0" err="1">
                <a:solidFill>
                  <a:prstClr val="black"/>
                </a:solidFill>
              </a:rPr>
              <a:t>EXTI_InitStructure.EXTI_Line</a:t>
            </a:r>
            <a:r>
              <a:rPr lang="en-GB" altLang="zh-CN" sz="1200" b="1" dirty="0">
                <a:solidFill>
                  <a:prstClr val="black"/>
                </a:solidFill>
              </a:rPr>
              <a:t> = EXTI_Line3;</a:t>
            </a:r>
          </a:p>
          <a:p>
            <a:pPr lvl="0">
              <a:lnSpc>
                <a:spcPct val="125000"/>
              </a:lnSpc>
            </a:pPr>
            <a:r>
              <a:rPr lang="en-GB" altLang="zh-CN" sz="1200" b="1" dirty="0">
                <a:solidFill>
                  <a:prstClr val="black"/>
                </a:solidFill>
              </a:rPr>
              <a:t>    </a:t>
            </a:r>
            <a:r>
              <a:rPr lang="en-GB" altLang="zh-CN" sz="1200" b="1" dirty="0" err="1">
                <a:solidFill>
                  <a:prstClr val="black"/>
                </a:solidFill>
              </a:rPr>
              <a:t>EXTI_InitStructure.EXTI_Mode</a:t>
            </a:r>
            <a:r>
              <a:rPr lang="en-GB" altLang="zh-CN" sz="1200" b="1" dirty="0">
                <a:solidFill>
                  <a:prstClr val="black"/>
                </a:solidFill>
              </a:rPr>
              <a:t> = </a:t>
            </a:r>
            <a:r>
              <a:rPr lang="en-GB" altLang="zh-CN" sz="1200" b="1" dirty="0" err="1">
                <a:solidFill>
                  <a:prstClr val="black"/>
                </a:solidFill>
              </a:rPr>
              <a:t>EXTI_Mode_Interrupt</a:t>
            </a:r>
            <a:r>
              <a:rPr lang="en-GB" altLang="zh-CN" sz="1200" b="1" dirty="0">
                <a:solidFill>
                  <a:prstClr val="black"/>
                </a:solidFill>
              </a:rPr>
              <a:t>;</a:t>
            </a:r>
          </a:p>
          <a:p>
            <a:pPr lvl="0">
              <a:lnSpc>
                <a:spcPct val="125000"/>
              </a:lnSpc>
            </a:pPr>
            <a:r>
              <a:rPr lang="en-GB" altLang="zh-CN" sz="1200" b="1" dirty="0">
                <a:solidFill>
                  <a:prstClr val="black"/>
                </a:solidFill>
              </a:rPr>
              <a:t>    </a:t>
            </a:r>
            <a:r>
              <a:rPr lang="en-GB" altLang="zh-CN" sz="1200" b="1" dirty="0" err="1">
                <a:solidFill>
                  <a:prstClr val="black"/>
                </a:solidFill>
              </a:rPr>
              <a:t>EXTI_InitStructure.EXTI_Trigger</a:t>
            </a:r>
            <a:r>
              <a:rPr lang="en-GB" altLang="zh-CN" sz="1200" b="1" dirty="0">
                <a:solidFill>
                  <a:prstClr val="black"/>
                </a:solidFill>
              </a:rPr>
              <a:t> = </a:t>
            </a:r>
            <a:r>
              <a:rPr lang="en-GB" altLang="zh-CN" sz="1200" b="1" dirty="0" err="1">
                <a:solidFill>
                  <a:prstClr val="black"/>
                </a:solidFill>
              </a:rPr>
              <a:t>EXTI_Trigger_Falling</a:t>
            </a:r>
            <a:r>
              <a:rPr lang="en-GB" altLang="zh-CN" sz="1200" b="1" dirty="0">
                <a:solidFill>
                  <a:prstClr val="black"/>
                </a:solidFill>
              </a:rPr>
              <a:t>;</a:t>
            </a:r>
          </a:p>
          <a:p>
            <a:pPr lvl="0">
              <a:lnSpc>
                <a:spcPct val="125000"/>
              </a:lnSpc>
            </a:pPr>
            <a:r>
              <a:rPr lang="en-GB" altLang="zh-CN" sz="1200" b="1" dirty="0">
                <a:solidFill>
                  <a:prstClr val="black"/>
                </a:solidFill>
              </a:rPr>
              <a:t>    </a:t>
            </a:r>
            <a:r>
              <a:rPr lang="en-GB" altLang="zh-CN" sz="1200" b="1" dirty="0" err="1">
                <a:solidFill>
                  <a:prstClr val="black"/>
                </a:solidFill>
              </a:rPr>
              <a:t>EXTI_InitStructure.EXTI_LineCmd</a:t>
            </a:r>
            <a:r>
              <a:rPr lang="en-GB" altLang="zh-CN" sz="1200" b="1" dirty="0">
                <a:solidFill>
                  <a:prstClr val="black"/>
                </a:solidFill>
              </a:rPr>
              <a:t> = ENABLE;</a:t>
            </a:r>
          </a:p>
          <a:p>
            <a:pPr lvl="0">
              <a:lnSpc>
                <a:spcPct val="125000"/>
              </a:lnSpc>
            </a:pPr>
            <a:r>
              <a:rPr lang="en-GB" altLang="zh-CN" sz="1200" b="1" dirty="0">
                <a:solidFill>
                  <a:prstClr val="black"/>
                </a:solidFill>
              </a:rPr>
              <a:t>    </a:t>
            </a:r>
            <a:r>
              <a:rPr lang="en-GB" altLang="zh-CN" sz="1200" b="1" dirty="0" err="1">
                <a:solidFill>
                  <a:prstClr val="black"/>
                </a:solidFill>
              </a:rPr>
              <a:t>EXTI_Init</a:t>
            </a:r>
            <a:r>
              <a:rPr lang="en-GB" altLang="zh-CN" sz="1200" b="1" dirty="0">
                <a:solidFill>
                  <a:prstClr val="black"/>
                </a:solidFill>
              </a:rPr>
              <a:t>(&amp;</a:t>
            </a:r>
            <a:r>
              <a:rPr lang="en-GB" altLang="zh-CN" sz="1200" b="1" dirty="0" err="1">
                <a:solidFill>
                  <a:prstClr val="black"/>
                </a:solidFill>
              </a:rPr>
              <a:t>EXTI_InitStructure</a:t>
            </a:r>
            <a:r>
              <a:rPr lang="en-GB" altLang="zh-CN" sz="1200" b="1" dirty="0">
                <a:solidFill>
                  <a:prstClr val="black"/>
                </a:solidFill>
              </a:rPr>
              <a:t>);</a:t>
            </a:r>
          </a:p>
          <a:p>
            <a:pPr lvl="0">
              <a:lnSpc>
                <a:spcPct val="125000"/>
              </a:lnSpc>
            </a:pPr>
            <a:r>
              <a:rPr lang="en-GB" altLang="zh-CN" sz="1200" b="1" dirty="0">
                <a:solidFill>
                  <a:prstClr val="black"/>
                </a:solidFill>
              </a:rPr>
              <a:t>}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232542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683568" y="995430"/>
            <a:ext cx="3312368" cy="384265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400" b="1" dirty="0"/>
              <a:t>#include "stm32f10x.h"</a:t>
            </a:r>
          </a:p>
          <a:p>
            <a:pPr>
              <a:lnSpc>
                <a:spcPct val="125000"/>
              </a:lnSpc>
            </a:pPr>
            <a:endParaRPr lang="en-US" altLang="zh-CN" sz="1400" b="1" dirty="0"/>
          </a:p>
          <a:p>
            <a:pPr>
              <a:lnSpc>
                <a:spcPct val="125000"/>
              </a:lnSpc>
            </a:pPr>
            <a:r>
              <a:rPr lang="en-US" altLang="zh-CN" sz="1400" b="1" dirty="0"/>
              <a:t>#include "</a:t>
            </a:r>
            <a:r>
              <a:rPr lang="en-US" altLang="zh-CN" sz="1400" b="1" dirty="0" err="1"/>
              <a:t>led.h</a:t>
            </a:r>
            <a:r>
              <a:rPr lang="en-US" altLang="zh-CN" sz="1400" b="1" dirty="0"/>
              <a:t>"</a:t>
            </a:r>
          </a:p>
          <a:p>
            <a:pPr>
              <a:lnSpc>
                <a:spcPct val="125000"/>
              </a:lnSpc>
            </a:pPr>
            <a:r>
              <a:rPr lang="en-US" altLang="zh-CN" sz="1400" b="1" dirty="0"/>
              <a:t>#include "</a:t>
            </a:r>
            <a:r>
              <a:rPr lang="en-US" altLang="zh-CN" sz="1400" b="1" dirty="0" err="1"/>
              <a:t>exti_key.h</a:t>
            </a:r>
            <a:r>
              <a:rPr lang="en-US" altLang="zh-CN" sz="1400" b="1" dirty="0"/>
              <a:t>"</a:t>
            </a:r>
          </a:p>
          <a:p>
            <a:pPr>
              <a:lnSpc>
                <a:spcPct val="125000"/>
              </a:lnSpc>
            </a:pPr>
            <a:endParaRPr lang="en-US" altLang="zh-CN" sz="1400" b="1" dirty="0"/>
          </a:p>
          <a:p>
            <a:pPr>
              <a:lnSpc>
                <a:spcPct val="125000"/>
              </a:lnSpc>
            </a:pPr>
            <a:r>
              <a:rPr lang="en-US" altLang="zh-CN" sz="1400" b="1" dirty="0" err="1"/>
              <a:t>int</a:t>
            </a:r>
            <a:r>
              <a:rPr lang="en-US" altLang="zh-CN" sz="1400" b="1" dirty="0"/>
              <a:t> main(void)</a:t>
            </a:r>
          </a:p>
          <a:p>
            <a:pPr>
              <a:lnSpc>
                <a:spcPct val="125000"/>
              </a:lnSpc>
            </a:pPr>
            <a:r>
              <a:rPr lang="en-US" altLang="zh-CN" sz="1400" b="1" dirty="0"/>
              <a:t>{</a:t>
            </a:r>
          </a:p>
          <a:p>
            <a:pPr>
              <a:lnSpc>
                <a:spcPct val="125000"/>
              </a:lnSpc>
            </a:pPr>
            <a:r>
              <a:rPr lang="en-US" altLang="zh-CN" sz="1400" b="1" dirty="0"/>
              <a:t>    </a:t>
            </a:r>
            <a:r>
              <a:rPr lang="en-US" altLang="zh-CN" sz="1400" b="1" dirty="0" err="1"/>
              <a:t>LED_Init</a:t>
            </a:r>
            <a:r>
              <a:rPr lang="en-US" altLang="zh-CN" sz="1400" b="1" dirty="0"/>
              <a:t>();</a:t>
            </a:r>
          </a:p>
          <a:p>
            <a:pPr>
              <a:lnSpc>
                <a:spcPct val="125000"/>
              </a:lnSpc>
            </a:pPr>
            <a:r>
              <a:rPr lang="en-US" altLang="zh-CN" sz="1400" b="1" dirty="0"/>
              <a:t>    </a:t>
            </a:r>
            <a:r>
              <a:rPr lang="en-US" altLang="zh-CN" sz="1400" b="1" dirty="0" err="1"/>
              <a:t>GPIO_ResetBits</a:t>
            </a:r>
            <a:r>
              <a:rPr lang="en-US" altLang="zh-CN" sz="1400" b="1" dirty="0"/>
              <a:t>(GPIOB,GPIO_Pin_5);</a:t>
            </a:r>
          </a:p>
          <a:p>
            <a:pPr>
              <a:lnSpc>
                <a:spcPct val="125000"/>
              </a:lnSpc>
            </a:pPr>
            <a:r>
              <a:rPr lang="en-US" altLang="zh-CN" sz="1400" b="1" dirty="0" err="1"/>
              <a:t>EXTI_Key_Init</a:t>
            </a:r>
            <a:r>
              <a:rPr lang="en-US" altLang="zh-CN" sz="1400" b="1" dirty="0"/>
              <a:t>();</a:t>
            </a:r>
          </a:p>
          <a:p>
            <a:pPr>
              <a:lnSpc>
                <a:spcPct val="125000"/>
              </a:lnSpc>
            </a:pPr>
            <a:r>
              <a:rPr lang="en-US" altLang="zh-CN" sz="1400" b="1" dirty="0"/>
              <a:t>    while(1)</a:t>
            </a:r>
          </a:p>
          <a:p>
            <a:pPr>
              <a:lnSpc>
                <a:spcPct val="125000"/>
              </a:lnSpc>
            </a:pPr>
            <a:r>
              <a:rPr lang="en-US" altLang="zh-CN" sz="1400" b="1" dirty="0"/>
              <a:t>    {</a:t>
            </a:r>
          </a:p>
          <a:p>
            <a:pPr>
              <a:lnSpc>
                <a:spcPct val="125000"/>
              </a:lnSpc>
            </a:pPr>
            <a:r>
              <a:rPr lang="en-US" altLang="zh-CN" sz="1400" b="1" dirty="0"/>
              <a:t>    }</a:t>
            </a:r>
          </a:p>
          <a:p>
            <a:pPr>
              <a:lnSpc>
                <a:spcPct val="125000"/>
              </a:lnSpc>
            </a:pPr>
            <a:r>
              <a:rPr lang="en-US" altLang="zh-CN" sz="1400" b="1" dirty="0"/>
              <a:t>  }</a:t>
            </a:r>
          </a:p>
        </p:txBody>
      </p:sp>
      <p:sp>
        <p:nvSpPr>
          <p:cNvPr id="4" name="矩形 3"/>
          <p:cNvSpPr/>
          <p:nvPr/>
        </p:nvSpPr>
        <p:spPr>
          <a:xfrm>
            <a:off x="0" y="339503"/>
            <a:ext cx="442798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5188" y="360767"/>
            <a:ext cx="42226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6.4.3 EXTI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标准外设库应用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实例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788024" y="499982"/>
            <a:ext cx="15712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>
                <a:solidFill>
                  <a:srgbClr val="C00000"/>
                </a:solidFill>
              </a:rPr>
              <a:t>3.  </a:t>
            </a:r>
            <a:r>
              <a:rPr lang="en-US" altLang="zh-CN" b="1" dirty="0" err="1" smtClean="0">
                <a:solidFill>
                  <a:srgbClr val="C00000"/>
                </a:solidFill>
              </a:rPr>
              <a:t>main.c</a:t>
            </a:r>
            <a:r>
              <a:rPr lang="zh-CN" altLang="en-US" b="1" dirty="0">
                <a:solidFill>
                  <a:srgbClr val="C00000"/>
                </a:solidFill>
              </a:rPr>
              <a:t>文件</a:t>
            </a:r>
            <a:endParaRPr lang="zh-CN" altLang="en-US" sz="4400" dirty="0">
              <a:solidFill>
                <a:srgbClr val="C0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4430424" y="1419622"/>
            <a:ext cx="4320481" cy="251607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>
              <a:lnSpc>
                <a:spcPct val="125000"/>
              </a:lnSpc>
            </a:pPr>
            <a:r>
              <a:rPr lang="en-GB" altLang="zh-CN" sz="1400" b="1" dirty="0">
                <a:solidFill>
                  <a:prstClr val="black"/>
                </a:solidFill>
              </a:rPr>
              <a:t>void EXTI3_IRQHandler(void)</a:t>
            </a:r>
          </a:p>
          <a:p>
            <a:pPr lvl="0">
              <a:lnSpc>
                <a:spcPct val="125000"/>
              </a:lnSpc>
            </a:pPr>
            <a:r>
              <a:rPr lang="en-GB" altLang="zh-CN" sz="1400" b="1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125000"/>
              </a:lnSpc>
            </a:pPr>
            <a:r>
              <a:rPr lang="en-GB" altLang="zh-CN" sz="1400" b="1" dirty="0">
                <a:solidFill>
                  <a:prstClr val="black"/>
                </a:solidFill>
              </a:rPr>
              <a:t>    if(</a:t>
            </a:r>
            <a:r>
              <a:rPr lang="en-GB" altLang="zh-CN" sz="1400" b="1" dirty="0" err="1">
                <a:solidFill>
                  <a:prstClr val="black"/>
                </a:solidFill>
              </a:rPr>
              <a:t>EXTI_GetITStatus</a:t>
            </a:r>
            <a:r>
              <a:rPr lang="en-GB" altLang="zh-CN" sz="1400" b="1" dirty="0">
                <a:solidFill>
                  <a:prstClr val="black"/>
                </a:solidFill>
              </a:rPr>
              <a:t>(EXTI_Line3) != RESET)</a:t>
            </a:r>
          </a:p>
          <a:p>
            <a:pPr lvl="0">
              <a:lnSpc>
                <a:spcPct val="125000"/>
              </a:lnSpc>
            </a:pPr>
            <a:r>
              <a:rPr lang="en-GB" altLang="zh-CN" sz="1400" b="1" dirty="0">
                <a:solidFill>
                  <a:prstClr val="black"/>
                </a:solidFill>
              </a:rPr>
              <a:t>    {</a:t>
            </a:r>
          </a:p>
          <a:p>
            <a:pPr lvl="0">
              <a:lnSpc>
                <a:spcPct val="125000"/>
              </a:lnSpc>
            </a:pPr>
            <a:r>
              <a:rPr lang="en-GB" altLang="zh-CN" sz="1400" b="1" dirty="0">
                <a:solidFill>
                  <a:prstClr val="black"/>
                </a:solidFill>
              </a:rPr>
              <a:t>        </a:t>
            </a:r>
            <a:r>
              <a:rPr lang="en-GB" altLang="zh-CN" sz="1400" b="1" dirty="0" err="1">
                <a:solidFill>
                  <a:prstClr val="black"/>
                </a:solidFill>
              </a:rPr>
              <a:t>GPIO_WriteBit</a:t>
            </a:r>
            <a:r>
              <a:rPr lang="en-GB" altLang="zh-CN" sz="1400" b="1" dirty="0">
                <a:solidFill>
                  <a:prstClr val="black"/>
                </a:solidFill>
              </a:rPr>
              <a:t>(GPIOB,GPIO_Pin_5,(</a:t>
            </a:r>
            <a:r>
              <a:rPr lang="en-GB" altLang="zh-CN" sz="1400" b="1" dirty="0" err="1">
                <a:solidFill>
                  <a:prstClr val="black"/>
                </a:solidFill>
              </a:rPr>
              <a:t>BitAction</a:t>
            </a:r>
            <a:r>
              <a:rPr lang="en-GB" altLang="zh-CN" sz="1400" b="1" dirty="0">
                <a:solidFill>
                  <a:prstClr val="black"/>
                </a:solidFill>
              </a:rPr>
              <a:t>)((1-GPIO_ReadOutputDataBit(GPIOB,GPIO_Pin_5))));</a:t>
            </a:r>
          </a:p>
          <a:p>
            <a:pPr lvl="0">
              <a:lnSpc>
                <a:spcPct val="125000"/>
              </a:lnSpc>
            </a:pPr>
            <a:r>
              <a:rPr lang="en-GB" altLang="zh-CN" sz="1400" b="1" dirty="0">
                <a:solidFill>
                  <a:prstClr val="black"/>
                </a:solidFill>
              </a:rPr>
              <a:t>        </a:t>
            </a:r>
            <a:r>
              <a:rPr lang="en-GB" altLang="zh-CN" sz="1400" b="1" dirty="0" err="1">
                <a:solidFill>
                  <a:prstClr val="black"/>
                </a:solidFill>
              </a:rPr>
              <a:t>EXTI_ClearITPendingBit</a:t>
            </a:r>
            <a:r>
              <a:rPr lang="en-GB" altLang="zh-CN" sz="1400" b="1" dirty="0">
                <a:solidFill>
                  <a:prstClr val="black"/>
                </a:solidFill>
              </a:rPr>
              <a:t>(EXTI_Line3);</a:t>
            </a:r>
          </a:p>
          <a:p>
            <a:pPr lvl="0">
              <a:lnSpc>
                <a:spcPct val="125000"/>
              </a:lnSpc>
            </a:pPr>
            <a:r>
              <a:rPr lang="en-GB" altLang="zh-CN" sz="1400" b="1" dirty="0">
                <a:solidFill>
                  <a:prstClr val="black"/>
                </a:solidFill>
              </a:rPr>
              <a:t>    }</a:t>
            </a:r>
          </a:p>
          <a:p>
            <a:pPr lvl="0">
              <a:lnSpc>
                <a:spcPct val="125000"/>
              </a:lnSpc>
            </a:pPr>
            <a:r>
              <a:rPr lang="en-GB" altLang="zh-CN" sz="1400" b="1" dirty="0">
                <a:solidFill>
                  <a:prstClr val="black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777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925705" y="975688"/>
            <a:ext cx="5292590" cy="386259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400" b="1" dirty="0"/>
              <a:t>uint8_t led =1;</a:t>
            </a:r>
          </a:p>
          <a:p>
            <a:pPr>
              <a:lnSpc>
                <a:spcPct val="125000"/>
              </a:lnSpc>
            </a:pPr>
            <a:r>
              <a:rPr lang="en-US" altLang="zh-CN" sz="1400" b="1" dirty="0"/>
              <a:t>void EXTI3_IRQHandler(void)</a:t>
            </a:r>
          </a:p>
          <a:p>
            <a:pPr>
              <a:lnSpc>
                <a:spcPct val="125000"/>
              </a:lnSpc>
            </a:pPr>
            <a:r>
              <a:rPr lang="en-US" altLang="zh-CN" sz="1400" b="1" dirty="0"/>
              <a:t>{</a:t>
            </a:r>
          </a:p>
          <a:p>
            <a:pPr>
              <a:lnSpc>
                <a:spcPct val="125000"/>
              </a:lnSpc>
            </a:pPr>
            <a:r>
              <a:rPr lang="en-US" altLang="zh-CN" sz="1400" b="1" dirty="0"/>
              <a:t>   </a:t>
            </a:r>
            <a:r>
              <a:rPr lang="en-US" altLang="zh-CN" sz="1400" b="1" dirty="0" smtClean="0"/>
              <a:t>   </a:t>
            </a:r>
            <a:r>
              <a:rPr lang="en-US" altLang="zh-CN" sz="1400" b="1" dirty="0"/>
              <a:t>if(</a:t>
            </a:r>
            <a:r>
              <a:rPr lang="en-US" altLang="zh-CN" sz="1400" b="1" dirty="0" err="1"/>
              <a:t>EXTI_GetITStatus</a:t>
            </a:r>
            <a:r>
              <a:rPr lang="en-US" altLang="zh-CN" sz="1400" b="1" dirty="0"/>
              <a:t>(EXTI_Line3) != RESET)</a:t>
            </a:r>
          </a:p>
          <a:p>
            <a:pPr>
              <a:lnSpc>
                <a:spcPct val="125000"/>
              </a:lnSpc>
            </a:pPr>
            <a:r>
              <a:rPr lang="en-US" altLang="zh-CN" sz="1400" b="1" dirty="0"/>
              <a:t>   </a:t>
            </a:r>
            <a:r>
              <a:rPr lang="en-US" altLang="zh-CN" sz="1400" b="1" dirty="0" smtClean="0"/>
              <a:t>   </a:t>
            </a:r>
            <a:r>
              <a:rPr lang="en-US" altLang="zh-CN" sz="1400" b="1" dirty="0"/>
              <a:t>{</a:t>
            </a:r>
          </a:p>
          <a:p>
            <a:pPr>
              <a:lnSpc>
                <a:spcPct val="125000"/>
              </a:lnSpc>
            </a:pPr>
            <a:r>
              <a:rPr lang="en-US" altLang="zh-CN" sz="1400" b="1" dirty="0" smtClean="0"/>
              <a:t>           led </a:t>
            </a:r>
            <a:r>
              <a:rPr lang="en-US" altLang="zh-CN" sz="1400" b="1" dirty="0"/>
              <a:t>= ~led</a:t>
            </a:r>
            <a:r>
              <a:rPr lang="en-US" altLang="zh-CN" sz="1400" b="1" dirty="0" smtClean="0"/>
              <a:t>;</a:t>
            </a:r>
            <a:r>
              <a:rPr lang="en-US" altLang="zh-CN" sz="1400" b="1" dirty="0"/>
              <a:t> //</a:t>
            </a:r>
            <a:r>
              <a:rPr lang="zh-CN" altLang="en-US" sz="1400" b="1" dirty="0"/>
              <a:t>状态翻转</a:t>
            </a:r>
          </a:p>
          <a:p>
            <a:pPr>
              <a:lnSpc>
                <a:spcPct val="125000"/>
              </a:lnSpc>
            </a:pPr>
            <a:r>
              <a:rPr lang="en-US" altLang="zh-CN" sz="1400" b="1" dirty="0" smtClean="0"/>
              <a:t>           //</a:t>
            </a:r>
            <a:r>
              <a:rPr lang="zh-CN" altLang="en-US" sz="1400" b="1" dirty="0"/>
              <a:t>如果等于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，则</a:t>
            </a:r>
            <a:r>
              <a:rPr lang="en-US" altLang="zh-CN" sz="1400" b="1" dirty="0"/>
              <a:t>PB5</a:t>
            </a:r>
            <a:r>
              <a:rPr lang="zh-CN" altLang="en-US" sz="1400" b="1" dirty="0"/>
              <a:t>复位点亮，否则置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熄灭</a:t>
            </a:r>
          </a:p>
          <a:p>
            <a:pPr>
              <a:lnSpc>
                <a:spcPct val="125000"/>
              </a:lnSpc>
            </a:pPr>
            <a:r>
              <a:rPr lang="zh-CN" altLang="en-US" sz="1400" b="1" dirty="0"/>
              <a:t>        </a:t>
            </a:r>
            <a:r>
              <a:rPr lang="en-US" altLang="zh-CN" sz="1400" b="1" dirty="0"/>
              <a:t>if(led  == 1)</a:t>
            </a:r>
          </a:p>
          <a:p>
            <a:pPr>
              <a:lnSpc>
                <a:spcPct val="125000"/>
              </a:lnSpc>
            </a:pPr>
            <a:r>
              <a:rPr lang="en-US" altLang="zh-CN" sz="1400" b="1" dirty="0"/>
              <a:t>            </a:t>
            </a:r>
            <a:r>
              <a:rPr lang="en-US" altLang="zh-CN" sz="1400" b="1" dirty="0" err="1"/>
              <a:t>GPIO_ResetBits</a:t>
            </a:r>
            <a:r>
              <a:rPr lang="en-US" altLang="zh-CN" sz="1400" b="1" dirty="0"/>
              <a:t>(GPIOB,GPIO_Pin_5);</a:t>
            </a:r>
          </a:p>
          <a:p>
            <a:pPr>
              <a:lnSpc>
                <a:spcPct val="125000"/>
              </a:lnSpc>
            </a:pPr>
            <a:r>
              <a:rPr lang="en-US" altLang="zh-CN" sz="1400" b="1" dirty="0"/>
              <a:t>        else</a:t>
            </a:r>
          </a:p>
          <a:p>
            <a:pPr>
              <a:lnSpc>
                <a:spcPct val="125000"/>
              </a:lnSpc>
            </a:pPr>
            <a:r>
              <a:rPr lang="en-US" altLang="zh-CN" sz="1400" b="1" dirty="0"/>
              <a:t>            </a:t>
            </a:r>
            <a:r>
              <a:rPr lang="en-US" altLang="zh-CN" sz="1400" b="1" dirty="0" err="1"/>
              <a:t>GPIO_SetBits</a:t>
            </a:r>
            <a:r>
              <a:rPr lang="en-US" altLang="zh-CN" sz="1400" b="1" dirty="0"/>
              <a:t>(GPIOB,GPIO_Pin_5);    </a:t>
            </a:r>
          </a:p>
          <a:p>
            <a:pPr>
              <a:lnSpc>
                <a:spcPct val="125000"/>
              </a:lnSpc>
            </a:pPr>
            <a:r>
              <a:rPr lang="en-US" altLang="zh-CN" sz="1400" b="1" dirty="0" smtClean="0"/>
              <a:t>     }</a:t>
            </a:r>
            <a:endParaRPr lang="en-US" altLang="zh-CN" sz="1400" b="1" dirty="0"/>
          </a:p>
          <a:p>
            <a:pPr>
              <a:lnSpc>
                <a:spcPct val="125000"/>
              </a:lnSpc>
            </a:pPr>
            <a:r>
              <a:rPr lang="en-US" altLang="zh-CN" sz="1400" b="1" dirty="0" smtClean="0"/>
              <a:t>     </a:t>
            </a:r>
            <a:r>
              <a:rPr lang="en-US" altLang="zh-CN" sz="1400" b="1" dirty="0" err="1" smtClean="0"/>
              <a:t>EXTI_ClearITPendingBit</a:t>
            </a:r>
            <a:r>
              <a:rPr lang="en-US" altLang="zh-CN" sz="1400" b="1" dirty="0" smtClean="0"/>
              <a:t>(EXTI_Line3);</a:t>
            </a:r>
            <a:r>
              <a:rPr lang="en-US" altLang="zh-CN" sz="1400" b="1" dirty="0"/>
              <a:t> //</a:t>
            </a:r>
            <a:r>
              <a:rPr lang="zh-CN" altLang="en-US" sz="1400" b="1" dirty="0"/>
              <a:t>清除</a:t>
            </a:r>
            <a:r>
              <a:rPr lang="en-US" altLang="zh-CN" sz="1400" b="1" dirty="0"/>
              <a:t>EXTI3</a:t>
            </a:r>
            <a:r>
              <a:rPr lang="zh-CN" altLang="en-US" sz="1400" b="1" dirty="0"/>
              <a:t>的中断标志位</a:t>
            </a:r>
          </a:p>
          <a:p>
            <a:pPr>
              <a:lnSpc>
                <a:spcPct val="125000"/>
              </a:lnSpc>
            </a:pPr>
            <a:r>
              <a:rPr lang="en-US" altLang="zh-CN" sz="1400" b="1" dirty="0" smtClean="0"/>
              <a:t>}</a:t>
            </a:r>
            <a:endParaRPr lang="en-US" altLang="zh-CN" sz="1400" b="1" dirty="0"/>
          </a:p>
        </p:txBody>
      </p:sp>
      <p:sp>
        <p:nvSpPr>
          <p:cNvPr id="4" name="矩形 3"/>
          <p:cNvSpPr/>
          <p:nvPr/>
        </p:nvSpPr>
        <p:spPr>
          <a:xfrm>
            <a:off x="0" y="339503"/>
            <a:ext cx="442798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5188" y="360767"/>
            <a:ext cx="42226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6.4.3 EXTI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标准外设库应用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实例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644008" y="478023"/>
            <a:ext cx="42594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另外一种中断处理程序，实现</a:t>
            </a:r>
            <a:r>
              <a:rPr lang="en-US" altLang="zh-CN" b="1" dirty="0">
                <a:solidFill>
                  <a:srgbClr val="C00000"/>
                </a:solidFill>
              </a:rPr>
              <a:t>LED</a:t>
            </a:r>
            <a:r>
              <a:rPr lang="zh-CN" altLang="en-US" b="1" dirty="0">
                <a:solidFill>
                  <a:srgbClr val="C00000"/>
                </a:solidFill>
              </a:rPr>
              <a:t>灯翻转</a:t>
            </a:r>
            <a:endParaRPr lang="zh-CN" altLang="en-US" sz="4400" dirty="0">
              <a:solidFill>
                <a:srgbClr val="C00000"/>
              </a:solidFill>
            </a:endParaRPr>
          </a:p>
        </p:txBody>
      </p:sp>
      <p:grpSp>
        <p:nvGrpSpPr>
          <p:cNvPr id="8" name="组合 7"/>
          <p:cNvGrpSpPr/>
          <p:nvPr/>
        </p:nvGrpSpPr>
        <p:grpSpPr>
          <a:xfrm rot="5400000">
            <a:off x="467543" y="1203601"/>
            <a:ext cx="1008114" cy="1008112"/>
            <a:chOff x="6092077" y="2252236"/>
            <a:chExt cx="1951143" cy="1951139"/>
          </a:xfrm>
        </p:grpSpPr>
        <p:sp>
          <p:nvSpPr>
            <p:cNvPr id="10" name="ïṧḷïḓê-任意多边形: 形状 7">
              <a:extLst>
                <a:ext uri="{FF2B5EF4-FFF2-40B4-BE49-F238E27FC236}">
                  <a16:creationId xmlns:a16="http://schemas.microsoft.com/office/drawing/2014/main" xmlns="" id="{4DB22554-44D5-465A-AA70-E88B03498F67}"/>
                </a:ext>
              </a:extLst>
            </p:cNvPr>
            <p:cNvSpPr/>
            <p:nvPr/>
          </p:nvSpPr>
          <p:spPr>
            <a:xfrm>
              <a:off x="6092077" y="2252236"/>
              <a:ext cx="1951143" cy="1951139"/>
            </a:xfrm>
            <a:custGeom>
              <a:avLst/>
              <a:gdLst>
                <a:gd name="connsiteX0" fmla="*/ 1124074 w 1583637"/>
                <a:gd name="connsiteY0" fmla="*/ 252493 h 1583637"/>
                <a:gd name="connsiteX1" fmla="*/ 1247256 w 1583637"/>
                <a:gd name="connsiteY1" fmla="*/ 149126 h 1583637"/>
                <a:gd name="connsiteX2" fmla="*/ 1345663 w 1583637"/>
                <a:gd name="connsiteY2" fmla="*/ 231701 h 1583637"/>
                <a:gd name="connsiteX3" fmla="*/ 1265256 w 1583637"/>
                <a:gd name="connsiteY3" fmla="*/ 370961 h 1583637"/>
                <a:gd name="connsiteX4" fmla="*/ 1393012 w 1583637"/>
                <a:gd name="connsiteY4" fmla="*/ 592241 h 1583637"/>
                <a:gd name="connsiteX5" fmla="*/ 1553818 w 1583637"/>
                <a:gd name="connsiteY5" fmla="*/ 592237 h 1583637"/>
                <a:gd name="connsiteX6" fmla="*/ 1576125 w 1583637"/>
                <a:gd name="connsiteY6" fmla="*/ 718748 h 1583637"/>
                <a:gd name="connsiteX7" fmla="*/ 1425015 w 1583637"/>
                <a:gd name="connsiteY7" fmla="*/ 773743 h 1583637"/>
                <a:gd name="connsiteX8" fmla="*/ 1380646 w 1583637"/>
                <a:gd name="connsiteY8" fmla="*/ 1025372 h 1583637"/>
                <a:gd name="connsiteX9" fmla="*/ 1503833 w 1583637"/>
                <a:gd name="connsiteY9" fmla="*/ 1128733 h 1583637"/>
                <a:gd name="connsiteX10" fmla="*/ 1439602 w 1583637"/>
                <a:gd name="connsiteY10" fmla="*/ 1239984 h 1583637"/>
                <a:gd name="connsiteX11" fmla="*/ 1288495 w 1583637"/>
                <a:gd name="connsiteY11" fmla="*/ 1184982 h 1583637"/>
                <a:gd name="connsiteX12" fmla="*/ 1092761 w 1583637"/>
                <a:gd name="connsiteY12" fmla="*/ 1349222 h 1583637"/>
                <a:gd name="connsiteX13" fmla="*/ 1120689 w 1583637"/>
                <a:gd name="connsiteY13" fmla="*/ 1507584 h 1583637"/>
                <a:gd name="connsiteX14" fmla="*/ 999974 w 1583637"/>
                <a:gd name="connsiteY14" fmla="*/ 1551521 h 1583637"/>
                <a:gd name="connsiteX15" fmla="*/ 919574 w 1583637"/>
                <a:gd name="connsiteY15" fmla="*/ 1412257 h 1583637"/>
                <a:gd name="connsiteX16" fmla="*/ 664062 w 1583637"/>
                <a:gd name="connsiteY16" fmla="*/ 1412257 h 1583637"/>
                <a:gd name="connsiteX17" fmla="*/ 583663 w 1583637"/>
                <a:gd name="connsiteY17" fmla="*/ 1551521 h 1583637"/>
                <a:gd name="connsiteX18" fmla="*/ 462948 w 1583637"/>
                <a:gd name="connsiteY18" fmla="*/ 1507584 h 1583637"/>
                <a:gd name="connsiteX19" fmla="*/ 490876 w 1583637"/>
                <a:gd name="connsiteY19" fmla="*/ 1349222 h 1583637"/>
                <a:gd name="connsiteX20" fmla="*/ 295142 w 1583637"/>
                <a:gd name="connsiteY20" fmla="*/ 1184981 h 1583637"/>
                <a:gd name="connsiteX21" fmla="*/ 144035 w 1583637"/>
                <a:gd name="connsiteY21" fmla="*/ 1239984 h 1583637"/>
                <a:gd name="connsiteX22" fmla="*/ 79804 w 1583637"/>
                <a:gd name="connsiteY22" fmla="*/ 1128733 h 1583637"/>
                <a:gd name="connsiteX23" fmla="*/ 202991 w 1583637"/>
                <a:gd name="connsiteY23" fmla="*/ 1025372 h 1583637"/>
                <a:gd name="connsiteX24" fmla="*/ 158622 w 1583637"/>
                <a:gd name="connsiteY24" fmla="*/ 773743 h 1583637"/>
                <a:gd name="connsiteX25" fmla="*/ 7512 w 1583637"/>
                <a:gd name="connsiteY25" fmla="*/ 718748 h 1583637"/>
                <a:gd name="connsiteX26" fmla="*/ 29819 w 1583637"/>
                <a:gd name="connsiteY26" fmla="*/ 592237 h 1583637"/>
                <a:gd name="connsiteX27" fmla="*/ 190625 w 1583637"/>
                <a:gd name="connsiteY27" fmla="*/ 592241 h 1583637"/>
                <a:gd name="connsiteX28" fmla="*/ 318381 w 1583637"/>
                <a:gd name="connsiteY28" fmla="*/ 370961 h 1583637"/>
                <a:gd name="connsiteX29" fmla="*/ 237974 w 1583637"/>
                <a:gd name="connsiteY29" fmla="*/ 231701 h 1583637"/>
                <a:gd name="connsiteX30" fmla="*/ 336381 w 1583637"/>
                <a:gd name="connsiteY30" fmla="*/ 149126 h 1583637"/>
                <a:gd name="connsiteX31" fmla="*/ 459563 w 1583637"/>
                <a:gd name="connsiteY31" fmla="*/ 252493 h 1583637"/>
                <a:gd name="connsiteX32" fmla="*/ 699666 w 1583637"/>
                <a:gd name="connsiteY32" fmla="*/ 165103 h 1583637"/>
                <a:gd name="connsiteX33" fmla="*/ 727586 w 1583637"/>
                <a:gd name="connsiteY33" fmla="*/ 6739 h 1583637"/>
                <a:gd name="connsiteX34" fmla="*/ 856051 w 1583637"/>
                <a:gd name="connsiteY34" fmla="*/ 6739 h 1583637"/>
                <a:gd name="connsiteX35" fmla="*/ 883970 w 1583637"/>
                <a:gd name="connsiteY35" fmla="*/ 165102 h 1583637"/>
                <a:gd name="connsiteX36" fmla="*/ 1124073 w 1583637"/>
                <a:gd name="connsiteY36" fmla="*/ 252493 h 1583637"/>
                <a:gd name="connsiteX37" fmla="*/ 1124074 w 1583637"/>
                <a:gd name="connsiteY37" fmla="*/ 252493 h 1583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583637" h="1583637">
                  <a:moveTo>
                    <a:pt x="1124074" y="252493"/>
                  </a:moveTo>
                  <a:lnTo>
                    <a:pt x="1247256" y="149126"/>
                  </a:lnTo>
                  <a:lnTo>
                    <a:pt x="1345663" y="231701"/>
                  </a:lnTo>
                  <a:lnTo>
                    <a:pt x="1265256" y="370961"/>
                  </a:lnTo>
                  <a:cubicBezTo>
                    <a:pt x="1322430" y="435278"/>
                    <a:pt x="1365899" y="510569"/>
                    <a:pt x="1393012" y="592241"/>
                  </a:cubicBezTo>
                  <a:lnTo>
                    <a:pt x="1553818" y="592237"/>
                  </a:lnTo>
                  <a:lnTo>
                    <a:pt x="1576125" y="718748"/>
                  </a:lnTo>
                  <a:lnTo>
                    <a:pt x="1425015" y="773743"/>
                  </a:lnTo>
                  <a:cubicBezTo>
                    <a:pt x="1427471" y="859762"/>
                    <a:pt x="1412374" y="945380"/>
                    <a:pt x="1380646" y="1025372"/>
                  </a:cubicBezTo>
                  <a:lnTo>
                    <a:pt x="1503833" y="1128733"/>
                  </a:lnTo>
                  <a:lnTo>
                    <a:pt x="1439602" y="1239984"/>
                  </a:lnTo>
                  <a:lnTo>
                    <a:pt x="1288495" y="1184982"/>
                  </a:lnTo>
                  <a:cubicBezTo>
                    <a:pt x="1235084" y="1252456"/>
                    <a:pt x="1168484" y="1308339"/>
                    <a:pt x="1092761" y="1349222"/>
                  </a:cubicBezTo>
                  <a:lnTo>
                    <a:pt x="1120689" y="1507584"/>
                  </a:lnTo>
                  <a:lnTo>
                    <a:pt x="999974" y="1551521"/>
                  </a:lnTo>
                  <a:lnTo>
                    <a:pt x="919574" y="1412257"/>
                  </a:lnTo>
                  <a:cubicBezTo>
                    <a:pt x="835287" y="1429613"/>
                    <a:pt x="748348" y="1429613"/>
                    <a:pt x="664062" y="1412257"/>
                  </a:cubicBezTo>
                  <a:lnTo>
                    <a:pt x="583663" y="1551521"/>
                  </a:lnTo>
                  <a:lnTo>
                    <a:pt x="462948" y="1507584"/>
                  </a:lnTo>
                  <a:lnTo>
                    <a:pt x="490876" y="1349222"/>
                  </a:lnTo>
                  <a:cubicBezTo>
                    <a:pt x="415153" y="1308339"/>
                    <a:pt x="348553" y="1252455"/>
                    <a:pt x="295142" y="1184981"/>
                  </a:cubicBezTo>
                  <a:lnTo>
                    <a:pt x="144035" y="1239984"/>
                  </a:lnTo>
                  <a:lnTo>
                    <a:pt x="79804" y="1128733"/>
                  </a:lnTo>
                  <a:lnTo>
                    <a:pt x="202991" y="1025372"/>
                  </a:lnTo>
                  <a:cubicBezTo>
                    <a:pt x="171263" y="945380"/>
                    <a:pt x="156166" y="859762"/>
                    <a:pt x="158622" y="773743"/>
                  </a:cubicBezTo>
                  <a:lnTo>
                    <a:pt x="7512" y="718748"/>
                  </a:lnTo>
                  <a:lnTo>
                    <a:pt x="29819" y="592237"/>
                  </a:lnTo>
                  <a:lnTo>
                    <a:pt x="190625" y="592241"/>
                  </a:lnTo>
                  <a:cubicBezTo>
                    <a:pt x="217738" y="510569"/>
                    <a:pt x="261208" y="435277"/>
                    <a:pt x="318381" y="370961"/>
                  </a:cubicBezTo>
                  <a:lnTo>
                    <a:pt x="237974" y="231701"/>
                  </a:lnTo>
                  <a:lnTo>
                    <a:pt x="336381" y="149126"/>
                  </a:lnTo>
                  <a:lnTo>
                    <a:pt x="459563" y="252493"/>
                  </a:lnTo>
                  <a:cubicBezTo>
                    <a:pt x="532831" y="207356"/>
                    <a:pt x="614527" y="177621"/>
                    <a:pt x="699666" y="165103"/>
                  </a:cubicBezTo>
                  <a:lnTo>
                    <a:pt x="727586" y="6739"/>
                  </a:lnTo>
                  <a:lnTo>
                    <a:pt x="856051" y="6739"/>
                  </a:lnTo>
                  <a:lnTo>
                    <a:pt x="883970" y="165102"/>
                  </a:lnTo>
                  <a:cubicBezTo>
                    <a:pt x="969110" y="177621"/>
                    <a:pt x="1050806" y="207356"/>
                    <a:pt x="1124073" y="252493"/>
                  </a:cubicBezTo>
                  <a:lnTo>
                    <a:pt x="1124074" y="252493"/>
                  </a:ln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0" tIns="0" rIns="0" bIns="0"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/>
            </a:p>
          </p:txBody>
        </p:sp>
        <p:sp>
          <p:nvSpPr>
            <p:cNvPr id="11" name="ïṧḷïḓê-Oval 7">
              <a:extLst>
                <a:ext uri="{FF2B5EF4-FFF2-40B4-BE49-F238E27FC236}">
                  <a16:creationId xmlns:a16="http://schemas.microsoft.com/office/drawing/2014/main" xmlns="" id="{36463783-8109-4AD4-964A-7B6255CE15B6}"/>
                </a:ext>
              </a:extLst>
            </p:cNvPr>
            <p:cNvSpPr/>
            <p:nvPr/>
          </p:nvSpPr>
          <p:spPr>
            <a:xfrm>
              <a:off x="6462377" y="2622534"/>
              <a:ext cx="1210543" cy="1210542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/>
            </a:p>
          </p:txBody>
        </p:sp>
        <p:sp>
          <p:nvSpPr>
            <p:cNvPr id="12" name="is1ide-任意多边形: 形状 58">
              <a:extLst>
                <a:ext uri="{FF2B5EF4-FFF2-40B4-BE49-F238E27FC236}">
                  <a16:creationId xmlns:a16="http://schemas.microsoft.com/office/drawing/2014/main" xmlns="" id="{C3301749-9DD3-46FB-976C-7737718C736A}"/>
                </a:ext>
              </a:extLst>
            </p:cNvPr>
            <p:cNvSpPr>
              <a:spLocks/>
            </p:cNvSpPr>
            <p:nvPr/>
          </p:nvSpPr>
          <p:spPr bwMode="auto">
            <a:xfrm rot="16357291">
              <a:off x="6853189" y="3089390"/>
              <a:ext cx="306090" cy="276833"/>
            </a:xfrm>
            <a:custGeom>
              <a:avLst/>
              <a:gdLst>
                <a:gd name="connsiteX0" fmla="*/ 503202 w 607568"/>
                <a:gd name="connsiteY0" fmla="*/ 459310 h 549494"/>
                <a:gd name="connsiteX1" fmla="*/ 548364 w 607568"/>
                <a:gd name="connsiteY1" fmla="*/ 504402 h 549494"/>
                <a:gd name="connsiteX2" fmla="*/ 503202 w 607568"/>
                <a:gd name="connsiteY2" fmla="*/ 549494 h 549494"/>
                <a:gd name="connsiteX3" fmla="*/ 458040 w 607568"/>
                <a:gd name="connsiteY3" fmla="*/ 504402 h 549494"/>
                <a:gd name="connsiteX4" fmla="*/ 503202 w 607568"/>
                <a:gd name="connsiteY4" fmla="*/ 459310 h 549494"/>
                <a:gd name="connsiteX5" fmla="*/ 197795 w 607568"/>
                <a:gd name="connsiteY5" fmla="*/ 459310 h 549494"/>
                <a:gd name="connsiteX6" fmla="*/ 242957 w 607568"/>
                <a:gd name="connsiteY6" fmla="*/ 504402 h 549494"/>
                <a:gd name="connsiteX7" fmla="*/ 197795 w 607568"/>
                <a:gd name="connsiteY7" fmla="*/ 549494 h 549494"/>
                <a:gd name="connsiteX8" fmla="*/ 152633 w 607568"/>
                <a:gd name="connsiteY8" fmla="*/ 504402 h 549494"/>
                <a:gd name="connsiteX9" fmla="*/ 197795 w 607568"/>
                <a:gd name="connsiteY9" fmla="*/ 459310 h 549494"/>
                <a:gd name="connsiteX10" fmla="*/ 143318 w 607568"/>
                <a:gd name="connsiteY10" fmla="*/ 390791 h 549494"/>
                <a:gd name="connsiteX11" fmla="*/ 554573 w 607568"/>
                <a:gd name="connsiteY11" fmla="*/ 390791 h 549494"/>
                <a:gd name="connsiteX12" fmla="*/ 554573 w 607568"/>
                <a:gd name="connsiteY12" fmla="*/ 437435 h 549494"/>
                <a:gd name="connsiteX13" fmla="*/ 143318 w 607568"/>
                <a:gd name="connsiteY13" fmla="*/ 437435 h 549494"/>
                <a:gd name="connsiteX14" fmla="*/ 115304 w 607568"/>
                <a:gd name="connsiteY14" fmla="*/ 313028 h 549494"/>
                <a:gd name="connsiteX15" fmla="*/ 582659 w 607568"/>
                <a:gd name="connsiteY15" fmla="*/ 313028 h 549494"/>
                <a:gd name="connsiteX16" fmla="*/ 582659 w 607568"/>
                <a:gd name="connsiteY16" fmla="*/ 359672 h 549494"/>
                <a:gd name="connsiteX17" fmla="*/ 115304 w 607568"/>
                <a:gd name="connsiteY17" fmla="*/ 359672 h 549494"/>
                <a:gd name="connsiteX18" fmla="*/ 0 w 607568"/>
                <a:gd name="connsiteY18" fmla="*/ 169922 h 549494"/>
                <a:gd name="connsiteX19" fmla="*/ 78962 w 607568"/>
                <a:gd name="connsiteY19" fmla="*/ 169922 h 549494"/>
                <a:gd name="connsiteX20" fmla="*/ 108516 w 607568"/>
                <a:gd name="connsiteY20" fmla="*/ 235254 h 549494"/>
                <a:gd name="connsiteX21" fmla="*/ 607568 w 607568"/>
                <a:gd name="connsiteY21" fmla="*/ 235254 h 549494"/>
                <a:gd name="connsiteX22" fmla="*/ 607568 w 607568"/>
                <a:gd name="connsiteY22" fmla="*/ 281909 h 549494"/>
                <a:gd name="connsiteX23" fmla="*/ 78428 w 607568"/>
                <a:gd name="connsiteY23" fmla="*/ 281909 h 549494"/>
                <a:gd name="connsiteX24" fmla="*/ 48798 w 607568"/>
                <a:gd name="connsiteY24" fmla="*/ 216577 h 549494"/>
                <a:gd name="connsiteX25" fmla="*/ 0 w 607568"/>
                <a:gd name="connsiteY25" fmla="*/ 216577 h 549494"/>
                <a:gd name="connsiteX26" fmla="*/ 257720 w 607568"/>
                <a:gd name="connsiteY26" fmla="*/ 0 h 549494"/>
                <a:gd name="connsiteX27" fmla="*/ 254207 w 607568"/>
                <a:gd name="connsiteY27" fmla="*/ 30201 h 549494"/>
                <a:gd name="connsiteX28" fmla="*/ 407797 w 607568"/>
                <a:gd name="connsiteY28" fmla="*/ 197372 h 549494"/>
                <a:gd name="connsiteX29" fmla="*/ 241147 w 607568"/>
                <a:gd name="connsiteY29" fmla="*/ 144063 h 549494"/>
                <a:gd name="connsiteX30" fmla="*/ 237633 w 607568"/>
                <a:gd name="connsiteY30" fmla="*/ 174264 h 549494"/>
                <a:gd name="connsiteX31" fmla="*/ 115586 w 607568"/>
                <a:gd name="connsiteY31" fmla="*/ 71993 h 549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07568" h="549494">
                  <a:moveTo>
                    <a:pt x="503202" y="459310"/>
                  </a:moveTo>
                  <a:cubicBezTo>
                    <a:pt x="528144" y="459310"/>
                    <a:pt x="548364" y="479498"/>
                    <a:pt x="548364" y="504402"/>
                  </a:cubicBezTo>
                  <a:cubicBezTo>
                    <a:pt x="548364" y="529306"/>
                    <a:pt x="528144" y="549494"/>
                    <a:pt x="503202" y="549494"/>
                  </a:cubicBezTo>
                  <a:cubicBezTo>
                    <a:pt x="478260" y="549494"/>
                    <a:pt x="458040" y="529306"/>
                    <a:pt x="458040" y="504402"/>
                  </a:cubicBezTo>
                  <a:cubicBezTo>
                    <a:pt x="458040" y="479498"/>
                    <a:pt x="478260" y="459310"/>
                    <a:pt x="503202" y="459310"/>
                  </a:cubicBezTo>
                  <a:close/>
                  <a:moveTo>
                    <a:pt x="197795" y="459310"/>
                  </a:moveTo>
                  <a:cubicBezTo>
                    <a:pt x="222737" y="459310"/>
                    <a:pt x="242957" y="479498"/>
                    <a:pt x="242957" y="504402"/>
                  </a:cubicBezTo>
                  <a:cubicBezTo>
                    <a:pt x="242957" y="529306"/>
                    <a:pt x="222737" y="549494"/>
                    <a:pt x="197795" y="549494"/>
                  </a:cubicBezTo>
                  <a:cubicBezTo>
                    <a:pt x="172853" y="549494"/>
                    <a:pt x="152633" y="529306"/>
                    <a:pt x="152633" y="504402"/>
                  </a:cubicBezTo>
                  <a:cubicBezTo>
                    <a:pt x="152633" y="479498"/>
                    <a:pt x="172853" y="459310"/>
                    <a:pt x="197795" y="459310"/>
                  </a:cubicBezTo>
                  <a:close/>
                  <a:moveTo>
                    <a:pt x="143318" y="390791"/>
                  </a:moveTo>
                  <a:lnTo>
                    <a:pt x="554573" y="390791"/>
                  </a:lnTo>
                  <a:lnTo>
                    <a:pt x="554573" y="437435"/>
                  </a:lnTo>
                  <a:lnTo>
                    <a:pt x="143318" y="437435"/>
                  </a:lnTo>
                  <a:close/>
                  <a:moveTo>
                    <a:pt x="115304" y="313028"/>
                  </a:moveTo>
                  <a:lnTo>
                    <a:pt x="582659" y="313028"/>
                  </a:lnTo>
                  <a:lnTo>
                    <a:pt x="582659" y="359672"/>
                  </a:lnTo>
                  <a:lnTo>
                    <a:pt x="115304" y="359672"/>
                  </a:lnTo>
                  <a:close/>
                  <a:moveTo>
                    <a:pt x="0" y="169922"/>
                  </a:moveTo>
                  <a:lnTo>
                    <a:pt x="78962" y="169922"/>
                  </a:lnTo>
                  <a:lnTo>
                    <a:pt x="108516" y="235254"/>
                  </a:lnTo>
                  <a:lnTo>
                    <a:pt x="607568" y="235254"/>
                  </a:lnTo>
                  <a:lnTo>
                    <a:pt x="607568" y="281909"/>
                  </a:lnTo>
                  <a:lnTo>
                    <a:pt x="78428" y="281909"/>
                  </a:lnTo>
                  <a:lnTo>
                    <a:pt x="48798" y="216577"/>
                  </a:lnTo>
                  <a:lnTo>
                    <a:pt x="0" y="216577"/>
                  </a:lnTo>
                  <a:close/>
                  <a:moveTo>
                    <a:pt x="257720" y="0"/>
                  </a:moveTo>
                  <a:lnTo>
                    <a:pt x="254207" y="30201"/>
                  </a:lnTo>
                  <a:cubicBezTo>
                    <a:pt x="405964" y="47665"/>
                    <a:pt x="407797" y="197372"/>
                    <a:pt x="407797" y="197372"/>
                  </a:cubicBezTo>
                  <a:cubicBezTo>
                    <a:pt x="407797" y="197372"/>
                    <a:pt x="364340" y="158248"/>
                    <a:pt x="241147" y="144063"/>
                  </a:cubicBezTo>
                  <a:lnTo>
                    <a:pt x="237633" y="174264"/>
                  </a:lnTo>
                  <a:lnTo>
                    <a:pt x="115586" y="7199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lIns="0" tIns="0" rIns="0" bIns="0"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/>
            </a:p>
          </p:txBody>
        </p:sp>
      </p:grpSp>
      <p:grpSp>
        <p:nvGrpSpPr>
          <p:cNvPr id="3" name="组合 2"/>
          <p:cNvGrpSpPr>
            <a:grpSpLocks noChangeAspect="1"/>
          </p:cNvGrpSpPr>
          <p:nvPr/>
        </p:nvGrpSpPr>
        <p:grpSpPr>
          <a:xfrm>
            <a:off x="7958048" y="3845956"/>
            <a:ext cx="608948" cy="910744"/>
            <a:chOff x="647481" y="1597933"/>
            <a:chExt cx="2857720" cy="4274016"/>
          </a:xfrm>
          <a:solidFill>
            <a:schemeClr val="bg1">
              <a:lumMod val="75000"/>
            </a:schemeClr>
          </a:solidFill>
        </p:grpSpPr>
        <p:sp>
          <p:nvSpPr>
            <p:cNvPr id="24" name="矩形 15"/>
            <p:cNvSpPr/>
            <p:nvPr/>
          </p:nvSpPr>
          <p:spPr>
            <a:xfrm>
              <a:off x="943278" y="5141521"/>
              <a:ext cx="2268149" cy="695131"/>
            </a:xfrm>
            <a:custGeom>
              <a:avLst/>
              <a:gdLst>
                <a:gd name="connsiteX0" fmla="*/ 0 w 1332964"/>
                <a:gd name="connsiteY0" fmla="*/ 0 h 319087"/>
                <a:gd name="connsiteX1" fmla="*/ 1332964 w 1332964"/>
                <a:gd name="connsiteY1" fmla="*/ 0 h 319087"/>
                <a:gd name="connsiteX2" fmla="*/ 1332964 w 1332964"/>
                <a:gd name="connsiteY2" fmla="*/ 319087 h 319087"/>
                <a:gd name="connsiteX3" fmla="*/ 0 w 1332964"/>
                <a:gd name="connsiteY3" fmla="*/ 319087 h 319087"/>
                <a:gd name="connsiteX4" fmla="*/ 0 w 1332964"/>
                <a:gd name="connsiteY4" fmla="*/ 0 h 319087"/>
                <a:gd name="connsiteX0" fmla="*/ 0 w 1332964"/>
                <a:gd name="connsiteY0" fmla="*/ 0 h 319087"/>
                <a:gd name="connsiteX1" fmla="*/ 658064 w 1332964"/>
                <a:gd name="connsiteY1" fmla="*/ 0 h 319087"/>
                <a:gd name="connsiteX2" fmla="*/ 1332964 w 1332964"/>
                <a:gd name="connsiteY2" fmla="*/ 0 h 319087"/>
                <a:gd name="connsiteX3" fmla="*/ 1332964 w 1332964"/>
                <a:gd name="connsiteY3" fmla="*/ 319087 h 319087"/>
                <a:gd name="connsiteX4" fmla="*/ 0 w 1332964"/>
                <a:gd name="connsiteY4" fmla="*/ 319087 h 319087"/>
                <a:gd name="connsiteX5" fmla="*/ 0 w 1332964"/>
                <a:gd name="connsiteY5" fmla="*/ 0 h 319087"/>
                <a:gd name="connsiteX0" fmla="*/ 0 w 1332964"/>
                <a:gd name="connsiteY0" fmla="*/ 130969 h 450056"/>
                <a:gd name="connsiteX1" fmla="*/ 655683 w 1332964"/>
                <a:gd name="connsiteY1" fmla="*/ 0 h 450056"/>
                <a:gd name="connsiteX2" fmla="*/ 1332964 w 1332964"/>
                <a:gd name="connsiteY2" fmla="*/ 130969 h 450056"/>
                <a:gd name="connsiteX3" fmla="*/ 1332964 w 1332964"/>
                <a:gd name="connsiteY3" fmla="*/ 450056 h 450056"/>
                <a:gd name="connsiteX4" fmla="*/ 0 w 1332964"/>
                <a:gd name="connsiteY4" fmla="*/ 450056 h 450056"/>
                <a:gd name="connsiteX5" fmla="*/ 0 w 1332964"/>
                <a:gd name="connsiteY5" fmla="*/ 130969 h 450056"/>
                <a:gd name="connsiteX0" fmla="*/ 0 w 1332964"/>
                <a:gd name="connsiteY0" fmla="*/ 130969 h 450056"/>
                <a:gd name="connsiteX1" fmla="*/ 655683 w 1332964"/>
                <a:gd name="connsiteY1" fmla="*/ 0 h 450056"/>
                <a:gd name="connsiteX2" fmla="*/ 1332964 w 1332964"/>
                <a:gd name="connsiteY2" fmla="*/ 130969 h 450056"/>
                <a:gd name="connsiteX3" fmla="*/ 1332964 w 1332964"/>
                <a:gd name="connsiteY3" fmla="*/ 450056 h 450056"/>
                <a:gd name="connsiteX4" fmla="*/ 0 w 1332964"/>
                <a:gd name="connsiteY4" fmla="*/ 450056 h 450056"/>
                <a:gd name="connsiteX5" fmla="*/ 0 w 1332964"/>
                <a:gd name="connsiteY5" fmla="*/ 130969 h 450056"/>
                <a:gd name="connsiteX0" fmla="*/ 0 w 1332964"/>
                <a:gd name="connsiteY0" fmla="*/ 217876 h 536963"/>
                <a:gd name="connsiteX1" fmla="*/ 655683 w 1332964"/>
                <a:gd name="connsiteY1" fmla="*/ 0 h 536963"/>
                <a:gd name="connsiteX2" fmla="*/ 1332964 w 1332964"/>
                <a:gd name="connsiteY2" fmla="*/ 217876 h 536963"/>
                <a:gd name="connsiteX3" fmla="*/ 1332964 w 1332964"/>
                <a:gd name="connsiteY3" fmla="*/ 536963 h 536963"/>
                <a:gd name="connsiteX4" fmla="*/ 0 w 1332964"/>
                <a:gd name="connsiteY4" fmla="*/ 536963 h 536963"/>
                <a:gd name="connsiteX5" fmla="*/ 0 w 1332964"/>
                <a:gd name="connsiteY5" fmla="*/ 217876 h 536963"/>
                <a:gd name="connsiteX0" fmla="*/ 0 w 1332964"/>
                <a:gd name="connsiteY0" fmla="*/ 217876 h 536963"/>
                <a:gd name="connsiteX1" fmla="*/ 655683 w 1332964"/>
                <a:gd name="connsiteY1" fmla="*/ 0 h 536963"/>
                <a:gd name="connsiteX2" fmla="*/ 1332964 w 1332964"/>
                <a:gd name="connsiteY2" fmla="*/ 217876 h 536963"/>
                <a:gd name="connsiteX3" fmla="*/ 1332964 w 1332964"/>
                <a:gd name="connsiteY3" fmla="*/ 536963 h 536963"/>
                <a:gd name="connsiteX4" fmla="*/ 0 w 1332964"/>
                <a:gd name="connsiteY4" fmla="*/ 536963 h 536963"/>
                <a:gd name="connsiteX5" fmla="*/ 0 w 1332964"/>
                <a:gd name="connsiteY5" fmla="*/ 217876 h 536963"/>
                <a:gd name="connsiteX0" fmla="*/ 0 w 1332964"/>
                <a:gd name="connsiteY0" fmla="*/ 217876 h 536963"/>
                <a:gd name="connsiteX1" fmla="*/ 655683 w 1332964"/>
                <a:gd name="connsiteY1" fmla="*/ 0 h 536963"/>
                <a:gd name="connsiteX2" fmla="*/ 1332964 w 1332964"/>
                <a:gd name="connsiteY2" fmla="*/ 217876 h 536963"/>
                <a:gd name="connsiteX3" fmla="*/ 1332964 w 1332964"/>
                <a:gd name="connsiteY3" fmla="*/ 536963 h 536963"/>
                <a:gd name="connsiteX4" fmla="*/ 0 w 1332964"/>
                <a:gd name="connsiteY4" fmla="*/ 536963 h 536963"/>
                <a:gd name="connsiteX5" fmla="*/ 0 w 1332964"/>
                <a:gd name="connsiteY5" fmla="*/ 217876 h 536963"/>
                <a:gd name="connsiteX0" fmla="*/ 99255 w 1432219"/>
                <a:gd name="connsiteY0" fmla="*/ 217876 h 536963"/>
                <a:gd name="connsiteX1" fmla="*/ 754938 w 1432219"/>
                <a:gd name="connsiteY1" fmla="*/ 0 h 536963"/>
                <a:gd name="connsiteX2" fmla="*/ 1432219 w 1432219"/>
                <a:gd name="connsiteY2" fmla="*/ 217876 h 536963"/>
                <a:gd name="connsiteX3" fmla="*/ 1432219 w 1432219"/>
                <a:gd name="connsiteY3" fmla="*/ 536963 h 536963"/>
                <a:gd name="connsiteX4" fmla="*/ 99255 w 1432219"/>
                <a:gd name="connsiteY4" fmla="*/ 536963 h 536963"/>
                <a:gd name="connsiteX5" fmla="*/ 99255 w 1432219"/>
                <a:gd name="connsiteY5" fmla="*/ 217876 h 536963"/>
                <a:gd name="connsiteX0" fmla="*/ 99255 w 1538907"/>
                <a:gd name="connsiteY0" fmla="*/ 217876 h 536963"/>
                <a:gd name="connsiteX1" fmla="*/ 754938 w 1538907"/>
                <a:gd name="connsiteY1" fmla="*/ 0 h 536963"/>
                <a:gd name="connsiteX2" fmla="*/ 1432219 w 1538907"/>
                <a:gd name="connsiteY2" fmla="*/ 217876 h 536963"/>
                <a:gd name="connsiteX3" fmla="*/ 1432219 w 1538907"/>
                <a:gd name="connsiteY3" fmla="*/ 536963 h 536963"/>
                <a:gd name="connsiteX4" fmla="*/ 99255 w 1538907"/>
                <a:gd name="connsiteY4" fmla="*/ 536963 h 536963"/>
                <a:gd name="connsiteX5" fmla="*/ 99255 w 1538907"/>
                <a:gd name="connsiteY5" fmla="*/ 217876 h 536963"/>
                <a:gd name="connsiteX0" fmla="*/ 99255 w 1538907"/>
                <a:gd name="connsiteY0" fmla="*/ 217876 h 536963"/>
                <a:gd name="connsiteX1" fmla="*/ 754938 w 1538907"/>
                <a:gd name="connsiteY1" fmla="*/ 0 h 536963"/>
                <a:gd name="connsiteX2" fmla="*/ 1432219 w 1538907"/>
                <a:gd name="connsiteY2" fmla="*/ 217876 h 536963"/>
                <a:gd name="connsiteX3" fmla="*/ 1432219 w 1538907"/>
                <a:gd name="connsiteY3" fmla="*/ 536963 h 536963"/>
                <a:gd name="connsiteX4" fmla="*/ 99255 w 1538907"/>
                <a:gd name="connsiteY4" fmla="*/ 536963 h 536963"/>
                <a:gd name="connsiteX5" fmla="*/ 99255 w 1538907"/>
                <a:gd name="connsiteY5" fmla="*/ 217876 h 536963"/>
                <a:gd name="connsiteX0" fmla="*/ 99255 w 1538907"/>
                <a:gd name="connsiteY0" fmla="*/ 217876 h 536963"/>
                <a:gd name="connsiteX1" fmla="*/ 754938 w 1538907"/>
                <a:gd name="connsiteY1" fmla="*/ 0 h 536963"/>
                <a:gd name="connsiteX2" fmla="*/ 1432219 w 1538907"/>
                <a:gd name="connsiteY2" fmla="*/ 217876 h 536963"/>
                <a:gd name="connsiteX3" fmla="*/ 1432219 w 1538907"/>
                <a:gd name="connsiteY3" fmla="*/ 536963 h 536963"/>
                <a:gd name="connsiteX4" fmla="*/ 99255 w 1538907"/>
                <a:gd name="connsiteY4" fmla="*/ 536963 h 536963"/>
                <a:gd name="connsiteX5" fmla="*/ 99255 w 1538907"/>
                <a:gd name="connsiteY5" fmla="*/ 217876 h 536963"/>
                <a:gd name="connsiteX0" fmla="*/ 99255 w 1538907"/>
                <a:gd name="connsiteY0" fmla="*/ 217876 h 536963"/>
                <a:gd name="connsiteX1" fmla="*/ 754938 w 1538907"/>
                <a:gd name="connsiteY1" fmla="*/ 0 h 536963"/>
                <a:gd name="connsiteX2" fmla="*/ 1432219 w 1538907"/>
                <a:gd name="connsiteY2" fmla="*/ 217876 h 536963"/>
                <a:gd name="connsiteX3" fmla="*/ 1432219 w 1538907"/>
                <a:gd name="connsiteY3" fmla="*/ 536963 h 536963"/>
                <a:gd name="connsiteX4" fmla="*/ 99255 w 1538907"/>
                <a:gd name="connsiteY4" fmla="*/ 536963 h 536963"/>
                <a:gd name="connsiteX5" fmla="*/ 99255 w 1538907"/>
                <a:gd name="connsiteY5" fmla="*/ 217876 h 536963"/>
                <a:gd name="connsiteX0" fmla="*/ 5064 w 1444716"/>
                <a:gd name="connsiteY0" fmla="*/ 217876 h 536963"/>
                <a:gd name="connsiteX1" fmla="*/ 660747 w 1444716"/>
                <a:gd name="connsiteY1" fmla="*/ 0 h 536963"/>
                <a:gd name="connsiteX2" fmla="*/ 1338028 w 1444716"/>
                <a:gd name="connsiteY2" fmla="*/ 217876 h 536963"/>
                <a:gd name="connsiteX3" fmla="*/ 1338028 w 1444716"/>
                <a:gd name="connsiteY3" fmla="*/ 536963 h 536963"/>
                <a:gd name="connsiteX4" fmla="*/ 5064 w 1444716"/>
                <a:gd name="connsiteY4" fmla="*/ 536963 h 536963"/>
                <a:gd name="connsiteX5" fmla="*/ 5064 w 1444716"/>
                <a:gd name="connsiteY5" fmla="*/ 217876 h 536963"/>
                <a:gd name="connsiteX0" fmla="*/ 5064 w 1344174"/>
                <a:gd name="connsiteY0" fmla="*/ 217876 h 536963"/>
                <a:gd name="connsiteX1" fmla="*/ 660747 w 1344174"/>
                <a:gd name="connsiteY1" fmla="*/ 0 h 536963"/>
                <a:gd name="connsiteX2" fmla="*/ 1338028 w 1344174"/>
                <a:gd name="connsiteY2" fmla="*/ 217876 h 536963"/>
                <a:gd name="connsiteX3" fmla="*/ 1338028 w 1344174"/>
                <a:gd name="connsiteY3" fmla="*/ 536963 h 536963"/>
                <a:gd name="connsiteX4" fmla="*/ 5064 w 1344174"/>
                <a:gd name="connsiteY4" fmla="*/ 536963 h 536963"/>
                <a:gd name="connsiteX5" fmla="*/ 5064 w 1344174"/>
                <a:gd name="connsiteY5" fmla="*/ 217876 h 53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4174" h="536963">
                  <a:moveTo>
                    <a:pt x="5064" y="217876"/>
                  </a:moveTo>
                  <a:cubicBezTo>
                    <a:pt x="228388" y="216639"/>
                    <a:pt x="427898" y="187467"/>
                    <a:pt x="660747" y="0"/>
                  </a:cubicBezTo>
                  <a:cubicBezTo>
                    <a:pt x="910319" y="190571"/>
                    <a:pt x="1097980" y="216638"/>
                    <a:pt x="1338028" y="217876"/>
                  </a:cubicBezTo>
                  <a:cubicBezTo>
                    <a:pt x="1351857" y="318436"/>
                    <a:pt x="1338028" y="430601"/>
                    <a:pt x="1338028" y="536963"/>
                  </a:cubicBezTo>
                  <a:lnTo>
                    <a:pt x="5064" y="536963"/>
                  </a:lnTo>
                  <a:cubicBezTo>
                    <a:pt x="5064" y="430601"/>
                    <a:pt x="-6329" y="324644"/>
                    <a:pt x="5064" y="217876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08" tIns="60954" rIns="121908" bIns="60954" rtlCol="0" anchor="ctr"/>
            <a:lstStyle/>
            <a:p>
              <a:pPr algn="ctr"/>
              <a:endParaRPr lang="zh-CN" altLang="en-US">
                <a:solidFill>
                  <a:schemeClr val="bg1">
                    <a:lumMod val="50000"/>
                  </a:schemeClr>
                </a:solidFill>
                <a:cs typeface="+mn-ea"/>
              </a:endParaRPr>
            </a:p>
          </p:txBody>
        </p:sp>
        <p:sp>
          <p:nvSpPr>
            <p:cNvPr id="25" name="任意多边形 24"/>
            <p:cNvSpPr/>
            <p:nvPr/>
          </p:nvSpPr>
          <p:spPr>
            <a:xfrm>
              <a:off x="1277519" y="3009537"/>
              <a:ext cx="1575096" cy="823709"/>
            </a:xfrm>
            <a:custGeom>
              <a:avLst/>
              <a:gdLst>
                <a:gd name="connsiteX0" fmla="*/ 26273 w 990146"/>
                <a:gd name="connsiteY0" fmla="*/ 18150 h 506557"/>
                <a:gd name="connsiteX1" fmla="*/ 269161 w 990146"/>
                <a:gd name="connsiteY1" fmla="*/ 253894 h 506557"/>
                <a:gd name="connsiteX2" fmla="*/ 419179 w 990146"/>
                <a:gd name="connsiteY2" fmla="*/ 413438 h 506557"/>
                <a:gd name="connsiteX3" fmla="*/ 476329 w 990146"/>
                <a:gd name="connsiteY3" fmla="*/ 506306 h 506557"/>
                <a:gd name="connsiteX4" fmla="*/ 554911 w 990146"/>
                <a:gd name="connsiteY4" fmla="*/ 432488 h 506557"/>
                <a:gd name="connsiteX5" fmla="*/ 771604 w 990146"/>
                <a:gd name="connsiteY5" fmla="*/ 206269 h 506557"/>
                <a:gd name="connsiteX6" fmla="*/ 954961 w 990146"/>
                <a:gd name="connsiteY6" fmla="*/ 37200 h 506557"/>
                <a:gd name="connsiteX7" fmla="*/ 26273 w 990146"/>
                <a:gd name="connsiteY7" fmla="*/ 18150 h 506557"/>
                <a:gd name="connsiteX0" fmla="*/ 27909 w 991782"/>
                <a:gd name="connsiteY0" fmla="*/ 730 h 489137"/>
                <a:gd name="connsiteX1" fmla="*/ 270797 w 991782"/>
                <a:gd name="connsiteY1" fmla="*/ 236474 h 489137"/>
                <a:gd name="connsiteX2" fmla="*/ 420815 w 991782"/>
                <a:gd name="connsiteY2" fmla="*/ 396018 h 489137"/>
                <a:gd name="connsiteX3" fmla="*/ 477965 w 991782"/>
                <a:gd name="connsiteY3" fmla="*/ 488886 h 489137"/>
                <a:gd name="connsiteX4" fmla="*/ 556547 w 991782"/>
                <a:gd name="connsiteY4" fmla="*/ 415068 h 489137"/>
                <a:gd name="connsiteX5" fmla="*/ 773240 w 991782"/>
                <a:gd name="connsiteY5" fmla="*/ 188849 h 489137"/>
                <a:gd name="connsiteX6" fmla="*/ 956597 w 991782"/>
                <a:gd name="connsiteY6" fmla="*/ 19780 h 489137"/>
                <a:gd name="connsiteX7" fmla="*/ 27909 w 991782"/>
                <a:gd name="connsiteY7" fmla="*/ 730 h 489137"/>
                <a:gd name="connsiteX0" fmla="*/ 26004 w 985616"/>
                <a:gd name="connsiteY0" fmla="*/ 19976 h 508383"/>
                <a:gd name="connsiteX1" fmla="*/ 268892 w 985616"/>
                <a:gd name="connsiteY1" fmla="*/ 255720 h 508383"/>
                <a:gd name="connsiteX2" fmla="*/ 418910 w 985616"/>
                <a:gd name="connsiteY2" fmla="*/ 415264 h 508383"/>
                <a:gd name="connsiteX3" fmla="*/ 476060 w 985616"/>
                <a:gd name="connsiteY3" fmla="*/ 508132 h 508383"/>
                <a:gd name="connsiteX4" fmla="*/ 554642 w 985616"/>
                <a:gd name="connsiteY4" fmla="*/ 434314 h 508383"/>
                <a:gd name="connsiteX5" fmla="*/ 771335 w 985616"/>
                <a:gd name="connsiteY5" fmla="*/ 208095 h 508383"/>
                <a:gd name="connsiteX6" fmla="*/ 949930 w 985616"/>
                <a:gd name="connsiteY6" fmla="*/ 34263 h 508383"/>
                <a:gd name="connsiteX7" fmla="*/ 26004 w 985616"/>
                <a:gd name="connsiteY7" fmla="*/ 19976 h 508383"/>
                <a:gd name="connsiteX0" fmla="*/ 26004 w 987464"/>
                <a:gd name="connsiteY0" fmla="*/ 18135 h 506542"/>
                <a:gd name="connsiteX1" fmla="*/ 268892 w 987464"/>
                <a:gd name="connsiteY1" fmla="*/ 253879 h 506542"/>
                <a:gd name="connsiteX2" fmla="*/ 418910 w 987464"/>
                <a:gd name="connsiteY2" fmla="*/ 413423 h 506542"/>
                <a:gd name="connsiteX3" fmla="*/ 476060 w 987464"/>
                <a:gd name="connsiteY3" fmla="*/ 506291 h 506542"/>
                <a:gd name="connsiteX4" fmla="*/ 554642 w 987464"/>
                <a:gd name="connsiteY4" fmla="*/ 432473 h 506542"/>
                <a:gd name="connsiteX5" fmla="*/ 771335 w 987464"/>
                <a:gd name="connsiteY5" fmla="*/ 206254 h 506542"/>
                <a:gd name="connsiteX6" fmla="*/ 949930 w 987464"/>
                <a:gd name="connsiteY6" fmla="*/ 32422 h 506542"/>
                <a:gd name="connsiteX7" fmla="*/ 26004 w 987464"/>
                <a:gd name="connsiteY7" fmla="*/ 18135 h 506542"/>
                <a:gd name="connsiteX0" fmla="*/ 26004 w 987464"/>
                <a:gd name="connsiteY0" fmla="*/ 7233 h 495640"/>
                <a:gd name="connsiteX1" fmla="*/ 268892 w 987464"/>
                <a:gd name="connsiteY1" fmla="*/ 242977 h 495640"/>
                <a:gd name="connsiteX2" fmla="*/ 418910 w 987464"/>
                <a:gd name="connsiteY2" fmla="*/ 402521 h 495640"/>
                <a:gd name="connsiteX3" fmla="*/ 476060 w 987464"/>
                <a:gd name="connsiteY3" fmla="*/ 495389 h 495640"/>
                <a:gd name="connsiteX4" fmla="*/ 554642 w 987464"/>
                <a:gd name="connsiteY4" fmla="*/ 421571 h 495640"/>
                <a:gd name="connsiteX5" fmla="*/ 771335 w 987464"/>
                <a:gd name="connsiteY5" fmla="*/ 195352 h 495640"/>
                <a:gd name="connsiteX6" fmla="*/ 949930 w 987464"/>
                <a:gd name="connsiteY6" fmla="*/ 21520 h 495640"/>
                <a:gd name="connsiteX7" fmla="*/ 26004 w 987464"/>
                <a:gd name="connsiteY7" fmla="*/ 7233 h 495640"/>
                <a:gd name="connsiteX0" fmla="*/ 26004 w 987464"/>
                <a:gd name="connsiteY0" fmla="*/ 0 h 488407"/>
                <a:gd name="connsiteX1" fmla="*/ 268892 w 987464"/>
                <a:gd name="connsiteY1" fmla="*/ 235744 h 488407"/>
                <a:gd name="connsiteX2" fmla="*/ 418910 w 987464"/>
                <a:gd name="connsiteY2" fmla="*/ 395288 h 488407"/>
                <a:gd name="connsiteX3" fmla="*/ 476060 w 987464"/>
                <a:gd name="connsiteY3" fmla="*/ 488156 h 488407"/>
                <a:gd name="connsiteX4" fmla="*/ 554642 w 987464"/>
                <a:gd name="connsiteY4" fmla="*/ 414338 h 488407"/>
                <a:gd name="connsiteX5" fmla="*/ 771335 w 987464"/>
                <a:gd name="connsiteY5" fmla="*/ 188119 h 488407"/>
                <a:gd name="connsiteX6" fmla="*/ 949930 w 987464"/>
                <a:gd name="connsiteY6" fmla="*/ 14287 h 488407"/>
                <a:gd name="connsiteX7" fmla="*/ 26004 w 987464"/>
                <a:gd name="connsiteY7" fmla="*/ 0 h 488407"/>
                <a:gd name="connsiteX0" fmla="*/ 26004 w 995974"/>
                <a:gd name="connsiteY0" fmla="*/ 2382 h 490789"/>
                <a:gd name="connsiteX1" fmla="*/ 268892 w 995974"/>
                <a:gd name="connsiteY1" fmla="*/ 238126 h 490789"/>
                <a:gd name="connsiteX2" fmla="*/ 418910 w 995974"/>
                <a:gd name="connsiteY2" fmla="*/ 397670 h 490789"/>
                <a:gd name="connsiteX3" fmla="*/ 476060 w 995974"/>
                <a:gd name="connsiteY3" fmla="*/ 490538 h 490789"/>
                <a:gd name="connsiteX4" fmla="*/ 554642 w 995974"/>
                <a:gd name="connsiteY4" fmla="*/ 416720 h 490789"/>
                <a:gd name="connsiteX5" fmla="*/ 771335 w 995974"/>
                <a:gd name="connsiteY5" fmla="*/ 190501 h 490789"/>
                <a:gd name="connsiteX6" fmla="*/ 959455 w 995974"/>
                <a:gd name="connsiteY6" fmla="*/ 0 h 490789"/>
                <a:gd name="connsiteX7" fmla="*/ 26004 w 995974"/>
                <a:gd name="connsiteY7" fmla="*/ 2382 h 490789"/>
                <a:gd name="connsiteX0" fmla="*/ 26004 w 959455"/>
                <a:gd name="connsiteY0" fmla="*/ 2382 h 490789"/>
                <a:gd name="connsiteX1" fmla="*/ 268892 w 959455"/>
                <a:gd name="connsiteY1" fmla="*/ 238126 h 490789"/>
                <a:gd name="connsiteX2" fmla="*/ 418910 w 959455"/>
                <a:gd name="connsiteY2" fmla="*/ 397670 h 490789"/>
                <a:gd name="connsiteX3" fmla="*/ 476060 w 959455"/>
                <a:gd name="connsiteY3" fmla="*/ 490538 h 490789"/>
                <a:gd name="connsiteX4" fmla="*/ 554642 w 959455"/>
                <a:gd name="connsiteY4" fmla="*/ 416720 h 490789"/>
                <a:gd name="connsiteX5" fmla="*/ 771335 w 959455"/>
                <a:gd name="connsiteY5" fmla="*/ 190501 h 490789"/>
                <a:gd name="connsiteX6" fmla="*/ 959455 w 959455"/>
                <a:gd name="connsiteY6" fmla="*/ 0 h 490789"/>
                <a:gd name="connsiteX7" fmla="*/ 26004 w 959455"/>
                <a:gd name="connsiteY7" fmla="*/ 2382 h 490789"/>
                <a:gd name="connsiteX0" fmla="*/ 0 w 933451"/>
                <a:gd name="connsiteY0" fmla="*/ 2382 h 490789"/>
                <a:gd name="connsiteX1" fmla="*/ 242888 w 933451"/>
                <a:gd name="connsiteY1" fmla="*/ 238126 h 490789"/>
                <a:gd name="connsiteX2" fmla="*/ 392906 w 933451"/>
                <a:gd name="connsiteY2" fmla="*/ 397670 h 490789"/>
                <a:gd name="connsiteX3" fmla="*/ 450056 w 933451"/>
                <a:gd name="connsiteY3" fmla="*/ 490538 h 490789"/>
                <a:gd name="connsiteX4" fmla="*/ 528638 w 933451"/>
                <a:gd name="connsiteY4" fmla="*/ 416720 h 490789"/>
                <a:gd name="connsiteX5" fmla="*/ 745331 w 933451"/>
                <a:gd name="connsiteY5" fmla="*/ 190501 h 490789"/>
                <a:gd name="connsiteX6" fmla="*/ 933451 w 933451"/>
                <a:gd name="connsiteY6" fmla="*/ 0 h 490789"/>
                <a:gd name="connsiteX7" fmla="*/ 0 w 933451"/>
                <a:gd name="connsiteY7" fmla="*/ 2382 h 490789"/>
                <a:gd name="connsiteX0" fmla="*/ 0 w 933451"/>
                <a:gd name="connsiteY0" fmla="*/ 2382 h 488425"/>
                <a:gd name="connsiteX1" fmla="*/ 242888 w 933451"/>
                <a:gd name="connsiteY1" fmla="*/ 238126 h 488425"/>
                <a:gd name="connsiteX2" fmla="*/ 392906 w 933451"/>
                <a:gd name="connsiteY2" fmla="*/ 397670 h 488425"/>
                <a:gd name="connsiteX3" fmla="*/ 469106 w 933451"/>
                <a:gd name="connsiteY3" fmla="*/ 488157 h 488425"/>
                <a:gd name="connsiteX4" fmla="*/ 528638 w 933451"/>
                <a:gd name="connsiteY4" fmla="*/ 416720 h 488425"/>
                <a:gd name="connsiteX5" fmla="*/ 745331 w 933451"/>
                <a:gd name="connsiteY5" fmla="*/ 190501 h 488425"/>
                <a:gd name="connsiteX6" fmla="*/ 933451 w 933451"/>
                <a:gd name="connsiteY6" fmla="*/ 0 h 488425"/>
                <a:gd name="connsiteX7" fmla="*/ 0 w 933451"/>
                <a:gd name="connsiteY7" fmla="*/ 2382 h 488425"/>
                <a:gd name="connsiteX0" fmla="*/ 0 w 933451"/>
                <a:gd name="connsiteY0" fmla="*/ 2382 h 488425"/>
                <a:gd name="connsiteX1" fmla="*/ 242888 w 933451"/>
                <a:gd name="connsiteY1" fmla="*/ 238126 h 488425"/>
                <a:gd name="connsiteX2" fmla="*/ 392906 w 933451"/>
                <a:gd name="connsiteY2" fmla="*/ 397670 h 488425"/>
                <a:gd name="connsiteX3" fmla="*/ 469106 w 933451"/>
                <a:gd name="connsiteY3" fmla="*/ 488157 h 488425"/>
                <a:gd name="connsiteX4" fmla="*/ 528638 w 933451"/>
                <a:gd name="connsiteY4" fmla="*/ 416720 h 488425"/>
                <a:gd name="connsiteX5" fmla="*/ 745331 w 933451"/>
                <a:gd name="connsiteY5" fmla="*/ 190501 h 488425"/>
                <a:gd name="connsiteX6" fmla="*/ 933451 w 933451"/>
                <a:gd name="connsiteY6" fmla="*/ 0 h 488425"/>
                <a:gd name="connsiteX7" fmla="*/ 0 w 933451"/>
                <a:gd name="connsiteY7" fmla="*/ 2382 h 488425"/>
                <a:gd name="connsiteX0" fmla="*/ 0 w 933451"/>
                <a:gd name="connsiteY0" fmla="*/ 2382 h 488368"/>
                <a:gd name="connsiteX1" fmla="*/ 242888 w 933451"/>
                <a:gd name="connsiteY1" fmla="*/ 238126 h 488368"/>
                <a:gd name="connsiteX2" fmla="*/ 392906 w 933451"/>
                <a:gd name="connsiteY2" fmla="*/ 397670 h 488368"/>
                <a:gd name="connsiteX3" fmla="*/ 469106 w 933451"/>
                <a:gd name="connsiteY3" fmla="*/ 488157 h 488368"/>
                <a:gd name="connsiteX4" fmla="*/ 552451 w 933451"/>
                <a:gd name="connsiteY4" fmla="*/ 373857 h 488368"/>
                <a:gd name="connsiteX5" fmla="*/ 745331 w 933451"/>
                <a:gd name="connsiteY5" fmla="*/ 190501 h 488368"/>
                <a:gd name="connsiteX6" fmla="*/ 933451 w 933451"/>
                <a:gd name="connsiteY6" fmla="*/ 0 h 488368"/>
                <a:gd name="connsiteX7" fmla="*/ 0 w 933451"/>
                <a:gd name="connsiteY7" fmla="*/ 2382 h 488368"/>
                <a:gd name="connsiteX0" fmla="*/ 0 w 933451"/>
                <a:gd name="connsiteY0" fmla="*/ 2382 h 488368"/>
                <a:gd name="connsiteX1" fmla="*/ 242888 w 933451"/>
                <a:gd name="connsiteY1" fmla="*/ 238126 h 488368"/>
                <a:gd name="connsiteX2" fmla="*/ 392906 w 933451"/>
                <a:gd name="connsiteY2" fmla="*/ 397670 h 488368"/>
                <a:gd name="connsiteX3" fmla="*/ 469106 w 933451"/>
                <a:gd name="connsiteY3" fmla="*/ 488157 h 488368"/>
                <a:gd name="connsiteX4" fmla="*/ 552451 w 933451"/>
                <a:gd name="connsiteY4" fmla="*/ 373857 h 488368"/>
                <a:gd name="connsiteX5" fmla="*/ 745331 w 933451"/>
                <a:gd name="connsiteY5" fmla="*/ 190501 h 488368"/>
                <a:gd name="connsiteX6" fmla="*/ 933451 w 933451"/>
                <a:gd name="connsiteY6" fmla="*/ 0 h 488368"/>
                <a:gd name="connsiteX7" fmla="*/ 0 w 933451"/>
                <a:gd name="connsiteY7" fmla="*/ 2382 h 488368"/>
                <a:gd name="connsiteX0" fmla="*/ 0 w 933451"/>
                <a:gd name="connsiteY0" fmla="*/ 2382 h 488368"/>
                <a:gd name="connsiteX1" fmla="*/ 242888 w 933451"/>
                <a:gd name="connsiteY1" fmla="*/ 238126 h 488368"/>
                <a:gd name="connsiteX2" fmla="*/ 392906 w 933451"/>
                <a:gd name="connsiteY2" fmla="*/ 397670 h 488368"/>
                <a:gd name="connsiteX3" fmla="*/ 469106 w 933451"/>
                <a:gd name="connsiteY3" fmla="*/ 488157 h 488368"/>
                <a:gd name="connsiteX4" fmla="*/ 552451 w 933451"/>
                <a:gd name="connsiteY4" fmla="*/ 373857 h 488368"/>
                <a:gd name="connsiteX5" fmla="*/ 745331 w 933451"/>
                <a:gd name="connsiteY5" fmla="*/ 190501 h 488368"/>
                <a:gd name="connsiteX6" fmla="*/ 933451 w 933451"/>
                <a:gd name="connsiteY6" fmla="*/ 0 h 488368"/>
                <a:gd name="connsiteX7" fmla="*/ 0 w 933451"/>
                <a:gd name="connsiteY7" fmla="*/ 2382 h 488368"/>
                <a:gd name="connsiteX0" fmla="*/ 0 w 933451"/>
                <a:gd name="connsiteY0" fmla="*/ 2382 h 488368"/>
                <a:gd name="connsiteX1" fmla="*/ 235745 w 933451"/>
                <a:gd name="connsiteY1" fmla="*/ 238126 h 488368"/>
                <a:gd name="connsiteX2" fmla="*/ 392906 w 933451"/>
                <a:gd name="connsiteY2" fmla="*/ 397670 h 488368"/>
                <a:gd name="connsiteX3" fmla="*/ 469106 w 933451"/>
                <a:gd name="connsiteY3" fmla="*/ 488157 h 488368"/>
                <a:gd name="connsiteX4" fmla="*/ 552451 w 933451"/>
                <a:gd name="connsiteY4" fmla="*/ 373857 h 488368"/>
                <a:gd name="connsiteX5" fmla="*/ 745331 w 933451"/>
                <a:gd name="connsiteY5" fmla="*/ 190501 h 488368"/>
                <a:gd name="connsiteX6" fmla="*/ 933451 w 933451"/>
                <a:gd name="connsiteY6" fmla="*/ 0 h 488368"/>
                <a:gd name="connsiteX7" fmla="*/ 0 w 933451"/>
                <a:gd name="connsiteY7" fmla="*/ 2382 h 488368"/>
                <a:gd name="connsiteX0" fmla="*/ 0 w 933451"/>
                <a:gd name="connsiteY0" fmla="*/ 2382 h 488172"/>
                <a:gd name="connsiteX1" fmla="*/ 235745 w 933451"/>
                <a:gd name="connsiteY1" fmla="*/ 238126 h 488172"/>
                <a:gd name="connsiteX2" fmla="*/ 376237 w 933451"/>
                <a:gd name="connsiteY2" fmla="*/ 366714 h 488172"/>
                <a:gd name="connsiteX3" fmla="*/ 469106 w 933451"/>
                <a:gd name="connsiteY3" fmla="*/ 488157 h 488172"/>
                <a:gd name="connsiteX4" fmla="*/ 552451 w 933451"/>
                <a:gd name="connsiteY4" fmla="*/ 373857 h 488172"/>
                <a:gd name="connsiteX5" fmla="*/ 745331 w 933451"/>
                <a:gd name="connsiteY5" fmla="*/ 190501 h 488172"/>
                <a:gd name="connsiteX6" fmla="*/ 933451 w 933451"/>
                <a:gd name="connsiteY6" fmla="*/ 0 h 488172"/>
                <a:gd name="connsiteX7" fmla="*/ 0 w 933451"/>
                <a:gd name="connsiteY7" fmla="*/ 2382 h 488172"/>
                <a:gd name="connsiteX0" fmla="*/ 0 w 933451"/>
                <a:gd name="connsiteY0" fmla="*/ 2382 h 488207"/>
                <a:gd name="connsiteX1" fmla="*/ 235745 w 933451"/>
                <a:gd name="connsiteY1" fmla="*/ 238126 h 488207"/>
                <a:gd name="connsiteX2" fmla="*/ 376237 w 933451"/>
                <a:gd name="connsiteY2" fmla="*/ 366714 h 488207"/>
                <a:gd name="connsiteX3" fmla="*/ 469106 w 933451"/>
                <a:gd name="connsiteY3" fmla="*/ 488157 h 488207"/>
                <a:gd name="connsiteX4" fmla="*/ 554833 w 933451"/>
                <a:gd name="connsiteY4" fmla="*/ 352426 h 488207"/>
                <a:gd name="connsiteX5" fmla="*/ 745331 w 933451"/>
                <a:gd name="connsiteY5" fmla="*/ 190501 h 488207"/>
                <a:gd name="connsiteX6" fmla="*/ 933451 w 933451"/>
                <a:gd name="connsiteY6" fmla="*/ 0 h 488207"/>
                <a:gd name="connsiteX7" fmla="*/ 0 w 933451"/>
                <a:gd name="connsiteY7" fmla="*/ 2382 h 488207"/>
                <a:gd name="connsiteX0" fmla="*/ 0 w 933451"/>
                <a:gd name="connsiteY0" fmla="*/ 2382 h 488207"/>
                <a:gd name="connsiteX1" fmla="*/ 235745 w 933451"/>
                <a:gd name="connsiteY1" fmla="*/ 238126 h 488207"/>
                <a:gd name="connsiteX2" fmla="*/ 376237 w 933451"/>
                <a:gd name="connsiteY2" fmla="*/ 366714 h 488207"/>
                <a:gd name="connsiteX3" fmla="*/ 469106 w 933451"/>
                <a:gd name="connsiteY3" fmla="*/ 488157 h 488207"/>
                <a:gd name="connsiteX4" fmla="*/ 554833 w 933451"/>
                <a:gd name="connsiteY4" fmla="*/ 352426 h 488207"/>
                <a:gd name="connsiteX5" fmla="*/ 745331 w 933451"/>
                <a:gd name="connsiteY5" fmla="*/ 190501 h 488207"/>
                <a:gd name="connsiteX6" fmla="*/ 933451 w 933451"/>
                <a:gd name="connsiteY6" fmla="*/ 0 h 488207"/>
                <a:gd name="connsiteX7" fmla="*/ 0 w 933451"/>
                <a:gd name="connsiteY7" fmla="*/ 2382 h 488207"/>
                <a:gd name="connsiteX0" fmla="*/ 0 w 933451"/>
                <a:gd name="connsiteY0" fmla="*/ 2382 h 488157"/>
                <a:gd name="connsiteX1" fmla="*/ 235745 w 933451"/>
                <a:gd name="connsiteY1" fmla="*/ 238126 h 488157"/>
                <a:gd name="connsiteX2" fmla="*/ 376237 w 933451"/>
                <a:gd name="connsiteY2" fmla="*/ 366714 h 488157"/>
                <a:gd name="connsiteX3" fmla="*/ 469106 w 933451"/>
                <a:gd name="connsiteY3" fmla="*/ 488157 h 488157"/>
                <a:gd name="connsiteX4" fmla="*/ 554833 w 933451"/>
                <a:gd name="connsiteY4" fmla="*/ 352426 h 488157"/>
                <a:gd name="connsiteX5" fmla="*/ 745331 w 933451"/>
                <a:gd name="connsiteY5" fmla="*/ 190501 h 488157"/>
                <a:gd name="connsiteX6" fmla="*/ 933451 w 933451"/>
                <a:gd name="connsiteY6" fmla="*/ 0 h 488157"/>
                <a:gd name="connsiteX7" fmla="*/ 0 w 933451"/>
                <a:gd name="connsiteY7" fmla="*/ 2382 h 488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33451" h="488157">
                  <a:moveTo>
                    <a:pt x="0" y="2382"/>
                  </a:moveTo>
                  <a:cubicBezTo>
                    <a:pt x="55562" y="77392"/>
                    <a:pt x="173039" y="177404"/>
                    <a:pt x="235745" y="238126"/>
                  </a:cubicBezTo>
                  <a:cubicBezTo>
                    <a:pt x="298451" y="298848"/>
                    <a:pt x="337344" y="325042"/>
                    <a:pt x="376237" y="366714"/>
                  </a:cubicBezTo>
                  <a:cubicBezTo>
                    <a:pt x="415130" y="408386"/>
                    <a:pt x="420290" y="488157"/>
                    <a:pt x="469106" y="488157"/>
                  </a:cubicBezTo>
                  <a:cubicBezTo>
                    <a:pt x="517922" y="488157"/>
                    <a:pt x="523083" y="402035"/>
                    <a:pt x="554833" y="352426"/>
                  </a:cubicBezTo>
                  <a:cubicBezTo>
                    <a:pt x="586583" y="302817"/>
                    <a:pt x="678656" y="256382"/>
                    <a:pt x="745331" y="190501"/>
                  </a:cubicBezTo>
                  <a:cubicBezTo>
                    <a:pt x="812006" y="124620"/>
                    <a:pt x="903290" y="69453"/>
                    <a:pt x="933451" y="0"/>
                  </a:cubicBezTo>
                  <a:cubicBezTo>
                    <a:pt x="575469" y="68659"/>
                    <a:pt x="332581" y="67865"/>
                    <a:pt x="0" y="238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08" tIns="60954" rIns="121908" bIns="60954" rtlCol="0" anchor="ctr"/>
            <a:lstStyle/>
            <a:p>
              <a:pPr algn="ctr"/>
              <a:endParaRPr lang="zh-CN" altLang="en-US">
                <a:solidFill>
                  <a:schemeClr val="bg1">
                    <a:lumMod val="50000"/>
                  </a:schemeClr>
                </a:solidFill>
                <a:cs typeface="+mn-ea"/>
              </a:endParaRPr>
            </a:p>
          </p:txBody>
        </p:sp>
        <p:grpSp>
          <p:nvGrpSpPr>
            <p:cNvPr id="26" name="组合 25"/>
            <p:cNvGrpSpPr/>
            <p:nvPr/>
          </p:nvGrpSpPr>
          <p:grpSpPr>
            <a:xfrm>
              <a:off x="647481" y="1597933"/>
              <a:ext cx="2857720" cy="4274016"/>
              <a:chOff x="457037" y="1023995"/>
              <a:chExt cx="2371887" cy="3547404"/>
            </a:xfrm>
            <a:grpFill/>
          </p:grpSpPr>
          <p:sp>
            <p:nvSpPr>
              <p:cNvPr id="27" name="圆角矩形 26"/>
              <p:cNvSpPr/>
              <p:nvPr/>
            </p:nvSpPr>
            <p:spPr>
              <a:xfrm>
                <a:off x="744081" y="1193324"/>
                <a:ext cx="1780889" cy="25252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>
                      <a:lumMod val="50000"/>
                    </a:schemeClr>
                  </a:solidFill>
                  <a:cs typeface="+mn-ea"/>
                </a:endParaRPr>
              </a:p>
            </p:txBody>
          </p:sp>
          <p:sp>
            <p:nvSpPr>
              <p:cNvPr id="28" name="圆角矩形 27"/>
              <p:cNvSpPr/>
              <p:nvPr/>
            </p:nvSpPr>
            <p:spPr>
              <a:xfrm>
                <a:off x="709557" y="1110130"/>
                <a:ext cx="1866847" cy="252521"/>
              </a:xfrm>
              <a:prstGeom prst="roundRect">
                <a:avLst>
                  <a:gd name="adj" fmla="val 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>
                      <a:lumMod val="50000"/>
                    </a:schemeClr>
                  </a:solidFill>
                  <a:cs typeface="+mn-ea"/>
                </a:endParaRPr>
              </a:p>
            </p:txBody>
          </p:sp>
          <p:sp>
            <p:nvSpPr>
              <p:cNvPr id="29" name="任意多边形 28"/>
              <p:cNvSpPr/>
              <p:nvPr/>
            </p:nvSpPr>
            <p:spPr>
              <a:xfrm>
                <a:off x="609216" y="1172343"/>
                <a:ext cx="957816" cy="3272796"/>
              </a:xfrm>
              <a:custGeom>
                <a:avLst/>
                <a:gdLst>
                  <a:gd name="connsiteX0" fmla="*/ 38 w 624974"/>
                  <a:gd name="connsiteY0" fmla="*/ 74612 h 2488535"/>
                  <a:gd name="connsiteX1" fmla="*/ 111163 w 624974"/>
                  <a:gd name="connsiteY1" fmla="*/ 681037 h 2488535"/>
                  <a:gd name="connsiteX2" fmla="*/ 571538 w 624974"/>
                  <a:gd name="connsiteY2" fmla="*/ 1144587 h 2488535"/>
                  <a:gd name="connsiteX3" fmla="*/ 577888 w 624974"/>
                  <a:gd name="connsiteY3" fmla="*/ 1335087 h 2488535"/>
                  <a:gd name="connsiteX4" fmla="*/ 234988 w 624974"/>
                  <a:gd name="connsiteY4" fmla="*/ 1636712 h 2488535"/>
                  <a:gd name="connsiteX5" fmla="*/ 3213 w 624974"/>
                  <a:gd name="connsiteY5" fmla="*/ 2411412 h 2488535"/>
                  <a:gd name="connsiteX6" fmla="*/ 104813 w 624974"/>
                  <a:gd name="connsiteY6" fmla="*/ 2401887 h 2488535"/>
                  <a:gd name="connsiteX7" fmla="*/ 177838 w 624974"/>
                  <a:gd name="connsiteY7" fmla="*/ 1890712 h 2488535"/>
                  <a:gd name="connsiteX8" fmla="*/ 565188 w 624974"/>
                  <a:gd name="connsiteY8" fmla="*/ 1398587 h 2488535"/>
                  <a:gd name="connsiteX9" fmla="*/ 568363 w 624974"/>
                  <a:gd name="connsiteY9" fmla="*/ 1049337 h 2488535"/>
                  <a:gd name="connsiteX10" fmla="*/ 174663 w 624974"/>
                  <a:gd name="connsiteY10" fmla="*/ 566737 h 2488535"/>
                  <a:gd name="connsiteX11" fmla="*/ 104813 w 624974"/>
                  <a:gd name="connsiteY11" fmla="*/ 65087 h 2488535"/>
                  <a:gd name="connsiteX12" fmla="*/ 38 w 624974"/>
                  <a:gd name="connsiteY12" fmla="*/ 74612 h 2488535"/>
                  <a:gd name="connsiteX0" fmla="*/ 38 w 624974"/>
                  <a:gd name="connsiteY0" fmla="*/ 74612 h 2488535"/>
                  <a:gd name="connsiteX1" fmla="*/ 111163 w 624974"/>
                  <a:gd name="connsiteY1" fmla="*/ 681037 h 2488535"/>
                  <a:gd name="connsiteX2" fmla="*/ 571538 w 624974"/>
                  <a:gd name="connsiteY2" fmla="*/ 1144587 h 2488535"/>
                  <a:gd name="connsiteX3" fmla="*/ 577888 w 624974"/>
                  <a:gd name="connsiteY3" fmla="*/ 1335087 h 2488535"/>
                  <a:gd name="connsiteX4" fmla="*/ 234988 w 624974"/>
                  <a:gd name="connsiteY4" fmla="*/ 1636712 h 2488535"/>
                  <a:gd name="connsiteX5" fmla="*/ 3213 w 624974"/>
                  <a:gd name="connsiteY5" fmla="*/ 2411412 h 2488535"/>
                  <a:gd name="connsiteX6" fmla="*/ 104813 w 624974"/>
                  <a:gd name="connsiteY6" fmla="*/ 2401887 h 2488535"/>
                  <a:gd name="connsiteX7" fmla="*/ 177838 w 624974"/>
                  <a:gd name="connsiteY7" fmla="*/ 1890712 h 2488535"/>
                  <a:gd name="connsiteX8" fmla="*/ 565188 w 624974"/>
                  <a:gd name="connsiteY8" fmla="*/ 1398587 h 2488535"/>
                  <a:gd name="connsiteX9" fmla="*/ 568363 w 624974"/>
                  <a:gd name="connsiteY9" fmla="*/ 1049337 h 2488535"/>
                  <a:gd name="connsiteX10" fmla="*/ 174663 w 624974"/>
                  <a:gd name="connsiteY10" fmla="*/ 566737 h 2488535"/>
                  <a:gd name="connsiteX11" fmla="*/ 104813 w 624974"/>
                  <a:gd name="connsiteY11" fmla="*/ 65087 h 2488535"/>
                  <a:gd name="connsiteX12" fmla="*/ 38 w 624974"/>
                  <a:gd name="connsiteY12" fmla="*/ 74612 h 2488535"/>
                  <a:gd name="connsiteX0" fmla="*/ 23714 w 648650"/>
                  <a:gd name="connsiteY0" fmla="*/ 43040 h 2456963"/>
                  <a:gd name="connsiteX1" fmla="*/ 134839 w 648650"/>
                  <a:gd name="connsiteY1" fmla="*/ 649465 h 2456963"/>
                  <a:gd name="connsiteX2" fmla="*/ 595214 w 648650"/>
                  <a:gd name="connsiteY2" fmla="*/ 1113015 h 2456963"/>
                  <a:gd name="connsiteX3" fmla="*/ 601564 w 648650"/>
                  <a:gd name="connsiteY3" fmla="*/ 1303515 h 2456963"/>
                  <a:gd name="connsiteX4" fmla="*/ 258664 w 648650"/>
                  <a:gd name="connsiteY4" fmla="*/ 1605140 h 2456963"/>
                  <a:gd name="connsiteX5" fmla="*/ 26889 w 648650"/>
                  <a:gd name="connsiteY5" fmla="*/ 2379840 h 2456963"/>
                  <a:gd name="connsiteX6" fmla="*/ 128489 w 648650"/>
                  <a:gd name="connsiteY6" fmla="*/ 2370315 h 2456963"/>
                  <a:gd name="connsiteX7" fmla="*/ 201514 w 648650"/>
                  <a:gd name="connsiteY7" fmla="*/ 1859140 h 2456963"/>
                  <a:gd name="connsiteX8" fmla="*/ 588864 w 648650"/>
                  <a:gd name="connsiteY8" fmla="*/ 1367015 h 2456963"/>
                  <a:gd name="connsiteX9" fmla="*/ 592039 w 648650"/>
                  <a:gd name="connsiteY9" fmla="*/ 1017765 h 2456963"/>
                  <a:gd name="connsiteX10" fmla="*/ 198339 w 648650"/>
                  <a:gd name="connsiteY10" fmla="*/ 535165 h 2456963"/>
                  <a:gd name="connsiteX11" fmla="*/ 128489 w 648650"/>
                  <a:gd name="connsiteY11" fmla="*/ 33515 h 2456963"/>
                  <a:gd name="connsiteX12" fmla="*/ 23714 w 648650"/>
                  <a:gd name="connsiteY12" fmla="*/ 43040 h 2456963"/>
                  <a:gd name="connsiteX0" fmla="*/ 25732 w 650668"/>
                  <a:gd name="connsiteY0" fmla="*/ 53052 h 2466975"/>
                  <a:gd name="connsiteX1" fmla="*/ 136857 w 650668"/>
                  <a:gd name="connsiteY1" fmla="*/ 659477 h 2466975"/>
                  <a:gd name="connsiteX2" fmla="*/ 597232 w 650668"/>
                  <a:gd name="connsiteY2" fmla="*/ 1123027 h 2466975"/>
                  <a:gd name="connsiteX3" fmla="*/ 603582 w 650668"/>
                  <a:gd name="connsiteY3" fmla="*/ 1313527 h 2466975"/>
                  <a:gd name="connsiteX4" fmla="*/ 260682 w 650668"/>
                  <a:gd name="connsiteY4" fmla="*/ 1615152 h 2466975"/>
                  <a:gd name="connsiteX5" fmla="*/ 28907 w 650668"/>
                  <a:gd name="connsiteY5" fmla="*/ 2389852 h 2466975"/>
                  <a:gd name="connsiteX6" fmla="*/ 130507 w 650668"/>
                  <a:gd name="connsiteY6" fmla="*/ 2380327 h 2466975"/>
                  <a:gd name="connsiteX7" fmla="*/ 203532 w 650668"/>
                  <a:gd name="connsiteY7" fmla="*/ 1869152 h 2466975"/>
                  <a:gd name="connsiteX8" fmla="*/ 590882 w 650668"/>
                  <a:gd name="connsiteY8" fmla="*/ 1377027 h 2466975"/>
                  <a:gd name="connsiteX9" fmla="*/ 594057 w 650668"/>
                  <a:gd name="connsiteY9" fmla="*/ 1027777 h 2466975"/>
                  <a:gd name="connsiteX10" fmla="*/ 200357 w 650668"/>
                  <a:gd name="connsiteY10" fmla="*/ 545177 h 2466975"/>
                  <a:gd name="connsiteX11" fmla="*/ 130507 w 650668"/>
                  <a:gd name="connsiteY11" fmla="*/ 43527 h 2466975"/>
                  <a:gd name="connsiteX12" fmla="*/ 25732 w 650668"/>
                  <a:gd name="connsiteY12" fmla="*/ 53052 h 2466975"/>
                  <a:gd name="connsiteX0" fmla="*/ 25732 w 650668"/>
                  <a:gd name="connsiteY0" fmla="*/ 44171 h 2458094"/>
                  <a:gd name="connsiteX1" fmla="*/ 136857 w 650668"/>
                  <a:gd name="connsiteY1" fmla="*/ 650596 h 2458094"/>
                  <a:gd name="connsiteX2" fmla="*/ 597232 w 650668"/>
                  <a:gd name="connsiteY2" fmla="*/ 1114146 h 2458094"/>
                  <a:gd name="connsiteX3" fmla="*/ 603582 w 650668"/>
                  <a:gd name="connsiteY3" fmla="*/ 1304646 h 2458094"/>
                  <a:gd name="connsiteX4" fmla="*/ 260682 w 650668"/>
                  <a:gd name="connsiteY4" fmla="*/ 1606271 h 2458094"/>
                  <a:gd name="connsiteX5" fmla="*/ 28907 w 650668"/>
                  <a:gd name="connsiteY5" fmla="*/ 2380971 h 2458094"/>
                  <a:gd name="connsiteX6" fmla="*/ 130507 w 650668"/>
                  <a:gd name="connsiteY6" fmla="*/ 2371446 h 2458094"/>
                  <a:gd name="connsiteX7" fmla="*/ 203532 w 650668"/>
                  <a:gd name="connsiteY7" fmla="*/ 1860271 h 2458094"/>
                  <a:gd name="connsiteX8" fmla="*/ 590882 w 650668"/>
                  <a:gd name="connsiteY8" fmla="*/ 1368146 h 2458094"/>
                  <a:gd name="connsiteX9" fmla="*/ 594057 w 650668"/>
                  <a:gd name="connsiteY9" fmla="*/ 1018896 h 2458094"/>
                  <a:gd name="connsiteX10" fmla="*/ 200357 w 650668"/>
                  <a:gd name="connsiteY10" fmla="*/ 536296 h 2458094"/>
                  <a:gd name="connsiteX11" fmla="*/ 130507 w 650668"/>
                  <a:gd name="connsiteY11" fmla="*/ 34646 h 2458094"/>
                  <a:gd name="connsiteX12" fmla="*/ 25732 w 650668"/>
                  <a:gd name="connsiteY12" fmla="*/ 44171 h 2458094"/>
                  <a:gd name="connsiteX0" fmla="*/ 25732 w 650668"/>
                  <a:gd name="connsiteY0" fmla="*/ 36942 h 2450865"/>
                  <a:gd name="connsiteX1" fmla="*/ 136857 w 650668"/>
                  <a:gd name="connsiteY1" fmla="*/ 643367 h 2450865"/>
                  <a:gd name="connsiteX2" fmla="*/ 597232 w 650668"/>
                  <a:gd name="connsiteY2" fmla="*/ 1106917 h 2450865"/>
                  <a:gd name="connsiteX3" fmla="*/ 603582 w 650668"/>
                  <a:gd name="connsiteY3" fmla="*/ 1297417 h 2450865"/>
                  <a:gd name="connsiteX4" fmla="*/ 260682 w 650668"/>
                  <a:gd name="connsiteY4" fmla="*/ 1599042 h 2450865"/>
                  <a:gd name="connsiteX5" fmla="*/ 28907 w 650668"/>
                  <a:gd name="connsiteY5" fmla="*/ 2373742 h 2450865"/>
                  <a:gd name="connsiteX6" fmla="*/ 130507 w 650668"/>
                  <a:gd name="connsiteY6" fmla="*/ 2364217 h 2450865"/>
                  <a:gd name="connsiteX7" fmla="*/ 203532 w 650668"/>
                  <a:gd name="connsiteY7" fmla="*/ 1853042 h 2450865"/>
                  <a:gd name="connsiteX8" fmla="*/ 590882 w 650668"/>
                  <a:gd name="connsiteY8" fmla="*/ 1360917 h 2450865"/>
                  <a:gd name="connsiteX9" fmla="*/ 594057 w 650668"/>
                  <a:gd name="connsiteY9" fmla="*/ 1011667 h 2450865"/>
                  <a:gd name="connsiteX10" fmla="*/ 200357 w 650668"/>
                  <a:gd name="connsiteY10" fmla="*/ 529067 h 2450865"/>
                  <a:gd name="connsiteX11" fmla="*/ 132888 w 650668"/>
                  <a:gd name="connsiteY11" fmla="*/ 36942 h 2450865"/>
                  <a:gd name="connsiteX12" fmla="*/ 25732 w 650668"/>
                  <a:gd name="connsiteY12" fmla="*/ 36942 h 2450865"/>
                  <a:gd name="connsiteX0" fmla="*/ 25732 w 650668"/>
                  <a:gd name="connsiteY0" fmla="*/ 38 h 2413961"/>
                  <a:gd name="connsiteX1" fmla="*/ 136857 w 650668"/>
                  <a:gd name="connsiteY1" fmla="*/ 606463 h 2413961"/>
                  <a:gd name="connsiteX2" fmla="*/ 597232 w 650668"/>
                  <a:gd name="connsiteY2" fmla="*/ 1070013 h 2413961"/>
                  <a:gd name="connsiteX3" fmla="*/ 603582 w 650668"/>
                  <a:gd name="connsiteY3" fmla="*/ 1260513 h 2413961"/>
                  <a:gd name="connsiteX4" fmla="*/ 260682 w 650668"/>
                  <a:gd name="connsiteY4" fmla="*/ 1562138 h 2413961"/>
                  <a:gd name="connsiteX5" fmla="*/ 28907 w 650668"/>
                  <a:gd name="connsiteY5" fmla="*/ 2336838 h 2413961"/>
                  <a:gd name="connsiteX6" fmla="*/ 130507 w 650668"/>
                  <a:gd name="connsiteY6" fmla="*/ 2327313 h 2413961"/>
                  <a:gd name="connsiteX7" fmla="*/ 203532 w 650668"/>
                  <a:gd name="connsiteY7" fmla="*/ 1816138 h 2413961"/>
                  <a:gd name="connsiteX8" fmla="*/ 590882 w 650668"/>
                  <a:gd name="connsiteY8" fmla="*/ 1324013 h 2413961"/>
                  <a:gd name="connsiteX9" fmla="*/ 594057 w 650668"/>
                  <a:gd name="connsiteY9" fmla="*/ 974763 h 2413961"/>
                  <a:gd name="connsiteX10" fmla="*/ 200357 w 650668"/>
                  <a:gd name="connsiteY10" fmla="*/ 492163 h 2413961"/>
                  <a:gd name="connsiteX11" fmla="*/ 132888 w 650668"/>
                  <a:gd name="connsiteY11" fmla="*/ 38 h 2413961"/>
                  <a:gd name="connsiteX12" fmla="*/ 25732 w 650668"/>
                  <a:gd name="connsiteY12" fmla="*/ 38 h 2413961"/>
                  <a:gd name="connsiteX0" fmla="*/ 39 w 624975"/>
                  <a:gd name="connsiteY0" fmla="*/ 38 h 2413961"/>
                  <a:gd name="connsiteX1" fmla="*/ 111164 w 624975"/>
                  <a:gd name="connsiteY1" fmla="*/ 606463 h 2413961"/>
                  <a:gd name="connsiteX2" fmla="*/ 571539 w 624975"/>
                  <a:gd name="connsiteY2" fmla="*/ 1070013 h 2413961"/>
                  <a:gd name="connsiteX3" fmla="*/ 577889 w 624975"/>
                  <a:gd name="connsiteY3" fmla="*/ 1260513 h 2413961"/>
                  <a:gd name="connsiteX4" fmla="*/ 234989 w 624975"/>
                  <a:gd name="connsiteY4" fmla="*/ 1562138 h 2413961"/>
                  <a:gd name="connsiteX5" fmla="*/ 3214 w 624975"/>
                  <a:gd name="connsiteY5" fmla="*/ 2336838 h 2413961"/>
                  <a:gd name="connsiteX6" fmla="*/ 104814 w 624975"/>
                  <a:gd name="connsiteY6" fmla="*/ 2327313 h 2413961"/>
                  <a:gd name="connsiteX7" fmla="*/ 177839 w 624975"/>
                  <a:gd name="connsiteY7" fmla="*/ 1816138 h 2413961"/>
                  <a:gd name="connsiteX8" fmla="*/ 565189 w 624975"/>
                  <a:gd name="connsiteY8" fmla="*/ 1324013 h 2413961"/>
                  <a:gd name="connsiteX9" fmla="*/ 568364 w 624975"/>
                  <a:gd name="connsiteY9" fmla="*/ 974763 h 2413961"/>
                  <a:gd name="connsiteX10" fmla="*/ 174664 w 624975"/>
                  <a:gd name="connsiteY10" fmla="*/ 492163 h 2413961"/>
                  <a:gd name="connsiteX11" fmla="*/ 107195 w 624975"/>
                  <a:gd name="connsiteY11" fmla="*/ 38 h 2413961"/>
                  <a:gd name="connsiteX12" fmla="*/ 39 w 624975"/>
                  <a:gd name="connsiteY12" fmla="*/ 38 h 2413961"/>
                  <a:gd name="connsiteX0" fmla="*/ 6356 w 631292"/>
                  <a:gd name="connsiteY0" fmla="*/ 38 h 2413961"/>
                  <a:gd name="connsiteX1" fmla="*/ 117481 w 631292"/>
                  <a:gd name="connsiteY1" fmla="*/ 606463 h 2413961"/>
                  <a:gd name="connsiteX2" fmla="*/ 577856 w 631292"/>
                  <a:gd name="connsiteY2" fmla="*/ 1070013 h 2413961"/>
                  <a:gd name="connsiteX3" fmla="*/ 584206 w 631292"/>
                  <a:gd name="connsiteY3" fmla="*/ 1260513 h 2413961"/>
                  <a:gd name="connsiteX4" fmla="*/ 241306 w 631292"/>
                  <a:gd name="connsiteY4" fmla="*/ 1562138 h 2413961"/>
                  <a:gd name="connsiteX5" fmla="*/ 9531 w 631292"/>
                  <a:gd name="connsiteY5" fmla="*/ 2336838 h 2413961"/>
                  <a:gd name="connsiteX6" fmla="*/ 111131 w 631292"/>
                  <a:gd name="connsiteY6" fmla="*/ 2327313 h 2413961"/>
                  <a:gd name="connsiteX7" fmla="*/ 184156 w 631292"/>
                  <a:gd name="connsiteY7" fmla="*/ 1816138 h 2413961"/>
                  <a:gd name="connsiteX8" fmla="*/ 571506 w 631292"/>
                  <a:gd name="connsiteY8" fmla="*/ 1324013 h 2413961"/>
                  <a:gd name="connsiteX9" fmla="*/ 574681 w 631292"/>
                  <a:gd name="connsiteY9" fmla="*/ 974763 h 2413961"/>
                  <a:gd name="connsiteX10" fmla="*/ 180981 w 631292"/>
                  <a:gd name="connsiteY10" fmla="*/ 492163 h 2413961"/>
                  <a:gd name="connsiteX11" fmla="*/ 113512 w 631292"/>
                  <a:gd name="connsiteY11" fmla="*/ 38 h 2413961"/>
                  <a:gd name="connsiteX12" fmla="*/ 6356 w 631292"/>
                  <a:gd name="connsiteY12" fmla="*/ 38 h 2413961"/>
                  <a:gd name="connsiteX0" fmla="*/ 6356 w 656707"/>
                  <a:gd name="connsiteY0" fmla="*/ 38 h 2413961"/>
                  <a:gd name="connsiteX1" fmla="*/ 117481 w 656707"/>
                  <a:gd name="connsiteY1" fmla="*/ 606463 h 2413961"/>
                  <a:gd name="connsiteX2" fmla="*/ 577856 w 656707"/>
                  <a:gd name="connsiteY2" fmla="*/ 1070013 h 2413961"/>
                  <a:gd name="connsiteX3" fmla="*/ 584206 w 656707"/>
                  <a:gd name="connsiteY3" fmla="*/ 1260513 h 2413961"/>
                  <a:gd name="connsiteX4" fmla="*/ 241306 w 656707"/>
                  <a:gd name="connsiteY4" fmla="*/ 1562138 h 2413961"/>
                  <a:gd name="connsiteX5" fmla="*/ 9531 w 656707"/>
                  <a:gd name="connsiteY5" fmla="*/ 2336838 h 2413961"/>
                  <a:gd name="connsiteX6" fmla="*/ 111131 w 656707"/>
                  <a:gd name="connsiteY6" fmla="*/ 2327313 h 2413961"/>
                  <a:gd name="connsiteX7" fmla="*/ 184156 w 656707"/>
                  <a:gd name="connsiteY7" fmla="*/ 1816138 h 2413961"/>
                  <a:gd name="connsiteX8" fmla="*/ 571506 w 656707"/>
                  <a:gd name="connsiteY8" fmla="*/ 1324013 h 2413961"/>
                  <a:gd name="connsiteX9" fmla="*/ 574681 w 656707"/>
                  <a:gd name="connsiteY9" fmla="*/ 974763 h 2413961"/>
                  <a:gd name="connsiteX10" fmla="*/ 180981 w 656707"/>
                  <a:gd name="connsiteY10" fmla="*/ 492163 h 2413961"/>
                  <a:gd name="connsiteX11" fmla="*/ 113512 w 656707"/>
                  <a:gd name="connsiteY11" fmla="*/ 38 h 2413961"/>
                  <a:gd name="connsiteX12" fmla="*/ 6356 w 656707"/>
                  <a:gd name="connsiteY12" fmla="*/ 38 h 2413961"/>
                  <a:gd name="connsiteX0" fmla="*/ 6356 w 621937"/>
                  <a:gd name="connsiteY0" fmla="*/ 38 h 2413961"/>
                  <a:gd name="connsiteX1" fmla="*/ 117481 w 621937"/>
                  <a:gd name="connsiteY1" fmla="*/ 606463 h 2413961"/>
                  <a:gd name="connsiteX2" fmla="*/ 577856 w 621937"/>
                  <a:gd name="connsiteY2" fmla="*/ 1070013 h 2413961"/>
                  <a:gd name="connsiteX3" fmla="*/ 555631 w 621937"/>
                  <a:gd name="connsiteY3" fmla="*/ 1281944 h 2413961"/>
                  <a:gd name="connsiteX4" fmla="*/ 241306 w 621937"/>
                  <a:gd name="connsiteY4" fmla="*/ 1562138 h 2413961"/>
                  <a:gd name="connsiteX5" fmla="*/ 9531 w 621937"/>
                  <a:gd name="connsiteY5" fmla="*/ 2336838 h 2413961"/>
                  <a:gd name="connsiteX6" fmla="*/ 111131 w 621937"/>
                  <a:gd name="connsiteY6" fmla="*/ 2327313 h 2413961"/>
                  <a:gd name="connsiteX7" fmla="*/ 184156 w 621937"/>
                  <a:gd name="connsiteY7" fmla="*/ 1816138 h 2413961"/>
                  <a:gd name="connsiteX8" fmla="*/ 571506 w 621937"/>
                  <a:gd name="connsiteY8" fmla="*/ 1324013 h 2413961"/>
                  <a:gd name="connsiteX9" fmla="*/ 574681 w 621937"/>
                  <a:gd name="connsiteY9" fmla="*/ 974763 h 2413961"/>
                  <a:gd name="connsiteX10" fmla="*/ 180981 w 621937"/>
                  <a:gd name="connsiteY10" fmla="*/ 492163 h 2413961"/>
                  <a:gd name="connsiteX11" fmla="*/ 113512 w 621937"/>
                  <a:gd name="connsiteY11" fmla="*/ 38 h 2413961"/>
                  <a:gd name="connsiteX12" fmla="*/ 6356 w 621937"/>
                  <a:gd name="connsiteY12" fmla="*/ 38 h 2413961"/>
                  <a:gd name="connsiteX0" fmla="*/ 6324 w 621905"/>
                  <a:gd name="connsiteY0" fmla="*/ 38 h 2413961"/>
                  <a:gd name="connsiteX1" fmla="*/ 117449 w 621905"/>
                  <a:gd name="connsiteY1" fmla="*/ 606463 h 2413961"/>
                  <a:gd name="connsiteX2" fmla="*/ 575442 w 621905"/>
                  <a:gd name="connsiteY2" fmla="*/ 1074775 h 2413961"/>
                  <a:gd name="connsiteX3" fmla="*/ 555599 w 621905"/>
                  <a:gd name="connsiteY3" fmla="*/ 1281944 h 2413961"/>
                  <a:gd name="connsiteX4" fmla="*/ 241274 w 621905"/>
                  <a:gd name="connsiteY4" fmla="*/ 1562138 h 2413961"/>
                  <a:gd name="connsiteX5" fmla="*/ 9499 w 621905"/>
                  <a:gd name="connsiteY5" fmla="*/ 2336838 h 2413961"/>
                  <a:gd name="connsiteX6" fmla="*/ 111099 w 621905"/>
                  <a:gd name="connsiteY6" fmla="*/ 2327313 h 2413961"/>
                  <a:gd name="connsiteX7" fmla="*/ 184124 w 621905"/>
                  <a:gd name="connsiteY7" fmla="*/ 1816138 h 2413961"/>
                  <a:gd name="connsiteX8" fmla="*/ 571474 w 621905"/>
                  <a:gd name="connsiteY8" fmla="*/ 1324013 h 2413961"/>
                  <a:gd name="connsiteX9" fmla="*/ 574649 w 621905"/>
                  <a:gd name="connsiteY9" fmla="*/ 974763 h 2413961"/>
                  <a:gd name="connsiteX10" fmla="*/ 180949 w 621905"/>
                  <a:gd name="connsiteY10" fmla="*/ 492163 h 2413961"/>
                  <a:gd name="connsiteX11" fmla="*/ 113480 w 621905"/>
                  <a:gd name="connsiteY11" fmla="*/ 38 h 2413961"/>
                  <a:gd name="connsiteX12" fmla="*/ 6324 w 621905"/>
                  <a:gd name="connsiteY12" fmla="*/ 38 h 2413961"/>
                  <a:gd name="connsiteX0" fmla="*/ 6324 w 643161"/>
                  <a:gd name="connsiteY0" fmla="*/ 38 h 2413961"/>
                  <a:gd name="connsiteX1" fmla="*/ 117449 w 643161"/>
                  <a:gd name="connsiteY1" fmla="*/ 606463 h 2413961"/>
                  <a:gd name="connsiteX2" fmla="*/ 575442 w 643161"/>
                  <a:gd name="connsiteY2" fmla="*/ 1074775 h 2413961"/>
                  <a:gd name="connsiteX3" fmla="*/ 555599 w 643161"/>
                  <a:gd name="connsiteY3" fmla="*/ 1281944 h 2413961"/>
                  <a:gd name="connsiteX4" fmla="*/ 241274 w 643161"/>
                  <a:gd name="connsiteY4" fmla="*/ 1562138 h 2413961"/>
                  <a:gd name="connsiteX5" fmla="*/ 9499 w 643161"/>
                  <a:gd name="connsiteY5" fmla="*/ 2336838 h 2413961"/>
                  <a:gd name="connsiteX6" fmla="*/ 111099 w 643161"/>
                  <a:gd name="connsiteY6" fmla="*/ 2327313 h 2413961"/>
                  <a:gd name="connsiteX7" fmla="*/ 184124 w 643161"/>
                  <a:gd name="connsiteY7" fmla="*/ 1816138 h 2413961"/>
                  <a:gd name="connsiteX8" fmla="*/ 571474 w 643161"/>
                  <a:gd name="connsiteY8" fmla="*/ 1324013 h 2413961"/>
                  <a:gd name="connsiteX9" fmla="*/ 574649 w 643161"/>
                  <a:gd name="connsiteY9" fmla="*/ 974763 h 2413961"/>
                  <a:gd name="connsiteX10" fmla="*/ 180949 w 643161"/>
                  <a:gd name="connsiteY10" fmla="*/ 492163 h 2413961"/>
                  <a:gd name="connsiteX11" fmla="*/ 113480 w 643161"/>
                  <a:gd name="connsiteY11" fmla="*/ 38 h 2413961"/>
                  <a:gd name="connsiteX12" fmla="*/ 6324 w 643161"/>
                  <a:gd name="connsiteY12" fmla="*/ 38 h 2413961"/>
                  <a:gd name="connsiteX0" fmla="*/ 6324 w 643161"/>
                  <a:gd name="connsiteY0" fmla="*/ 38 h 2413961"/>
                  <a:gd name="connsiteX1" fmla="*/ 117449 w 643161"/>
                  <a:gd name="connsiteY1" fmla="*/ 606463 h 2413961"/>
                  <a:gd name="connsiteX2" fmla="*/ 575442 w 643161"/>
                  <a:gd name="connsiteY2" fmla="*/ 1074775 h 2413961"/>
                  <a:gd name="connsiteX3" fmla="*/ 555599 w 643161"/>
                  <a:gd name="connsiteY3" fmla="*/ 1281944 h 2413961"/>
                  <a:gd name="connsiteX4" fmla="*/ 241274 w 643161"/>
                  <a:gd name="connsiteY4" fmla="*/ 1562138 h 2413961"/>
                  <a:gd name="connsiteX5" fmla="*/ 9499 w 643161"/>
                  <a:gd name="connsiteY5" fmla="*/ 2336838 h 2413961"/>
                  <a:gd name="connsiteX6" fmla="*/ 111099 w 643161"/>
                  <a:gd name="connsiteY6" fmla="*/ 2327313 h 2413961"/>
                  <a:gd name="connsiteX7" fmla="*/ 184124 w 643161"/>
                  <a:gd name="connsiteY7" fmla="*/ 1816138 h 2413961"/>
                  <a:gd name="connsiteX8" fmla="*/ 571474 w 643161"/>
                  <a:gd name="connsiteY8" fmla="*/ 1324013 h 2413961"/>
                  <a:gd name="connsiteX9" fmla="*/ 574649 w 643161"/>
                  <a:gd name="connsiteY9" fmla="*/ 974763 h 2413961"/>
                  <a:gd name="connsiteX10" fmla="*/ 180949 w 643161"/>
                  <a:gd name="connsiteY10" fmla="*/ 492163 h 2413961"/>
                  <a:gd name="connsiteX11" fmla="*/ 113480 w 643161"/>
                  <a:gd name="connsiteY11" fmla="*/ 38 h 2413961"/>
                  <a:gd name="connsiteX12" fmla="*/ 6324 w 643161"/>
                  <a:gd name="connsiteY12" fmla="*/ 38 h 2413961"/>
                  <a:gd name="connsiteX0" fmla="*/ 6324 w 773882"/>
                  <a:gd name="connsiteY0" fmla="*/ 38 h 2413961"/>
                  <a:gd name="connsiteX1" fmla="*/ 117449 w 773882"/>
                  <a:gd name="connsiteY1" fmla="*/ 606463 h 2413961"/>
                  <a:gd name="connsiteX2" fmla="*/ 575442 w 773882"/>
                  <a:gd name="connsiteY2" fmla="*/ 1074775 h 2413961"/>
                  <a:gd name="connsiteX3" fmla="*/ 555599 w 773882"/>
                  <a:gd name="connsiteY3" fmla="*/ 1281944 h 2413961"/>
                  <a:gd name="connsiteX4" fmla="*/ 241274 w 773882"/>
                  <a:gd name="connsiteY4" fmla="*/ 1562138 h 2413961"/>
                  <a:gd name="connsiteX5" fmla="*/ 9499 w 773882"/>
                  <a:gd name="connsiteY5" fmla="*/ 2336838 h 2413961"/>
                  <a:gd name="connsiteX6" fmla="*/ 111099 w 773882"/>
                  <a:gd name="connsiteY6" fmla="*/ 2327313 h 2413961"/>
                  <a:gd name="connsiteX7" fmla="*/ 184124 w 773882"/>
                  <a:gd name="connsiteY7" fmla="*/ 1816138 h 2413961"/>
                  <a:gd name="connsiteX8" fmla="*/ 571474 w 773882"/>
                  <a:gd name="connsiteY8" fmla="*/ 1324013 h 2413961"/>
                  <a:gd name="connsiteX9" fmla="*/ 773880 w 773882"/>
                  <a:gd name="connsiteY9" fmla="*/ 1142243 h 2413961"/>
                  <a:gd name="connsiteX10" fmla="*/ 574649 w 773882"/>
                  <a:gd name="connsiteY10" fmla="*/ 974763 h 2413961"/>
                  <a:gd name="connsiteX11" fmla="*/ 180949 w 773882"/>
                  <a:gd name="connsiteY11" fmla="*/ 492163 h 2413961"/>
                  <a:gd name="connsiteX12" fmla="*/ 113480 w 773882"/>
                  <a:gd name="connsiteY12" fmla="*/ 38 h 2413961"/>
                  <a:gd name="connsiteX13" fmla="*/ 6324 w 773882"/>
                  <a:gd name="connsiteY13" fmla="*/ 38 h 2413961"/>
                  <a:gd name="connsiteX0" fmla="*/ 6324 w 773882"/>
                  <a:gd name="connsiteY0" fmla="*/ 38 h 2413961"/>
                  <a:gd name="connsiteX1" fmla="*/ 117449 w 773882"/>
                  <a:gd name="connsiteY1" fmla="*/ 606463 h 2413961"/>
                  <a:gd name="connsiteX2" fmla="*/ 575442 w 773882"/>
                  <a:gd name="connsiteY2" fmla="*/ 1074775 h 2413961"/>
                  <a:gd name="connsiteX3" fmla="*/ 543693 w 773882"/>
                  <a:gd name="connsiteY3" fmla="*/ 1289087 h 2413961"/>
                  <a:gd name="connsiteX4" fmla="*/ 241274 w 773882"/>
                  <a:gd name="connsiteY4" fmla="*/ 1562138 h 2413961"/>
                  <a:gd name="connsiteX5" fmla="*/ 9499 w 773882"/>
                  <a:gd name="connsiteY5" fmla="*/ 2336838 h 2413961"/>
                  <a:gd name="connsiteX6" fmla="*/ 111099 w 773882"/>
                  <a:gd name="connsiteY6" fmla="*/ 2327313 h 2413961"/>
                  <a:gd name="connsiteX7" fmla="*/ 184124 w 773882"/>
                  <a:gd name="connsiteY7" fmla="*/ 1816138 h 2413961"/>
                  <a:gd name="connsiteX8" fmla="*/ 571474 w 773882"/>
                  <a:gd name="connsiteY8" fmla="*/ 1324013 h 2413961"/>
                  <a:gd name="connsiteX9" fmla="*/ 773880 w 773882"/>
                  <a:gd name="connsiteY9" fmla="*/ 1142243 h 2413961"/>
                  <a:gd name="connsiteX10" fmla="*/ 574649 w 773882"/>
                  <a:gd name="connsiteY10" fmla="*/ 974763 h 2413961"/>
                  <a:gd name="connsiteX11" fmla="*/ 180949 w 773882"/>
                  <a:gd name="connsiteY11" fmla="*/ 492163 h 2413961"/>
                  <a:gd name="connsiteX12" fmla="*/ 113480 w 773882"/>
                  <a:gd name="connsiteY12" fmla="*/ 38 h 2413961"/>
                  <a:gd name="connsiteX13" fmla="*/ 6324 w 773882"/>
                  <a:gd name="connsiteY13" fmla="*/ 38 h 2413961"/>
                  <a:gd name="connsiteX0" fmla="*/ 6324 w 773882"/>
                  <a:gd name="connsiteY0" fmla="*/ 38 h 2413961"/>
                  <a:gd name="connsiteX1" fmla="*/ 117449 w 773882"/>
                  <a:gd name="connsiteY1" fmla="*/ 606463 h 2413961"/>
                  <a:gd name="connsiteX2" fmla="*/ 575442 w 773882"/>
                  <a:gd name="connsiteY2" fmla="*/ 1074775 h 2413961"/>
                  <a:gd name="connsiteX3" fmla="*/ 543693 w 773882"/>
                  <a:gd name="connsiteY3" fmla="*/ 1289087 h 2413961"/>
                  <a:gd name="connsiteX4" fmla="*/ 241274 w 773882"/>
                  <a:gd name="connsiteY4" fmla="*/ 1562138 h 2413961"/>
                  <a:gd name="connsiteX5" fmla="*/ 9499 w 773882"/>
                  <a:gd name="connsiteY5" fmla="*/ 2336838 h 2413961"/>
                  <a:gd name="connsiteX6" fmla="*/ 111099 w 773882"/>
                  <a:gd name="connsiteY6" fmla="*/ 2327313 h 2413961"/>
                  <a:gd name="connsiteX7" fmla="*/ 184124 w 773882"/>
                  <a:gd name="connsiteY7" fmla="*/ 1816138 h 2413961"/>
                  <a:gd name="connsiteX8" fmla="*/ 571474 w 773882"/>
                  <a:gd name="connsiteY8" fmla="*/ 1324013 h 2413961"/>
                  <a:gd name="connsiteX9" fmla="*/ 773880 w 773882"/>
                  <a:gd name="connsiteY9" fmla="*/ 1142243 h 2413961"/>
                  <a:gd name="connsiteX10" fmla="*/ 574649 w 773882"/>
                  <a:gd name="connsiteY10" fmla="*/ 974763 h 2413961"/>
                  <a:gd name="connsiteX11" fmla="*/ 180949 w 773882"/>
                  <a:gd name="connsiteY11" fmla="*/ 492163 h 2413961"/>
                  <a:gd name="connsiteX12" fmla="*/ 113480 w 773882"/>
                  <a:gd name="connsiteY12" fmla="*/ 38 h 2413961"/>
                  <a:gd name="connsiteX13" fmla="*/ 6324 w 773882"/>
                  <a:gd name="connsiteY13" fmla="*/ 38 h 2413961"/>
                  <a:gd name="connsiteX0" fmla="*/ 6324 w 773882"/>
                  <a:gd name="connsiteY0" fmla="*/ 38 h 2413961"/>
                  <a:gd name="connsiteX1" fmla="*/ 117449 w 773882"/>
                  <a:gd name="connsiteY1" fmla="*/ 606463 h 2413961"/>
                  <a:gd name="connsiteX2" fmla="*/ 575442 w 773882"/>
                  <a:gd name="connsiteY2" fmla="*/ 1074775 h 2413961"/>
                  <a:gd name="connsiteX3" fmla="*/ 543693 w 773882"/>
                  <a:gd name="connsiteY3" fmla="*/ 1289087 h 2413961"/>
                  <a:gd name="connsiteX4" fmla="*/ 241274 w 773882"/>
                  <a:gd name="connsiteY4" fmla="*/ 1562138 h 2413961"/>
                  <a:gd name="connsiteX5" fmla="*/ 9499 w 773882"/>
                  <a:gd name="connsiteY5" fmla="*/ 2336838 h 2413961"/>
                  <a:gd name="connsiteX6" fmla="*/ 111099 w 773882"/>
                  <a:gd name="connsiteY6" fmla="*/ 2327313 h 2413961"/>
                  <a:gd name="connsiteX7" fmla="*/ 184124 w 773882"/>
                  <a:gd name="connsiteY7" fmla="*/ 1816138 h 2413961"/>
                  <a:gd name="connsiteX8" fmla="*/ 571474 w 773882"/>
                  <a:gd name="connsiteY8" fmla="*/ 1324013 h 2413961"/>
                  <a:gd name="connsiteX9" fmla="*/ 773880 w 773882"/>
                  <a:gd name="connsiteY9" fmla="*/ 1142243 h 2413961"/>
                  <a:gd name="connsiteX10" fmla="*/ 574649 w 773882"/>
                  <a:gd name="connsiteY10" fmla="*/ 974763 h 2413961"/>
                  <a:gd name="connsiteX11" fmla="*/ 180949 w 773882"/>
                  <a:gd name="connsiteY11" fmla="*/ 492163 h 2413961"/>
                  <a:gd name="connsiteX12" fmla="*/ 113480 w 773882"/>
                  <a:gd name="connsiteY12" fmla="*/ 38 h 2413961"/>
                  <a:gd name="connsiteX13" fmla="*/ 6324 w 773882"/>
                  <a:gd name="connsiteY13" fmla="*/ 38 h 2413961"/>
                  <a:gd name="connsiteX0" fmla="*/ 6324 w 773882"/>
                  <a:gd name="connsiteY0" fmla="*/ 38 h 2413961"/>
                  <a:gd name="connsiteX1" fmla="*/ 117449 w 773882"/>
                  <a:gd name="connsiteY1" fmla="*/ 606463 h 2413961"/>
                  <a:gd name="connsiteX2" fmla="*/ 575442 w 773882"/>
                  <a:gd name="connsiteY2" fmla="*/ 1074775 h 2413961"/>
                  <a:gd name="connsiteX3" fmla="*/ 624655 w 773882"/>
                  <a:gd name="connsiteY3" fmla="*/ 1246224 h 2413961"/>
                  <a:gd name="connsiteX4" fmla="*/ 241274 w 773882"/>
                  <a:gd name="connsiteY4" fmla="*/ 1562138 h 2413961"/>
                  <a:gd name="connsiteX5" fmla="*/ 9499 w 773882"/>
                  <a:gd name="connsiteY5" fmla="*/ 2336838 h 2413961"/>
                  <a:gd name="connsiteX6" fmla="*/ 111099 w 773882"/>
                  <a:gd name="connsiteY6" fmla="*/ 2327313 h 2413961"/>
                  <a:gd name="connsiteX7" fmla="*/ 184124 w 773882"/>
                  <a:gd name="connsiteY7" fmla="*/ 1816138 h 2413961"/>
                  <a:gd name="connsiteX8" fmla="*/ 571474 w 773882"/>
                  <a:gd name="connsiteY8" fmla="*/ 1324013 h 2413961"/>
                  <a:gd name="connsiteX9" fmla="*/ 773880 w 773882"/>
                  <a:gd name="connsiteY9" fmla="*/ 1142243 h 2413961"/>
                  <a:gd name="connsiteX10" fmla="*/ 574649 w 773882"/>
                  <a:gd name="connsiteY10" fmla="*/ 974763 h 2413961"/>
                  <a:gd name="connsiteX11" fmla="*/ 180949 w 773882"/>
                  <a:gd name="connsiteY11" fmla="*/ 492163 h 2413961"/>
                  <a:gd name="connsiteX12" fmla="*/ 113480 w 773882"/>
                  <a:gd name="connsiteY12" fmla="*/ 38 h 2413961"/>
                  <a:gd name="connsiteX13" fmla="*/ 6324 w 773882"/>
                  <a:gd name="connsiteY13" fmla="*/ 38 h 2413961"/>
                  <a:gd name="connsiteX0" fmla="*/ 6324 w 773882"/>
                  <a:gd name="connsiteY0" fmla="*/ 38 h 2413961"/>
                  <a:gd name="connsiteX1" fmla="*/ 117449 w 773882"/>
                  <a:gd name="connsiteY1" fmla="*/ 606463 h 2413961"/>
                  <a:gd name="connsiteX2" fmla="*/ 575442 w 773882"/>
                  <a:gd name="connsiteY2" fmla="*/ 1074775 h 2413961"/>
                  <a:gd name="connsiteX3" fmla="*/ 579411 w 773882"/>
                  <a:gd name="connsiteY3" fmla="*/ 1260512 h 2413961"/>
                  <a:gd name="connsiteX4" fmla="*/ 241274 w 773882"/>
                  <a:gd name="connsiteY4" fmla="*/ 1562138 h 2413961"/>
                  <a:gd name="connsiteX5" fmla="*/ 9499 w 773882"/>
                  <a:gd name="connsiteY5" fmla="*/ 2336838 h 2413961"/>
                  <a:gd name="connsiteX6" fmla="*/ 111099 w 773882"/>
                  <a:gd name="connsiteY6" fmla="*/ 2327313 h 2413961"/>
                  <a:gd name="connsiteX7" fmla="*/ 184124 w 773882"/>
                  <a:gd name="connsiteY7" fmla="*/ 1816138 h 2413961"/>
                  <a:gd name="connsiteX8" fmla="*/ 571474 w 773882"/>
                  <a:gd name="connsiteY8" fmla="*/ 1324013 h 2413961"/>
                  <a:gd name="connsiteX9" fmla="*/ 773880 w 773882"/>
                  <a:gd name="connsiteY9" fmla="*/ 1142243 h 2413961"/>
                  <a:gd name="connsiteX10" fmla="*/ 574649 w 773882"/>
                  <a:gd name="connsiteY10" fmla="*/ 974763 h 2413961"/>
                  <a:gd name="connsiteX11" fmla="*/ 180949 w 773882"/>
                  <a:gd name="connsiteY11" fmla="*/ 492163 h 2413961"/>
                  <a:gd name="connsiteX12" fmla="*/ 113480 w 773882"/>
                  <a:gd name="connsiteY12" fmla="*/ 38 h 2413961"/>
                  <a:gd name="connsiteX13" fmla="*/ 6324 w 773882"/>
                  <a:gd name="connsiteY13" fmla="*/ 38 h 2413961"/>
                  <a:gd name="connsiteX0" fmla="*/ 6324 w 773882"/>
                  <a:gd name="connsiteY0" fmla="*/ 38 h 2413961"/>
                  <a:gd name="connsiteX1" fmla="*/ 117449 w 773882"/>
                  <a:gd name="connsiteY1" fmla="*/ 606463 h 2413961"/>
                  <a:gd name="connsiteX2" fmla="*/ 575442 w 773882"/>
                  <a:gd name="connsiteY2" fmla="*/ 1074775 h 2413961"/>
                  <a:gd name="connsiteX3" fmla="*/ 579411 w 773882"/>
                  <a:gd name="connsiteY3" fmla="*/ 1260512 h 2413961"/>
                  <a:gd name="connsiteX4" fmla="*/ 241274 w 773882"/>
                  <a:gd name="connsiteY4" fmla="*/ 1562138 h 2413961"/>
                  <a:gd name="connsiteX5" fmla="*/ 9499 w 773882"/>
                  <a:gd name="connsiteY5" fmla="*/ 2336838 h 2413961"/>
                  <a:gd name="connsiteX6" fmla="*/ 111099 w 773882"/>
                  <a:gd name="connsiteY6" fmla="*/ 2327313 h 2413961"/>
                  <a:gd name="connsiteX7" fmla="*/ 184124 w 773882"/>
                  <a:gd name="connsiteY7" fmla="*/ 1816138 h 2413961"/>
                  <a:gd name="connsiteX8" fmla="*/ 571474 w 773882"/>
                  <a:gd name="connsiteY8" fmla="*/ 1324013 h 2413961"/>
                  <a:gd name="connsiteX9" fmla="*/ 773880 w 773882"/>
                  <a:gd name="connsiteY9" fmla="*/ 1142243 h 2413961"/>
                  <a:gd name="connsiteX10" fmla="*/ 574649 w 773882"/>
                  <a:gd name="connsiteY10" fmla="*/ 974763 h 2413961"/>
                  <a:gd name="connsiteX11" fmla="*/ 180949 w 773882"/>
                  <a:gd name="connsiteY11" fmla="*/ 492163 h 2413961"/>
                  <a:gd name="connsiteX12" fmla="*/ 113480 w 773882"/>
                  <a:gd name="connsiteY12" fmla="*/ 38 h 2413961"/>
                  <a:gd name="connsiteX13" fmla="*/ 6324 w 773882"/>
                  <a:gd name="connsiteY13" fmla="*/ 38 h 2413961"/>
                  <a:gd name="connsiteX0" fmla="*/ 6324 w 773882"/>
                  <a:gd name="connsiteY0" fmla="*/ 38 h 2561614"/>
                  <a:gd name="connsiteX1" fmla="*/ 117449 w 773882"/>
                  <a:gd name="connsiteY1" fmla="*/ 606463 h 2561614"/>
                  <a:gd name="connsiteX2" fmla="*/ 575442 w 773882"/>
                  <a:gd name="connsiteY2" fmla="*/ 1074775 h 2561614"/>
                  <a:gd name="connsiteX3" fmla="*/ 579411 w 773882"/>
                  <a:gd name="connsiteY3" fmla="*/ 1260512 h 2561614"/>
                  <a:gd name="connsiteX4" fmla="*/ 241274 w 773882"/>
                  <a:gd name="connsiteY4" fmla="*/ 1562138 h 2561614"/>
                  <a:gd name="connsiteX5" fmla="*/ 9499 w 773882"/>
                  <a:gd name="connsiteY5" fmla="*/ 2336838 h 2561614"/>
                  <a:gd name="connsiteX6" fmla="*/ 111099 w 773882"/>
                  <a:gd name="connsiteY6" fmla="*/ 2327313 h 2561614"/>
                  <a:gd name="connsiteX7" fmla="*/ 184124 w 773882"/>
                  <a:gd name="connsiteY7" fmla="*/ 1816138 h 2561614"/>
                  <a:gd name="connsiteX8" fmla="*/ 571474 w 773882"/>
                  <a:gd name="connsiteY8" fmla="*/ 1324013 h 2561614"/>
                  <a:gd name="connsiteX9" fmla="*/ 773880 w 773882"/>
                  <a:gd name="connsiteY9" fmla="*/ 1142243 h 2561614"/>
                  <a:gd name="connsiteX10" fmla="*/ 574649 w 773882"/>
                  <a:gd name="connsiteY10" fmla="*/ 974763 h 2561614"/>
                  <a:gd name="connsiteX11" fmla="*/ 180949 w 773882"/>
                  <a:gd name="connsiteY11" fmla="*/ 492163 h 2561614"/>
                  <a:gd name="connsiteX12" fmla="*/ 113480 w 773882"/>
                  <a:gd name="connsiteY12" fmla="*/ 38 h 2561614"/>
                  <a:gd name="connsiteX13" fmla="*/ 6324 w 773882"/>
                  <a:gd name="connsiteY13" fmla="*/ 38 h 2561614"/>
                  <a:gd name="connsiteX0" fmla="*/ 6324 w 773882"/>
                  <a:gd name="connsiteY0" fmla="*/ 38 h 2409510"/>
                  <a:gd name="connsiteX1" fmla="*/ 117449 w 773882"/>
                  <a:gd name="connsiteY1" fmla="*/ 606463 h 2409510"/>
                  <a:gd name="connsiteX2" fmla="*/ 575442 w 773882"/>
                  <a:gd name="connsiteY2" fmla="*/ 1074775 h 2409510"/>
                  <a:gd name="connsiteX3" fmla="*/ 579411 w 773882"/>
                  <a:gd name="connsiteY3" fmla="*/ 1260512 h 2409510"/>
                  <a:gd name="connsiteX4" fmla="*/ 184124 w 773882"/>
                  <a:gd name="connsiteY4" fmla="*/ 1626432 h 2409510"/>
                  <a:gd name="connsiteX5" fmla="*/ 9499 w 773882"/>
                  <a:gd name="connsiteY5" fmla="*/ 2336838 h 2409510"/>
                  <a:gd name="connsiteX6" fmla="*/ 111099 w 773882"/>
                  <a:gd name="connsiteY6" fmla="*/ 2327313 h 2409510"/>
                  <a:gd name="connsiteX7" fmla="*/ 184124 w 773882"/>
                  <a:gd name="connsiteY7" fmla="*/ 1816138 h 2409510"/>
                  <a:gd name="connsiteX8" fmla="*/ 571474 w 773882"/>
                  <a:gd name="connsiteY8" fmla="*/ 1324013 h 2409510"/>
                  <a:gd name="connsiteX9" fmla="*/ 773880 w 773882"/>
                  <a:gd name="connsiteY9" fmla="*/ 1142243 h 2409510"/>
                  <a:gd name="connsiteX10" fmla="*/ 574649 w 773882"/>
                  <a:gd name="connsiteY10" fmla="*/ 974763 h 2409510"/>
                  <a:gd name="connsiteX11" fmla="*/ 180949 w 773882"/>
                  <a:gd name="connsiteY11" fmla="*/ 492163 h 2409510"/>
                  <a:gd name="connsiteX12" fmla="*/ 113480 w 773882"/>
                  <a:gd name="connsiteY12" fmla="*/ 38 h 2409510"/>
                  <a:gd name="connsiteX13" fmla="*/ 6324 w 773882"/>
                  <a:gd name="connsiteY13" fmla="*/ 38 h 2409510"/>
                  <a:gd name="connsiteX0" fmla="*/ 6324 w 773882"/>
                  <a:gd name="connsiteY0" fmla="*/ 38 h 2409510"/>
                  <a:gd name="connsiteX1" fmla="*/ 117449 w 773882"/>
                  <a:gd name="connsiteY1" fmla="*/ 606463 h 2409510"/>
                  <a:gd name="connsiteX2" fmla="*/ 575442 w 773882"/>
                  <a:gd name="connsiteY2" fmla="*/ 1074775 h 2409510"/>
                  <a:gd name="connsiteX3" fmla="*/ 579411 w 773882"/>
                  <a:gd name="connsiteY3" fmla="*/ 1260512 h 2409510"/>
                  <a:gd name="connsiteX4" fmla="*/ 184124 w 773882"/>
                  <a:gd name="connsiteY4" fmla="*/ 1626432 h 2409510"/>
                  <a:gd name="connsiteX5" fmla="*/ 9499 w 773882"/>
                  <a:gd name="connsiteY5" fmla="*/ 2336838 h 2409510"/>
                  <a:gd name="connsiteX6" fmla="*/ 111099 w 773882"/>
                  <a:gd name="connsiteY6" fmla="*/ 2327313 h 2409510"/>
                  <a:gd name="connsiteX7" fmla="*/ 184124 w 773882"/>
                  <a:gd name="connsiteY7" fmla="*/ 1816138 h 2409510"/>
                  <a:gd name="connsiteX8" fmla="*/ 571474 w 773882"/>
                  <a:gd name="connsiteY8" fmla="*/ 1324013 h 2409510"/>
                  <a:gd name="connsiteX9" fmla="*/ 773880 w 773882"/>
                  <a:gd name="connsiteY9" fmla="*/ 1142243 h 2409510"/>
                  <a:gd name="connsiteX10" fmla="*/ 574649 w 773882"/>
                  <a:gd name="connsiteY10" fmla="*/ 974763 h 2409510"/>
                  <a:gd name="connsiteX11" fmla="*/ 180949 w 773882"/>
                  <a:gd name="connsiteY11" fmla="*/ 492163 h 2409510"/>
                  <a:gd name="connsiteX12" fmla="*/ 113480 w 773882"/>
                  <a:gd name="connsiteY12" fmla="*/ 38 h 2409510"/>
                  <a:gd name="connsiteX13" fmla="*/ 6324 w 773882"/>
                  <a:gd name="connsiteY13" fmla="*/ 38 h 2409510"/>
                  <a:gd name="connsiteX0" fmla="*/ 6324 w 773882"/>
                  <a:gd name="connsiteY0" fmla="*/ 38 h 2407548"/>
                  <a:gd name="connsiteX1" fmla="*/ 117449 w 773882"/>
                  <a:gd name="connsiteY1" fmla="*/ 606463 h 2407548"/>
                  <a:gd name="connsiteX2" fmla="*/ 575442 w 773882"/>
                  <a:gd name="connsiteY2" fmla="*/ 1074775 h 2407548"/>
                  <a:gd name="connsiteX3" fmla="*/ 579411 w 773882"/>
                  <a:gd name="connsiteY3" fmla="*/ 1260512 h 2407548"/>
                  <a:gd name="connsiteX4" fmla="*/ 184124 w 773882"/>
                  <a:gd name="connsiteY4" fmla="*/ 1626432 h 2407548"/>
                  <a:gd name="connsiteX5" fmla="*/ 9499 w 773882"/>
                  <a:gd name="connsiteY5" fmla="*/ 2336838 h 2407548"/>
                  <a:gd name="connsiteX6" fmla="*/ 111099 w 773882"/>
                  <a:gd name="connsiteY6" fmla="*/ 2327313 h 2407548"/>
                  <a:gd name="connsiteX7" fmla="*/ 184124 w 773882"/>
                  <a:gd name="connsiteY7" fmla="*/ 1816138 h 2407548"/>
                  <a:gd name="connsiteX8" fmla="*/ 571474 w 773882"/>
                  <a:gd name="connsiteY8" fmla="*/ 1324013 h 2407548"/>
                  <a:gd name="connsiteX9" fmla="*/ 773880 w 773882"/>
                  <a:gd name="connsiteY9" fmla="*/ 1142243 h 2407548"/>
                  <a:gd name="connsiteX10" fmla="*/ 574649 w 773882"/>
                  <a:gd name="connsiteY10" fmla="*/ 974763 h 2407548"/>
                  <a:gd name="connsiteX11" fmla="*/ 180949 w 773882"/>
                  <a:gd name="connsiteY11" fmla="*/ 492163 h 2407548"/>
                  <a:gd name="connsiteX12" fmla="*/ 113480 w 773882"/>
                  <a:gd name="connsiteY12" fmla="*/ 38 h 2407548"/>
                  <a:gd name="connsiteX13" fmla="*/ 6324 w 773882"/>
                  <a:gd name="connsiteY13" fmla="*/ 38 h 2407548"/>
                  <a:gd name="connsiteX0" fmla="*/ 6324 w 773882"/>
                  <a:gd name="connsiteY0" fmla="*/ 38 h 2367963"/>
                  <a:gd name="connsiteX1" fmla="*/ 117449 w 773882"/>
                  <a:gd name="connsiteY1" fmla="*/ 606463 h 2367963"/>
                  <a:gd name="connsiteX2" fmla="*/ 575442 w 773882"/>
                  <a:gd name="connsiteY2" fmla="*/ 1074775 h 2367963"/>
                  <a:gd name="connsiteX3" fmla="*/ 579411 w 773882"/>
                  <a:gd name="connsiteY3" fmla="*/ 1260512 h 2367963"/>
                  <a:gd name="connsiteX4" fmla="*/ 184124 w 773882"/>
                  <a:gd name="connsiteY4" fmla="*/ 1626432 h 2367963"/>
                  <a:gd name="connsiteX5" fmla="*/ 9499 w 773882"/>
                  <a:gd name="connsiteY5" fmla="*/ 2336838 h 2367963"/>
                  <a:gd name="connsiteX6" fmla="*/ 111099 w 773882"/>
                  <a:gd name="connsiteY6" fmla="*/ 2327313 h 2367963"/>
                  <a:gd name="connsiteX7" fmla="*/ 184124 w 773882"/>
                  <a:gd name="connsiteY7" fmla="*/ 1816138 h 2367963"/>
                  <a:gd name="connsiteX8" fmla="*/ 571474 w 773882"/>
                  <a:gd name="connsiteY8" fmla="*/ 1324013 h 2367963"/>
                  <a:gd name="connsiteX9" fmla="*/ 773880 w 773882"/>
                  <a:gd name="connsiteY9" fmla="*/ 1142243 h 2367963"/>
                  <a:gd name="connsiteX10" fmla="*/ 574649 w 773882"/>
                  <a:gd name="connsiteY10" fmla="*/ 974763 h 2367963"/>
                  <a:gd name="connsiteX11" fmla="*/ 180949 w 773882"/>
                  <a:gd name="connsiteY11" fmla="*/ 492163 h 2367963"/>
                  <a:gd name="connsiteX12" fmla="*/ 113480 w 773882"/>
                  <a:gd name="connsiteY12" fmla="*/ 38 h 2367963"/>
                  <a:gd name="connsiteX13" fmla="*/ 6324 w 773882"/>
                  <a:gd name="connsiteY13" fmla="*/ 38 h 2367963"/>
                  <a:gd name="connsiteX0" fmla="*/ 6324 w 773882"/>
                  <a:gd name="connsiteY0" fmla="*/ 38 h 2336838"/>
                  <a:gd name="connsiteX1" fmla="*/ 117449 w 773882"/>
                  <a:gd name="connsiteY1" fmla="*/ 606463 h 2336838"/>
                  <a:gd name="connsiteX2" fmla="*/ 575442 w 773882"/>
                  <a:gd name="connsiteY2" fmla="*/ 1074775 h 2336838"/>
                  <a:gd name="connsiteX3" fmla="*/ 579411 w 773882"/>
                  <a:gd name="connsiteY3" fmla="*/ 1260512 h 2336838"/>
                  <a:gd name="connsiteX4" fmla="*/ 184124 w 773882"/>
                  <a:gd name="connsiteY4" fmla="*/ 1626432 h 2336838"/>
                  <a:gd name="connsiteX5" fmla="*/ 9499 w 773882"/>
                  <a:gd name="connsiteY5" fmla="*/ 2336838 h 2336838"/>
                  <a:gd name="connsiteX6" fmla="*/ 111099 w 773882"/>
                  <a:gd name="connsiteY6" fmla="*/ 2327313 h 2336838"/>
                  <a:gd name="connsiteX7" fmla="*/ 184124 w 773882"/>
                  <a:gd name="connsiteY7" fmla="*/ 1816138 h 2336838"/>
                  <a:gd name="connsiteX8" fmla="*/ 571474 w 773882"/>
                  <a:gd name="connsiteY8" fmla="*/ 1324013 h 2336838"/>
                  <a:gd name="connsiteX9" fmla="*/ 773880 w 773882"/>
                  <a:gd name="connsiteY9" fmla="*/ 1142243 h 2336838"/>
                  <a:gd name="connsiteX10" fmla="*/ 574649 w 773882"/>
                  <a:gd name="connsiteY10" fmla="*/ 974763 h 2336838"/>
                  <a:gd name="connsiteX11" fmla="*/ 180949 w 773882"/>
                  <a:gd name="connsiteY11" fmla="*/ 492163 h 2336838"/>
                  <a:gd name="connsiteX12" fmla="*/ 113480 w 773882"/>
                  <a:gd name="connsiteY12" fmla="*/ 38 h 2336838"/>
                  <a:gd name="connsiteX13" fmla="*/ 6324 w 773882"/>
                  <a:gd name="connsiteY13" fmla="*/ 38 h 2336838"/>
                  <a:gd name="connsiteX0" fmla="*/ 6324 w 773882"/>
                  <a:gd name="connsiteY0" fmla="*/ 38 h 2343129"/>
                  <a:gd name="connsiteX1" fmla="*/ 117449 w 773882"/>
                  <a:gd name="connsiteY1" fmla="*/ 606463 h 2343129"/>
                  <a:gd name="connsiteX2" fmla="*/ 575442 w 773882"/>
                  <a:gd name="connsiteY2" fmla="*/ 1074775 h 2343129"/>
                  <a:gd name="connsiteX3" fmla="*/ 579411 w 773882"/>
                  <a:gd name="connsiteY3" fmla="*/ 1260512 h 2343129"/>
                  <a:gd name="connsiteX4" fmla="*/ 184124 w 773882"/>
                  <a:gd name="connsiteY4" fmla="*/ 1626432 h 2343129"/>
                  <a:gd name="connsiteX5" fmla="*/ 9499 w 773882"/>
                  <a:gd name="connsiteY5" fmla="*/ 2336838 h 2343129"/>
                  <a:gd name="connsiteX6" fmla="*/ 113480 w 773882"/>
                  <a:gd name="connsiteY6" fmla="*/ 2341600 h 2343129"/>
                  <a:gd name="connsiteX7" fmla="*/ 184124 w 773882"/>
                  <a:gd name="connsiteY7" fmla="*/ 1816138 h 2343129"/>
                  <a:gd name="connsiteX8" fmla="*/ 571474 w 773882"/>
                  <a:gd name="connsiteY8" fmla="*/ 1324013 h 2343129"/>
                  <a:gd name="connsiteX9" fmla="*/ 773880 w 773882"/>
                  <a:gd name="connsiteY9" fmla="*/ 1142243 h 2343129"/>
                  <a:gd name="connsiteX10" fmla="*/ 574649 w 773882"/>
                  <a:gd name="connsiteY10" fmla="*/ 974763 h 2343129"/>
                  <a:gd name="connsiteX11" fmla="*/ 180949 w 773882"/>
                  <a:gd name="connsiteY11" fmla="*/ 492163 h 2343129"/>
                  <a:gd name="connsiteX12" fmla="*/ 113480 w 773882"/>
                  <a:gd name="connsiteY12" fmla="*/ 38 h 2343129"/>
                  <a:gd name="connsiteX13" fmla="*/ 6324 w 773882"/>
                  <a:gd name="connsiteY13" fmla="*/ 38 h 2343129"/>
                  <a:gd name="connsiteX0" fmla="*/ 6324 w 773882"/>
                  <a:gd name="connsiteY0" fmla="*/ 38 h 2343129"/>
                  <a:gd name="connsiteX1" fmla="*/ 117449 w 773882"/>
                  <a:gd name="connsiteY1" fmla="*/ 606463 h 2343129"/>
                  <a:gd name="connsiteX2" fmla="*/ 575442 w 773882"/>
                  <a:gd name="connsiteY2" fmla="*/ 1074775 h 2343129"/>
                  <a:gd name="connsiteX3" fmla="*/ 579411 w 773882"/>
                  <a:gd name="connsiteY3" fmla="*/ 1260512 h 2343129"/>
                  <a:gd name="connsiteX4" fmla="*/ 184124 w 773882"/>
                  <a:gd name="connsiteY4" fmla="*/ 1626432 h 2343129"/>
                  <a:gd name="connsiteX5" fmla="*/ 9499 w 773882"/>
                  <a:gd name="connsiteY5" fmla="*/ 2336838 h 2343129"/>
                  <a:gd name="connsiteX6" fmla="*/ 113480 w 773882"/>
                  <a:gd name="connsiteY6" fmla="*/ 2341600 h 2343129"/>
                  <a:gd name="connsiteX7" fmla="*/ 184124 w 773882"/>
                  <a:gd name="connsiteY7" fmla="*/ 1816138 h 2343129"/>
                  <a:gd name="connsiteX8" fmla="*/ 571474 w 773882"/>
                  <a:gd name="connsiteY8" fmla="*/ 1324013 h 2343129"/>
                  <a:gd name="connsiteX9" fmla="*/ 773880 w 773882"/>
                  <a:gd name="connsiteY9" fmla="*/ 1142243 h 2343129"/>
                  <a:gd name="connsiteX10" fmla="*/ 574649 w 773882"/>
                  <a:gd name="connsiteY10" fmla="*/ 974763 h 2343129"/>
                  <a:gd name="connsiteX11" fmla="*/ 180949 w 773882"/>
                  <a:gd name="connsiteY11" fmla="*/ 492163 h 2343129"/>
                  <a:gd name="connsiteX12" fmla="*/ 113480 w 773882"/>
                  <a:gd name="connsiteY12" fmla="*/ 38 h 2343129"/>
                  <a:gd name="connsiteX13" fmla="*/ 6324 w 773882"/>
                  <a:gd name="connsiteY13" fmla="*/ 38 h 2343129"/>
                  <a:gd name="connsiteX0" fmla="*/ 6324 w 773882"/>
                  <a:gd name="connsiteY0" fmla="*/ 38 h 2343129"/>
                  <a:gd name="connsiteX1" fmla="*/ 117449 w 773882"/>
                  <a:gd name="connsiteY1" fmla="*/ 606463 h 2343129"/>
                  <a:gd name="connsiteX2" fmla="*/ 575442 w 773882"/>
                  <a:gd name="connsiteY2" fmla="*/ 1074775 h 2343129"/>
                  <a:gd name="connsiteX3" fmla="*/ 579411 w 773882"/>
                  <a:gd name="connsiteY3" fmla="*/ 1260512 h 2343129"/>
                  <a:gd name="connsiteX4" fmla="*/ 184124 w 773882"/>
                  <a:gd name="connsiteY4" fmla="*/ 1626432 h 2343129"/>
                  <a:gd name="connsiteX5" fmla="*/ 9499 w 773882"/>
                  <a:gd name="connsiteY5" fmla="*/ 2336838 h 2343129"/>
                  <a:gd name="connsiteX6" fmla="*/ 113480 w 773882"/>
                  <a:gd name="connsiteY6" fmla="*/ 2341600 h 2343129"/>
                  <a:gd name="connsiteX7" fmla="*/ 184124 w 773882"/>
                  <a:gd name="connsiteY7" fmla="*/ 1816138 h 2343129"/>
                  <a:gd name="connsiteX8" fmla="*/ 571474 w 773882"/>
                  <a:gd name="connsiteY8" fmla="*/ 1324013 h 2343129"/>
                  <a:gd name="connsiteX9" fmla="*/ 773880 w 773882"/>
                  <a:gd name="connsiteY9" fmla="*/ 1142243 h 2343129"/>
                  <a:gd name="connsiteX10" fmla="*/ 574649 w 773882"/>
                  <a:gd name="connsiteY10" fmla="*/ 974763 h 2343129"/>
                  <a:gd name="connsiteX11" fmla="*/ 180949 w 773882"/>
                  <a:gd name="connsiteY11" fmla="*/ 492163 h 2343129"/>
                  <a:gd name="connsiteX12" fmla="*/ 113480 w 773882"/>
                  <a:gd name="connsiteY12" fmla="*/ 38 h 2343129"/>
                  <a:gd name="connsiteX13" fmla="*/ 6324 w 773882"/>
                  <a:gd name="connsiteY13" fmla="*/ 38 h 2343129"/>
                  <a:gd name="connsiteX0" fmla="*/ 6324 w 773882"/>
                  <a:gd name="connsiteY0" fmla="*/ 38 h 2343129"/>
                  <a:gd name="connsiteX1" fmla="*/ 117449 w 773882"/>
                  <a:gd name="connsiteY1" fmla="*/ 606463 h 2343129"/>
                  <a:gd name="connsiteX2" fmla="*/ 575442 w 773882"/>
                  <a:gd name="connsiteY2" fmla="*/ 1074775 h 2343129"/>
                  <a:gd name="connsiteX3" fmla="*/ 579411 w 773882"/>
                  <a:gd name="connsiteY3" fmla="*/ 1260512 h 2343129"/>
                  <a:gd name="connsiteX4" fmla="*/ 184124 w 773882"/>
                  <a:gd name="connsiteY4" fmla="*/ 1626432 h 2343129"/>
                  <a:gd name="connsiteX5" fmla="*/ 9499 w 773882"/>
                  <a:gd name="connsiteY5" fmla="*/ 2336838 h 2343129"/>
                  <a:gd name="connsiteX6" fmla="*/ 113480 w 773882"/>
                  <a:gd name="connsiteY6" fmla="*/ 2341600 h 2343129"/>
                  <a:gd name="connsiteX7" fmla="*/ 184124 w 773882"/>
                  <a:gd name="connsiteY7" fmla="*/ 1816138 h 2343129"/>
                  <a:gd name="connsiteX8" fmla="*/ 571474 w 773882"/>
                  <a:gd name="connsiteY8" fmla="*/ 1324013 h 2343129"/>
                  <a:gd name="connsiteX9" fmla="*/ 773880 w 773882"/>
                  <a:gd name="connsiteY9" fmla="*/ 1142243 h 2343129"/>
                  <a:gd name="connsiteX10" fmla="*/ 574649 w 773882"/>
                  <a:gd name="connsiteY10" fmla="*/ 974763 h 2343129"/>
                  <a:gd name="connsiteX11" fmla="*/ 180949 w 773882"/>
                  <a:gd name="connsiteY11" fmla="*/ 492163 h 2343129"/>
                  <a:gd name="connsiteX12" fmla="*/ 113480 w 773882"/>
                  <a:gd name="connsiteY12" fmla="*/ 38 h 2343129"/>
                  <a:gd name="connsiteX13" fmla="*/ 6324 w 773882"/>
                  <a:gd name="connsiteY13" fmla="*/ 38 h 2343129"/>
                  <a:gd name="connsiteX0" fmla="*/ 6324 w 773882"/>
                  <a:gd name="connsiteY0" fmla="*/ 38 h 2343129"/>
                  <a:gd name="connsiteX1" fmla="*/ 117449 w 773882"/>
                  <a:gd name="connsiteY1" fmla="*/ 606463 h 2343129"/>
                  <a:gd name="connsiteX2" fmla="*/ 575442 w 773882"/>
                  <a:gd name="connsiteY2" fmla="*/ 1074775 h 2343129"/>
                  <a:gd name="connsiteX3" fmla="*/ 579411 w 773882"/>
                  <a:gd name="connsiteY3" fmla="*/ 1260512 h 2343129"/>
                  <a:gd name="connsiteX4" fmla="*/ 184124 w 773882"/>
                  <a:gd name="connsiteY4" fmla="*/ 1626432 h 2343129"/>
                  <a:gd name="connsiteX5" fmla="*/ 9499 w 773882"/>
                  <a:gd name="connsiteY5" fmla="*/ 2336838 h 2343129"/>
                  <a:gd name="connsiteX6" fmla="*/ 113480 w 773882"/>
                  <a:gd name="connsiteY6" fmla="*/ 2341600 h 2343129"/>
                  <a:gd name="connsiteX7" fmla="*/ 184124 w 773882"/>
                  <a:gd name="connsiteY7" fmla="*/ 1816138 h 2343129"/>
                  <a:gd name="connsiteX8" fmla="*/ 571474 w 773882"/>
                  <a:gd name="connsiteY8" fmla="*/ 1324013 h 2343129"/>
                  <a:gd name="connsiteX9" fmla="*/ 773880 w 773882"/>
                  <a:gd name="connsiteY9" fmla="*/ 1142243 h 2343129"/>
                  <a:gd name="connsiteX10" fmla="*/ 574649 w 773882"/>
                  <a:gd name="connsiteY10" fmla="*/ 974763 h 2343129"/>
                  <a:gd name="connsiteX11" fmla="*/ 180949 w 773882"/>
                  <a:gd name="connsiteY11" fmla="*/ 492163 h 2343129"/>
                  <a:gd name="connsiteX12" fmla="*/ 113480 w 773882"/>
                  <a:gd name="connsiteY12" fmla="*/ 38 h 2343129"/>
                  <a:gd name="connsiteX13" fmla="*/ 6324 w 773882"/>
                  <a:gd name="connsiteY13" fmla="*/ 38 h 2343129"/>
                  <a:gd name="connsiteX0" fmla="*/ 6324 w 773882"/>
                  <a:gd name="connsiteY0" fmla="*/ 38 h 2343129"/>
                  <a:gd name="connsiteX1" fmla="*/ 117449 w 773882"/>
                  <a:gd name="connsiteY1" fmla="*/ 606463 h 2343129"/>
                  <a:gd name="connsiteX2" fmla="*/ 575442 w 773882"/>
                  <a:gd name="connsiteY2" fmla="*/ 1074775 h 2343129"/>
                  <a:gd name="connsiteX3" fmla="*/ 579411 w 773882"/>
                  <a:gd name="connsiteY3" fmla="*/ 1260512 h 2343129"/>
                  <a:gd name="connsiteX4" fmla="*/ 184124 w 773882"/>
                  <a:gd name="connsiteY4" fmla="*/ 1626432 h 2343129"/>
                  <a:gd name="connsiteX5" fmla="*/ 9499 w 773882"/>
                  <a:gd name="connsiteY5" fmla="*/ 2336838 h 2343129"/>
                  <a:gd name="connsiteX6" fmla="*/ 113480 w 773882"/>
                  <a:gd name="connsiteY6" fmla="*/ 2341600 h 2343129"/>
                  <a:gd name="connsiteX7" fmla="*/ 184124 w 773882"/>
                  <a:gd name="connsiteY7" fmla="*/ 1816138 h 2343129"/>
                  <a:gd name="connsiteX8" fmla="*/ 571474 w 773882"/>
                  <a:gd name="connsiteY8" fmla="*/ 1324013 h 2343129"/>
                  <a:gd name="connsiteX9" fmla="*/ 773880 w 773882"/>
                  <a:gd name="connsiteY9" fmla="*/ 1142243 h 2343129"/>
                  <a:gd name="connsiteX10" fmla="*/ 574649 w 773882"/>
                  <a:gd name="connsiteY10" fmla="*/ 974763 h 2343129"/>
                  <a:gd name="connsiteX11" fmla="*/ 180949 w 773882"/>
                  <a:gd name="connsiteY11" fmla="*/ 492163 h 2343129"/>
                  <a:gd name="connsiteX12" fmla="*/ 113480 w 773882"/>
                  <a:gd name="connsiteY12" fmla="*/ 38 h 2343129"/>
                  <a:gd name="connsiteX13" fmla="*/ 6324 w 773882"/>
                  <a:gd name="connsiteY13" fmla="*/ 38 h 2343129"/>
                  <a:gd name="connsiteX0" fmla="*/ 6324 w 773882"/>
                  <a:gd name="connsiteY0" fmla="*/ 38 h 2343129"/>
                  <a:gd name="connsiteX1" fmla="*/ 117449 w 773882"/>
                  <a:gd name="connsiteY1" fmla="*/ 606463 h 2343129"/>
                  <a:gd name="connsiteX2" fmla="*/ 575442 w 773882"/>
                  <a:gd name="connsiteY2" fmla="*/ 1074775 h 2343129"/>
                  <a:gd name="connsiteX3" fmla="*/ 579411 w 773882"/>
                  <a:gd name="connsiteY3" fmla="*/ 1260512 h 2343129"/>
                  <a:gd name="connsiteX4" fmla="*/ 184124 w 773882"/>
                  <a:gd name="connsiteY4" fmla="*/ 1626432 h 2343129"/>
                  <a:gd name="connsiteX5" fmla="*/ 9499 w 773882"/>
                  <a:gd name="connsiteY5" fmla="*/ 2336838 h 2343129"/>
                  <a:gd name="connsiteX6" fmla="*/ 113480 w 773882"/>
                  <a:gd name="connsiteY6" fmla="*/ 2341600 h 2343129"/>
                  <a:gd name="connsiteX7" fmla="*/ 184124 w 773882"/>
                  <a:gd name="connsiteY7" fmla="*/ 1816138 h 2343129"/>
                  <a:gd name="connsiteX8" fmla="*/ 571474 w 773882"/>
                  <a:gd name="connsiteY8" fmla="*/ 1324013 h 2343129"/>
                  <a:gd name="connsiteX9" fmla="*/ 773880 w 773882"/>
                  <a:gd name="connsiteY9" fmla="*/ 1142243 h 2343129"/>
                  <a:gd name="connsiteX10" fmla="*/ 574649 w 773882"/>
                  <a:gd name="connsiteY10" fmla="*/ 974763 h 2343129"/>
                  <a:gd name="connsiteX11" fmla="*/ 180949 w 773882"/>
                  <a:gd name="connsiteY11" fmla="*/ 492163 h 2343129"/>
                  <a:gd name="connsiteX12" fmla="*/ 113480 w 773882"/>
                  <a:gd name="connsiteY12" fmla="*/ 38 h 2343129"/>
                  <a:gd name="connsiteX13" fmla="*/ 6324 w 773882"/>
                  <a:gd name="connsiteY13" fmla="*/ 38 h 2343129"/>
                  <a:gd name="connsiteX0" fmla="*/ 6324 w 773882"/>
                  <a:gd name="connsiteY0" fmla="*/ 38 h 2343129"/>
                  <a:gd name="connsiteX1" fmla="*/ 117449 w 773882"/>
                  <a:gd name="connsiteY1" fmla="*/ 606463 h 2343129"/>
                  <a:gd name="connsiteX2" fmla="*/ 575442 w 773882"/>
                  <a:gd name="connsiteY2" fmla="*/ 1074775 h 2343129"/>
                  <a:gd name="connsiteX3" fmla="*/ 579411 w 773882"/>
                  <a:gd name="connsiteY3" fmla="*/ 1260512 h 2343129"/>
                  <a:gd name="connsiteX4" fmla="*/ 184124 w 773882"/>
                  <a:gd name="connsiteY4" fmla="*/ 1626432 h 2343129"/>
                  <a:gd name="connsiteX5" fmla="*/ 9499 w 773882"/>
                  <a:gd name="connsiteY5" fmla="*/ 2336838 h 2343129"/>
                  <a:gd name="connsiteX6" fmla="*/ 113480 w 773882"/>
                  <a:gd name="connsiteY6" fmla="*/ 2341600 h 2343129"/>
                  <a:gd name="connsiteX7" fmla="*/ 184124 w 773882"/>
                  <a:gd name="connsiteY7" fmla="*/ 1816138 h 2343129"/>
                  <a:gd name="connsiteX8" fmla="*/ 571474 w 773882"/>
                  <a:gd name="connsiteY8" fmla="*/ 1324013 h 2343129"/>
                  <a:gd name="connsiteX9" fmla="*/ 773880 w 773882"/>
                  <a:gd name="connsiteY9" fmla="*/ 1142243 h 2343129"/>
                  <a:gd name="connsiteX10" fmla="*/ 574649 w 773882"/>
                  <a:gd name="connsiteY10" fmla="*/ 974763 h 2343129"/>
                  <a:gd name="connsiteX11" fmla="*/ 180949 w 773882"/>
                  <a:gd name="connsiteY11" fmla="*/ 492163 h 2343129"/>
                  <a:gd name="connsiteX12" fmla="*/ 113480 w 773882"/>
                  <a:gd name="connsiteY12" fmla="*/ 38 h 2343129"/>
                  <a:gd name="connsiteX13" fmla="*/ 6324 w 773882"/>
                  <a:gd name="connsiteY13" fmla="*/ 38 h 2343129"/>
                  <a:gd name="connsiteX0" fmla="*/ 6324 w 773881"/>
                  <a:gd name="connsiteY0" fmla="*/ 38 h 2343129"/>
                  <a:gd name="connsiteX1" fmla="*/ 117449 w 773881"/>
                  <a:gd name="connsiteY1" fmla="*/ 606463 h 2343129"/>
                  <a:gd name="connsiteX2" fmla="*/ 575442 w 773881"/>
                  <a:gd name="connsiteY2" fmla="*/ 1074775 h 2343129"/>
                  <a:gd name="connsiteX3" fmla="*/ 579411 w 773881"/>
                  <a:gd name="connsiteY3" fmla="*/ 1260512 h 2343129"/>
                  <a:gd name="connsiteX4" fmla="*/ 184124 w 773881"/>
                  <a:gd name="connsiteY4" fmla="*/ 1626432 h 2343129"/>
                  <a:gd name="connsiteX5" fmla="*/ 9499 w 773881"/>
                  <a:gd name="connsiteY5" fmla="*/ 2336838 h 2343129"/>
                  <a:gd name="connsiteX6" fmla="*/ 113480 w 773881"/>
                  <a:gd name="connsiteY6" fmla="*/ 2341600 h 2343129"/>
                  <a:gd name="connsiteX7" fmla="*/ 184124 w 773881"/>
                  <a:gd name="connsiteY7" fmla="*/ 1816138 h 2343129"/>
                  <a:gd name="connsiteX8" fmla="*/ 571474 w 773881"/>
                  <a:gd name="connsiteY8" fmla="*/ 1324013 h 2343129"/>
                  <a:gd name="connsiteX9" fmla="*/ 773880 w 773881"/>
                  <a:gd name="connsiteY9" fmla="*/ 1142243 h 2343129"/>
                  <a:gd name="connsiteX10" fmla="*/ 553218 w 773881"/>
                  <a:gd name="connsiteY10" fmla="*/ 986670 h 2343129"/>
                  <a:gd name="connsiteX11" fmla="*/ 180949 w 773881"/>
                  <a:gd name="connsiteY11" fmla="*/ 492163 h 2343129"/>
                  <a:gd name="connsiteX12" fmla="*/ 113480 w 773881"/>
                  <a:gd name="connsiteY12" fmla="*/ 38 h 2343129"/>
                  <a:gd name="connsiteX13" fmla="*/ 6324 w 773881"/>
                  <a:gd name="connsiteY13" fmla="*/ 38 h 2343129"/>
                  <a:gd name="connsiteX0" fmla="*/ 6324 w 773885"/>
                  <a:gd name="connsiteY0" fmla="*/ 38 h 2343129"/>
                  <a:gd name="connsiteX1" fmla="*/ 117449 w 773885"/>
                  <a:gd name="connsiteY1" fmla="*/ 606463 h 2343129"/>
                  <a:gd name="connsiteX2" fmla="*/ 575442 w 773885"/>
                  <a:gd name="connsiteY2" fmla="*/ 1074775 h 2343129"/>
                  <a:gd name="connsiteX3" fmla="*/ 579411 w 773885"/>
                  <a:gd name="connsiteY3" fmla="*/ 1260512 h 2343129"/>
                  <a:gd name="connsiteX4" fmla="*/ 184124 w 773885"/>
                  <a:gd name="connsiteY4" fmla="*/ 1626432 h 2343129"/>
                  <a:gd name="connsiteX5" fmla="*/ 9499 w 773885"/>
                  <a:gd name="connsiteY5" fmla="*/ 2336838 h 2343129"/>
                  <a:gd name="connsiteX6" fmla="*/ 113480 w 773885"/>
                  <a:gd name="connsiteY6" fmla="*/ 2341600 h 2343129"/>
                  <a:gd name="connsiteX7" fmla="*/ 184124 w 773885"/>
                  <a:gd name="connsiteY7" fmla="*/ 1816138 h 2343129"/>
                  <a:gd name="connsiteX8" fmla="*/ 571474 w 773885"/>
                  <a:gd name="connsiteY8" fmla="*/ 1324013 h 2343129"/>
                  <a:gd name="connsiteX9" fmla="*/ 773880 w 773885"/>
                  <a:gd name="connsiteY9" fmla="*/ 1142243 h 2343129"/>
                  <a:gd name="connsiteX10" fmla="*/ 553218 w 773885"/>
                  <a:gd name="connsiteY10" fmla="*/ 986670 h 2343129"/>
                  <a:gd name="connsiteX11" fmla="*/ 180949 w 773885"/>
                  <a:gd name="connsiteY11" fmla="*/ 492163 h 2343129"/>
                  <a:gd name="connsiteX12" fmla="*/ 113480 w 773885"/>
                  <a:gd name="connsiteY12" fmla="*/ 38 h 2343129"/>
                  <a:gd name="connsiteX13" fmla="*/ 6324 w 773885"/>
                  <a:gd name="connsiteY13" fmla="*/ 38 h 2343129"/>
                  <a:gd name="connsiteX0" fmla="*/ 6324 w 773881"/>
                  <a:gd name="connsiteY0" fmla="*/ 38 h 2343129"/>
                  <a:gd name="connsiteX1" fmla="*/ 117449 w 773881"/>
                  <a:gd name="connsiteY1" fmla="*/ 606463 h 2343129"/>
                  <a:gd name="connsiteX2" fmla="*/ 575442 w 773881"/>
                  <a:gd name="connsiteY2" fmla="*/ 1074775 h 2343129"/>
                  <a:gd name="connsiteX3" fmla="*/ 579411 w 773881"/>
                  <a:gd name="connsiteY3" fmla="*/ 1260512 h 2343129"/>
                  <a:gd name="connsiteX4" fmla="*/ 184124 w 773881"/>
                  <a:gd name="connsiteY4" fmla="*/ 1626432 h 2343129"/>
                  <a:gd name="connsiteX5" fmla="*/ 9499 w 773881"/>
                  <a:gd name="connsiteY5" fmla="*/ 2336838 h 2343129"/>
                  <a:gd name="connsiteX6" fmla="*/ 113480 w 773881"/>
                  <a:gd name="connsiteY6" fmla="*/ 2341600 h 2343129"/>
                  <a:gd name="connsiteX7" fmla="*/ 184124 w 773881"/>
                  <a:gd name="connsiteY7" fmla="*/ 1816138 h 2343129"/>
                  <a:gd name="connsiteX8" fmla="*/ 571474 w 773881"/>
                  <a:gd name="connsiteY8" fmla="*/ 1324013 h 2343129"/>
                  <a:gd name="connsiteX9" fmla="*/ 773880 w 773881"/>
                  <a:gd name="connsiteY9" fmla="*/ 1142243 h 2343129"/>
                  <a:gd name="connsiteX10" fmla="*/ 553218 w 773881"/>
                  <a:gd name="connsiteY10" fmla="*/ 986670 h 2343129"/>
                  <a:gd name="connsiteX11" fmla="*/ 123799 w 773881"/>
                  <a:gd name="connsiteY11" fmla="*/ 504069 h 2343129"/>
                  <a:gd name="connsiteX12" fmla="*/ 113480 w 773881"/>
                  <a:gd name="connsiteY12" fmla="*/ 38 h 2343129"/>
                  <a:gd name="connsiteX13" fmla="*/ 6324 w 773881"/>
                  <a:gd name="connsiteY13" fmla="*/ 38 h 2343129"/>
                  <a:gd name="connsiteX0" fmla="*/ 6324 w 773881"/>
                  <a:gd name="connsiteY0" fmla="*/ 38 h 2343129"/>
                  <a:gd name="connsiteX1" fmla="*/ 117449 w 773881"/>
                  <a:gd name="connsiteY1" fmla="*/ 606463 h 2343129"/>
                  <a:gd name="connsiteX2" fmla="*/ 575442 w 773881"/>
                  <a:gd name="connsiteY2" fmla="*/ 1074775 h 2343129"/>
                  <a:gd name="connsiteX3" fmla="*/ 579411 w 773881"/>
                  <a:gd name="connsiteY3" fmla="*/ 1260512 h 2343129"/>
                  <a:gd name="connsiteX4" fmla="*/ 184124 w 773881"/>
                  <a:gd name="connsiteY4" fmla="*/ 1626432 h 2343129"/>
                  <a:gd name="connsiteX5" fmla="*/ 9499 w 773881"/>
                  <a:gd name="connsiteY5" fmla="*/ 2336838 h 2343129"/>
                  <a:gd name="connsiteX6" fmla="*/ 113480 w 773881"/>
                  <a:gd name="connsiteY6" fmla="*/ 2341600 h 2343129"/>
                  <a:gd name="connsiteX7" fmla="*/ 184124 w 773881"/>
                  <a:gd name="connsiteY7" fmla="*/ 1816138 h 2343129"/>
                  <a:gd name="connsiteX8" fmla="*/ 571474 w 773881"/>
                  <a:gd name="connsiteY8" fmla="*/ 1324013 h 2343129"/>
                  <a:gd name="connsiteX9" fmla="*/ 773880 w 773881"/>
                  <a:gd name="connsiteY9" fmla="*/ 1142243 h 2343129"/>
                  <a:gd name="connsiteX10" fmla="*/ 553218 w 773881"/>
                  <a:gd name="connsiteY10" fmla="*/ 986670 h 2343129"/>
                  <a:gd name="connsiteX11" fmla="*/ 164280 w 773881"/>
                  <a:gd name="connsiteY11" fmla="*/ 494544 h 2343129"/>
                  <a:gd name="connsiteX12" fmla="*/ 113480 w 773881"/>
                  <a:gd name="connsiteY12" fmla="*/ 38 h 2343129"/>
                  <a:gd name="connsiteX13" fmla="*/ 6324 w 773881"/>
                  <a:gd name="connsiteY13" fmla="*/ 38 h 2343129"/>
                  <a:gd name="connsiteX0" fmla="*/ 6324 w 773881"/>
                  <a:gd name="connsiteY0" fmla="*/ 38 h 2343129"/>
                  <a:gd name="connsiteX1" fmla="*/ 117449 w 773881"/>
                  <a:gd name="connsiteY1" fmla="*/ 606463 h 2343129"/>
                  <a:gd name="connsiteX2" fmla="*/ 575442 w 773881"/>
                  <a:gd name="connsiteY2" fmla="*/ 1074775 h 2343129"/>
                  <a:gd name="connsiteX3" fmla="*/ 579411 w 773881"/>
                  <a:gd name="connsiteY3" fmla="*/ 1260512 h 2343129"/>
                  <a:gd name="connsiteX4" fmla="*/ 184124 w 773881"/>
                  <a:gd name="connsiteY4" fmla="*/ 1626432 h 2343129"/>
                  <a:gd name="connsiteX5" fmla="*/ 9499 w 773881"/>
                  <a:gd name="connsiteY5" fmla="*/ 2336838 h 2343129"/>
                  <a:gd name="connsiteX6" fmla="*/ 113480 w 773881"/>
                  <a:gd name="connsiteY6" fmla="*/ 2341600 h 2343129"/>
                  <a:gd name="connsiteX7" fmla="*/ 184124 w 773881"/>
                  <a:gd name="connsiteY7" fmla="*/ 1816138 h 2343129"/>
                  <a:gd name="connsiteX8" fmla="*/ 571474 w 773881"/>
                  <a:gd name="connsiteY8" fmla="*/ 1324013 h 2343129"/>
                  <a:gd name="connsiteX9" fmla="*/ 773880 w 773881"/>
                  <a:gd name="connsiteY9" fmla="*/ 1142243 h 2343129"/>
                  <a:gd name="connsiteX10" fmla="*/ 553218 w 773881"/>
                  <a:gd name="connsiteY10" fmla="*/ 986670 h 2343129"/>
                  <a:gd name="connsiteX11" fmla="*/ 164280 w 773881"/>
                  <a:gd name="connsiteY11" fmla="*/ 494544 h 2343129"/>
                  <a:gd name="connsiteX12" fmla="*/ 113480 w 773881"/>
                  <a:gd name="connsiteY12" fmla="*/ 38 h 2343129"/>
                  <a:gd name="connsiteX13" fmla="*/ 6324 w 773881"/>
                  <a:gd name="connsiteY13" fmla="*/ 38 h 2343129"/>
                  <a:gd name="connsiteX0" fmla="*/ 6324 w 773881"/>
                  <a:gd name="connsiteY0" fmla="*/ 38 h 2343129"/>
                  <a:gd name="connsiteX1" fmla="*/ 117449 w 773881"/>
                  <a:gd name="connsiteY1" fmla="*/ 606463 h 2343129"/>
                  <a:gd name="connsiteX2" fmla="*/ 575442 w 773881"/>
                  <a:gd name="connsiteY2" fmla="*/ 1074775 h 2343129"/>
                  <a:gd name="connsiteX3" fmla="*/ 579411 w 773881"/>
                  <a:gd name="connsiteY3" fmla="*/ 1260512 h 2343129"/>
                  <a:gd name="connsiteX4" fmla="*/ 184124 w 773881"/>
                  <a:gd name="connsiteY4" fmla="*/ 1626432 h 2343129"/>
                  <a:gd name="connsiteX5" fmla="*/ 9499 w 773881"/>
                  <a:gd name="connsiteY5" fmla="*/ 2336838 h 2343129"/>
                  <a:gd name="connsiteX6" fmla="*/ 113480 w 773881"/>
                  <a:gd name="connsiteY6" fmla="*/ 2341600 h 2343129"/>
                  <a:gd name="connsiteX7" fmla="*/ 184124 w 773881"/>
                  <a:gd name="connsiteY7" fmla="*/ 1816138 h 2343129"/>
                  <a:gd name="connsiteX8" fmla="*/ 571474 w 773881"/>
                  <a:gd name="connsiteY8" fmla="*/ 1324013 h 2343129"/>
                  <a:gd name="connsiteX9" fmla="*/ 773880 w 773881"/>
                  <a:gd name="connsiteY9" fmla="*/ 1142243 h 2343129"/>
                  <a:gd name="connsiteX10" fmla="*/ 553218 w 773881"/>
                  <a:gd name="connsiteY10" fmla="*/ 986670 h 2343129"/>
                  <a:gd name="connsiteX11" fmla="*/ 164280 w 773881"/>
                  <a:gd name="connsiteY11" fmla="*/ 494544 h 2343129"/>
                  <a:gd name="connsiteX12" fmla="*/ 113480 w 773881"/>
                  <a:gd name="connsiteY12" fmla="*/ 38 h 2343129"/>
                  <a:gd name="connsiteX13" fmla="*/ 6324 w 773881"/>
                  <a:gd name="connsiteY13" fmla="*/ 38 h 2343129"/>
                  <a:gd name="connsiteX0" fmla="*/ 6324 w 773881"/>
                  <a:gd name="connsiteY0" fmla="*/ 38 h 2343129"/>
                  <a:gd name="connsiteX1" fmla="*/ 117449 w 773881"/>
                  <a:gd name="connsiteY1" fmla="*/ 606463 h 2343129"/>
                  <a:gd name="connsiteX2" fmla="*/ 575442 w 773881"/>
                  <a:gd name="connsiteY2" fmla="*/ 1074775 h 2343129"/>
                  <a:gd name="connsiteX3" fmla="*/ 579411 w 773881"/>
                  <a:gd name="connsiteY3" fmla="*/ 1260512 h 2343129"/>
                  <a:gd name="connsiteX4" fmla="*/ 184124 w 773881"/>
                  <a:gd name="connsiteY4" fmla="*/ 1626432 h 2343129"/>
                  <a:gd name="connsiteX5" fmla="*/ 9499 w 773881"/>
                  <a:gd name="connsiteY5" fmla="*/ 2336838 h 2343129"/>
                  <a:gd name="connsiteX6" fmla="*/ 113480 w 773881"/>
                  <a:gd name="connsiteY6" fmla="*/ 2341600 h 2343129"/>
                  <a:gd name="connsiteX7" fmla="*/ 184124 w 773881"/>
                  <a:gd name="connsiteY7" fmla="*/ 1816138 h 2343129"/>
                  <a:gd name="connsiteX8" fmla="*/ 571474 w 773881"/>
                  <a:gd name="connsiteY8" fmla="*/ 1324013 h 2343129"/>
                  <a:gd name="connsiteX9" fmla="*/ 773880 w 773881"/>
                  <a:gd name="connsiteY9" fmla="*/ 1142243 h 2343129"/>
                  <a:gd name="connsiteX10" fmla="*/ 553218 w 773881"/>
                  <a:gd name="connsiteY10" fmla="*/ 986670 h 2343129"/>
                  <a:gd name="connsiteX11" fmla="*/ 164280 w 773881"/>
                  <a:gd name="connsiteY11" fmla="*/ 494544 h 2343129"/>
                  <a:gd name="connsiteX12" fmla="*/ 113480 w 773881"/>
                  <a:gd name="connsiteY12" fmla="*/ 38 h 2343129"/>
                  <a:gd name="connsiteX13" fmla="*/ 6324 w 773881"/>
                  <a:gd name="connsiteY13" fmla="*/ 38 h 2343129"/>
                  <a:gd name="connsiteX0" fmla="*/ 6324 w 773881"/>
                  <a:gd name="connsiteY0" fmla="*/ 38 h 2343129"/>
                  <a:gd name="connsiteX1" fmla="*/ 117449 w 773881"/>
                  <a:gd name="connsiteY1" fmla="*/ 606463 h 2343129"/>
                  <a:gd name="connsiteX2" fmla="*/ 575442 w 773881"/>
                  <a:gd name="connsiteY2" fmla="*/ 1074775 h 2343129"/>
                  <a:gd name="connsiteX3" fmla="*/ 579411 w 773881"/>
                  <a:gd name="connsiteY3" fmla="*/ 1260512 h 2343129"/>
                  <a:gd name="connsiteX4" fmla="*/ 184124 w 773881"/>
                  <a:gd name="connsiteY4" fmla="*/ 1626432 h 2343129"/>
                  <a:gd name="connsiteX5" fmla="*/ 9499 w 773881"/>
                  <a:gd name="connsiteY5" fmla="*/ 2336838 h 2343129"/>
                  <a:gd name="connsiteX6" fmla="*/ 113480 w 773881"/>
                  <a:gd name="connsiteY6" fmla="*/ 2341600 h 2343129"/>
                  <a:gd name="connsiteX7" fmla="*/ 184124 w 773881"/>
                  <a:gd name="connsiteY7" fmla="*/ 1816138 h 2343129"/>
                  <a:gd name="connsiteX8" fmla="*/ 571474 w 773881"/>
                  <a:gd name="connsiteY8" fmla="*/ 1324013 h 2343129"/>
                  <a:gd name="connsiteX9" fmla="*/ 773880 w 773881"/>
                  <a:gd name="connsiteY9" fmla="*/ 1142243 h 2343129"/>
                  <a:gd name="connsiteX10" fmla="*/ 553218 w 773881"/>
                  <a:gd name="connsiteY10" fmla="*/ 986670 h 2343129"/>
                  <a:gd name="connsiteX11" fmla="*/ 164280 w 773881"/>
                  <a:gd name="connsiteY11" fmla="*/ 494544 h 2343129"/>
                  <a:gd name="connsiteX12" fmla="*/ 113480 w 773881"/>
                  <a:gd name="connsiteY12" fmla="*/ 38 h 2343129"/>
                  <a:gd name="connsiteX13" fmla="*/ 6324 w 773881"/>
                  <a:gd name="connsiteY13" fmla="*/ 38 h 2343129"/>
                  <a:gd name="connsiteX0" fmla="*/ 6324 w 773881"/>
                  <a:gd name="connsiteY0" fmla="*/ 38 h 2343129"/>
                  <a:gd name="connsiteX1" fmla="*/ 117449 w 773881"/>
                  <a:gd name="connsiteY1" fmla="*/ 606463 h 2343129"/>
                  <a:gd name="connsiteX2" fmla="*/ 575442 w 773881"/>
                  <a:gd name="connsiteY2" fmla="*/ 1074775 h 2343129"/>
                  <a:gd name="connsiteX3" fmla="*/ 579411 w 773881"/>
                  <a:gd name="connsiteY3" fmla="*/ 1260512 h 2343129"/>
                  <a:gd name="connsiteX4" fmla="*/ 184124 w 773881"/>
                  <a:gd name="connsiteY4" fmla="*/ 1626432 h 2343129"/>
                  <a:gd name="connsiteX5" fmla="*/ 9499 w 773881"/>
                  <a:gd name="connsiteY5" fmla="*/ 2336838 h 2343129"/>
                  <a:gd name="connsiteX6" fmla="*/ 113480 w 773881"/>
                  <a:gd name="connsiteY6" fmla="*/ 2341600 h 2343129"/>
                  <a:gd name="connsiteX7" fmla="*/ 184124 w 773881"/>
                  <a:gd name="connsiteY7" fmla="*/ 1816138 h 2343129"/>
                  <a:gd name="connsiteX8" fmla="*/ 571474 w 773881"/>
                  <a:gd name="connsiteY8" fmla="*/ 1324013 h 2343129"/>
                  <a:gd name="connsiteX9" fmla="*/ 773880 w 773881"/>
                  <a:gd name="connsiteY9" fmla="*/ 1142243 h 2343129"/>
                  <a:gd name="connsiteX10" fmla="*/ 553218 w 773881"/>
                  <a:gd name="connsiteY10" fmla="*/ 986670 h 2343129"/>
                  <a:gd name="connsiteX11" fmla="*/ 164280 w 773881"/>
                  <a:gd name="connsiteY11" fmla="*/ 494544 h 2343129"/>
                  <a:gd name="connsiteX12" fmla="*/ 113480 w 773881"/>
                  <a:gd name="connsiteY12" fmla="*/ 38 h 2343129"/>
                  <a:gd name="connsiteX13" fmla="*/ 6324 w 773881"/>
                  <a:gd name="connsiteY13" fmla="*/ 38 h 2343129"/>
                  <a:gd name="connsiteX0" fmla="*/ 6324 w 773881"/>
                  <a:gd name="connsiteY0" fmla="*/ 38 h 2343129"/>
                  <a:gd name="connsiteX1" fmla="*/ 117449 w 773881"/>
                  <a:gd name="connsiteY1" fmla="*/ 606463 h 2343129"/>
                  <a:gd name="connsiteX2" fmla="*/ 575442 w 773881"/>
                  <a:gd name="connsiteY2" fmla="*/ 1074775 h 2343129"/>
                  <a:gd name="connsiteX3" fmla="*/ 579411 w 773881"/>
                  <a:gd name="connsiteY3" fmla="*/ 1260512 h 2343129"/>
                  <a:gd name="connsiteX4" fmla="*/ 184124 w 773881"/>
                  <a:gd name="connsiteY4" fmla="*/ 1626432 h 2343129"/>
                  <a:gd name="connsiteX5" fmla="*/ 9499 w 773881"/>
                  <a:gd name="connsiteY5" fmla="*/ 2336838 h 2343129"/>
                  <a:gd name="connsiteX6" fmla="*/ 113480 w 773881"/>
                  <a:gd name="connsiteY6" fmla="*/ 2341600 h 2343129"/>
                  <a:gd name="connsiteX7" fmla="*/ 184124 w 773881"/>
                  <a:gd name="connsiteY7" fmla="*/ 1816138 h 2343129"/>
                  <a:gd name="connsiteX8" fmla="*/ 571474 w 773881"/>
                  <a:gd name="connsiteY8" fmla="*/ 1324013 h 2343129"/>
                  <a:gd name="connsiteX9" fmla="*/ 773880 w 773881"/>
                  <a:gd name="connsiteY9" fmla="*/ 1142243 h 2343129"/>
                  <a:gd name="connsiteX10" fmla="*/ 553218 w 773881"/>
                  <a:gd name="connsiteY10" fmla="*/ 986670 h 2343129"/>
                  <a:gd name="connsiteX11" fmla="*/ 176186 w 773881"/>
                  <a:gd name="connsiteY11" fmla="*/ 535025 h 2343129"/>
                  <a:gd name="connsiteX12" fmla="*/ 113480 w 773881"/>
                  <a:gd name="connsiteY12" fmla="*/ 38 h 2343129"/>
                  <a:gd name="connsiteX13" fmla="*/ 6324 w 773881"/>
                  <a:gd name="connsiteY13" fmla="*/ 38 h 2343129"/>
                  <a:gd name="connsiteX0" fmla="*/ 6324 w 773881"/>
                  <a:gd name="connsiteY0" fmla="*/ 38 h 2343129"/>
                  <a:gd name="connsiteX1" fmla="*/ 117449 w 773881"/>
                  <a:gd name="connsiteY1" fmla="*/ 606463 h 2343129"/>
                  <a:gd name="connsiteX2" fmla="*/ 575442 w 773881"/>
                  <a:gd name="connsiteY2" fmla="*/ 1074775 h 2343129"/>
                  <a:gd name="connsiteX3" fmla="*/ 579411 w 773881"/>
                  <a:gd name="connsiteY3" fmla="*/ 1260512 h 2343129"/>
                  <a:gd name="connsiteX4" fmla="*/ 184124 w 773881"/>
                  <a:gd name="connsiteY4" fmla="*/ 1626432 h 2343129"/>
                  <a:gd name="connsiteX5" fmla="*/ 9499 w 773881"/>
                  <a:gd name="connsiteY5" fmla="*/ 2336838 h 2343129"/>
                  <a:gd name="connsiteX6" fmla="*/ 113480 w 773881"/>
                  <a:gd name="connsiteY6" fmla="*/ 2341600 h 2343129"/>
                  <a:gd name="connsiteX7" fmla="*/ 184124 w 773881"/>
                  <a:gd name="connsiteY7" fmla="*/ 1816138 h 2343129"/>
                  <a:gd name="connsiteX8" fmla="*/ 571474 w 773881"/>
                  <a:gd name="connsiteY8" fmla="*/ 1324013 h 2343129"/>
                  <a:gd name="connsiteX9" fmla="*/ 773880 w 773881"/>
                  <a:gd name="connsiteY9" fmla="*/ 1142243 h 2343129"/>
                  <a:gd name="connsiteX10" fmla="*/ 553218 w 773881"/>
                  <a:gd name="connsiteY10" fmla="*/ 986670 h 2343129"/>
                  <a:gd name="connsiteX11" fmla="*/ 176186 w 773881"/>
                  <a:gd name="connsiteY11" fmla="*/ 535025 h 2343129"/>
                  <a:gd name="connsiteX12" fmla="*/ 113480 w 773881"/>
                  <a:gd name="connsiteY12" fmla="*/ 38 h 2343129"/>
                  <a:gd name="connsiteX13" fmla="*/ 6324 w 773881"/>
                  <a:gd name="connsiteY13" fmla="*/ 38 h 2343129"/>
                  <a:gd name="connsiteX0" fmla="*/ 6324 w 773881"/>
                  <a:gd name="connsiteY0" fmla="*/ 38 h 2343129"/>
                  <a:gd name="connsiteX1" fmla="*/ 117449 w 773881"/>
                  <a:gd name="connsiteY1" fmla="*/ 606463 h 2343129"/>
                  <a:gd name="connsiteX2" fmla="*/ 575442 w 773881"/>
                  <a:gd name="connsiteY2" fmla="*/ 1074775 h 2343129"/>
                  <a:gd name="connsiteX3" fmla="*/ 579411 w 773881"/>
                  <a:gd name="connsiteY3" fmla="*/ 1260512 h 2343129"/>
                  <a:gd name="connsiteX4" fmla="*/ 184124 w 773881"/>
                  <a:gd name="connsiteY4" fmla="*/ 1626432 h 2343129"/>
                  <a:gd name="connsiteX5" fmla="*/ 9499 w 773881"/>
                  <a:gd name="connsiteY5" fmla="*/ 2336838 h 2343129"/>
                  <a:gd name="connsiteX6" fmla="*/ 113480 w 773881"/>
                  <a:gd name="connsiteY6" fmla="*/ 2341600 h 2343129"/>
                  <a:gd name="connsiteX7" fmla="*/ 184124 w 773881"/>
                  <a:gd name="connsiteY7" fmla="*/ 1816138 h 2343129"/>
                  <a:gd name="connsiteX8" fmla="*/ 571474 w 773881"/>
                  <a:gd name="connsiteY8" fmla="*/ 1324013 h 2343129"/>
                  <a:gd name="connsiteX9" fmla="*/ 773880 w 773881"/>
                  <a:gd name="connsiteY9" fmla="*/ 1142243 h 2343129"/>
                  <a:gd name="connsiteX10" fmla="*/ 553218 w 773881"/>
                  <a:gd name="connsiteY10" fmla="*/ 986670 h 2343129"/>
                  <a:gd name="connsiteX11" fmla="*/ 176186 w 773881"/>
                  <a:gd name="connsiteY11" fmla="*/ 535025 h 2343129"/>
                  <a:gd name="connsiteX12" fmla="*/ 113480 w 773881"/>
                  <a:gd name="connsiteY12" fmla="*/ 38 h 2343129"/>
                  <a:gd name="connsiteX13" fmla="*/ 6324 w 773881"/>
                  <a:gd name="connsiteY13" fmla="*/ 38 h 2343129"/>
                  <a:gd name="connsiteX0" fmla="*/ 6324 w 773881"/>
                  <a:gd name="connsiteY0" fmla="*/ 38 h 2343129"/>
                  <a:gd name="connsiteX1" fmla="*/ 117449 w 773881"/>
                  <a:gd name="connsiteY1" fmla="*/ 606463 h 2343129"/>
                  <a:gd name="connsiteX2" fmla="*/ 575442 w 773881"/>
                  <a:gd name="connsiteY2" fmla="*/ 1074775 h 2343129"/>
                  <a:gd name="connsiteX3" fmla="*/ 579411 w 773881"/>
                  <a:gd name="connsiteY3" fmla="*/ 1260512 h 2343129"/>
                  <a:gd name="connsiteX4" fmla="*/ 184124 w 773881"/>
                  <a:gd name="connsiteY4" fmla="*/ 1626432 h 2343129"/>
                  <a:gd name="connsiteX5" fmla="*/ 9499 w 773881"/>
                  <a:gd name="connsiteY5" fmla="*/ 2336838 h 2343129"/>
                  <a:gd name="connsiteX6" fmla="*/ 113480 w 773881"/>
                  <a:gd name="connsiteY6" fmla="*/ 2341600 h 2343129"/>
                  <a:gd name="connsiteX7" fmla="*/ 184124 w 773881"/>
                  <a:gd name="connsiteY7" fmla="*/ 1816138 h 2343129"/>
                  <a:gd name="connsiteX8" fmla="*/ 571474 w 773881"/>
                  <a:gd name="connsiteY8" fmla="*/ 1324013 h 2343129"/>
                  <a:gd name="connsiteX9" fmla="*/ 773880 w 773881"/>
                  <a:gd name="connsiteY9" fmla="*/ 1142243 h 2343129"/>
                  <a:gd name="connsiteX10" fmla="*/ 553218 w 773881"/>
                  <a:gd name="connsiteY10" fmla="*/ 986670 h 2343129"/>
                  <a:gd name="connsiteX11" fmla="*/ 176186 w 773881"/>
                  <a:gd name="connsiteY11" fmla="*/ 535025 h 2343129"/>
                  <a:gd name="connsiteX12" fmla="*/ 113480 w 773881"/>
                  <a:gd name="connsiteY12" fmla="*/ 38 h 2343129"/>
                  <a:gd name="connsiteX13" fmla="*/ 6324 w 773881"/>
                  <a:gd name="connsiteY13" fmla="*/ 38 h 2343129"/>
                  <a:gd name="connsiteX0" fmla="*/ 6324 w 773881"/>
                  <a:gd name="connsiteY0" fmla="*/ 38 h 2343129"/>
                  <a:gd name="connsiteX1" fmla="*/ 117449 w 773881"/>
                  <a:gd name="connsiteY1" fmla="*/ 606463 h 2343129"/>
                  <a:gd name="connsiteX2" fmla="*/ 575442 w 773881"/>
                  <a:gd name="connsiteY2" fmla="*/ 1074775 h 2343129"/>
                  <a:gd name="connsiteX3" fmla="*/ 579411 w 773881"/>
                  <a:gd name="connsiteY3" fmla="*/ 1260512 h 2343129"/>
                  <a:gd name="connsiteX4" fmla="*/ 184124 w 773881"/>
                  <a:gd name="connsiteY4" fmla="*/ 1626432 h 2343129"/>
                  <a:gd name="connsiteX5" fmla="*/ 9499 w 773881"/>
                  <a:gd name="connsiteY5" fmla="*/ 2336838 h 2343129"/>
                  <a:gd name="connsiteX6" fmla="*/ 113480 w 773881"/>
                  <a:gd name="connsiteY6" fmla="*/ 2341600 h 2343129"/>
                  <a:gd name="connsiteX7" fmla="*/ 184124 w 773881"/>
                  <a:gd name="connsiteY7" fmla="*/ 1816138 h 2343129"/>
                  <a:gd name="connsiteX8" fmla="*/ 571474 w 773881"/>
                  <a:gd name="connsiteY8" fmla="*/ 1324013 h 2343129"/>
                  <a:gd name="connsiteX9" fmla="*/ 773880 w 773881"/>
                  <a:gd name="connsiteY9" fmla="*/ 1142243 h 2343129"/>
                  <a:gd name="connsiteX10" fmla="*/ 550837 w 773881"/>
                  <a:gd name="connsiteY10" fmla="*/ 986670 h 2343129"/>
                  <a:gd name="connsiteX11" fmla="*/ 176186 w 773881"/>
                  <a:gd name="connsiteY11" fmla="*/ 535025 h 2343129"/>
                  <a:gd name="connsiteX12" fmla="*/ 113480 w 773881"/>
                  <a:gd name="connsiteY12" fmla="*/ 38 h 2343129"/>
                  <a:gd name="connsiteX13" fmla="*/ 6324 w 773881"/>
                  <a:gd name="connsiteY13" fmla="*/ 38 h 2343129"/>
                  <a:gd name="connsiteX0" fmla="*/ 6324 w 773881"/>
                  <a:gd name="connsiteY0" fmla="*/ 38 h 2343129"/>
                  <a:gd name="connsiteX1" fmla="*/ 117449 w 773881"/>
                  <a:gd name="connsiteY1" fmla="*/ 606463 h 2343129"/>
                  <a:gd name="connsiteX2" fmla="*/ 575442 w 773881"/>
                  <a:gd name="connsiteY2" fmla="*/ 1074775 h 2343129"/>
                  <a:gd name="connsiteX3" fmla="*/ 579411 w 773881"/>
                  <a:gd name="connsiteY3" fmla="*/ 1260512 h 2343129"/>
                  <a:gd name="connsiteX4" fmla="*/ 184124 w 773881"/>
                  <a:gd name="connsiteY4" fmla="*/ 1626432 h 2343129"/>
                  <a:gd name="connsiteX5" fmla="*/ 9499 w 773881"/>
                  <a:gd name="connsiteY5" fmla="*/ 2336838 h 2343129"/>
                  <a:gd name="connsiteX6" fmla="*/ 113480 w 773881"/>
                  <a:gd name="connsiteY6" fmla="*/ 2341600 h 2343129"/>
                  <a:gd name="connsiteX7" fmla="*/ 184124 w 773881"/>
                  <a:gd name="connsiteY7" fmla="*/ 1816138 h 2343129"/>
                  <a:gd name="connsiteX8" fmla="*/ 571474 w 773881"/>
                  <a:gd name="connsiteY8" fmla="*/ 1324013 h 2343129"/>
                  <a:gd name="connsiteX9" fmla="*/ 773880 w 773881"/>
                  <a:gd name="connsiteY9" fmla="*/ 1142243 h 2343129"/>
                  <a:gd name="connsiteX10" fmla="*/ 550837 w 773881"/>
                  <a:gd name="connsiteY10" fmla="*/ 986670 h 2343129"/>
                  <a:gd name="connsiteX11" fmla="*/ 176186 w 773881"/>
                  <a:gd name="connsiteY11" fmla="*/ 535025 h 2343129"/>
                  <a:gd name="connsiteX12" fmla="*/ 113480 w 773881"/>
                  <a:gd name="connsiteY12" fmla="*/ 38 h 2343129"/>
                  <a:gd name="connsiteX13" fmla="*/ 6324 w 773881"/>
                  <a:gd name="connsiteY13" fmla="*/ 38 h 2343129"/>
                  <a:gd name="connsiteX0" fmla="*/ 6324 w 773881"/>
                  <a:gd name="connsiteY0" fmla="*/ 38 h 2343129"/>
                  <a:gd name="connsiteX1" fmla="*/ 117449 w 773881"/>
                  <a:gd name="connsiteY1" fmla="*/ 606463 h 2343129"/>
                  <a:gd name="connsiteX2" fmla="*/ 575442 w 773881"/>
                  <a:gd name="connsiteY2" fmla="*/ 1074775 h 2343129"/>
                  <a:gd name="connsiteX3" fmla="*/ 579411 w 773881"/>
                  <a:gd name="connsiteY3" fmla="*/ 1260512 h 2343129"/>
                  <a:gd name="connsiteX4" fmla="*/ 184124 w 773881"/>
                  <a:gd name="connsiteY4" fmla="*/ 1626432 h 2343129"/>
                  <a:gd name="connsiteX5" fmla="*/ 9499 w 773881"/>
                  <a:gd name="connsiteY5" fmla="*/ 2336838 h 2343129"/>
                  <a:gd name="connsiteX6" fmla="*/ 113480 w 773881"/>
                  <a:gd name="connsiteY6" fmla="*/ 2341600 h 2343129"/>
                  <a:gd name="connsiteX7" fmla="*/ 184124 w 773881"/>
                  <a:gd name="connsiteY7" fmla="*/ 1816138 h 2343129"/>
                  <a:gd name="connsiteX8" fmla="*/ 571474 w 773881"/>
                  <a:gd name="connsiteY8" fmla="*/ 1324013 h 2343129"/>
                  <a:gd name="connsiteX9" fmla="*/ 773880 w 773881"/>
                  <a:gd name="connsiteY9" fmla="*/ 1142243 h 2343129"/>
                  <a:gd name="connsiteX10" fmla="*/ 550837 w 773881"/>
                  <a:gd name="connsiteY10" fmla="*/ 986670 h 2343129"/>
                  <a:gd name="connsiteX11" fmla="*/ 176186 w 773881"/>
                  <a:gd name="connsiteY11" fmla="*/ 535025 h 2343129"/>
                  <a:gd name="connsiteX12" fmla="*/ 113480 w 773881"/>
                  <a:gd name="connsiteY12" fmla="*/ 38 h 2343129"/>
                  <a:gd name="connsiteX13" fmla="*/ 6324 w 773881"/>
                  <a:gd name="connsiteY13" fmla="*/ 38 h 2343129"/>
                  <a:gd name="connsiteX0" fmla="*/ 6324 w 690539"/>
                  <a:gd name="connsiteY0" fmla="*/ 38 h 2343129"/>
                  <a:gd name="connsiteX1" fmla="*/ 117449 w 690539"/>
                  <a:gd name="connsiteY1" fmla="*/ 606463 h 2343129"/>
                  <a:gd name="connsiteX2" fmla="*/ 575442 w 690539"/>
                  <a:gd name="connsiteY2" fmla="*/ 1074775 h 2343129"/>
                  <a:gd name="connsiteX3" fmla="*/ 579411 w 690539"/>
                  <a:gd name="connsiteY3" fmla="*/ 1260512 h 2343129"/>
                  <a:gd name="connsiteX4" fmla="*/ 184124 w 690539"/>
                  <a:gd name="connsiteY4" fmla="*/ 1626432 h 2343129"/>
                  <a:gd name="connsiteX5" fmla="*/ 9499 w 690539"/>
                  <a:gd name="connsiteY5" fmla="*/ 2336838 h 2343129"/>
                  <a:gd name="connsiteX6" fmla="*/ 113480 w 690539"/>
                  <a:gd name="connsiteY6" fmla="*/ 2341600 h 2343129"/>
                  <a:gd name="connsiteX7" fmla="*/ 184124 w 690539"/>
                  <a:gd name="connsiteY7" fmla="*/ 1816138 h 2343129"/>
                  <a:gd name="connsiteX8" fmla="*/ 571474 w 690539"/>
                  <a:gd name="connsiteY8" fmla="*/ 1324013 h 2343129"/>
                  <a:gd name="connsiteX9" fmla="*/ 690536 w 690539"/>
                  <a:gd name="connsiteY9" fmla="*/ 1144624 h 2343129"/>
                  <a:gd name="connsiteX10" fmla="*/ 550837 w 690539"/>
                  <a:gd name="connsiteY10" fmla="*/ 986670 h 2343129"/>
                  <a:gd name="connsiteX11" fmla="*/ 176186 w 690539"/>
                  <a:gd name="connsiteY11" fmla="*/ 535025 h 2343129"/>
                  <a:gd name="connsiteX12" fmla="*/ 113480 w 690539"/>
                  <a:gd name="connsiteY12" fmla="*/ 38 h 2343129"/>
                  <a:gd name="connsiteX13" fmla="*/ 6324 w 690539"/>
                  <a:gd name="connsiteY13" fmla="*/ 38 h 2343129"/>
                  <a:gd name="connsiteX0" fmla="*/ 6324 w 690541"/>
                  <a:gd name="connsiteY0" fmla="*/ 38 h 2343129"/>
                  <a:gd name="connsiteX1" fmla="*/ 117449 w 690541"/>
                  <a:gd name="connsiteY1" fmla="*/ 606463 h 2343129"/>
                  <a:gd name="connsiteX2" fmla="*/ 575442 w 690541"/>
                  <a:gd name="connsiteY2" fmla="*/ 1074775 h 2343129"/>
                  <a:gd name="connsiteX3" fmla="*/ 579411 w 690541"/>
                  <a:gd name="connsiteY3" fmla="*/ 1260512 h 2343129"/>
                  <a:gd name="connsiteX4" fmla="*/ 184124 w 690541"/>
                  <a:gd name="connsiteY4" fmla="*/ 1626432 h 2343129"/>
                  <a:gd name="connsiteX5" fmla="*/ 9499 w 690541"/>
                  <a:gd name="connsiteY5" fmla="*/ 2336838 h 2343129"/>
                  <a:gd name="connsiteX6" fmla="*/ 113480 w 690541"/>
                  <a:gd name="connsiteY6" fmla="*/ 2341600 h 2343129"/>
                  <a:gd name="connsiteX7" fmla="*/ 184124 w 690541"/>
                  <a:gd name="connsiteY7" fmla="*/ 1816138 h 2343129"/>
                  <a:gd name="connsiteX8" fmla="*/ 571474 w 690541"/>
                  <a:gd name="connsiteY8" fmla="*/ 1324013 h 2343129"/>
                  <a:gd name="connsiteX9" fmla="*/ 690536 w 690541"/>
                  <a:gd name="connsiteY9" fmla="*/ 1144624 h 2343129"/>
                  <a:gd name="connsiteX10" fmla="*/ 550837 w 690541"/>
                  <a:gd name="connsiteY10" fmla="*/ 986670 h 2343129"/>
                  <a:gd name="connsiteX11" fmla="*/ 176186 w 690541"/>
                  <a:gd name="connsiteY11" fmla="*/ 535025 h 2343129"/>
                  <a:gd name="connsiteX12" fmla="*/ 113480 w 690541"/>
                  <a:gd name="connsiteY12" fmla="*/ 38 h 2343129"/>
                  <a:gd name="connsiteX13" fmla="*/ 6324 w 690541"/>
                  <a:gd name="connsiteY13" fmla="*/ 38 h 2343129"/>
                  <a:gd name="connsiteX0" fmla="*/ 6324 w 690541"/>
                  <a:gd name="connsiteY0" fmla="*/ 38 h 2343129"/>
                  <a:gd name="connsiteX1" fmla="*/ 117449 w 690541"/>
                  <a:gd name="connsiteY1" fmla="*/ 606463 h 2343129"/>
                  <a:gd name="connsiteX2" fmla="*/ 575442 w 690541"/>
                  <a:gd name="connsiteY2" fmla="*/ 1074775 h 2343129"/>
                  <a:gd name="connsiteX3" fmla="*/ 579411 w 690541"/>
                  <a:gd name="connsiteY3" fmla="*/ 1260512 h 2343129"/>
                  <a:gd name="connsiteX4" fmla="*/ 184124 w 690541"/>
                  <a:gd name="connsiteY4" fmla="*/ 1626432 h 2343129"/>
                  <a:gd name="connsiteX5" fmla="*/ 9499 w 690541"/>
                  <a:gd name="connsiteY5" fmla="*/ 2336838 h 2343129"/>
                  <a:gd name="connsiteX6" fmla="*/ 113480 w 690541"/>
                  <a:gd name="connsiteY6" fmla="*/ 2341600 h 2343129"/>
                  <a:gd name="connsiteX7" fmla="*/ 184124 w 690541"/>
                  <a:gd name="connsiteY7" fmla="*/ 1816138 h 2343129"/>
                  <a:gd name="connsiteX8" fmla="*/ 502418 w 690541"/>
                  <a:gd name="connsiteY8" fmla="*/ 1388307 h 2343129"/>
                  <a:gd name="connsiteX9" fmla="*/ 690536 w 690541"/>
                  <a:gd name="connsiteY9" fmla="*/ 1144624 h 2343129"/>
                  <a:gd name="connsiteX10" fmla="*/ 550837 w 690541"/>
                  <a:gd name="connsiteY10" fmla="*/ 986670 h 2343129"/>
                  <a:gd name="connsiteX11" fmla="*/ 176186 w 690541"/>
                  <a:gd name="connsiteY11" fmla="*/ 535025 h 2343129"/>
                  <a:gd name="connsiteX12" fmla="*/ 113480 w 690541"/>
                  <a:gd name="connsiteY12" fmla="*/ 38 h 2343129"/>
                  <a:gd name="connsiteX13" fmla="*/ 6324 w 690541"/>
                  <a:gd name="connsiteY13" fmla="*/ 38 h 2343129"/>
                  <a:gd name="connsiteX0" fmla="*/ 6324 w 690541"/>
                  <a:gd name="connsiteY0" fmla="*/ 38 h 2343129"/>
                  <a:gd name="connsiteX1" fmla="*/ 117449 w 690541"/>
                  <a:gd name="connsiteY1" fmla="*/ 606463 h 2343129"/>
                  <a:gd name="connsiteX2" fmla="*/ 575442 w 690541"/>
                  <a:gd name="connsiteY2" fmla="*/ 1074775 h 2343129"/>
                  <a:gd name="connsiteX3" fmla="*/ 579411 w 690541"/>
                  <a:gd name="connsiteY3" fmla="*/ 1260512 h 2343129"/>
                  <a:gd name="connsiteX4" fmla="*/ 184124 w 690541"/>
                  <a:gd name="connsiteY4" fmla="*/ 1626432 h 2343129"/>
                  <a:gd name="connsiteX5" fmla="*/ 9499 w 690541"/>
                  <a:gd name="connsiteY5" fmla="*/ 2336838 h 2343129"/>
                  <a:gd name="connsiteX6" fmla="*/ 113480 w 690541"/>
                  <a:gd name="connsiteY6" fmla="*/ 2341600 h 2343129"/>
                  <a:gd name="connsiteX7" fmla="*/ 184124 w 690541"/>
                  <a:gd name="connsiteY7" fmla="*/ 1816138 h 2343129"/>
                  <a:gd name="connsiteX8" fmla="*/ 502418 w 690541"/>
                  <a:gd name="connsiteY8" fmla="*/ 1388307 h 2343129"/>
                  <a:gd name="connsiteX9" fmla="*/ 690536 w 690541"/>
                  <a:gd name="connsiteY9" fmla="*/ 1144624 h 2343129"/>
                  <a:gd name="connsiteX10" fmla="*/ 550837 w 690541"/>
                  <a:gd name="connsiteY10" fmla="*/ 986670 h 2343129"/>
                  <a:gd name="connsiteX11" fmla="*/ 176186 w 690541"/>
                  <a:gd name="connsiteY11" fmla="*/ 535025 h 2343129"/>
                  <a:gd name="connsiteX12" fmla="*/ 113480 w 690541"/>
                  <a:gd name="connsiteY12" fmla="*/ 38 h 2343129"/>
                  <a:gd name="connsiteX13" fmla="*/ 6324 w 690541"/>
                  <a:gd name="connsiteY13" fmla="*/ 38 h 2343129"/>
                  <a:gd name="connsiteX0" fmla="*/ 6324 w 690541"/>
                  <a:gd name="connsiteY0" fmla="*/ 38 h 2343129"/>
                  <a:gd name="connsiteX1" fmla="*/ 117449 w 690541"/>
                  <a:gd name="connsiteY1" fmla="*/ 606463 h 2343129"/>
                  <a:gd name="connsiteX2" fmla="*/ 575442 w 690541"/>
                  <a:gd name="connsiteY2" fmla="*/ 1074775 h 2343129"/>
                  <a:gd name="connsiteX3" fmla="*/ 579411 w 690541"/>
                  <a:gd name="connsiteY3" fmla="*/ 1260512 h 2343129"/>
                  <a:gd name="connsiteX4" fmla="*/ 184124 w 690541"/>
                  <a:gd name="connsiteY4" fmla="*/ 1626432 h 2343129"/>
                  <a:gd name="connsiteX5" fmla="*/ 9499 w 690541"/>
                  <a:gd name="connsiteY5" fmla="*/ 2336838 h 2343129"/>
                  <a:gd name="connsiteX6" fmla="*/ 113480 w 690541"/>
                  <a:gd name="connsiteY6" fmla="*/ 2341600 h 2343129"/>
                  <a:gd name="connsiteX7" fmla="*/ 184124 w 690541"/>
                  <a:gd name="connsiteY7" fmla="*/ 1816138 h 2343129"/>
                  <a:gd name="connsiteX8" fmla="*/ 502418 w 690541"/>
                  <a:gd name="connsiteY8" fmla="*/ 1388307 h 2343129"/>
                  <a:gd name="connsiteX9" fmla="*/ 690536 w 690541"/>
                  <a:gd name="connsiteY9" fmla="*/ 1144624 h 2343129"/>
                  <a:gd name="connsiteX10" fmla="*/ 550837 w 690541"/>
                  <a:gd name="connsiteY10" fmla="*/ 986670 h 2343129"/>
                  <a:gd name="connsiteX11" fmla="*/ 176186 w 690541"/>
                  <a:gd name="connsiteY11" fmla="*/ 535025 h 2343129"/>
                  <a:gd name="connsiteX12" fmla="*/ 113480 w 690541"/>
                  <a:gd name="connsiteY12" fmla="*/ 38 h 2343129"/>
                  <a:gd name="connsiteX13" fmla="*/ 6324 w 690541"/>
                  <a:gd name="connsiteY13" fmla="*/ 38 h 2343129"/>
                  <a:gd name="connsiteX0" fmla="*/ 6324 w 690541"/>
                  <a:gd name="connsiteY0" fmla="*/ 38 h 2343129"/>
                  <a:gd name="connsiteX1" fmla="*/ 117449 w 690541"/>
                  <a:gd name="connsiteY1" fmla="*/ 606463 h 2343129"/>
                  <a:gd name="connsiteX2" fmla="*/ 575442 w 690541"/>
                  <a:gd name="connsiteY2" fmla="*/ 1074775 h 2343129"/>
                  <a:gd name="connsiteX3" fmla="*/ 579411 w 690541"/>
                  <a:gd name="connsiteY3" fmla="*/ 1260512 h 2343129"/>
                  <a:gd name="connsiteX4" fmla="*/ 184124 w 690541"/>
                  <a:gd name="connsiteY4" fmla="*/ 1626432 h 2343129"/>
                  <a:gd name="connsiteX5" fmla="*/ 9499 w 690541"/>
                  <a:gd name="connsiteY5" fmla="*/ 2336838 h 2343129"/>
                  <a:gd name="connsiteX6" fmla="*/ 113480 w 690541"/>
                  <a:gd name="connsiteY6" fmla="*/ 2341600 h 2343129"/>
                  <a:gd name="connsiteX7" fmla="*/ 184124 w 690541"/>
                  <a:gd name="connsiteY7" fmla="*/ 1816138 h 2343129"/>
                  <a:gd name="connsiteX8" fmla="*/ 502418 w 690541"/>
                  <a:gd name="connsiteY8" fmla="*/ 1388307 h 2343129"/>
                  <a:gd name="connsiteX9" fmla="*/ 690536 w 690541"/>
                  <a:gd name="connsiteY9" fmla="*/ 1144624 h 2343129"/>
                  <a:gd name="connsiteX10" fmla="*/ 550837 w 690541"/>
                  <a:gd name="connsiteY10" fmla="*/ 986670 h 2343129"/>
                  <a:gd name="connsiteX11" fmla="*/ 176186 w 690541"/>
                  <a:gd name="connsiteY11" fmla="*/ 535025 h 2343129"/>
                  <a:gd name="connsiteX12" fmla="*/ 113480 w 690541"/>
                  <a:gd name="connsiteY12" fmla="*/ 38 h 2343129"/>
                  <a:gd name="connsiteX13" fmla="*/ 6324 w 690541"/>
                  <a:gd name="connsiteY13" fmla="*/ 38 h 2343129"/>
                  <a:gd name="connsiteX0" fmla="*/ 6324 w 690541"/>
                  <a:gd name="connsiteY0" fmla="*/ 38 h 2343129"/>
                  <a:gd name="connsiteX1" fmla="*/ 117449 w 690541"/>
                  <a:gd name="connsiteY1" fmla="*/ 606463 h 2343129"/>
                  <a:gd name="connsiteX2" fmla="*/ 575442 w 690541"/>
                  <a:gd name="connsiteY2" fmla="*/ 1074775 h 2343129"/>
                  <a:gd name="connsiteX3" fmla="*/ 579411 w 690541"/>
                  <a:gd name="connsiteY3" fmla="*/ 1260512 h 2343129"/>
                  <a:gd name="connsiteX4" fmla="*/ 184124 w 690541"/>
                  <a:gd name="connsiteY4" fmla="*/ 1626432 h 2343129"/>
                  <a:gd name="connsiteX5" fmla="*/ 9499 w 690541"/>
                  <a:gd name="connsiteY5" fmla="*/ 2336838 h 2343129"/>
                  <a:gd name="connsiteX6" fmla="*/ 113480 w 690541"/>
                  <a:gd name="connsiteY6" fmla="*/ 2341600 h 2343129"/>
                  <a:gd name="connsiteX7" fmla="*/ 148405 w 690541"/>
                  <a:gd name="connsiteY7" fmla="*/ 1806613 h 2343129"/>
                  <a:gd name="connsiteX8" fmla="*/ 502418 w 690541"/>
                  <a:gd name="connsiteY8" fmla="*/ 1388307 h 2343129"/>
                  <a:gd name="connsiteX9" fmla="*/ 690536 w 690541"/>
                  <a:gd name="connsiteY9" fmla="*/ 1144624 h 2343129"/>
                  <a:gd name="connsiteX10" fmla="*/ 550837 w 690541"/>
                  <a:gd name="connsiteY10" fmla="*/ 986670 h 2343129"/>
                  <a:gd name="connsiteX11" fmla="*/ 176186 w 690541"/>
                  <a:gd name="connsiteY11" fmla="*/ 535025 h 2343129"/>
                  <a:gd name="connsiteX12" fmla="*/ 113480 w 690541"/>
                  <a:gd name="connsiteY12" fmla="*/ 38 h 2343129"/>
                  <a:gd name="connsiteX13" fmla="*/ 6324 w 690541"/>
                  <a:gd name="connsiteY13" fmla="*/ 38 h 2343129"/>
                  <a:gd name="connsiteX0" fmla="*/ 6324 w 690541"/>
                  <a:gd name="connsiteY0" fmla="*/ 38 h 2343129"/>
                  <a:gd name="connsiteX1" fmla="*/ 117449 w 690541"/>
                  <a:gd name="connsiteY1" fmla="*/ 606463 h 2343129"/>
                  <a:gd name="connsiteX2" fmla="*/ 575442 w 690541"/>
                  <a:gd name="connsiteY2" fmla="*/ 1074775 h 2343129"/>
                  <a:gd name="connsiteX3" fmla="*/ 579411 w 690541"/>
                  <a:gd name="connsiteY3" fmla="*/ 1260512 h 2343129"/>
                  <a:gd name="connsiteX4" fmla="*/ 184124 w 690541"/>
                  <a:gd name="connsiteY4" fmla="*/ 1626432 h 2343129"/>
                  <a:gd name="connsiteX5" fmla="*/ 9499 w 690541"/>
                  <a:gd name="connsiteY5" fmla="*/ 2336838 h 2343129"/>
                  <a:gd name="connsiteX6" fmla="*/ 113480 w 690541"/>
                  <a:gd name="connsiteY6" fmla="*/ 2341600 h 2343129"/>
                  <a:gd name="connsiteX7" fmla="*/ 174599 w 690541"/>
                  <a:gd name="connsiteY7" fmla="*/ 1813757 h 2343129"/>
                  <a:gd name="connsiteX8" fmla="*/ 502418 w 690541"/>
                  <a:gd name="connsiteY8" fmla="*/ 1388307 h 2343129"/>
                  <a:gd name="connsiteX9" fmla="*/ 690536 w 690541"/>
                  <a:gd name="connsiteY9" fmla="*/ 1144624 h 2343129"/>
                  <a:gd name="connsiteX10" fmla="*/ 550837 w 690541"/>
                  <a:gd name="connsiteY10" fmla="*/ 986670 h 2343129"/>
                  <a:gd name="connsiteX11" fmla="*/ 176186 w 690541"/>
                  <a:gd name="connsiteY11" fmla="*/ 535025 h 2343129"/>
                  <a:gd name="connsiteX12" fmla="*/ 113480 w 690541"/>
                  <a:gd name="connsiteY12" fmla="*/ 38 h 2343129"/>
                  <a:gd name="connsiteX13" fmla="*/ 6324 w 690541"/>
                  <a:gd name="connsiteY13" fmla="*/ 38 h 2343129"/>
                  <a:gd name="connsiteX0" fmla="*/ 6324 w 690541"/>
                  <a:gd name="connsiteY0" fmla="*/ 38 h 2343129"/>
                  <a:gd name="connsiteX1" fmla="*/ 117449 w 690541"/>
                  <a:gd name="connsiteY1" fmla="*/ 606463 h 2343129"/>
                  <a:gd name="connsiteX2" fmla="*/ 575442 w 690541"/>
                  <a:gd name="connsiteY2" fmla="*/ 1074775 h 2343129"/>
                  <a:gd name="connsiteX3" fmla="*/ 579411 w 690541"/>
                  <a:gd name="connsiteY3" fmla="*/ 1260512 h 2343129"/>
                  <a:gd name="connsiteX4" fmla="*/ 184124 w 690541"/>
                  <a:gd name="connsiteY4" fmla="*/ 1626432 h 2343129"/>
                  <a:gd name="connsiteX5" fmla="*/ 9499 w 690541"/>
                  <a:gd name="connsiteY5" fmla="*/ 2336838 h 2343129"/>
                  <a:gd name="connsiteX6" fmla="*/ 113480 w 690541"/>
                  <a:gd name="connsiteY6" fmla="*/ 2341600 h 2343129"/>
                  <a:gd name="connsiteX7" fmla="*/ 174599 w 690541"/>
                  <a:gd name="connsiteY7" fmla="*/ 1813757 h 2343129"/>
                  <a:gd name="connsiteX8" fmla="*/ 502418 w 690541"/>
                  <a:gd name="connsiteY8" fmla="*/ 1388307 h 2343129"/>
                  <a:gd name="connsiteX9" fmla="*/ 690536 w 690541"/>
                  <a:gd name="connsiteY9" fmla="*/ 1144624 h 2343129"/>
                  <a:gd name="connsiteX10" fmla="*/ 550837 w 690541"/>
                  <a:gd name="connsiteY10" fmla="*/ 986670 h 2343129"/>
                  <a:gd name="connsiteX11" fmla="*/ 176186 w 690541"/>
                  <a:gd name="connsiteY11" fmla="*/ 535025 h 2343129"/>
                  <a:gd name="connsiteX12" fmla="*/ 113480 w 690541"/>
                  <a:gd name="connsiteY12" fmla="*/ 38 h 2343129"/>
                  <a:gd name="connsiteX13" fmla="*/ 6324 w 690541"/>
                  <a:gd name="connsiteY13" fmla="*/ 38 h 2343129"/>
                  <a:gd name="connsiteX0" fmla="*/ 6324 w 690541"/>
                  <a:gd name="connsiteY0" fmla="*/ 38 h 2343129"/>
                  <a:gd name="connsiteX1" fmla="*/ 117449 w 690541"/>
                  <a:gd name="connsiteY1" fmla="*/ 606463 h 2343129"/>
                  <a:gd name="connsiteX2" fmla="*/ 575442 w 690541"/>
                  <a:gd name="connsiteY2" fmla="*/ 1074775 h 2343129"/>
                  <a:gd name="connsiteX3" fmla="*/ 579411 w 690541"/>
                  <a:gd name="connsiteY3" fmla="*/ 1260512 h 2343129"/>
                  <a:gd name="connsiteX4" fmla="*/ 184124 w 690541"/>
                  <a:gd name="connsiteY4" fmla="*/ 1626432 h 2343129"/>
                  <a:gd name="connsiteX5" fmla="*/ 9499 w 690541"/>
                  <a:gd name="connsiteY5" fmla="*/ 2336838 h 2343129"/>
                  <a:gd name="connsiteX6" fmla="*/ 113480 w 690541"/>
                  <a:gd name="connsiteY6" fmla="*/ 2341600 h 2343129"/>
                  <a:gd name="connsiteX7" fmla="*/ 174599 w 690541"/>
                  <a:gd name="connsiteY7" fmla="*/ 1813757 h 2343129"/>
                  <a:gd name="connsiteX8" fmla="*/ 502418 w 690541"/>
                  <a:gd name="connsiteY8" fmla="*/ 1388307 h 2343129"/>
                  <a:gd name="connsiteX9" fmla="*/ 690536 w 690541"/>
                  <a:gd name="connsiteY9" fmla="*/ 1144624 h 2343129"/>
                  <a:gd name="connsiteX10" fmla="*/ 550837 w 690541"/>
                  <a:gd name="connsiteY10" fmla="*/ 986670 h 2343129"/>
                  <a:gd name="connsiteX11" fmla="*/ 176186 w 690541"/>
                  <a:gd name="connsiteY11" fmla="*/ 535025 h 2343129"/>
                  <a:gd name="connsiteX12" fmla="*/ 113480 w 690541"/>
                  <a:gd name="connsiteY12" fmla="*/ 38 h 2343129"/>
                  <a:gd name="connsiteX13" fmla="*/ 6324 w 690541"/>
                  <a:gd name="connsiteY13" fmla="*/ 38 h 2343129"/>
                  <a:gd name="connsiteX0" fmla="*/ 6324 w 690541"/>
                  <a:gd name="connsiteY0" fmla="*/ 38 h 2343129"/>
                  <a:gd name="connsiteX1" fmla="*/ 117449 w 690541"/>
                  <a:gd name="connsiteY1" fmla="*/ 606463 h 2343129"/>
                  <a:gd name="connsiteX2" fmla="*/ 575442 w 690541"/>
                  <a:gd name="connsiteY2" fmla="*/ 1074775 h 2343129"/>
                  <a:gd name="connsiteX3" fmla="*/ 579411 w 690541"/>
                  <a:gd name="connsiteY3" fmla="*/ 1260512 h 2343129"/>
                  <a:gd name="connsiteX4" fmla="*/ 184124 w 690541"/>
                  <a:gd name="connsiteY4" fmla="*/ 1626432 h 2343129"/>
                  <a:gd name="connsiteX5" fmla="*/ 9499 w 690541"/>
                  <a:gd name="connsiteY5" fmla="*/ 2336838 h 2343129"/>
                  <a:gd name="connsiteX6" fmla="*/ 113480 w 690541"/>
                  <a:gd name="connsiteY6" fmla="*/ 2341600 h 2343129"/>
                  <a:gd name="connsiteX7" fmla="*/ 174599 w 690541"/>
                  <a:gd name="connsiteY7" fmla="*/ 1813757 h 2343129"/>
                  <a:gd name="connsiteX8" fmla="*/ 502418 w 690541"/>
                  <a:gd name="connsiteY8" fmla="*/ 1388307 h 2343129"/>
                  <a:gd name="connsiteX9" fmla="*/ 690536 w 690541"/>
                  <a:gd name="connsiteY9" fmla="*/ 1144624 h 2343129"/>
                  <a:gd name="connsiteX10" fmla="*/ 550837 w 690541"/>
                  <a:gd name="connsiteY10" fmla="*/ 986670 h 2343129"/>
                  <a:gd name="connsiteX11" fmla="*/ 176186 w 690541"/>
                  <a:gd name="connsiteY11" fmla="*/ 535025 h 2343129"/>
                  <a:gd name="connsiteX12" fmla="*/ 113480 w 690541"/>
                  <a:gd name="connsiteY12" fmla="*/ 38 h 2343129"/>
                  <a:gd name="connsiteX13" fmla="*/ 6324 w 690541"/>
                  <a:gd name="connsiteY13" fmla="*/ 38 h 2343129"/>
                  <a:gd name="connsiteX0" fmla="*/ 6324 w 690541"/>
                  <a:gd name="connsiteY0" fmla="*/ 38 h 2343129"/>
                  <a:gd name="connsiteX1" fmla="*/ 117449 w 690541"/>
                  <a:gd name="connsiteY1" fmla="*/ 606463 h 2343129"/>
                  <a:gd name="connsiteX2" fmla="*/ 575442 w 690541"/>
                  <a:gd name="connsiteY2" fmla="*/ 1074775 h 2343129"/>
                  <a:gd name="connsiteX3" fmla="*/ 579411 w 690541"/>
                  <a:gd name="connsiteY3" fmla="*/ 1260512 h 2343129"/>
                  <a:gd name="connsiteX4" fmla="*/ 184124 w 690541"/>
                  <a:gd name="connsiteY4" fmla="*/ 1626432 h 2343129"/>
                  <a:gd name="connsiteX5" fmla="*/ 9499 w 690541"/>
                  <a:gd name="connsiteY5" fmla="*/ 2336838 h 2343129"/>
                  <a:gd name="connsiteX6" fmla="*/ 113480 w 690541"/>
                  <a:gd name="connsiteY6" fmla="*/ 2341600 h 2343129"/>
                  <a:gd name="connsiteX7" fmla="*/ 174599 w 690541"/>
                  <a:gd name="connsiteY7" fmla="*/ 1813757 h 2343129"/>
                  <a:gd name="connsiteX8" fmla="*/ 502418 w 690541"/>
                  <a:gd name="connsiteY8" fmla="*/ 1388307 h 2343129"/>
                  <a:gd name="connsiteX9" fmla="*/ 690536 w 690541"/>
                  <a:gd name="connsiteY9" fmla="*/ 1144624 h 2343129"/>
                  <a:gd name="connsiteX10" fmla="*/ 550837 w 690541"/>
                  <a:gd name="connsiteY10" fmla="*/ 986670 h 2343129"/>
                  <a:gd name="connsiteX11" fmla="*/ 176186 w 690541"/>
                  <a:gd name="connsiteY11" fmla="*/ 535025 h 2343129"/>
                  <a:gd name="connsiteX12" fmla="*/ 113480 w 690541"/>
                  <a:gd name="connsiteY12" fmla="*/ 38 h 2343129"/>
                  <a:gd name="connsiteX13" fmla="*/ 6324 w 690541"/>
                  <a:gd name="connsiteY13" fmla="*/ 38 h 2343129"/>
                  <a:gd name="connsiteX0" fmla="*/ 6324 w 690541"/>
                  <a:gd name="connsiteY0" fmla="*/ 38 h 2343129"/>
                  <a:gd name="connsiteX1" fmla="*/ 117449 w 690541"/>
                  <a:gd name="connsiteY1" fmla="*/ 606463 h 2343129"/>
                  <a:gd name="connsiteX2" fmla="*/ 575442 w 690541"/>
                  <a:gd name="connsiteY2" fmla="*/ 1074775 h 2343129"/>
                  <a:gd name="connsiteX3" fmla="*/ 579411 w 690541"/>
                  <a:gd name="connsiteY3" fmla="*/ 1260512 h 2343129"/>
                  <a:gd name="connsiteX4" fmla="*/ 184124 w 690541"/>
                  <a:gd name="connsiteY4" fmla="*/ 1626432 h 2343129"/>
                  <a:gd name="connsiteX5" fmla="*/ 9499 w 690541"/>
                  <a:gd name="connsiteY5" fmla="*/ 2336838 h 2343129"/>
                  <a:gd name="connsiteX6" fmla="*/ 113480 w 690541"/>
                  <a:gd name="connsiteY6" fmla="*/ 2341600 h 2343129"/>
                  <a:gd name="connsiteX7" fmla="*/ 174599 w 690541"/>
                  <a:gd name="connsiteY7" fmla="*/ 1813757 h 2343129"/>
                  <a:gd name="connsiteX8" fmla="*/ 511943 w 690541"/>
                  <a:gd name="connsiteY8" fmla="*/ 1343063 h 2343129"/>
                  <a:gd name="connsiteX9" fmla="*/ 690536 w 690541"/>
                  <a:gd name="connsiteY9" fmla="*/ 1144624 h 2343129"/>
                  <a:gd name="connsiteX10" fmla="*/ 550837 w 690541"/>
                  <a:gd name="connsiteY10" fmla="*/ 986670 h 2343129"/>
                  <a:gd name="connsiteX11" fmla="*/ 176186 w 690541"/>
                  <a:gd name="connsiteY11" fmla="*/ 535025 h 2343129"/>
                  <a:gd name="connsiteX12" fmla="*/ 113480 w 690541"/>
                  <a:gd name="connsiteY12" fmla="*/ 38 h 2343129"/>
                  <a:gd name="connsiteX13" fmla="*/ 6324 w 690541"/>
                  <a:gd name="connsiteY13" fmla="*/ 38 h 2343129"/>
                  <a:gd name="connsiteX0" fmla="*/ 6324 w 690541"/>
                  <a:gd name="connsiteY0" fmla="*/ 38 h 2343129"/>
                  <a:gd name="connsiteX1" fmla="*/ 117449 w 690541"/>
                  <a:gd name="connsiteY1" fmla="*/ 606463 h 2343129"/>
                  <a:gd name="connsiteX2" fmla="*/ 575442 w 690541"/>
                  <a:gd name="connsiteY2" fmla="*/ 1074775 h 2343129"/>
                  <a:gd name="connsiteX3" fmla="*/ 579411 w 690541"/>
                  <a:gd name="connsiteY3" fmla="*/ 1260512 h 2343129"/>
                  <a:gd name="connsiteX4" fmla="*/ 184124 w 690541"/>
                  <a:gd name="connsiteY4" fmla="*/ 1626432 h 2343129"/>
                  <a:gd name="connsiteX5" fmla="*/ 9499 w 690541"/>
                  <a:gd name="connsiteY5" fmla="*/ 2336838 h 2343129"/>
                  <a:gd name="connsiteX6" fmla="*/ 113480 w 690541"/>
                  <a:gd name="connsiteY6" fmla="*/ 2341600 h 2343129"/>
                  <a:gd name="connsiteX7" fmla="*/ 174599 w 690541"/>
                  <a:gd name="connsiteY7" fmla="*/ 1813757 h 2343129"/>
                  <a:gd name="connsiteX8" fmla="*/ 516706 w 690541"/>
                  <a:gd name="connsiteY8" fmla="*/ 1376400 h 2343129"/>
                  <a:gd name="connsiteX9" fmla="*/ 690536 w 690541"/>
                  <a:gd name="connsiteY9" fmla="*/ 1144624 h 2343129"/>
                  <a:gd name="connsiteX10" fmla="*/ 550837 w 690541"/>
                  <a:gd name="connsiteY10" fmla="*/ 986670 h 2343129"/>
                  <a:gd name="connsiteX11" fmla="*/ 176186 w 690541"/>
                  <a:gd name="connsiteY11" fmla="*/ 535025 h 2343129"/>
                  <a:gd name="connsiteX12" fmla="*/ 113480 w 690541"/>
                  <a:gd name="connsiteY12" fmla="*/ 38 h 2343129"/>
                  <a:gd name="connsiteX13" fmla="*/ 6324 w 690541"/>
                  <a:gd name="connsiteY13" fmla="*/ 38 h 2343129"/>
                  <a:gd name="connsiteX0" fmla="*/ 6324 w 690541"/>
                  <a:gd name="connsiteY0" fmla="*/ 38 h 2343129"/>
                  <a:gd name="connsiteX1" fmla="*/ 117449 w 690541"/>
                  <a:gd name="connsiteY1" fmla="*/ 606463 h 2343129"/>
                  <a:gd name="connsiteX2" fmla="*/ 575442 w 690541"/>
                  <a:gd name="connsiteY2" fmla="*/ 1074775 h 2343129"/>
                  <a:gd name="connsiteX3" fmla="*/ 579411 w 690541"/>
                  <a:gd name="connsiteY3" fmla="*/ 1260512 h 2343129"/>
                  <a:gd name="connsiteX4" fmla="*/ 184124 w 690541"/>
                  <a:gd name="connsiteY4" fmla="*/ 1626432 h 2343129"/>
                  <a:gd name="connsiteX5" fmla="*/ 9499 w 690541"/>
                  <a:gd name="connsiteY5" fmla="*/ 2336838 h 2343129"/>
                  <a:gd name="connsiteX6" fmla="*/ 113480 w 690541"/>
                  <a:gd name="connsiteY6" fmla="*/ 2341600 h 2343129"/>
                  <a:gd name="connsiteX7" fmla="*/ 174599 w 690541"/>
                  <a:gd name="connsiteY7" fmla="*/ 1813757 h 2343129"/>
                  <a:gd name="connsiteX8" fmla="*/ 516706 w 690541"/>
                  <a:gd name="connsiteY8" fmla="*/ 1376400 h 2343129"/>
                  <a:gd name="connsiteX9" fmla="*/ 690536 w 690541"/>
                  <a:gd name="connsiteY9" fmla="*/ 1144624 h 2343129"/>
                  <a:gd name="connsiteX10" fmla="*/ 550837 w 690541"/>
                  <a:gd name="connsiteY10" fmla="*/ 986670 h 2343129"/>
                  <a:gd name="connsiteX11" fmla="*/ 176186 w 690541"/>
                  <a:gd name="connsiteY11" fmla="*/ 535025 h 2343129"/>
                  <a:gd name="connsiteX12" fmla="*/ 113480 w 690541"/>
                  <a:gd name="connsiteY12" fmla="*/ 38 h 2343129"/>
                  <a:gd name="connsiteX13" fmla="*/ 6324 w 690541"/>
                  <a:gd name="connsiteY13" fmla="*/ 38 h 2343129"/>
                  <a:gd name="connsiteX0" fmla="*/ 6324 w 690541"/>
                  <a:gd name="connsiteY0" fmla="*/ 38 h 2343129"/>
                  <a:gd name="connsiteX1" fmla="*/ 117449 w 690541"/>
                  <a:gd name="connsiteY1" fmla="*/ 606463 h 2343129"/>
                  <a:gd name="connsiteX2" fmla="*/ 575442 w 690541"/>
                  <a:gd name="connsiteY2" fmla="*/ 1074775 h 2343129"/>
                  <a:gd name="connsiteX3" fmla="*/ 579411 w 690541"/>
                  <a:gd name="connsiteY3" fmla="*/ 1260512 h 2343129"/>
                  <a:gd name="connsiteX4" fmla="*/ 184124 w 690541"/>
                  <a:gd name="connsiteY4" fmla="*/ 1626432 h 2343129"/>
                  <a:gd name="connsiteX5" fmla="*/ 9499 w 690541"/>
                  <a:gd name="connsiteY5" fmla="*/ 2336838 h 2343129"/>
                  <a:gd name="connsiteX6" fmla="*/ 113480 w 690541"/>
                  <a:gd name="connsiteY6" fmla="*/ 2341600 h 2343129"/>
                  <a:gd name="connsiteX7" fmla="*/ 174599 w 690541"/>
                  <a:gd name="connsiteY7" fmla="*/ 1813757 h 2343129"/>
                  <a:gd name="connsiteX8" fmla="*/ 516706 w 690541"/>
                  <a:gd name="connsiteY8" fmla="*/ 1376400 h 2343129"/>
                  <a:gd name="connsiteX9" fmla="*/ 690536 w 690541"/>
                  <a:gd name="connsiteY9" fmla="*/ 1144624 h 2343129"/>
                  <a:gd name="connsiteX10" fmla="*/ 550837 w 690541"/>
                  <a:gd name="connsiteY10" fmla="*/ 986670 h 2343129"/>
                  <a:gd name="connsiteX11" fmla="*/ 176186 w 690541"/>
                  <a:gd name="connsiteY11" fmla="*/ 535025 h 2343129"/>
                  <a:gd name="connsiteX12" fmla="*/ 113480 w 690541"/>
                  <a:gd name="connsiteY12" fmla="*/ 38 h 2343129"/>
                  <a:gd name="connsiteX13" fmla="*/ 6324 w 690541"/>
                  <a:gd name="connsiteY13" fmla="*/ 38 h 2343129"/>
                  <a:gd name="connsiteX0" fmla="*/ 5435 w 689652"/>
                  <a:gd name="connsiteY0" fmla="*/ 38 h 2343129"/>
                  <a:gd name="connsiteX1" fmla="*/ 116560 w 689652"/>
                  <a:gd name="connsiteY1" fmla="*/ 606463 h 2343129"/>
                  <a:gd name="connsiteX2" fmla="*/ 503116 w 689652"/>
                  <a:gd name="connsiteY2" fmla="*/ 1017625 h 2343129"/>
                  <a:gd name="connsiteX3" fmla="*/ 578522 w 689652"/>
                  <a:gd name="connsiteY3" fmla="*/ 1260512 h 2343129"/>
                  <a:gd name="connsiteX4" fmla="*/ 183235 w 689652"/>
                  <a:gd name="connsiteY4" fmla="*/ 1626432 h 2343129"/>
                  <a:gd name="connsiteX5" fmla="*/ 8610 w 689652"/>
                  <a:gd name="connsiteY5" fmla="*/ 2336838 h 2343129"/>
                  <a:gd name="connsiteX6" fmla="*/ 112591 w 689652"/>
                  <a:gd name="connsiteY6" fmla="*/ 2341600 h 2343129"/>
                  <a:gd name="connsiteX7" fmla="*/ 173710 w 689652"/>
                  <a:gd name="connsiteY7" fmla="*/ 1813757 h 2343129"/>
                  <a:gd name="connsiteX8" fmla="*/ 515817 w 689652"/>
                  <a:gd name="connsiteY8" fmla="*/ 1376400 h 2343129"/>
                  <a:gd name="connsiteX9" fmla="*/ 689647 w 689652"/>
                  <a:gd name="connsiteY9" fmla="*/ 1144624 h 2343129"/>
                  <a:gd name="connsiteX10" fmla="*/ 549948 w 689652"/>
                  <a:gd name="connsiteY10" fmla="*/ 986670 h 2343129"/>
                  <a:gd name="connsiteX11" fmla="*/ 175297 w 689652"/>
                  <a:gd name="connsiteY11" fmla="*/ 535025 h 2343129"/>
                  <a:gd name="connsiteX12" fmla="*/ 112591 w 689652"/>
                  <a:gd name="connsiteY12" fmla="*/ 38 h 2343129"/>
                  <a:gd name="connsiteX13" fmla="*/ 5435 w 689652"/>
                  <a:gd name="connsiteY13" fmla="*/ 38 h 2343129"/>
                  <a:gd name="connsiteX0" fmla="*/ 5435 w 689652"/>
                  <a:gd name="connsiteY0" fmla="*/ 38 h 2343129"/>
                  <a:gd name="connsiteX1" fmla="*/ 116560 w 689652"/>
                  <a:gd name="connsiteY1" fmla="*/ 606463 h 2343129"/>
                  <a:gd name="connsiteX2" fmla="*/ 503116 w 689652"/>
                  <a:gd name="connsiteY2" fmla="*/ 1017625 h 2343129"/>
                  <a:gd name="connsiteX3" fmla="*/ 578522 w 689652"/>
                  <a:gd name="connsiteY3" fmla="*/ 1260512 h 2343129"/>
                  <a:gd name="connsiteX4" fmla="*/ 183235 w 689652"/>
                  <a:gd name="connsiteY4" fmla="*/ 1626432 h 2343129"/>
                  <a:gd name="connsiteX5" fmla="*/ 8610 w 689652"/>
                  <a:gd name="connsiteY5" fmla="*/ 2336838 h 2343129"/>
                  <a:gd name="connsiteX6" fmla="*/ 112591 w 689652"/>
                  <a:gd name="connsiteY6" fmla="*/ 2341600 h 2343129"/>
                  <a:gd name="connsiteX7" fmla="*/ 173710 w 689652"/>
                  <a:gd name="connsiteY7" fmla="*/ 1813757 h 2343129"/>
                  <a:gd name="connsiteX8" fmla="*/ 515817 w 689652"/>
                  <a:gd name="connsiteY8" fmla="*/ 1376400 h 2343129"/>
                  <a:gd name="connsiteX9" fmla="*/ 689647 w 689652"/>
                  <a:gd name="connsiteY9" fmla="*/ 1144624 h 2343129"/>
                  <a:gd name="connsiteX10" fmla="*/ 549948 w 689652"/>
                  <a:gd name="connsiteY10" fmla="*/ 986670 h 2343129"/>
                  <a:gd name="connsiteX11" fmla="*/ 175297 w 689652"/>
                  <a:gd name="connsiteY11" fmla="*/ 535025 h 2343129"/>
                  <a:gd name="connsiteX12" fmla="*/ 112591 w 689652"/>
                  <a:gd name="connsiteY12" fmla="*/ 38 h 2343129"/>
                  <a:gd name="connsiteX13" fmla="*/ 5435 w 689652"/>
                  <a:gd name="connsiteY13" fmla="*/ 38 h 2343129"/>
                  <a:gd name="connsiteX0" fmla="*/ 6032 w 690249"/>
                  <a:gd name="connsiteY0" fmla="*/ 38 h 2343129"/>
                  <a:gd name="connsiteX1" fmla="*/ 117157 w 690249"/>
                  <a:gd name="connsiteY1" fmla="*/ 606463 h 2343129"/>
                  <a:gd name="connsiteX2" fmla="*/ 553720 w 690249"/>
                  <a:gd name="connsiteY2" fmla="*/ 1060487 h 2343129"/>
                  <a:gd name="connsiteX3" fmla="*/ 579119 w 690249"/>
                  <a:gd name="connsiteY3" fmla="*/ 1260512 h 2343129"/>
                  <a:gd name="connsiteX4" fmla="*/ 183832 w 690249"/>
                  <a:gd name="connsiteY4" fmla="*/ 1626432 h 2343129"/>
                  <a:gd name="connsiteX5" fmla="*/ 9207 w 690249"/>
                  <a:gd name="connsiteY5" fmla="*/ 2336838 h 2343129"/>
                  <a:gd name="connsiteX6" fmla="*/ 113188 w 690249"/>
                  <a:gd name="connsiteY6" fmla="*/ 2341600 h 2343129"/>
                  <a:gd name="connsiteX7" fmla="*/ 174307 w 690249"/>
                  <a:gd name="connsiteY7" fmla="*/ 1813757 h 2343129"/>
                  <a:gd name="connsiteX8" fmla="*/ 516414 w 690249"/>
                  <a:gd name="connsiteY8" fmla="*/ 1376400 h 2343129"/>
                  <a:gd name="connsiteX9" fmla="*/ 690244 w 690249"/>
                  <a:gd name="connsiteY9" fmla="*/ 1144624 h 2343129"/>
                  <a:gd name="connsiteX10" fmla="*/ 550545 w 690249"/>
                  <a:gd name="connsiteY10" fmla="*/ 986670 h 2343129"/>
                  <a:gd name="connsiteX11" fmla="*/ 175894 w 690249"/>
                  <a:gd name="connsiteY11" fmla="*/ 535025 h 2343129"/>
                  <a:gd name="connsiteX12" fmla="*/ 113188 w 690249"/>
                  <a:gd name="connsiteY12" fmla="*/ 38 h 2343129"/>
                  <a:gd name="connsiteX13" fmla="*/ 6032 w 690249"/>
                  <a:gd name="connsiteY13" fmla="*/ 38 h 2343129"/>
                  <a:gd name="connsiteX0" fmla="*/ 6032 w 690249"/>
                  <a:gd name="connsiteY0" fmla="*/ 38 h 2343129"/>
                  <a:gd name="connsiteX1" fmla="*/ 117157 w 690249"/>
                  <a:gd name="connsiteY1" fmla="*/ 606463 h 2343129"/>
                  <a:gd name="connsiteX2" fmla="*/ 553720 w 690249"/>
                  <a:gd name="connsiteY2" fmla="*/ 1060487 h 2343129"/>
                  <a:gd name="connsiteX3" fmla="*/ 579119 w 690249"/>
                  <a:gd name="connsiteY3" fmla="*/ 1260512 h 2343129"/>
                  <a:gd name="connsiteX4" fmla="*/ 183832 w 690249"/>
                  <a:gd name="connsiteY4" fmla="*/ 1626432 h 2343129"/>
                  <a:gd name="connsiteX5" fmla="*/ 9207 w 690249"/>
                  <a:gd name="connsiteY5" fmla="*/ 2336838 h 2343129"/>
                  <a:gd name="connsiteX6" fmla="*/ 113188 w 690249"/>
                  <a:gd name="connsiteY6" fmla="*/ 2341600 h 2343129"/>
                  <a:gd name="connsiteX7" fmla="*/ 174307 w 690249"/>
                  <a:gd name="connsiteY7" fmla="*/ 1813757 h 2343129"/>
                  <a:gd name="connsiteX8" fmla="*/ 516414 w 690249"/>
                  <a:gd name="connsiteY8" fmla="*/ 1376400 h 2343129"/>
                  <a:gd name="connsiteX9" fmla="*/ 690244 w 690249"/>
                  <a:gd name="connsiteY9" fmla="*/ 1144624 h 2343129"/>
                  <a:gd name="connsiteX10" fmla="*/ 550545 w 690249"/>
                  <a:gd name="connsiteY10" fmla="*/ 986670 h 2343129"/>
                  <a:gd name="connsiteX11" fmla="*/ 175894 w 690249"/>
                  <a:gd name="connsiteY11" fmla="*/ 535025 h 2343129"/>
                  <a:gd name="connsiteX12" fmla="*/ 113188 w 690249"/>
                  <a:gd name="connsiteY12" fmla="*/ 38 h 2343129"/>
                  <a:gd name="connsiteX13" fmla="*/ 6032 w 690249"/>
                  <a:gd name="connsiteY13" fmla="*/ 38 h 2343129"/>
                  <a:gd name="connsiteX0" fmla="*/ 6032 w 690249"/>
                  <a:gd name="connsiteY0" fmla="*/ 38 h 2343129"/>
                  <a:gd name="connsiteX1" fmla="*/ 117157 w 690249"/>
                  <a:gd name="connsiteY1" fmla="*/ 606463 h 2343129"/>
                  <a:gd name="connsiteX2" fmla="*/ 553720 w 690249"/>
                  <a:gd name="connsiteY2" fmla="*/ 1060487 h 2343129"/>
                  <a:gd name="connsiteX3" fmla="*/ 579119 w 690249"/>
                  <a:gd name="connsiteY3" fmla="*/ 1260512 h 2343129"/>
                  <a:gd name="connsiteX4" fmla="*/ 183832 w 690249"/>
                  <a:gd name="connsiteY4" fmla="*/ 1626432 h 2343129"/>
                  <a:gd name="connsiteX5" fmla="*/ 9207 w 690249"/>
                  <a:gd name="connsiteY5" fmla="*/ 2336838 h 2343129"/>
                  <a:gd name="connsiteX6" fmla="*/ 113188 w 690249"/>
                  <a:gd name="connsiteY6" fmla="*/ 2341600 h 2343129"/>
                  <a:gd name="connsiteX7" fmla="*/ 174307 w 690249"/>
                  <a:gd name="connsiteY7" fmla="*/ 1813757 h 2343129"/>
                  <a:gd name="connsiteX8" fmla="*/ 516414 w 690249"/>
                  <a:gd name="connsiteY8" fmla="*/ 1376400 h 2343129"/>
                  <a:gd name="connsiteX9" fmla="*/ 690244 w 690249"/>
                  <a:gd name="connsiteY9" fmla="*/ 1144624 h 2343129"/>
                  <a:gd name="connsiteX10" fmla="*/ 550545 w 690249"/>
                  <a:gd name="connsiteY10" fmla="*/ 986670 h 2343129"/>
                  <a:gd name="connsiteX11" fmla="*/ 175894 w 690249"/>
                  <a:gd name="connsiteY11" fmla="*/ 535025 h 2343129"/>
                  <a:gd name="connsiteX12" fmla="*/ 113188 w 690249"/>
                  <a:gd name="connsiteY12" fmla="*/ 38 h 2343129"/>
                  <a:gd name="connsiteX13" fmla="*/ 6032 w 690249"/>
                  <a:gd name="connsiteY13" fmla="*/ 38 h 2343129"/>
                  <a:gd name="connsiteX0" fmla="*/ 6032 w 690249"/>
                  <a:gd name="connsiteY0" fmla="*/ 38 h 2343129"/>
                  <a:gd name="connsiteX1" fmla="*/ 117157 w 690249"/>
                  <a:gd name="connsiteY1" fmla="*/ 606463 h 2343129"/>
                  <a:gd name="connsiteX2" fmla="*/ 553720 w 690249"/>
                  <a:gd name="connsiteY2" fmla="*/ 1060487 h 2343129"/>
                  <a:gd name="connsiteX3" fmla="*/ 579119 w 690249"/>
                  <a:gd name="connsiteY3" fmla="*/ 1260512 h 2343129"/>
                  <a:gd name="connsiteX4" fmla="*/ 183832 w 690249"/>
                  <a:gd name="connsiteY4" fmla="*/ 1626432 h 2343129"/>
                  <a:gd name="connsiteX5" fmla="*/ 9207 w 690249"/>
                  <a:gd name="connsiteY5" fmla="*/ 2336838 h 2343129"/>
                  <a:gd name="connsiteX6" fmla="*/ 113188 w 690249"/>
                  <a:gd name="connsiteY6" fmla="*/ 2341600 h 2343129"/>
                  <a:gd name="connsiteX7" fmla="*/ 174307 w 690249"/>
                  <a:gd name="connsiteY7" fmla="*/ 1813757 h 2343129"/>
                  <a:gd name="connsiteX8" fmla="*/ 516414 w 690249"/>
                  <a:gd name="connsiteY8" fmla="*/ 1376400 h 2343129"/>
                  <a:gd name="connsiteX9" fmla="*/ 690244 w 690249"/>
                  <a:gd name="connsiteY9" fmla="*/ 1144624 h 2343129"/>
                  <a:gd name="connsiteX10" fmla="*/ 550545 w 690249"/>
                  <a:gd name="connsiteY10" fmla="*/ 986670 h 2343129"/>
                  <a:gd name="connsiteX11" fmla="*/ 175894 w 690249"/>
                  <a:gd name="connsiteY11" fmla="*/ 535025 h 2343129"/>
                  <a:gd name="connsiteX12" fmla="*/ 113188 w 690249"/>
                  <a:gd name="connsiteY12" fmla="*/ 38 h 2343129"/>
                  <a:gd name="connsiteX13" fmla="*/ 6032 w 690249"/>
                  <a:gd name="connsiteY13" fmla="*/ 38 h 2343129"/>
                  <a:gd name="connsiteX0" fmla="*/ 6032 w 690249"/>
                  <a:gd name="connsiteY0" fmla="*/ 38 h 2343129"/>
                  <a:gd name="connsiteX1" fmla="*/ 117157 w 690249"/>
                  <a:gd name="connsiteY1" fmla="*/ 606463 h 2343129"/>
                  <a:gd name="connsiteX2" fmla="*/ 553720 w 690249"/>
                  <a:gd name="connsiteY2" fmla="*/ 1060487 h 2343129"/>
                  <a:gd name="connsiteX3" fmla="*/ 552925 w 690249"/>
                  <a:gd name="connsiteY3" fmla="*/ 1272418 h 2343129"/>
                  <a:gd name="connsiteX4" fmla="*/ 183832 w 690249"/>
                  <a:gd name="connsiteY4" fmla="*/ 1626432 h 2343129"/>
                  <a:gd name="connsiteX5" fmla="*/ 9207 w 690249"/>
                  <a:gd name="connsiteY5" fmla="*/ 2336838 h 2343129"/>
                  <a:gd name="connsiteX6" fmla="*/ 113188 w 690249"/>
                  <a:gd name="connsiteY6" fmla="*/ 2341600 h 2343129"/>
                  <a:gd name="connsiteX7" fmla="*/ 174307 w 690249"/>
                  <a:gd name="connsiteY7" fmla="*/ 1813757 h 2343129"/>
                  <a:gd name="connsiteX8" fmla="*/ 516414 w 690249"/>
                  <a:gd name="connsiteY8" fmla="*/ 1376400 h 2343129"/>
                  <a:gd name="connsiteX9" fmla="*/ 690244 w 690249"/>
                  <a:gd name="connsiteY9" fmla="*/ 1144624 h 2343129"/>
                  <a:gd name="connsiteX10" fmla="*/ 550545 w 690249"/>
                  <a:gd name="connsiteY10" fmla="*/ 986670 h 2343129"/>
                  <a:gd name="connsiteX11" fmla="*/ 175894 w 690249"/>
                  <a:gd name="connsiteY11" fmla="*/ 535025 h 2343129"/>
                  <a:gd name="connsiteX12" fmla="*/ 113188 w 690249"/>
                  <a:gd name="connsiteY12" fmla="*/ 38 h 2343129"/>
                  <a:gd name="connsiteX13" fmla="*/ 6032 w 690249"/>
                  <a:gd name="connsiteY13" fmla="*/ 38 h 2343129"/>
                  <a:gd name="connsiteX0" fmla="*/ 6032 w 690249"/>
                  <a:gd name="connsiteY0" fmla="*/ 38 h 2343129"/>
                  <a:gd name="connsiteX1" fmla="*/ 117157 w 690249"/>
                  <a:gd name="connsiteY1" fmla="*/ 606463 h 2343129"/>
                  <a:gd name="connsiteX2" fmla="*/ 553720 w 690249"/>
                  <a:gd name="connsiteY2" fmla="*/ 1060487 h 2343129"/>
                  <a:gd name="connsiteX3" fmla="*/ 552925 w 690249"/>
                  <a:gd name="connsiteY3" fmla="*/ 1272418 h 2343129"/>
                  <a:gd name="connsiteX4" fmla="*/ 183832 w 690249"/>
                  <a:gd name="connsiteY4" fmla="*/ 1626432 h 2343129"/>
                  <a:gd name="connsiteX5" fmla="*/ 9207 w 690249"/>
                  <a:gd name="connsiteY5" fmla="*/ 2336838 h 2343129"/>
                  <a:gd name="connsiteX6" fmla="*/ 113188 w 690249"/>
                  <a:gd name="connsiteY6" fmla="*/ 2341600 h 2343129"/>
                  <a:gd name="connsiteX7" fmla="*/ 174307 w 690249"/>
                  <a:gd name="connsiteY7" fmla="*/ 1813757 h 2343129"/>
                  <a:gd name="connsiteX8" fmla="*/ 516414 w 690249"/>
                  <a:gd name="connsiteY8" fmla="*/ 1376400 h 2343129"/>
                  <a:gd name="connsiteX9" fmla="*/ 690244 w 690249"/>
                  <a:gd name="connsiteY9" fmla="*/ 1144624 h 2343129"/>
                  <a:gd name="connsiteX10" fmla="*/ 550545 w 690249"/>
                  <a:gd name="connsiteY10" fmla="*/ 986670 h 2343129"/>
                  <a:gd name="connsiteX11" fmla="*/ 175894 w 690249"/>
                  <a:gd name="connsiteY11" fmla="*/ 535025 h 2343129"/>
                  <a:gd name="connsiteX12" fmla="*/ 113188 w 690249"/>
                  <a:gd name="connsiteY12" fmla="*/ 38 h 2343129"/>
                  <a:gd name="connsiteX13" fmla="*/ 6032 w 690249"/>
                  <a:gd name="connsiteY13" fmla="*/ 38 h 2343129"/>
                  <a:gd name="connsiteX0" fmla="*/ 6032 w 690249"/>
                  <a:gd name="connsiteY0" fmla="*/ 38 h 2343129"/>
                  <a:gd name="connsiteX1" fmla="*/ 117157 w 690249"/>
                  <a:gd name="connsiteY1" fmla="*/ 606463 h 2343129"/>
                  <a:gd name="connsiteX2" fmla="*/ 553720 w 690249"/>
                  <a:gd name="connsiteY2" fmla="*/ 1060487 h 2343129"/>
                  <a:gd name="connsiteX3" fmla="*/ 552925 w 690249"/>
                  <a:gd name="connsiteY3" fmla="*/ 1272418 h 2343129"/>
                  <a:gd name="connsiteX4" fmla="*/ 183832 w 690249"/>
                  <a:gd name="connsiteY4" fmla="*/ 1626432 h 2343129"/>
                  <a:gd name="connsiteX5" fmla="*/ 9207 w 690249"/>
                  <a:gd name="connsiteY5" fmla="*/ 2336838 h 2343129"/>
                  <a:gd name="connsiteX6" fmla="*/ 113188 w 690249"/>
                  <a:gd name="connsiteY6" fmla="*/ 2341600 h 2343129"/>
                  <a:gd name="connsiteX7" fmla="*/ 174307 w 690249"/>
                  <a:gd name="connsiteY7" fmla="*/ 1813757 h 2343129"/>
                  <a:gd name="connsiteX8" fmla="*/ 516414 w 690249"/>
                  <a:gd name="connsiteY8" fmla="*/ 1376400 h 2343129"/>
                  <a:gd name="connsiteX9" fmla="*/ 690244 w 690249"/>
                  <a:gd name="connsiteY9" fmla="*/ 1144624 h 2343129"/>
                  <a:gd name="connsiteX10" fmla="*/ 550545 w 690249"/>
                  <a:gd name="connsiteY10" fmla="*/ 986670 h 2343129"/>
                  <a:gd name="connsiteX11" fmla="*/ 175894 w 690249"/>
                  <a:gd name="connsiteY11" fmla="*/ 535025 h 2343129"/>
                  <a:gd name="connsiteX12" fmla="*/ 113188 w 690249"/>
                  <a:gd name="connsiteY12" fmla="*/ 38 h 2343129"/>
                  <a:gd name="connsiteX13" fmla="*/ 6032 w 690249"/>
                  <a:gd name="connsiteY13" fmla="*/ 38 h 2343129"/>
                  <a:gd name="connsiteX0" fmla="*/ 6032 w 690249"/>
                  <a:gd name="connsiteY0" fmla="*/ 38 h 2343129"/>
                  <a:gd name="connsiteX1" fmla="*/ 117157 w 690249"/>
                  <a:gd name="connsiteY1" fmla="*/ 606463 h 2343129"/>
                  <a:gd name="connsiteX2" fmla="*/ 553720 w 690249"/>
                  <a:gd name="connsiteY2" fmla="*/ 1060487 h 2343129"/>
                  <a:gd name="connsiteX3" fmla="*/ 552925 w 690249"/>
                  <a:gd name="connsiteY3" fmla="*/ 1272418 h 2343129"/>
                  <a:gd name="connsiteX4" fmla="*/ 183832 w 690249"/>
                  <a:gd name="connsiteY4" fmla="*/ 1626432 h 2343129"/>
                  <a:gd name="connsiteX5" fmla="*/ 9207 w 690249"/>
                  <a:gd name="connsiteY5" fmla="*/ 2336838 h 2343129"/>
                  <a:gd name="connsiteX6" fmla="*/ 113188 w 690249"/>
                  <a:gd name="connsiteY6" fmla="*/ 2341600 h 2343129"/>
                  <a:gd name="connsiteX7" fmla="*/ 174307 w 690249"/>
                  <a:gd name="connsiteY7" fmla="*/ 1813757 h 2343129"/>
                  <a:gd name="connsiteX8" fmla="*/ 516414 w 690249"/>
                  <a:gd name="connsiteY8" fmla="*/ 1376400 h 2343129"/>
                  <a:gd name="connsiteX9" fmla="*/ 690244 w 690249"/>
                  <a:gd name="connsiteY9" fmla="*/ 1144624 h 2343129"/>
                  <a:gd name="connsiteX10" fmla="*/ 550545 w 690249"/>
                  <a:gd name="connsiteY10" fmla="*/ 986670 h 2343129"/>
                  <a:gd name="connsiteX11" fmla="*/ 175894 w 690249"/>
                  <a:gd name="connsiteY11" fmla="*/ 535025 h 2343129"/>
                  <a:gd name="connsiteX12" fmla="*/ 113188 w 690249"/>
                  <a:gd name="connsiteY12" fmla="*/ 38 h 2343129"/>
                  <a:gd name="connsiteX13" fmla="*/ 6032 w 690249"/>
                  <a:gd name="connsiteY13" fmla="*/ 38 h 2343129"/>
                  <a:gd name="connsiteX0" fmla="*/ 6032 w 690249"/>
                  <a:gd name="connsiteY0" fmla="*/ 38 h 2343129"/>
                  <a:gd name="connsiteX1" fmla="*/ 117157 w 690249"/>
                  <a:gd name="connsiteY1" fmla="*/ 606463 h 2343129"/>
                  <a:gd name="connsiteX2" fmla="*/ 553720 w 690249"/>
                  <a:gd name="connsiteY2" fmla="*/ 1060487 h 2343129"/>
                  <a:gd name="connsiteX3" fmla="*/ 552925 w 690249"/>
                  <a:gd name="connsiteY3" fmla="*/ 1272418 h 2343129"/>
                  <a:gd name="connsiteX4" fmla="*/ 183832 w 690249"/>
                  <a:gd name="connsiteY4" fmla="*/ 1626432 h 2343129"/>
                  <a:gd name="connsiteX5" fmla="*/ 9207 w 690249"/>
                  <a:gd name="connsiteY5" fmla="*/ 2336838 h 2343129"/>
                  <a:gd name="connsiteX6" fmla="*/ 113188 w 690249"/>
                  <a:gd name="connsiteY6" fmla="*/ 2341600 h 2343129"/>
                  <a:gd name="connsiteX7" fmla="*/ 174307 w 690249"/>
                  <a:gd name="connsiteY7" fmla="*/ 1813757 h 2343129"/>
                  <a:gd name="connsiteX8" fmla="*/ 516414 w 690249"/>
                  <a:gd name="connsiteY8" fmla="*/ 1376400 h 2343129"/>
                  <a:gd name="connsiteX9" fmla="*/ 690244 w 690249"/>
                  <a:gd name="connsiteY9" fmla="*/ 1144624 h 2343129"/>
                  <a:gd name="connsiteX10" fmla="*/ 550545 w 690249"/>
                  <a:gd name="connsiteY10" fmla="*/ 986670 h 2343129"/>
                  <a:gd name="connsiteX11" fmla="*/ 175894 w 690249"/>
                  <a:gd name="connsiteY11" fmla="*/ 535025 h 2343129"/>
                  <a:gd name="connsiteX12" fmla="*/ 113188 w 690249"/>
                  <a:gd name="connsiteY12" fmla="*/ 38 h 2343129"/>
                  <a:gd name="connsiteX13" fmla="*/ 6032 w 690249"/>
                  <a:gd name="connsiteY13" fmla="*/ 38 h 2343129"/>
                  <a:gd name="connsiteX0" fmla="*/ 6032 w 690249"/>
                  <a:gd name="connsiteY0" fmla="*/ 38 h 2343129"/>
                  <a:gd name="connsiteX1" fmla="*/ 117157 w 690249"/>
                  <a:gd name="connsiteY1" fmla="*/ 606463 h 2343129"/>
                  <a:gd name="connsiteX2" fmla="*/ 553720 w 690249"/>
                  <a:gd name="connsiteY2" fmla="*/ 1060487 h 2343129"/>
                  <a:gd name="connsiteX3" fmla="*/ 552925 w 690249"/>
                  <a:gd name="connsiteY3" fmla="*/ 1272418 h 2343129"/>
                  <a:gd name="connsiteX4" fmla="*/ 183832 w 690249"/>
                  <a:gd name="connsiteY4" fmla="*/ 1626432 h 2343129"/>
                  <a:gd name="connsiteX5" fmla="*/ 9207 w 690249"/>
                  <a:gd name="connsiteY5" fmla="*/ 2336838 h 2343129"/>
                  <a:gd name="connsiteX6" fmla="*/ 113188 w 690249"/>
                  <a:gd name="connsiteY6" fmla="*/ 2341600 h 2343129"/>
                  <a:gd name="connsiteX7" fmla="*/ 174307 w 690249"/>
                  <a:gd name="connsiteY7" fmla="*/ 1813757 h 2343129"/>
                  <a:gd name="connsiteX8" fmla="*/ 516414 w 690249"/>
                  <a:gd name="connsiteY8" fmla="*/ 1376400 h 2343129"/>
                  <a:gd name="connsiteX9" fmla="*/ 690244 w 690249"/>
                  <a:gd name="connsiteY9" fmla="*/ 1144624 h 2343129"/>
                  <a:gd name="connsiteX10" fmla="*/ 550545 w 690249"/>
                  <a:gd name="connsiteY10" fmla="*/ 986670 h 2343129"/>
                  <a:gd name="connsiteX11" fmla="*/ 175894 w 690249"/>
                  <a:gd name="connsiteY11" fmla="*/ 535025 h 2343129"/>
                  <a:gd name="connsiteX12" fmla="*/ 113188 w 690249"/>
                  <a:gd name="connsiteY12" fmla="*/ 38 h 2343129"/>
                  <a:gd name="connsiteX13" fmla="*/ 6032 w 690249"/>
                  <a:gd name="connsiteY13" fmla="*/ 38 h 2343129"/>
                  <a:gd name="connsiteX0" fmla="*/ 6032 w 690249"/>
                  <a:gd name="connsiteY0" fmla="*/ 38 h 2343129"/>
                  <a:gd name="connsiteX1" fmla="*/ 117157 w 690249"/>
                  <a:gd name="connsiteY1" fmla="*/ 606463 h 2343129"/>
                  <a:gd name="connsiteX2" fmla="*/ 553720 w 690249"/>
                  <a:gd name="connsiteY2" fmla="*/ 1060487 h 2343129"/>
                  <a:gd name="connsiteX3" fmla="*/ 552925 w 690249"/>
                  <a:gd name="connsiteY3" fmla="*/ 1272418 h 2343129"/>
                  <a:gd name="connsiteX4" fmla="*/ 183832 w 690249"/>
                  <a:gd name="connsiteY4" fmla="*/ 1626432 h 2343129"/>
                  <a:gd name="connsiteX5" fmla="*/ 9207 w 690249"/>
                  <a:gd name="connsiteY5" fmla="*/ 2336838 h 2343129"/>
                  <a:gd name="connsiteX6" fmla="*/ 113188 w 690249"/>
                  <a:gd name="connsiteY6" fmla="*/ 2341600 h 2343129"/>
                  <a:gd name="connsiteX7" fmla="*/ 174307 w 690249"/>
                  <a:gd name="connsiteY7" fmla="*/ 1813757 h 2343129"/>
                  <a:gd name="connsiteX8" fmla="*/ 516414 w 690249"/>
                  <a:gd name="connsiteY8" fmla="*/ 1376400 h 2343129"/>
                  <a:gd name="connsiteX9" fmla="*/ 690244 w 690249"/>
                  <a:gd name="connsiteY9" fmla="*/ 1144624 h 2343129"/>
                  <a:gd name="connsiteX10" fmla="*/ 550545 w 690249"/>
                  <a:gd name="connsiteY10" fmla="*/ 986670 h 2343129"/>
                  <a:gd name="connsiteX11" fmla="*/ 175894 w 690249"/>
                  <a:gd name="connsiteY11" fmla="*/ 535025 h 2343129"/>
                  <a:gd name="connsiteX12" fmla="*/ 113188 w 690249"/>
                  <a:gd name="connsiteY12" fmla="*/ 38 h 2343129"/>
                  <a:gd name="connsiteX13" fmla="*/ 6032 w 690249"/>
                  <a:gd name="connsiteY13" fmla="*/ 38 h 2343129"/>
                  <a:gd name="connsiteX0" fmla="*/ 6032 w 690249"/>
                  <a:gd name="connsiteY0" fmla="*/ 38 h 2343129"/>
                  <a:gd name="connsiteX1" fmla="*/ 117157 w 690249"/>
                  <a:gd name="connsiteY1" fmla="*/ 606463 h 2343129"/>
                  <a:gd name="connsiteX2" fmla="*/ 553720 w 690249"/>
                  <a:gd name="connsiteY2" fmla="*/ 1060487 h 2343129"/>
                  <a:gd name="connsiteX3" fmla="*/ 552925 w 690249"/>
                  <a:gd name="connsiteY3" fmla="*/ 1272418 h 2343129"/>
                  <a:gd name="connsiteX4" fmla="*/ 183832 w 690249"/>
                  <a:gd name="connsiteY4" fmla="*/ 1626432 h 2343129"/>
                  <a:gd name="connsiteX5" fmla="*/ 9207 w 690249"/>
                  <a:gd name="connsiteY5" fmla="*/ 2336838 h 2343129"/>
                  <a:gd name="connsiteX6" fmla="*/ 113188 w 690249"/>
                  <a:gd name="connsiteY6" fmla="*/ 2341600 h 2343129"/>
                  <a:gd name="connsiteX7" fmla="*/ 174307 w 690249"/>
                  <a:gd name="connsiteY7" fmla="*/ 1813757 h 2343129"/>
                  <a:gd name="connsiteX8" fmla="*/ 516414 w 690249"/>
                  <a:gd name="connsiteY8" fmla="*/ 1376400 h 2343129"/>
                  <a:gd name="connsiteX9" fmla="*/ 690244 w 690249"/>
                  <a:gd name="connsiteY9" fmla="*/ 1144624 h 2343129"/>
                  <a:gd name="connsiteX10" fmla="*/ 550545 w 690249"/>
                  <a:gd name="connsiteY10" fmla="*/ 986670 h 2343129"/>
                  <a:gd name="connsiteX11" fmla="*/ 175894 w 690249"/>
                  <a:gd name="connsiteY11" fmla="*/ 535025 h 2343129"/>
                  <a:gd name="connsiteX12" fmla="*/ 113188 w 690249"/>
                  <a:gd name="connsiteY12" fmla="*/ 38 h 2343129"/>
                  <a:gd name="connsiteX13" fmla="*/ 6032 w 690249"/>
                  <a:gd name="connsiteY13" fmla="*/ 38 h 2343129"/>
                  <a:gd name="connsiteX0" fmla="*/ 6032 w 690249"/>
                  <a:gd name="connsiteY0" fmla="*/ 38 h 2343129"/>
                  <a:gd name="connsiteX1" fmla="*/ 117157 w 690249"/>
                  <a:gd name="connsiteY1" fmla="*/ 606463 h 2343129"/>
                  <a:gd name="connsiteX2" fmla="*/ 553720 w 690249"/>
                  <a:gd name="connsiteY2" fmla="*/ 1060487 h 2343129"/>
                  <a:gd name="connsiteX3" fmla="*/ 552925 w 690249"/>
                  <a:gd name="connsiteY3" fmla="*/ 1272418 h 2343129"/>
                  <a:gd name="connsiteX4" fmla="*/ 183832 w 690249"/>
                  <a:gd name="connsiteY4" fmla="*/ 1626432 h 2343129"/>
                  <a:gd name="connsiteX5" fmla="*/ 9207 w 690249"/>
                  <a:gd name="connsiteY5" fmla="*/ 2336838 h 2343129"/>
                  <a:gd name="connsiteX6" fmla="*/ 113188 w 690249"/>
                  <a:gd name="connsiteY6" fmla="*/ 2341600 h 2343129"/>
                  <a:gd name="connsiteX7" fmla="*/ 174307 w 690249"/>
                  <a:gd name="connsiteY7" fmla="*/ 1813757 h 2343129"/>
                  <a:gd name="connsiteX8" fmla="*/ 516414 w 690249"/>
                  <a:gd name="connsiteY8" fmla="*/ 1376400 h 2343129"/>
                  <a:gd name="connsiteX9" fmla="*/ 690244 w 690249"/>
                  <a:gd name="connsiteY9" fmla="*/ 1144624 h 2343129"/>
                  <a:gd name="connsiteX10" fmla="*/ 550545 w 690249"/>
                  <a:gd name="connsiteY10" fmla="*/ 986670 h 2343129"/>
                  <a:gd name="connsiteX11" fmla="*/ 175894 w 690249"/>
                  <a:gd name="connsiteY11" fmla="*/ 535025 h 2343129"/>
                  <a:gd name="connsiteX12" fmla="*/ 113188 w 690249"/>
                  <a:gd name="connsiteY12" fmla="*/ 38 h 2343129"/>
                  <a:gd name="connsiteX13" fmla="*/ 6032 w 690249"/>
                  <a:gd name="connsiteY13" fmla="*/ 38 h 2343129"/>
                  <a:gd name="connsiteX0" fmla="*/ 6032 w 690249"/>
                  <a:gd name="connsiteY0" fmla="*/ 38 h 2343129"/>
                  <a:gd name="connsiteX1" fmla="*/ 117157 w 690249"/>
                  <a:gd name="connsiteY1" fmla="*/ 606463 h 2343129"/>
                  <a:gd name="connsiteX2" fmla="*/ 553720 w 690249"/>
                  <a:gd name="connsiteY2" fmla="*/ 1060487 h 2343129"/>
                  <a:gd name="connsiteX3" fmla="*/ 552925 w 690249"/>
                  <a:gd name="connsiteY3" fmla="*/ 1272418 h 2343129"/>
                  <a:gd name="connsiteX4" fmla="*/ 183832 w 690249"/>
                  <a:gd name="connsiteY4" fmla="*/ 1626432 h 2343129"/>
                  <a:gd name="connsiteX5" fmla="*/ 9207 w 690249"/>
                  <a:gd name="connsiteY5" fmla="*/ 2336838 h 2343129"/>
                  <a:gd name="connsiteX6" fmla="*/ 113188 w 690249"/>
                  <a:gd name="connsiteY6" fmla="*/ 2341600 h 2343129"/>
                  <a:gd name="connsiteX7" fmla="*/ 174307 w 690249"/>
                  <a:gd name="connsiteY7" fmla="*/ 1813757 h 2343129"/>
                  <a:gd name="connsiteX8" fmla="*/ 516414 w 690249"/>
                  <a:gd name="connsiteY8" fmla="*/ 1376400 h 2343129"/>
                  <a:gd name="connsiteX9" fmla="*/ 690244 w 690249"/>
                  <a:gd name="connsiteY9" fmla="*/ 1144624 h 2343129"/>
                  <a:gd name="connsiteX10" fmla="*/ 550545 w 690249"/>
                  <a:gd name="connsiteY10" fmla="*/ 986670 h 2343129"/>
                  <a:gd name="connsiteX11" fmla="*/ 175894 w 690249"/>
                  <a:gd name="connsiteY11" fmla="*/ 535025 h 2343129"/>
                  <a:gd name="connsiteX12" fmla="*/ 113188 w 690249"/>
                  <a:gd name="connsiteY12" fmla="*/ 38 h 2343129"/>
                  <a:gd name="connsiteX13" fmla="*/ 6032 w 690249"/>
                  <a:gd name="connsiteY13" fmla="*/ 38 h 2343129"/>
                  <a:gd name="connsiteX0" fmla="*/ 6032 w 690249"/>
                  <a:gd name="connsiteY0" fmla="*/ 38 h 2343129"/>
                  <a:gd name="connsiteX1" fmla="*/ 117157 w 690249"/>
                  <a:gd name="connsiteY1" fmla="*/ 606463 h 2343129"/>
                  <a:gd name="connsiteX2" fmla="*/ 553720 w 690249"/>
                  <a:gd name="connsiteY2" fmla="*/ 1060487 h 2343129"/>
                  <a:gd name="connsiteX3" fmla="*/ 552925 w 690249"/>
                  <a:gd name="connsiteY3" fmla="*/ 1272418 h 2343129"/>
                  <a:gd name="connsiteX4" fmla="*/ 183832 w 690249"/>
                  <a:gd name="connsiteY4" fmla="*/ 1626432 h 2343129"/>
                  <a:gd name="connsiteX5" fmla="*/ 9207 w 690249"/>
                  <a:gd name="connsiteY5" fmla="*/ 2336838 h 2343129"/>
                  <a:gd name="connsiteX6" fmla="*/ 113188 w 690249"/>
                  <a:gd name="connsiteY6" fmla="*/ 2341600 h 2343129"/>
                  <a:gd name="connsiteX7" fmla="*/ 174307 w 690249"/>
                  <a:gd name="connsiteY7" fmla="*/ 1813757 h 2343129"/>
                  <a:gd name="connsiteX8" fmla="*/ 516414 w 690249"/>
                  <a:gd name="connsiteY8" fmla="*/ 1376400 h 2343129"/>
                  <a:gd name="connsiteX9" fmla="*/ 690244 w 690249"/>
                  <a:gd name="connsiteY9" fmla="*/ 1144624 h 2343129"/>
                  <a:gd name="connsiteX10" fmla="*/ 550545 w 690249"/>
                  <a:gd name="connsiteY10" fmla="*/ 986670 h 2343129"/>
                  <a:gd name="connsiteX11" fmla="*/ 175894 w 690249"/>
                  <a:gd name="connsiteY11" fmla="*/ 535025 h 2343129"/>
                  <a:gd name="connsiteX12" fmla="*/ 113188 w 690249"/>
                  <a:gd name="connsiteY12" fmla="*/ 38 h 2343129"/>
                  <a:gd name="connsiteX13" fmla="*/ 6032 w 690249"/>
                  <a:gd name="connsiteY13" fmla="*/ 38 h 2343129"/>
                  <a:gd name="connsiteX0" fmla="*/ 6032 w 690249"/>
                  <a:gd name="connsiteY0" fmla="*/ 38 h 2343129"/>
                  <a:gd name="connsiteX1" fmla="*/ 117157 w 690249"/>
                  <a:gd name="connsiteY1" fmla="*/ 606463 h 2343129"/>
                  <a:gd name="connsiteX2" fmla="*/ 553720 w 690249"/>
                  <a:gd name="connsiteY2" fmla="*/ 1060487 h 2343129"/>
                  <a:gd name="connsiteX3" fmla="*/ 552925 w 690249"/>
                  <a:gd name="connsiteY3" fmla="*/ 1272418 h 2343129"/>
                  <a:gd name="connsiteX4" fmla="*/ 183832 w 690249"/>
                  <a:gd name="connsiteY4" fmla="*/ 1626432 h 2343129"/>
                  <a:gd name="connsiteX5" fmla="*/ 9207 w 690249"/>
                  <a:gd name="connsiteY5" fmla="*/ 2336838 h 2343129"/>
                  <a:gd name="connsiteX6" fmla="*/ 113188 w 690249"/>
                  <a:gd name="connsiteY6" fmla="*/ 2341600 h 2343129"/>
                  <a:gd name="connsiteX7" fmla="*/ 174307 w 690249"/>
                  <a:gd name="connsiteY7" fmla="*/ 1813757 h 2343129"/>
                  <a:gd name="connsiteX8" fmla="*/ 516414 w 690249"/>
                  <a:gd name="connsiteY8" fmla="*/ 1376400 h 2343129"/>
                  <a:gd name="connsiteX9" fmla="*/ 690244 w 690249"/>
                  <a:gd name="connsiteY9" fmla="*/ 1144624 h 2343129"/>
                  <a:gd name="connsiteX10" fmla="*/ 550545 w 690249"/>
                  <a:gd name="connsiteY10" fmla="*/ 986670 h 2343129"/>
                  <a:gd name="connsiteX11" fmla="*/ 175894 w 690249"/>
                  <a:gd name="connsiteY11" fmla="*/ 535025 h 2343129"/>
                  <a:gd name="connsiteX12" fmla="*/ 113188 w 690249"/>
                  <a:gd name="connsiteY12" fmla="*/ 38 h 2343129"/>
                  <a:gd name="connsiteX13" fmla="*/ 6032 w 690249"/>
                  <a:gd name="connsiteY13" fmla="*/ 38 h 2343129"/>
                  <a:gd name="connsiteX0" fmla="*/ 12817 w 697034"/>
                  <a:gd name="connsiteY0" fmla="*/ 38 h 2343129"/>
                  <a:gd name="connsiteX1" fmla="*/ 123942 w 697034"/>
                  <a:gd name="connsiteY1" fmla="*/ 606463 h 2343129"/>
                  <a:gd name="connsiteX2" fmla="*/ 560505 w 697034"/>
                  <a:gd name="connsiteY2" fmla="*/ 1060487 h 2343129"/>
                  <a:gd name="connsiteX3" fmla="*/ 559710 w 697034"/>
                  <a:gd name="connsiteY3" fmla="*/ 1272418 h 2343129"/>
                  <a:gd name="connsiteX4" fmla="*/ 131085 w 697034"/>
                  <a:gd name="connsiteY4" fmla="*/ 1719301 h 2343129"/>
                  <a:gd name="connsiteX5" fmla="*/ 15992 w 697034"/>
                  <a:gd name="connsiteY5" fmla="*/ 2336838 h 2343129"/>
                  <a:gd name="connsiteX6" fmla="*/ 119973 w 697034"/>
                  <a:gd name="connsiteY6" fmla="*/ 2341600 h 2343129"/>
                  <a:gd name="connsiteX7" fmla="*/ 181092 w 697034"/>
                  <a:gd name="connsiteY7" fmla="*/ 1813757 h 2343129"/>
                  <a:gd name="connsiteX8" fmla="*/ 523199 w 697034"/>
                  <a:gd name="connsiteY8" fmla="*/ 1376400 h 2343129"/>
                  <a:gd name="connsiteX9" fmla="*/ 697029 w 697034"/>
                  <a:gd name="connsiteY9" fmla="*/ 1144624 h 2343129"/>
                  <a:gd name="connsiteX10" fmla="*/ 557330 w 697034"/>
                  <a:gd name="connsiteY10" fmla="*/ 986670 h 2343129"/>
                  <a:gd name="connsiteX11" fmla="*/ 182679 w 697034"/>
                  <a:gd name="connsiteY11" fmla="*/ 535025 h 2343129"/>
                  <a:gd name="connsiteX12" fmla="*/ 119973 w 697034"/>
                  <a:gd name="connsiteY12" fmla="*/ 38 h 2343129"/>
                  <a:gd name="connsiteX13" fmla="*/ 12817 w 697034"/>
                  <a:gd name="connsiteY13" fmla="*/ 38 h 2343129"/>
                  <a:gd name="connsiteX0" fmla="*/ 12130 w 696347"/>
                  <a:gd name="connsiteY0" fmla="*/ 38 h 2343129"/>
                  <a:gd name="connsiteX1" fmla="*/ 123255 w 696347"/>
                  <a:gd name="connsiteY1" fmla="*/ 606463 h 2343129"/>
                  <a:gd name="connsiteX2" fmla="*/ 559818 w 696347"/>
                  <a:gd name="connsiteY2" fmla="*/ 1060487 h 2343129"/>
                  <a:gd name="connsiteX3" fmla="*/ 559023 w 696347"/>
                  <a:gd name="connsiteY3" fmla="*/ 1272418 h 2343129"/>
                  <a:gd name="connsiteX4" fmla="*/ 130398 w 696347"/>
                  <a:gd name="connsiteY4" fmla="*/ 1719301 h 2343129"/>
                  <a:gd name="connsiteX5" fmla="*/ 15305 w 696347"/>
                  <a:gd name="connsiteY5" fmla="*/ 2336838 h 2343129"/>
                  <a:gd name="connsiteX6" fmla="*/ 119286 w 696347"/>
                  <a:gd name="connsiteY6" fmla="*/ 2341600 h 2343129"/>
                  <a:gd name="connsiteX7" fmla="*/ 180405 w 696347"/>
                  <a:gd name="connsiteY7" fmla="*/ 1813757 h 2343129"/>
                  <a:gd name="connsiteX8" fmla="*/ 522512 w 696347"/>
                  <a:gd name="connsiteY8" fmla="*/ 1376400 h 2343129"/>
                  <a:gd name="connsiteX9" fmla="*/ 696342 w 696347"/>
                  <a:gd name="connsiteY9" fmla="*/ 1144624 h 2343129"/>
                  <a:gd name="connsiteX10" fmla="*/ 556643 w 696347"/>
                  <a:gd name="connsiteY10" fmla="*/ 986670 h 2343129"/>
                  <a:gd name="connsiteX11" fmla="*/ 181992 w 696347"/>
                  <a:gd name="connsiteY11" fmla="*/ 535025 h 2343129"/>
                  <a:gd name="connsiteX12" fmla="*/ 119286 w 696347"/>
                  <a:gd name="connsiteY12" fmla="*/ 38 h 2343129"/>
                  <a:gd name="connsiteX13" fmla="*/ 12130 w 696347"/>
                  <a:gd name="connsiteY13" fmla="*/ 38 h 2343129"/>
                  <a:gd name="connsiteX0" fmla="*/ 6033 w 690250"/>
                  <a:gd name="connsiteY0" fmla="*/ 38 h 2343129"/>
                  <a:gd name="connsiteX1" fmla="*/ 117158 w 690250"/>
                  <a:gd name="connsiteY1" fmla="*/ 606463 h 2343129"/>
                  <a:gd name="connsiteX2" fmla="*/ 553721 w 690250"/>
                  <a:gd name="connsiteY2" fmla="*/ 1060487 h 2343129"/>
                  <a:gd name="connsiteX3" fmla="*/ 552926 w 690250"/>
                  <a:gd name="connsiteY3" fmla="*/ 1272418 h 2343129"/>
                  <a:gd name="connsiteX4" fmla="*/ 124301 w 690250"/>
                  <a:gd name="connsiteY4" fmla="*/ 1719301 h 2343129"/>
                  <a:gd name="connsiteX5" fmla="*/ 9208 w 690250"/>
                  <a:gd name="connsiteY5" fmla="*/ 2336838 h 2343129"/>
                  <a:gd name="connsiteX6" fmla="*/ 113189 w 690250"/>
                  <a:gd name="connsiteY6" fmla="*/ 2341600 h 2343129"/>
                  <a:gd name="connsiteX7" fmla="*/ 174308 w 690250"/>
                  <a:gd name="connsiteY7" fmla="*/ 1813757 h 2343129"/>
                  <a:gd name="connsiteX8" fmla="*/ 516415 w 690250"/>
                  <a:gd name="connsiteY8" fmla="*/ 1376400 h 2343129"/>
                  <a:gd name="connsiteX9" fmla="*/ 690245 w 690250"/>
                  <a:gd name="connsiteY9" fmla="*/ 1144624 h 2343129"/>
                  <a:gd name="connsiteX10" fmla="*/ 550546 w 690250"/>
                  <a:gd name="connsiteY10" fmla="*/ 986670 h 2343129"/>
                  <a:gd name="connsiteX11" fmla="*/ 175895 w 690250"/>
                  <a:gd name="connsiteY11" fmla="*/ 535025 h 2343129"/>
                  <a:gd name="connsiteX12" fmla="*/ 113189 w 690250"/>
                  <a:gd name="connsiteY12" fmla="*/ 38 h 2343129"/>
                  <a:gd name="connsiteX13" fmla="*/ 6033 w 690250"/>
                  <a:gd name="connsiteY13" fmla="*/ 38 h 2343129"/>
                  <a:gd name="connsiteX0" fmla="*/ 6033 w 690250"/>
                  <a:gd name="connsiteY0" fmla="*/ 38 h 2343129"/>
                  <a:gd name="connsiteX1" fmla="*/ 117158 w 690250"/>
                  <a:gd name="connsiteY1" fmla="*/ 606463 h 2343129"/>
                  <a:gd name="connsiteX2" fmla="*/ 553721 w 690250"/>
                  <a:gd name="connsiteY2" fmla="*/ 1060487 h 2343129"/>
                  <a:gd name="connsiteX3" fmla="*/ 552926 w 690250"/>
                  <a:gd name="connsiteY3" fmla="*/ 1272418 h 2343129"/>
                  <a:gd name="connsiteX4" fmla="*/ 124301 w 690250"/>
                  <a:gd name="connsiteY4" fmla="*/ 1719301 h 2343129"/>
                  <a:gd name="connsiteX5" fmla="*/ 9208 w 690250"/>
                  <a:gd name="connsiteY5" fmla="*/ 2336838 h 2343129"/>
                  <a:gd name="connsiteX6" fmla="*/ 113189 w 690250"/>
                  <a:gd name="connsiteY6" fmla="*/ 2341600 h 2343129"/>
                  <a:gd name="connsiteX7" fmla="*/ 174308 w 690250"/>
                  <a:gd name="connsiteY7" fmla="*/ 1813757 h 2343129"/>
                  <a:gd name="connsiteX8" fmla="*/ 516415 w 690250"/>
                  <a:gd name="connsiteY8" fmla="*/ 1376400 h 2343129"/>
                  <a:gd name="connsiteX9" fmla="*/ 690245 w 690250"/>
                  <a:gd name="connsiteY9" fmla="*/ 1144624 h 2343129"/>
                  <a:gd name="connsiteX10" fmla="*/ 550546 w 690250"/>
                  <a:gd name="connsiteY10" fmla="*/ 986670 h 2343129"/>
                  <a:gd name="connsiteX11" fmla="*/ 175895 w 690250"/>
                  <a:gd name="connsiteY11" fmla="*/ 535025 h 2343129"/>
                  <a:gd name="connsiteX12" fmla="*/ 113189 w 690250"/>
                  <a:gd name="connsiteY12" fmla="*/ 38 h 2343129"/>
                  <a:gd name="connsiteX13" fmla="*/ 6033 w 690250"/>
                  <a:gd name="connsiteY13" fmla="*/ 38 h 2343129"/>
                  <a:gd name="connsiteX0" fmla="*/ 6033 w 690250"/>
                  <a:gd name="connsiteY0" fmla="*/ 38 h 2343129"/>
                  <a:gd name="connsiteX1" fmla="*/ 117158 w 690250"/>
                  <a:gd name="connsiteY1" fmla="*/ 606463 h 2343129"/>
                  <a:gd name="connsiteX2" fmla="*/ 553721 w 690250"/>
                  <a:gd name="connsiteY2" fmla="*/ 1060487 h 2343129"/>
                  <a:gd name="connsiteX3" fmla="*/ 552926 w 690250"/>
                  <a:gd name="connsiteY3" fmla="*/ 1272418 h 2343129"/>
                  <a:gd name="connsiteX4" fmla="*/ 124301 w 690250"/>
                  <a:gd name="connsiteY4" fmla="*/ 1719301 h 2343129"/>
                  <a:gd name="connsiteX5" fmla="*/ 9208 w 690250"/>
                  <a:gd name="connsiteY5" fmla="*/ 2336838 h 2343129"/>
                  <a:gd name="connsiteX6" fmla="*/ 113189 w 690250"/>
                  <a:gd name="connsiteY6" fmla="*/ 2341600 h 2343129"/>
                  <a:gd name="connsiteX7" fmla="*/ 174308 w 690250"/>
                  <a:gd name="connsiteY7" fmla="*/ 1813757 h 2343129"/>
                  <a:gd name="connsiteX8" fmla="*/ 516415 w 690250"/>
                  <a:gd name="connsiteY8" fmla="*/ 1376400 h 2343129"/>
                  <a:gd name="connsiteX9" fmla="*/ 690245 w 690250"/>
                  <a:gd name="connsiteY9" fmla="*/ 1144624 h 2343129"/>
                  <a:gd name="connsiteX10" fmla="*/ 550546 w 690250"/>
                  <a:gd name="connsiteY10" fmla="*/ 986670 h 2343129"/>
                  <a:gd name="connsiteX11" fmla="*/ 175895 w 690250"/>
                  <a:gd name="connsiteY11" fmla="*/ 535025 h 2343129"/>
                  <a:gd name="connsiteX12" fmla="*/ 113189 w 690250"/>
                  <a:gd name="connsiteY12" fmla="*/ 38 h 2343129"/>
                  <a:gd name="connsiteX13" fmla="*/ 6033 w 690250"/>
                  <a:gd name="connsiteY13" fmla="*/ 38 h 2343129"/>
                  <a:gd name="connsiteX0" fmla="*/ 6033 w 690250"/>
                  <a:gd name="connsiteY0" fmla="*/ 38 h 2343129"/>
                  <a:gd name="connsiteX1" fmla="*/ 117158 w 690250"/>
                  <a:gd name="connsiteY1" fmla="*/ 606463 h 2343129"/>
                  <a:gd name="connsiteX2" fmla="*/ 553721 w 690250"/>
                  <a:gd name="connsiteY2" fmla="*/ 1060487 h 2343129"/>
                  <a:gd name="connsiteX3" fmla="*/ 552926 w 690250"/>
                  <a:gd name="connsiteY3" fmla="*/ 1272418 h 2343129"/>
                  <a:gd name="connsiteX4" fmla="*/ 124301 w 690250"/>
                  <a:gd name="connsiteY4" fmla="*/ 1719301 h 2343129"/>
                  <a:gd name="connsiteX5" fmla="*/ 9208 w 690250"/>
                  <a:gd name="connsiteY5" fmla="*/ 2336838 h 2343129"/>
                  <a:gd name="connsiteX6" fmla="*/ 113189 w 690250"/>
                  <a:gd name="connsiteY6" fmla="*/ 2341600 h 2343129"/>
                  <a:gd name="connsiteX7" fmla="*/ 174308 w 690250"/>
                  <a:gd name="connsiteY7" fmla="*/ 1813757 h 2343129"/>
                  <a:gd name="connsiteX8" fmla="*/ 516415 w 690250"/>
                  <a:gd name="connsiteY8" fmla="*/ 1376400 h 2343129"/>
                  <a:gd name="connsiteX9" fmla="*/ 690245 w 690250"/>
                  <a:gd name="connsiteY9" fmla="*/ 1144624 h 2343129"/>
                  <a:gd name="connsiteX10" fmla="*/ 550546 w 690250"/>
                  <a:gd name="connsiteY10" fmla="*/ 986670 h 2343129"/>
                  <a:gd name="connsiteX11" fmla="*/ 175895 w 690250"/>
                  <a:gd name="connsiteY11" fmla="*/ 535025 h 2343129"/>
                  <a:gd name="connsiteX12" fmla="*/ 113189 w 690250"/>
                  <a:gd name="connsiteY12" fmla="*/ 38 h 2343129"/>
                  <a:gd name="connsiteX13" fmla="*/ 6033 w 690250"/>
                  <a:gd name="connsiteY13" fmla="*/ 38 h 2343129"/>
                  <a:gd name="connsiteX0" fmla="*/ 6033 w 690250"/>
                  <a:gd name="connsiteY0" fmla="*/ 38 h 2343129"/>
                  <a:gd name="connsiteX1" fmla="*/ 117158 w 690250"/>
                  <a:gd name="connsiteY1" fmla="*/ 606463 h 2343129"/>
                  <a:gd name="connsiteX2" fmla="*/ 553721 w 690250"/>
                  <a:gd name="connsiteY2" fmla="*/ 1060487 h 2343129"/>
                  <a:gd name="connsiteX3" fmla="*/ 552926 w 690250"/>
                  <a:gd name="connsiteY3" fmla="*/ 1272418 h 2343129"/>
                  <a:gd name="connsiteX4" fmla="*/ 124301 w 690250"/>
                  <a:gd name="connsiteY4" fmla="*/ 1719301 h 2343129"/>
                  <a:gd name="connsiteX5" fmla="*/ 9208 w 690250"/>
                  <a:gd name="connsiteY5" fmla="*/ 2336838 h 2343129"/>
                  <a:gd name="connsiteX6" fmla="*/ 113189 w 690250"/>
                  <a:gd name="connsiteY6" fmla="*/ 2341600 h 2343129"/>
                  <a:gd name="connsiteX7" fmla="*/ 174308 w 690250"/>
                  <a:gd name="connsiteY7" fmla="*/ 1813757 h 2343129"/>
                  <a:gd name="connsiteX8" fmla="*/ 516415 w 690250"/>
                  <a:gd name="connsiteY8" fmla="*/ 1376400 h 2343129"/>
                  <a:gd name="connsiteX9" fmla="*/ 690245 w 690250"/>
                  <a:gd name="connsiteY9" fmla="*/ 1144624 h 2343129"/>
                  <a:gd name="connsiteX10" fmla="*/ 550546 w 690250"/>
                  <a:gd name="connsiteY10" fmla="*/ 986670 h 2343129"/>
                  <a:gd name="connsiteX11" fmla="*/ 175895 w 690250"/>
                  <a:gd name="connsiteY11" fmla="*/ 535025 h 2343129"/>
                  <a:gd name="connsiteX12" fmla="*/ 113189 w 690250"/>
                  <a:gd name="connsiteY12" fmla="*/ 38 h 2343129"/>
                  <a:gd name="connsiteX13" fmla="*/ 6033 w 690250"/>
                  <a:gd name="connsiteY13" fmla="*/ 38 h 2343129"/>
                  <a:gd name="connsiteX0" fmla="*/ 6033 w 690248"/>
                  <a:gd name="connsiteY0" fmla="*/ 38 h 2343129"/>
                  <a:gd name="connsiteX1" fmla="*/ 117158 w 690248"/>
                  <a:gd name="connsiteY1" fmla="*/ 606463 h 2343129"/>
                  <a:gd name="connsiteX2" fmla="*/ 553721 w 690248"/>
                  <a:gd name="connsiteY2" fmla="*/ 1060487 h 2343129"/>
                  <a:gd name="connsiteX3" fmla="*/ 552926 w 690248"/>
                  <a:gd name="connsiteY3" fmla="*/ 1272418 h 2343129"/>
                  <a:gd name="connsiteX4" fmla="*/ 124301 w 690248"/>
                  <a:gd name="connsiteY4" fmla="*/ 1719301 h 2343129"/>
                  <a:gd name="connsiteX5" fmla="*/ 9208 w 690248"/>
                  <a:gd name="connsiteY5" fmla="*/ 2336838 h 2343129"/>
                  <a:gd name="connsiteX6" fmla="*/ 113189 w 690248"/>
                  <a:gd name="connsiteY6" fmla="*/ 2341600 h 2343129"/>
                  <a:gd name="connsiteX7" fmla="*/ 174308 w 690248"/>
                  <a:gd name="connsiteY7" fmla="*/ 1813757 h 2343129"/>
                  <a:gd name="connsiteX8" fmla="*/ 516415 w 690248"/>
                  <a:gd name="connsiteY8" fmla="*/ 1376400 h 2343129"/>
                  <a:gd name="connsiteX9" fmla="*/ 690245 w 690248"/>
                  <a:gd name="connsiteY9" fmla="*/ 1144624 h 2343129"/>
                  <a:gd name="connsiteX10" fmla="*/ 550546 w 690248"/>
                  <a:gd name="connsiteY10" fmla="*/ 986670 h 2343129"/>
                  <a:gd name="connsiteX11" fmla="*/ 175895 w 690248"/>
                  <a:gd name="connsiteY11" fmla="*/ 535025 h 2343129"/>
                  <a:gd name="connsiteX12" fmla="*/ 113189 w 690248"/>
                  <a:gd name="connsiteY12" fmla="*/ 38 h 2343129"/>
                  <a:gd name="connsiteX13" fmla="*/ 6033 w 690248"/>
                  <a:gd name="connsiteY13" fmla="*/ 38 h 2343129"/>
                  <a:gd name="connsiteX0" fmla="*/ 6033 w 690249"/>
                  <a:gd name="connsiteY0" fmla="*/ 38 h 2343129"/>
                  <a:gd name="connsiteX1" fmla="*/ 117158 w 690249"/>
                  <a:gd name="connsiteY1" fmla="*/ 606463 h 2343129"/>
                  <a:gd name="connsiteX2" fmla="*/ 553721 w 690249"/>
                  <a:gd name="connsiteY2" fmla="*/ 1060487 h 2343129"/>
                  <a:gd name="connsiteX3" fmla="*/ 552926 w 690249"/>
                  <a:gd name="connsiteY3" fmla="*/ 1272418 h 2343129"/>
                  <a:gd name="connsiteX4" fmla="*/ 124301 w 690249"/>
                  <a:gd name="connsiteY4" fmla="*/ 1719301 h 2343129"/>
                  <a:gd name="connsiteX5" fmla="*/ 9208 w 690249"/>
                  <a:gd name="connsiteY5" fmla="*/ 2336838 h 2343129"/>
                  <a:gd name="connsiteX6" fmla="*/ 113189 w 690249"/>
                  <a:gd name="connsiteY6" fmla="*/ 2341600 h 2343129"/>
                  <a:gd name="connsiteX7" fmla="*/ 174308 w 690249"/>
                  <a:gd name="connsiteY7" fmla="*/ 1813757 h 2343129"/>
                  <a:gd name="connsiteX8" fmla="*/ 516415 w 690249"/>
                  <a:gd name="connsiteY8" fmla="*/ 1376400 h 2343129"/>
                  <a:gd name="connsiteX9" fmla="*/ 690245 w 690249"/>
                  <a:gd name="connsiteY9" fmla="*/ 1144624 h 2343129"/>
                  <a:gd name="connsiteX10" fmla="*/ 555308 w 690249"/>
                  <a:gd name="connsiteY10" fmla="*/ 993814 h 2343129"/>
                  <a:gd name="connsiteX11" fmla="*/ 175895 w 690249"/>
                  <a:gd name="connsiteY11" fmla="*/ 535025 h 2343129"/>
                  <a:gd name="connsiteX12" fmla="*/ 113189 w 690249"/>
                  <a:gd name="connsiteY12" fmla="*/ 38 h 2343129"/>
                  <a:gd name="connsiteX13" fmla="*/ 6033 w 690249"/>
                  <a:gd name="connsiteY13" fmla="*/ 38 h 2343129"/>
                  <a:gd name="connsiteX0" fmla="*/ 6033 w 690249"/>
                  <a:gd name="connsiteY0" fmla="*/ 38 h 2343129"/>
                  <a:gd name="connsiteX1" fmla="*/ 117158 w 690249"/>
                  <a:gd name="connsiteY1" fmla="*/ 606463 h 2343129"/>
                  <a:gd name="connsiteX2" fmla="*/ 553721 w 690249"/>
                  <a:gd name="connsiteY2" fmla="*/ 1060487 h 2343129"/>
                  <a:gd name="connsiteX3" fmla="*/ 552926 w 690249"/>
                  <a:gd name="connsiteY3" fmla="*/ 1272418 h 2343129"/>
                  <a:gd name="connsiteX4" fmla="*/ 124301 w 690249"/>
                  <a:gd name="connsiteY4" fmla="*/ 1719301 h 2343129"/>
                  <a:gd name="connsiteX5" fmla="*/ 9208 w 690249"/>
                  <a:gd name="connsiteY5" fmla="*/ 2336838 h 2343129"/>
                  <a:gd name="connsiteX6" fmla="*/ 113189 w 690249"/>
                  <a:gd name="connsiteY6" fmla="*/ 2341600 h 2343129"/>
                  <a:gd name="connsiteX7" fmla="*/ 174308 w 690249"/>
                  <a:gd name="connsiteY7" fmla="*/ 1813757 h 2343129"/>
                  <a:gd name="connsiteX8" fmla="*/ 556896 w 690249"/>
                  <a:gd name="connsiteY8" fmla="*/ 1331156 h 2343129"/>
                  <a:gd name="connsiteX9" fmla="*/ 690245 w 690249"/>
                  <a:gd name="connsiteY9" fmla="*/ 1144624 h 2343129"/>
                  <a:gd name="connsiteX10" fmla="*/ 555308 w 690249"/>
                  <a:gd name="connsiteY10" fmla="*/ 993814 h 2343129"/>
                  <a:gd name="connsiteX11" fmla="*/ 175895 w 690249"/>
                  <a:gd name="connsiteY11" fmla="*/ 535025 h 2343129"/>
                  <a:gd name="connsiteX12" fmla="*/ 113189 w 690249"/>
                  <a:gd name="connsiteY12" fmla="*/ 38 h 2343129"/>
                  <a:gd name="connsiteX13" fmla="*/ 6033 w 690249"/>
                  <a:gd name="connsiteY13" fmla="*/ 38 h 2343129"/>
                  <a:gd name="connsiteX0" fmla="*/ 6033 w 690249"/>
                  <a:gd name="connsiteY0" fmla="*/ 38 h 2343129"/>
                  <a:gd name="connsiteX1" fmla="*/ 117158 w 690249"/>
                  <a:gd name="connsiteY1" fmla="*/ 606463 h 2343129"/>
                  <a:gd name="connsiteX2" fmla="*/ 553721 w 690249"/>
                  <a:gd name="connsiteY2" fmla="*/ 1060487 h 2343129"/>
                  <a:gd name="connsiteX3" fmla="*/ 552926 w 690249"/>
                  <a:gd name="connsiteY3" fmla="*/ 1272418 h 2343129"/>
                  <a:gd name="connsiteX4" fmla="*/ 124301 w 690249"/>
                  <a:gd name="connsiteY4" fmla="*/ 1719301 h 2343129"/>
                  <a:gd name="connsiteX5" fmla="*/ 9208 w 690249"/>
                  <a:gd name="connsiteY5" fmla="*/ 2336838 h 2343129"/>
                  <a:gd name="connsiteX6" fmla="*/ 113189 w 690249"/>
                  <a:gd name="connsiteY6" fmla="*/ 2341600 h 2343129"/>
                  <a:gd name="connsiteX7" fmla="*/ 174308 w 690249"/>
                  <a:gd name="connsiteY7" fmla="*/ 1813757 h 2343129"/>
                  <a:gd name="connsiteX8" fmla="*/ 556896 w 690249"/>
                  <a:gd name="connsiteY8" fmla="*/ 1331156 h 2343129"/>
                  <a:gd name="connsiteX9" fmla="*/ 690245 w 690249"/>
                  <a:gd name="connsiteY9" fmla="*/ 1144624 h 2343129"/>
                  <a:gd name="connsiteX10" fmla="*/ 555308 w 690249"/>
                  <a:gd name="connsiteY10" fmla="*/ 993814 h 2343129"/>
                  <a:gd name="connsiteX11" fmla="*/ 175895 w 690249"/>
                  <a:gd name="connsiteY11" fmla="*/ 535025 h 2343129"/>
                  <a:gd name="connsiteX12" fmla="*/ 113189 w 690249"/>
                  <a:gd name="connsiteY12" fmla="*/ 38 h 2343129"/>
                  <a:gd name="connsiteX13" fmla="*/ 6033 w 690249"/>
                  <a:gd name="connsiteY13" fmla="*/ 38 h 2343129"/>
                  <a:gd name="connsiteX0" fmla="*/ 6033 w 690249"/>
                  <a:gd name="connsiteY0" fmla="*/ 38 h 2343129"/>
                  <a:gd name="connsiteX1" fmla="*/ 117158 w 690249"/>
                  <a:gd name="connsiteY1" fmla="*/ 606463 h 2343129"/>
                  <a:gd name="connsiteX2" fmla="*/ 553721 w 690249"/>
                  <a:gd name="connsiteY2" fmla="*/ 1060487 h 2343129"/>
                  <a:gd name="connsiteX3" fmla="*/ 552926 w 690249"/>
                  <a:gd name="connsiteY3" fmla="*/ 1272418 h 2343129"/>
                  <a:gd name="connsiteX4" fmla="*/ 124301 w 690249"/>
                  <a:gd name="connsiteY4" fmla="*/ 1719301 h 2343129"/>
                  <a:gd name="connsiteX5" fmla="*/ 9208 w 690249"/>
                  <a:gd name="connsiteY5" fmla="*/ 2336838 h 2343129"/>
                  <a:gd name="connsiteX6" fmla="*/ 113189 w 690249"/>
                  <a:gd name="connsiteY6" fmla="*/ 2341600 h 2343129"/>
                  <a:gd name="connsiteX7" fmla="*/ 174308 w 690249"/>
                  <a:gd name="connsiteY7" fmla="*/ 1813757 h 2343129"/>
                  <a:gd name="connsiteX8" fmla="*/ 556896 w 690249"/>
                  <a:gd name="connsiteY8" fmla="*/ 1331156 h 2343129"/>
                  <a:gd name="connsiteX9" fmla="*/ 690245 w 690249"/>
                  <a:gd name="connsiteY9" fmla="*/ 1144624 h 2343129"/>
                  <a:gd name="connsiteX10" fmla="*/ 555308 w 690249"/>
                  <a:gd name="connsiteY10" fmla="*/ 993814 h 2343129"/>
                  <a:gd name="connsiteX11" fmla="*/ 175895 w 690249"/>
                  <a:gd name="connsiteY11" fmla="*/ 535025 h 2343129"/>
                  <a:gd name="connsiteX12" fmla="*/ 113189 w 690249"/>
                  <a:gd name="connsiteY12" fmla="*/ 38 h 2343129"/>
                  <a:gd name="connsiteX13" fmla="*/ 6033 w 690249"/>
                  <a:gd name="connsiteY13" fmla="*/ 38 h 2343129"/>
                  <a:gd name="connsiteX0" fmla="*/ 6033 w 690332"/>
                  <a:gd name="connsiteY0" fmla="*/ 38 h 2343129"/>
                  <a:gd name="connsiteX1" fmla="*/ 117158 w 690332"/>
                  <a:gd name="connsiteY1" fmla="*/ 606463 h 2343129"/>
                  <a:gd name="connsiteX2" fmla="*/ 553721 w 690332"/>
                  <a:gd name="connsiteY2" fmla="*/ 1060487 h 2343129"/>
                  <a:gd name="connsiteX3" fmla="*/ 552926 w 690332"/>
                  <a:gd name="connsiteY3" fmla="*/ 1272418 h 2343129"/>
                  <a:gd name="connsiteX4" fmla="*/ 124301 w 690332"/>
                  <a:gd name="connsiteY4" fmla="*/ 1719301 h 2343129"/>
                  <a:gd name="connsiteX5" fmla="*/ 9208 w 690332"/>
                  <a:gd name="connsiteY5" fmla="*/ 2336838 h 2343129"/>
                  <a:gd name="connsiteX6" fmla="*/ 113189 w 690332"/>
                  <a:gd name="connsiteY6" fmla="*/ 2341600 h 2343129"/>
                  <a:gd name="connsiteX7" fmla="*/ 174308 w 690332"/>
                  <a:gd name="connsiteY7" fmla="*/ 1813757 h 2343129"/>
                  <a:gd name="connsiteX8" fmla="*/ 556896 w 690332"/>
                  <a:gd name="connsiteY8" fmla="*/ 1331156 h 2343129"/>
                  <a:gd name="connsiteX9" fmla="*/ 690245 w 690332"/>
                  <a:gd name="connsiteY9" fmla="*/ 1144624 h 2343129"/>
                  <a:gd name="connsiteX10" fmla="*/ 555308 w 690332"/>
                  <a:gd name="connsiteY10" fmla="*/ 993814 h 2343129"/>
                  <a:gd name="connsiteX11" fmla="*/ 175895 w 690332"/>
                  <a:gd name="connsiteY11" fmla="*/ 535025 h 2343129"/>
                  <a:gd name="connsiteX12" fmla="*/ 113189 w 690332"/>
                  <a:gd name="connsiteY12" fmla="*/ 38 h 2343129"/>
                  <a:gd name="connsiteX13" fmla="*/ 6033 w 690332"/>
                  <a:gd name="connsiteY13" fmla="*/ 38 h 2343129"/>
                  <a:gd name="connsiteX0" fmla="*/ 6033 w 632159"/>
                  <a:gd name="connsiteY0" fmla="*/ 38 h 2343129"/>
                  <a:gd name="connsiteX1" fmla="*/ 117158 w 632159"/>
                  <a:gd name="connsiteY1" fmla="*/ 606463 h 2343129"/>
                  <a:gd name="connsiteX2" fmla="*/ 553721 w 632159"/>
                  <a:gd name="connsiteY2" fmla="*/ 1060487 h 2343129"/>
                  <a:gd name="connsiteX3" fmla="*/ 552926 w 632159"/>
                  <a:gd name="connsiteY3" fmla="*/ 1272418 h 2343129"/>
                  <a:gd name="connsiteX4" fmla="*/ 124301 w 632159"/>
                  <a:gd name="connsiteY4" fmla="*/ 1719301 h 2343129"/>
                  <a:gd name="connsiteX5" fmla="*/ 9208 w 632159"/>
                  <a:gd name="connsiteY5" fmla="*/ 2336838 h 2343129"/>
                  <a:gd name="connsiteX6" fmla="*/ 113189 w 632159"/>
                  <a:gd name="connsiteY6" fmla="*/ 2341600 h 2343129"/>
                  <a:gd name="connsiteX7" fmla="*/ 174308 w 632159"/>
                  <a:gd name="connsiteY7" fmla="*/ 1813757 h 2343129"/>
                  <a:gd name="connsiteX8" fmla="*/ 556896 w 632159"/>
                  <a:gd name="connsiteY8" fmla="*/ 1331156 h 2343129"/>
                  <a:gd name="connsiteX9" fmla="*/ 555308 w 632159"/>
                  <a:gd name="connsiteY9" fmla="*/ 993814 h 2343129"/>
                  <a:gd name="connsiteX10" fmla="*/ 175895 w 632159"/>
                  <a:gd name="connsiteY10" fmla="*/ 535025 h 2343129"/>
                  <a:gd name="connsiteX11" fmla="*/ 113189 w 632159"/>
                  <a:gd name="connsiteY11" fmla="*/ 38 h 2343129"/>
                  <a:gd name="connsiteX12" fmla="*/ 6033 w 632159"/>
                  <a:gd name="connsiteY12" fmla="*/ 38 h 2343129"/>
                  <a:gd name="connsiteX0" fmla="*/ 6033 w 656624"/>
                  <a:gd name="connsiteY0" fmla="*/ 38 h 2343129"/>
                  <a:gd name="connsiteX1" fmla="*/ 117158 w 656624"/>
                  <a:gd name="connsiteY1" fmla="*/ 606463 h 2343129"/>
                  <a:gd name="connsiteX2" fmla="*/ 553721 w 656624"/>
                  <a:gd name="connsiteY2" fmla="*/ 1060487 h 2343129"/>
                  <a:gd name="connsiteX3" fmla="*/ 552926 w 656624"/>
                  <a:gd name="connsiteY3" fmla="*/ 1272418 h 2343129"/>
                  <a:gd name="connsiteX4" fmla="*/ 124301 w 656624"/>
                  <a:gd name="connsiteY4" fmla="*/ 1719301 h 2343129"/>
                  <a:gd name="connsiteX5" fmla="*/ 9208 w 656624"/>
                  <a:gd name="connsiteY5" fmla="*/ 2336838 h 2343129"/>
                  <a:gd name="connsiteX6" fmla="*/ 113189 w 656624"/>
                  <a:gd name="connsiteY6" fmla="*/ 2341600 h 2343129"/>
                  <a:gd name="connsiteX7" fmla="*/ 174308 w 656624"/>
                  <a:gd name="connsiteY7" fmla="*/ 1813757 h 2343129"/>
                  <a:gd name="connsiteX8" fmla="*/ 556896 w 656624"/>
                  <a:gd name="connsiteY8" fmla="*/ 1331156 h 2343129"/>
                  <a:gd name="connsiteX9" fmla="*/ 555308 w 656624"/>
                  <a:gd name="connsiteY9" fmla="*/ 993814 h 2343129"/>
                  <a:gd name="connsiteX10" fmla="*/ 175895 w 656624"/>
                  <a:gd name="connsiteY10" fmla="*/ 535025 h 2343129"/>
                  <a:gd name="connsiteX11" fmla="*/ 113189 w 656624"/>
                  <a:gd name="connsiteY11" fmla="*/ 38 h 2343129"/>
                  <a:gd name="connsiteX12" fmla="*/ 6033 w 656624"/>
                  <a:gd name="connsiteY12" fmla="*/ 38 h 2343129"/>
                  <a:gd name="connsiteX0" fmla="*/ 6033 w 663046"/>
                  <a:gd name="connsiteY0" fmla="*/ 38 h 2343129"/>
                  <a:gd name="connsiteX1" fmla="*/ 117158 w 663046"/>
                  <a:gd name="connsiteY1" fmla="*/ 606463 h 2343129"/>
                  <a:gd name="connsiteX2" fmla="*/ 553721 w 663046"/>
                  <a:gd name="connsiteY2" fmla="*/ 1060487 h 2343129"/>
                  <a:gd name="connsiteX3" fmla="*/ 552926 w 663046"/>
                  <a:gd name="connsiteY3" fmla="*/ 1272418 h 2343129"/>
                  <a:gd name="connsiteX4" fmla="*/ 124301 w 663046"/>
                  <a:gd name="connsiteY4" fmla="*/ 1719301 h 2343129"/>
                  <a:gd name="connsiteX5" fmla="*/ 9208 w 663046"/>
                  <a:gd name="connsiteY5" fmla="*/ 2336838 h 2343129"/>
                  <a:gd name="connsiteX6" fmla="*/ 113189 w 663046"/>
                  <a:gd name="connsiteY6" fmla="*/ 2341600 h 2343129"/>
                  <a:gd name="connsiteX7" fmla="*/ 174308 w 663046"/>
                  <a:gd name="connsiteY7" fmla="*/ 1813757 h 2343129"/>
                  <a:gd name="connsiteX8" fmla="*/ 556896 w 663046"/>
                  <a:gd name="connsiteY8" fmla="*/ 1331156 h 2343129"/>
                  <a:gd name="connsiteX9" fmla="*/ 555308 w 663046"/>
                  <a:gd name="connsiteY9" fmla="*/ 993814 h 2343129"/>
                  <a:gd name="connsiteX10" fmla="*/ 175895 w 663046"/>
                  <a:gd name="connsiteY10" fmla="*/ 535025 h 2343129"/>
                  <a:gd name="connsiteX11" fmla="*/ 113189 w 663046"/>
                  <a:gd name="connsiteY11" fmla="*/ 38 h 2343129"/>
                  <a:gd name="connsiteX12" fmla="*/ 6033 w 663046"/>
                  <a:gd name="connsiteY12" fmla="*/ 38 h 2343129"/>
                  <a:gd name="connsiteX0" fmla="*/ 6033 w 681517"/>
                  <a:gd name="connsiteY0" fmla="*/ 38 h 2343129"/>
                  <a:gd name="connsiteX1" fmla="*/ 117158 w 681517"/>
                  <a:gd name="connsiteY1" fmla="*/ 606463 h 2343129"/>
                  <a:gd name="connsiteX2" fmla="*/ 553721 w 681517"/>
                  <a:gd name="connsiteY2" fmla="*/ 1060487 h 2343129"/>
                  <a:gd name="connsiteX3" fmla="*/ 552926 w 681517"/>
                  <a:gd name="connsiteY3" fmla="*/ 1272418 h 2343129"/>
                  <a:gd name="connsiteX4" fmla="*/ 124301 w 681517"/>
                  <a:gd name="connsiteY4" fmla="*/ 1719301 h 2343129"/>
                  <a:gd name="connsiteX5" fmla="*/ 9208 w 681517"/>
                  <a:gd name="connsiteY5" fmla="*/ 2336838 h 2343129"/>
                  <a:gd name="connsiteX6" fmla="*/ 113189 w 681517"/>
                  <a:gd name="connsiteY6" fmla="*/ 2341600 h 2343129"/>
                  <a:gd name="connsiteX7" fmla="*/ 174308 w 681517"/>
                  <a:gd name="connsiteY7" fmla="*/ 1813757 h 2343129"/>
                  <a:gd name="connsiteX8" fmla="*/ 556896 w 681517"/>
                  <a:gd name="connsiteY8" fmla="*/ 1331156 h 2343129"/>
                  <a:gd name="connsiteX9" fmla="*/ 555308 w 681517"/>
                  <a:gd name="connsiteY9" fmla="*/ 993814 h 2343129"/>
                  <a:gd name="connsiteX10" fmla="*/ 175895 w 681517"/>
                  <a:gd name="connsiteY10" fmla="*/ 535025 h 2343129"/>
                  <a:gd name="connsiteX11" fmla="*/ 113189 w 681517"/>
                  <a:gd name="connsiteY11" fmla="*/ 38 h 2343129"/>
                  <a:gd name="connsiteX12" fmla="*/ 6033 w 681517"/>
                  <a:gd name="connsiteY12" fmla="*/ 38 h 2343129"/>
                  <a:gd name="connsiteX0" fmla="*/ 6033 w 634658"/>
                  <a:gd name="connsiteY0" fmla="*/ 38 h 2343129"/>
                  <a:gd name="connsiteX1" fmla="*/ 117158 w 634658"/>
                  <a:gd name="connsiteY1" fmla="*/ 606463 h 2343129"/>
                  <a:gd name="connsiteX2" fmla="*/ 553721 w 634658"/>
                  <a:gd name="connsiteY2" fmla="*/ 1060487 h 2343129"/>
                  <a:gd name="connsiteX3" fmla="*/ 552926 w 634658"/>
                  <a:gd name="connsiteY3" fmla="*/ 1272418 h 2343129"/>
                  <a:gd name="connsiteX4" fmla="*/ 124301 w 634658"/>
                  <a:gd name="connsiteY4" fmla="*/ 1719301 h 2343129"/>
                  <a:gd name="connsiteX5" fmla="*/ 9208 w 634658"/>
                  <a:gd name="connsiteY5" fmla="*/ 2336838 h 2343129"/>
                  <a:gd name="connsiteX6" fmla="*/ 113189 w 634658"/>
                  <a:gd name="connsiteY6" fmla="*/ 2341600 h 2343129"/>
                  <a:gd name="connsiteX7" fmla="*/ 200502 w 634658"/>
                  <a:gd name="connsiteY7" fmla="*/ 1756607 h 2343129"/>
                  <a:gd name="connsiteX8" fmla="*/ 556896 w 634658"/>
                  <a:gd name="connsiteY8" fmla="*/ 1331156 h 2343129"/>
                  <a:gd name="connsiteX9" fmla="*/ 555308 w 634658"/>
                  <a:gd name="connsiteY9" fmla="*/ 993814 h 2343129"/>
                  <a:gd name="connsiteX10" fmla="*/ 175895 w 634658"/>
                  <a:gd name="connsiteY10" fmla="*/ 535025 h 2343129"/>
                  <a:gd name="connsiteX11" fmla="*/ 113189 w 634658"/>
                  <a:gd name="connsiteY11" fmla="*/ 38 h 2343129"/>
                  <a:gd name="connsiteX12" fmla="*/ 6033 w 634658"/>
                  <a:gd name="connsiteY12" fmla="*/ 38 h 2343129"/>
                  <a:gd name="connsiteX0" fmla="*/ 6033 w 676933"/>
                  <a:gd name="connsiteY0" fmla="*/ 38 h 2343129"/>
                  <a:gd name="connsiteX1" fmla="*/ 117158 w 676933"/>
                  <a:gd name="connsiteY1" fmla="*/ 606463 h 2343129"/>
                  <a:gd name="connsiteX2" fmla="*/ 553721 w 676933"/>
                  <a:gd name="connsiteY2" fmla="*/ 1060487 h 2343129"/>
                  <a:gd name="connsiteX3" fmla="*/ 552926 w 676933"/>
                  <a:gd name="connsiteY3" fmla="*/ 1272418 h 2343129"/>
                  <a:gd name="connsiteX4" fmla="*/ 124301 w 676933"/>
                  <a:gd name="connsiteY4" fmla="*/ 1719301 h 2343129"/>
                  <a:gd name="connsiteX5" fmla="*/ 9208 w 676933"/>
                  <a:gd name="connsiteY5" fmla="*/ 2336838 h 2343129"/>
                  <a:gd name="connsiteX6" fmla="*/ 113189 w 676933"/>
                  <a:gd name="connsiteY6" fmla="*/ 2341600 h 2343129"/>
                  <a:gd name="connsiteX7" fmla="*/ 200502 w 676933"/>
                  <a:gd name="connsiteY7" fmla="*/ 1756607 h 2343129"/>
                  <a:gd name="connsiteX8" fmla="*/ 556896 w 676933"/>
                  <a:gd name="connsiteY8" fmla="*/ 1331156 h 2343129"/>
                  <a:gd name="connsiteX9" fmla="*/ 555308 w 676933"/>
                  <a:gd name="connsiteY9" fmla="*/ 993814 h 2343129"/>
                  <a:gd name="connsiteX10" fmla="*/ 175895 w 676933"/>
                  <a:gd name="connsiteY10" fmla="*/ 535025 h 2343129"/>
                  <a:gd name="connsiteX11" fmla="*/ 113189 w 676933"/>
                  <a:gd name="connsiteY11" fmla="*/ 38 h 2343129"/>
                  <a:gd name="connsiteX12" fmla="*/ 6033 w 676933"/>
                  <a:gd name="connsiteY12" fmla="*/ 38 h 2343129"/>
                  <a:gd name="connsiteX0" fmla="*/ 6033 w 676933"/>
                  <a:gd name="connsiteY0" fmla="*/ 38 h 2343129"/>
                  <a:gd name="connsiteX1" fmla="*/ 117158 w 676933"/>
                  <a:gd name="connsiteY1" fmla="*/ 606463 h 2343129"/>
                  <a:gd name="connsiteX2" fmla="*/ 553721 w 676933"/>
                  <a:gd name="connsiteY2" fmla="*/ 1060487 h 2343129"/>
                  <a:gd name="connsiteX3" fmla="*/ 552926 w 676933"/>
                  <a:gd name="connsiteY3" fmla="*/ 1272418 h 2343129"/>
                  <a:gd name="connsiteX4" fmla="*/ 124301 w 676933"/>
                  <a:gd name="connsiteY4" fmla="*/ 1719301 h 2343129"/>
                  <a:gd name="connsiteX5" fmla="*/ 9208 w 676933"/>
                  <a:gd name="connsiteY5" fmla="*/ 2336838 h 2343129"/>
                  <a:gd name="connsiteX6" fmla="*/ 113189 w 676933"/>
                  <a:gd name="connsiteY6" fmla="*/ 2341600 h 2343129"/>
                  <a:gd name="connsiteX7" fmla="*/ 200502 w 676933"/>
                  <a:gd name="connsiteY7" fmla="*/ 1756607 h 2343129"/>
                  <a:gd name="connsiteX8" fmla="*/ 556896 w 676933"/>
                  <a:gd name="connsiteY8" fmla="*/ 1331156 h 2343129"/>
                  <a:gd name="connsiteX9" fmla="*/ 555308 w 676933"/>
                  <a:gd name="connsiteY9" fmla="*/ 993814 h 2343129"/>
                  <a:gd name="connsiteX10" fmla="*/ 175895 w 676933"/>
                  <a:gd name="connsiteY10" fmla="*/ 535025 h 2343129"/>
                  <a:gd name="connsiteX11" fmla="*/ 113189 w 676933"/>
                  <a:gd name="connsiteY11" fmla="*/ 38 h 2343129"/>
                  <a:gd name="connsiteX12" fmla="*/ 6033 w 676933"/>
                  <a:gd name="connsiteY12" fmla="*/ 38 h 2343129"/>
                  <a:gd name="connsiteX0" fmla="*/ 6033 w 676933"/>
                  <a:gd name="connsiteY0" fmla="*/ 38 h 2343129"/>
                  <a:gd name="connsiteX1" fmla="*/ 117158 w 676933"/>
                  <a:gd name="connsiteY1" fmla="*/ 606463 h 2343129"/>
                  <a:gd name="connsiteX2" fmla="*/ 553721 w 676933"/>
                  <a:gd name="connsiteY2" fmla="*/ 1060487 h 2343129"/>
                  <a:gd name="connsiteX3" fmla="*/ 552926 w 676933"/>
                  <a:gd name="connsiteY3" fmla="*/ 1272418 h 2343129"/>
                  <a:gd name="connsiteX4" fmla="*/ 124301 w 676933"/>
                  <a:gd name="connsiteY4" fmla="*/ 1719301 h 2343129"/>
                  <a:gd name="connsiteX5" fmla="*/ 9208 w 676933"/>
                  <a:gd name="connsiteY5" fmla="*/ 2336838 h 2343129"/>
                  <a:gd name="connsiteX6" fmla="*/ 113189 w 676933"/>
                  <a:gd name="connsiteY6" fmla="*/ 2341600 h 2343129"/>
                  <a:gd name="connsiteX7" fmla="*/ 200502 w 676933"/>
                  <a:gd name="connsiteY7" fmla="*/ 1756607 h 2343129"/>
                  <a:gd name="connsiteX8" fmla="*/ 556896 w 676933"/>
                  <a:gd name="connsiteY8" fmla="*/ 1331156 h 2343129"/>
                  <a:gd name="connsiteX9" fmla="*/ 555308 w 676933"/>
                  <a:gd name="connsiteY9" fmla="*/ 993814 h 2343129"/>
                  <a:gd name="connsiteX10" fmla="*/ 175895 w 676933"/>
                  <a:gd name="connsiteY10" fmla="*/ 535025 h 2343129"/>
                  <a:gd name="connsiteX11" fmla="*/ 113189 w 676933"/>
                  <a:gd name="connsiteY11" fmla="*/ 38 h 2343129"/>
                  <a:gd name="connsiteX12" fmla="*/ 6033 w 676933"/>
                  <a:gd name="connsiteY12" fmla="*/ 38 h 2343129"/>
                  <a:gd name="connsiteX0" fmla="*/ 6033 w 683751"/>
                  <a:gd name="connsiteY0" fmla="*/ 38 h 2343129"/>
                  <a:gd name="connsiteX1" fmla="*/ 117158 w 683751"/>
                  <a:gd name="connsiteY1" fmla="*/ 606463 h 2343129"/>
                  <a:gd name="connsiteX2" fmla="*/ 553721 w 683751"/>
                  <a:gd name="connsiteY2" fmla="*/ 1060487 h 2343129"/>
                  <a:gd name="connsiteX3" fmla="*/ 552926 w 683751"/>
                  <a:gd name="connsiteY3" fmla="*/ 1272418 h 2343129"/>
                  <a:gd name="connsiteX4" fmla="*/ 124301 w 683751"/>
                  <a:gd name="connsiteY4" fmla="*/ 1719301 h 2343129"/>
                  <a:gd name="connsiteX5" fmla="*/ 9208 w 683751"/>
                  <a:gd name="connsiteY5" fmla="*/ 2336838 h 2343129"/>
                  <a:gd name="connsiteX6" fmla="*/ 113189 w 683751"/>
                  <a:gd name="connsiteY6" fmla="*/ 2341600 h 2343129"/>
                  <a:gd name="connsiteX7" fmla="*/ 200502 w 683751"/>
                  <a:gd name="connsiteY7" fmla="*/ 1756607 h 2343129"/>
                  <a:gd name="connsiteX8" fmla="*/ 556896 w 683751"/>
                  <a:gd name="connsiteY8" fmla="*/ 1331156 h 2343129"/>
                  <a:gd name="connsiteX9" fmla="*/ 555308 w 683751"/>
                  <a:gd name="connsiteY9" fmla="*/ 993814 h 2343129"/>
                  <a:gd name="connsiteX10" fmla="*/ 175895 w 683751"/>
                  <a:gd name="connsiteY10" fmla="*/ 535025 h 2343129"/>
                  <a:gd name="connsiteX11" fmla="*/ 113189 w 683751"/>
                  <a:gd name="connsiteY11" fmla="*/ 38 h 2343129"/>
                  <a:gd name="connsiteX12" fmla="*/ 6033 w 683751"/>
                  <a:gd name="connsiteY12" fmla="*/ 38 h 2343129"/>
                  <a:gd name="connsiteX0" fmla="*/ 6033 w 683751"/>
                  <a:gd name="connsiteY0" fmla="*/ 38 h 2343129"/>
                  <a:gd name="connsiteX1" fmla="*/ 117158 w 683751"/>
                  <a:gd name="connsiteY1" fmla="*/ 606463 h 2343129"/>
                  <a:gd name="connsiteX2" fmla="*/ 553721 w 683751"/>
                  <a:gd name="connsiteY2" fmla="*/ 1060487 h 2343129"/>
                  <a:gd name="connsiteX3" fmla="*/ 552926 w 683751"/>
                  <a:gd name="connsiteY3" fmla="*/ 1272418 h 2343129"/>
                  <a:gd name="connsiteX4" fmla="*/ 124301 w 683751"/>
                  <a:gd name="connsiteY4" fmla="*/ 1719301 h 2343129"/>
                  <a:gd name="connsiteX5" fmla="*/ 9208 w 683751"/>
                  <a:gd name="connsiteY5" fmla="*/ 2336838 h 2343129"/>
                  <a:gd name="connsiteX6" fmla="*/ 113189 w 683751"/>
                  <a:gd name="connsiteY6" fmla="*/ 2341600 h 2343129"/>
                  <a:gd name="connsiteX7" fmla="*/ 200502 w 683751"/>
                  <a:gd name="connsiteY7" fmla="*/ 1756607 h 2343129"/>
                  <a:gd name="connsiteX8" fmla="*/ 556896 w 683751"/>
                  <a:gd name="connsiteY8" fmla="*/ 1331156 h 2343129"/>
                  <a:gd name="connsiteX9" fmla="*/ 555308 w 683751"/>
                  <a:gd name="connsiteY9" fmla="*/ 993814 h 2343129"/>
                  <a:gd name="connsiteX10" fmla="*/ 175895 w 683751"/>
                  <a:gd name="connsiteY10" fmla="*/ 535025 h 2343129"/>
                  <a:gd name="connsiteX11" fmla="*/ 113189 w 683751"/>
                  <a:gd name="connsiteY11" fmla="*/ 38 h 2343129"/>
                  <a:gd name="connsiteX12" fmla="*/ 6033 w 683751"/>
                  <a:gd name="connsiteY12" fmla="*/ 38 h 2343129"/>
                  <a:gd name="connsiteX0" fmla="*/ 6033 w 683895"/>
                  <a:gd name="connsiteY0" fmla="*/ 38 h 2343129"/>
                  <a:gd name="connsiteX1" fmla="*/ 117158 w 683895"/>
                  <a:gd name="connsiteY1" fmla="*/ 606463 h 2343129"/>
                  <a:gd name="connsiteX2" fmla="*/ 553721 w 683895"/>
                  <a:gd name="connsiteY2" fmla="*/ 1060487 h 2343129"/>
                  <a:gd name="connsiteX3" fmla="*/ 552926 w 683895"/>
                  <a:gd name="connsiteY3" fmla="*/ 1272418 h 2343129"/>
                  <a:gd name="connsiteX4" fmla="*/ 124301 w 683895"/>
                  <a:gd name="connsiteY4" fmla="*/ 1719301 h 2343129"/>
                  <a:gd name="connsiteX5" fmla="*/ 9208 w 683895"/>
                  <a:gd name="connsiteY5" fmla="*/ 2336838 h 2343129"/>
                  <a:gd name="connsiteX6" fmla="*/ 113189 w 683895"/>
                  <a:gd name="connsiteY6" fmla="*/ 2341600 h 2343129"/>
                  <a:gd name="connsiteX7" fmla="*/ 200502 w 683895"/>
                  <a:gd name="connsiteY7" fmla="*/ 1756607 h 2343129"/>
                  <a:gd name="connsiteX8" fmla="*/ 556896 w 683895"/>
                  <a:gd name="connsiteY8" fmla="*/ 1331156 h 2343129"/>
                  <a:gd name="connsiteX9" fmla="*/ 683894 w 683895"/>
                  <a:gd name="connsiteY9" fmla="*/ 1165263 h 2343129"/>
                  <a:gd name="connsiteX10" fmla="*/ 555308 w 683895"/>
                  <a:gd name="connsiteY10" fmla="*/ 993814 h 2343129"/>
                  <a:gd name="connsiteX11" fmla="*/ 175895 w 683895"/>
                  <a:gd name="connsiteY11" fmla="*/ 535025 h 2343129"/>
                  <a:gd name="connsiteX12" fmla="*/ 113189 w 683895"/>
                  <a:gd name="connsiteY12" fmla="*/ 38 h 2343129"/>
                  <a:gd name="connsiteX13" fmla="*/ 6033 w 683895"/>
                  <a:gd name="connsiteY13" fmla="*/ 38 h 2343129"/>
                  <a:gd name="connsiteX0" fmla="*/ 6033 w 702832"/>
                  <a:gd name="connsiteY0" fmla="*/ 38 h 2343129"/>
                  <a:gd name="connsiteX1" fmla="*/ 117158 w 702832"/>
                  <a:gd name="connsiteY1" fmla="*/ 606463 h 2343129"/>
                  <a:gd name="connsiteX2" fmla="*/ 553721 w 702832"/>
                  <a:gd name="connsiteY2" fmla="*/ 1060487 h 2343129"/>
                  <a:gd name="connsiteX3" fmla="*/ 552926 w 702832"/>
                  <a:gd name="connsiteY3" fmla="*/ 1272418 h 2343129"/>
                  <a:gd name="connsiteX4" fmla="*/ 124301 w 702832"/>
                  <a:gd name="connsiteY4" fmla="*/ 1719301 h 2343129"/>
                  <a:gd name="connsiteX5" fmla="*/ 9208 w 702832"/>
                  <a:gd name="connsiteY5" fmla="*/ 2336838 h 2343129"/>
                  <a:gd name="connsiteX6" fmla="*/ 113189 w 702832"/>
                  <a:gd name="connsiteY6" fmla="*/ 2341600 h 2343129"/>
                  <a:gd name="connsiteX7" fmla="*/ 200502 w 702832"/>
                  <a:gd name="connsiteY7" fmla="*/ 1756607 h 2343129"/>
                  <a:gd name="connsiteX8" fmla="*/ 556896 w 702832"/>
                  <a:gd name="connsiteY8" fmla="*/ 1331156 h 2343129"/>
                  <a:gd name="connsiteX9" fmla="*/ 683894 w 702832"/>
                  <a:gd name="connsiteY9" fmla="*/ 1165263 h 2343129"/>
                  <a:gd name="connsiteX10" fmla="*/ 175895 w 702832"/>
                  <a:gd name="connsiteY10" fmla="*/ 535025 h 2343129"/>
                  <a:gd name="connsiteX11" fmla="*/ 113189 w 702832"/>
                  <a:gd name="connsiteY11" fmla="*/ 38 h 2343129"/>
                  <a:gd name="connsiteX12" fmla="*/ 6033 w 702832"/>
                  <a:gd name="connsiteY12" fmla="*/ 38 h 2343129"/>
                  <a:gd name="connsiteX0" fmla="*/ 6033 w 683925"/>
                  <a:gd name="connsiteY0" fmla="*/ 38 h 2343129"/>
                  <a:gd name="connsiteX1" fmla="*/ 117158 w 683925"/>
                  <a:gd name="connsiteY1" fmla="*/ 606463 h 2343129"/>
                  <a:gd name="connsiteX2" fmla="*/ 553721 w 683925"/>
                  <a:gd name="connsiteY2" fmla="*/ 1060487 h 2343129"/>
                  <a:gd name="connsiteX3" fmla="*/ 552926 w 683925"/>
                  <a:gd name="connsiteY3" fmla="*/ 1272418 h 2343129"/>
                  <a:gd name="connsiteX4" fmla="*/ 124301 w 683925"/>
                  <a:gd name="connsiteY4" fmla="*/ 1719301 h 2343129"/>
                  <a:gd name="connsiteX5" fmla="*/ 9208 w 683925"/>
                  <a:gd name="connsiteY5" fmla="*/ 2336838 h 2343129"/>
                  <a:gd name="connsiteX6" fmla="*/ 113189 w 683925"/>
                  <a:gd name="connsiteY6" fmla="*/ 2341600 h 2343129"/>
                  <a:gd name="connsiteX7" fmla="*/ 200502 w 683925"/>
                  <a:gd name="connsiteY7" fmla="*/ 1756607 h 2343129"/>
                  <a:gd name="connsiteX8" fmla="*/ 683894 w 683925"/>
                  <a:gd name="connsiteY8" fmla="*/ 1165263 h 2343129"/>
                  <a:gd name="connsiteX9" fmla="*/ 175895 w 683925"/>
                  <a:gd name="connsiteY9" fmla="*/ 535025 h 2343129"/>
                  <a:gd name="connsiteX10" fmla="*/ 113189 w 683925"/>
                  <a:gd name="connsiteY10" fmla="*/ 38 h 2343129"/>
                  <a:gd name="connsiteX11" fmla="*/ 6033 w 683925"/>
                  <a:gd name="connsiteY11" fmla="*/ 38 h 2343129"/>
                  <a:gd name="connsiteX0" fmla="*/ 6033 w 689984"/>
                  <a:gd name="connsiteY0" fmla="*/ 38 h 2343129"/>
                  <a:gd name="connsiteX1" fmla="*/ 117158 w 689984"/>
                  <a:gd name="connsiteY1" fmla="*/ 606463 h 2343129"/>
                  <a:gd name="connsiteX2" fmla="*/ 553721 w 689984"/>
                  <a:gd name="connsiteY2" fmla="*/ 1060487 h 2343129"/>
                  <a:gd name="connsiteX3" fmla="*/ 552926 w 689984"/>
                  <a:gd name="connsiteY3" fmla="*/ 1272418 h 2343129"/>
                  <a:gd name="connsiteX4" fmla="*/ 124301 w 689984"/>
                  <a:gd name="connsiteY4" fmla="*/ 1719301 h 2343129"/>
                  <a:gd name="connsiteX5" fmla="*/ 9208 w 689984"/>
                  <a:gd name="connsiteY5" fmla="*/ 2336838 h 2343129"/>
                  <a:gd name="connsiteX6" fmla="*/ 113189 w 689984"/>
                  <a:gd name="connsiteY6" fmla="*/ 2341600 h 2343129"/>
                  <a:gd name="connsiteX7" fmla="*/ 200502 w 689984"/>
                  <a:gd name="connsiteY7" fmla="*/ 1756607 h 2343129"/>
                  <a:gd name="connsiteX8" fmla="*/ 683894 w 689984"/>
                  <a:gd name="connsiteY8" fmla="*/ 1165263 h 2343129"/>
                  <a:gd name="connsiteX9" fmla="*/ 175895 w 689984"/>
                  <a:gd name="connsiteY9" fmla="*/ 535025 h 2343129"/>
                  <a:gd name="connsiteX10" fmla="*/ 113189 w 689984"/>
                  <a:gd name="connsiteY10" fmla="*/ 38 h 2343129"/>
                  <a:gd name="connsiteX11" fmla="*/ 6033 w 689984"/>
                  <a:gd name="connsiteY11" fmla="*/ 38 h 2343129"/>
                  <a:gd name="connsiteX0" fmla="*/ 6033 w 684892"/>
                  <a:gd name="connsiteY0" fmla="*/ 38 h 2343129"/>
                  <a:gd name="connsiteX1" fmla="*/ 117158 w 684892"/>
                  <a:gd name="connsiteY1" fmla="*/ 606463 h 2343129"/>
                  <a:gd name="connsiteX2" fmla="*/ 553721 w 684892"/>
                  <a:gd name="connsiteY2" fmla="*/ 1060487 h 2343129"/>
                  <a:gd name="connsiteX3" fmla="*/ 552926 w 684892"/>
                  <a:gd name="connsiteY3" fmla="*/ 1272418 h 2343129"/>
                  <a:gd name="connsiteX4" fmla="*/ 124301 w 684892"/>
                  <a:gd name="connsiteY4" fmla="*/ 1719301 h 2343129"/>
                  <a:gd name="connsiteX5" fmla="*/ 9208 w 684892"/>
                  <a:gd name="connsiteY5" fmla="*/ 2336838 h 2343129"/>
                  <a:gd name="connsiteX6" fmla="*/ 113189 w 684892"/>
                  <a:gd name="connsiteY6" fmla="*/ 2341600 h 2343129"/>
                  <a:gd name="connsiteX7" fmla="*/ 200502 w 684892"/>
                  <a:gd name="connsiteY7" fmla="*/ 1756607 h 2343129"/>
                  <a:gd name="connsiteX8" fmla="*/ 683894 w 684892"/>
                  <a:gd name="connsiteY8" fmla="*/ 1165263 h 2343129"/>
                  <a:gd name="connsiteX9" fmla="*/ 175895 w 684892"/>
                  <a:gd name="connsiteY9" fmla="*/ 535025 h 2343129"/>
                  <a:gd name="connsiteX10" fmla="*/ 113189 w 684892"/>
                  <a:gd name="connsiteY10" fmla="*/ 38 h 2343129"/>
                  <a:gd name="connsiteX11" fmla="*/ 6033 w 684892"/>
                  <a:gd name="connsiteY11" fmla="*/ 38 h 2343129"/>
                  <a:gd name="connsiteX0" fmla="*/ 6033 w 684004"/>
                  <a:gd name="connsiteY0" fmla="*/ 38 h 2343129"/>
                  <a:gd name="connsiteX1" fmla="*/ 117158 w 684004"/>
                  <a:gd name="connsiteY1" fmla="*/ 606463 h 2343129"/>
                  <a:gd name="connsiteX2" fmla="*/ 553721 w 684004"/>
                  <a:gd name="connsiteY2" fmla="*/ 1060487 h 2343129"/>
                  <a:gd name="connsiteX3" fmla="*/ 552926 w 684004"/>
                  <a:gd name="connsiteY3" fmla="*/ 1272418 h 2343129"/>
                  <a:gd name="connsiteX4" fmla="*/ 124301 w 684004"/>
                  <a:gd name="connsiteY4" fmla="*/ 1719301 h 2343129"/>
                  <a:gd name="connsiteX5" fmla="*/ 9208 w 684004"/>
                  <a:gd name="connsiteY5" fmla="*/ 2336838 h 2343129"/>
                  <a:gd name="connsiteX6" fmla="*/ 113189 w 684004"/>
                  <a:gd name="connsiteY6" fmla="*/ 2341600 h 2343129"/>
                  <a:gd name="connsiteX7" fmla="*/ 200502 w 684004"/>
                  <a:gd name="connsiteY7" fmla="*/ 1756607 h 2343129"/>
                  <a:gd name="connsiteX8" fmla="*/ 683894 w 684004"/>
                  <a:gd name="connsiteY8" fmla="*/ 1165263 h 2343129"/>
                  <a:gd name="connsiteX9" fmla="*/ 175895 w 684004"/>
                  <a:gd name="connsiteY9" fmla="*/ 535025 h 2343129"/>
                  <a:gd name="connsiteX10" fmla="*/ 113189 w 684004"/>
                  <a:gd name="connsiteY10" fmla="*/ 38 h 2343129"/>
                  <a:gd name="connsiteX11" fmla="*/ 6033 w 684004"/>
                  <a:gd name="connsiteY11" fmla="*/ 38 h 2343129"/>
                  <a:gd name="connsiteX0" fmla="*/ 6033 w 684004"/>
                  <a:gd name="connsiteY0" fmla="*/ 38 h 2343129"/>
                  <a:gd name="connsiteX1" fmla="*/ 117158 w 684004"/>
                  <a:gd name="connsiteY1" fmla="*/ 606463 h 2343129"/>
                  <a:gd name="connsiteX2" fmla="*/ 553721 w 684004"/>
                  <a:gd name="connsiteY2" fmla="*/ 1060487 h 2343129"/>
                  <a:gd name="connsiteX3" fmla="*/ 552926 w 684004"/>
                  <a:gd name="connsiteY3" fmla="*/ 1272418 h 2343129"/>
                  <a:gd name="connsiteX4" fmla="*/ 124301 w 684004"/>
                  <a:gd name="connsiteY4" fmla="*/ 1719301 h 2343129"/>
                  <a:gd name="connsiteX5" fmla="*/ 9208 w 684004"/>
                  <a:gd name="connsiteY5" fmla="*/ 2336838 h 2343129"/>
                  <a:gd name="connsiteX6" fmla="*/ 113189 w 684004"/>
                  <a:gd name="connsiteY6" fmla="*/ 2341600 h 2343129"/>
                  <a:gd name="connsiteX7" fmla="*/ 200502 w 684004"/>
                  <a:gd name="connsiteY7" fmla="*/ 1756607 h 2343129"/>
                  <a:gd name="connsiteX8" fmla="*/ 683894 w 684004"/>
                  <a:gd name="connsiteY8" fmla="*/ 1165263 h 2343129"/>
                  <a:gd name="connsiteX9" fmla="*/ 175895 w 684004"/>
                  <a:gd name="connsiteY9" fmla="*/ 535025 h 2343129"/>
                  <a:gd name="connsiteX10" fmla="*/ 113189 w 684004"/>
                  <a:gd name="connsiteY10" fmla="*/ 38 h 2343129"/>
                  <a:gd name="connsiteX11" fmla="*/ 6033 w 684004"/>
                  <a:gd name="connsiteY11" fmla="*/ 38 h 2343129"/>
                  <a:gd name="connsiteX0" fmla="*/ 6033 w 683899"/>
                  <a:gd name="connsiteY0" fmla="*/ 38 h 2343129"/>
                  <a:gd name="connsiteX1" fmla="*/ 117158 w 683899"/>
                  <a:gd name="connsiteY1" fmla="*/ 606463 h 2343129"/>
                  <a:gd name="connsiteX2" fmla="*/ 553721 w 683899"/>
                  <a:gd name="connsiteY2" fmla="*/ 1060487 h 2343129"/>
                  <a:gd name="connsiteX3" fmla="*/ 552926 w 683899"/>
                  <a:gd name="connsiteY3" fmla="*/ 1272418 h 2343129"/>
                  <a:gd name="connsiteX4" fmla="*/ 124301 w 683899"/>
                  <a:gd name="connsiteY4" fmla="*/ 1719301 h 2343129"/>
                  <a:gd name="connsiteX5" fmla="*/ 9208 w 683899"/>
                  <a:gd name="connsiteY5" fmla="*/ 2336838 h 2343129"/>
                  <a:gd name="connsiteX6" fmla="*/ 113189 w 683899"/>
                  <a:gd name="connsiteY6" fmla="*/ 2341600 h 2343129"/>
                  <a:gd name="connsiteX7" fmla="*/ 200502 w 683899"/>
                  <a:gd name="connsiteY7" fmla="*/ 1756607 h 2343129"/>
                  <a:gd name="connsiteX8" fmla="*/ 683894 w 683899"/>
                  <a:gd name="connsiteY8" fmla="*/ 1165263 h 2343129"/>
                  <a:gd name="connsiteX9" fmla="*/ 175895 w 683899"/>
                  <a:gd name="connsiteY9" fmla="*/ 535025 h 2343129"/>
                  <a:gd name="connsiteX10" fmla="*/ 113189 w 683899"/>
                  <a:gd name="connsiteY10" fmla="*/ 38 h 2343129"/>
                  <a:gd name="connsiteX11" fmla="*/ 6033 w 683899"/>
                  <a:gd name="connsiteY11" fmla="*/ 38 h 2343129"/>
                  <a:gd name="connsiteX0" fmla="*/ 6033 w 683899"/>
                  <a:gd name="connsiteY0" fmla="*/ 38 h 2343129"/>
                  <a:gd name="connsiteX1" fmla="*/ 117158 w 683899"/>
                  <a:gd name="connsiteY1" fmla="*/ 606463 h 2343129"/>
                  <a:gd name="connsiteX2" fmla="*/ 553721 w 683899"/>
                  <a:gd name="connsiteY2" fmla="*/ 1060487 h 2343129"/>
                  <a:gd name="connsiteX3" fmla="*/ 552926 w 683899"/>
                  <a:gd name="connsiteY3" fmla="*/ 1272418 h 2343129"/>
                  <a:gd name="connsiteX4" fmla="*/ 124301 w 683899"/>
                  <a:gd name="connsiteY4" fmla="*/ 1719301 h 2343129"/>
                  <a:gd name="connsiteX5" fmla="*/ 9208 w 683899"/>
                  <a:gd name="connsiteY5" fmla="*/ 2336838 h 2343129"/>
                  <a:gd name="connsiteX6" fmla="*/ 113189 w 683899"/>
                  <a:gd name="connsiteY6" fmla="*/ 2341600 h 2343129"/>
                  <a:gd name="connsiteX7" fmla="*/ 200502 w 683899"/>
                  <a:gd name="connsiteY7" fmla="*/ 1756607 h 2343129"/>
                  <a:gd name="connsiteX8" fmla="*/ 683894 w 683899"/>
                  <a:gd name="connsiteY8" fmla="*/ 1165263 h 2343129"/>
                  <a:gd name="connsiteX9" fmla="*/ 175895 w 683899"/>
                  <a:gd name="connsiteY9" fmla="*/ 535025 h 2343129"/>
                  <a:gd name="connsiteX10" fmla="*/ 113189 w 683899"/>
                  <a:gd name="connsiteY10" fmla="*/ 38 h 2343129"/>
                  <a:gd name="connsiteX11" fmla="*/ 6033 w 683899"/>
                  <a:gd name="connsiteY11" fmla="*/ 38 h 2343129"/>
                  <a:gd name="connsiteX0" fmla="*/ 6033 w 683899"/>
                  <a:gd name="connsiteY0" fmla="*/ 38 h 2343129"/>
                  <a:gd name="connsiteX1" fmla="*/ 117158 w 683899"/>
                  <a:gd name="connsiteY1" fmla="*/ 606463 h 2343129"/>
                  <a:gd name="connsiteX2" fmla="*/ 553721 w 683899"/>
                  <a:gd name="connsiteY2" fmla="*/ 1060487 h 2343129"/>
                  <a:gd name="connsiteX3" fmla="*/ 552926 w 683899"/>
                  <a:gd name="connsiteY3" fmla="*/ 1272418 h 2343129"/>
                  <a:gd name="connsiteX4" fmla="*/ 124301 w 683899"/>
                  <a:gd name="connsiteY4" fmla="*/ 1719301 h 2343129"/>
                  <a:gd name="connsiteX5" fmla="*/ 9208 w 683899"/>
                  <a:gd name="connsiteY5" fmla="*/ 2336838 h 2343129"/>
                  <a:gd name="connsiteX6" fmla="*/ 113189 w 683899"/>
                  <a:gd name="connsiteY6" fmla="*/ 2341600 h 2343129"/>
                  <a:gd name="connsiteX7" fmla="*/ 200502 w 683899"/>
                  <a:gd name="connsiteY7" fmla="*/ 1756607 h 2343129"/>
                  <a:gd name="connsiteX8" fmla="*/ 683894 w 683899"/>
                  <a:gd name="connsiteY8" fmla="*/ 1165263 h 2343129"/>
                  <a:gd name="connsiteX9" fmla="*/ 175895 w 683899"/>
                  <a:gd name="connsiteY9" fmla="*/ 535025 h 2343129"/>
                  <a:gd name="connsiteX10" fmla="*/ 113189 w 683899"/>
                  <a:gd name="connsiteY10" fmla="*/ 38 h 2343129"/>
                  <a:gd name="connsiteX11" fmla="*/ 6033 w 683899"/>
                  <a:gd name="connsiteY11" fmla="*/ 38 h 2343129"/>
                  <a:gd name="connsiteX0" fmla="*/ 6033 w 683899"/>
                  <a:gd name="connsiteY0" fmla="*/ 38 h 2343129"/>
                  <a:gd name="connsiteX1" fmla="*/ 117158 w 683899"/>
                  <a:gd name="connsiteY1" fmla="*/ 606463 h 2343129"/>
                  <a:gd name="connsiteX2" fmla="*/ 553721 w 683899"/>
                  <a:gd name="connsiteY2" fmla="*/ 1060487 h 2343129"/>
                  <a:gd name="connsiteX3" fmla="*/ 552926 w 683899"/>
                  <a:gd name="connsiteY3" fmla="*/ 1272418 h 2343129"/>
                  <a:gd name="connsiteX4" fmla="*/ 124301 w 683899"/>
                  <a:gd name="connsiteY4" fmla="*/ 1719301 h 2343129"/>
                  <a:gd name="connsiteX5" fmla="*/ 9208 w 683899"/>
                  <a:gd name="connsiteY5" fmla="*/ 2336838 h 2343129"/>
                  <a:gd name="connsiteX6" fmla="*/ 113189 w 683899"/>
                  <a:gd name="connsiteY6" fmla="*/ 2341600 h 2343129"/>
                  <a:gd name="connsiteX7" fmla="*/ 200502 w 683899"/>
                  <a:gd name="connsiteY7" fmla="*/ 1756607 h 2343129"/>
                  <a:gd name="connsiteX8" fmla="*/ 683894 w 683899"/>
                  <a:gd name="connsiteY8" fmla="*/ 1165263 h 2343129"/>
                  <a:gd name="connsiteX9" fmla="*/ 175895 w 683899"/>
                  <a:gd name="connsiteY9" fmla="*/ 535025 h 2343129"/>
                  <a:gd name="connsiteX10" fmla="*/ 113189 w 683899"/>
                  <a:gd name="connsiteY10" fmla="*/ 38 h 2343129"/>
                  <a:gd name="connsiteX11" fmla="*/ 6033 w 683899"/>
                  <a:gd name="connsiteY11" fmla="*/ 38 h 2343129"/>
                  <a:gd name="connsiteX0" fmla="*/ 6033 w 683899"/>
                  <a:gd name="connsiteY0" fmla="*/ 38 h 2341719"/>
                  <a:gd name="connsiteX1" fmla="*/ 117158 w 683899"/>
                  <a:gd name="connsiteY1" fmla="*/ 606463 h 2341719"/>
                  <a:gd name="connsiteX2" fmla="*/ 553721 w 683899"/>
                  <a:gd name="connsiteY2" fmla="*/ 1060487 h 2341719"/>
                  <a:gd name="connsiteX3" fmla="*/ 552926 w 683899"/>
                  <a:gd name="connsiteY3" fmla="*/ 1272418 h 2341719"/>
                  <a:gd name="connsiteX4" fmla="*/ 124301 w 683899"/>
                  <a:gd name="connsiteY4" fmla="*/ 1719301 h 2341719"/>
                  <a:gd name="connsiteX5" fmla="*/ 9208 w 683899"/>
                  <a:gd name="connsiteY5" fmla="*/ 2336838 h 2341719"/>
                  <a:gd name="connsiteX6" fmla="*/ 113189 w 683899"/>
                  <a:gd name="connsiteY6" fmla="*/ 2341600 h 2341719"/>
                  <a:gd name="connsiteX7" fmla="*/ 200502 w 683899"/>
                  <a:gd name="connsiteY7" fmla="*/ 1756607 h 2341719"/>
                  <a:gd name="connsiteX8" fmla="*/ 683894 w 683899"/>
                  <a:gd name="connsiteY8" fmla="*/ 1165263 h 2341719"/>
                  <a:gd name="connsiteX9" fmla="*/ 175895 w 683899"/>
                  <a:gd name="connsiteY9" fmla="*/ 535025 h 2341719"/>
                  <a:gd name="connsiteX10" fmla="*/ 113189 w 683899"/>
                  <a:gd name="connsiteY10" fmla="*/ 38 h 2341719"/>
                  <a:gd name="connsiteX11" fmla="*/ 6033 w 683899"/>
                  <a:gd name="connsiteY11" fmla="*/ 38 h 2341719"/>
                  <a:gd name="connsiteX0" fmla="*/ 6033 w 683899"/>
                  <a:gd name="connsiteY0" fmla="*/ 38 h 2341701"/>
                  <a:gd name="connsiteX1" fmla="*/ 117158 w 683899"/>
                  <a:gd name="connsiteY1" fmla="*/ 606463 h 2341701"/>
                  <a:gd name="connsiteX2" fmla="*/ 553721 w 683899"/>
                  <a:gd name="connsiteY2" fmla="*/ 1060487 h 2341701"/>
                  <a:gd name="connsiteX3" fmla="*/ 552926 w 683899"/>
                  <a:gd name="connsiteY3" fmla="*/ 1272418 h 2341701"/>
                  <a:gd name="connsiteX4" fmla="*/ 124301 w 683899"/>
                  <a:gd name="connsiteY4" fmla="*/ 1719301 h 2341701"/>
                  <a:gd name="connsiteX5" fmla="*/ 9208 w 683899"/>
                  <a:gd name="connsiteY5" fmla="*/ 2336838 h 2341701"/>
                  <a:gd name="connsiteX6" fmla="*/ 113189 w 683899"/>
                  <a:gd name="connsiteY6" fmla="*/ 2341600 h 2341701"/>
                  <a:gd name="connsiteX7" fmla="*/ 200502 w 683899"/>
                  <a:gd name="connsiteY7" fmla="*/ 1756607 h 2341701"/>
                  <a:gd name="connsiteX8" fmla="*/ 683894 w 683899"/>
                  <a:gd name="connsiteY8" fmla="*/ 1165263 h 2341701"/>
                  <a:gd name="connsiteX9" fmla="*/ 175895 w 683899"/>
                  <a:gd name="connsiteY9" fmla="*/ 535025 h 2341701"/>
                  <a:gd name="connsiteX10" fmla="*/ 113189 w 683899"/>
                  <a:gd name="connsiteY10" fmla="*/ 38 h 2341701"/>
                  <a:gd name="connsiteX11" fmla="*/ 6033 w 683899"/>
                  <a:gd name="connsiteY11" fmla="*/ 38 h 2341701"/>
                  <a:gd name="connsiteX0" fmla="*/ 6033 w 683899"/>
                  <a:gd name="connsiteY0" fmla="*/ 38 h 2341699"/>
                  <a:gd name="connsiteX1" fmla="*/ 117158 w 683899"/>
                  <a:gd name="connsiteY1" fmla="*/ 606463 h 2341699"/>
                  <a:gd name="connsiteX2" fmla="*/ 553721 w 683899"/>
                  <a:gd name="connsiteY2" fmla="*/ 1060487 h 2341699"/>
                  <a:gd name="connsiteX3" fmla="*/ 552926 w 683899"/>
                  <a:gd name="connsiteY3" fmla="*/ 1272418 h 2341699"/>
                  <a:gd name="connsiteX4" fmla="*/ 124301 w 683899"/>
                  <a:gd name="connsiteY4" fmla="*/ 1719301 h 2341699"/>
                  <a:gd name="connsiteX5" fmla="*/ 9208 w 683899"/>
                  <a:gd name="connsiteY5" fmla="*/ 2336838 h 2341699"/>
                  <a:gd name="connsiteX6" fmla="*/ 113189 w 683899"/>
                  <a:gd name="connsiteY6" fmla="*/ 2341600 h 2341699"/>
                  <a:gd name="connsiteX7" fmla="*/ 200502 w 683899"/>
                  <a:gd name="connsiteY7" fmla="*/ 1756607 h 2341699"/>
                  <a:gd name="connsiteX8" fmla="*/ 683894 w 683899"/>
                  <a:gd name="connsiteY8" fmla="*/ 1165263 h 2341699"/>
                  <a:gd name="connsiteX9" fmla="*/ 175895 w 683899"/>
                  <a:gd name="connsiteY9" fmla="*/ 535025 h 2341699"/>
                  <a:gd name="connsiteX10" fmla="*/ 113189 w 683899"/>
                  <a:gd name="connsiteY10" fmla="*/ 38 h 2341699"/>
                  <a:gd name="connsiteX11" fmla="*/ 6033 w 683899"/>
                  <a:gd name="connsiteY11" fmla="*/ 38 h 2341699"/>
                  <a:gd name="connsiteX0" fmla="*/ 6033 w 683899"/>
                  <a:gd name="connsiteY0" fmla="*/ 38 h 2341699"/>
                  <a:gd name="connsiteX1" fmla="*/ 117158 w 683899"/>
                  <a:gd name="connsiteY1" fmla="*/ 606463 h 2341699"/>
                  <a:gd name="connsiteX2" fmla="*/ 553721 w 683899"/>
                  <a:gd name="connsiteY2" fmla="*/ 1060487 h 2341699"/>
                  <a:gd name="connsiteX3" fmla="*/ 552926 w 683899"/>
                  <a:gd name="connsiteY3" fmla="*/ 1272418 h 2341699"/>
                  <a:gd name="connsiteX4" fmla="*/ 124301 w 683899"/>
                  <a:gd name="connsiteY4" fmla="*/ 1719301 h 2341699"/>
                  <a:gd name="connsiteX5" fmla="*/ 9208 w 683899"/>
                  <a:gd name="connsiteY5" fmla="*/ 2336838 h 2341699"/>
                  <a:gd name="connsiteX6" fmla="*/ 113189 w 683899"/>
                  <a:gd name="connsiteY6" fmla="*/ 2341600 h 2341699"/>
                  <a:gd name="connsiteX7" fmla="*/ 200502 w 683899"/>
                  <a:gd name="connsiteY7" fmla="*/ 1756607 h 2341699"/>
                  <a:gd name="connsiteX8" fmla="*/ 683894 w 683899"/>
                  <a:gd name="connsiteY8" fmla="*/ 1165263 h 2341699"/>
                  <a:gd name="connsiteX9" fmla="*/ 175895 w 683899"/>
                  <a:gd name="connsiteY9" fmla="*/ 535025 h 2341699"/>
                  <a:gd name="connsiteX10" fmla="*/ 113189 w 683899"/>
                  <a:gd name="connsiteY10" fmla="*/ 38 h 2341699"/>
                  <a:gd name="connsiteX11" fmla="*/ 6033 w 683899"/>
                  <a:gd name="connsiteY11" fmla="*/ 38 h 2341699"/>
                  <a:gd name="connsiteX0" fmla="*/ 6033 w 683899"/>
                  <a:gd name="connsiteY0" fmla="*/ 38 h 2341699"/>
                  <a:gd name="connsiteX1" fmla="*/ 117158 w 683899"/>
                  <a:gd name="connsiteY1" fmla="*/ 606463 h 2341699"/>
                  <a:gd name="connsiteX2" fmla="*/ 553721 w 683899"/>
                  <a:gd name="connsiteY2" fmla="*/ 1060487 h 2341699"/>
                  <a:gd name="connsiteX3" fmla="*/ 552926 w 683899"/>
                  <a:gd name="connsiteY3" fmla="*/ 1272418 h 2341699"/>
                  <a:gd name="connsiteX4" fmla="*/ 124301 w 683899"/>
                  <a:gd name="connsiteY4" fmla="*/ 1719301 h 2341699"/>
                  <a:gd name="connsiteX5" fmla="*/ 9208 w 683899"/>
                  <a:gd name="connsiteY5" fmla="*/ 2336838 h 2341699"/>
                  <a:gd name="connsiteX6" fmla="*/ 113189 w 683899"/>
                  <a:gd name="connsiteY6" fmla="*/ 2341600 h 2341699"/>
                  <a:gd name="connsiteX7" fmla="*/ 200502 w 683899"/>
                  <a:gd name="connsiteY7" fmla="*/ 1756607 h 2341699"/>
                  <a:gd name="connsiteX8" fmla="*/ 683894 w 683899"/>
                  <a:gd name="connsiteY8" fmla="*/ 1165263 h 2341699"/>
                  <a:gd name="connsiteX9" fmla="*/ 175895 w 683899"/>
                  <a:gd name="connsiteY9" fmla="*/ 535025 h 2341699"/>
                  <a:gd name="connsiteX10" fmla="*/ 113189 w 683899"/>
                  <a:gd name="connsiteY10" fmla="*/ 38 h 2341699"/>
                  <a:gd name="connsiteX11" fmla="*/ 6033 w 683899"/>
                  <a:gd name="connsiteY11" fmla="*/ 38 h 2341699"/>
                  <a:gd name="connsiteX0" fmla="*/ 6033 w 683899"/>
                  <a:gd name="connsiteY0" fmla="*/ 38 h 2341699"/>
                  <a:gd name="connsiteX1" fmla="*/ 117158 w 683899"/>
                  <a:gd name="connsiteY1" fmla="*/ 606463 h 2341699"/>
                  <a:gd name="connsiteX2" fmla="*/ 553721 w 683899"/>
                  <a:gd name="connsiteY2" fmla="*/ 1060487 h 2341699"/>
                  <a:gd name="connsiteX3" fmla="*/ 552926 w 683899"/>
                  <a:gd name="connsiteY3" fmla="*/ 1272418 h 2341699"/>
                  <a:gd name="connsiteX4" fmla="*/ 124301 w 683899"/>
                  <a:gd name="connsiteY4" fmla="*/ 1719301 h 2341699"/>
                  <a:gd name="connsiteX5" fmla="*/ 9208 w 683899"/>
                  <a:gd name="connsiteY5" fmla="*/ 2336838 h 2341699"/>
                  <a:gd name="connsiteX6" fmla="*/ 113189 w 683899"/>
                  <a:gd name="connsiteY6" fmla="*/ 2341600 h 2341699"/>
                  <a:gd name="connsiteX7" fmla="*/ 200502 w 683899"/>
                  <a:gd name="connsiteY7" fmla="*/ 1756607 h 2341699"/>
                  <a:gd name="connsiteX8" fmla="*/ 683894 w 683899"/>
                  <a:gd name="connsiteY8" fmla="*/ 1165263 h 2341699"/>
                  <a:gd name="connsiteX9" fmla="*/ 175895 w 683899"/>
                  <a:gd name="connsiteY9" fmla="*/ 535025 h 2341699"/>
                  <a:gd name="connsiteX10" fmla="*/ 113189 w 683899"/>
                  <a:gd name="connsiteY10" fmla="*/ 38 h 2341699"/>
                  <a:gd name="connsiteX11" fmla="*/ 6033 w 683899"/>
                  <a:gd name="connsiteY11" fmla="*/ 38 h 2341699"/>
                  <a:gd name="connsiteX0" fmla="*/ 6033 w 683898"/>
                  <a:gd name="connsiteY0" fmla="*/ 38 h 2336838"/>
                  <a:gd name="connsiteX1" fmla="*/ 117158 w 683898"/>
                  <a:gd name="connsiteY1" fmla="*/ 606463 h 2336838"/>
                  <a:gd name="connsiteX2" fmla="*/ 553721 w 683898"/>
                  <a:gd name="connsiteY2" fmla="*/ 1060487 h 2336838"/>
                  <a:gd name="connsiteX3" fmla="*/ 552926 w 683898"/>
                  <a:gd name="connsiteY3" fmla="*/ 1272418 h 2336838"/>
                  <a:gd name="connsiteX4" fmla="*/ 124301 w 683898"/>
                  <a:gd name="connsiteY4" fmla="*/ 1719301 h 2336838"/>
                  <a:gd name="connsiteX5" fmla="*/ 9208 w 683898"/>
                  <a:gd name="connsiteY5" fmla="*/ 2336838 h 2336838"/>
                  <a:gd name="connsiteX6" fmla="*/ 141764 w 683898"/>
                  <a:gd name="connsiteY6" fmla="*/ 2335250 h 2336838"/>
                  <a:gd name="connsiteX7" fmla="*/ 200502 w 683898"/>
                  <a:gd name="connsiteY7" fmla="*/ 1756607 h 2336838"/>
                  <a:gd name="connsiteX8" fmla="*/ 683894 w 683898"/>
                  <a:gd name="connsiteY8" fmla="*/ 1165263 h 2336838"/>
                  <a:gd name="connsiteX9" fmla="*/ 175895 w 683898"/>
                  <a:gd name="connsiteY9" fmla="*/ 535025 h 2336838"/>
                  <a:gd name="connsiteX10" fmla="*/ 113189 w 683898"/>
                  <a:gd name="connsiteY10" fmla="*/ 38 h 2336838"/>
                  <a:gd name="connsiteX11" fmla="*/ 6033 w 683898"/>
                  <a:gd name="connsiteY11" fmla="*/ 38 h 2336838"/>
                  <a:gd name="connsiteX0" fmla="*/ 6033 w 683899"/>
                  <a:gd name="connsiteY0" fmla="*/ 38 h 2336838"/>
                  <a:gd name="connsiteX1" fmla="*/ 117158 w 683899"/>
                  <a:gd name="connsiteY1" fmla="*/ 606463 h 2336838"/>
                  <a:gd name="connsiteX2" fmla="*/ 553721 w 683899"/>
                  <a:gd name="connsiteY2" fmla="*/ 1060487 h 2336838"/>
                  <a:gd name="connsiteX3" fmla="*/ 552926 w 683899"/>
                  <a:gd name="connsiteY3" fmla="*/ 1272418 h 2336838"/>
                  <a:gd name="connsiteX4" fmla="*/ 124301 w 683899"/>
                  <a:gd name="connsiteY4" fmla="*/ 1719301 h 2336838"/>
                  <a:gd name="connsiteX5" fmla="*/ 9208 w 683899"/>
                  <a:gd name="connsiteY5" fmla="*/ 2336838 h 2336838"/>
                  <a:gd name="connsiteX6" fmla="*/ 141764 w 683899"/>
                  <a:gd name="connsiteY6" fmla="*/ 2335250 h 2336838"/>
                  <a:gd name="connsiteX7" fmla="*/ 200502 w 683899"/>
                  <a:gd name="connsiteY7" fmla="*/ 1756607 h 2336838"/>
                  <a:gd name="connsiteX8" fmla="*/ 683894 w 683899"/>
                  <a:gd name="connsiteY8" fmla="*/ 1165263 h 2336838"/>
                  <a:gd name="connsiteX9" fmla="*/ 175895 w 683899"/>
                  <a:gd name="connsiteY9" fmla="*/ 535025 h 2336838"/>
                  <a:gd name="connsiteX10" fmla="*/ 113189 w 683899"/>
                  <a:gd name="connsiteY10" fmla="*/ 38 h 2336838"/>
                  <a:gd name="connsiteX11" fmla="*/ 6033 w 683899"/>
                  <a:gd name="connsiteY11" fmla="*/ 38 h 2336838"/>
                  <a:gd name="connsiteX0" fmla="*/ 7898 w 685764"/>
                  <a:gd name="connsiteY0" fmla="*/ 38 h 2336838"/>
                  <a:gd name="connsiteX1" fmla="*/ 119023 w 685764"/>
                  <a:gd name="connsiteY1" fmla="*/ 606463 h 2336838"/>
                  <a:gd name="connsiteX2" fmla="*/ 555586 w 685764"/>
                  <a:gd name="connsiteY2" fmla="*/ 1060487 h 2336838"/>
                  <a:gd name="connsiteX3" fmla="*/ 554791 w 685764"/>
                  <a:gd name="connsiteY3" fmla="*/ 1272418 h 2336838"/>
                  <a:gd name="connsiteX4" fmla="*/ 113466 w 685764"/>
                  <a:gd name="connsiteY4" fmla="*/ 1716126 h 2336838"/>
                  <a:gd name="connsiteX5" fmla="*/ 11073 w 685764"/>
                  <a:gd name="connsiteY5" fmla="*/ 2336838 h 2336838"/>
                  <a:gd name="connsiteX6" fmla="*/ 143629 w 685764"/>
                  <a:gd name="connsiteY6" fmla="*/ 2335250 h 2336838"/>
                  <a:gd name="connsiteX7" fmla="*/ 202367 w 685764"/>
                  <a:gd name="connsiteY7" fmla="*/ 1756607 h 2336838"/>
                  <a:gd name="connsiteX8" fmla="*/ 685759 w 685764"/>
                  <a:gd name="connsiteY8" fmla="*/ 1165263 h 2336838"/>
                  <a:gd name="connsiteX9" fmla="*/ 177760 w 685764"/>
                  <a:gd name="connsiteY9" fmla="*/ 535025 h 2336838"/>
                  <a:gd name="connsiteX10" fmla="*/ 115054 w 685764"/>
                  <a:gd name="connsiteY10" fmla="*/ 38 h 2336838"/>
                  <a:gd name="connsiteX11" fmla="*/ 7898 w 685764"/>
                  <a:gd name="connsiteY11" fmla="*/ 38 h 2336838"/>
                  <a:gd name="connsiteX0" fmla="*/ 7898 w 685764"/>
                  <a:gd name="connsiteY0" fmla="*/ 38 h 2336838"/>
                  <a:gd name="connsiteX1" fmla="*/ 119023 w 685764"/>
                  <a:gd name="connsiteY1" fmla="*/ 606463 h 2336838"/>
                  <a:gd name="connsiteX2" fmla="*/ 555586 w 685764"/>
                  <a:gd name="connsiteY2" fmla="*/ 1060487 h 2336838"/>
                  <a:gd name="connsiteX3" fmla="*/ 554791 w 685764"/>
                  <a:gd name="connsiteY3" fmla="*/ 1272418 h 2336838"/>
                  <a:gd name="connsiteX4" fmla="*/ 113466 w 685764"/>
                  <a:gd name="connsiteY4" fmla="*/ 1716126 h 2336838"/>
                  <a:gd name="connsiteX5" fmla="*/ 11073 w 685764"/>
                  <a:gd name="connsiteY5" fmla="*/ 2336838 h 2336838"/>
                  <a:gd name="connsiteX6" fmla="*/ 143629 w 685764"/>
                  <a:gd name="connsiteY6" fmla="*/ 2335250 h 2336838"/>
                  <a:gd name="connsiteX7" fmla="*/ 202367 w 685764"/>
                  <a:gd name="connsiteY7" fmla="*/ 1756607 h 2336838"/>
                  <a:gd name="connsiteX8" fmla="*/ 685759 w 685764"/>
                  <a:gd name="connsiteY8" fmla="*/ 1165263 h 2336838"/>
                  <a:gd name="connsiteX9" fmla="*/ 177760 w 685764"/>
                  <a:gd name="connsiteY9" fmla="*/ 535025 h 2336838"/>
                  <a:gd name="connsiteX10" fmla="*/ 115054 w 685764"/>
                  <a:gd name="connsiteY10" fmla="*/ 38 h 2336838"/>
                  <a:gd name="connsiteX11" fmla="*/ 7898 w 685764"/>
                  <a:gd name="connsiteY11" fmla="*/ 38 h 2336838"/>
                  <a:gd name="connsiteX0" fmla="*/ 6033 w 683899"/>
                  <a:gd name="connsiteY0" fmla="*/ 38 h 2336838"/>
                  <a:gd name="connsiteX1" fmla="*/ 117158 w 683899"/>
                  <a:gd name="connsiteY1" fmla="*/ 606463 h 2336838"/>
                  <a:gd name="connsiteX2" fmla="*/ 553721 w 683899"/>
                  <a:gd name="connsiteY2" fmla="*/ 1060487 h 2336838"/>
                  <a:gd name="connsiteX3" fmla="*/ 552926 w 683899"/>
                  <a:gd name="connsiteY3" fmla="*/ 1272418 h 2336838"/>
                  <a:gd name="connsiteX4" fmla="*/ 111601 w 683899"/>
                  <a:gd name="connsiteY4" fmla="*/ 1716126 h 2336838"/>
                  <a:gd name="connsiteX5" fmla="*/ 9208 w 683899"/>
                  <a:gd name="connsiteY5" fmla="*/ 2336838 h 2336838"/>
                  <a:gd name="connsiteX6" fmla="*/ 141764 w 683899"/>
                  <a:gd name="connsiteY6" fmla="*/ 2335250 h 2336838"/>
                  <a:gd name="connsiteX7" fmla="*/ 200502 w 683899"/>
                  <a:gd name="connsiteY7" fmla="*/ 1756607 h 2336838"/>
                  <a:gd name="connsiteX8" fmla="*/ 683894 w 683899"/>
                  <a:gd name="connsiteY8" fmla="*/ 1165263 h 2336838"/>
                  <a:gd name="connsiteX9" fmla="*/ 175895 w 683899"/>
                  <a:gd name="connsiteY9" fmla="*/ 535025 h 2336838"/>
                  <a:gd name="connsiteX10" fmla="*/ 113189 w 683899"/>
                  <a:gd name="connsiteY10" fmla="*/ 38 h 2336838"/>
                  <a:gd name="connsiteX11" fmla="*/ 6033 w 683899"/>
                  <a:gd name="connsiteY11" fmla="*/ 38 h 2336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3899" h="2336838">
                    <a:moveTo>
                      <a:pt x="6033" y="38"/>
                    </a:moveTo>
                    <a:cubicBezTo>
                      <a:pt x="-16721" y="183657"/>
                      <a:pt x="25877" y="429721"/>
                      <a:pt x="117158" y="606463"/>
                    </a:cubicBezTo>
                    <a:cubicBezTo>
                      <a:pt x="208439" y="783205"/>
                      <a:pt x="431087" y="968544"/>
                      <a:pt x="553721" y="1060487"/>
                    </a:cubicBezTo>
                    <a:cubicBezTo>
                      <a:pt x="676355" y="1152430"/>
                      <a:pt x="642488" y="1204420"/>
                      <a:pt x="552926" y="1272418"/>
                    </a:cubicBezTo>
                    <a:cubicBezTo>
                      <a:pt x="463364" y="1340416"/>
                      <a:pt x="241114" y="1476017"/>
                      <a:pt x="111601" y="1716126"/>
                    </a:cubicBezTo>
                    <a:cubicBezTo>
                      <a:pt x="-17912" y="1956235"/>
                      <a:pt x="-2434" y="2224788"/>
                      <a:pt x="9208" y="2336838"/>
                    </a:cubicBezTo>
                    <a:cubicBezTo>
                      <a:pt x="73238" y="2334588"/>
                      <a:pt x="79322" y="2333927"/>
                      <a:pt x="141764" y="2335250"/>
                    </a:cubicBezTo>
                    <a:cubicBezTo>
                      <a:pt x="142293" y="2341337"/>
                      <a:pt x="72047" y="2043680"/>
                      <a:pt x="200502" y="1756607"/>
                    </a:cubicBezTo>
                    <a:cubicBezTo>
                      <a:pt x="328957" y="1469534"/>
                      <a:pt x="685482" y="1317001"/>
                      <a:pt x="683894" y="1165263"/>
                    </a:cubicBezTo>
                    <a:cubicBezTo>
                      <a:pt x="682306" y="1013525"/>
                      <a:pt x="282919" y="869723"/>
                      <a:pt x="175895" y="535025"/>
                    </a:cubicBezTo>
                    <a:cubicBezTo>
                      <a:pt x="68871" y="200327"/>
                      <a:pt x="104458" y="4271"/>
                      <a:pt x="113189" y="38"/>
                    </a:cubicBezTo>
                    <a:cubicBezTo>
                      <a:pt x="90964" y="-226"/>
                      <a:pt x="41530" y="1023"/>
                      <a:pt x="6033" y="3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>
                      <a:lumMod val="50000"/>
                    </a:schemeClr>
                  </a:solidFill>
                  <a:cs typeface="+mn-ea"/>
                </a:endParaRPr>
              </a:p>
            </p:txBody>
          </p:sp>
          <p:sp>
            <p:nvSpPr>
              <p:cNvPr id="30" name="任意多边形 29"/>
              <p:cNvSpPr/>
              <p:nvPr/>
            </p:nvSpPr>
            <p:spPr>
              <a:xfrm flipH="1">
                <a:off x="1699754" y="1172343"/>
                <a:ext cx="957816" cy="3272796"/>
              </a:xfrm>
              <a:custGeom>
                <a:avLst/>
                <a:gdLst>
                  <a:gd name="connsiteX0" fmla="*/ 38 w 624974"/>
                  <a:gd name="connsiteY0" fmla="*/ 74612 h 2488535"/>
                  <a:gd name="connsiteX1" fmla="*/ 111163 w 624974"/>
                  <a:gd name="connsiteY1" fmla="*/ 681037 h 2488535"/>
                  <a:gd name="connsiteX2" fmla="*/ 571538 w 624974"/>
                  <a:gd name="connsiteY2" fmla="*/ 1144587 h 2488535"/>
                  <a:gd name="connsiteX3" fmla="*/ 577888 w 624974"/>
                  <a:gd name="connsiteY3" fmla="*/ 1335087 h 2488535"/>
                  <a:gd name="connsiteX4" fmla="*/ 234988 w 624974"/>
                  <a:gd name="connsiteY4" fmla="*/ 1636712 h 2488535"/>
                  <a:gd name="connsiteX5" fmla="*/ 3213 w 624974"/>
                  <a:gd name="connsiteY5" fmla="*/ 2411412 h 2488535"/>
                  <a:gd name="connsiteX6" fmla="*/ 104813 w 624974"/>
                  <a:gd name="connsiteY6" fmla="*/ 2401887 h 2488535"/>
                  <a:gd name="connsiteX7" fmla="*/ 177838 w 624974"/>
                  <a:gd name="connsiteY7" fmla="*/ 1890712 h 2488535"/>
                  <a:gd name="connsiteX8" fmla="*/ 565188 w 624974"/>
                  <a:gd name="connsiteY8" fmla="*/ 1398587 h 2488535"/>
                  <a:gd name="connsiteX9" fmla="*/ 568363 w 624974"/>
                  <a:gd name="connsiteY9" fmla="*/ 1049337 h 2488535"/>
                  <a:gd name="connsiteX10" fmla="*/ 174663 w 624974"/>
                  <a:gd name="connsiteY10" fmla="*/ 566737 h 2488535"/>
                  <a:gd name="connsiteX11" fmla="*/ 104813 w 624974"/>
                  <a:gd name="connsiteY11" fmla="*/ 65087 h 2488535"/>
                  <a:gd name="connsiteX12" fmla="*/ 38 w 624974"/>
                  <a:gd name="connsiteY12" fmla="*/ 74612 h 2488535"/>
                  <a:gd name="connsiteX0" fmla="*/ 38 w 624974"/>
                  <a:gd name="connsiteY0" fmla="*/ 74612 h 2488535"/>
                  <a:gd name="connsiteX1" fmla="*/ 111163 w 624974"/>
                  <a:gd name="connsiteY1" fmla="*/ 681037 h 2488535"/>
                  <a:gd name="connsiteX2" fmla="*/ 571538 w 624974"/>
                  <a:gd name="connsiteY2" fmla="*/ 1144587 h 2488535"/>
                  <a:gd name="connsiteX3" fmla="*/ 577888 w 624974"/>
                  <a:gd name="connsiteY3" fmla="*/ 1335087 h 2488535"/>
                  <a:gd name="connsiteX4" fmla="*/ 234988 w 624974"/>
                  <a:gd name="connsiteY4" fmla="*/ 1636712 h 2488535"/>
                  <a:gd name="connsiteX5" fmla="*/ 3213 w 624974"/>
                  <a:gd name="connsiteY5" fmla="*/ 2411412 h 2488535"/>
                  <a:gd name="connsiteX6" fmla="*/ 104813 w 624974"/>
                  <a:gd name="connsiteY6" fmla="*/ 2401887 h 2488535"/>
                  <a:gd name="connsiteX7" fmla="*/ 177838 w 624974"/>
                  <a:gd name="connsiteY7" fmla="*/ 1890712 h 2488535"/>
                  <a:gd name="connsiteX8" fmla="*/ 565188 w 624974"/>
                  <a:gd name="connsiteY8" fmla="*/ 1398587 h 2488535"/>
                  <a:gd name="connsiteX9" fmla="*/ 568363 w 624974"/>
                  <a:gd name="connsiteY9" fmla="*/ 1049337 h 2488535"/>
                  <a:gd name="connsiteX10" fmla="*/ 174663 w 624974"/>
                  <a:gd name="connsiteY10" fmla="*/ 566737 h 2488535"/>
                  <a:gd name="connsiteX11" fmla="*/ 104813 w 624974"/>
                  <a:gd name="connsiteY11" fmla="*/ 65087 h 2488535"/>
                  <a:gd name="connsiteX12" fmla="*/ 38 w 624974"/>
                  <a:gd name="connsiteY12" fmla="*/ 74612 h 2488535"/>
                  <a:gd name="connsiteX0" fmla="*/ 23714 w 648650"/>
                  <a:gd name="connsiteY0" fmla="*/ 43040 h 2456963"/>
                  <a:gd name="connsiteX1" fmla="*/ 134839 w 648650"/>
                  <a:gd name="connsiteY1" fmla="*/ 649465 h 2456963"/>
                  <a:gd name="connsiteX2" fmla="*/ 595214 w 648650"/>
                  <a:gd name="connsiteY2" fmla="*/ 1113015 h 2456963"/>
                  <a:gd name="connsiteX3" fmla="*/ 601564 w 648650"/>
                  <a:gd name="connsiteY3" fmla="*/ 1303515 h 2456963"/>
                  <a:gd name="connsiteX4" fmla="*/ 258664 w 648650"/>
                  <a:gd name="connsiteY4" fmla="*/ 1605140 h 2456963"/>
                  <a:gd name="connsiteX5" fmla="*/ 26889 w 648650"/>
                  <a:gd name="connsiteY5" fmla="*/ 2379840 h 2456963"/>
                  <a:gd name="connsiteX6" fmla="*/ 128489 w 648650"/>
                  <a:gd name="connsiteY6" fmla="*/ 2370315 h 2456963"/>
                  <a:gd name="connsiteX7" fmla="*/ 201514 w 648650"/>
                  <a:gd name="connsiteY7" fmla="*/ 1859140 h 2456963"/>
                  <a:gd name="connsiteX8" fmla="*/ 588864 w 648650"/>
                  <a:gd name="connsiteY8" fmla="*/ 1367015 h 2456963"/>
                  <a:gd name="connsiteX9" fmla="*/ 592039 w 648650"/>
                  <a:gd name="connsiteY9" fmla="*/ 1017765 h 2456963"/>
                  <a:gd name="connsiteX10" fmla="*/ 198339 w 648650"/>
                  <a:gd name="connsiteY10" fmla="*/ 535165 h 2456963"/>
                  <a:gd name="connsiteX11" fmla="*/ 128489 w 648650"/>
                  <a:gd name="connsiteY11" fmla="*/ 33515 h 2456963"/>
                  <a:gd name="connsiteX12" fmla="*/ 23714 w 648650"/>
                  <a:gd name="connsiteY12" fmla="*/ 43040 h 2456963"/>
                  <a:gd name="connsiteX0" fmla="*/ 25732 w 650668"/>
                  <a:gd name="connsiteY0" fmla="*/ 53052 h 2466975"/>
                  <a:gd name="connsiteX1" fmla="*/ 136857 w 650668"/>
                  <a:gd name="connsiteY1" fmla="*/ 659477 h 2466975"/>
                  <a:gd name="connsiteX2" fmla="*/ 597232 w 650668"/>
                  <a:gd name="connsiteY2" fmla="*/ 1123027 h 2466975"/>
                  <a:gd name="connsiteX3" fmla="*/ 603582 w 650668"/>
                  <a:gd name="connsiteY3" fmla="*/ 1313527 h 2466975"/>
                  <a:gd name="connsiteX4" fmla="*/ 260682 w 650668"/>
                  <a:gd name="connsiteY4" fmla="*/ 1615152 h 2466975"/>
                  <a:gd name="connsiteX5" fmla="*/ 28907 w 650668"/>
                  <a:gd name="connsiteY5" fmla="*/ 2389852 h 2466975"/>
                  <a:gd name="connsiteX6" fmla="*/ 130507 w 650668"/>
                  <a:gd name="connsiteY6" fmla="*/ 2380327 h 2466975"/>
                  <a:gd name="connsiteX7" fmla="*/ 203532 w 650668"/>
                  <a:gd name="connsiteY7" fmla="*/ 1869152 h 2466975"/>
                  <a:gd name="connsiteX8" fmla="*/ 590882 w 650668"/>
                  <a:gd name="connsiteY8" fmla="*/ 1377027 h 2466975"/>
                  <a:gd name="connsiteX9" fmla="*/ 594057 w 650668"/>
                  <a:gd name="connsiteY9" fmla="*/ 1027777 h 2466975"/>
                  <a:gd name="connsiteX10" fmla="*/ 200357 w 650668"/>
                  <a:gd name="connsiteY10" fmla="*/ 545177 h 2466975"/>
                  <a:gd name="connsiteX11" fmla="*/ 130507 w 650668"/>
                  <a:gd name="connsiteY11" fmla="*/ 43527 h 2466975"/>
                  <a:gd name="connsiteX12" fmla="*/ 25732 w 650668"/>
                  <a:gd name="connsiteY12" fmla="*/ 53052 h 2466975"/>
                  <a:gd name="connsiteX0" fmla="*/ 25732 w 650668"/>
                  <a:gd name="connsiteY0" fmla="*/ 44171 h 2458094"/>
                  <a:gd name="connsiteX1" fmla="*/ 136857 w 650668"/>
                  <a:gd name="connsiteY1" fmla="*/ 650596 h 2458094"/>
                  <a:gd name="connsiteX2" fmla="*/ 597232 w 650668"/>
                  <a:gd name="connsiteY2" fmla="*/ 1114146 h 2458094"/>
                  <a:gd name="connsiteX3" fmla="*/ 603582 w 650668"/>
                  <a:gd name="connsiteY3" fmla="*/ 1304646 h 2458094"/>
                  <a:gd name="connsiteX4" fmla="*/ 260682 w 650668"/>
                  <a:gd name="connsiteY4" fmla="*/ 1606271 h 2458094"/>
                  <a:gd name="connsiteX5" fmla="*/ 28907 w 650668"/>
                  <a:gd name="connsiteY5" fmla="*/ 2380971 h 2458094"/>
                  <a:gd name="connsiteX6" fmla="*/ 130507 w 650668"/>
                  <a:gd name="connsiteY6" fmla="*/ 2371446 h 2458094"/>
                  <a:gd name="connsiteX7" fmla="*/ 203532 w 650668"/>
                  <a:gd name="connsiteY7" fmla="*/ 1860271 h 2458094"/>
                  <a:gd name="connsiteX8" fmla="*/ 590882 w 650668"/>
                  <a:gd name="connsiteY8" fmla="*/ 1368146 h 2458094"/>
                  <a:gd name="connsiteX9" fmla="*/ 594057 w 650668"/>
                  <a:gd name="connsiteY9" fmla="*/ 1018896 h 2458094"/>
                  <a:gd name="connsiteX10" fmla="*/ 200357 w 650668"/>
                  <a:gd name="connsiteY10" fmla="*/ 536296 h 2458094"/>
                  <a:gd name="connsiteX11" fmla="*/ 130507 w 650668"/>
                  <a:gd name="connsiteY11" fmla="*/ 34646 h 2458094"/>
                  <a:gd name="connsiteX12" fmla="*/ 25732 w 650668"/>
                  <a:gd name="connsiteY12" fmla="*/ 44171 h 2458094"/>
                  <a:gd name="connsiteX0" fmla="*/ 25732 w 650668"/>
                  <a:gd name="connsiteY0" fmla="*/ 36942 h 2450865"/>
                  <a:gd name="connsiteX1" fmla="*/ 136857 w 650668"/>
                  <a:gd name="connsiteY1" fmla="*/ 643367 h 2450865"/>
                  <a:gd name="connsiteX2" fmla="*/ 597232 w 650668"/>
                  <a:gd name="connsiteY2" fmla="*/ 1106917 h 2450865"/>
                  <a:gd name="connsiteX3" fmla="*/ 603582 w 650668"/>
                  <a:gd name="connsiteY3" fmla="*/ 1297417 h 2450865"/>
                  <a:gd name="connsiteX4" fmla="*/ 260682 w 650668"/>
                  <a:gd name="connsiteY4" fmla="*/ 1599042 h 2450865"/>
                  <a:gd name="connsiteX5" fmla="*/ 28907 w 650668"/>
                  <a:gd name="connsiteY5" fmla="*/ 2373742 h 2450865"/>
                  <a:gd name="connsiteX6" fmla="*/ 130507 w 650668"/>
                  <a:gd name="connsiteY6" fmla="*/ 2364217 h 2450865"/>
                  <a:gd name="connsiteX7" fmla="*/ 203532 w 650668"/>
                  <a:gd name="connsiteY7" fmla="*/ 1853042 h 2450865"/>
                  <a:gd name="connsiteX8" fmla="*/ 590882 w 650668"/>
                  <a:gd name="connsiteY8" fmla="*/ 1360917 h 2450865"/>
                  <a:gd name="connsiteX9" fmla="*/ 594057 w 650668"/>
                  <a:gd name="connsiteY9" fmla="*/ 1011667 h 2450865"/>
                  <a:gd name="connsiteX10" fmla="*/ 200357 w 650668"/>
                  <a:gd name="connsiteY10" fmla="*/ 529067 h 2450865"/>
                  <a:gd name="connsiteX11" fmla="*/ 132888 w 650668"/>
                  <a:gd name="connsiteY11" fmla="*/ 36942 h 2450865"/>
                  <a:gd name="connsiteX12" fmla="*/ 25732 w 650668"/>
                  <a:gd name="connsiteY12" fmla="*/ 36942 h 2450865"/>
                  <a:gd name="connsiteX0" fmla="*/ 25732 w 650668"/>
                  <a:gd name="connsiteY0" fmla="*/ 38 h 2413961"/>
                  <a:gd name="connsiteX1" fmla="*/ 136857 w 650668"/>
                  <a:gd name="connsiteY1" fmla="*/ 606463 h 2413961"/>
                  <a:gd name="connsiteX2" fmla="*/ 597232 w 650668"/>
                  <a:gd name="connsiteY2" fmla="*/ 1070013 h 2413961"/>
                  <a:gd name="connsiteX3" fmla="*/ 603582 w 650668"/>
                  <a:gd name="connsiteY3" fmla="*/ 1260513 h 2413961"/>
                  <a:gd name="connsiteX4" fmla="*/ 260682 w 650668"/>
                  <a:gd name="connsiteY4" fmla="*/ 1562138 h 2413961"/>
                  <a:gd name="connsiteX5" fmla="*/ 28907 w 650668"/>
                  <a:gd name="connsiteY5" fmla="*/ 2336838 h 2413961"/>
                  <a:gd name="connsiteX6" fmla="*/ 130507 w 650668"/>
                  <a:gd name="connsiteY6" fmla="*/ 2327313 h 2413961"/>
                  <a:gd name="connsiteX7" fmla="*/ 203532 w 650668"/>
                  <a:gd name="connsiteY7" fmla="*/ 1816138 h 2413961"/>
                  <a:gd name="connsiteX8" fmla="*/ 590882 w 650668"/>
                  <a:gd name="connsiteY8" fmla="*/ 1324013 h 2413961"/>
                  <a:gd name="connsiteX9" fmla="*/ 594057 w 650668"/>
                  <a:gd name="connsiteY9" fmla="*/ 974763 h 2413961"/>
                  <a:gd name="connsiteX10" fmla="*/ 200357 w 650668"/>
                  <a:gd name="connsiteY10" fmla="*/ 492163 h 2413961"/>
                  <a:gd name="connsiteX11" fmla="*/ 132888 w 650668"/>
                  <a:gd name="connsiteY11" fmla="*/ 38 h 2413961"/>
                  <a:gd name="connsiteX12" fmla="*/ 25732 w 650668"/>
                  <a:gd name="connsiteY12" fmla="*/ 38 h 2413961"/>
                  <a:gd name="connsiteX0" fmla="*/ 39 w 624975"/>
                  <a:gd name="connsiteY0" fmla="*/ 38 h 2413961"/>
                  <a:gd name="connsiteX1" fmla="*/ 111164 w 624975"/>
                  <a:gd name="connsiteY1" fmla="*/ 606463 h 2413961"/>
                  <a:gd name="connsiteX2" fmla="*/ 571539 w 624975"/>
                  <a:gd name="connsiteY2" fmla="*/ 1070013 h 2413961"/>
                  <a:gd name="connsiteX3" fmla="*/ 577889 w 624975"/>
                  <a:gd name="connsiteY3" fmla="*/ 1260513 h 2413961"/>
                  <a:gd name="connsiteX4" fmla="*/ 234989 w 624975"/>
                  <a:gd name="connsiteY4" fmla="*/ 1562138 h 2413961"/>
                  <a:gd name="connsiteX5" fmla="*/ 3214 w 624975"/>
                  <a:gd name="connsiteY5" fmla="*/ 2336838 h 2413961"/>
                  <a:gd name="connsiteX6" fmla="*/ 104814 w 624975"/>
                  <a:gd name="connsiteY6" fmla="*/ 2327313 h 2413961"/>
                  <a:gd name="connsiteX7" fmla="*/ 177839 w 624975"/>
                  <a:gd name="connsiteY7" fmla="*/ 1816138 h 2413961"/>
                  <a:gd name="connsiteX8" fmla="*/ 565189 w 624975"/>
                  <a:gd name="connsiteY8" fmla="*/ 1324013 h 2413961"/>
                  <a:gd name="connsiteX9" fmla="*/ 568364 w 624975"/>
                  <a:gd name="connsiteY9" fmla="*/ 974763 h 2413961"/>
                  <a:gd name="connsiteX10" fmla="*/ 174664 w 624975"/>
                  <a:gd name="connsiteY10" fmla="*/ 492163 h 2413961"/>
                  <a:gd name="connsiteX11" fmla="*/ 107195 w 624975"/>
                  <a:gd name="connsiteY11" fmla="*/ 38 h 2413961"/>
                  <a:gd name="connsiteX12" fmla="*/ 39 w 624975"/>
                  <a:gd name="connsiteY12" fmla="*/ 38 h 2413961"/>
                  <a:gd name="connsiteX0" fmla="*/ 6356 w 631292"/>
                  <a:gd name="connsiteY0" fmla="*/ 38 h 2413961"/>
                  <a:gd name="connsiteX1" fmla="*/ 117481 w 631292"/>
                  <a:gd name="connsiteY1" fmla="*/ 606463 h 2413961"/>
                  <a:gd name="connsiteX2" fmla="*/ 577856 w 631292"/>
                  <a:gd name="connsiteY2" fmla="*/ 1070013 h 2413961"/>
                  <a:gd name="connsiteX3" fmla="*/ 584206 w 631292"/>
                  <a:gd name="connsiteY3" fmla="*/ 1260513 h 2413961"/>
                  <a:gd name="connsiteX4" fmla="*/ 241306 w 631292"/>
                  <a:gd name="connsiteY4" fmla="*/ 1562138 h 2413961"/>
                  <a:gd name="connsiteX5" fmla="*/ 9531 w 631292"/>
                  <a:gd name="connsiteY5" fmla="*/ 2336838 h 2413961"/>
                  <a:gd name="connsiteX6" fmla="*/ 111131 w 631292"/>
                  <a:gd name="connsiteY6" fmla="*/ 2327313 h 2413961"/>
                  <a:gd name="connsiteX7" fmla="*/ 184156 w 631292"/>
                  <a:gd name="connsiteY7" fmla="*/ 1816138 h 2413961"/>
                  <a:gd name="connsiteX8" fmla="*/ 571506 w 631292"/>
                  <a:gd name="connsiteY8" fmla="*/ 1324013 h 2413961"/>
                  <a:gd name="connsiteX9" fmla="*/ 574681 w 631292"/>
                  <a:gd name="connsiteY9" fmla="*/ 974763 h 2413961"/>
                  <a:gd name="connsiteX10" fmla="*/ 180981 w 631292"/>
                  <a:gd name="connsiteY10" fmla="*/ 492163 h 2413961"/>
                  <a:gd name="connsiteX11" fmla="*/ 113512 w 631292"/>
                  <a:gd name="connsiteY11" fmla="*/ 38 h 2413961"/>
                  <a:gd name="connsiteX12" fmla="*/ 6356 w 631292"/>
                  <a:gd name="connsiteY12" fmla="*/ 38 h 2413961"/>
                  <a:gd name="connsiteX0" fmla="*/ 6356 w 656707"/>
                  <a:gd name="connsiteY0" fmla="*/ 38 h 2413961"/>
                  <a:gd name="connsiteX1" fmla="*/ 117481 w 656707"/>
                  <a:gd name="connsiteY1" fmla="*/ 606463 h 2413961"/>
                  <a:gd name="connsiteX2" fmla="*/ 577856 w 656707"/>
                  <a:gd name="connsiteY2" fmla="*/ 1070013 h 2413961"/>
                  <a:gd name="connsiteX3" fmla="*/ 584206 w 656707"/>
                  <a:gd name="connsiteY3" fmla="*/ 1260513 h 2413961"/>
                  <a:gd name="connsiteX4" fmla="*/ 241306 w 656707"/>
                  <a:gd name="connsiteY4" fmla="*/ 1562138 h 2413961"/>
                  <a:gd name="connsiteX5" fmla="*/ 9531 w 656707"/>
                  <a:gd name="connsiteY5" fmla="*/ 2336838 h 2413961"/>
                  <a:gd name="connsiteX6" fmla="*/ 111131 w 656707"/>
                  <a:gd name="connsiteY6" fmla="*/ 2327313 h 2413961"/>
                  <a:gd name="connsiteX7" fmla="*/ 184156 w 656707"/>
                  <a:gd name="connsiteY7" fmla="*/ 1816138 h 2413961"/>
                  <a:gd name="connsiteX8" fmla="*/ 571506 w 656707"/>
                  <a:gd name="connsiteY8" fmla="*/ 1324013 h 2413961"/>
                  <a:gd name="connsiteX9" fmla="*/ 574681 w 656707"/>
                  <a:gd name="connsiteY9" fmla="*/ 974763 h 2413961"/>
                  <a:gd name="connsiteX10" fmla="*/ 180981 w 656707"/>
                  <a:gd name="connsiteY10" fmla="*/ 492163 h 2413961"/>
                  <a:gd name="connsiteX11" fmla="*/ 113512 w 656707"/>
                  <a:gd name="connsiteY11" fmla="*/ 38 h 2413961"/>
                  <a:gd name="connsiteX12" fmla="*/ 6356 w 656707"/>
                  <a:gd name="connsiteY12" fmla="*/ 38 h 2413961"/>
                  <a:gd name="connsiteX0" fmla="*/ 6356 w 621937"/>
                  <a:gd name="connsiteY0" fmla="*/ 38 h 2413961"/>
                  <a:gd name="connsiteX1" fmla="*/ 117481 w 621937"/>
                  <a:gd name="connsiteY1" fmla="*/ 606463 h 2413961"/>
                  <a:gd name="connsiteX2" fmla="*/ 577856 w 621937"/>
                  <a:gd name="connsiteY2" fmla="*/ 1070013 h 2413961"/>
                  <a:gd name="connsiteX3" fmla="*/ 555631 w 621937"/>
                  <a:gd name="connsiteY3" fmla="*/ 1281944 h 2413961"/>
                  <a:gd name="connsiteX4" fmla="*/ 241306 w 621937"/>
                  <a:gd name="connsiteY4" fmla="*/ 1562138 h 2413961"/>
                  <a:gd name="connsiteX5" fmla="*/ 9531 w 621937"/>
                  <a:gd name="connsiteY5" fmla="*/ 2336838 h 2413961"/>
                  <a:gd name="connsiteX6" fmla="*/ 111131 w 621937"/>
                  <a:gd name="connsiteY6" fmla="*/ 2327313 h 2413961"/>
                  <a:gd name="connsiteX7" fmla="*/ 184156 w 621937"/>
                  <a:gd name="connsiteY7" fmla="*/ 1816138 h 2413961"/>
                  <a:gd name="connsiteX8" fmla="*/ 571506 w 621937"/>
                  <a:gd name="connsiteY8" fmla="*/ 1324013 h 2413961"/>
                  <a:gd name="connsiteX9" fmla="*/ 574681 w 621937"/>
                  <a:gd name="connsiteY9" fmla="*/ 974763 h 2413961"/>
                  <a:gd name="connsiteX10" fmla="*/ 180981 w 621937"/>
                  <a:gd name="connsiteY10" fmla="*/ 492163 h 2413961"/>
                  <a:gd name="connsiteX11" fmla="*/ 113512 w 621937"/>
                  <a:gd name="connsiteY11" fmla="*/ 38 h 2413961"/>
                  <a:gd name="connsiteX12" fmla="*/ 6356 w 621937"/>
                  <a:gd name="connsiteY12" fmla="*/ 38 h 2413961"/>
                  <a:gd name="connsiteX0" fmla="*/ 6324 w 621905"/>
                  <a:gd name="connsiteY0" fmla="*/ 38 h 2413961"/>
                  <a:gd name="connsiteX1" fmla="*/ 117449 w 621905"/>
                  <a:gd name="connsiteY1" fmla="*/ 606463 h 2413961"/>
                  <a:gd name="connsiteX2" fmla="*/ 575442 w 621905"/>
                  <a:gd name="connsiteY2" fmla="*/ 1074775 h 2413961"/>
                  <a:gd name="connsiteX3" fmla="*/ 555599 w 621905"/>
                  <a:gd name="connsiteY3" fmla="*/ 1281944 h 2413961"/>
                  <a:gd name="connsiteX4" fmla="*/ 241274 w 621905"/>
                  <a:gd name="connsiteY4" fmla="*/ 1562138 h 2413961"/>
                  <a:gd name="connsiteX5" fmla="*/ 9499 w 621905"/>
                  <a:gd name="connsiteY5" fmla="*/ 2336838 h 2413961"/>
                  <a:gd name="connsiteX6" fmla="*/ 111099 w 621905"/>
                  <a:gd name="connsiteY6" fmla="*/ 2327313 h 2413961"/>
                  <a:gd name="connsiteX7" fmla="*/ 184124 w 621905"/>
                  <a:gd name="connsiteY7" fmla="*/ 1816138 h 2413961"/>
                  <a:gd name="connsiteX8" fmla="*/ 571474 w 621905"/>
                  <a:gd name="connsiteY8" fmla="*/ 1324013 h 2413961"/>
                  <a:gd name="connsiteX9" fmla="*/ 574649 w 621905"/>
                  <a:gd name="connsiteY9" fmla="*/ 974763 h 2413961"/>
                  <a:gd name="connsiteX10" fmla="*/ 180949 w 621905"/>
                  <a:gd name="connsiteY10" fmla="*/ 492163 h 2413961"/>
                  <a:gd name="connsiteX11" fmla="*/ 113480 w 621905"/>
                  <a:gd name="connsiteY11" fmla="*/ 38 h 2413961"/>
                  <a:gd name="connsiteX12" fmla="*/ 6324 w 621905"/>
                  <a:gd name="connsiteY12" fmla="*/ 38 h 2413961"/>
                  <a:gd name="connsiteX0" fmla="*/ 6324 w 643161"/>
                  <a:gd name="connsiteY0" fmla="*/ 38 h 2413961"/>
                  <a:gd name="connsiteX1" fmla="*/ 117449 w 643161"/>
                  <a:gd name="connsiteY1" fmla="*/ 606463 h 2413961"/>
                  <a:gd name="connsiteX2" fmla="*/ 575442 w 643161"/>
                  <a:gd name="connsiteY2" fmla="*/ 1074775 h 2413961"/>
                  <a:gd name="connsiteX3" fmla="*/ 555599 w 643161"/>
                  <a:gd name="connsiteY3" fmla="*/ 1281944 h 2413961"/>
                  <a:gd name="connsiteX4" fmla="*/ 241274 w 643161"/>
                  <a:gd name="connsiteY4" fmla="*/ 1562138 h 2413961"/>
                  <a:gd name="connsiteX5" fmla="*/ 9499 w 643161"/>
                  <a:gd name="connsiteY5" fmla="*/ 2336838 h 2413961"/>
                  <a:gd name="connsiteX6" fmla="*/ 111099 w 643161"/>
                  <a:gd name="connsiteY6" fmla="*/ 2327313 h 2413961"/>
                  <a:gd name="connsiteX7" fmla="*/ 184124 w 643161"/>
                  <a:gd name="connsiteY7" fmla="*/ 1816138 h 2413961"/>
                  <a:gd name="connsiteX8" fmla="*/ 571474 w 643161"/>
                  <a:gd name="connsiteY8" fmla="*/ 1324013 h 2413961"/>
                  <a:gd name="connsiteX9" fmla="*/ 574649 w 643161"/>
                  <a:gd name="connsiteY9" fmla="*/ 974763 h 2413961"/>
                  <a:gd name="connsiteX10" fmla="*/ 180949 w 643161"/>
                  <a:gd name="connsiteY10" fmla="*/ 492163 h 2413961"/>
                  <a:gd name="connsiteX11" fmla="*/ 113480 w 643161"/>
                  <a:gd name="connsiteY11" fmla="*/ 38 h 2413961"/>
                  <a:gd name="connsiteX12" fmla="*/ 6324 w 643161"/>
                  <a:gd name="connsiteY12" fmla="*/ 38 h 2413961"/>
                  <a:gd name="connsiteX0" fmla="*/ 6324 w 643161"/>
                  <a:gd name="connsiteY0" fmla="*/ 38 h 2413961"/>
                  <a:gd name="connsiteX1" fmla="*/ 117449 w 643161"/>
                  <a:gd name="connsiteY1" fmla="*/ 606463 h 2413961"/>
                  <a:gd name="connsiteX2" fmla="*/ 575442 w 643161"/>
                  <a:gd name="connsiteY2" fmla="*/ 1074775 h 2413961"/>
                  <a:gd name="connsiteX3" fmla="*/ 555599 w 643161"/>
                  <a:gd name="connsiteY3" fmla="*/ 1281944 h 2413961"/>
                  <a:gd name="connsiteX4" fmla="*/ 241274 w 643161"/>
                  <a:gd name="connsiteY4" fmla="*/ 1562138 h 2413961"/>
                  <a:gd name="connsiteX5" fmla="*/ 9499 w 643161"/>
                  <a:gd name="connsiteY5" fmla="*/ 2336838 h 2413961"/>
                  <a:gd name="connsiteX6" fmla="*/ 111099 w 643161"/>
                  <a:gd name="connsiteY6" fmla="*/ 2327313 h 2413961"/>
                  <a:gd name="connsiteX7" fmla="*/ 184124 w 643161"/>
                  <a:gd name="connsiteY7" fmla="*/ 1816138 h 2413961"/>
                  <a:gd name="connsiteX8" fmla="*/ 571474 w 643161"/>
                  <a:gd name="connsiteY8" fmla="*/ 1324013 h 2413961"/>
                  <a:gd name="connsiteX9" fmla="*/ 574649 w 643161"/>
                  <a:gd name="connsiteY9" fmla="*/ 974763 h 2413961"/>
                  <a:gd name="connsiteX10" fmla="*/ 180949 w 643161"/>
                  <a:gd name="connsiteY10" fmla="*/ 492163 h 2413961"/>
                  <a:gd name="connsiteX11" fmla="*/ 113480 w 643161"/>
                  <a:gd name="connsiteY11" fmla="*/ 38 h 2413961"/>
                  <a:gd name="connsiteX12" fmla="*/ 6324 w 643161"/>
                  <a:gd name="connsiteY12" fmla="*/ 38 h 2413961"/>
                  <a:gd name="connsiteX0" fmla="*/ 6324 w 773882"/>
                  <a:gd name="connsiteY0" fmla="*/ 38 h 2413961"/>
                  <a:gd name="connsiteX1" fmla="*/ 117449 w 773882"/>
                  <a:gd name="connsiteY1" fmla="*/ 606463 h 2413961"/>
                  <a:gd name="connsiteX2" fmla="*/ 575442 w 773882"/>
                  <a:gd name="connsiteY2" fmla="*/ 1074775 h 2413961"/>
                  <a:gd name="connsiteX3" fmla="*/ 555599 w 773882"/>
                  <a:gd name="connsiteY3" fmla="*/ 1281944 h 2413961"/>
                  <a:gd name="connsiteX4" fmla="*/ 241274 w 773882"/>
                  <a:gd name="connsiteY4" fmla="*/ 1562138 h 2413961"/>
                  <a:gd name="connsiteX5" fmla="*/ 9499 w 773882"/>
                  <a:gd name="connsiteY5" fmla="*/ 2336838 h 2413961"/>
                  <a:gd name="connsiteX6" fmla="*/ 111099 w 773882"/>
                  <a:gd name="connsiteY6" fmla="*/ 2327313 h 2413961"/>
                  <a:gd name="connsiteX7" fmla="*/ 184124 w 773882"/>
                  <a:gd name="connsiteY7" fmla="*/ 1816138 h 2413961"/>
                  <a:gd name="connsiteX8" fmla="*/ 571474 w 773882"/>
                  <a:gd name="connsiteY8" fmla="*/ 1324013 h 2413961"/>
                  <a:gd name="connsiteX9" fmla="*/ 773880 w 773882"/>
                  <a:gd name="connsiteY9" fmla="*/ 1142243 h 2413961"/>
                  <a:gd name="connsiteX10" fmla="*/ 574649 w 773882"/>
                  <a:gd name="connsiteY10" fmla="*/ 974763 h 2413961"/>
                  <a:gd name="connsiteX11" fmla="*/ 180949 w 773882"/>
                  <a:gd name="connsiteY11" fmla="*/ 492163 h 2413961"/>
                  <a:gd name="connsiteX12" fmla="*/ 113480 w 773882"/>
                  <a:gd name="connsiteY12" fmla="*/ 38 h 2413961"/>
                  <a:gd name="connsiteX13" fmla="*/ 6324 w 773882"/>
                  <a:gd name="connsiteY13" fmla="*/ 38 h 2413961"/>
                  <a:gd name="connsiteX0" fmla="*/ 6324 w 773882"/>
                  <a:gd name="connsiteY0" fmla="*/ 38 h 2413961"/>
                  <a:gd name="connsiteX1" fmla="*/ 117449 w 773882"/>
                  <a:gd name="connsiteY1" fmla="*/ 606463 h 2413961"/>
                  <a:gd name="connsiteX2" fmla="*/ 575442 w 773882"/>
                  <a:gd name="connsiteY2" fmla="*/ 1074775 h 2413961"/>
                  <a:gd name="connsiteX3" fmla="*/ 543693 w 773882"/>
                  <a:gd name="connsiteY3" fmla="*/ 1289087 h 2413961"/>
                  <a:gd name="connsiteX4" fmla="*/ 241274 w 773882"/>
                  <a:gd name="connsiteY4" fmla="*/ 1562138 h 2413961"/>
                  <a:gd name="connsiteX5" fmla="*/ 9499 w 773882"/>
                  <a:gd name="connsiteY5" fmla="*/ 2336838 h 2413961"/>
                  <a:gd name="connsiteX6" fmla="*/ 111099 w 773882"/>
                  <a:gd name="connsiteY6" fmla="*/ 2327313 h 2413961"/>
                  <a:gd name="connsiteX7" fmla="*/ 184124 w 773882"/>
                  <a:gd name="connsiteY7" fmla="*/ 1816138 h 2413961"/>
                  <a:gd name="connsiteX8" fmla="*/ 571474 w 773882"/>
                  <a:gd name="connsiteY8" fmla="*/ 1324013 h 2413961"/>
                  <a:gd name="connsiteX9" fmla="*/ 773880 w 773882"/>
                  <a:gd name="connsiteY9" fmla="*/ 1142243 h 2413961"/>
                  <a:gd name="connsiteX10" fmla="*/ 574649 w 773882"/>
                  <a:gd name="connsiteY10" fmla="*/ 974763 h 2413961"/>
                  <a:gd name="connsiteX11" fmla="*/ 180949 w 773882"/>
                  <a:gd name="connsiteY11" fmla="*/ 492163 h 2413961"/>
                  <a:gd name="connsiteX12" fmla="*/ 113480 w 773882"/>
                  <a:gd name="connsiteY12" fmla="*/ 38 h 2413961"/>
                  <a:gd name="connsiteX13" fmla="*/ 6324 w 773882"/>
                  <a:gd name="connsiteY13" fmla="*/ 38 h 2413961"/>
                  <a:gd name="connsiteX0" fmla="*/ 6324 w 773882"/>
                  <a:gd name="connsiteY0" fmla="*/ 38 h 2413961"/>
                  <a:gd name="connsiteX1" fmla="*/ 117449 w 773882"/>
                  <a:gd name="connsiteY1" fmla="*/ 606463 h 2413961"/>
                  <a:gd name="connsiteX2" fmla="*/ 575442 w 773882"/>
                  <a:gd name="connsiteY2" fmla="*/ 1074775 h 2413961"/>
                  <a:gd name="connsiteX3" fmla="*/ 543693 w 773882"/>
                  <a:gd name="connsiteY3" fmla="*/ 1289087 h 2413961"/>
                  <a:gd name="connsiteX4" fmla="*/ 241274 w 773882"/>
                  <a:gd name="connsiteY4" fmla="*/ 1562138 h 2413961"/>
                  <a:gd name="connsiteX5" fmla="*/ 9499 w 773882"/>
                  <a:gd name="connsiteY5" fmla="*/ 2336838 h 2413961"/>
                  <a:gd name="connsiteX6" fmla="*/ 111099 w 773882"/>
                  <a:gd name="connsiteY6" fmla="*/ 2327313 h 2413961"/>
                  <a:gd name="connsiteX7" fmla="*/ 184124 w 773882"/>
                  <a:gd name="connsiteY7" fmla="*/ 1816138 h 2413961"/>
                  <a:gd name="connsiteX8" fmla="*/ 571474 w 773882"/>
                  <a:gd name="connsiteY8" fmla="*/ 1324013 h 2413961"/>
                  <a:gd name="connsiteX9" fmla="*/ 773880 w 773882"/>
                  <a:gd name="connsiteY9" fmla="*/ 1142243 h 2413961"/>
                  <a:gd name="connsiteX10" fmla="*/ 574649 w 773882"/>
                  <a:gd name="connsiteY10" fmla="*/ 974763 h 2413961"/>
                  <a:gd name="connsiteX11" fmla="*/ 180949 w 773882"/>
                  <a:gd name="connsiteY11" fmla="*/ 492163 h 2413961"/>
                  <a:gd name="connsiteX12" fmla="*/ 113480 w 773882"/>
                  <a:gd name="connsiteY12" fmla="*/ 38 h 2413961"/>
                  <a:gd name="connsiteX13" fmla="*/ 6324 w 773882"/>
                  <a:gd name="connsiteY13" fmla="*/ 38 h 2413961"/>
                  <a:gd name="connsiteX0" fmla="*/ 6324 w 773882"/>
                  <a:gd name="connsiteY0" fmla="*/ 38 h 2413961"/>
                  <a:gd name="connsiteX1" fmla="*/ 117449 w 773882"/>
                  <a:gd name="connsiteY1" fmla="*/ 606463 h 2413961"/>
                  <a:gd name="connsiteX2" fmla="*/ 575442 w 773882"/>
                  <a:gd name="connsiteY2" fmla="*/ 1074775 h 2413961"/>
                  <a:gd name="connsiteX3" fmla="*/ 543693 w 773882"/>
                  <a:gd name="connsiteY3" fmla="*/ 1289087 h 2413961"/>
                  <a:gd name="connsiteX4" fmla="*/ 241274 w 773882"/>
                  <a:gd name="connsiteY4" fmla="*/ 1562138 h 2413961"/>
                  <a:gd name="connsiteX5" fmla="*/ 9499 w 773882"/>
                  <a:gd name="connsiteY5" fmla="*/ 2336838 h 2413961"/>
                  <a:gd name="connsiteX6" fmla="*/ 111099 w 773882"/>
                  <a:gd name="connsiteY6" fmla="*/ 2327313 h 2413961"/>
                  <a:gd name="connsiteX7" fmla="*/ 184124 w 773882"/>
                  <a:gd name="connsiteY7" fmla="*/ 1816138 h 2413961"/>
                  <a:gd name="connsiteX8" fmla="*/ 571474 w 773882"/>
                  <a:gd name="connsiteY8" fmla="*/ 1324013 h 2413961"/>
                  <a:gd name="connsiteX9" fmla="*/ 773880 w 773882"/>
                  <a:gd name="connsiteY9" fmla="*/ 1142243 h 2413961"/>
                  <a:gd name="connsiteX10" fmla="*/ 574649 w 773882"/>
                  <a:gd name="connsiteY10" fmla="*/ 974763 h 2413961"/>
                  <a:gd name="connsiteX11" fmla="*/ 180949 w 773882"/>
                  <a:gd name="connsiteY11" fmla="*/ 492163 h 2413961"/>
                  <a:gd name="connsiteX12" fmla="*/ 113480 w 773882"/>
                  <a:gd name="connsiteY12" fmla="*/ 38 h 2413961"/>
                  <a:gd name="connsiteX13" fmla="*/ 6324 w 773882"/>
                  <a:gd name="connsiteY13" fmla="*/ 38 h 2413961"/>
                  <a:gd name="connsiteX0" fmla="*/ 6324 w 773882"/>
                  <a:gd name="connsiteY0" fmla="*/ 38 h 2413961"/>
                  <a:gd name="connsiteX1" fmla="*/ 117449 w 773882"/>
                  <a:gd name="connsiteY1" fmla="*/ 606463 h 2413961"/>
                  <a:gd name="connsiteX2" fmla="*/ 575442 w 773882"/>
                  <a:gd name="connsiteY2" fmla="*/ 1074775 h 2413961"/>
                  <a:gd name="connsiteX3" fmla="*/ 624655 w 773882"/>
                  <a:gd name="connsiteY3" fmla="*/ 1246224 h 2413961"/>
                  <a:gd name="connsiteX4" fmla="*/ 241274 w 773882"/>
                  <a:gd name="connsiteY4" fmla="*/ 1562138 h 2413961"/>
                  <a:gd name="connsiteX5" fmla="*/ 9499 w 773882"/>
                  <a:gd name="connsiteY5" fmla="*/ 2336838 h 2413961"/>
                  <a:gd name="connsiteX6" fmla="*/ 111099 w 773882"/>
                  <a:gd name="connsiteY6" fmla="*/ 2327313 h 2413961"/>
                  <a:gd name="connsiteX7" fmla="*/ 184124 w 773882"/>
                  <a:gd name="connsiteY7" fmla="*/ 1816138 h 2413961"/>
                  <a:gd name="connsiteX8" fmla="*/ 571474 w 773882"/>
                  <a:gd name="connsiteY8" fmla="*/ 1324013 h 2413961"/>
                  <a:gd name="connsiteX9" fmla="*/ 773880 w 773882"/>
                  <a:gd name="connsiteY9" fmla="*/ 1142243 h 2413961"/>
                  <a:gd name="connsiteX10" fmla="*/ 574649 w 773882"/>
                  <a:gd name="connsiteY10" fmla="*/ 974763 h 2413961"/>
                  <a:gd name="connsiteX11" fmla="*/ 180949 w 773882"/>
                  <a:gd name="connsiteY11" fmla="*/ 492163 h 2413961"/>
                  <a:gd name="connsiteX12" fmla="*/ 113480 w 773882"/>
                  <a:gd name="connsiteY12" fmla="*/ 38 h 2413961"/>
                  <a:gd name="connsiteX13" fmla="*/ 6324 w 773882"/>
                  <a:gd name="connsiteY13" fmla="*/ 38 h 2413961"/>
                  <a:gd name="connsiteX0" fmla="*/ 6324 w 773882"/>
                  <a:gd name="connsiteY0" fmla="*/ 38 h 2413961"/>
                  <a:gd name="connsiteX1" fmla="*/ 117449 w 773882"/>
                  <a:gd name="connsiteY1" fmla="*/ 606463 h 2413961"/>
                  <a:gd name="connsiteX2" fmla="*/ 575442 w 773882"/>
                  <a:gd name="connsiteY2" fmla="*/ 1074775 h 2413961"/>
                  <a:gd name="connsiteX3" fmla="*/ 579411 w 773882"/>
                  <a:gd name="connsiteY3" fmla="*/ 1260512 h 2413961"/>
                  <a:gd name="connsiteX4" fmla="*/ 241274 w 773882"/>
                  <a:gd name="connsiteY4" fmla="*/ 1562138 h 2413961"/>
                  <a:gd name="connsiteX5" fmla="*/ 9499 w 773882"/>
                  <a:gd name="connsiteY5" fmla="*/ 2336838 h 2413961"/>
                  <a:gd name="connsiteX6" fmla="*/ 111099 w 773882"/>
                  <a:gd name="connsiteY6" fmla="*/ 2327313 h 2413961"/>
                  <a:gd name="connsiteX7" fmla="*/ 184124 w 773882"/>
                  <a:gd name="connsiteY7" fmla="*/ 1816138 h 2413961"/>
                  <a:gd name="connsiteX8" fmla="*/ 571474 w 773882"/>
                  <a:gd name="connsiteY8" fmla="*/ 1324013 h 2413961"/>
                  <a:gd name="connsiteX9" fmla="*/ 773880 w 773882"/>
                  <a:gd name="connsiteY9" fmla="*/ 1142243 h 2413961"/>
                  <a:gd name="connsiteX10" fmla="*/ 574649 w 773882"/>
                  <a:gd name="connsiteY10" fmla="*/ 974763 h 2413961"/>
                  <a:gd name="connsiteX11" fmla="*/ 180949 w 773882"/>
                  <a:gd name="connsiteY11" fmla="*/ 492163 h 2413961"/>
                  <a:gd name="connsiteX12" fmla="*/ 113480 w 773882"/>
                  <a:gd name="connsiteY12" fmla="*/ 38 h 2413961"/>
                  <a:gd name="connsiteX13" fmla="*/ 6324 w 773882"/>
                  <a:gd name="connsiteY13" fmla="*/ 38 h 2413961"/>
                  <a:gd name="connsiteX0" fmla="*/ 6324 w 773882"/>
                  <a:gd name="connsiteY0" fmla="*/ 38 h 2413961"/>
                  <a:gd name="connsiteX1" fmla="*/ 117449 w 773882"/>
                  <a:gd name="connsiteY1" fmla="*/ 606463 h 2413961"/>
                  <a:gd name="connsiteX2" fmla="*/ 575442 w 773882"/>
                  <a:gd name="connsiteY2" fmla="*/ 1074775 h 2413961"/>
                  <a:gd name="connsiteX3" fmla="*/ 579411 w 773882"/>
                  <a:gd name="connsiteY3" fmla="*/ 1260512 h 2413961"/>
                  <a:gd name="connsiteX4" fmla="*/ 241274 w 773882"/>
                  <a:gd name="connsiteY4" fmla="*/ 1562138 h 2413961"/>
                  <a:gd name="connsiteX5" fmla="*/ 9499 w 773882"/>
                  <a:gd name="connsiteY5" fmla="*/ 2336838 h 2413961"/>
                  <a:gd name="connsiteX6" fmla="*/ 111099 w 773882"/>
                  <a:gd name="connsiteY6" fmla="*/ 2327313 h 2413961"/>
                  <a:gd name="connsiteX7" fmla="*/ 184124 w 773882"/>
                  <a:gd name="connsiteY7" fmla="*/ 1816138 h 2413961"/>
                  <a:gd name="connsiteX8" fmla="*/ 571474 w 773882"/>
                  <a:gd name="connsiteY8" fmla="*/ 1324013 h 2413961"/>
                  <a:gd name="connsiteX9" fmla="*/ 773880 w 773882"/>
                  <a:gd name="connsiteY9" fmla="*/ 1142243 h 2413961"/>
                  <a:gd name="connsiteX10" fmla="*/ 574649 w 773882"/>
                  <a:gd name="connsiteY10" fmla="*/ 974763 h 2413961"/>
                  <a:gd name="connsiteX11" fmla="*/ 180949 w 773882"/>
                  <a:gd name="connsiteY11" fmla="*/ 492163 h 2413961"/>
                  <a:gd name="connsiteX12" fmla="*/ 113480 w 773882"/>
                  <a:gd name="connsiteY12" fmla="*/ 38 h 2413961"/>
                  <a:gd name="connsiteX13" fmla="*/ 6324 w 773882"/>
                  <a:gd name="connsiteY13" fmla="*/ 38 h 2413961"/>
                  <a:gd name="connsiteX0" fmla="*/ 6324 w 773882"/>
                  <a:gd name="connsiteY0" fmla="*/ 38 h 2561614"/>
                  <a:gd name="connsiteX1" fmla="*/ 117449 w 773882"/>
                  <a:gd name="connsiteY1" fmla="*/ 606463 h 2561614"/>
                  <a:gd name="connsiteX2" fmla="*/ 575442 w 773882"/>
                  <a:gd name="connsiteY2" fmla="*/ 1074775 h 2561614"/>
                  <a:gd name="connsiteX3" fmla="*/ 579411 w 773882"/>
                  <a:gd name="connsiteY3" fmla="*/ 1260512 h 2561614"/>
                  <a:gd name="connsiteX4" fmla="*/ 241274 w 773882"/>
                  <a:gd name="connsiteY4" fmla="*/ 1562138 h 2561614"/>
                  <a:gd name="connsiteX5" fmla="*/ 9499 w 773882"/>
                  <a:gd name="connsiteY5" fmla="*/ 2336838 h 2561614"/>
                  <a:gd name="connsiteX6" fmla="*/ 111099 w 773882"/>
                  <a:gd name="connsiteY6" fmla="*/ 2327313 h 2561614"/>
                  <a:gd name="connsiteX7" fmla="*/ 184124 w 773882"/>
                  <a:gd name="connsiteY7" fmla="*/ 1816138 h 2561614"/>
                  <a:gd name="connsiteX8" fmla="*/ 571474 w 773882"/>
                  <a:gd name="connsiteY8" fmla="*/ 1324013 h 2561614"/>
                  <a:gd name="connsiteX9" fmla="*/ 773880 w 773882"/>
                  <a:gd name="connsiteY9" fmla="*/ 1142243 h 2561614"/>
                  <a:gd name="connsiteX10" fmla="*/ 574649 w 773882"/>
                  <a:gd name="connsiteY10" fmla="*/ 974763 h 2561614"/>
                  <a:gd name="connsiteX11" fmla="*/ 180949 w 773882"/>
                  <a:gd name="connsiteY11" fmla="*/ 492163 h 2561614"/>
                  <a:gd name="connsiteX12" fmla="*/ 113480 w 773882"/>
                  <a:gd name="connsiteY12" fmla="*/ 38 h 2561614"/>
                  <a:gd name="connsiteX13" fmla="*/ 6324 w 773882"/>
                  <a:gd name="connsiteY13" fmla="*/ 38 h 2561614"/>
                  <a:gd name="connsiteX0" fmla="*/ 6324 w 773882"/>
                  <a:gd name="connsiteY0" fmla="*/ 38 h 2409510"/>
                  <a:gd name="connsiteX1" fmla="*/ 117449 w 773882"/>
                  <a:gd name="connsiteY1" fmla="*/ 606463 h 2409510"/>
                  <a:gd name="connsiteX2" fmla="*/ 575442 w 773882"/>
                  <a:gd name="connsiteY2" fmla="*/ 1074775 h 2409510"/>
                  <a:gd name="connsiteX3" fmla="*/ 579411 w 773882"/>
                  <a:gd name="connsiteY3" fmla="*/ 1260512 h 2409510"/>
                  <a:gd name="connsiteX4" fmla="*/ 184124 w 773882"/>
                  <a:gd name="connsiteY4" fmla="*/ 1626432 h 2409510"/>
                  <a:gd name="connsiteX5" fmla="*/ 9499 w 773882"/>
                  <a:gd name="connsiteY5" fmla="*/ 2336838 h 2409510"/>
                  <a:gd name="connsiteX6" fmla="*/ 111099 w 773882"/>
                  <a:gd name="connsiteY6" fmla="*/ 2327313 h 2409510"/>
                  <a:gd name="connsiteX7" fmla="*/ 184124 w 773882"/>
                  <a:gd name="connsiteY7" fmla="*/ 1816138 h 2409510"/>
                  <a:gd name="connsiteX8" fmla="*/ 571474 w 773882"/>
                  <a:gd name="connsiteY8" fmla="*/ 1324013 h 2409510"/>
                  <a:gd name="connsiteX9" fmla="*/ 773880 w 773882"/>
                  <a:gd name="connsiteY9" fmla="*/ 1142243 h 2409510"/>
                  <a:gd name="connsiteX10" fmla="*/ 574649 w 773882"/>
                  <a:gd name="connsiteY10" fmla="*/ 974763 h 2409510"/>
                  <a:gd name="connsiteX11" fmla="*/ 180949 w 773882"/>
                  <a:gd name="connsiteY11" fmla="*/ 492163 h 2409510"/>
                  <a:gd name="connsiteX12" fmla="*/ 113480 w 773882"/>
                  <a:gd name="connsiteY12" fmla="*/ 38 h 2409510"/>
                  <a:gd name="connsiteX13" fmla="*/ 6324 w 773882"/>
                  <a:gd name="connsiteY13" fmla="*/ 38 h 2409510"/>
                  <a:gd name="connsiteX0" fmla="*/ 6324 w 773882"/>
                  <a:gd name="connsiteY0" fmla="*/ 38 h 2409510"/>
                  <a:gd name="connsiteX1" fmla="*/ 117449 w 773882"/>
                  <a:gd name="connsiteY1" fmla="*/ 606463 h 2409510"/>
                  <a:gd name="connsiteX2" fmla="*/ 575442 w 773882"/>
                  <a:gd name="connsiteY2" fmla="*/ 1074775 h 2409510"/>
                  <a:gd name="connsiteX3" fmla="*/ 579411 w 773882"/>
                  <a:gd name="connsiteY3" fmla="*/ 1260512 h 2409510"/>
                  <a:gd name="connsiteX4" fmla="*/ 184124 w 773882"/>
                  <a:gd name="connsiteY4" fmla="*/ 1626432 h 2409510"/>
                  <a:gd name="connsiteX5" fmla="*/ 9499 w 773882"/>
                  <a:gd name="connsiteY5" fmla="*/ 2336838 h 2409510"/>
                  <a:gd name="connsiteX6" fmla="*/ 111099 w 773882"/>
                  <a:gd name="connsiteY6" fmla="*/ 2327313 h 2409510"/>
                  <a:gd name="connsiteX7" fmla="*/ 184124 w 773882"/>
                  <a:gd name="connsiteY7" fmla="*/ 1816138 h 2409510"/>
                  <a:gd name="connsiteX8" fmla="*/ 571474 w 773882"/>
                  <a:gd name="connsiteY8" fmla="*/ 1324013 h 2409510"/>
                  <a:gd name="connsiteX9" fmla="*/ 773880 w 773882"/>
                  <a:gd name="connsiteY9" fmla="*/ 1142243 h 2409510"/>
                  <a:gd name="connsiteX10" fmla="*/ 574649 w 773882"/>
                  <a:gd name="connsiteY10" fmla="*/ 974763 h 2409510"/>
                  <a:gd name="connsiteX11" fmla="*/ 180949 w 773882"/>
                  <a:gd name="connsiteY11" fmla="*/ 492163 h 2409510"/>
                  <a:gd name="connsiteX12" fmla="*/ 113480 w 773882"/>
                  <a:gd name="connsiteY12" fmla="*/ 38 h 2409510"/>
                  <a:gd name="connsiteX13" fmla="*/ 6324 w 773882"/>
                  <a:gd name="connsiteY13" fmla="*/ 38 h 2409510"/>
                  <a:gd name="connsiteX0" fmla="*/ 6324 w 773882"/>
                  <a:gd name="connsiteY0" fmla="*/ 38 h 2407548"/>
                  <a:gd name="connsiteX1" fmla="*/ 117449 w 773882"/>
                  <a:gd name="connsiteY1" fmla="*/ 606463 h 2407548"/>
                  <a:gd name="connsiteX2" fmla="*/ 575442 w 773882"/>
                  <a:gd name="connsiteY2" fmla="*/ 1074775 h 2407548"/>
                  <a:gd name="connsiteX3" fmla="*/ 579411 w 773882"/>
                  <a:gd name="connsiteY3" fmla="*/ 1260512 h 2407548"/>
                  <a:gd name="connsiteX4" fmla="*/ 184124 w 773882"/>
                  <a:gd name="connsiteY4" fmla="*/ 1626432 h 2407548"/>
                  <a:gd name="connsiteX5" fmla="*/ 9499 w 773882"/>
                  <a:gd name="connsiteY5" fmla="*/ 2336838 h 2407548"/>
                  <a:gd name="connsiteX6" fmla="*/ 111099 w 773882"/>
                  <a:gd name="connsiteY6" fmla="*/ 2327313 h 2407548"/>
                  <a:gd name="connsiteX7" fmla="*/ 184124 w 773882"/>
                  <a:gd name="connsiteY7" fmla="*/ 1816138 h 2407548"/>
                  <a:gd name="connsiteX8" fmla="*/ 571474 w 773882"/>
                  <a:gd name="connsiteY8" fmla="*/ 1324013 h 2407548"/>
                  <a:gd name="connsiteX9" fmla="*/ 773880 w 773882"/>
                  <a:gd name="connsiteY9" fmla="*/ 1142243 h 2407548"/>
                  <a:gd name="connsiteX10" fmla="*/ 574649 w 773882"/>
                  <a:gd name="connsiteY10" fmla="*/ 974763 h 2407548"/>
                  <a:gd name="connsiteX11" fmla="*/ 180949 w 773882"/>
                  <a:gd name="connsiteY11" fmla="*/ 492163 h 2407548"/>
                  <a:gd name="connsiteX12" fmla="*/ 113480 w 773882"/>
                  <a:gd name="connsiteY12" fmla="*/ 38 h 2407548"/>
                  <a:gd name="connsiteX13" fmla="*/ 6324 w 773882"/>
                  <a:gd name="connsiteY13" fmla="*/ 38 h 2407548"/>
                  <a:gd name="connsiteX0" fmla="*/ 6324 w 773882"/>
                  <a:gd name="connsiteY0" fmla="*/ 38 h 2367963"/>
                  <a:gd name="connsiteX1" fmla="*/ 117449 w 773882"/>
                  <a:gd name="connsiteY1" fmla="*/ 606463 h 2367963"/>
                  <a:gd name="connsiteX2" fmla="*/ 575442 w 773882"/>
                  <a:gd name="connsiteY2" fmla="*/ 1074775 h 2367963"/>
                  <a:gd name="connsiteX3" fmla="*/ 579411 w 773882"/>
                  <a:gd name="connsiteY3" fmla="*/ 1260512 h 2367963"/>
                  <a:gd name="connsiteX4" fmla="*/ 184124 w 773882"/>
                  <a:gd name="connsiteY4" fmla="*/ 1626432 h 2367963"/>
                  <a:gd name="connsiteX5" fmla="*/ 9499 w 773882"/>
                  <a:gd name="connsiteY5" fmla="*/ 2336838 h 2367963"/>
                  <a:gd name="connsiteX6" fmla="*/ 111099 w 773882"/>
                  <a:gd name="connsiteY6" fmla="*/ 2327313 h 2367963"/>
                  <a:gd name="connsiteX7" fmla="*/ 184124 w 773882"/>
                  <a:gd name="connsiteY7" fmla="*/ 1816138 h 2367963"/>
                  <a:gd name="connsiteX8" fmla="*/ 571474 w 773882"/>
                  <a:gd name="connsiteY8" fmla="*/ 1324013 h 2367963"/>
                  <a:gd name="connsiteX9" fmla="*/ 773880 w 773882"/>
                  <a:gd name="connsiteY9" fmla="*/ 1142243 h 2367963"/>
                  <a:gd name="connsiteX10" fmla="*/ 574649 w 773882"/>
                  <a:gd name="connsiteY10" fmla="*/ 974763 h 2367963"/>
                  <a:gd name="connsiteX11" fmla="*/ 180949 w 773882"/>
                  <a:gd name="connsiteY11" fmla="*/ 492163 h 2367963"/>
                  <a:gd name="connsiteX12" fmla="*/ 113480 w 773882"/>
                  <a:gd name="connsiteY12" fmla="*/ 38 h 2367963"/>
                  <a:gd name="connsiteX13" fmla="*/ 6324 w 773882"/>
                  <a:gd name="connsiteY13" fmla="*/ 38 h 2367963"/>
                  <a:gd name="connsiteX0" fmla="*/ 6324 w 773882"/>
                  <a:gd name="connsiteY0" fmla="*/ 38 h 2336838"/>
                  <a:gd name="connsiteX1" fmla="*/ 117449 w 773882"/>
                  <a:gd name="connsiteY1" fmla="*/ 606463 h 2336838"/>
                  <a:gd name="connsiteX2" fmla="*/ 575442 w 773882"/>
                  <a:gd name="connsiteY2" fmla="*/ 1074775 h 2336838"/>
                  <a:gd name="connsiteX3" fmla="*/ 579411 w 773882"/>
                  <a:gd name="connsiteY3" fmla="*/ 1260512 h 2336838"/>
                  <a:gd name="connsiteX4" fmla="*/ 184124 w 773882"/>
                  <a:gd name="connsiteY4" fmla="*/ 1626432 h 2336838"/>
                  <a:gd name="connsiteX5" fmla="*/ 9499 w 773882"/>
                  <a:gd name="connsiteY5" fmla="*/ 2336838 h 2336838"/>
                  <a:gd name="connsiteX6" fmla="*/ 111099 w 773882"/>
                  <a:gd name="connsiteY6" fmla="*/ 2327313 h 2336838"/>
                  <a:gd name="connsiteX7" fmla="*/ 184124 w 773882"/>
                  <a:gd name="connsiteY7" fmla="*/ 1816138 h 2336838"/>
                  <a:gd name="connsiteX8" fmla="*/ 571474 w 773882"/>
                  <a:gd name="connsiteY8" fmla="*/ 1324013 h 2336838"/>
                  <a:gd name="connsiteX9" fmla="*/ 773880 w 773882"/>
                  <a:gd name="connsiteY9" fmla="*/ 1142243 h 2336838"/>
                  <a:gd name="connsiteX10" fmla="*/ 574649 w 773882"/>
                  <a:gd name="connsiteY10" fmla="*/ 974763 h 2336838"/>
                  <a:gd name="connsiteX11" fmla="*/ 180949 w 773882"/>
                  <a:gd name="connsiteY11" fmla="*/ 492163 h 2336838"/>
                  <a:gd name="connsiteX12" fmla="*/ 113480 w 773882"/>
                  <a:gd name="connsiteY12" fmla="*/ 38 h 2336838"/>
                  <a:gd name="connsiteX13" fmla="*/ 6324 w 773882"/>
                  <a:gd name="connsiteY13" fmla="*/ 38 h 2336838"/>
                  <a:gd name="connsiteX0" fmla="*/ 6324 w 773882"/>
                  <a:gd name="connsiteY0" fmla="*/ 38 h 2343129"/>
                  <a:gd name="connsiteX1" fmla="*/ 117449 w 773882"/>
                  <a:gd name="connsiteY1" fmla="*/ 606463 h 2343129"/>
                  <a:gd name="connsiteX2" fmla="*/ 575442 w 773882"/>
                  <a:gd name="connsiteY2" fmla="*/ 1074775 h 2343129"/>
                  <a:gd name="connsiteX3" fmla="*/ 579411 w 773882"/>
                  <a:gd name="connsiteY3" fmla="*/ 1260512 h 2343129"/>
                  <a:gd name="connsiteX4" fmla="*/ 184124 w 773882"/>
                  <a:gd name="connsiteY4" fmla="*/ 1626432 h 2343129"/>
                  <a:gd name="connsiteX5" fmla="*/ 9499 w 773882"/>
                  <a:gd name="connsiteY5" fmla="*/ 2336838 h 2343129"/>
                  <a:gd name="connsiteX6" fmla="*/ 113480 w 773882"/>
                  <a:gd name="connsiteY6" fmla="*/ 2341600 h 2343129"/>
                  <a:gd name="connsiteX7" fmla="*/ 184124 w 773882"/>
                  <a:gd name="connsiteY7" fmla="*/ 1816138 h 2343129"/>
                  <a:gd name="connsiteX8" fmla="*/ 571474 w 773882"/>
                  <a:gd name="connsiteY8" fmla="*/ 1324013 h 2343129"/>
                  <a:gd name="connsiteX9" fmla="*/ 773880 w 773882"/>
                  <a:gd name="connsiteY9" fmla="*/ 1142243 h 2343129"/>
                  <a:gd name="connsiteX10" fmla="*/ 574649 w 773882"/>
                  <a:gd name="connsiteY10" fmla="*/ 974763 h 2343129"/>
                  <a:gd name="connsiteX11" fmla="*/ 180949 w 773882"/>
                  <a:gd name="connsiteY11" fmla="*/ 492163 h 2343129"/>
                  <a:gd name="connsiteX12" fmla="*/ 113480 w 773882"/>
                  <a:gd name="connsiteY12" fmla="*/ 38 h 2343129"/>
                  <a:gd name="connsiteX13" fmla="*/ 6324 w 773882"/>
                  <a:gd name="connsiteY13" fmla="*/ 38 h 2343129"/>
                  <a:gd name="connsiteX0" fmla="*/ 6324 w 773882"/>
                  <a:gd name="connsiteY0" fmla="*/ 38 h 2343129"/>
                  <a:gd name="connsiteX1" fmla="*/ 117449 w 773882"/>
                  <a:gd name="connsiteY1" fmla="*/ 606463 h 2343129"/>
                  <a:gd name="connsiteX2" fmla="*/ 575442 w 773882"/>
                  <a:gd name="connsiteY2" fmla="*/ 1074775 h 2343129"/>
                  <a:gd name="connsiteX3" fmla="*/ 579411 w 773882"/>
                  <a:gd name="connsiteY3" fmla="*/ 1260512 h 2343129"/>
                  <a:gd name="connsiteX4" fmla="*/ 184124 w 773882"/>
                  <a:gd name="connsiteY4" fmla="*/ 1626432 h 2343129"/>
                  <a:gd name="connsiteX5" fmla="*/ 9499 w 773882"/>
                  <a:gd name="connsiteY5" fmla="*/ 2336838 h 2343129"/>
                  <a:gd name="connsiteX6" fmla="*/ 113480 w 773882"/>
                  <a:gd name="connsiteY6" fmla="*/ 2341600 h 2343129"/>
                  <a:gd name="connsiteX7" fmla="*/ 184124 w 773882"/>
                  <a:gd name="connsiteY7" fmla="*/ 1816138 h 2343129"/>
                  <a:gd name="connsiteX8" fmla="*/ 571474 w 773882"/>
                  <a:gd name="connsiteY8" fmla="*/ 1324013 h 2343129"/>
                  <a:gd name="connsiteX9" fmla="*/ 773880 w 773882"/>
                  <a:gd name="connsiteY9" fmla="*/ 1142243 h 2343129"/>
                  <a:gd name="connsiteX10" fmla="*/ 574649 w 773882"/>
                  <a:gd name="connsiteY10" fmla="*/ 974763 h 2343129"/>
                  <a:gd name="connsiteX11" fmla="*/ 180949 w 773882"/>
                  <a:gd name="connsiteY11" fmla="*/ 492163 h 2343129"/>
                  <a:gd name="connsiteX12" fmla="*/ 113480 w 773882"/>
                  <a:gd name="connsiteY12" fmla="*/ 38 h 2343129"/>
                  <a:gd name="connsiteX13" fmla="*/ 6324 w 773882"/>
                  <a:gd name="connsiteY13" fmla="*/ 38 h 2343129"/>
                  <a:gd name="connsiteX0" fmla="*/ 6324 w 773882"/>
                  <a:gd name="connsiteY0" fmla="*/ 38 h 2343129"/>
                  <a:gd name="connsiteX1" fmla="*/ 117449 w 773882"/>
                  <a:gd name="connsiteY1" fmla="*/ 606463 h 2343129"/>
                  <a:gd name="connsiteX2" fmla="*/ 575442 w 773882"/>
                  <a:gd name="connsiteY2" fmla="*/ 1074775 h 2343129"/>
                  <a:gd name="connsiteX3" fmla="*/ 579411 w 773882"/>
                  <a:gd name="connsiteY3" fmla="*/ 1260512 h 2343129"/>
                  <a:gd name="connsiteX4" fmla="*/ 184124 w 773882"/>
                  <a:gd name="connsiteY4" fmla="*/ 1626432 h 2343129"/>
                  <a:gd name="connsiteX5" fmla="*/ 9499 w 773882"/>
                  <a:gd name="connsiteY5" fmla="*/ 2336838 h 2343129"/>
                  <a:gd name="connsiteX6" fmla="*/ 113480 w 773882"/>
                  <a:gd name="connsiteY6" fmla="*/ 2341600 h 2343129"/>
                  <a:gd name="connsiteX7" fmla="*/ 184124 w 773882"/>
                  <a:gd name="connsiteY7" fmla="*/ 1816138 h 2343129"/>
                  <a:gd name="connsiteX8" fmla="*/ 571474 w 773882"/>
                  <a:gd name="connsiteY8" fmla="*/ 1324013 h 2343129"/>
                  <a:gd name="connsiteX9" fmla="*/ 773880 w 773882"/>
                  <a:gd name="connsiteY9" fmla="*/ 1142243 h 2343129"/>
                  <a:gd name="connsiteX10" fmla="*/ 574649 w 773882"/>
                  <a:gd name="connsiteY10" fmla="*/ 974763 h 2343129"/>
                  <a:gd name="connsiteX11" fmla="*/ 180949 w 773882"/>
                  <a:gd name="connsiteY11" fmla="*/ 492163 h 2343129"/>
                  <a:gd name="connsiteX12" fmla="*/ 113480 w 773882"/>
                  <a:gd name="connsiteY12" fmla="*/ 38 h 2343129"/>
                  <a:gd name="connsiteX13" fmla="*/ 6324 w 773882"/>
                  <a:gd name="connsiteY13" fmla="*/ 38 h 2343129"/>
                  <a:gd name="connsiteX0" fmla="*/ 6324 w 773882"/>
                  <a:gd name="connsiteY0" fmla="*/ 38 h 2343129"/>
                  <a:gd name="connsiteX1" fmla="*/ 117449 w 773882"/>
                  <a:gd name="connsiteY1" fmla="*/ 606463 h 2343129"/>
                  <a:gd name="connsiteX2" fmla="*/ 575442 w 773882"/>
                  <a:gd name="connsiteY2" fmla="*/ 1074775 h 2343129"/>
                  <a:gd name="connsiteX3" fmla="*/ 579411 w 773882"/>
                  <a:gd name="connsiteY3" fmla="*/ 1260512 h 2343129"/>
                  <a:gd name="connsiteX4" fmla="*/ 184124 w 773882"/>
                  <a:gd name="connsiteY4" fmla="*/ 1626432 h 2343129"/>
                  <a:gd name="connsiteX5" fmla="*/ 9499 w 773882"/>
                  <a:gd name="connsiteY5" fmla="*/ 2336838 h 2343129"/>
                  <a:gd name="connsiteX6" fmla="*/ 113480 w 773882"/>
                  <a:gd name="connsiteY6" fmla="*/ 2341600 h 2343129"/>
                  <a:gd name="connsiteX7" fmla="*/ 184124 w 773882"/>
                  <a:gd name="connsiteY7" fmla="*/ 1816138 h 2343129"/>
                  <a:gd name="connsiteX8" fmla="*/ 571474 w 773882"/>
                  <a:gd name="connsiteY8" fmla="*/ 1324013 h 2343129"/>
                  <a:gd name="connsiteX9" fmla="*/ 773880 w 773882"/>
                  <a:gd name="connsiteY9" fmla="*/ 1142243 h 2343129"/>
                  <a:gd name="connsiteX10" fmla="*/ 574649 w 773882"/>
                  <a:gd name="connsiteY10" fmla="*/ 974763 h 2343129"/>
                  <a:gd name="connsiteX11" fmla="*/ 180949 w 773882"/>
                  <a:gd name="connsiteY11" fmla="*/ 492163 h 2343129"/>
                  <a:gd name="connsiteX12" fmla="*/ 113480 w 773882"/>
                  <a:gd name="connsiteY12" fmla="*/ 38 h 2343129"/>
                  <a:gd name="connsiteX13" fmla="*/ 6324 w 773882"/>
                  <a:gd name="connsiteY13" fmla="*/ 38 h 2343129"/>
                  <a:gd name="connsiteX0" fmla="*/ 6324 w 773882"/>
                  <a:gd name="connsiteY0" fmla="*/ 38 h 2343129"/>
                  <a:gd name="connsiteX1" fmla="*/ 117449 w 773882"/>
                  <a:gd name="connsiteY1" fmla="*/ 606463 h 2343129"/>
                  <a:gd name="connsiteX2" fmla="*/ 575442 w 773882"/>
                  <a:gd name="connsiteY2" fmla="*/ 1074775 h 2343129"/>
                  <a:gd name="connsiteX3" fmla="*/ 579411 w 773882"/>
                  <a:gd name="connsiteY3" fmla="*/ 1260512 h 2343129"/>
                  <a:gd name="connsiteX4" fmla="*/ 184124 w 773882"/>
                  <a:gd name="connsiteY4" fmla="*/ 1626432 h 2343129"/>
                  <a:gd name="connsiteX5" fmla="*/ 9499 w 773882"/>
                  <a:gd name="connsiteY5" fmla="*/ 2336838 h 2343129"/>
                  <a:gd name="connsiteX6" fmla="*/ 113480 w 773882"/>
                  <a:gd name="connsiteY6" fmla="*/ 2341600 h 2343129"/>
                  <a:gd name="connsiteX7" fmla="*/ 184124 w 773882"/>
                  <a:gd name="connsiteY7" fmla="*/ 1816138 h 2343129"/>
                  <a:gd name="connsiteX8" fmla="*/ 571474 w 773882"/>
                  <a:gd name="connsiteY8" fmla="*/ 1324013 h 2343129"/>
                  <a:gd name="connsiteX9" fmla="*/ 773880 w 773882"/>
                  <a:gd name="connsiteY9" fmla="*/ 1142243 h 2343129"/>
                  <a:gd name="connsiteX10" fmla="*/ 574649 w 773882"/>
                  <a:gd name="connsiteY10" fmla="*/ 974763 h 2343129"/>
                  <a:gd name="connsiteX11" fmla="*/ 180949 w 773882"/>
                  <a:gd name="connsiteY11" fmla="*/ 492163 h 2343129"/>
                  <a:gd name="connsiteX12" fmla="*/ 113480 w 773882"/>
                  <a:gd name="connsiteY12" fmla="*/ 38 h 2343129"/>
                  <a:gd name="connsiteX13" fmla="*/ 6324 w 773882"/>
                  <a:gd name="connsiteY13" fmla="*/ 38 h 2343129"/>
                  <a:gd name="connsiteX0" fmla="*/ 6324 w 773882"/>
                  <a:gd name="connsiteY0" fmla="*/ 38 h 2343129"/>
                  <a:gd name="connsiteX1" fmla="*/ 117449 w 773882"/>
                  <a:gd name="connsiteY1" fmla="*/ 606463 h 2343129"/>
                  <a:gd name="connsiteX2" fmla="*/ 575442 w 773882"/>
                  <a:gd name="connsiteY2" fmla="*/ 1074775 h 2343129"/>
                  <a:gd name="connsiteX3" fmla="*/ 579411 w 773882"/>
                  <a:gd name="connsiteY3" fmla="*/ 1260512 h 2343129"/>
                  <a:gd name="connsiteX4" fmla="*/ 184124 w 773882"/>
                  <a:gd name="connsiteY4" fmla="*/ 1626432 h 2343129"/>
                  <a:gd name="connsiteX5" fmla="*/ 9499 w 773882"/>
                  <a:gd name="connsiteY5" fmla="*/ 2336838 h 2343129"/>
                  <a:gd name="connsiteX6" fmla="*/ 113480 w 773882"/>
                  <a:gd name="connsiteY6" fmla="*/ 2341600 h 2343129"/>
                  <a:gd name="connsiteX7" fmla="*/ 184124 w 773882"/>
                  <a:gd name="connsiteY7" fmla="*/ 1816138 h 2343129"/>
                  <a:gd name="connsiteX8" fmla="*/ 571474 w 773882"/>
                  <a:gd name="connsiteY8" fmla="*/ 1324013 h 2343129"/>
                  <a:gd name="connsiteX9" fmla="*/ 773880 w 773882"/>
                  <a:gd name="connsiteY9" fmla="*/ 1142243 h 2343129"/>
                  <a:gd name="connsiteX10" fmla="*/ 574649 w 773882"/>
                  <a:gd name="connsiteY10" fmla="*/ 974763 h 2343129"/>
                  <a:gd name="connsiteX11" fmla="*/ 180949 w 773882"/>
                  <a:gd name="connsiteY11" fmla="*/ 492163 h 2343129"/>
                  <a:gd name="connsiteX12" fmla="*/ 113480 w 773882"/>
                  <a:gd name="connsiteY12" fmla="*/ 38 h 2343129"/>
                  <a:gd name="connsiteX13" fmla="*/ 6324 w 773882"/>
                  <a:gd name="connsiteY13" fmla="*/ 38 h 2343129"/>
                  <a:gd name="connsiteX0" fmla="*/ 6324 w 773882"/>
                  <a:gd name="connsiteY0" fmla="*/ 38 h 2343129"/>
                  <a:gd name="connsiteX1" fmla="*/ 117449 w 773882"/>
                  <a:gd name="connsiteY1" fmla="*/ 606463 h 2343129"/>
                  <a:gd name="connsiteX2" fmla="*/ 575442 w 773882"/>
                  <a:gd name="connsiteY2" fmla="*/ 1074775 h 2343129"/>
                  <a:gd name="connsiteX3" fmla="*/ 579411 w 773882"/>
                  <a:gd name="connsiteY3" fmla="*/ 1260512 h 2343129"/>
                  <a:gd name="connsiteX4" fmla="*/ 184124 w 773882"/>
                  <a:gd name="connsiteY4" fmla="*/ 1626432 h 2343129"/>
                  <a:gd name="connsiteX5" fmla="*/ 9499 w 773882"/>
                  <a:gd name="connsiteY5" fmla="*/ 2336838 h 2343129"/>
                  <a:gd name="connsiteX6" fmla="*/ 113480 w 773882"/>
                  <a:gd name="connsiteY6" fmla="*/ 2341600 h 2343129"/>
                  <a:gd name="connsiteX7" fmla="*/ 184124 w 773882"/>
                  <a:gd name="connsiteY7" fmla="*/ 1816138 h 2343129"/>
                  <a:gd name="connsiteX8" fmla="*/ 571474 w 773882"/>
                  <a:gd name="connsiteY8" fmla="*/ 1324013 h 2343129"/>
                  <a:gd name="connsiteX9" fmla="*/ 773880 w 773882"/>
                  <a:gd name="connsiteY9" fmla="*/ 1142243 h 2343129"/>
                  <a:gd name="connsiteX10" fmla="*/ 574649 w 773882"/>
                  <a:gd name="connsiteY10" fmla="*/ 974763 h 2343129"/>
                  <a:gd name="connsiteX11" fmla="*/ 180949 w 773882"/>
                  <a:gd name="connsiteY11" fmla="*/ 492163 h 2343129"/>
                  <a:gd name="connsiteX12" fmla="*/ 113480 w 773882"/>
                  <a:gd name="connsiteY12" fmla="*/ 38 h 2343129"/>
                  <a:gd name="connsiteX13" fmla="*/ 6324 w 773882"/>
                  <a:gd name="connsiteY13" fmla="*/ 38 h 2343129"/>
                  <a:gd name="connsiteX0" fmla="*/ 6324 w 773882"/>
                  <a:gd name="connsiteY0" fmla="*/ 38 h 2343129"/>
                  <a:gd name="connsiteX1" fmla="*/ 117449 w 773882"/>
                  <a:gd name="connsiteY1" fmla="*/ 606463 h 2343129"/>
                  <a:gd name="connsiteX2" fmla="*/ 575442 w 773882"/>
                  <a:gd name="connsiteY2" fmla="*/ 1074775 h 2343129"/>
                  <a:gd name="connsiteX3" fmla="*/ 579411 w 773882"/>
                  <a:gd name="connsiteY3" fmla="*/ 1260512 h 2343129"/>
                  <a:gd name="connsiteX4" fmla="*/ 184124 w 773882"/>
                  <a:gd name="connsiteY4" fmla="*/ 1626432 h 2343129"/>
                  <a:gd name="connsiteX5" fmla="*/ 9499 w 773882"/>
                  <a:gd name="connsiteY5" fmla="*/ 2336838 h 2343129"/>
                  <a:gd name="connsiteX6" fmla="*/ 113480 w 773882"/>
                  <a:gd name="connsiteY6" fmla="*/ 2341600 h 2343129"/>
                  <a:gd name="connsiteX7" fmla="*/ 184124 w 773882"/>
                  <a:gd name="connsiteY7" fmla="*/ 1816138 h 2343129"/>
                  <a:gd name="connsiteX8" fmla="*/ 571474 w 773882"/>
                  <a:gd name="connsiteY8" fmla="*/ 1324013 h 2343129"/>
                  <a:gd name="connsiteX9" fmla="*/ 773880 w 773882"/>
                  <a:gd name="connsiteY9" fmla="*/ 1142243 h 2343129"/>
                  <a:gd name="connsiteX10" fmla="*/ 574649 w 773882"/>
                  <a:gd name="connsiteY10" fmla="*/ 974763 h 2343129"/>
                  <a:gd name="connsiteX11" fmla="*/ 180949 w 773882"/>
                  <a:gd name="connsiteY11" fmla="*/ 492163 h 2343129"/>
                  <a:gd name="connsiteX12" fmla="*/ 113480 w 773882"/>
                  <a:gd name="connsiteY12" fmla="*/ 38 h 2343129"/>
                  <a:gd name="connsiteX13" fmla="*/ 6324 w 773882"/>
                  <a:gd name="connsiteY13" fmla="*/ 38 h 2343129"/>
                  <a:gd name="connsiteX0" fmla="*/ 6324 w 773881"/>
                  <a:gd name="connsiteY0" fmla="*/ 38 h 2343129"/>
                  <a:gd name="connsiteX1" fmla="*/ 117449 w 773881"/>
                  <a:gd name="connsiteY1" fmla="*/ 606463 h 2343129"/>
                  <a:gd name="connsiteX2" fmla="*/ 575442 w 773881"/>
                  <a:gd name="connsiteY2" fmla="*/ 1074775 h 2343129"/>
                  <a:gd name="connsiteX3" fmla="*/ 579411 w 773881"/>
                  <a:gd name="connsiteY3" fmla="*/ 1260512 h 2343129"/>
                  <a:gd name="connsiteX4" fmla="*/ 184124 w 773881"/>
                  <a:gd name="connsiteY4" fmla="*/ 1626432 h 2343129"/>
                  <a:gd name="connsiteX5" fmla="*/ 9499 w 773881"/>
                  <a:gd name="connsiteY5" fmla="*/ 2336838 h 2343129"/>
                  <a:gd name="connsiteX6" fmla="*/ 113480 w 773881"/>
                  <a:gd name="connsiteY6" fmla="*/ 2341600 h 2343129"/>
                  <a:gd name="connsiteX7" fmla="*/ 184124 w 773881"/>
                  <a:gd name="connsiteY7" fmla="*/ 1816138 h 2343129"/>
                  <a:gd name="connsiteX8" fmla="*/ 571474 w 773881"/>
                  <a:gd name="connsiteY8" fmla="*/ 1324013 h 2343129"/>
                  <a:gd name="connsiteX9" fmla="*/ 773880 w 773881"/>
                  <a:gd name="connsiteY9" fmla="*/ 1142243 h 2343129"/>
                  <a:gd name="connsiteX10" fmla="*/ 553218 w 773881"/>
                  <a:gd name="connsiteY10" fmla="*/ 986670 h 2343129"/>
                  <a:gd name="connsiteX11" fmla="*/ 180949 w 773881"/>
                  <a:gd name="connsiteY11" fmla="*/ 492163 h 2343129"/>
                  <a:gd name="connsiteX12" fmla="*/ 113480 w 773881"/>
                  <a:gd name="connsiteY12" fmla="*/ 38 h 2343129"/>
                  <a:gd name="connsiteX13" fmla="*/ 6324 w 773881"/>
                  <a:gd name="connsiteY13" fmla="*/ 38 h 2343129"/>
                  <a:gd name="connsiteX0" fmla="*/ 6324 w 773885"/>
                  <a:gd name="connsiteY0" fmla="*/ 38 h 2343129"/>
                  <a:gd name="connsiteX1" fmla="*/ 117449 w 773885"/>
                  <a:gd name="connsiteY1" fmla="*/ 606463 h 2343129"/>
                  <a:gd name="connsiteX2" fmla="*/ 575442 w 773885"/>
                  <a:gd name="connsiteY2" fmla="*/ 1074775 h 2343129"/>
                  <a:gd name="connsiteX3" fmla="*/ 579411 w 773885"/>
                  <a:gd name="connsiteY3" fmla="*/ 1260512 h 2343129"/>
                  <a:gd name="connsiteX4" fmla="*/ 184124 w 773885"/>
                  <a:gd name="connsiteY4" fmla="*/ 1626432 h 2343129"/>
                  <a:gd name="connsiteX5" fmla="*/ 9499 w 773885"/>
                  <a:gd name="connsiteY5" fmla="*/ 2336838 h 2343129"/>
                  <a:gd name="connsiteX6" fmla="*/ 113480 w 773885"/>
                  <a:gd name="connsiteY6" fmla="*/ 2341600 h 2343129"/>
                  <a:gd name="connsiteX7" fmla="*/ 184124 w 773885"/>
                  <a:gd name="connsiteY7" fmla="*/ 1816138 h 2343129"/>
                  <a:gd name="connsiteX8" fmla="*/ 571474 w 773885"/>
                  <a:gd name="connsiteY8" fmla="*/ 1324013 h 2343129"/>
                  <a:gd name="connsiteX9" fmla="*/ 773880 w 773885"/>
                  <a:gd name="connsiteY9" fmla="*/ 1142243 h 2343129"/>
                  <a:gd name="connsiteX10" fmla="*/ 553218 w 773885"/>
                  <a:gd name="connsiteY10" fmla="*/ 986670 h 2343129"/>
                  <a:gd name="connsiteX11" fmla="*/ 180949 w 773885"/>
                  <a:gd name="connsiteY11" fmla="*/ 492163 h 2343129"/>
                  <a:gd name="connsiteX12" fmla="*/ 113480 w 773885"/>
                  <a:gd name="connsiteY12" fmla="*/ 38 h 2343129"/>
                  <a:gd name="connsiteX13" fmla="*/ 6324 w 773885"/>
                  <a:gd name="connsiteY13" fmla="*/ 38 h 2343129"/>
                  <a:gd name="connsiteX0" fmla="*/ 6324 w 773881"/>
                  <a:gd name="connsiteY0" fmla="*/ 38 h 2343129"/>
                  <a:gd name="connsiteX1" fmla="*/ 117449 w 773881"/>
                  <a:gd name="connsiteY1" fmla="*/ 606463 h 2343129"/>
                  <a:gd name="connsiteX2" fmla="*/ 575442 w 773881"/>
                  <a:gd name="connsiteY2" fmla="*/ 1074775 h 2343129"/>
                  <a:gd name="connsiteX3" fmla="*/ 579411 w 773881"/>
                  <a:gd name="connsiteY3" fmla="*/ 1260512 h 2343129"/>
                  <a:gd name="connsiteX4" fmla="*/ 184124 w 773881"/>
                  <a:gd name="connsiteY4" fmla="*/ 1626432 h 2343129"/>
                  <a:gd name="connsiteX5" fmla="*/ 9499 w 773881"/>
                  <a:gd name="connsiteY5" fmla="*/ 2336838 h 2343129"/>
                  <a:gd name="connsiteX6" fmla="*/ 113480 w 773881"/>
                  <a:gd name="connsiteY6" fmla="*/ 2341600 h 2343129"/>
                  <a:gd name="connsiteX7" fmla="*/ 184124 w 773881"/>
                  <a:gd name="connsiteY7" fmla="*/ 1816138 h 2343129"/>
                  <a:gd name="connsiteX8" fmla="*/ 571474 w 773881"/>
                  <a:gd name="connsiteY8" fmla="*/ 1324013 h 2343129"/>
                  <a:gd name="connsiteX9" fmla="*/ 773880 w 773881"/>
                  <a:gd name="connsiteY9" fmla="*/ 1142243 h 2343129"/>
                  <a:gd name="connsiteX10" fmla="*/ 553218 w 773881"/>
                  <a:gd name="connsiteY10" fmla="*/ 986670 h 2343129"/>
                  <a:gd name="connsiteX11" fmla="*/ 123799 w 773881"/>
                  <a:gd name="connsiteY11" fmla="*/ 504069 h 2343129"/>
                  <a:gd name="connsiteX12" fmla="*/ 113480 w 773881"/>
                  <a:gd name="connsiteY12" fmla="*/ 38 h 2343129"/>
                  <a:gd name="connsiteX13" fmla="*/ 6324 w 773881"/>
                  <a:gd name="connsiteY13" fmla="*/ 38 h 2343129"/>
                  <a:gd name="connsiteX0" fmla="*/ 6324 w 773881"/>
                  <a:gd name="connsiteY0" fmla="*/ 38 h 2343129"/>
                  <a:gd name="connsiteX1" fmla="*/ 117449 w 773881"/>
                  <a:gd name="connsiteY1" fmla="*/ 606463 h 2343129"/>
                  <a:gd name="connsiteX2" fmla="*/ 575442 w 773881"/>
                  <a:gd name="connsiteY2" fmla="*/ 1074775 h 2343129"/>
                  <a:gd name="connsiteX3" fmla="*/ 579411 w 773881"/>
                  <a:gd name="connsiteY3" fmla="*/ 1260512 h 2343129"/>
                  <a:gd name="connsiteX4" fmla="*/ 184124 w 773881"/>
                  <a:gd name="connsiteY4" fmla="*/ 1626432 h 2343129"/>
                  <a:gd name="connsiteX5" fmla="*/ 9499 w 773881"/>
                  <a:gd name="connsiteY5" fmla="*/ 2336838 h 2343129"/>
                  <a:gd name="connsiteX6" fmla="*/ 113480 w 773881"/>
                  <a:gd name="connsiteY6" fmla="*/ 2341600 h 2343129"/>
                  <a:gd name="connsiteX7" fmla="*/ 184124 w 773881"/>
                  <a:gd name="connsiteY7" fmla="*/ 1816138 h 2343129"/>
                  <a:gd name="connsiteX8" fmla="*/ 571474 w 773881"/>
                  <a:gd name="connsiteY8" fmla="*/ 1324013 h 2343129"/>
                  <a:gd name="connsiteX9" fmla="*/ 773880 w 773881"/>
                  <a:gd name="connsiteY9" fmla="*/ 1142243 h 2343129"/>
                  <a:gd name="connsiteX10" fmla="*/ 553218 w 773881"/>
                  <a:gd name="connsiteY10" fmla="*/ 986670 h 2343129"/>
                  <a:gd name="connsiteX11" fmla="*/ 164280 w 773881"/>
                  <a:gd name="connsiteY11" fmla="*/ 494544 h 2343129"/>
                  <a:gd name="connsiteX12" fmla="*/ 113480 w 773881"/>
                  <a:gd name="connsiteY12" fmla="*/ 38 h 2343129"/>
                  <a:gd name="connsiteX13" fmla="*/ 6324 w 773881"/>
                  <a:gd name="connsiteY13" fmla="*/ 38 h 2343129"/>
                  <a:gd name="connsiteX0" fmla="*/ 6324 w 773881"/>
                  <a:gd name="connsiteY0" fmla="*/ 38 h 2343129"/>
                  <a:gd name="connsiteX1" fmla="*/ 117449 w 773881"/>
                  <a:gd name="connsiteY1" fmla="*/ 606463 h 2343129"/>
                  <a:gd name="connsiteX2" fmla="*/ 575442 w 773881"/>
                  <a:gd name="connsiteY2" fmla="*/ 1074775 h 2343129"/>
                  <a:gd name="connsiteX3" fmla="*/ 579411 w 773881"/>
                  <a:gd name="connsiteY3" fmla="*/ 1260512 h 2343129"/>
                  <a:gd name="connsiteX4" fmla="*/ 184124 w 773881"/>
                  <a:gd name="connsiteY4" fmla="*/ 1626432 h 2343129"/>
                  <a:gd name="connsiteX5" fmla="*/ 9499 w 773881"/>
                  <a:gd name="connsiteY5" fmla="*/ 2336838 h 2343129"/>
                  <a:gd name="connsiteX6" fmla="*/ 113480 w 773881"/>
                  <a:gd name="connsiteY6" fmla="*/ 2341600 h 2343129"/>
                  <a:gd name="connsiteX7" fmla="*/ 184124 w 773881"/>
                  <a:gd name="connsiteY7" fmla="*/ 1816138 h 2343129"/>
                  <a:gd name="connsiteX8" fmla="*/ 571474 w 773881"/>
                  <a:gd name="connsiteY8" fmla="*/ 1324013 h 2343129"/>
                  <a:gd name="connsiteX9" fmla="*/ 773880 w 773881"/>
                  <a:gd name="connsiteY9" fmla="*/ 1142243 h 2343129"/>
                  <a:gd name="connsiteX10" fmla="*/ 553218 w 773881"/>
                  <a:gd name="connsiteY10" fmla="*/ 986670 h 2343129"/>
                  <a:gd name="connsiteX11" fmla="*/ 164280 w 773881"/>
                  <a:gd name="connsiteY11" fmla="*/ 494544 h 2343129"/>
                  <a:gd name="connsiteX12" fmla="*/ 113480 w 773881"/>
                  <a:gd name="connsiteY12" fmla="*/ 38 h 2343129"/>
                  <a:gd name="connsiteX13" fmla="*/ 6324 w 773881"/>
                  <a:gd name="connsiteY13" fmla="*/ 38 h 2343129"/>
                  <a:gd name="connsiteX0" fmla="*/ 6324 w 773881"/>
                  <a:gd name="connsiteY0" fmla="*/ 38 h 2343129"/>
                  <a:gd name="connsiteX1" fmla="*/ 117449 w 773881"/>
                  <a:gd name="connsiteY1" fmla="*/ 606463 h 2343129"/>
                  <a:gd name="connsiteX2" fmla="*/ 575442 w 773881"/>
                  <a:gd name="connsiteY2" fmla="*/ 1074775 h 2343129"/>
                  <a:gd name="connsiteX3" fmla="*/ 579411 w 773881"/>
                  <a:gd name="connsiteY3" fmla="*/ 1260512 h 2343129"/>
                  <a:gd name="connsiteX4" fmla="*/ 184124 w 773881"/>
                  <a:gd name="connsiteY4" fmla="*/ 1626432 h 2343129"/>
                  <a:gd name="connsiteX5" fmla="*/ 9499 w 773881"/>
                  <a:gd name="connsiteY5" fmla="*/ 2336838 h 2343129"/>
                  <a:gd name="connsiteX6" fmla="*/ 113480 w 773881"/>
                  <a:gd name="connsiteY6" fmla="*/ 2341600 h 2343129"/>
                  <a:gd name="connsiteX7" fmla="*/ 184124 w 773881"/>
                  <a:gd name="connsiteY7" fmla="*/ 1816138 h 2343129"/>
                  <a:gd name="connsiteX8" fmla="*/ 571474 w 773881"/>
                  <a:gd name="connsiteY8" fmla="*/ 1324013 h 2343129"/>
                  <a:gd name="connsiteX9" fmla="*/ 773880 w 773881"/>
                  <a:gd name="connsiteY9" fmla="*/ 1142243 h 2343129"/>
                  <a:gd name="connsiteX10" fmla="*/ 553218 w 773881"/>
                  <a:gd name="connsiteY10" fmla="*/ 986670 h 2343129"/>
                  <a:gd name="connsiteX11" fmla="*/ 164280 w 773881"/>
                  <a:gd name="connsiteY11" fmla="*/ 494544 h 2343129"/>
                  <a:gd name="connsiteX12" fmla="*/ 113480 w 773881"/>
                  <a:gd name="connsiteY12" fmla="*/ 38 h 2343129"/>
                  <a:gd name="connsiteX13" fmla="*/ 6324 w 773881"/>
                  <a:gd name="connsiteY13" fmla="*/ 38 h 2343129"/>
                  <a:gd name="connsiteX0" fmla="*/ 6324 w 773881"/>
                  <a:gd name="connsiteY0" fmla="*/ 38 h 2343129"/>
                  <a:gd name="connsiteX1" fmla="*/ 117449 w 773881"/>
                  <a:gd name="connsiteY1" fmla="*/ 606463 h 2343129"/>
                  <a:gd name="connsiteX2" fmla="*/ 575442 w 773881"/>
                  <a:gd name="connsiteY2" fmla="*/ 1074775 h 2343129"/>
                  <a:gd name="connsiteX3" fmla="*/ 579411 w 773881"/>
                  <a:gd name="connsiteY3" fmla="*/ 1260512 h 2343129"/>
                  <a:gd name="connsiteX4" fmla="*/ 184124 w 773881"/>
                  <a:gd name="connsiteY4" fmla="*/ 1626432 h 2343129"/>
                  <a:gd name="connsiteX5" fmla="*/ 9499 w 773881"/>
                  <a:gd name="connsiteY5" fmla="*/ 2336838 h 2343129"/>
                  <a:gd name="connsiteX6" fmla="*/ 113480 w 773881"/>
                  <a:gd name="connsiteY6" fmla="*/ 2341600 h 2343129"/>
                  <a:gd name="connsiteX7" fmla="*/ 184124 w 773881"/>
                  <a:gd name="connsiteY7" fmla="*/ 1816138 h 2343129"/>
                  <a:gd name="connsiteX8" fmla="*/ 571474 w 773881"/>
                  <a:gd name="connsiteY8" fmla="*/ 1324013 h 2343129"/>
                  <a:gd name="connsiteX9" fmla="*/ 773880 w 773881"/>
                  <a:gd name="connsiteY9" fmla="*/ 1142243 h 2343129"/>
                  <a:gd name="connsiteX10" fmla="*/ 553218 w 773881"/>
                  <a:gd name="connsiteY10" fmla="*/ 986670 h 2343129"/>
                  <a:gd name="connsiteX11" fmla="*/ 164280 w 773881"/>
                  <a:gd name="connsiteY11" fmla="*/ 494544 h 2343129"/>
                  <a:gd name="connsiteX12" fmla="*/ 113480 w 773881"/>
                  <a:gd name="connsiteY12" fmla="*/ 38 h 2343129"/>
                  <a:gd name="connsiteX13" fmla="*/ 6324 w 773881"/>
                  <a:gd name="connsiteY13" fmla="*/ 38 h 2343129"/>
                  <a:gd name="connsiteX0" fmla="*/ 6324 w 773881"/>
                  <a:gd name="connsiteY0" fmla="*/ 38 h 2343129"/>
                  <a:gd name="connsiteX1" fmla="*/ 117449 w 773881"/>
                  <a:gd name="connsiteY1" fmla="*/ 606463 h 2343129"/>
                  <a:gd name="connsiteX2" fmla="*/ 575442 w 773881"/>
                  <a:gd name="connsiteY2" fmla="*/ 1074775 h 2343129"/>
                  <a:gd name="connsiteX3" fmla="*/ 579411 w 773881"/>
                  <a:gd name="connsiteY3" fmla="*/ 1260512 h 2343129"/>
                  <a:gd name="connsiteX4" fmla="*/ 184124 w 773881"/>
                  <a:gd name="connsiteY4" fmla="*/ 1626432 h 2343129"/>
                  <a:gd name="connsiteX5" fmla="*/ 9499 w 773881"/>
                  <a:gd name="connsiteY5" fmla="*/ 2336838 h 2343129"/>
                  <a:gd name="connsiteX6" fmla="*/ 113480 w 773881"/>
                  <a:gd name="connsiteY6" fmla="*/ 2341600 h 2343129"/>
                  <a:gd name="connsiteX7" fmla="*/ 184124 w 773881"/>
                  <a:gd name="connsiteY7" fmla="*/ 1816138 h 2343129"/>
                  <a:gd name="connsiteX8" fmla="*/ 571474 w 773881"/>
                  <a:gd name="connsiteY8" fmla="*/ 1324013 h 2343129"/>
                  <a:gd name="connsiteX9" fmla="*/ 773880 w 773881"/>
                  <a:gd name="connsiteY9" fmla="*/ 1142243 h 2343129"/>
                  <a:gd name="connsiteX10" fmla="*/ 553218 w 773881"/>
                  <a:gd name="connsiteY10" fmla="*/ 986670 h 2343129"/>
                  <a:gd name="connsiteX11" fmla="*/ 164280 w 773881"/>
                  <a:gd name="connsiteY11" fmla="*/ 494544 h 2343129"/>
                  <a:gd name="connsiteX12" fmla="*/ 113480 w 773881"/>
                  <a:gd name="connsiteY12" fmla="*/ 38 h 2343129"/>
                  <a:gd name="connsiteX13" fmla="*/ 6324 w 773881"/>
                  <a:gd name="connsiteY13" fmla="*/ 38 h 2343129"/>
                  <a:gd name="connsiteX0" fmla="*/ 6324 w 773881"/>
                  <a:gd name="connsiteY0" fmla="*/ 38 h 2343129"/>
                  <a:gd name="connsiteX1" fmla="*/ 117449 w 773881"/>
                  <a:gd name="connsiteY1" fmla="*/ 606463 h 2343129"/>
                  <a:gd name="connsiteX2" fmla="*/ 575442 w 773881"/>
                  <a:gd name="connsiteY2" fmla="*/ 1074775 h 2343129"/>
                  <a:gd name="connsiteX3" fmla="*/ 579411 w 773881"/>
                  <a:gd name="connsiteY3" fmla="*/ 1260512 h 2343129"/>
                  <a:gd name="connsiteX4" fmla="*/ 184124 w 773881"/>
                  <a:gd name="connsiteY4" fmla="*/ 1626432 h 2343129"/>
                  <a:gd name="connsiteX5" fmla="*/ 9499 w 773881"/>
                  <a:gd name="connsiteY5" fmla="*/ 2336838 h 2343129"/>
                  <a:gd name="connsiteX6" fmla="*/ 113480 w 773881"/>
                  <a:gd name="connsiteY6" fmla="*/ 2341600 h 2343129"/>
                  <a:gd name="connsiteX7" fmla="*/ 184124 w 773881"/>
                  <a:gd name="connsiteY7" fmla="*/ 1816138 h 2343129"/>
                  <a:gd name="connsiteX8" fmla="*/ 571474 w 773881"/>
                  <a:gd name="connsiteY8" fmla="*/ 1324013 h 2343129"/>
                  <a:gd name="connsiteX9" fmla="*/ 773880 w 773881"/>
                  <a:gd name="connsiteY9" fmla="*/ 1142243 h 2343129"/>
                  <a:gd name="connsiteX10" fmla="*/ 553218 w 773881"/>
                  <a:gd name="connsiteY10" fmla="*/ 986670 h 2343129"/>
                  <a:gd name="connsiteX11" fmla="*/ 164280 w 773881"/>
                  <a:gd name="connsiteY11" fmla="*/ 494544 h 2343129"/>
                  <a:gd name="connsiteX12" fmla="*/ 113480 w 773881"/>
                  <a:gd name="connsiteY12" fmla="*/ 38 h 2343129"/>
                  <a:gd name="connsiteX13" fmla="*/ 6324 w 773881"/>
                  <a:gd name="connsiteY13" fmla="*/ 38 h 2343129"/>
                  <a:gd name="connsiteX0" fmla="*/ 6324 w 773881"/>
                  <a:gd name="connsiteY0" fmla="*/ 38 h 2343129"/>
                  <a:gd name="connsiteX1" fmla="*/ 117449 w 773881"/>
                  <a:gd name="connsiteY1" fmla="*/ 606463 h 2343129"/>
                  <a:gd name="connsiteX2" fmla="*/ 575442 w 773881"/>
                  <a:gd name="connsiteY2" fmla="*/ 1074775 h 2343129"/>
                  <a:gd name="connsiteX3" fmla="*/ 579411 w 773881"/>
                  <a:gd name="connsiteY3" fmla="*/ 1260512 h 2343129"/>
                  <a:gd name="connsiteX4" fmla="*/ 184124 w 773881"/>
                  <a:gd name="connsiteY4" fmla="*/ 1626432 h 2343129"/>
                  <a:gd name="connsiteX5" fmla="*/ 9499 w 773881"/>
                  <a:gd name="connsiteY5" fmla="*/ 2336838 h 2343129"/>
                  <a:gd name="connsiteX6" fmla="*/ 113480 w 773881"/>
                  <a:gd name="connsiteY6" fmla="*/ 2341600 h 2343129"/>
                  <a:gd name="connsiteX7" fmla="*/ 184124 w 773881"/>
                  <a:gd name="connsiteY7" fmla="*/ 1816138 h 2343129"/>
                  <a:gd name="connsiteX8" fmla="*/ 571474 w 773881"/>
                  <a:gd name="connsiteY8" fmla="*/ 1324013 h 2343129"/>
                  <a:gd name="connsiteX9" fmla="*/ 773880 w 773881"/>
                  <a:gd name="connsiteY9" fmla="*/ 1142243 h 2343129"/>
                  <a:gd name="connsiteX10" fmla="*/ 553218 w 773881"/>
                  <a:gd name="connsiteY10" fmla="*/ 986670 h 2343129"/>
                  <a:gd name="connsiteX11" fmla="*/ 176186 w 773881"/>
                  <a:gd name="connsiteY11" fmla="*/ 535025 h 2343129"/>
                  <a:gd name="connsiteX12" fmla="*/ 113480 w 773881"/>
                  <a:gd name="connsiteY12" fmla="*/ 38 h 2343129"/>
                  <a:gd name="connsiteX13" fmla="*/ 6324 w 773881"/>
                  <a:gd name="connsiteY13" fmla="*/ 38 h 2343129"/>
                  <a:gd name="connsiteX0" fmla="*/ 6324 w 773881"/>
                  <a:gd name="connsiteY0" fmla="*/ 38 h 2343129"/>
                  <a:gd name="connsiteX1" fmla="*/ 117449 w 773881"/>
                  <a:gd name="connsiteY1" fmla="*/ 606463 h 2343129"/>
                  <a:gd name="connsiteX2" fmla="*/ 575442 w 773881"/>
                  <a:gd name="connsiteY2" fmla="*/ 1074775 h 2343129"/>
                  <a:gd name="connsiteX3" fmla="*/ 579411 w 773881"/>
                  <a:gd name="connsiteY3" fmla="*/ 1260512 h 2343129"/>
                  <a:gd name="connsiteX4" fmla="*/ 184124 w 773881"/>
                  <a:gd name="connsiteY4" fmla="*/ 1626432 h 2343129"/>
                  <a:gd name="connsiteX5" fmla="*/ 9499 w 773881"/>
                  <a:gd name="connsiteY5" fmla="*/ 2336838 h 2343129"/>
                  <a:gd name="connsiteX6" fmla="*/ 113480 w 773881"/>
                  <a:gd name="connsiteY6" fmla="*/ 2341600 h 2343129"/>
                  <a:gd name="connsiteX7" fmla="*/ 184124 w 773881"/>
                  <a:gd name="connsiteY7" fmla="*/ 1816138 h 2343129"/>
                  <a:gd name="connsiteX8" fmla="*/ 571474 w 773881"/>
                  <a:gd name="connsiteY8" fmla="*/ 1324013 h 2343129"/>
                  <a:gd name="connsiteX9" fmla="*/ 773880 w 773881"/>
                  <a:gd name="connsiteY9" fmla="*/ 1142243 h 2343129"/>
                  <a:gd name="connsiteX10" fmla="*/ 553218 w 773881"/>
                  <a:gd name="connsiteY10" fmla="*/ 986670 h 2343129"/>
                  <a:gd name="connsiteX11" fmla="*/ 176186 w 773881"/>
                  <a:gd name="connsiteY11" fmla="*/ 535025 h 2343129"/>
                  <a:gd name="connsiteX12" fmla="*/ 113480 w 773881"/>
                  <a:gd name="connsiteY12" fmla="*/ 38 h 2343129"/>
                  <a:gd name="connsiteX13" fmla="*/ 6324 w 773881"/>
                  <a:gd name="connsiteY13" fmla="*/ 38 h 2343129"/>
                  <a:gd name="connsiteX0" fmla="*/ 6324 w 773881"/>
                  <a:gd name="connsiteY0" fmla="*/ 38 h 2343129"/>
                  <a:gd name="connsiteX1" fmla="*/ 117449 w 773881"/>
                  <a:gd name="connsiteY1" fmla="*/ 606463 h 2343129"/>
                  <a:gd name="connsiteX2" fmla="*/ 575442 w 773881"/>
                  <a:gd name="connsiteY2" fmla="*/ 1074775 h 2343129"/>
                  <a:gd name="connsiteX3" fmla="*/ 579411 w 773881"/>
                  <a:gd name="connsiteY3" fmla="*/ 1260512 h 2343129"/>
                  <a:gd name="connsiteX4" fmla="*/ 184124 w 773881"/>
                  <a:gd name="connsiteY4" fmla="*/ 1626432 h 2343129"/>
                  <a:gd name="connsiteX5" fmla="*/ 9499 w 773881"/>
                  <a:gd name="connsiteY5" fmla="*/ 2336838 h 2343129"/>
                  <a:gd name="connsiteX6" fmla="*/ 113480 w 773881"/>
                  <a:gd name="connsiteY6" fmla="*/ 2341600 h 2343129"/>
                  <a:gd name="connsiteX7" fmla="*/ 184124 w 773881"/>
                  <a:gd name="connsiteY7" fmla="*/ 1816138 h 2343129"/>
                  <a:gd name="connsiteX8" fmla="*/ 571474 w 773881"/>
                  <a:gd name="connsiteY8" fmla="*/ 1324013 h 2343129"/>
                  <a:gd name="connsiteX9" fmla="*/ 773880 w 773881"/>
                  <a:gd name="connsiteY9" fmla="*/ 1142243 h 2343129"/>
                  <a:gd name="connsiteX10" fmla="*/ 553218 w 773881"/>
                  <a:gd name="connsiteY10" fmla="*/ 986670 h 2343129"/>
                  <a:gd name="connsiteX11" fmla="*/ 176186 w 773881"/>
                  <a:gd name="connsiteY11" fmla="*/ 535025 h 2343129"/>
                  <a:gd name="connsiteX12" fmla="*/ 113480 w 773881"/>
                  <a:gd name="connsiteY12" fmla="*/ 38 h 2343129"/>
                  <a:gd name="connsiteX13" fmla="*/ 6324 w 773881"/>
                  <a:gd name="connsiteY13" fmla="*/ 38 h 2343129"/>
                  <a:gd name="connsiteX0" fmla="*/ 6324 w 773881"/>
                  <a:gd name="connsiteY0" fmla="*/ 38 h 2343129"/>
                  <a:gd name="connsiteX1" fmla="*/ 117449 w 773881"/>
                  <a:gd name="connsiteY1" fmla="*/ 606463 h 2343129"/>
                  <a:gd name="connsiteX2" fmla="*/ 575442 w 773881"/>
                  <a:gd name="connsiteY2" fmla="*/ 1074775 h 2343129"/>
                  <a:gd name="connsiteX3" fmla="*/ 579411 w 773881"/>
                  <a:gd name="connsiteY3" fmla="*/ 1260512 h 2343129"/>
                  <a:gd name="connsiteX4" fmla="*/ 184124 w 773881"/>
                  <a:gd name="connsiteY4" fmla="*/ 1626432 h 2343129"/>
                  <a:gd name="connsiteX5" fmla="*/ 9499 w 773881"/>
                  <a:gd name="connsiteY5" fmla="*/ 2336838 h 2343129"/>
                  <a:gd name="connsiteX6" fmla="*/ 113480 w 773881"/>
                  <a:gd name="connsiteY6" fmla="*/ 2341600 h 2343129"/>
                  <a:gd name="connsiteX7" fmla="*/ 184124 w 773881"/>
                  <a:gd name="connsiteY7" fmla="*/ 1816138 h 2343129"/>
                  <a:gd name="connsiteX8" fmla="*/ 571474 w 773881"/>
                  <a:gd name="connsiteY8" fmla="*/ 1324013 h 2343129"/>
                  <a:gd name="connsiteX9" fmla="*/ 773880 w 773881"/>
                  <a:gd name="connsiteY9" fmla="*/ 1142243 h 2343129"/>
                  <a:gd name="connsiteX10" fmla="*/ 553218 w 773881"/>
                  <a:gd name="connsiteY10" fmla="*/ 986670 h 2343129"/>
                  <a:gd name="connsiteX11" fmla="*/ 176186 w 773881"/>
                  <a:gd name="connsiteY11" fmla="*/ 535025 h 2343129"/>
                  <a:gd name="connsiteX12" fmla="*/ 113480 w 773881"/>
                  <a:gd name="connsiteY12" fmla="*/ 38 h 2343129"/>
                  <a:gd name="connsiteX13" fmla="*/ 6324 w 773881"/>
                  <a:gd name="connsiteY13" fmla="*/ 38 h 2343129"/>
                  <a:gd name="connsiteX0" fmla="*/ 6324 w 773881"/>
                  <a:gd name="connsiteY0" fmla="*/ 38 h 2343129"/>
                  <a:gd name="connsiteX1" fmla="*/ 117449 w 773881"/>
                  <a:gd name="connsiteY1" fmla="*/ 606463 h 2343129"/>
                  <a:gd name="connsiteX2" fmla="*/ 575442 w 773881"/>
                  <a:gd name="connsiteY2" fmla="*/ 1074775 h 2343129"/>
                  <a:gd name="connsiteX3" fmla="*/ 579411 w 773881"/>
                  <a:gd name="connsiteY3" fmla="*/ 1260512 h 2343129"/>
                  <a:gd name="connsiteX4" fmla="*/ 184124 w 773881"/>
                  <a:gd name="connsiteY4" fmla="*/ 1626432 h 2343129"/>
                  <a:gd name="connsiteX5" fmla="*/ 9499 w 773881"/>
                  <a:gd name="connsiteY5" fmla="*/ 2336838 h 2343129"/>
                  <a:gd name="connsiteX6" fmla="*/ 113480 w 773881"/>
                  <a:gd name="connsiteY6" fmla="*/ 2341600 h 2343129"/>
                  <a:gd name="connsiteX7" fmla="*/ 184124 w 773881"/>
                  <a:gd name="connsiteY7" fmla="*/ 1816138 h 2343129"/>
                  <a:gd name="connsiteX8" fmla="*/ 571474 w 773881"/>
                  <a:gd name="connsiteY8" fmla="*/ 1324013 h 2343129"/>
                  <a:gd name="connsiteX9" fmla="*/ 773880 w 773881"/>
                  <a:gd name="connsiteY9" fmla="*/ 1142243 h 2343129"/>
                  <a:gd name="connsiteX10" fmla="*/ 550837 w 773881"/>
                  <a:gd name="connsiteY10" fmla="*/ 986670 h 2343129"/>
                  <a:gd name="connsiteX11" fmla="*/ 176186 w 773881"/>
                  <a:gd name="connsiteY11" fmla="*/ 535025 h 2343129"/>
                  <a:gd name="connsiteX12" fmla="*/ 113480 w 773881"/>
                  <a:gd name="connsiteY12" fmla="*/ 38 h 2343129"/>
                  <a:gd name="connsiteX13" fmla="*/ 6324 w 773881"/>
                  <a:gd name="connsiteY13" fmla="*/ 38 h 2343129"/>
                  <a:gd name="connsiteX0" fmla="*/ 6324 w 773881"/>
                  <a:gd name="connsiteY0" fmla="*/ 38 h 2343129"/>
                  <a:gd name="connsiteX1" fmla="*/ 117449 w 773881"/>
                  <a:gd name="connsiteY1" fmla="*/ 606463 h 2343129"/>
                  <a:gd name="connsiteX2" fmla="*/ 575442 w 773881"/>
                  <a:gd name="connsiteY2" fmla="*/ 1074775 h 2343129"/>
                  <a:gd name="connsiteX3" fmla="*/ 579411 w 773881"/>
                  <a:gd name="connsiteY3" fmla="*/ 1260512 h 2343129"/>
                  <a:gd name="connsiteX4" fmla="*/ 184124 w 773881"/>
                  <a:gd name="connsiteY4" fmla="*/ 1626432 h 2343129"/>
                  <a:gd name="connsiteX5" fmla="*/ 9499 w 773881"/>
                  <a:gd name="connsiteY5" fmla="*/ 2336838 h 2343129"/>
                  <a:gd name="connsiteX6" fmla="*/ 113480 w 773881"/>
                  <a:gd name="connsiteY6" fmla="*/ 2341600 h 2343129"/>
                  <a:gd name="connsiteX7" fmla="*/ 184124 w 773881"/>
                  <a:gd name="connsiteY7" fmla="*/ 1816138 h 2343129"/>
                  <a:gd name="connsiteX8" fmla="*/ 571474 w 773881"/>
                  <a:gd name="connsiteY8" fmla="*/ 1324013 h 2343129"/>
                  <a:gd name="connsiteX9" fmla="*/ 773880 w 773881"/>
                  <a:gd name="connsiteY9" fmla="*/ 1142243 h 2343129"/>
                  <a:gd name="connsiteX10" fmla="*/ 550837 w 773881"/>
                  <a:gd name="connsiteY10" fmla="*/ 986670 h 2343129"/>
                  <a:gd name="connsiteX11" fmla="*/ 176186 w 773881"/>
                  <a:gd name="connsiteY11" fmla="*/ 535025 h 2343129"/>
                  <a:gd name="connsiteX12" fmla="*/ 113480 w 773881"/>
                  <a:gd name="connsiteY12" fmla="*/ 38 h 2343129"/>
                  <a:gd name="connsiteX13" fmla="*/ 6324 w 773881"/>
                  <a:gd name="connsiteY13" fmla="*/ 38 h 2343129"/>
                  <a:gd name="connsiteX0" fmla="*/ 6324 w 773881"/>
                  <a:gd name="connsiteY0" fmla="*/ 38 h 2343129"/>
                  <a:gd name="connsiteX1" fmla="*/ 117449 w 773881"/>
                  <a:gd name="connsiteY1" fmla="*/ 606463 h 2343129"/>
                  <a:gd name="connsiteX2" fmla="*/ 575442 w 773881"/>
                  <a:gd name="connsiteY2" fmla="*/ 1074775 h 2343129"/>
                  <a:gd name="connsiteX3" fmla="*/ 579411 w 773881"/>
                  <a:gd name="connsiteY3" fmla="*/ 1260512 h 2343129"/>
                  <a:gd name="connsiteX4" fmla="*/ 184124 w 773881"/>
                  <a:gd name="connsiteY4" fmla="*/ 1626432 h 2343129"/>
                  <a:gd name="connsiteX5" fmla="*/ 9499 w 773881"/>
                  <a:gd name="connsiteY5" fmla="*/ 2336838 h 2343129"/>
                  <a:gd name="connsiteX6" fmla="*/ 113480 w 773881"/>
                  <a:gd name="connsiteY6" fmla="*/ 2341600 h 2343129"/>
                  <a:gd name="connsiteX7" fmla="*/ 184124 w 773881"/>
                  <a:gd name="connsiteY7" fmla="*/ 1816138 h 2343129"/>
                  <a:gd name="connsiteX8" fmla="*/ 571474 w 773881"/>
                  <a:gd name="connsiteY8" fmla="*/ 1324013 h 2343129"/>
                  <a:gd name="connsiteX9" fmla="*/ 773880 w 773881"/>
                  <a:gd name="connsiteY9" fmla="*/ 1142243 h 2343129"/>
                  <a:gd name="connsiteX10" fmla="*/ 550837 w 773881"/>
                  <a:gd name="connsiteY10" fmla="*/ 986670 h 2343129"/>
                  <a:gd name="connsiteX11" fmla="*/ 176186 w 773881"/>
                  <a:gd name="connsiteY11" fmla="*/ 535025 h 2343129"/>
                  <a:gd name="connsiteX12" fmla="*/ 113480 w 773881"/>
                  <a:gd name="connsiteY12" fmla="*/ 38 h 2343129"/>
                  <a:gd name="connsiteX13" fmla="*/ 6324 w 773881"/>
                  <a:gd name="connsiteY13" fmla="*/ 38 h 2343129"/>
                  <a:gd name="connsiteX0" fmla="*/ 6324 w 690539"/>
                  <a:gd name="connsiteY0" fmla="*/ 38 h 2343129"/>
                  <a:gd name="connsiteX1" fmla="*/ 117449 w 690539"/>
                  <a:gd name="connsiteY1" fmla="*/ 606463 h 2343129"/>
                  <a:gd name="connsiteX2" fmla="*/ 575442 w 690539"/>
                  <a:gd name="connsiteY2" fmla="*/ 1074775 h 2343129"/>
                  <a:gd name="connsiteX3" fmla="*/ 579411 w 690539"/>
                  <a:gd name="connsiteY3" fmla="*/ 1260512 h 2343129"/>
                  <a:gd name="connsiteX4" fmla="*/ 184124 w 690539"/>
                  <a:gd name="connsiteY4" fmla="*/ 1626432 h 2343129"/>
                  <a:gd name="connsiteX5" fmla="*/ 9499 w 690539"/>
                  <a:gd name="connsiteY5" fmla="*/ 2336838 h 2343129"/>
                  <a:gd name="connsiteX6" fmla="*/ 113480 w 690539"/>
                  <a:gd name="connsiteY6" fmla="*/ 2341600 h 2343129"/>
                  <a:gd name="connsiteX7" fmla="*/ 184124 w 690539"/>
                  <a:gd name="connsiteY7" fmla="*/ 1816138 h 2343129"/>
                  <a:gd name="connsiteX8" fmla="*/ 571474 w 690539"/>
                  <a:gd name="connsiteY8" fmla="*/ 1324013 h 2343129"/>
                  <a:gd name="connsiteX9" fmla="*/ 690536 w 690539"/>
                  <a:gd name="connsiteY9" fmla="*/ 1144624 h 2343129"/>
                  <a:gd name="connsiteX10" fmla="*/ 550837 w 690539"/>
                  <a:gd name="connsiteY10" fmla="*/ 986670 h 2343129"/>
                  <a:gd name="connsiteX11" fmla="*/ 176186 w 690539"/>
                  <a:gd name="connsiteY11" fmla="*/ 535025 h 2343129"/>
                  <a:gd name="connsiteX12" fmla="*/ 113480 w 690539"/>
                  <a:gd name="connsiteY12" fmla="*/ 38 h 2343129"/>
                  <a:gd name="connsiteX13" fmla="*/ 6324 w 690539"/>
                  <a:gd name="connsiteY13" fmla="*/ 38 h 2343129"/>
                  <a:gd name="connsiteX0" fmla="*/ 6324 w 690541"/>
                  <a:gd name="connsiteY0" fmla="*/ 38 h 2343129"/>
                  <a:gd name="connsiteX1" fmla="*/ 117449 w 690541"/>
                  <a:gd name="connsiteY1" fmla="*/ 606463 h 2343129"/>
                  <a:gd name="connsiteX2" fmla="*/ 575442 w 690541"/>
                  <a:gd name="connsiteY2" fmla="*/ 1074775 h 2343129"/>
                  <a:gd name="connsiteX3" fmla="*/ 579411 w 690541"/>
                  <a:gd name="connsiteY3" fmla="*/ 1260512 h 2343129"/>
                  <a:gd name="connsiteX4" fmla="*/ 184124 w 690541"/>
                  <a:gd name="connsiteY4" fmla="*/ 1626432 h 2343129"/>
                  <a:gd name="connsiteX5" fmla="*/ 9499 w 690541"/>
                  <a:gd name="connsiteY5" fmla="*/ 2336838 h 2343129"/>
                  <a:gd name="connsiteX6" fmla="*/ 113480 w 690541"/>
                  <a:gd name="connsiteY6" fmla="*/ 2341600 h 2343129"/>
                  <a:gd name="connsiteX7" fmla="*/ 184124 w 690541"/>
                  <a:gd name="connsiteY7" fmla="*/ 1816138 h 2343129"/>
                  <a:gd name="connsiteX8" fmla="*/ 571474 w 690541"/>
                  <a:gd name="connsiteY8" fmla="*/ 1324013 h 2343129"/>
                  <a:gd name="connsiteX9" fmla="*/ 690536 w 690541"/>
                  <a:gd name="connsiteY9" fmla="*/ 1144624 h 2343129"/>
                  <a:gd name="connsiteX10" fmla="*/ 550837 w 690541"/>
                  <a:gd name="connsiteY10" fmla="*/ 986670 h 2343129"/>
                  <a:gd name="connsiteX11" fmla="*/ 176186 w 690541"/>
                  <a:gd name="connsiteY11" fmla="*/ 535025 h 2343129"/>
                  <a:gd name="connsiteX12" fmla="*/ 113480 w 690541"/>
                  <a:gd name="connsiteY12" fmla="*/ 38 h 2343129"/>
                  <a:gd name="connsiteX13" fmla="*/ 6324 w 690541"/>
                  <a:gd name="connsiteY13" fmla="*/ 38 h 2343129"/>
                  <a:gd name="connsiteX0" fmla="*/ 6324 w 690541"/>
                  <a:gd name="connsiteY0" fmla="*/ 38 h 2343129"/>
                  <a:gd name="connsiteX1" fmla="*/ 117449 w 690541"/>
                  <a:gd name="connsiteY1" fmla="*/ 606463 h 2343129"/>
                  <a:gd name="connsiteX2" fmla="*/ 575442 w 690541"/>
                  <a:gd name="connsiteY2" fmla="*/ 1074775 h 2343129"/>
                  <a:gd name="connsiteX3" fmla="*/ 579411 w 690541"/>
                  <a:gd name="connsiteY3" fmla="*/ 1260512 h 2343129"/>
                  <a:gd name="connsiteX4" fmla="*/ 184124 w 690541"/>
                  <a:gd name="connsiteY4" fmla="*/ 1626432 h 2343129"/>
                  <a:gd name="connsiteX5" fmla="*/ 9499 w 690541"/>
                  <a:gd name="connsiteY5" fmla="*/ 2336838 h 2343129"/>
                  <a:gd name="connsiteX6" fmla="*/ 113480 w 690541"/>
                  <a:gd name="connsiteY6" fmla="*/ 2341600 h 2343129"/>
                  <a:gd name="connsiteX7" fmla="*/ 184124 w 690541"/>
                  <a:gd name="connsiteY7" fmla="*/ 1816138 h 2343129"/>
                  <a:gd name="connsiteX8" fmla="*/ 502418 w 690541"/>
                  <a:gd name="connsiteY8" fmla="*/ 1388307 h 2343129"/>
                  <a:gd name="connsiteX9" fmla="*/ 690536 w 690541"/>
                  <a:gd name="connsiteY9" fmla="*/ 1144624 h 2343129"/>
                  <a:gd name="connsiteX10" fmla="*/ 550837 w 690541"/>
                  <a:gd name="connsiteY10" fmla="*/ 986670 h 2343129"/>
                  <a:gd name="connsiteX11" fmla="*/ 176186 w 690541"/>
                  <a:gd name="connsiteY11" fmla="*/ 535025 h 2343129"/>
                  <a:gd name="connsiteX12" fmla="*/ 113480 w 690541"/>
                  <a:gd name="connsiteY12" fmla="*/ 38 h 2343129"/>
                  <a:gd name="connsiteX13" fmla="*/ 6324 w 690541"/>
                  <a:gd name="connsiteY13" fmla="*/ 38 h 2343129"/>
                  <a:gd name="connsiteX0" fmla="*/ 6324 w 690541"/>
                  <a:gd name="connsiteY0" fmla="*/ 38 h 2343129"/>
                  <a:gd name="connsiteX1" fmla="*/ 117449 w 690541"/>
                  <a:gd name="connsiteY1" fmla="*/ 606463 h 2343129"/>
                  <a:gd name="connsiteX2" fmla="*/ 575442 w 690541"/>
                  <a:gd name="connsiteY2" fmla="*/ 1074775 h 2343129"/>
                  <a:gd name="connsiteX3" fmla="*/ 579411 w 690541"/>
                  <a:gd name="connsiteY3" fmla="*/ 1260512 h 2343129"/>
                  <a:gd name="connsiteX4" fmla="*/ 184124 w 690541"/>
                  <a:gd name="connsiteY4" fmla="*/ 1626432 h 2343129"/>
                  <a:gd name="connsiteX5" fmla="*/ 9499 w 690541"/>
                  <a:gd name="connsiteY5" fmla="*/ 2336838 h 2343129"/>
                  <a:gd name="connsiteX6" fmla="*/ 113480 w 690541"/>
                  <a:gd name="connsiteY6" fmla="*/ 2341600 h 2343129"/>
                  <a:gd name="connsiteX7" fmla="*/ 184124 w 690541"/>
                  <a:gd name="connsiteY7" fmla="*/ 1816138 h 2343129"/>
                  <a:gd name="connsiteX8" fmla="*/ 502418 w 690541"/>
                  <a:gd name="connsiteY8" fmla="*/ 1388307 h 2343129"/>
                  <a:gd name="connsiteX9" fmla="*/ 690536 w 690541"/>
                  <a:gd name="connsiteY9" fmla="*/ 1144624 h 2343129"/>
                  <a:gd name="connsiteX10" fmla="*/ 550837 w 690541"/>
                  <a:gd name="connsiteY10" fmla="*/ 986670 h 2343129"/>
                  <a:gd name="connsiteX11" fmla="*/ 176186 w 690541"/>
                  <a:gd name="connsiteY11" fmla="*/ 535025 h 2343129"/>
                  <a:gd name="connsiteX12" fmla="*/ 113480 w 690541"/>
                  <a:gd name="connsiteY12" fmla="*/ 38 h 2343129"/>
                  <a:gd name="connsiteX13" fmla="*/ 6324 w 690541"/>
                  <a:gd name="connsiteY13" fmla="*/ 38 h 2343129"/>
                  <a:gd name="connsiteX0" fmla="*/ 6324 w 690541"/>
                  <a:gd name="connsiteY0" fmla="*/ 38 h 2343129"/>
                  <a:gd name="connsiteX1" fmla="*/ 117449 w 690541"/>
                  <a:gd name="connsiteY1" fmla="*/ 606463 h 2343129"/>
                  <a:gd name="connsiteX2" fmla="*/ 575442 w 690541"/>
                  <a:gd name="connsiteY2" fmla="*/ 1074775 h 2343129"/>
                  <a:gd name="connsiteX3" fmla="*/ 579411 w 690541"/>
                  <a:gd name="connsiteY3" fmla="*/ 1260512 h 2343129"/>
                  <a:gd name="connsiteX4" fmla="*/ 184124 w 690541"/>
                  <a:gd name="connsiteY4" fmla="*/ 1626432 h 2343129"/>
                  <a:gd name="connsiteX5" fmla="*/ 9499 w 690541"/>
                  <a:gd name="connsiteY5" fmla="*/ 2336838 h 2343129"/>
                  <a:gd name="connsiteX6" fmla="*/ 113480 w 690541"/>
                  <a:gd name="connsiteY6" fmla="*/ 2341600 h 2343129"/>
                  <a:gd name="connsiteX7" fmla="*/ 184124 w 690541"/>
                  <a:gd name="connsiteY7" fmla="*/ 1816138 h 2343129"/>
                  <a:gd name="connsiteX8" fmla="*/ 502418 w 690541"/>
                  <a:gd name="connsiteY8" fmla="*/ 1388307 h 2343129"/>
                  <a:gd name="connsiteX9" fmla="*/ 690536 w 690541"/>
                  <a:gd name="connsiteY9" fmla="*/ 1144624 h 2343129"/>
                  <a:gd name="connsiteX10" fmla="*/ 550837 w 690541"/>
                  <a:gd name="connsiteY10" fmla="*/ 986670 h 2343129"/>
                  <a:gd name="connsiteX11" fmla="*/ 176186 w 690541"/>
                  <a:gd name="connsiteY11" fmla="*/ 535025 h 2343129"/>
                  <a:gd name="connsiteX12" fmla="*/ 113480 w 690541"/>
                  <a:gd name="connsiteY12" fmla="*/ 38 h 2343129"/>
                  <a:gd name="connsiteX13" fmla="*/ 6324 w 690541"/>
                  <a:gd name="connsiteY13" fmla="*/ 38 h 2343129"/>
                  <a:gd name="connsiteX0" fmla="*/ 6324 w 690541"/>
                  <a:gd name="connsiteY0" fmla="*/ 38 h 2343129"/>
                  <a:gd name="connsiteX1" fmla="*/ 117449 w 690541"/>
                  <a:gd name="connsiteY1" fmla="*/ 606463 h 2343129"/>
                  <a:gd name="connsiteX2" fmla="*/ 575442 w 690541"/>
                  <a:gd name="connsiteY2" fmla="*/ 1074775 h 2343129"/>
                  <a:gd name="connsiteX3" fmla="*/ 579411 w 690541"/>
                  <a:gd name="connsiteY3" fmla="*/ 1260512 h 2343129"/>
                  <a:gd name="connsiteX4" fmla="*/ 184124 w 690541"/>
                  <a:gd name="connsiteY4" fmla="*/ 1626432 h 2343129"/>
                  <a:gd name="connsiteX5" fmla="*/ 9499 w 690541"/>
                  <a:gd name="connsiteY5" fmla="*/ 2336838 h 2343129"/>
                  <a:gd name="connsiteX6" fmla="*/ 113480 w 690541"/>
                  <a:gd name="connsiteY6" fmla="*/ 2341600 h 2343129"/>
                  <a:gd name="connsiteX7" fmla="*/ 184124 w 690541"/>
                  <a:gd name="connsiteY7" fmla="*/ 1816138 h 2343129"/>
                  <a:gd name="connsiteX8" fmla="*/ 502418 w 690541"/>
                  <a:gd name="connsiteY8" fmla="*/ 1388307 h 2343129"/>
                  <a:gd name="connsiteX9" fmla="*/ 690536 w 690541"/>
                  <a:gd name="connsiteY9" fmla="*/ 1144624 h 2343129"/>
                  <a:gd name="connsiteX10" fmla="*/ 550837 w 690541"/>
                  <a:gd name="connsiteY10" fmla="*/ 986670 h 2343129"/>
                  <a:gd name="connsiteX11" fmla="*/ 176186 w 690541"/>
                  <a:gd name="connsiteY11" fmla="*/ 535025 h 2343129"/>
                  <a:gd name="connsiteX12" fmla="*/ 113480 w 690541"/>
                  <a:gd name="connsiteY12" fmla="*/ 38 h 2343129"/>
                  <a:gd name="connsiteX13" fmla="*/ 6324 w 690541"/>
                  <a:gd name="connsiteY13" fmla="*/ 38 h 2343129"/>
                  <a:gd name="connsiteX0" fmla="*/ 6324 w 690541"/>
                  <a:gd name="connsiteY0" fmla="*/ 38 h 2343129"/>
                  <a:gd name="connsiteX1" fmla="*/ 117449 w 690541"/>
                  <a:gd name="connsiteY1" fmla="*/ 606463 h 2343129"/>
                  <a:gd name="connsiteX2" fmla="*/ 575442 w 690541"/>
                  <a:gd name="connsiteY2" fmla="*/ 1074775 h 2343129"/>
                  <a:gd name="connsiteX3" fmla="*/ 579411 w 690541"/>
                  <a:gd name="connsiteY3" fmla="*/ 1260512 h 2343129"/>
                  <a:gd name="connsiteX4" fmla="*/ 184124 w 690541"/>
                  <a:gd name="connsiteY4" fmla="*/ 1626432 h 2343129"/>
                  <a:gd name="connsiteX5" fmla="*/ 9499 w 690541"/>
                  <a:gd name="connsiteY5" fmla="*/ 2336838 h 2343129"/>
                  <a:gd name="connsiteX6" fmla="*/ 113480 w 690541"/>
                  <a:gd name="connsiteY6" fmla="*/ 2341600 h 2343129"/>
                  <a:gd name="connsiteX7" fmla="*/ 148405 w 690541"/>
                  <a:gd name="connsiteY7" fmla="*/ 1806613 h 2343129"/>
                  <a:gd name="connsiteX8" fmla="*/ 502418 w 690541"/>
                  <a:gd name="connsiteY8" fmla="*/ 1388307 h 2343129"/>
                  <a:gd name="connsiteX9" fmla="*/ 690536 w 690541"/>
                  <a:gd name="connsiteY9" fmla="*/ 1144624 h 2343129"/>
                  <a:gd name="connsiteX10" fmla="*/ 550837 w 690541"/>
                  <a:gd name="connsiteY10" fmla="*/ 986670 h 2343129"/>
                  <a:gd name="connsiteX11" fmla="*/ 176186 w 690541"/>
                  <a:gd name="connsiteY11" fmla="*/ 535025 h 2343129"/>
                  <a:gd name="connsiteX12" fmla="*/ 113480 w 690541"/>
                  <a:gd name="connsiteY12" fmla="*/ 38 h 2343129"/>
                  <a:gd name="connsiteX13" fmla="*/ 6324 w 690541"/>
                  <a:gd name="connsiteY13" fmla="*/ 38 h 2343129"/>
                  <a:gd name="connsiteX0" fmla="*/ 6324 w 690541"/>
                  <a:gd name="connsiteY0" fmla="*/ 38 h 2343129"/>
                  <a:gd name="connsiteX1" fmla="*/ 117449 w 690541"/>
                  <a:gd name="connsiteY1" fmla="*/ 606463 h 2343129"/>
                  <a:gd name="connsiteX2" fmla="*/ 575442 w 690541"/>
                  <a:gd name="connsiteY2" fmla="*/ 1074775 h 2343129"/>
                  <a:gd name="connsiteX3" fmla="*/ 579411 w 690541"/>
                  <a:gd name="connsiteY3" fmla="*/ 1260512 h 2343129"/>
                  <a:gd name="connsiteX4" fmla="*/ 184124 w 690541"/>
                  <a:gd name="connsiteY4" fmla="*/ 1626432 h 2343129"/>
                  <a:gd name="connsiteX5" fmla="*/ 9499 w 690541"/>
                  <a:gd name="connsiteY5" fmla="*/ 2336838 h 2343129"/>
                  <a:gd name="connsiteX6" fmla="*/ 113480 w 690541"/>
                  <a:gd name="connsiteY6" fmla="*/ 2341600 h 2343129"/>
                  <a:gd name="connsiteX7" fmla="*/ 174599 w 690541"/>
                  <a:gd name="connsiteY7" fmla="*/ 1813757 h 2343129"/>
                  <a:gd name="connsiteX8" fmla="*/ 502418 w 690541"/>
                  <a:gd name="connsiteY8" fmla="*/ 1388307 h 2343129"/>
                  <a:gd name="connsiteX9" fmla="*/ 690536 w 690541"/>
                  <a:gd name="connsiteY9" fmla="*/ 1144624 h 2343129"/>
                  <a:gd name="connsiteX10" fmla="*/ 550837 w 690541"/>
                  <a:gd name="connsiteY10" fmla="*/ 986670 h 2343129"/>
                  <a:gd name="connsiteX11" fmla="*/ 176186 w 690541"/>
                  <a:gd name="connsiteY11" fmla="*/ 535025 h 2343129"/>
                  <a:gd name="connsiteX12" fmla="*/ 113480 w 690541"/>
                  <a:gd name="connsiteY12" fmla="*/ 38 h 2343129"/>
                  <a:gd name="connsiteX13" fmla="*/ 6324 w 690541"/>
                  <a:gd name="connsiteY13" fmla="*/ 38 h 2343129"/>
                  <a:gd name="connsiteX0" fmla="*/ 6324 w 690541"/>
                  <a:gd name="connsiteY0" fmla="*/ 38 h 2343129"/>
                  <a:gd name="connsiteX1" fmla="*/ 117449 w 690541"/>
                  <a:gd name="connsiteY1" fmla="*/ 606463 h 2343129"/>
                  <a:gd name="connsiteX2" fmla="*/ 575442 w 690541"/>
                  <a:gd name="connsiteY2" fmla="*/ 1074775 h 2343129"/>
                  <a:gd name="connsiteX3" fmla="*/ 579411 w 690541"/>
                  <a:gd name="connsiteY3" fmla="*/ 1260512 h 2343129"/>
                  <a:gd name="connsiteX4" fmla="*/ 184124 w 690541"/>
                  <a:gd name="connsiteY4" fmla="*/ 1626432 h 2343129"/>
                  <a:gd name="connsiteX5" fmla="*/ 9499 w 690541"/>
                  <a:gd name="connsiteY5" fmla="*/ 2336838 h 2343129"/>
                  <a:gd name="connsiteX6" fmla="*/ 113480 w 690541"/>
                  <a:gd name="connsiteY6" fmla="*/ 2341600 h 2343129"/>
                  <a:gd name="connsiteX7" fmla="*/ 174599 w 690541"/>
                  <a:gd name="connsiteY7" fmla="*/ 1813757 h 2343129"/>
                  <a:gd name="connsiteX8" fmla="*/ 502418 w 690541"/>
                  <a:gd name="connsiteY8" fmla="*/ 1388307 h 2343129"/>
                  <a:gd name="connsiteX9" fmla="*/ 690536 w 690541"/>
                  <a:gd name="connsiteY9" fmla="*/ 1144624 h 2343129"/>
                  <a:gd name="connsiteX10" fmla="*/ 550837 w 690541"/>
                  <a:gd name="connsiteY10" fmla="*/ 986670 h 2343129"/>
                  <a:gd name="connsiteX11" fmla="*/ 176186 w 690541"/>
                  <a:gd name="connsiteY11" fmla="*/ 535025 h 2343129"/>
                  <a:gd name="connsiteX12" fmla="*/ 113480 w 690541"/>
                  <a:gd name="connsiteY12" fmla="*/ 38 h 2343129"/>
                  <a:gd name="connsiteX13" fmla="*/ 6324 w 690541"/>
                  <a:gd name="connsiteY13" fmla="*/ 38 h 2343129"/>
                  <a:gd name="connsiteX0" fmla="*/ 6324 w 690541"/>
                  <a:gd name="connsiteY0" fmla="*/ 38 h 2343129"/>
                  <a:gd name="connsiteX1" fmla="*/ 117449 w 690541"/>
                  <a:gd name="connsiteY1" fmla="*/ 606463 h 2343129"/>
                  <a:gd name="connsiteX2" fmla="*/ 575442 w 690541"/>
                  <a:gd name="connsiteY2" fmla="*/ 1074775 h 2343129"/>
                  <a:gd name="connsiteX3" fmla="*/ 579411 w 690541"/>
                  <a:gd name="connsiteY3" fmla="*/ 1260512 h 2343129"/>
                  <a:gd name="connsiteX4" fmla="*/ 184124 w 690541"/>
                  <a:gd name="connsiteY4" fmla="*/ 1626432 h 2343129"/>
                  <a:gd name="connsiteX5" fmla="*/ 9499 w 690541"/>
                  <a:gd name="connsiteY5" fmla="*/ 2336838 h 2343129"/>
                  <a:gd name="connsiteX6" fmla="*/ 113480 w 690541"/>
                  <a:gd name="connsiteY6" fmla="*/ 2341600 h 2343129"/>
                  <a:gd name="connsiteX7" fmla="*/ 174599 w 690541"/>
                  <a:gd name="connsiteY7" fmla="*/ 1813757 h 2343129"/>
                  <a:gd name="connsiteX8" fmla="*/ 502418 w 690541"/>
                  <a:gd name="connsiteY8" fmla="*/ 1388307 h 2343129"/>
                  <a:gd name="connsiteX9" fmla="*/ 690536 w 690541"/>
                  <a:gd name="connsiteY9" fmla="*/ 1144624 h 2343129"/>
                  <a:gd name="connsiteX10" fmla="*/ 550837 w 690541"/>
                  <a:gd name="connsiteY10" fmla="*/ 986670 h 2343129"/>
                  <a:gd name="connsiteX11" fmla="*/ 176186 w 690541"/>
                  <a:gd name="connsiteY11" fmla="*/ 535025 h 2343129"/>
                  <a:gd name="connsiteX12" fmla="*/ 113480 w 690541"/>
                  <a:gd name="connsiteY12" fmla="*/ 38 h 2343129"/>
                  <a:gd name="connsiteX13" fmla="*/ 6324 w 690541"/>
                  <a:gd name="connsiteY13" fmla="*/ 38 h 2343129"/>
                  <a:gd name="connsiteX0" fmla="*/ 6324 w 690541"/>
                  <a:gd name="connsiteY0" fmla="*/ 38 h 2343129"/>
                  <a:gd name="connsiteX1" fmla="*/ 117449 w 690541"/>
                  <a:gd name="connsiteY1" fmla="*/ 606463 h 2343129"/>
                  <a:gd name="connsiteX2" fmla="*/ 575442 w 690541"/>
                  <a:gd name="connsiteY2" fmla="*/ 1074775 h 2343129"/>
                  <a:gd name="connsiteX3" fmla="*/ 579411 w 690541"/>
                  <a:gd name="connsiteY3" fmla="*/ 1260512 h 2343129"/>
                  <a:gd name="connsiteX4" fmla="*/ 184124 w 690541"/>
                  <a:gd name="connsiteY4" fmla="*/ 1626432 h 2343129"/>
                  <a:gd name="connsiteX5" fmla="*/ 9499 w 690541"/>
                  <a:gd name="connsiteY5" fmla="*/ 2336838 h 2343129"/>
                  <a:gd name="connsiteX6" fmla="*/ 113480 w 690541"/>
                  <a:gd name="connsiteY6" fmla="*/ 2341600 h 2343129"/>
                  <a:gd name="connsiteX7" fmla="*/ 174599 w 690541"/>
                  <a:gd name="connsiteY7" fmla="*/ 1813757 h 2343129"/>
                  <a:gd name="connsiteX8" fmla="*/ 502418 w 690541"/>
                  <a:gd name="connsiteY8" fmla="*/ 1388307 h 2343129"/>
                  <a:gd name="connsiteX9" fmla="*/ 690536 w 690541"/>
                  <a:gd name="connsiteY9" fmla="*/ 1144624 h 2343129"/>
                  <a:gd name="connsiteX10" fmla="*/ 550837 w 690541"/>
                  <a:gd name="connsiteY10" fmla="*/ 986670 h 2343129"/>
                  <a:gd name="connsiteX11" fmla="*/ 176186 w 690541"/>
                  <a:gd name="connsiteY11" fmla="*/ 535025 h 2343129"/>
                  <a:gd name="connsiteX12" fmla="*/ 113480 w 690541"/>
                  <a:gd name="connsiteY12" fmla="*/ 38 h 2343129"/>
                  <a:gd name="connsiteX13" fmla="*/ 6324 w 690541"/>
                  <a:gd name="connsiteY13" fmla="*/ 38 h 2343129"/>
                  <a:gd name="connsiteX0" fmla="*/ 6324 w 690541"/>
                  <a:gd name="connsiteY0" fmla="*/ 38 h 2343129"/>
                  <a:gd name="connsiteX1" fmla="*/ 117449 w 690541"/>
                  <a:gd name="connsiteY1" fmla="*/ 606463 h 2343129"/>
                  <a:gd name="connsiteX2" fmla="*/ 575442 w 690541"/>
                  <a:gd name="connsiteY2" fmla="*/ 1074775 h 2343129"/>
                  <a:gd name="connsiteX3" fmla="*/ 579411 w 690541"/>
                  <a:gd name="connsiteY3" fmla="*/ 1260512 h 2343129"/>
                  <a:gd name="connsiteX4" fmla="*/ 184124 w 690541"/>
                  <a:gd name="connsiteY4" fmla="*/ 1626432 h 2343129"/>
                  <a:gd name="connsiteX5" fmla="*/ 9499 w 690541"/>
                  <a:gd name="connsiteY5" fmla="*/ 2336838 h 2343129"/>
                  <a:gd name="connsiteX6" fmla="*/ 113480 w 690541"/>
                  <a:gd name="connsiteY6" fmla="*/ 2341600 h 2343129"/>
                  <a:gd name="connsiteX7" fmla="*/ 174599 w 690541"/>
                  <a:gd name="connsiteY7" fmla="*/ 1813757 h 2343129"/>
                  <a:gd name="connsiteX8" fmla="*/ 502418 w 690541"/>
                  <a:gd name="connsiteY8" fmla="*/ 1388307 h 2343129"/>
                  <a:gd name="connsiteX9" fmla="*/ 690536 w 690541"/>
                  <a:gd name="connsiteY9" fmla="*/ 1144624 h 2343129"/>
                  <a:gd name="connsiteX10" fmla="*/ 550837 w 690541"/>
                  <a:gd name="connsiteY10" fmla="*/ 986670 h 2343129"/>
                  <a:gd name="connsiteX11" fmla="*/ 176186 w 690541"/>
                  <a:gd name="connsiteY11" fmla="*/ 535025 h 2343129"/>
                  <a:gd name="connsiteX12" fmla="*/ 113480 w 690541"/>
                  <a:gd name="connsiteY12" fmla="*/ 38 h 2343129"/>
                  <a:gd name="connsiteX13" fmla="*/ 6324 w 690541"/>
                  <a:gd name="connsiteY13" fmla="*/ 38 h 2343129"/>
                  <a:gd name="connsiteX0" fmla="*/ 6324 w 690541"/>
                  <a:gd name="connsiteY0" fmla="*/ 38 h 2343129"/>
                  <a:gd name="connsiteX1" fmla="*/ 117449 w 690541"/>
                  <a:gd name="connsiteY1" fmla="*/ 606463 h 2343129"/>
                  <a:gd name="connsiteX2" fmla="*/ 575442 w 690541"/>
                  <a:gd name="connsiteY2" fmla="*/ 1074775 h 2343129"/>
                  <a:gd name="connsiteX3" fmla="*/ 579411 w 690541"/>
                  <a:gd name="connsiteY3" fmla="*/ 1260512 h 2343129"/>
                  <a:gd name="connsiteX4" fmla="*/ 184124 w 690541"/>
                  <a:gd name="connsiteY4" fmla="*/ 1626432 h 2343129"/>
                  <a:gd name="connsiteX5" fmla="*/ 9499 w 690541"/>
                  <a:gd name="connsiteY5" fmla="*/ 2336838 h 2343129"/>
                  <a:gd name="connsiteX6" fmla="*/ 113480 w 690541"/>
                  <a:gd name="connsiteY6" fmla="*/ 2341600 h 2343129"/>
                  <a:gd name="connsiteX7" fmla="*/ 174599 w 690541"/>
                  <a:gd name="connsiteY7" fmla="*/ 1813757 h 2343129"/>
                  <a:gd name="connsiteX8" fmla="*/ 511943 w 690541"/>
                  <a:gd name="connsiteY8" fmla="*/ 1343063 h 2343129"/>
                  <a:gd name="connsiteX9" fmla="*/ 690536 w 690541"/>
                  <a:gd name="connsiteY9" fmla="*/ 1144624 h 2343129"/>
                  <a:gd name="connsiteX10" fmla="*/ 550837 w 690541"/>
                  <a:gd name="connsiteY10" fmla="*/ 986670 h 2343129"/>
                  <a:gd name="connsiteX11" fmla="*/ 176186 w 690541"/>
                  <a:gd name="connsiteY11" fmla="*/ 535025 h 2343129"/>
                  <a:gd name="connsiteX12" fmla="*/ 113480 w 690541"/>
                  <a:gd name="connsiteY12" fmla="*/ 38 h 2343129"/>
                  <a:gd name="connsiteX13" fmla="*/ 6324 w 690541"/>
                  <a:gd name="connsiteY13" fmla="*/ 38 h 2343129"/>
                  <a:gd name="connsiteX0" fmla="*/ 6324 w 690541"/>
                  <a:gd name="connsiteY0" fmla="*/ 38 h 2343129"/>
                  <a:gd name="connsiteX1" fmla="*/ 117449 w 690541"/>
                  <a:gd name="connsiteY1" fmla="*/ 606463 h 2343129"/>
                  <a:gd name="connsiteX2" fmla="*/ 575442 w 690541"/>
                  <a:gd name="connsiteY2" fmla="*/ 1074775 h 2343129"/>
                  <a:gd name="connsiteX3" fmla="*/ 579411 w 690541"/>
                  <a:gd name="connsiteY3" fmla="*/ 1260512 h 2343129"/>
                  <a:gd name="connsiteX4" fmla="*/ 184124 w 690541"/>
                  <a:gd name="connsiteY4" fmla="*/ 1626432 h 2343129"/>
                  <a:gd name="connsiteX5" fmla="*/ 9499 w 690541"/>
                  <a:gd name="connsiteY5" fmla="*/ 2336838 h 2343129"/>
                  <a:gd name="connsiteX6" fmla="*/ 113480 w 690541"/>
                  <a:gd name="connsiteY6" fmla="*/ 2341600 h 2343129"/>
                  <a:gd name="connsiteX7" fmla="*/ 174599 w 690541"/>
                  <a:gd name="connsiteY7" fmla="*/ 1813757 h 2343129"/>
                  <a:gd name="connsiteX8" fmla="*/ 516706 w 690541"/>
                  <a:gd name="connsiteY8" fmla="*/ 1376400 h 2343129"/>
                  <a:gd name="connsiteX9" fmla="*/ 690536 w 690541"/>
                  <a:gd name="connsiteY9" fmla="*/ 1144624 h 2343129"/>
                  <a:gd name="connsiteX10" fmla="*/ 550837 w 690541"/>
                  <a:gd name="connsiteY10" fmla="*/ 986670 h 2343129"/>
                  <a:gd name="connsiteX11" fmla="*/ 176186 w 690541"/>
                  <a:gd name="connsiteY11" fmla="*/ 535025 h 2343129"/>
                  <a:gd name="connsiteX12" fmla="*/ 113480 w 690541"/>
                  <a:gd name="connsiteY12" fmla="*/ 38 h 2343129"/>
                  <a:gd name="connsiteX13" fmla="*/ 6324 w 690541"/>
                  <a:gd name="connsiteY13" fmla="*/ 38 h 2343129"/>
                  <a:gd name="connsiteX0" fmla="*/ 6324 w 690541"/>
                  <a:gd name="connsiteY0" fmla="*/ 38 h 2343129"/>
                  <a:gd name="connsiteX1" fmla="*/ 117449 w 690541"/>
                  <a:gd name="connsiteY1" fmla="*/ 606463 h 2343129"/>
                  <a:gd name="connsiteX2" fmla="*/ 575442 w 690541"/>
                  <a:gd name="connsiteY2" fmla="*/ 1074775 h 2343129"/>
                  <a:gd name="connsiteX3" fmla="*/ 579411 w 690541"/>
                  <a:gd name="connsiteY3" fmla="*/ 1260512 h 2343129"/>
                  <a:gd name="connsiteX4" fmla="*/ 184124 w 690541"/>
                  <a:gd name="connsiteY4" fmla="*/ 1626432 h 2343129"/>
                  <a:gd name="connsiteX5" fmla="*/ 9499 w 690541"/>
                  <a:gd name="connsiteY5" fmla="*/ 2336838 h 2343129"/>
                  <a:gd name="connsiteX6" fmla="*/ 113480 w 690541"/>
                  <a:gd name="connsiteY6" fmla="*/ 2341600 h 2343129"/>
                  <a:gd name="connsiteX7" fmla="*/ 174599 w 690541"/>
                  <a:gd name="connsiteY7" fmla="*/ 1813757 h 2343129"/>
                  <a:gd name="connsiteX8" fmla="*/ 516706 w 690541"/>
                  <a:gd name="connsiteY8" fmla="*/ 1376400 h 2343129"/>
                  <a:gd name="connsiteX9" fmla="*/ 690536 w 690541"/>
                  <a:gd name="connsiteY9" fmla="*/ 1144624 h 2343129"/>
                  <a:gd name="connsiteX10" fmla="*/ 550837 w 690541"/>
                  <a:gd name="connsiteY10" fmla="*/ 986670 h 2343129"/>
                  <a:gd name="connsiteX11" fmla="*/ 176186 w 690541"/>
                  <a:gd name="connsiteY11" fmla="*/ 535025 h 2343129"/>
                  <a:gd name="connsiteX12" fmla="*/ 113480 w 690541"/>
                  <a:gd name="connsiteY12" fmla="*/ 38 h 2343129"/>
                  <a:gd name="connsiteX13" fmla="*/ 6324 w 690541"/>
                  <a:gd name="connsiteY13" fmla="*/ 38 h 2343129"/>
                  <a:gd name="connsiteX0" fmla="*/ 6324 w 690541"/>
                  <a:gd name="connsiteY0" fmla="*/ 38 h 2343129"/>
                  <a:gd name="connsiteX1" fmla="*/ 117449 w 690541"/>
                  <a:gd name="connsiteY1" fmla="*/ 606463 h 2343129"/>
                  <a:gd name="connsiteX2" fmla="*/ 575442 w 690541"/>
                  <a:gd name="connsiteY2" fmla="*/ 1074775 h 2343129"/>
                  <a:gd name="connsiteX3" fmla="*/ 579411 w 690541"/>
                  <a:gd name="connsiteY3" fmla="*/ 1260512 h 2343129"/>
                  <a:gd name="connsiteX4" fmla="*/ 184124 w 690541"/>
                  <a:gd name="connsiteY4" fmla="*/ 1626432 h 2343129"/>
                  <a:gd name="connsiteX5" fmla="*/ 9499 w 690541"/>
                  <a:gd name="connsiteY5" fmla="*/ 2336838 h 2343129"/>
                  <a:gd name="connsiteX6" fmla="*/ 113480 w 690541"/>
                  <a:gd name="connsiteY6" fmla="*/ 2341600 h 2343129"/>
                  <a:gd name="connsiteX7" fmla="*/ 174599 w 690541"/>
                  <a:gd name="connsiteY7" fmla="*/ 1813757 h 2343129"/>
                  <a:gd name="connsiteX8" fmla="*/ 516706 w 690541"/>
                  <a:gd name="connsiteY8" fmla="*/ 1376400 h 2343129"/>
                  <a:gd name="connsiteX9" fmla="*/ 690536 w 690541"/>
                  <a:gd name="connsiteY9" fmla="*/ 1144624 h 2343129"/>
                  <a:gd name="connsiteX10" fmla="*/ 550837 w 690541"/>
                  <a:gd name="connsiteY10" fmla="*/ 986670 h 2343129"/>
                  <a:gd name="connsiteX11" fmla="*/ 176186 w 690541"/>
                  <a:gd name="connsiteY11" fmla="*/ 535025 h 2343129"/>
                  <a:gd name="connsiteX12" fmla="*/ 113480 w 690541"/>
                  <a:gd name="connsiteY12" fmla="*/ 38 h 2343129"/>
                  <a:gd name="connsiteX13" fmla="*/ 6324 w 690541"/>
                  <a:gd name="connsiteY13" fmla="*/ 38 h 2343129"/>
                  <a:gd name="connsiteX0" fmla="*/ 5435 w 689652"/>
                  <a:gd name="connsiteY0" fmla="*/ 38 h 2343129"/>
                  <a:gd name="connsiteX1" fmla="*/ 116560 w 689652"/>
                  <a:gd name="connsiteY1" fmla="*/ 606463 h 2343129"/>
                  <a:gd name="connsiteX2" fmla="*/ 503116 w 689652"/>
                  <a:gd name="connsiteY2" fmla="*/ 1017625 h 2343129"/>
                  <a:gd name="connsiteX3" fmla="*/ 578522 w 689652"/>
                  <a:gd name="connsiteY3" fmla="*/ 1260512 h 2343129"/>
                  <a:gd name="connsiteX4" fmla="*/ 183235 w 689652"/>
                  <a:gd name="connsiteY4" fmla="*/ 1626432 h 2343129"/>
                  <a:gd name="connsiteX5" fmla="*/ 8610 w 689652"/>
                  <a:gd name="connsiteY5" fmla="*/ 2336838 h 2343129"/>
                  <a:gd name="connsiteX6" fmla="*/ 112591 w 689652"/>
                  <a:gd name="connsiteY6" fmla="*/ 2341600 h 2343129"/>
                  <a:gd name="connsiteX7" fmla="*/ 173710 w 689652"/>
                  <a:gd name="connsiteY7" fmla="*/ 1813757 h 2343129"/>
                  <a:gd name="connsiteX8" fmla="*/ 515817 w 689652"/>
                  <a:gd name="connsiteY8" fmla="*/ 1376400 h 2343129"/>
                  <a:gd name="connsiteX9" fmla="*/ 689647 w 689652"/>
                  <a:gd name="connsiteY9" fmla="*/ 1144624 h 2343129"/>
                  <a:gd name="connsiteX10" fmla="*/ 549948 w 689652"/>
                  <a:gd name="connsiteY10" fmla="*/ 986670 h 2343129"/>
                  <a:gd name="connsiteX11" fmla="*/ 175297 w 689652"/>
                  <a:gd name="connsiteY11" fmla="*/ 535025 h 2343129"/>
                  <a:gd name="connsiteX12" fmla="*/ 112591 w 689652"/>
                  <a:gd name="connsiteY12" fmla="*/ 38 h 2343129"/>
                  <a:gd name="connsiteX13" fmla="*/ 5435 w 689652"/>
                  <a:gd name="connsiteY13" fmla="*/ 38 h 2343129"/>
                  <a:gd name="connsiteX0" fmla="*/ 5435 w 689652"/>
                  <a:gd name="connsiteY0" fmla="*/ 38 h 2343129"/>
                  <a:gd name="connsiteX1" fmla="*/ 116560 w 689652"/>
                  <a:gd name="connsiteY1" fmla="*/ 606463 h 2343129"/>
                  <a:gd name="connsiteX2" fmla="*/ 503116 w 689652"/>
                  <a:gd name="connsiteY2" fmla="*/ 1017625 h 2343129"/>
                  <a:gd name="connsiteX3" fmla="*/ 578522 w 689652"/>
                  <a:gd name="connsiteY3" fmla="*/ 1260512 h 2343129"/>
                  <a:gd name="connsiteX4" fmla="*/ 183235 w 689652"/>
                  <a:gd name="connsiteY4" fmla="*/ 1626432 h 2343129"/>
                  <a:gd name="connsiteX5" fmla="*/ 8610 w 689652"/>
                  <a:gd name="connsiteY5" fmla="*/ 2336838 h 2343129"/>
                  <a:gd name="connsiteX6" fmla="*/ 112591 w 689652"/>
                  <a:gd name="connsiteY6" fmla="*/ 2341600 h 2343129"/>
                  <a:gd name="connsiteX7" fmla="*/ 173710 w 689652"/>
                  <a:gd name="connsiteY7" fmla="*/ 1813757 h 2343129"/>
                  <a:gd name="connsiteX8" fmla="*/ 515817 w 689652"/>
                  <a:gd name="connsiteY8" fmla="*/ 1376400 h 2343129"/>
                  <a:gd name="connsiteX9" fmla="*/ 689647 w 689652"/>
                  <a:gd name="connsiteY9" fmla="*/ 1144624 h 2343129"/>
                  <a:gd name="connsiteX10" fmla="*/ 549948 w 689652"/>
                  <a:gd name="connsiteY10" fmla="*/ 986670 h 2343129"/>
                  <a:gd name="connsiteX11" fmla="*/ 175297 w 689652"/>
                  <a:gd name="connsiteY11" fmla="*/ 535025 h 2343129"/>
                  <a:gd name="connsiteX12" fmla="*/ 112591 w 689652"/>
                  <a:gd name="connsiteY12" fmla="*/ 38 h 2343129"/>
                  <a:gd name="connsiteX13" fmla="*/ 5435 w 689652"/>
                  <a:gd name="connsiteY13" fmla="*/ 38 h 2343129"/>
                  <a:gd name="connsiteX0" fmla="*/ 6032 w 690249"/>
                  <a:gd name="connsiteY0" fmla="*/ 38 h 2343129"/>
                  <a:gd name="connsiteX1" fmla="*/ 117157 w 690249"/>
                  <a:gd name="connsiteY1" fmla="*/ 606463 h 2343129"/>
                  <a:gd name="connsiteX2" fmla="*/ 553720 w 690249"/>
                  <a:gd name="connsiteY2" fmla="*/ 1060487 h 2343129"/>
                  <a:gd name="connsiteX3" fmla="*/ 579119 w 690249"/>
                  <a:gd name="connsiteY3" fmla="*/ 1260512 h 2343129"/>
                  <a:gd name="connsiteX4" fmla="*/ 183832 w 690249"/>
                  <a:gd name="connsiteY4" fmla="*/ 1626432 h 2343129"/>
                  <a:gd name="connsiteX5" fmla="*/ 9207 w 690249"/>
                  <a:gd name="connsiteY5" fmla="*/ 2336838 h 2343129"/>
                  <a:gd name="connsiteX6" fmla="*/ 113188 w 690249"/>
                  <a:gd name="connsiteY6" fmla="*/ 2341600 h 2343129"/>
                  <a:gd name="connsiteX7" fmla="*/ 174307 w 690249"/>
                  <a:gd name="connsiteY7" fmla="*/ 1813757 h 2343129"/>
                  <a:gd name="connsiteX8" fmla="*/ 516414 w 690249"/>
                  <a:gd name="connsiteY8" fmla="*/ 1376400 h 2343129"/>
                  <a:gd name="connsiteX9" fmla="*/ 690244 w 690249"/>
                  <a:gd name="connsiteY9" fmla="*/ 1144624 h 2343129"/>
                  <a:gd name="connsiteX10" fmla="*/ 550545 w 690249"/>
                  <a:gd name="connsiteY10" fmla="*/ 986670 h 2343129"/>
                  <a:gd name="connsiteX11" fmla="*/ 175894 w 690249"/>
                  <a:gd name="connsiteY11" fmla="*/ 535025 h 2343129"/>
                  <a:gd name="connsiteX12" fmla="*/ 113188 w 690249"/>
                  <a:gd name="connsiteY12" fmla="*/ 38 h 2343129"/>
                  <a:gd name="connsiteX13" fmla="*/ 6032 w 690249"/>
                  <a:gd name="connsiteY13" fmla="*/ 38 h 2343129"/>
                  <a:gd name="connsiteX0" fmla="*/ 6032 w 690249"/>
                  <a:gd name="connsiteY0" fmla="*/ 38 h 2343129"/>
                  <a:gd name="connsiteX1" fmla="*/ 117157 w 690249"/>
                  <a:gd name="connsiteY1" fmla="*/ 606463 h 2343129"/>
                  <a:gd name="connsiteX2" fmla="*/ 553720 w 690249"/>
                  <a:gd name="connsiteY2" fmla="*/ 1060487 h 2343129"/>
                  <a:gd name="connsiteX3" fmla="*/ 579119 w 690249"/>
                  <a:gd name="connsiteY3" fmla="*/ 1260512 h 2343129"/>
                  <a:gd name="connsiteX4" fmla="*/ 183832 w 690249"/>
                  <a:gd name="connsiteY4" fmla="*/ 1626432 h 2343129"/>
                  <a:gd name="connsiteX5" fmla="*/ 9207 w 690249"/>
                  <a:gd name="connsiteY5" fmla="*/ 2336838 h 2343129"/>
                  <a:gd name="connsiteX6" fmla="*/ 113188 w 690249"/>
                  <a:gd name="connsiteY6" fmla="*/ 2341600 h 2343129"/>
                  <a:gd name="connsiteX7" fmla="*/ 174307 w 690249"/>
                  <a:gd name="connsiteY7" fmla="*/ 1813757 h 2343129"/>
                  <a:gd name="connsiteX8" fmla="*/ 516414 w 690249"/>
                  <a:gd name="connsiteY8" fmla="*/ 1376400 h 2343129"/>
                  <a:gd name="connsiteX9" fmla="*/ 690244 w 690249"/>
                  <a:gd name="connsiteY9" fmla="*/ 1144624 h 2343129"/>
                  <a:gd name="connsiteX10" fmla="*/ 550545 w 690249"/>
                  <a:gd name="connsiteY10" fmla="*/ 986670 h 2343129"/>
                  <a:gd name="connsiteX11" fmla="*/ 175894 w 690249"/>
                  <a:gd name="connsiteY11" fmla="*/ 535025 h 2343129"/>
                  <a:gd name="connsiteX12" fmla="*/ 113188 w 690249"/>
                  <a:gd name="connsiteY12" fmla="*/ 38 h 2343129"/>
                  <a:gd name="connsiteX13" fmla="*/ 6032 w 690249"/>
                  <a:gd name="connsiteY13" fmla="*/ 38 h 2343129"/>
                  <a:gd name="connsiteX0" fmla="*/ 6032 w 690249"/>
                  <a:gd name="connsiteY0" fmla="*/ 38 h 2343129"/>
                  <a:gd name="connsiteX1" fmla="*/ 117157 w 690249"/>
                  <a:gd name="connsiteY1" fmla="*/ 606463 h 2343129"/>
                  <a:gd name="connsiteX2" fmla="*/ 553720 w 690249"/>
                  <a:gd name="connsiteY2" fmla="*/ 1060487 h 2343129"/>
                  <a:gd name="connsiteX3" fmla="*/ 579119 w 690249"/>
                  <a:gd name="connsiteY3" fmla="*/ 1260512 h 2343129"/>
                  <a:gd name="connsiteX4" fmla="*/ 183832 w 690249"/>
                  <a:gd name="connsiteY4" fmla="*/ 1626432 h 2343129"/>
                  <a:gd name="connsiteX5" fmla="*/ 9207 w 690249"/>
                  <a:gd name="connsiteY5" fmla="*/ 2336838 h 2343129"/>
                  <a:gd name="connsiteX6" fmla="*/ 113188 w 690249"/>
                  <a:gd name="connsiteY6" fmla="*/ 2341600 h 2343129"/>
                  <a:gd name="connsiteX7" fmla="*/ 174307 w 690249"/>
                  <a:gd name="connsiteY7" fmla="*/ 1813757 h 2343129"/>
                  <a:gd name="connsiteX8" fmla="*/ 516414 w 690249"/>
                  <a:gd name="connsiteY8" fmla="*/ 1376400 h 2343129"/>
                  <a:gd name="connsiteX9" fmla="*/ 690244 w 690249"/>
                  <a:gd name="connsiteY9" fmla="*/ 1144624 h 2343129"/>
                  <a:gd name="connsiteX10" fmla="*/ 550545 w 690249"/>
                  <a:gd name="connsiteY10" fmla="*/ 986670 h 2343129"/>
                  <a:gd name="connsiteX11" fmla="*/ 175894 w 690249"/>
                  <a:gd name="connsiteY11" fmla="*/ 535025 h 2343129"/>
                  <a:gd name="connsiteX12" fmla="*/ 113188 w 690249"/>
                  <a:gd name="connsiteY12" fmla="*/ 38 h 2343129"/>
                  <a:gd name="connsiteX13" fmla="*/ 6032 w 690249"/>
                  <a:gd name="connsiteY13" fmla="*/ 38 h 2343129"/>
                  <a:gd name="connsiteX0" fmla="*/ 6032 w 690249"/>
                  <a:gd name="connsiteY0" fmla="*/ 38 h 2343129"/>
                  <a:gd name="connsiteX1" fmla="*/ 117157 w 690249"/>
                  <a:gd name="connsiteY1" fmla="*/ 606463 h 2343129"/>
                  <a:gd name="connsiteX2" fmla="*/ 553720 w 690249"/>
                  <a:gd name="connsiteY2" fmla="*/ 1060487 h 2343129"/>
                  <a:gd name="connsiteX3" fmla="*/ 579119 w 690249"/>
                  <a:gd name="connsiteY3" fmla="*/ 1260512 h 2343129"/>
                  <a:gd name="connsiteX4" fmla="*/ 183832 w 690249"/>
                  <a:gd name="connsiteY4" fmla="*/ 1626432 h 2343129"/>
                  <a:gd name="connsiteX5" fmla="*/ 9207 w 690249"/>
                  <a:gd name="connsiteY5" fmla="*/ 2336838 h 2343129"/>
                  <a:gd name="connsiteX6" fmla="*/ 113188 w 690249"/>
                  <a:gd name="connsiteY6" fmla="*/ 2341600 h 2343129"/>
                  <a:gd name="connsiteX7" fmla="*/ 174307 w 690249"/>
                  <a:gd name="connsiteY7" fmla="*/ 1813757 h 2343129"/>
                  <a:gd name="connsiteX8" fmla="*/ 516414 w 690249"/>
                  <a:gd name="connsiteY8" fmla="*/ 1376400 h 2343129"/>
                  <a:gd name="connsiteX9" fmla="*/ 690244 w 690249"/>
                  <a:gd name="connsiteY9" fmla="*/ 1144624 h 2343129"/>
                  <a:gd name="connsiteX10" fmla="*/ 550545 w 690249"/>
                  <a:gd name="connsiteY10" fmla="*/ 986670 h 2343129"/>
                  <a:gd name="connsiteX11" fmla="*/ 175894 w 690249"/>
                  <a:gd name="connsiteY11" fmla="*/ 535025 h 2343129"/>
                  <a:gd name="connsiteX12" fmla="*/ 113188 w 690249"/>
                  <a:gd name="connsiteY12" fmla="*/ 38 h 2343129"/>
                  <a:gd name="connsiteX13" fmla="*/ 6032 w 690249"/>
                  <a:gd name="connsiteY13" fmla="*/ 38 h 2343129"/>
                  <a:gd name="connsiteX0" fmla="*/ 6032 w 690249"/>
                  <a:gd name="connsiteY0" fmla="*/ 38 h 2343129"/>
                  <a:gd name="connsiteX1" fmla="*/ 117157 w 690249"/>
                  <a:gd name="connsiteY1" fmla="*/ 606463 h 2343129"/>
                  <a:gd name="connsiteX2" fmla="*/ 553720 w 690249"/>
                  <a:gd name="connsiteY2" fmla="*/ 1060487 h 2343129"/>
                  <a:gd name="connsiteX3" fmla="*/ 552925 w 690249"/>
                  <a:gd name="connsiteY3" fmla="*/ 1272418 h 2343129"/>
                  <a:gd name="connsiteX4" fmla="*/ 183832 w 690249"/>
                  <a:gd name="connsiteY4" fmla="*/ 1626432 h 2343129"/>
                  <a:gd name="connsiteX5" fmla="*/ 9207 w 690249"/>
                  <a:gd name="connsiteY5" fmla="*/ 2336838 h 2343129"/>
                  <a:gd name="connsiteX6" fmla="*/ 113188 w 690249"/>
                  <a:gd name="connsiteY6" fmla="*/ 2341600 h 2343129"/>
                  <a:gd name="connsiteX7" fmla="*/ 174307 w 690249"/>
                  <a:gd name="connsiteY7" fmla="*/ 1813757 h 2343129"/>
                  <a:gd name="connsiteX8" fmla="*/ 516414 w 690249"/>
                  <a:gd name="connsiteY8" fmla="*/ 1376400 h 2343129"/>
                  <a:gd name="connsiteX9" fmla="*/ 690244 w 690249"/>
                  <a:gd name="connsiteY9" fmla="*/ 1144624 h 2343129"/>
                  <a:gd name="connsiteX10" fmla="*/ 550545 w 690249"/>
                  <a:gd name="connsiteY10" fmla="*/ 986670 h 2343129"/>
                  <a:gd name="connsiteX11" fmla="*/ 175894 w 690249"/>
                  <a:gd name="connsiteY11" fmla="*/ 535025 h 2343129"/>
                  <a:gd name="connsiteX12" fmla="*/ 113188 w 690249"/>
                  <a:gd name="connsiteY12" fmla="*/ 38 h 2343129"/>
                  <a:gd name="connsiteX13" fmla="*/ 6032 w 690249"/>
                  <a:gd name="connsiteY13" fmla="*/ 38 h 2343129"/>
                  <a:gd name="connsiteX0" fmla="*/ 6032 w 690249"/>
                  <a:gd name="connsiteY0" fmla="*/ 38 h 2343129"/>
                  <a:gd name="connsiteX1" fmla="*/ 117157 w 690249"/>
                  <a:gd name="connsiteY1" fmla="*/ 606463 h 2343129"/>
                  <a:gd name="connsiteX2" fmla="*/ 553720 w 690249"/>
                  <a:gd name="connsiteY2" fmla="*/ 1060487 h 2343129"/>
                  <a:gd name="connsiteX3" fmla="*/ 552925 w 690249"/>
                  <a:gd name="connsiteY3" fmla="*/ 1272418 h 2343129"/>
                  <a:gd name="connsiteX4" fmla="*/ 183832 w 690249"/>
                  <a:gd name="connsiteY4" fmla="*/ 1626432 h 2343129"/>
                  <a:gd name="connsiteX5" fmla="*/ 9207 w 690249"/>
                  <a:gd name="connsiteY5" fmla="*/ 2336838 h 2343129"/>
                  <a:gd name="connsiteX6" fmla="*/ 113188 w 690249"/>
                  <a:gd name="connsiteY6" fmla="*/ 2341600 h 2343129"/>
                  <a:gd name="connsiteX7" fmla="*/ 174307 w 690249"/>
                  <a:gd name="connsiteY7" fmla="*/ 1813757 h 2343129"/>
                  <a:gd name="connsiteX8" fmla="*/ 516414 w 690249"/>
                  <a:gd name="connsiteY8" fmla="*/ 1376400 h 2343129"/>
                  <a:gd name="connsiteX9" fmla="*/ 690244 w 690249"/>
                  <a:gd name="connsiteY9" fmla="*/ 1144624 h 2343129"/>
                  <a:gd name="connsiteX10" fmla="*/ 550545 w 690249"/>
                  <a:gd name="connsiteY10" fmla="*/ 986670 h 2343129"/>
                  <a:gd name="connsiteX11" fmla="*/ 175894 w 690249"/>
                  <a:gd name="connsiteY11" fmla="*/ 535025 h 2343129"/>
                  <a:gd name="connsiteX12" fmla="*/ 113188 w 690249"/>
                  <a:gd name="connsiteY12" fmla="*/ 38 h 2343129"/>
                  <a:gd name="connsiteX13" fmla="*/ 6032 w 690249"/>
                  <a:gd name="connsiteY13" fmla="*/ 38 h 2343129"/>
                  <a:gd name="connsiteX0" fmla="*/ 6032 w 690249"/>
                  <a:gd name="connsiteY0" fmla="*/ 38 h 2343129"/>
                  <a:gd name="connsiteX1" fmla="*/ 117157 w 690249"/>
                  <a:gd name="connsiteY1" fmla="*/ 606463 h 2343129"/>
                  <a:gd name="connsiteX2" fmla="*/ 553720 w 690249"/>
                  <a:gd name="connsiteY2" fmla="*/ 1060487 h 2343129"/>
                  <a:gd name="connsiteX3" fmla="*/ 552925 w 690249"/>
                  <a:gd name="connsiteY3" fmla="*/ 1272418 h 2343129"/>
                  <a:gd name="connsiteX4" fmla="*/ 183832 w 690249"/>
                  <a:gd name="connsiteY4" fmla="*/ 1626432 h 2343129"/>
                  <a:gd name="connsiteX5" fmla="*/ 9207 w 690249"/>
                  <a:gd name="connsiteY5" fmla="*/ 2336838 h 2343129"/>
                  <a:gd name="connsiteX6" fmla="*/ 113188 w 690249"/>
                  <a:gd name="connsiteY6" fmla="*/ 2341600 h 2343129"/>
                  <a:gd name="connsiteX7" fmla="*/ 174307 w 690249"/>
                  <a:gd name="connsiteY7" fmla="*/ 1813757 h 2343129"/>
                  <a:gd name="connsiteX8" fmla="*/ 516414 w 690249"/>
                  <a:gd name="connsiteY8" fmla="*/ 1376400 h 2343129"/>
                  <a:gd name="connsiteX9" fmla="*/ 690244 w 690249"/>
                  <a:gd name="connsiteY9" fmla="*/ 1144624 h 2343129"/>
                  <a:gd name="connsiteX10" fmla="*/ 550545 w 690249"/>
                  <a:gd name="connsiteY10" fmla="*/ 986670 h 2343129"/>
                  <a:gd name="connsiteX11" fmla="*/ 175894 w 690249"/>
                  <a:gd name="connsiteY11" fmla="*/ 535025 h 2343129"/>
                  <a:gd name="connsiteX12" fmla="*/ 113188 w 690249"/>
                  <a:gd name="connsiteY12" fmla="*/ 38 h 2343129"/>
                  <a:gd name="connsiteX13" fmla="*/ 6032 w 690249"/>
                  <a:gd name="connsiteY13" fmla="*/ 38 h 2343129"/>
                  <a:gd name="connsiteX0" fmla="*/ 6032 w 690249"/>
                  <a:gd name="connsiteY0" fmla="*/ 38 h 2343129"/>
                  <a:gd name="connsiteX1" fmla="*/ 117157 w 690249"/>
                  <a:gd name="connsiteY1" fmla="*/ 606463 h 2343129"/>
                  <a:gd name="connsiteX2" fmla="*/ 553720 w 690249"/>
                  <a:gd name="connsiteY2" fmla="*/ 1060487 h 2343129"/>
                  <a:gd name="connsiteX3" fmla="*/ 552925 w 690249"/>
                  <a:gd name="connsiteY3" fmla="*/ 1272418 h 2343129"/>
                  <a:gd name="connsiteX4" fmla="*/ 183832 w 690249"/>
                  <a:gd name="connsiteY4" fmla="*/ 1626432 h 2343129"/>
                  <a:gd name="connsiteX5" fmla="*/ 9207 w 690249"/>
                  <a:gd name="connsiteY5" fmla="*/ 2336838 h 2343129"/>
                  <a:gd name="connsiteX6" fmla="*/ 113188 w 690249"/>
                  <a:gd name="connsiteY6" fmla="*/ 2341600 h 2343129"/>
                  <a:gd name="connsiteX7" fmla="*/ 174307 w 690249"/>
                  <a:gd name="connsiteY7" fmla="*/ 1813757 h 2343129"/>
                  <a:gd name="connsiteX8" fmla="*/ 516414 w 690249"/>
                  <a:gd name="connsiteY8" fmla="*/ 1376400 h 2343129"/>
                  <a:gd name="connsiteX9" fmla="*/ 690244 w 690249"/>
                  <a:gd name="connsiteY9" fmla="*/ 1144624 h 2343129"/>
                  <a:gd name="connsiteX10" fmla="*/ 550545 w 690249"/>
                  <a:gd name="connsiteY10" fmla="*/ 986670 h 2343129"/>
                  <a:gd name="connsiteX11" fmla="*/ 175894 w 690249"/>
                  <a:gd name="connsiteY11" fmla="*/ 535025 h 2343129"/>
                  <a:gd name="connsiteX12" fmla="*/ 113188 w 690249"/>
                  <a:gd name="connsiteY12" fmla="*/ 38 h 2343129"/>
                  <a:gd name="connsiteX13" fmla="*/ 6032 w 690249"/>
                  <a:gd name="connsiteY13" fmla="*/ 38 h 2343129"/>
                  <a:gd name="connsiteX0" fmla="*/ 6032 w 690249"/>
                  <a:gd name="connsiteY0" fmla="*/ 38 h 2343129"/>
                  <a:gd name="connsiteX1" fmla="*/ 117157 w 690249"/>
                  <a:gd name="connsiteY1" fmla="*/ 606463 h 2343129"/>
                  <a:gd name="connsiteX2" fmla="*/ 553720 w 690249"/>
                  <a:gd name="connsiteY2" fmla="*/ 1060487 h 2343129"/>
                  <a:gd name="connsiteX3" fmla="*/ 552925 w 690249"/>
                  <a:gd name="connsiteY3" fmla="*/ 1272418 h 2343129"/>
                  <a:gd name="connsiteX4" fmla="*/ 183832 w 690249"/>
                  <a:gd name="connsiteY4" fmla="*/ 1626432 h 2343129"/>
                  <a:gd name="connsiteX5" fmla="*/ 9207 w 690249"/>
                  <a:gd name="connsiteY5" fmla="*/ 2336838 h 2343129"/>
                  <a:gd name="connsiteX6" fmla="*/ 113188 w 690249"/>
                  <a:gd name="connsiteY6" fmla="*/ 2341600 h 2343129"/>
                  <a:gd name="connsiteX7" fmla="*/ 174307 w 690249"/>
                  <a:gd name="connsiteY7" fmla="*/ 1813757 h 2343129"/>
                  <a:gd name="connsiteX8" fmla="*/ 516414 w 690249"/>
                  <a:gd name="connsiteY8" fmla="*/ 1376400 h 2343129"/>
                  <a:gd name="connsiteX9" fmla="*/ 690244 w 690249"/>
                  <a:gd name="connsiteY9" fmla="*/ 1144624 h 2343129"/>
                  <a:gd name="connsiteX10" fmla="*/ 550545 w 690249"/>
                  <a:gd name="connsiteY10" fmla="*/ 986670 h 2343129"/>
                  <a:gd name="connsiteX11" fmla="*/ 175894 w 690249"/>
                  <a:gd name="connsiteY11" fmla="*/ 535025 h 2343129"/>
                  <a:gd name="connsiteX12" fmla="*/ 113188 w 690249"/>
                  <a:gd name="connsiteY12" fmla="*/ 38 h 2343129"/>
                  <a:gd name="connsiteX13" fmla="*/ 6032 w 690249"/>
                  <a:gd name="connsiteY13" fmla="*/ 38 h 2343129"/>
                  <a:gd name="connsiteX0" fmla="*/ 6032 w 690249"/>
                  <a:gd name="connsiteY0" fmla="*/ 38 h 2343129"/>
                  <a:gd name="connsiteX1" fmla="*/ 117157 w 690249"/>
                  <a:gd name="connsiteY1" fmla="*/ 606463 h 2343129"/>
                  <a:gd name="connsiteX2" fmla="*/ 553720 w 690249"/>
                  <a:gd name="connsiteY2" fmla="*/ 1060487 h 2343129"/>
                  <a:gd name="connsiteX3" fmla="*/ 552925 w 690249"/>
                  <a:gd name="connsiteY3" fmla="*/ 1272418 h 2343129"/>
                  <a:gd name="connsiteX4" fmla="*/ 183832 w 690249"/>
                  <a:gd name="connsiteY4" fmla="*/ 1626432 h 2343129"/>
                  <a:gd name="connsiteX5" fmla="*/ 9207 w 690249"/>
                  <a:gd name="connsiteY5" fmla="*/ 2336838 h 2343129"/>
                  <a:gd name="connsiteX6" fmla="*/ 113188 w 690249"/>
                  <a:gd name="connsiteY6" fmla="*/ 2341600 h 2343129"/>
                  <a:gd name="connsiteX7" fmla="*/ 174307 w 690249"/>
                  <a:gd name="connsiteY7" fmla="*/ 1813757 h 2343129"/>
                  <a:gd name="connsiteX8" fmla="*/ 516414 w 690249"/>
                  <a:gd name="connsiteY8" fmla="*/ 1376400 h 2343129"/>
                  <a:gd name="connsiteX9" fmla="*/ 690244 w 690249"/>
                  <a:gd name="connsiteY9" fmla="*/ 1144624 h 2343129"/>
                  <a:gd name="connsiteX10" fmla="*/ 550545 w 690249"/>
                  <a:gd name="connsiteY10" fmla="*/ 986670 h 2343129"/>
                  <a:gd name="connsiteX11" fmla="*/ 175894 w 690249"/>
                  <a:gd name="connsiteY11" fmla="*/ 535025 h 2343129"/>
                  <a:gd name="connsiteX12" fmla="*/ 113188 w 690249"/>
                  <a:gd name="connsiteY12" fmla="*/ 38 h 2343129"/>
                  <a:gd name="connsiteX13" fmla="*/ 6032 w 690249"/>
                  <a:gd name="connsiteY13" fmla="*/ 38 h 2343129"/>
                  <a:gd name="connsiteX0" fmla="*/ 6032 w 690249"/>
                  <a:gd name="connsiteY0" fmla="*/ 38 h 2343129"/>
                  <a:gd name="connsiteX1" fmla="*/ 117157 w 690249"/>
                  <a:gd name="connsiteY1" fmla="*/ 606463 h 2343129"/>
                  <a:gd name="connsiteX2" fmla="*/ 553720 w 690249"/>
                  <a:gd name="connsiteY2" fmla="*/ 1060487 h 2343129"/>
                  <a:gd name="connsiteX3" fmla="*/ 552925 w 690249"/>
                  <a:gd name="connsiteY3" fmla="*/ 1272418 h 2343129"/>
                  <a:gd name="connsiteX4" fmla="*/ 183832 w 690249"/>
                  <a:gd name="connsiteY4" fmla="*/ 1626432 h 2343129"/>
                  <a:gd name="connsiteX5" fmla="*/ 9207 w 690249"/>
                  <a:gd name="connsiteY5" fmla="*/ 2336838 h 2343129"/>
                  <a:gd name="connsiteX6" fmla="*/ 113188 w 690249"/>
                  <a:gd name="connsiteY6" fmla="*/ 2341600 h 2343129"/>
                  <a:gd name="connsiteX7" fmla="*/ 174307 w 690249"/>
                  <a:gd name="connsiteY7" fmla="*/ 1813757 h 2343129"/>
                  <a:gd name="connsiteX8" fmla="*/ 516414 w 690249"/>
                  <a:gd name="connsiteY8" fmla="*/ 1376400 h 2343129"/>
                  <a:gd name="connsiteX9" fmla="*/ 690244 w 690249"/>
                  <a:gd name="connsiteY9" fmla="*/ 1144624 h 2343129"/>
                  <a:gd name="connsiteX10" fmla="*/ 550545 w 690249"/>
                  <a:gd name="connsiteY10" fmla="*/ 986670 h 2343129"/>
                  <a:gd name="connsiteX11" fmla="*/ 175894 w 690249"/>
                  <a:gd name="connsiteY11" fmla="*/ 535025 h 2343129"/>
                  <a:gd name="connsiteX12" fmla="*/ 113188 w 690249"/>
                  <a:gd name="connsiteY12" fmla="*/ 38 h 2343129"/>
                  <a:gd name="connsiteX13" fmla="*/ 6032 w 690249"/>
                  <a:gd name="connsiteY13" fmla="*/ 38 h 2343129"/>
                  <a:gd name="connsiteX0" fmla="*/ 6032 w 690249"/>
                  <a:gd name="connsiteY0" fmla="*/ 38 h 2343129"/>
                  <a:gd name="connsiteX1" fmla="*/ 117157 w 690249"/>
                  <a:gd name="connsiteY1" fmla="*/ 606463 h 2343129"/>
                  <a:gd name="connsiteX2" fmla="*/ 553720 w 690249"/>
                  <a:gd name="connsiteY2" fmla="*/ 1060487 h 2343129"/>
                  <a:gd name="connsiteX3" fmla="*/ 552925 w 690249"/>
                  <a:gd name="connsiteY3" fmla="*/ 1272418 h 2343129"/>
                  <a:gd name="connsiteX4" fmla="*/ 183832 w 690249"/>
                  <a:gd name="connsiteY4" fmla="*/ 1626432 h 2343129"/>
                  <a:gd name="connsiteX5" fmla="*/ 9207 w 690249"/>
                  <a:gd name="connsiteY5" fmla="*/ 2336838 h 2343129"/>
                  <a:gd name="connsiteX6" fmla="*/ 113188 w 690249"/>
                  <a:gd name="connsiteY6" fmla="*/ 2341600 h 2343129"/>
                  <a:gd name="connsiteX7" fmla="*/ 174307 w 690249"/>
                  <a:gd name="connsiteY7" fmla="*/ 1813757 h 2343129"/>
                  <a:gd name="connsiteX8" fmla="*/ 516414 w 690249"/>
                  <a:gd name="connsiteY8" fmla="*/ 1376400 h 2343129"/>
                  <a:gd name="connsiteX9" fmla="*/ 690244 w 690249"/>
                  <a:gd name="connsiteY9" fmla="*/ 1144624 h 2343129"/>
                  <a:gd name="connsiteX10" fmla="*/ 550545 w 690249"/>
                  <a:gd name="connsiteY10" fmla="*/ 986670 h 2343129"/>
                  <a:gd name="connsiteX11" fmla="*/ 175894 w 690249"/>
                  <a:gd name="connsiteY11" fmla="*/ 535025 h 2343129"/>
                  <a:gd name="connsiteX12" fmla="*/ 113188 w 690249"/>
                  <a:gd name="connsiteY12" fmla="*/ 38 h 2343129"/>
                  <a:gd name="connsiteX13" fmla="*/ 6032 w 690249"/>
                  <a:gd name="connsiteY13" fmla="*/ 38 h 2343129"/>
                  <a:gd name="connsiteX0" fmla="*/ 6032 w 690249"/>
                  <a:gd name="connsiteY0" fmla="*/ 38 h 2343129"/>
                  <a:gd name="connsiteX1" fmla="*/ 117157 w 690249"/>
                  <a:gd name="connsiteY1" fmla="*/ 606463 h 2343129"/>
                  <a:gd name="connsiteX2" fmla="*/ 553720 w 690249"/>
                  <a:gd name="connsiteY2" fmla="*/ 1060487 h 2343129"/>
                  <a:gd name="connsiteX3" fmla="*/ 552925 w 690249"/>
                  <a:gd name="connsiteY3" fmla="*/ 1272418 h 2343129"/>
                  <a:gd name="connsiteX4" fmla="*/ 183832 w 690249"/>
                  <a:gd name="connsiteY4" fmla="*/ 1626432 h 2343129"/>
                  <a:gd name="connsiteX5" fmla="*/ 9207 w 690249"/>
                  <a:gd name="connsiteY5" fmla="*/ 2336838 h 2343129"/>
                  <a:gd name="connsiteX6" fmla="*/ 113188 w 690249"/>
                  <a:gd name="connsiteY6" fmla="*/ 2341600 h 2343129"/>
                  <a:gd name="connsiteX7" fmla="*/ 174307 w 690249"/>
                  <a:gd name="connsiteY7" fmla="*/ 1813757 h 2343129"/>
                  <a:gd name="connsiteX8" fmla="*/ 516414 w 690249"/>
                  <a:gd name="connsiteY8" fmla="*/ 1376400 h 2343129"/>
                  <a:gd name="connsiteX9" fmla="*/ 690244 w 690249"/>
                  <a:gd name="connsiteY9" fmla="*/ 1144624 h 2343129"/>
                  <a:gd name="connsiteX10" fmla="*/ 550545 w 690249"/>
                  <a:gd name="connsiteY10" fmla="*/ 986670 h 2343129"/>
                  <a:gd name="connsiteX11" fmla="*/ 175894 w 690249"/>
                  <a:gd name="connsiteY11" fmla="*/ 535025 h 2343129"/>
                  <a:gd name="connsiteX12" fmla="*/ 113188 w 690249"/>
                  <a:gd name="connsiteY12" fmla="*/ 38 h 2343129"/>
                  <a:gd name="connsiteX13" fmla="*/ 6032 w 690249"/>
                  <a:gd name="connsiteY13" fmla="*/ 38 h 2343129"/>
                  <a:gd name="connsiteX0" fmla="*/ 6032 w 690249"/>
                  <a:gd name="connsiteY0" fmla="*/ 38 h 2343129"/>
                  <a:gd name="connsiteX1" fmla="*/ 117157 w 690249"/>
                  <a:gd name="connsiteY1" fmla="*/ 606463 h 2343129"/>
                  <a:gd name="connsiteX2" fmla="*/ 553720 w 690249"/>
                  <a:gd name="connsiteY2" fmla="*/ 1060487 h 2343129"/>
                  <a:gd name="connsiteX3" fmla="*/ 552925 w 690249"/>
                  <a:gd name="connsiteY3" fmla="*/ 1272418 h 2343129"/>
                  <a:gd name="connsiteX4" fmla="*/ 183832 w 690249"/>
                  <a:gd name="connsiteY4" fmla="*/ 1626432 h 2343129"/>
                  <a:gd name="connsiteX5" fmla="*/ 9207 w 690249"/>
                  <a:gd name="connsiteY5" fmla="*/ 2336838 h 2343129"/>
                  <a:gd name="connsiteX6" fmla="*/ 113188 w 690249"/>
                  <a:gd name="connsiteY6" fmla="*/ 2341600 h 2343129"/>
                  <a:gd name="connsiteX7" fmla="*/ 174307 w 690249"/>
                  <a:gd name="connsiteY7" fmla="*/ 1813757 h 2343129"/>
                  <a:gd name="connsiteX8" fmla="*/ 516414 w 690249"/>
                  <a:gd name="connsiteY8" fmla="*/ 1376400 h 2343129"/>
                  <a:gd name="connsiteX9" fmla="*/ 690244 w 690249"/>
                  <a:gd name="connsiteY9" fmla="*/ 1144624 h 2343129"/>
                  <a:gd name="connsiteX10" fmla="*/ 550545 w 690249"/>
                  <a:gd name="connsiteY10" fmla="*/ 986670 h 2343129"/>
                  <a:gd name="connsiteX11" fmla="*/ 175894 w 690249"/>
                  <a:gd name="connsiteY11" fmla="*/ 535025 h 2343129"/>
                  <a:gd name="connsiteX12" fmla="*/ 113188 w 690249"/>
                  <a:gd name="connsiteY12" fmla="*/ 38 h 2343129"/>
                  <a:gd name="connsiteX13" fmla="*/ 6032 w 690249"/>
                  <a:gd name="connsiteY13" fmla="*/ 38 h 2343129"/>
                  <a:gd name="connsiteX0" fmla="*/ 6032 w 690249"/>
                  <a:gd name="connsiteY0" fmla="*/ 38 h 2343129"/>
                  <a:gd name="connsiteX1" fmla="*/ 117157 w 690249"/>
                  <a:gd name="connsiteY1" fmla="*/ 606463 h 2343129"/>
                  <a:gd name="connsiteX2" fmla="*/ 553720 w 690249"/>
                  <a:gd name="connsiteY2" fmla="*/ 1060487 h 2343129"/>
                  <a:gd name="connsiteX3" fmla="*/ 552925 w 690249"/>
                  <a:gd name="connsiteY3" fmla="*/ 1272418 h 2343129"/>
                  <a:gd name="connsiteX4" fmla="*/ 183832 w 690249"/>
                  <a:gd name="connsiteY4" fmla="*/ 1626432 h 2343129"/>
                  <a:gd name="connsiteX5" fmla="*/ 9207 w 690249"/>
                  <a:gd name="connsiteY5" fmla="*/ 2336838 h 2343129"/>
                  <a:gd name="connsiteX6" fmla="*/ 113188 w 690249"/>
                  <a:gd name="connsiteY6" fmla="*/ 2341600 h 2343129"/>
                  <a:gd name="connsiteX7" fmla="*/ 174307 w 690249"/>
                  <a:gd name="connsiteY7" fmla="*/ 1813757 h 2343129"/>
                  <a:gd name="connsiteX8" fmla="*/ 516414 w 690249"/>
                  <a:gd name="connsiteY8" fmla="*/ 1376400 h 2343129"/>
                  <a:gd name="connsiteX9" fmla="*/ 690244 w 690249"/>
                  <a:gd name="connsiteY9" fmla="*/ 1144624 h 2343129"/>
                  <a:gd name="connsiteX10" fmla="*/ 550545 w 690249"/>
                  <a:gd name="connsiteY10" fmla="*/ 986670 h 2343129"/>
                  <a:gd name="connsiteX11" fmla="*/ 175894 w 690249"/>
                  <a:gd name="connsiteY11" fmla="*/ 535025 h 2343129"/>
                  <a:gd name="connsiteX12" fmla="*/ 113188 w 690249"/>
                  <a:gd name="connsiteY12" fmla="*/ 38 h 2343129"/>
                  <a:gd name="connsiteX13" fmla="*/ 6032 w 690249"/>
                  <a:gd name="connsiteY13" fmla="*/ 38 h 2343129"/>
                  <a:gd name="connsiteX0" fmla="*/ 6032 w 690249"/>
                  <a:gd name="connsiteY0" fmla="*/ 38 h 2343129"/>
                  <a:gd name="connsiteX1" fmla="*/ 117157 w 690249"/>
                  <a:gd name="connsiteY1" fmla="*/ 606463 h 2343129"/>
                  <a:gd name="connsiteX2" fmla="*/ 553720 w 690249"/>
                  <a:gd name="connsiteY2" fmla="*/ 1060487 h 2343129"/>
                  <a:gd name="connsiteX3" fmla="*/ 552925 w 690249"/>
                  <a:gd name="connsiteY3" fmla="*/ 1272418 h 2343129"/>
                  <a:gd name="connsiteX4" fmla="*/ 183832 w 690249"/>
                  <a:gd name="connsiteY4" fmla="*/ 1626432 h 2343129"/>
                  <a:gd name="connsiteX5" fmla="*/ 9207 w 690249"/>
                  <a:gd name="connsiteY5" fmla="*/ 2336838 h 2343129"/>
                  <a:gd name="connsiteX6" fmla="*/ 113188 w 690249"/>
                  <a:gd name="connsiteY6" fmla="*/ 2341600 h 2343129"/>
                  <a:gd name="connsiteX7" fmla="*/ 174307 w 690249"/>
                  <a:gd name="connsiteY7" fmla="*/ 1813757 h 2343129"/>
                  <a:gd name="connsiteX8" fmla="*/ 516414 w 690249"/>
                  <a:gd name="connsiteY8" fmla="*/ 1376400 h 2343129"/>
                  <a:gd name="connsiteX9" fmla="*/ 690244 w 690249"/>
                  <a:gd name="connsiteY9" fmla="*/ 1144624 h 2343129"/>
                  <a:gd name="connsiteX10" fmla="*/ 550545 w 690249"/>
                  <a:gd name="connsiteY10" fmla="*/ 986670 h 2343129"/>
                  <a:gd name="connsiteX11" fmla="*/ 175894 w 690249"/>
                  <a:gd name="connsiteY11" fmla="*/ 535025 h 2343129"/>
                  <a:gd name="connsiteX12" fmla="*/ 113188 w 690249"/>
                  <a:gd name="connsiteY12" fmla="*/ 38 h 2343129"/>
                  <a:gd name="connsiteX13" fmla="*/ 6032 w 690249"/>
                  <a:gd name="connsiteY13" fmla="*/ 38 h 2343129"/>
                  <a:gd name="connsiteX0" fmla="*/ 12817 w 697034"/>
                  <a:gd name="connsiteY0" fmla="*/ 38 h 2343129"/>
                  <a:gd name="connsiteX1" fmla="*/ 123942 w 697034"/>
                  <a:gd name="connsiteY1" fmla="*/ 606463 h 2343129"/>
                  <a:gd name="connsiteX2" fmla="*/ 560505 w 697034"/>
                  <a:gd name="connsiteY2" fmla="*/ 1060487 h 2343129"/>
                  <a:gd name="connsiteX3" fmla="*/ 559710 w 697034"/>
                  <a:gd name="connsiteY3" fmla="*/ 1272418 h 2343129"/>
                  <a:gd name="connsiteX4" fmla="*/ 131085 w 697034"/>
                  <a:gd name="connsiteY4" fmla="*/ 1719301 h 2343129"/>
                  <a:gd name="connsiteX5" fmla="*/ 15992 w 697034"/>
                  <a:gd name="connsiteY5" fmla="*/ 2336838 h 2343129"/>
                  <a:gd name="connsiteX6" fmla="*/ 119973 w 697034"/>
                  <a:gd name="connsiteY6" fmla="*/ 2341600 h 2343129"/>
                  <a:gd name="connsiteX7" fmla="*/ 181092 w 697034"/>
                  <a:gd name="connsiteY7" fmla="*/ 1813757 h 2343129"/>
                  <a:gd name="connsiteX8" fmla="*/ 523199 w 697034"/>
                  <a:gd name="connsiteY8" fmla="*/ 1376400 h 2343129"/>
                  <a:gd name="connsiteX9" fmla="*/ 697029 w 697034"/>
                  <a:gd name="connsiteY9" fmla="*/ 1144624 h 2343129"/>
                  <a:gd name="connsiteX10" fmla="*/ 557330 w 697034"/>
                  <a:gd name="connsiteY10" fmla="*/ 986670 h 2343129"/>
                  <a:gd name="connsiteX11" fmla="*/ 182679 w 697034"/>
                  <a:gd name="connsiteY11" fmla="*/ 535025 h 2343129"/>
                  <a:gd name="connsiteX12" fmla="*/ 119973 w 697034"/>
                  <a:gd name="connsiteY12" fmla="*/ 38 h 2343129"/>
                  <a:gd name="connsiteX13" fmla="*/ 12817 w 697034"/>
                  <a:gd name="connsiteY13" fmla="*/ 38 h 2343129"/>
                  <a:gd name="connsiteX0" fmla="*/ 12130 w 696347"/>
                  <a:gd name="connsiteY0" fmla="*/ 38 h 2343129"/>
                  <a:gd name="connsiteX1" fmla="*/ 123255 w 696347"/>
                  <a:gd name="connsiteY1" fmla="*/ 606463 h 2343129"/>
                  <a:gd name="connsiteX2" fmla="*/ 559818 w 696347"/>
                  <a:gd name="connsiteY2" fmla="*/ 1060487 h 2343129"/>
                  <a:gd name="connsiteX3" fmla="*/ 559023 w 696347"/>
                  <a:gd name="connsiteY3" fmla="*/ 1272418 h 2343129"/>
                  <a:gd name="connsiteX4" fmla="*/ 130398 w 696347"/>
                  <a:gd name="connsiteY4" fmla="*/ 1719301 h 2343129"/>
                  <a:gd name="connsiteX5" fmla="*/ 15305 w 696347"/>
                  <a:gd name="connsiteY5" fmla="*/ 2336838 h 2343129"/>
                  <a:gd name="connsiteX6" fmla="*/ 119286 w 696347"/>
                  <a:gd name="connsiteY6" fmla="*/ 2341600 h 2343129"/>
                  <a:gd name="connsiteX7" fmla="*/ 180405 w 696347"/>
                  <a:gd name="connsiteY7" fmla="*/ 1813757 h 2343129"/>
                  <a:gd name="connsiteX8" fmla="*/ 522512 w 696347"/>
                  <a:gd name="connsiteY8" fmla="*/ 1376400 h 2343129"/>
                  <a:gd name="connsiteX9" fmla="*/ 696342 w 696347"/>
                  <a:gd name="connsiteY9" fmla="*/ 1144624 h 2343129"/>
                  <a:gd name="connsiteX10" fmla="*/ 556643 w 696347"/>
                  <a:gd name="connsiteY10" fmla="*/ 986670 h 2343129"/>
                  <a:gd name="connsiteX11" fmla="*/ 181992 w 696347"/>
                  <a:gd name="connsiteY11" fmla="*/ 535025 h 2343129"/>
                  <a:gd name="connsiteX12" fmla="*/ 119286 w 696347"/>
                  <a:gd name="connsiteY12" fmla="*/ 38 h 2343129"/>
                  <a:gd name="connsiteX13" fmla="*/ 12130 w 696347"/>
                  <a:gd name="connsiteY13" fmla="*/ 38 h 2343129"/>
                  <a:gd name="connsiteX0" fmla="*/ 6033 w 690250"/>
                  <a:gd name="connsiteY0" fmla="*/ 38 h 2343129"/>
                  <a:gd name="connsiteX1" fmla="*/ 117158 w 690250"/>
                  <a:gd name="connsiteY1" fmla="*/ 606463 h 2343129"/>
                  <a:gd name="connsiteX2" fmla="*/ 553721 w 690250"/>
                  <a:gd name="connsiteY2" fmla="*/ 1060487 h 2343129"/>
                  <a:gd name="connsiteX3" fmla="*/ 552926 w 690250"/>
                  <a:gd name="connsiteY3" fmla="*/ 1272418 h 2343129"/>
                  <a:gd name="connsiteX4" fmla="*/ 124301 w 690250"/>
                  <a:gd name="connsiteY4" fmla="*/ 1719301 h 2343129"/>
                  <a:gd name="connsiteX5" fmla="*/ 9208 w 690250"/>
                  <a:gd name="connsiteY5" fmla="*/ 2336838 h 2343129"/>
                  <a:gd name="connsiteX6" fmla="*/ 113189 w 690250"/>
                  <a:gd name="connsiteY6" fmla="*/ 2341600 h 2343129"/>
                  <a:gd name="connsiteX7" fmla="*/ 174308 w 690250"/>
                  <a:gd name="connsiteY7" fmla="*/ 1813757 h 2343129"/>
                  <a:gd name="connsiteX8" fmla="*/ 516415 w 690250"/>
                  <a:gd name="connsiteY8" fmla="*/ 1376400 h 2343129"/>
                  <a:gd name="connsiteX9" fmla="*/ 690245 w 690250"/>
                  <a:gd name="connsiteY9" fmla="*/ 1144624 h 2343129"/>
                  <a:gd name="connsiteX10" fmla="*/ 550546 w 690250"/>
                  <a:gd name="connsiteY10" fmla="*/ 986670 h 2343129"/>
                  <a:gd name="connsiteX11" fmla="*/ 175895 w 690250"/>
                  <a:gd name="connsiteY11" fmla="*/ 535025 h 2343129"/>
                  <a:gd name="connsiteX12" fmla="*/ 113189 w 690250"/>
                  <a:gd name="connsiteY12" fmla="*/ 38 h 2343129"/>
                  <a:gd name="connsiteX13" fmla="*/ 6033 w 690250"/>
                  <a:gd name="connsiteY13" fmla="*/ 38 h 2343129"/>
                  <a:gd name="connsiteX0" fmla="*/ 6033 w 690250"/>
                  <a:gd name="connsiteY0" fmla="*/ 38 h 2343129"/>
                  <a:gd name="connsiteX1" fmla="*/ 117158 w 690250"/>
                  <a:gd name="connsiteY1" fmla="*/ 606463 h 2343129"/>
                  <a:gd name="connsiteX2" fmla="*/ 553721 w 690250"/>
                  <a:gd name="connsiteY2" fmla="*/ 1060487 h 2343129"/>
                  <a:gd name="connsiteX3" fmla="*/ 552926 w 690250"/>
                  <a:gd name="connsiteY3" fmla="*/ 1272418 h 2343129"/>
                  <a:gd name="connsiteX4" fmla="*/ 124301 w 690250"/>
                  <a:gd name="connsiteY4" fmla="*/ 1719301 h 2343129"/>
                  <a:gd name="connsiteX5" fmla="*/ 9208 w 690250"/>
                  <a:gd name="connsiteY5" fmla="*/ 2336838 h 2343129"/>
                  <a:gd name="connsiteX6" fmla="*/ 113189 w 690250"/>
                  <a:gd name="connsiteY6" fmla="*/ 2341600 h 2343129"/>
                  <a:gd name="connsiteX7" fmla="*/ 174308 w 690250"/>
                  <a:gd name="connsiteY7" fmla="*/ 1813757 h 2343129"/>
                  <a:gd name="connsiteX8" fmla="*/ 516415 w 690250"/>
                  <a:gd name="connsiteY8" fmla="*/ 1376400 h 2343129"/>
                  <a:gd name="connsiteX9" fmla="*/ 690245 w 690250"/>
                  <a:gd name="connsiteY9" fmla="*/ 1144624 h 2343129"/>
                  <a:gd name="connsiteX10" fmla="*/ 550546 w 690250"/>
                  <a:gd name="connsiteY10" fmla="*/ 986670 h 2343129"/>
                  <a:gd name="connsiteX11" fmla="*/ 175895 w 690250"/>
                  <a:gd name="connsiteY11" fmla="*/ 535025 h 2343129"/>
                  <a:gd name="connsiteX12" fmla="*/ 113189 w 690250"/>
                  <a:gd name="connsiteY12" fmla="*/ 38 h 2343129"/>
                  <a:gd name="connsiteX13" fmla="*/ 6033 w 690250"/>
                  <a:gd name="connsiteY13" fmla="*/ 38 h 2343129"/>
                  <a:gd name="connsiteX0" fmla="*/ 6033 w 690250"/>
                  <a:gd name="connsiteY0" fmla="*/ 38 h 2343129"/>
                  <a:gd name="connsiteX1" fmla="*/ 117158 w 690250"/>
                  <a:gd name="connsiteY1" fmla="*/ 606463 h 2343129"/>
                  <a:gd name="connsiteX2" fmla="*/ 553721 w 690250"/>
                  <a:gd name="connsiteY2" fmla="*/ 1060487 h 2343129"/>
                  <a:gd name="connsiteX3" fmla="*/ 552926 w 690250"/>
                  <a:gd name="connsiteY3" fmla="*/ 1272418 h 2343129"/>
                  <a:gd name="connsiteX4" fmla="*/ 124301 w 690250"/>
                  <a:gd name="connsiteY4" fmla="*/ 1719301 h 2343129"/>
                  <a:gd name="connsiteX5" fmla="*/ 9208 w 690250"/>
                  <a:gd name="connsiteY5" fmla="*/ 2336838 h 2343129"/>
                  <a:gd name="connsiteX6" fmla="*/ 113189 w 690250"/>
                  <a:gd name="connsiteY6" fmla="*/ 2341600 h 2343129"/>
                  <a:gd name="connsiteX7" fmla="*/ 174308 w 690250"/>
                  <a:gd name="connsiteY7" fmla="*/ 1813757 h 2343129"/>
                  <a:gd name="connsiteX8" fmla="*/ 516415 w 690250"/>
                  <a:gd name="connsiteY8" fmla="*/ 1376400 h 2343129"/>
                  <a:gd name="connsiteX9" fmla="*/ 690245 w 690250"/>
                  <a:gd name="connsiteY9" fmla="*/ 1144624 h 2343129"/>
                  <a:gd name="connsiteX10" fmla="*/ 550546 w 690250"/>
                  <a:gd name="connsiteY10" fmla="*/ 986670 h 2343129"/>
                  <a:gd name="connsiteX11" fmla="*/ 175895 w 690250"/>
                  <a:gd name="connsiteY11" fmla="*/ 535025 h 2343129"/>
                  <a:gd name="connsiteX12" fmla="*/ 113189 w 690250"/>
                  <a:gd name="connsiteY12" fmla="*/ 38 h 2343129"/>
                  <a:gd name="connsiteX13" fmla="*/ 6033 w 690250"/>
                  <a:gd name="connsiteY13" fmla="*/ 38 h 2343129"/>
                  <a:gd name="connsiteX0" fmla="*/ 6033 w 690250"/>
                  <a:gd name="connsiteY0" fmla="*/ 38 h 2343129"/>
                  <a:gd name="connsiteX1" fmla="*/ 117158 w 690250"/>
                  <a:gd name="connsiteY1" fmla="*/ 606463 h 2343129"/>
                  <a:gd name="connsiteX2" fmla="*/ 553721 w 690250"/>
                  <a:gd name="connsiteY2" fmla="*/ 1060487 h 2343129"/>
                  <a:gd name="connsiteX3" fmla="*/ 552926 w 690250"/>
                  <a:gd name="connsiteY3" fmla="*/ 1272418 h 2343129"/>
                  <a:gd name="connsiteX4" fmla="*/ 124301 w 690250"/>
                  <a:gd name="connsiteY4" fmla="*/ 1719301 h 2343129"/>
                  <a:gd name="connsiteX5" fmla="*/ 9208 w 690250"/>
                  <a:gd name="connsiteY5" fmla="*/ 2336838 h 2343129"/>
                  <a:gd name="connsiteX6" fmla="*/ 113189 w 690250"/>
                  <a:gd name="connsiteY6" fmla="*/ 2341600 h 2343129"/>
                  <a:gd name="connsiteX7" fmla="*/ 174308 w 690250"/>
                  <a:gd name="connsiteY7" fmla="*/ 1813757 h 2343129"/>
                  <a:gd name="connsiteX8" fmla="*/ 516415 w 690250"/>
                  <a:gd name="connsiteY8" fmla="*/ 1376400 h 2343129"/>
                  <a:gd name="connsiteX9" fmla="*/ 690245 w 690250"/>
                  <a:gd name="connsiteY9" fmla="*/ 1144624 h 2343129"/>
                  <a:gd name="connsiteX10" fmla="*/ 550546 w 690250"/>
                  <a:gd name="connsiteY10" fmla="*/ 986670 h 2343129"/>
                  <a:gd name="connsiteX11" fmla="*/ 175895 w 690250"/>
                  <a:gd name="connsiteY11" fmla="*/ 535025 h 2343129"/>
                  <a:gd name="connsiteX12" fmla="*/ 113189 w 690250"/>
                  <a:gd name="connsiteY12" fmla="*/ 38 h 2343129"/>
                  <a:gd name="connsiteX13" fmla="*/ 6033 w 690250"/>
                  <a:gd name="connsiteY13" fmla="*/ 38 h 2343129"/>
                  <a:gd name="connsiteX0" fmla="*/ 6033 w 690250"/>
                  <a:gd name="connsiteY0" fmla="*/ 38 h 2343129"/>
                  <a:gd name="connsiteX1" fmla="*/ 117158 w 690250"/>
                  <a:gd name="connsiteY1" fmla="*/ 606463 h 2343129"/>
                  <a:gd name="connsiteX2" fmla="*/ 553721 w 690250"/>
                  <a:gd name="connsiteY2" fmla="*/ 1060487 h 2343129"/>
                  <a:gd name="connsiteX3" fmla="*/ 552926 w 690250"/>
                  <a:gd name="connsiteY3" fmla="*/ 1272418 h 2343129"/>
                  <a:gd name="connsiteX4" fmla="*/ 124301 w 690250"/>
                  <a:gd name="connsiteY4" fmla="*/ 1719301 h 2343129"/>
                  <a:gd name="connsiteX5" fmla="*/ 9208 w 690250"/>
                  <a:gd name="connsiteY5" fmla="*/ 2336838 h 2343129"/>
                  <a:gd name="connsiteX6" fmla="*/ 113189 w 690250"/>
                  <a:gd name="connsiteY6" fmla="*/ 2341600 h 2343129"/>
                  <a:gd name="connsiteX7" fmla="*/ 174308 w 690250"/>
                  <a:gd name="connsiteY7" fmla="*/ 1813757 h 2343129"/>
                  <a:gd name="connsiteX8" fmla="*/ 516415 w 690250"/>
                  <a:gd name="connsiteY8" fmla="*/ 1376400 h 2343129"/>
                  <a:gd name="connsiteX9" fmla="*/ 690245 w 690250"/>
                  <a:gd name="connsiteY9" fmla="*/ 1144624 h 2343129"/>
                  <a:gd name="connsiteX10" fmla="*/ 550546 w 690250"/>
                  <a:gd name="connsiteY10" fmla="*/ 986670 h 2343129"/>
                  <a:gd name="connsiteX11" fmla="*/ 175895 w 690250"/>
                  <a:gd name="connsiteY11" fmla="*/ 535025 h 2343129"/>
                  <a:gd name="connsiteX12" fmla="*/ 113189 w 690250"/>
                  <a:gd name="connsiteY12" fmla="*/ 38 h 2343129"/>
                  <a:gd name="connsiteX13" fmla="*/ 6033 w 690250"/>
                  <a:gd name="connsiteY13" fmla="*/ 38 h 2343129"/>
                  <a:gd name="connsiteX0" fmla="*/ 6033 w 690248"/>
                  <a:gd name="connsiteY0" fmla="*/ 38 h 2343129"/>
                  <a:gd name="connsiteX1" fmla="*/ 117158 w 690248"/>
                  <a:gd name="connsiteY1" fmla="*/ 606463 h 2343129"/>
                  <a:gd name="connsiteX2" fmla="*/ 553721 w 690248"/>
                  <a:gd name="connsiteY2" fmla="*/ 1060487 h 2343129"/>
                  <a:gd name="connsiteX3" fmla="*/ 552926 w 690248"/>
                  <a:gd name="connsiteY3" fmla="*/ 1272418 h 2343129"/>
                  <a:gd name="connsiteX4" fmla="*/ 124301 w 690248"/>
                  <a:gd name="connsiteY4" fmla="*/ 1719301 h 2343129"/>
                  <a:gd name="connsiteX5" fmla="*/ 9208 w 690248"/>
                  <a:gd name="connsiteY5" fmla="*/ 2336838 h 2343129"/>
                  <a:gd name="connsiteX6" fmla="*/ 113189 w 690248"/>
                  <a:gd name="connsiteY6" fmla="*/ 2341600 h 2343129"/>
                  <a:gd name="connsiteX7" fmla="*/ 174308 w 690248"/>
                  <a:gd name="connsiteY7" fmla="*/ 1813757 h 2343129"/>
                  <a:gd name="connsiteX8" fmla="*/ 516415 w 690248"/>
                  <a:gd name="connsiteY8" fmla="*/ 1376400 h 2343129"/>
                  <a:gd name="connsiteX9" fmla="*/ 690245 w 690248"/>
                  <a:gd name="connsiteY9" fmla="*/ 1144624 h 2343129"/>
                  <a:gd name="connsiteX10" fmla="*/ 550546 w 690248"/>
                  <a:gd name="connsiteY10" fmla="*/ 986670 h 2343129"/>
                  <a:gd name="connsiteX11" fmla="*/ 175895 w 690248"/>
                  <a:gd name="connsiteY11" fmla="*/ 535025 h 2343129"/>
                  <a:gd name="connsiteX12" fmla="*/ 113189 w 690248"/>
                  <a:gd name="connsiteY12" fmla="*/ 38 h 2343129"/>
                  <a:gd name="connsiteX13" fmla="*/ 6033 w 690248"/>
                  <a:gd name="connsiteY13" fmla="*/ 38 h 2343129"/>
                  <a:gd name="connsiteX0" fmla="*/ 6033 w 690249"/>
                  <a:gd name="connsiteY0" fmla="*/ 38 h 2343129"/>
                  <a:gd name="connsiteX1" fmla="*/ 117158 w 690249"/>
                  <a:gd name="connsiteY1" fmla="*/ 606463 h 2343129"/>
                  <a:gd name="connsiteX2" fmla="*/ 553721 w 690249"/>
                  <a:gd name="connsiteY2" fmla="*/ 1060487 h 2343129"/>
                  <a:gd name="connsiteX3" fmla="*/ 552926 w 690249"/>
                  <a:gd name="connsiteY3" fmla="*/ 1272418 h 2343129"/>
                  <a:gd name="connsiteX4" fmla="*/ 124301 w 690249"/>
                  <a:gd name="connsiteY4" fmla="*/ 1719301 h 2343129"/>
                  <a:gd name="connsiteX5" fmla="*/ 9208 w 690249"/>
                  <a:gd name="connsiteY5" fmla="*/ 2336838 h 2343129"/>
                  <a:gd name="connsiteX6" fmla="*/ 113189 w 690249"/>
                  <a:gd name="connsiteY6" fmla="*/ 2341600 h 2343129"/>
                  <a:gd name="connsiteX7" fmla="*/ 174308 w 690249"/>
                  <a:gd name="connsiteY7" fmla="*/ 1813757 h 2343129"/>
                  <a:gd name="connsiteX8" fmla="*/ 516415 w 690249"/>
                  <a:gd name="connsiteY8" fmla="*/ 1376400 h 2343129"/>
                  <a:gd name="connsiteX9" fmla="*/ 690245 w 690249"/>
                  <a:gd name="connsiteY9" fmla="*/ 1144624 h 2343129"/>
                  <a:gd name="connsiteX10" fmla="*/ 555308 w 690249"/>
                  <a:gd name="connsiteY10" fmla="*/ 993814 h 2343129"/>
                  <a:gd name="connsiteX11" fmla="*/ 175895 w 690249"/>
                  <a:gd name="connsiteY11" fmla="*/ 535025 h 2343129"/>
                  <a:gd name="connsiteX12" fmla="*/ 113189 w 690249"/>
                  <a:gd name="connsiteY12" fmla="*/ 38 h 2343129"/>
                  <a:gd name="connsiteX13" fmla="*/ 6033 w 690249"/>
                  <a:gd name="connsiteY13" fmla="*/ 38 h 2343129"/>
                  <a:gd name="connsiteX0" fmla="*/ 6033 w 690249"/>
                  <a:gd name="connsiteY0" fmla="*/ 38 h 2343129"/>
                  <a:gd name="connsiteX1" fmla="*/ 117158 w 690249"/>
                  <a:gd name="connsiteY1" fmla="*/ 606463 h 2343129"/>
                  <a:gd name="connsiteX2" fmla="*/ 553721 w 690249"/>
                  <a:gd name="connsiteY2" fmla="*/ 1060487 h 2343129"/>
                  <a:gd name="connsiteX3" fmla="*/ 552926 w 690249"/>
                  <a:gd name="connsiteY3" fmla="*/ 1272418 h 2343129"/>
                  <a:gd name="connsiteX4" fmla="*/ 124301 w 690249"/>
                  <a:gd name="connsiteY4" fmla="*/ 1719301 h 2343129"/>
                  <a:gd name="connsiteX5" fmla="*/ 9208 w 690249"/>
                  <a:gd name="connsiteY5" fmla="*/ 2336838 h 2343129"/>
                  <a:gd name="connsiteX6" fmla="*/ 113189 w 690249"/>
                  <a:gd name="connsiteY6" fmla="*/ 2341600 h 2343129"/>
                  <a:gd name="connsiteX7" fmla="*/ 174308 w 690249"/>
                  <a:gd name="connsiteY7" fmla="*/ 1813757 h 2343129"/>
                  <a:gd name="connsiteX8" fmla="*/ 556896 w 690249"/>
                  <a:gd name="connsiteY8" fmla="*/ 1331156 h 2343129"/>
                  <a:gd name="connsiteX9" fmla="*/ 690245 w 690249"/>
                  <a:gd name="connsiteY9" fmla="*/ 1144624 h 2343129"/>
                  <a:gd name="connsiteX10" fmla="*/ 555308 w 690249"/>
                  <a:gd name="connsiteY10" fmla="*/ 993814 h 2343129"/>
                  <a:gd name="connsiteX11" fmla="*/ 175895 w 690249"/>
                  <a:gd name="connsiteY11" fmla="*/ 535025 h 2343129"/>
                  <a:gd name="connsiteX12" fmla="*/ 113189 w 690249"/>
                  <a:gd name="connsiteY12" fmla="*/ 38 h 2343129"/>
                  <a:gd name="connsiteX13" fmla="*/ 6033 w 690249"/>
                  <a:gd name="connsiteY13" fmla="*/ 38 h 2343129"/>
                  <a:gd name="connsiteX0" fmla="*/ 6033 w 690249"/>
                  <a:gd name="connsiteY0" fmla="*/ 38 h 2343129"/>
                  <a:gd name="connsiteX1" fmla="*/ 117158 w 690249"/>
                  <a:gd name="connsiteY1" fmla="*/ 606463 h 2343129"/>
                  <a:gd name="connsiteX2" fmla="*/ 553721 w 690249"/>
                  <a:gd name="connsiteY2" fmla="*/ 1060487 h 2343129"/>
                  <a:gd name="connsiteX3" fmla="*/ 552926 w 690249"/>
                  <a:gd name="connsiteY3" fmla="*/ 1272418 h 2343129"/>
                  <a:gd name="connsiteX4" fmla="*/ 124301 w 690249"/>
                  <a:gd name="connsiteY4" fmla="*/ 1719301 h 2343129"/>
                  <a:gd name="connsiteX5" fmla="*/ 9208 w 690249"/>
                  <a:gd name="connsiteY5" fmla="*/ 2336838 h 2343129"/>
                  <a:gd name="connsiteX6" fmla="*/ 113189 w 690249"/>
                  <a:gd name="connsiteY6" fmla="*/ 2341600 h 2343129"/>
                  <a:gd name="connsiteX7" fmla="*/ 174308 w 690249"/>
                  <a:gd name="connsiteY7" fmla="*/ 1813757 h 2343129"/>
                  <a:gd name="connsiteX8" fmla="*/ 556896 w 690249"/>
                  <a:gd name="connsiteY8" fmla="*/ 1331156 h 2343129"/>
                  <a:gd name="connsiteX9" fmla="*/ 690245 w 690249"/>
                  <a:gd name="connsiteY9" fmla="*/ 1144624 h 2343129"/>
                  <a:gd name="connsiteX10" fmla="*/ 555308 w 690249"/>
                  <a:gd name="connsiteY10" fmla="*/ 993814 h 2343129"/>
                  <a:gd name="connsiteX11" fmla="*/ 175895 w 690249"/>
                  <a:gd name="connsiteY11" fmla="*/ 535025 h 2343129"/>
                  <a:gd name="connsiteX12" fmla="*/ 113189 w 690249"/>
                  <a:gd name="connsiteY12" fmla="*/ 38 h 2343129"/>
                  <a:gd name="connsiteX13" fmla="*/ 6033 w 690249"/>
                  <a:gd name="connsiteY13" fmla="*/ 38 h 2343129"/>
                  <a:gd name="connsiteX0" fmla="*/ 6033 w 690249"/>
                  <a:gd name="connsiteY0" fmla="*/ 38 h 2343129"/>
                  <a:gd name="connsiteX1" fmla="*/ 117158 w 690249"/>
                  <a:gd name="connsiteY1" fmla="*/ 606463 h 2343129"/>
                  <a:gd name="connsiteX2" fmla="*/ 553721 w 690249"/>
                  <a:gd name="connsiteY2" fmla="*/ 1060487 h 2343129"/>
                  <a:gd name="connsiteX3" fmla="*/ 552926 w 690249"/>
                  <a:gd name="connsiteY3" fmla="*/ 1272418 h 2343129"/>
                  <a:gd name="connsiteX4" fmla="*/ 124301 w 690249"/>
                  <a:gd name="connsiteY4" fmla="*/ 1719301 h 2343129"/>
                  <a:gd name="connsiteX5" fmla="*/ 9208 w 690249"/>
                  <a:gd name="connsiteY5" fmla="*/ 2336838 h 2343129"/>
                  <a:gd name="connsiteX6" fmla="*/ 113189 w 690249"/>
                  <a:gd name="connsiteY6" fmla="*/ 2341600 h 2343129"/>
                  <a:gd name="connsiteX7" fmla="*/ 174308 w 690249"/>
                  <a:gd name="connsiteY7" fmla="*/ 1813757 h 2343129"/>
                  <a:gd name="connsiteX8" fmla="*/ 556896 w 690249"/>
                  <a:gd name="connsiteY8" fmla="*/ 1331156 h 2343129"/>
                  <a:gd name="connsiteX9" fmla="*/ 690245 w 690249"/>
                  <a:gd name="connsiteY9" fmla="*/ 1144624 h 2343129"/>
                  <a:gd name="connsiteX10" fmla="*/ 555308 w 690249"/>
                  <a:gd name="connsiteY10" fmla="*/ 993814 h 2343129"/>
                  <a:gd name="connsiteX11" fmla="*/ 175895 w 690249"/>
                  <a:gd name="connsiteY11" fmla="*/ 535025 h 2343129"/>
                  <a:gd name="connsiteX12" fmla="*/ 113189 w 690249"/>
                  <a:gd name="connsiteY12" fmla="*/ 38 h 2343129"/>
                  <a:gd name="connsiteX13" fmla="*/ 6033 w 690249"/>
                  <a:gd name="connsiteY13" fmla="*/ 38 h 2343129"/>
                  <a:gd name="connsiteX0" fmla="*/ 6033 w 690332"/>
                  <a:gd name="connsiteY0" fmla="*/ 38 h 2343129"/>
                  <a:gd name="connsiteX1" fmla="*/ 117158 w 690332"/>
                  <a:gd name="connsiteY1" fmla="*/ 606463 h 2343129"/>
                  <a:gd name="connsiteX2" fmla="*/ 553721 w 690332"/>
                  <a:gd name="connsiteY2" fmla="*/ 1060487 h 2343129"/>
                  <a:gd name="connsiteX3" fmla="*/ 552926 w 690332"/>
                  <a:gd name="connsiteY3" fmla="*/ 1272418 h 2343129"/>
                  <a:gd name="connsiteX4" fmla="*/ 124301 w 690332"/>
                  <a:gd name="connsiteY4" fmla="*/ 1719301 h 2343129"/>
                  <a:gd name="connsiteX5" fmla="*/ 9208 w 690332"/>
                  <a:gd name="connsiteY5" fmla="*/ 2336838 h 2343129"/>
                  <a:gd name="connsiteX6" fmla="*/ 113189 w 690332"/>
                  <a:gd name="connsiteY6" fmla="*/ 2341600 h 2343129"/>
                  <a:gd name="connsiteX7" fmla="*/ 174308 w 690332"/>
                  <a:gd name="connsiteY7" fmla="*/ 1813757 h 2343129"/>
                  <a:gd name="connsiteX8" fmla="*/ 556896 w 690332"/>
                  <a:gd name="connsiteY8" fmla="*/ 1331156 h 2343129"/>
                  <a:gd name="connsiteX9" fmla="*/ 690245 w 690332"/>
                  <a:gd name="connsiteY9" fmla="*/ 1144624 h 2343129"/>
                  <a:gd name="connsiteX10" fmla="*/ 555308 w 690332"/>
                  <a:gd name="connsiteY10" fmla="*/ 993814 h 2343129"/>
                  <a:gd name="connsiteX11" fmla="*/ 175895 w 690332"/>
                  <a:gd name="connsiteY11" fmla="*/ 535025 h 2343129"/>
                  <a:gd name="connsiteX12" fmla="*/ 113189 w 690332"/>
                  <a:gd name="connsiteY12" fmla="*/ 38 h 2343129"/>
                  <a:gd name="connsiteX13" fmla="*/ 6033 w 690332"/>
                  <a:gd name="connsiteY13" fmla="*/ 38 h 2343129"/>
                  <a:gd name="connsiteX0" fmla="*/ 6033 w 632159"/>
                  <a:gd name="connsiteY0" fmla="*/ 38 h 2343129"/>
                  <a:gd name="connsiteX1" fmla="*/ 117158 w 632159"/>
                  <a:gd name="connsiteY1" fmla="*/ 606463 h 2343129"/>
                  <a:gd name="connsiteX2" fmla="*/ 553721 w 632159"/>
                  <a:gd name="connsiteY2" fmla="*/ 1060487 h 2343129"/>
                  <a:gd name="connsiteX3" fmla="*/ 552926 w 632159"/>
                  <a:gd name="connsiteY3" fmla="*/ 1272418 h 2343129"/>
                  <a:gd name="connsiteX4" fmla="*/ 124301 w 632159"/>
                  <a:gd name="connsiteY4" fmla="*/ 1719301 h 2343129"/>
                  <a:gd name="connsiteX5" fmla="*/ 9208 w 632159"/>
                  <a:gd name="connsiteY5" fmla="*/ 2336838 h 2343129"/>
                  <a:gd name="connsiteX6" fmla="*/ 113189 w 632159"/>
                  <a:gd name="connsiteY6" fmla="*/ 2341600 h 2343129"/>
                  <a:gd name="connsiteX7" fmla="*/ 174308 w 632159"/>
                  <a:gd name="connsiteY7" fmla="*/ 1813757 h 2343129"/>
                  <a:gd name="connsiteX8" fmla="*/ 556896 w 632159"/>
                  <a:gd name="connsiteY8" fmla="*/ 1331156 h 2343129"/>
                  <a:gd name="connsiteX9" fmla="*/ 555308 w 632159"/>
                  <a:gd name="connsiteY9" fmla="*/ 993814 h 2343129"/>
                  <a:gd name="connsiteX10" fmla="*/ 175895 w 632159"/>
                  <a:gd name="connsiteY10" fmla="*/ 535025 h 2343129"/>
                  <a:gd name="connsiteX11" fmla="*/ 113189 w 632159"/>
                  <a:gd name="connsiteY11" fmla="*/ 38 h 2343129"/>
                  <a:gd name="connsiteX12" fmla="*/ 6033 w 632159"/>
                  <a:gd name="connsiteY12" fmla="*/ 38 h 2343129"/>
                  <a:gd name="connsiteX0" fmla="*/ 6033 w 656624"/>
                  <a:gd name="connsiteY0" fmla="*/ 38 h 2343129"/>
                  <a:gd name="connsiteX1" fmla="*/ 117158 w 656624"/>
                  <a:gd name="connsiteY1" fmla="*/ 606463 h 2343129"/>
                  <a:gd name="connsiteX2" fmla="*/ 553721 w 656624"/>
                  <a:gd name="connsiteY2" fmla="*/ 1060487 h 2343129"/>
                  <a:gd name="connsiteX3" fmla="*/ 552926 w 656624"/>
                  <a:gd name="connsiteY3" fmla="*/ 1272418 h 2343129"/>
                  <a:gd name="connsiteX4" fmla="*/ 124301 w 656624"/>
                  <a:gd name="connsiteY4" fmla="*/ 1719301 h 2343129"/>
                  <a:gd name="connsiteX5" fmla="*/ 9208 w 656624"/>
                  <a:gd name="connsiteY5" fmla="*/ 2336838 h 2343129"/>
                  <a:gd name="connsiteX6" fmla="*/ 113189 w 656624"/>
                  <a:gd name="connsiteY6" fmla="*/ 2341600 h 2343129"/>
                  <a:gd name="connsiteX7" fmla="*/ 174308 w 656624"/>
                  <a:gd name="connsiteY7" fmla="*/ 1813757 h 2343129"/>
                  <a:gd name="connsiteX8" fmla="*/ 556896 w 656624"/>
                  <a:gd name="connsiteY8" fmla="*/ 1331156 h 2343129"/>
                  <a:gd name="connsiteX9" fmla="*/ 555308 w 656624"/>
                  <a:gd name="connsiteY9" fmla="*/ 993814 h 2343129"/>
                  <a:gd name="connsiteX10" fmla="*/ 175895 w 656624"/>
                  <a:gd name="connsiteY10" fmla="*/ 535025 h 2343129"/>
                  <a:gd name="connsiteX11" fmla="*/ 113189 w 656624"/>
                  <a:gd name="connsiteY11" fmla="*/ 38 h 2343129"/>
                  <a:gd name="connsiteX12" fmla="*/ 6033 w 656624"/>
                  <a:gd name="connsiteY12" fmla="*/ 38 h 2343129"/>
                  <a:gd name="connsiteX0" fmla="*/ 6033 w 663046"/>
                  <a:gd name="connsiteY0" fmla="*/ 38 h 2343129"/>
                  <a:gd name="connsiteX1" fmla="*/ 117158 w 663046"/>
                  <a:gd name="connsiteY1" fmla="*/ 606463 h 2343129"/>
                  <a:gd name="connsiteX2" fmla="*/ 553721 w 663046"/>
                  <a:gd name="connsiteY2" fmla="*/ 1060487 h 2343129"/>
                  <a:gd name="connsiteX3" fmla="*/ 552926 w 663046"/>
                  <a:gd name="connsiteY3" fmla="*/ 1272418 h 2343129"/>
                  <a:gd name="connsiteX4" fmla="*/ 124301 w 663046"/>
                  <a:gd name="connsiteY4" fmla="*/ 1719301 h 2343129"/>
                  <a:gd name="connsiteX5" fmla="*/ 9208 w 663046"/>
                  <a:gd name="connsiteY5" fmla="*/ 2336838 h 2343129"/>
                  <a:gd name="connsiteX6" fmla="*/ 113189 w 663046"/>
                  <a:gd name="connsiteY6" fmla="*/ 2341600 h 2343129"/>
                  <a:gd name="connsiteX7" fmla="*/ 174308 w 663046"/>
                  <a:gd name="connsiteY7" fmla="*/ 1813757 h 2343129"/>
                  <a:gd name="connsiteX8" fmla="*/ 556896 w 663046"/>
                  <a:gd name="connsiteY8" fmla="*/ 1331156 h 2343129"/>
                  <a:gd name="connsiteX9" fmla="*/ 555308 w 663046"/>
                  <a:gd name="connsiteY9" fmla="*/ 993814 h 2343129"/>
                  <a:gd name="connsiteX10" fmla="*/ 175895 w 663046"/>
                  <a:gd name="connsiteY10" fmla="*/ 535025 h 2343129"/>
                  <a:gd name="connsiteX11" fmla="*/ 113189 w 663046"/>
                  <a:gd name="connsiteY11" fmla="*/ 38 h 2343129"/>
                  <a:gd name="connsiteX12" fmla="*/ 6033 w 663046"/>
                  <a:gd name="connsiteY12" fmla="*/ 38 h 2343129"/>
                  <a:gd name="connsiteX0" fmla="*/ 6033 w 681517"/>
                  <a:gd name="connsiteY0" fmla="*/ 38 h 2343129"/>
                  <a:gd name="connsiteX1" fmla="*/ 117158 w 681517"/>
                  <a:gd name="connsiteY1" fmla="*/ 606463 h 2343129"/>
                  <a:gd name="connsiteX2" fmla="*/ 553721 w 681517"/>
                  <a:gd name="connsiteY2" fmla="*/ 1060487 h 2343129"/>
                  <a:gd name="connsiteX3" fmla="*/ 552926 w 681517"/>
                  <a:gd name="connsiteY3" fmla="*/ 1272418 h 2343129"/>
                  <a:gd name="connsiteX4" fmla="*/ 124301 w 681517"/>
                  <a:gd name="connsiteY4" fmla="*/ 1719301 h 2343129"/>
                  <a:gd name="connsiteX5" fmla="*/ 9208 w 681517"/>
                  <a:gd name="connsiteY5" fmla="*/ 2336838 h 2343129"/>
                  <a:gd name="connsiteX6" fmla="*/ 113189 w 681517"/>
                  <a:gd name="connsiteY6" fmla="*/ 2341600 h 2343129"/>
                  <a:gd name="connsiteX7" fmla="*/ 174308 w 681517"/>
                  <a:gd name="connsiteY7" fmla="*/ 1813757 h 2343129"/>
                  <a:gd name="connsiteX8" fmla="*/ 556896 w 681517"/>
                  <a:gd name="connsiteY8" fmla="*/ 1331156 h 2343129"/>
                  <a:gd name="connsiteX9" fmla="*/ 555308 w 681517"/>
                  <a:gd name="connsiteY9" fmla="*/ 993814 h 2343129"/>
                  <a:gd name="connsiteX10" fmla="*/ 175895 w 681517"/>
                  <a:gd name="connsiteY10" fmla="*/ 535025 h 2343129"/>
                  <a:gd name="connsiteX11" fmla="*/ 113189 w 681517"/>
                  <a:gd name="connsiteY11" fmla="*/ 38 h 2343129"/>
                  <a:gd name="connsiteX12" fmla="*/ 6033 w 681517"/>
                  <a:gd name="connsiteY12" fmla="*/ 38 h 2343129"/>
                  <a:gd name="connsiteX0" fmla="*/ 6033 w 634658"/>
                  <a:gd name="connsiteY0" fmla="*/ 38 h 2343129"/>
                  <a:gd name="connsiteX1" fmla="*/ 117158 w 634658"/>
                  <a:gd name="connsiteY1" fmla="*/ 606463 h 2343129"/>
                  <a:gd name="connsiteX2" fmla="*/ 553721 w 634658"/>
                  <a:gd name="connsiteY2" fmla="*/ 1060487 h 2343129"/>
                  <a:gd name="connsiteX3" fmla="*/ 552926 w 634658"/>
                  <a:gd name="connsiteY3" fmla="*/ 1272418 h 2343129"/>
                  <a:gd name="connsiteX4" fmla="*/ 124301 w 634658"/>
                  <a:gd name="connsiteY4" fmla="*/ 1719301 h 2343129"/>
                  <a:gd name="connsiteX5" fmla="*/ 9208 w 634658"/>
                  <a:gd name="connsiteY5" fmla="*/ 2336838 h 2343129"/>
                  <a:gd name="connsiteX6" fmla="*/ 113189 w 634658"/>
                  <a:gd name="connsiteY6" fmla="*/ 2341600 h 2343129"/>
                  <a:gd name="connsiteX7" fmla="*/ 200502 w 634658"/>
                  <a:gd name="connsiteY7" fmla="*/ 1756607 h 2343129"/>
                  <a:gd name="connsiteX8" fmla="*/ 556896 w 634658"/>
                  <a:gd name="connsiteY8" fmla="*/ 1331156 h 2343129"/>
                  <a:gd name="connsiteX9" fmla="*/ 555308 w 634658"/>
                  <a:gd name="connsiteY9" fmla="*/ 993814 h 2343129"/>
                  <a:gd name="connsiteX10" fmla="*/ 175895 w 634658"/>
                  <a:gd name="connsiteY10" fmla="*/ 535025 h 2343129"/>
                  <a:gd name="connsiteX11" fmla="*/ 113189 w 634658"/>
                  <a:gd name="connsiteY11" fmla="*/ 38 h 2343129"/>
                  <a:gd name="connsiteX12" fmla="*/ 6033 w 634658"/>
                  <a:gd name="connsiteY12" fmla="*/ 38 h 2343129"/>
                  <a:gd name="connsiteX0" fmla="*/ 6033 w 676933"/>
                  <a:gd name="connsiteY0" fmla="*/ 38 h 2343129"/>
                  <a:gd name="connsiteX1" fmla="*/ 117158 w 676933"/>
                  <a:gd name="connsiteY1" fmla="*/ 606463 h 2343129"/>
                  <a:gd name="connsiteX2" fmla="*/ 553721 w 676933"/>
                  <a:gd name="connsiteY2" fmla="*/ 1060487 h 2343129"/>
                  <a:gd name="connsiteX3" fmla="*/ 552926 w 676933"/>
                  <a:gd name="connsiteY3" fmla="*/ 1272418 h 2343129"/>
                  <a:gd name="connsiteX4" fmla="*/ 124301 w 676933"/>
                  <a:gd name="connsiteY4" fmla="*/ 1719301 h 2343129"/>
                  <a:gd name="connsiteX5" fmla="*/ 9208 w 676933"/>
                  <a:gd name="connsiteY5" fmla="*/ 2336838 h 2343129"/>
                  <a:gd name="connsiteX6" fmla="*/ 113189 w 676933"/>
                  <a:gd name="connsiteY6" fmla="*/ 2341600 h 2343129"/>
                  <a:gd name="connsiteX7" fmla="*/ 200502 w 676933"/>
                  <a:gd name="connsiteY7" fmla="*/ 1756607 h 2343129"/>
                  <a:gd name="connsiteX8" fmla="*/ 556896 w 676933"/>
                  <a:gd name="connsiteY8" fmla="*/ 1331156 h 2343129"/>
                  <a:gd name="connsiteX9" fmla="*/ 555308 w 676933"/>
                  <a:gd name="connsiteY9" fmla="*/ 993814 h 2343129"/>
                  <a:gd name="connsiteX10" fmla="*/ 175895 w 676933"/>
                  <a:gd name="connsiteY10" fmla="*/ 535025 h 2343129"/>
                  <a:gd name="connsiteX11" fmla="*/ 113189 w 676933"/>
                  <a:gd name="connsiteY11" fmla="*/ 38 h 2343129"/>
                  <a:gd name="connsiteX12" fmla="*/ 6033 w 676933"/>
                  <a:gd name="connsiteY12" fmla="*/ 38 h 2343129"/>
                  <a:gd name="connsiteX0" fmla="*/ 6033 w 676933"/>
                  <a:gd name="connsiteY0" fmla="*/ 38 h 2343129"/>
                  <a:gd name="connsiteX1" fmla="*/ 117158 w 676933"/>
                  <a:gd name="connsiteY1" fmla="*/ 606463 h 2343129"/>
                  <a:gd name="connsiteX2" fmla="*/ 553721 w 676933"/>
                  <a:gd name="connsiteY2" fmla="*/ 1060487 h 2343129"/>
                  <a:gd name="connsiteX3" fmla="*/ 552926 w 676933"/>
                  <a:gd name="connsiteY3" fmla="*/ 1272418 h 2343129"/>
                  <a:gd name="connsiteX4" fmla="*/ 124301 w 676933"/>
                  <a:gd name="connsiteY4" fmla="*/ 1719301 h 2343129"/>
                  <a:gd name="connsiteX5" fmla="*/ 9208 w 676933"/>
                  <a:gd name="connsiteY5" fmla="*/ 2336838 h 2343129"/>
                  <a:gd name="connsiteX6" fmla="*/ 113189 w 676933"/>
                  <a:gd name="connsiteY6" fmla="*/ 2341600 h 2343129"/>
                  <a:gd name="connsiteX7" fmla="*/ 200502 w 676933"/>
                  <a:gd name="connsiteY7" fmla="*/ 1756607 h 2343129"/>
                  <a:gd name="connsiteX8" fmla="*/ 556896 w 676933"/>
                  <a:gd name="connsiteY8" fmla="*/ 1331156 h 2343129"/>
                  <a:gd name="connsiteX9" fmla="*/ 555308 w 676933"/>
                  <a:gd name="connsiteY9" fmla="*/ 993814 h 2343129"/>
                  <a:gd name="connsiteX10" fmla="*/ 175895 w 676933"/>
                  <a:gd name="connsiteY10" fmla="*/ 535025 h 2343129"/>
                  <a:gd name="connsiteX11" fmla="*/ 113189 w 676933"/>
                  <a:gd name="connsiteY11" fmla="*/ 38 h 2343129"/>
                  <a:gd name="connsiteX12" fmla="*/ 6033 w 676933"/>
                  <a:gd name="connsiteY12" fmla="*/ 38 h 2343129"/>
                  <a:gd name="connsiteX0" fmla="*/ 6033 w 676933"/>
                  <a:gd name="connsiteY0" fmla="*/ 38 h 2343129"/>
                  <a:gd name="connsiteX1" fmla="*/ 117158 w 676933"/>
                  <a:gd name="connsiteY1" fmla="*/ 606463 h 2343129"/>
                  <a:gd name="connsiteX2" fmla="*/ 553721 w 676933"/>
                  <a:gd name="connsiteY2" fmla="*/ 1060487 h 2343129"/>
                  <a:gd name="connsiteX3" fmla="*/ 552926 w 676933"/>
                  <a:gd name="connsiteY3" fmla="*/ 1272418 h 2343129"/>
                  <a:gd name="connsiteX4" fmla="*/ 124301 w 676933"/>
                  <a:gd name="connsiteY4" fmla="*/ 1719301 h 2343129"/>
                  <a:gd name="connsiteX5" fmla="*/ 9208 w 676933"/>
                  <a:gd name="connsiteY5" fmla="*/ 2336838 h 2343129"/>
                  <a:gd name="connsiteX6" fmla="*/ 113189 w 676933"/>
                  <a:gd name="connsiteY6" fmla="*/ 2341600 h 2343129"/>
                  <a:gd name="connsiteX7" fmla="*/ 200502 w 676933"/>
                  <a:gd name="connsiteY7" fmla="*/ 1756607 h 2343129"/>
                  <a:gd name="connsiteX8" fmla="*/ 556896 w 676933"/>
                  <a:gd name="connsiteY8" fmla="*/ 1331156 h 2343129"/>
                  <a:gd name="connsiteX9" fmla="*/ 555308 w 676933"/>
                  <a:gd name="connsiteY9" fmla="*/ 993814 h 2343129"/>
                  <a:gd name="connsiteX10" fmla="*/ 175895 w 676933"/>
                  <a:gd name="connsiteY10" fmla="*/ 535025 h 2343129"/>
                  <a:gd name="connsiteX11" fmla="*/ 113189 w 676933"/>
                  <a:gd name="connsiteY11" fmla="*/ 38 h 2343129"/>
                  <a:gd name="connsiteX12" fmla="*/ 6033 w 676933"/>
                  <a:gd name="connsiteY12" fmla="*/ 38 h 2343129"/>
                  <a:gd name="connsiteX0" fmla="*/ 6033 w 683751"/>
                  <a:gd name="connsiteY0" fmla="*/ 38 h 2343129"/>
                  <a:gd name="connsiteX1" fmla="*/ 117158 w 683751"/>
                  <a:gd name="connsiteY1" fmla="*/ 606463 h 2343129"/>
                  <a:gd name="connsiteX2" fmla="*/ 553721 w 683751"/>
                  <a:gd name="connsiteY2" fmla="*/ 1060487 h 2343129"/>
                  <a:gd name="connsiteX3" fmla="*/ 552926 w 683751"/>
                  <a:gd name="connsiteY3" fmla="*/ 1272418 h 2343129"/>
                  <a:gd name="connsiteX4" fmla="*/ 124301 w 683751"/>
                  <a:gd name="connsiteY4" fmla="*/ 1719301 h 2343129"/>
                  <a:gd name="connsiteX5" fmla="*/ 9208 w 683751"/>
                  <a:gd name="connsiteY5" fmla="*/ 2336838 h 2343129"/>
                  <a:gd name="connsiteX6" fmla="*/ 113189 w 683751"/>
                  <a:gd name="connsiteY6" fmla="*/ 2341600 h 2343129"/>
                  <a:gd name="connsiteX7" fmla="*/ 200502 w 683751"/>
                  <a:gd name="connsiteY7" fmla="*/ 1756607 h 2343129"/>
                  <a:gd name="connsiteX8" fmla="*/ 556896 w 683751"/>
                  <a:gd name="connsiteY8" fmla="*/ 1331156 h 2343129"/>
                  <a:gd name="connsiteX9" fmla="*/ 555308 w 683751"/>
                  <a:gd name="connsiteY9" fmla="*/ 993814 h 2343129"/>
                  <a:gd name="connsiteX10" fmla="*/ 175895 w 683751"/>
                  <a:gd name="connsiteY10" fmla="*/ 535025 h 2343129"/>
                  <a:gd name="connsiteX11" fmla="*/ 113189 w 683751"/>
                  <a:gd name="connsiteY11" fmla="*/ 38 h 2343129"/>
                  <a:gd name="connsiteX12" fmla="*/ 6033 w 683751"/>
                  <a:gd name="connsiteY12" fmla="*/ 38 h 2343129"/>
                  <a:gd name="connsiteX0" fmla="*/ 6033 w 683751"/>
                  <a:gd name="connsiteY0" fmla="*/ 38 h 2343129"/>
                  <a:gd name="connsiteX1" fmla="*/ 117158 w 683751"/>
                  <a:gd name="connsiteY1" fmla="*/ 606463 h 2343129"/>
                  <a:gd name="connsiteX2" fmla="*/ 553721 w 683751"/>
                  <a:gd name="connsiteY2" fmla="*/ 1060487 h 2343129"/>
                  <a:gd name="connsiteX3" fmla="*/ 552926 w 683751"/>
                  <a:gd name="connsiteY3" fmla="*/ 1272418 h 2343129"/>
                  <a:gd name="connsiteX4" fmla="*/ 124301 w 683751"/>
                  <a:gd name="connsiteY4" fmla="*/ 1719301 h 2343129"/>
                  <a:gd name="connsiteX5" fmla="*/ 9208 w 683751"/>
                  <a:gd name="connsiteY5" fmla="*/ 2336838 h 2343129"/>
                  <a:gd name="connsiteX6" fmla="*/ 113189 w 683751"/>
                  <a:gd name="connsiteY6" fmla="*/ 2341600 h 2343129"/>
                  <a:gd name="connsiteX7" fmla="*/ 200502 w 683751"/>
                  <a:gd name="connsiteY7" fmla="*/ 1756607 h 2343129"/>
                  <a:gd name="connsiteX8" fmla="*/ 556896 w 683751"/>
                  <a:gd name="connsiteY8" fmla="*/ 1331156 h 2343129"/>
                  <a:gd name="connsiteX9" fmla="*/ 555308 w 683751"/>
                  <a:gd name="connsiteY9" fmla="*/ 993814 h 2343129"/>
                  <a:gd name="connsiteX10" fmla="*/ 175895 w 683751"/>
                  <a:gd name="connsiteY10" fmla="*/ 535025 h 2343129"/>
                  <a:gd name="connsiteX11" fmla="*/ 113189 w 683751"/>
                  <a:gd name="connsiteY11" fmla="*/ 38 h 2343129"/>
                  <a:gd name="connsiteX12" fmla="*/ 6033 w 683751"/>
                  <a:gd name="connsiteY12" fmla="*/ 38 h 2343129"/>
                  <a:gd name="connsiteX0" fmla="*/ 6033 w 683895"/>
                  <a:gd name="connsiteY0" fmla="*/ 38 h 2343129"/>
                  <a:gd name="connsiteX1" fmla="*/ 117158 w 683895"/>
                  <a:gd name="connsiteY1" fmla="*/ 606463 h 2343129"/>
                  <a:gd name="connsiteX2" fmla="*/ 553721 w 683895"/>
                  <a:gd name="connsiteY2" fmla="*/ 1060487 h 2343129"/>
                  <a:gd name="connsiteX3" fmla="*/ 552926 w 683895"/>
                  <a:gd name="connsiteY3" fmla="*/ 1272418 h 2343129"/>
                  <a:gd name="connsiteX4" fmla="*/ 124301 w 683895"/>
                  <a:gd name="connsiteY4" fmla="*/ 1719301 h 2343129"/>
                  <a:gd name="connsiteX5" fmla="*/ 9208 w 683895"/>
                  <a:gd name="connsiteY5" fmla="*/ 2336838 h 2343129"/>
                  <a:gd name="connsiteX6" fmla="*/ 113189 w 683895"/>
                  <a:gd name="connsiteY6" fmla="*/ 2341600 h 2343129"/>
                  <a:gd name="connsiteX7" fmla="*/ 200502 w 683895"/>
                  <a:gd name="connsiteY7" fmla="*/ 1756607 h 2343129"/>
                  <a:gd name="connsiteX8" fmla="*/ 556896 w 683895"/>
                  <a:gd name="connsiteY8" fmla="*/ 1331156 h 2343129"/>
                  <a:gd name="connsiteX9" fmla="*/ 683894 w 683895"/>
                  <a:gd name="connsiteY9" fmla="*/ 1165263 h 2343129"/>
                  <a:gd name="connsiteX10" fmla="*/ 555308 w 683895"/>
                  <a:gd name="connsiteY10" fmla="*/ 993814 h 2343129"/>
                  <a:gd name="connsiteX11" fmla="*/ 175895 w 683895"/>
                  <a:gd name="connsiteY11" fmla="*/ 535025 h 2343129"/>
                  <a:gd name="connsiteX12" fmla="*/ 113189 w 683895"/>
                  <a:gd name="connsiteY12" fmla="*/ 38 h 2343129"/>
                  <a:gd name="connsiteX13" fmla="*/ 6033 w 683895"/>
                  <a:gd name="connsiteY13" fmla="*/ 38 h 2343129"/>
                  <a:gd name="connsiteX0" fmla="*/ 6033 w 702832"/>
                  <a:gd name="connsiteY0" fmla="*/ 38 h 2343129"/>
                  <a:gd name="connsiteX1" fmla="*/ 117158 w 702832"/>
                  <a:gd name="connsiteY1" fmla="*/ 606463 h 2343129"/>
                  <a:gd name="connsiteX2" fmla="*/ 553721 w 702832"/>
                  <a:gd name="connsiteY2" fmla="*/ 1060487 h 2343129"/>
                  <a:gd name="connsiteX3" fmla="*/ 552926 w 702832"/>
                  <a:gd name="connsiteY3" fmla="*/ 1272418 h 2343129"/>
                  <a:gd name="connsiteX4" fmla="*/ 124301 w 702832"/>
                  <a:gd name="connsiteY4" fmla="*/ 1719301 h 2343129"/>
                  <a:gd name="connsiteX5" fmla="*/ 9208 w 702832"/>
                  <a:gd name="connsiteY5" fmla="*/ 2336838 h 2343129"/>
                  <a:gd name="connsiteX6" fmla="*/ 113189 w 702832"/>
                  <a:gd name="connsiteY6" fmla="*/ 2341600 h 2343129"/>
                  <a:gd name="connsiteX7" fmla="*/ 200502 w 702832"/>
                  <a:gd name="connsiteY7" fmla="*/ 1756607 h 2343129"/>
                  <a:gd name="connsiteX8" fmla="*/ 556896 w 702832"/>
                  <a:gd name="connsiteY8" fmla="*/ 1331156 h 2343129"/>
                  <a:gd name="connsiteX9" fmla="*/ 683894 w 702832"/>
                  <a:gd name="connsiteY9" fmla="*/ 1165263 h 2343129"/>
                  <a:gd name="connsiteX10" fmla="*/ 175895 w 702832"/>
                  <a:gd name="connsiteY10" fmla="*/ 535025 h 2343129"/>
                  <a:gd name="connsiteX11" fmla="*/ 113189 w 702832"/>
                  <a:gd name="connsiteY11" fmla="*/ 38 h 2343129"/>
                  <a:gd name="connsiteX12" fmla="*/ 6033 w 702832"/>
                  <a:gd name="connsiteY12" fmla="*/ 38 h 2343129"/>
                  <a:gd name="connsiteX0" fmla="*/ 6033 w 683925"/>
                  <a:gd name="connsiteY0" fmla="*/ 38 h 2343129"/>
                  <a:gd name="connsiteX1" fmla="*/ 117158 w 683925"/>
                  <a:gd name="connsiteY1" fmla="*/ 606463 h 2343129"/>
                  <a:gd name="connsiteX2" fmla="*/ 553721 w 683925"/>
                  <a:gd name="connsiteY2" fmla="*/ 1060487 h 2343129"/>
                  <a:gd name="connsiteX3" fmla="*/ 552926 w 683925"/>
                  <a:gd name="connsiteY3" fmla="*/ 1272418 h 2343129"/>
                  <a:gd name="connsiteX4" fmla="*/ 124301 w 683925"/>
                  <a:gd name="connsiteY4" fmla="*/ 1719301 h 2343129"/>
                  <a:gd name="connsiteX5" fmla="*/ 9208 w 683925"/>
                  <a:gd name="connsiteY5" fmla="*/ 2336838 h 2343129"/>
                  <a:gd name="connsiteX6" fmla="*/ 113189 w 683925"/>
                  <a:gd name="connsiteY6" fmla="*/ 2341600 h 2343129"/>
                  <a:gd name="connsiteX7" fmla="*/ 200502 w 683925"/>
                  <a:gd name="connsiteY7" fmla="*/ 1756607 h 2343129"/>
                  <a:gd name="connsiteX8" fmla="*/ 683894 w 683925"/>
                  <a:gd name="connsiteY8" fmla="*/ 1165263 h 2343129"/>
                  <a:gd name="connsiteX9" fmla="*/ 175895 w 683925"/>
                  <a:gd name="connsiteY9" fmla="*/ 535025 h 2343129"/>
                  <a:gd name="connsiteX10" fmla="*/ 113189 w 683925"/>
                  <a:gd name="connsiteY10" fmla="*/ 38 h 2343129"/>
                  <a:gd name="connsiteX11" fmla="*/ 6033 w 683925"/>
                  <a:gd name="connsiteY11" fmla="*/ 38 h 2343129"/>
                  <a:gd name="connsiteX0" fmla="*/ 6033 w 689984"/>
                  <a:gd name="connsiteY0" fmla="*/ 38 h 2343129"/>
                  <a:gd name="connsiteX1" fmla="*/ 117158 w 689984"/>
                  <a:gd name="connsiteY1" fmla="*/ 606463 h 2343129"/>
                  <a:gd name="connsiteX2" fmla="*/ 553721 w 689984"/>
                  <a:gd name="connsiteY2" fmla="*/ 1060487 h 2343129"/>
                  <a:gd name="connsiteX3" fmla="*/ 552926 w 689984"/>
                  <a:gd name="connsiteY3" fmla="*/ 1272418 h 2343129"/>
                  <a:gd name="connsiteX4" fmla="*/ 124301 w 689984"/>
                  <a:gd name="connsiteY4" fmla="*/ 1719301 h 2343129"/>
                  <a:gd name="connsiteX5" fmla="*/ 9208 w 689984"/>
                  <a:gd name="connsiteY5" fmla="*/ 2336838 h 2343129"/>
                  <a:gd name="connsiteX6" fmla="*/ 113189 w 689984"/>
                  <a:gd name="connsiteY6" fmla="*/ 2341600 h 2343129"/>
                  <a:gd name="connsiteX7" fmla="*/ 200502 w 689984"/>
                  <a:gd name="connsiteY7" fmla="*/ 1756607 h 2343129"/>
                  <a:gd name="connsiteX8" fmla="*/ 683894 w 689984"/>
                  <a:gd name="connsiteY8" fmla="*/ 1165263 h 2343129"/>
                  <a:gd name="connsiteX9" fmla="*/ 175895 w 689984"/>
                  <a:gd name="connsiteY9" fmla="*/ 535025 h 2343129"/>
                  <a:gd name="connsiteX10" fmla="*/ 113189 w 689984"/>
                  <a:gd name="connsiteY10" fmla="*/ 38 h 2343129"/>
                  <a:gd name="connsiteX11" fmla="*/ 6033 w 689984"/>
                  <a:gd name="connsiteY11" fmla="*/ 38 h 2343129"/>
                  <a:gd name="connsiteX0" fmla="*/ 6033 w 684892"/>
                  <a:gd name="connsiteY0" fmla="*/ 38 h 2343129"/>
                  <a:gd name="connsiteX1" fmla="*/ 117158 w 684892"/>
                  <a:gd name="connsiteY1" fmla="*/ 606463 h 2343129"/>
                  <a:gd name="connsiteX2" fmla="*/ 553721 w 684892"/>
                  <a:gd name="connsiteY2" fmla="*/ 1060487 h 2343129"/>
                  <a:gd name="connsiteX3" fmla="*/ 552926 w 684892"/>
                  <a:gd name="connsiteY3" fmla="*/ 1272418 h 2343129"/>
                  <a:gd name="connsiteX4" fmla="*/ 124301 w 684892"/>
                  <a:gd name="connsiteY4" fmla="*/ 1719301 h 2343129"/>
                  <a:gd name="connsiteX5" fmla="*/ 9208 w 684892"/>
                  <a:gd name="connsiteY5" fmla="*/ 2336838 h 2343129"/>
                  <a:gd name="connsiteX6" fmla="*/ 113189 w 684892"/>
                  <a:gd name="connsiteY6" fmla="*/ 2341600 h 2343129"/>
                  <a:gd name="connsiteX7" fmla="*/ 200502 w 684892"/>
                  <a:gd name="connsiteY7" fmla="*/ 1756607 h 2343129"/>
                  <a:gd name="connsiteX8" fmla="*/ 683894 w 684892"/>
                  <a:gd name="connsiteY8" fmla="*/ 1165263 h 2343129"/>
                  <a:gd name="connsiteX9" fmla="*/ 175895 w 684892"/>
                  <a:gd name="connsiteY9" fmla="*/ 535025 h 2343129"/>
                  <a:gd name="connsiteX10" fmla="*/ 113189 w 684892"/>
                  <a:gd name="connsiteY10" fmla="*/ 38 h 2343129"/>
                  <a:gd name="connsiteX11" fmla="*/ 6033 w 684892"/>
                  <a:gd name="connsiteY11" fmla="*/ 38 h 2343129"/>
                  <a:gd name="connsiteX0" fmla="*/ 6033 w 684004"/>
                  <a:gd name="connsiteY0" fmla="*/ 38 h 2343129"/>
                  <a:gd name="connsiteX1" fmla="*/ 117158 w 684004"/>
                  <a:gd name="connsiteY1" fmla="*/ 606463 h 2343129"/>
                  <a:gd name="connsiteX2" fmla="*/ 553721 w 684004"/>
                  <a:gd name="connsiteY2" fmla="*/ 1060487 h 2343129"/>
                  <a:gd name="connsiteX3" fmla="*/ 552926 w 684004"/>
                  <a:gd name="connsiteY3" fmla="*/ 1272418 h 2343129"/>
                  <a:gd name="connsiteX4" fmla="*/ 124301 w 684004"/>
                  <a:gd name="connsiteY4" fmla="*/ 1719301 h 2343129"/>
                  <a:gd name="connsiteX5" fmla="*/ 9208 w 684004"/>
                  <a:gd name="connsiteY5" fmla="*/ 2336838 h 2343129"/>
                  <a:gd name="connsiteX6" fmla="*/ 113189 w 684004"/>
                  <a:gd name="connsiteY6" fmla="*/ 2341600 h 2343129"/>
                  <a:gd name="connsiteX7" fmla="*/ 200502 w 684004"/>
                  <a:gd name="connsiteY7" fmla="*/ 1756607 h 2343129"/>
                  <a:gd name="connsiteX8" fmla="*/ 683894 w 684004"/>
                  <a:gd name="connsiteY8" fmla="*/ 1165263 h 2343129"/>
                  <a:gd name="connsiteX9" fmla="*/ 175895 w 684004"/>
                  <a:gd name="connsiteY9" fmla="*/ 535025 h 2343129"/>
                  <a:gd name="connsiteX10" fmla="*/ 113189 w 684004"/>
                  <a:gd name="connsiteY10" fmla="*/ 38 h 2343129"/>
                  <a:gd name="connsiteX11" fmla="*/ 6033 w 684004"/>
                  <a:gd name="connsiteY11" fmla="*/ 38 h 2343129"/>
                  <a:gd name="connsiteX0" fmla="*/ 6033 w 684004"/>
                  <a:gd name="connsiteY0" fmla="*/ 38 h 2343129"/>
                  <a:gd name="connsiteX1" fmla="*/ 117158 w 684004"/>
                  <a:gd name="connsiteY1" fmla="*/ 606463 h 2343129"/>
                  <a:gd name="connsiteX2" fmla="*/ 553721 w 684004"/>
                  <a:gd name="connsiteY2" fmla="*/ 1060487 h 2343129"/>
                  <a:gd name="connsiteX3" fmla="*/ 552926 w 684004"/>
                  <a:gd name="connsiteY3" fmla="*/ 1272418 h 2343129"/>
                  <a:gd name="connsiteX4" fmla="*/ 124301 w 684004"/>
                  <a:gd name="connsiteY4" fmla="*/ 1719301 h 2343129"/>
                  <a:gd name="connsiteX5" fmla="*/ 9208 w 684004"/>
                  <a:gd name="connsiteY5" fmla="*/ 2336838 h 2343129"/>
                  <a:gd name="connsiteX6" fmla="*/ 113189 w 684004"/>
                  <a:gd name="connsiteY6" fmla="*/ 2341600 h 2343129"/>
                  <a:gd name="connsiteX7" fmla="*/ 200502 w 684004"/>
                  <a:gd name="connsiteY7" fmla="*/ 1756607 h 2343129"/>
                  <a:gd name="connsiteX8" fmla="*/ 683894 w 684004"/>
                  <a:gd name="connsiteY8" fmla="*/ 1165263 h 2343129"/>
                  <a:gd name="connsiteX9" fmla="*/ 175895 w 684004"/>
                  <a:gd name="connsiteY9" fmla="*/ 535025 h 2343129"/>
                  <a:gd name="connsiteX10" fmla="*/ 113189 w 684004"/>
                  <a:gd name="connsiteY10" fmla="*/ 38 h 2343129"/>
                  <a:gd name="connsiteX11" fmla="*/ 6033 w 684004"/>
                  <a:gd name="connsiteY11" fmla="*/ 38 h 2343129"/>
                  <a:gd name="connsiteX0" fmla="*/ 6033 w 683899"/>
                  <a:gd name="connsiteY0" fmla="*/ 38 h 2343129"/>
                  <a:gd name="connsiteX1" fmla="*/ 117158 w 683899"/>
                  <a:gd name="connsiteY1" fmla="*/ 606463 h 2343129"/>
                  <a:gd name="connsiteX2" fmla="*/ 553721 w 683899"/>
                  <a:gd name="connsiteY2" fmla="*/ 1060487 h 2343129"/>
                  <a:gd name="connsiteX3" fmla="*/ 552926 w 683899"/>
                  <a:gd name="connsiteY3" fmla="*/ 1272418 h 2343129"/>
                  <a:gd name="connsiteX4" fmla="*/ 124301 w 683899"/>
                  <a:gd name="connsiteY4" fmla="*/ 1719301 h 2343129"/>
                  <a:gd name="connsiteX5" fmla="*/ 9208 w 683899"/>
                  <a:gd name="connsiteY5" fmla="*/ 2336838 h 2343129"/>
                  <a:gd name="connsiteX6" fmla="*/ 113189 w 683899"/>
                  <a:gd name="connsiteY6" fmla="*/ 2341600 h 2343129"/>
                  <a:gd name="connsiteX7" fmla="*/ 200502 w 683899"/>
                  <a:gd name="connsiteY7" fmla="*/ 1756607 h 2343129"/>
                  <a:gd name="connsiteX8" fmla="*/ 683894 w 683899"/>
                  <a:gd name="connsiteY8" fmla="*/ 1165263 h 2343129"/>
                  <a:gd name="connsiteX9" fmla="*/ 175895 w 683899"/>
                  <a:gd name="connsiteY9" fmla="*/ 535025 h 2343129"/>
                  <a:gd name="connsiteX10" fmla="*/ 113189 w 683899"/>
                  <a:gd name="connsiteY10" fmla="*/ 38 h 2343129"/>
                  <a:gd name="connsiteX11" fmla="*/ 6033 w 683899"/>
                  <a:gd name="connsiteY11" fmla="*/ 38 h 2343129"/>
                  <a:gd name="connsiteX0" fmla="*/ 6033 w 683899"/>
                  <a:gd name="connsiteY0" fmla="*/ 38 h 2343129"/>
                  <a:gd name="connsiteX1" fmla="*/ 117158 w 683899"/>
                  <a:gd name="connsiteY1" fmla="*/ 606463 h 2343129"/>
                  <a:gd name="connsiteX2" fmla="*/ 553721 w 683899"/>
                  <a:gd name="connsiteY2" fmla="*/ 1060487 h 2343129"/>
                  <a:gd name="connsiteX3" fmla="*/ 552926 w 683899"/>
                  <a:gd name="connsiteY3" fmla="*/ 1272418 h 2343129"/>
                  <a:gd name="connsiteX4" fmla="*/ 124301 w 683899"/>
                  <a:gd name="connsiteY4" fmla="*/ 1719301 h 2343129"/>
                  <a:gd name="connsiteX5" fmla="*/ 9208 w 683899"/>
                  <a:gd name="connsiteY5" fmla="*/ 2336838 h 2343129"/>
                  <a:gd name="connsiteX6" fmla="*/ 113189 w 683899"/>
                  <a:gd name="connsiteY6" fmla="*/ 2341600 h 2343129"/>
                  <a:gd name="connsiteX7" fmla="*/ 200502 w 683899"/>
                  <a:gd name="connsiteY7" fmla="*/ 1756607 h 2343129"/>
                  <a:gd name="connsiteX8" fmla="*/ 683894 w 683899"/>
                  <a:gd name="connsiteY8" fmla="*/ 1165263 h 2343129"/>
                  <a:gd name="connsiteX9" fmla="*/ 175895 w 683899"/>
                  <a:gd name="connsiteY9" fmla="*/ 535025 h 2343129"/>
                  <a:gd name="connsiteX10" fmla="*/ 113189 w 683899"/>
                  <a:gd name="connsiteY10" fmla="*/ 38 h 2343129"/>
                  <a:gd name="connsiteX11" fmla="*/ 6033 w 683899"/>
                  <a:gd name="connsiteY11" fmla="*/ 38 h 2343129"/>
                  <a:gd name="connsiteX0" fmla="*/ 6033 w 683899"/>
                  <a:gd name="connsiteY0" fmla="*/ 38 h 2343129"/>
                  <a:gd name="connsiteX1" fmla="*/ 117158 w 683899"/>
                  <a:gd name="connsiteY1" fmla="*/ 606463 h 2343129"/>
                  <a:gd name="connsiteX2" fmla="*/ 553721 w 683899"/>
                  <a:gd name="connsiteY2" fmla="*/ 1060487 h 2343129"/>
                  <a:gd name="connsiteX3" fmla="*/ 552926 w 683899"/>
                  <a:gd name="connsiteY3" fmla="*/ 1272418 h 2343129"/>
                  <a:gd name="connsiteX4" fmla="*/ 124301 w 683899"/>
                  <a:gd name="connsiteY4" fmla="*/ 1719301 h 2343129"/>
                  <a:gd name="connsiteX5" fmla="*/ 9208 w 683899"/>
                  <a:gd name="connsiteY5" fmla="*/ 2336838 h 2343129"/>
                  <a:gd name="connsiteX6" fmla="*/ 113189 w 683899"/>
                  <a:gd name="connsiteY6" fmla="*/ 2341600 h 2343129"/>
                  <a:gd name="connsiteX7" fmla="*/ 200502 w 683899"/>
                  <a:gd name="connsiteY7" fmla="*/ 1756607 h 2343129"/>
                  <a:gd name="connsiteX8" fmla="*/ 683894 w 683899"/>
                  <a:gd name="connsiteY8" fmla="*/ 1165263 h 2343129"/>
                  <a:gd name="connsiteX9" fmla="*/ 175895 w 683899"/>
                  <a:gd name="connsiteY9" fmla="*/ 535025 h 2343129"/>
                  <a:gd name="connsiteX10" fmla="*/ 113189 w 683899"/>
                  <a:gd name="connsiteY10" fmla="*/ 38 h 2343129"/>
                  <a:gd name="connsiteX11" fmla="*/ 6033 w 683899"/>
                  <a:gd name="connsiteY11" fmla="*/ 38 h 2343129"/>
                  <a:gd name="connsiteX0" fmla="*/ 6033 w 683899"/>
                  <a:gd name="connsiteY0" fmla="*/ 38 h 2343129"/>
                  <a:gd name="connsiteX1" fmla="*/ 117158 w 683899"/>
                  <a:gd name="connsiteY1" fmla="*/ 606463 h 2343129"/>
                  <a:gd name="connsiteX2" fmla="*/ 553721 w 683899"/>
                  <a:gd name="connsiteY2" fmla="*/ 1060487 h 2343129"/>
                  <a:gd name="connsiteX3" fmla="*/ 552926 w 683899"/>
                  <a:gd name="connsiteY3" fmla="*/ 1272418 h 2343129"/>
                  <a:gd name="connsiteX4" fmla="*/ 124301 w 683899"/>
                  <a:gd name="connsiteY4" fmla="*/ 1719301 h 2343129"/>
                  <a:gd name="connsiteX5" fmla="*/ 9208 w 683899"/>
                  <a:gd name="connsiteY5" fmla="*/ 2336838 h 2343129"/>
                  <a:gd name="connsiteX6" fmla="*/ 113189 w 683899"/>
                  <a:gd name="connsiteY6" fmla="*/ 2341600 h 2343129"/>
                  <a:gd name="connsiteX7" fmla="*/ 200502 w 683899"/>
                  <a:gd name="connsiteY7" fmla="*/ 1756607 h 2343129"/>
                  <a:gd name="connsiteX8" fmla="*/ 683894 w 683899"/>
                  <a:gd name="connsiteY8" fmla="*/ 1165263 h 2343129"/>
                  <a:gd name="connsiteX9" fmla="*/ 175895 w 683899"/>
                  <a:gd name="connsiteY9" fmla="*/ 535025 h 2343129"/>
                  <a:gd name="connsiteX10" fmla="*/ 113189 w 683899"/>
                  <a:gd name="connsiteY10" fmla="*/ 38 h 2343129"/>
                  <a:gd name="connsiteX11" fmla="*/ 6033 w 683899"/>
                  <a:gd name="connsiteY11" fmla="*/ 38 h 2343129"/>
                  <a:gd name="connsiteX0" fmla="*/ 6033 w 683899"/>
                  <a:gd name="connsiteY0" fmla="*/ 38 h 2341719"/>
                  <a:gd name="connsiteX1" fmla="*/ 117158 w 683899"/>
                  <a:gd name="connsiteY1" fmla="*/ 606463 h 2341719"/>
                  <a:gd name="connsiteX2" fmla="*/ 553721 w 683899"/>
                  <a:gd name="connsiteY2" fmla="*/ 1060487 h 2341719"/>
                  <a:gd name="connsiteX3" fmla="*/ 552926 w 683899"/>
                  <a:gd name="connsiteY3" fmla="*/ 1272418 h 2341719"/>
                  <a:gd name="connsiteX4" fmla="*/ 124301 w 683899"/>
                  <a:gd name="connsiteY4" fmla="*/ 1719301 h 2341719"/>
                  <a:gd name="connsiteX5" fmla="*/ 9208 w 683899"/>
                  <a:gd name="connsiteY5" fmla="*/ 2336838 h 2341719"/>
                  <a:gd name="connsiteX6" fmla="*/ 113189 w 683899"/>
                  <a:gd name="connsiteY6" fmla="*/ 2341600 h 2341719"/>
                  <a:gd name="connsiteX7" fmla="*/ 200502 w 683899"/>
                  <a:gd name="connsiteY7" fmla="*/ 1756607 h 2341719"/>
                  <a:gd name="connsiteX8" fmla="*/ 683894 w 683899"/>
                  <a:gd name="connsiteY8" fmla="*/ 1165263 h 2341719"/>
                  <a:gd name="connsiteX9" fmla="*/ 175895 w 683899"/>
                  <a:gd name="connsiteY9" fmla="*/ 535025 h 2341719"/>
                  <a:gd name="connsiteX10" fmla="*/ 113189 w 683899"/>
                  <a:gd name="connsiteY10" fmla="*/ 38 h 2341719"/>
                  <a:gd name="connsiteX11" fmla="*/ 6033 w 683899"/>
                  <a:gd name="connsiteY11" fmla="*/ 38 h 2341719"/>
                  <a:gd name="connsiteX0" fmla="*/ 6033 w 683899"/>
                  <a:gd name="connsiteY0" fmla="*/ 38 h 2341701"/>
                  <a:gd name="connsiteX1" fmla="*/ 117158 w 683899"/>
                  <a:gd name="connsiteY1" fmla="*/ 606463 h 2341701"/>
                  <a:gd name="connsiteX2" fmla="*/ 553721 w 683899"/>
                  <a:gd name="connsiteY2" fmla="*/ 1060487 h 2341701"/>
                  <a:gd name="connsiteX3" fmla="*/ 552926 w 683899"/>
                  <a:gd name="connsiteY3" fmla="*/ 1272418 h 2341701"/>
                  <a:gd name="connsiteX4" fmla="*/ 124301 w 683899"/>
                  <a:gd name="connsiteY4" fmla="*/ 1719301 h 2341701"/>
                  <a:gd name="connsiteX5" fmla="*/ 9208 w 683899"/>
                  <a:gd name="connsiteY5" fmla="*/ 2336838 h 2341701"/>
                  <a:gd name="connsiteX6" fmla="*/ 113189 w 683899"/>
                  <a:gd name="connsiteY6" fmla="*/ 2341600 h 2341701"/>
                  <a:gd name="connsiteX7" fmla="*/ 200502 w 683899"/>
                  <a:gd name="connsiteY7" fmla="*/ 1756607 h 2341701"/>
                  <a:gd name="connsiteX8" fmla="*/ 683894 w 683899"/>
                  <a:gd name="connsiteY8" fmla="*/ 1165263 h 2341701"/>
                  <a:gd name="connsiteX9" fmla="*/ 175895 w 683899"/>
                  <a:gd name="connsiteY9" fmla="*/ 535025 h 2341701"/>
                  <a:gd name="connsiteX10" fmla="*/ 113189 w 683899"/>
                  <a:gd name="connsiteY10" fmla="*/ 38 h 2341701"/>
                  <a:gd name="connsiteX11" fmla="*/ 6033 w 683899"/>
                  <a:gd name="connsiteY11" fmla="*/ 38 h 2341701"/>
                  <a:gd name="connsiteX0" fmla="*/ 6033 w 683899"/>
                  <a:gd name="connsiteY0" fmla="*/ 38 h 2341699"/>
                  <a:gd name="connsiteX1" fmla="*/ 117158 w 683899"/>
                  <a:gd name="connsiteY1" fmla="*/ 606463 h 2341699"/>
                  <a:gd name="connsiteX2" fmla="*/ 553721 w 683899"/>
                  <a:gd name="connsiteY2" fmla="*/ 1060487 h 2341699"/>
                  <a:gd name="connsiteX3" fmla="*/ 552926 w 683899"/>
                  <a:gd name="connsiteY3" fmla="*/ 1272418 h 2341699"/>
                  <a:gd name="connsiteX4" fmla="*/ 124301 w 683899"/>
                  <a:gd name="connsiteY4" fmla="*/ 1719301 h 2341699"/>
                  <a:gd name="connsiteX5" fmla="*/ 9208 w 683899"/>
                  <a:gd name="connsiteY5" fmla="*/ 2336838 h 2341699"/>
                  <a:gd name="connsiteX6" fmla="*/ 113189 w 683899"/>
                  <a:gd name="connsiteY6" fmla="*/ 2341600 h 2341699"/>
                  <a:gd name="connsiteX7" fmla="*/ 200502 w 683899"/>
                  <a:gd name="connsiteY7" fmla="*/ 1756607 h 2341699"/>
                  <a:gd name="connsiteX8" fmla="*/ 683894 w 683899"/>
                  <a:gd name="connsiteY8" fmla="*/ 1165263 h 2341699"/>
                  <a:gd name="connsiteX9" fmla="*/ 175895 w 683899"/>
                  <a:gd name="connsiteY9" fmla="*/ 535025 h 2341699"/>
                  <a:gd name="connsiteX10" fmla="*/ 113189 w 683899"/>
                  <a:gd name="connsiteY10" fmla="*/ 38 h 2341699"/>
                  <a:gd name="connsiteX11" fmla="*/ 6033 w 683899"/>
                  <a:gd name="connsiteY11" fmla="*/ 38 h 2341699"/>
                  <a:gd name="connsiteX0" fmla="*/ 6033 w 683899"/>
                  <a:gd name="connsiteY0" fmla="*/ 38 h 2341699"/>
                  <a:gd name="connsiteX1" fmla="*/ 117158 w 683899"/>
                  <a:gd name="connsiteY1" fmla="*/ 606463 h 2341699"/>
                  <a:gd name="connsiteX2" fmla="*/ 553721 w 683899"/>
                  <a:gd name="connsiteY2" fmla="*/ 1060487 h 2341699"/>
                  <a:gd name="connsiteX3" fmla="*/ 552926 w 683899"/>
                  <a:gd name="connsiteY3" fmla="*/ 1272418 h 2341699"/>
                  <a:gd name="connsiteX4" fmla="*/ 124301 w 683899"/>
                  <a:gd name="connsiteY4" fmla="*/ 1719301 h 2341699"/>
                  <a:gd name="connsiteX5" fmla="*/ 9208 w 683899"/>
                  <a:gd name="connsiteY5" fmla="*/ 2336838 h 2341699"/>
                  <a:gd name="connsiteX6" fmla="*/ 113189 w 683899"/>
                  <a:gd name="connsiteY6" fmla="*/ 2341600 h 2341699"/>
                  <a:gd name="connsiteX7" fmla="*/ 200502 w 683899"/>
                  <a:gd name="connsiteY7" fmla="*/ 1756607 h 2341699"/>
                  <a:gd name="connsiteX8" fmla="*/ 683894 w 683899"/>
                  <a:gd name="connsiteY8" fmla="*/ 1165263 h 2341699"/>
                  <a:gd name="connsiteX9" fmla="*/ 175895 w 683899"/>
                  <a:gd name="connsiteY9" fmla="*/ 535025 h 2341699"/>
                  <a:gd name="connsiteX10" fmla="*/ 113189 w 683899"/>
                  <a:gd name="connsiteY10" fmla="*/ 38 h 2341699"/>
                  <a:gd name="connsiteX11" fmla="*/ 6033 w 683899"/>
                  <a:gd name="connsiteY11" fmla="*/ 38 h 2341699"/>
                  <a:gd name="connsiteX0" fmla="*/ 6033 w 683899"/>
                  <a:gd name="connsiteY0" fmla="*/ 38 h 2341699"/>
                  <a:gd name="connsiteX1" fmla="*/ 117158 w 683899"/>
                  <a:gd name="connsiteY1" fmla="*/ 606463 h 2341699"/>
                  <a:gd name="connsiteX2" fmla="*/ 553721 w 683899"/>
                  <a:gd name="connsiteY2" fmla="*/ 1060487 h 2341699"/>
                  <a:gd name="connsiteX3" fmla="*/ 552926 w 683899"/>
                  <a:gd name="connsiteY3" fmla="*/ 1272418 h 2341699"/>
                  <a:gd name="connsiteX4" fmla="*/ 124301 w 683899"/>
                  <a:gd name="connsiteY4" fmla="*/ 1719301 h 2341699"/>
                  <a:gd name="connsiteX5" fmla="*/ 9208 w 683899"/>
                  <a:gd name="connsiteY5" fmla="*/ 2336838 h 2341699"/>
                  <a:gd name="connsiteX6" fmla="*/ 113189 w 683899"/>
                  <a:gd name="connsiteY6" fmla="*/ 2341600 h 2341699"/>
                  <a:gd name="connsiteX7" fmla="*/ 200502 w 683899"/>
                  <a:gd name="connsiteY7" fmla="*/ 1756607 h 2341699"/>
                  <a:gd name="connsiteX8" fmla="*/ 683894 w 683899"/>
                  <a:gd name="connsiteY8" fmla="*/ 1165263 h 2341699"/>
                  <a:gd name="connsiteX9" fmla="*/ 175895 w 683899"/>
                  <a:gd name="connsiteY9" fmla="*/ 535025 h 2341699"/>
                  <a:gd name="connsiteX10" fmla="*/ 113189 w 683899"/>
                  <a:gd name="connsiteY10" fmla="*/ 38 h 2341699"/>
                  <a:gd name="connsiteX11" fmla="*/ 6033 w 683899"/>
                  <a:gd name="connsiteY11" fmla="*/ 38 h 2341699"/>
                  <a:gd name="connsiteX0" fmla="*/ 6033 w 683899"/>
                  <a:gd name="connsiteY0" fmla="*/ 38 h 2341699"/>
                  <a:gd name="connsiteX1" fmla="*/ 117158 w 683899"/>
                  <a:gd name="connsiteY1" fmla="*/ 606463 h 2341699"/>
                  <a:gd name="connsiteX2" fmla="*/ 553721 w 683899"/>
                  <a:gd name="connsiteY2" fmla="*/ 1060487 h 2341699"/>
                  <a:gd name="connsiteX3" fmla="*/ 552926 w 683899"/>
                  <a:gd name="connsiteY3" fmla="*/ 1272418 h 2341699"/>
                  <a:gd name="connsiteX4" fmla="*/ 124301 w 683899"/>
                  <a:gd name="connsiteY4" fmla="*/ 1719301 h 2341699"/>
                  <a:gd name="connsiteX5" fmla="*/ 9208 w 683899"/>
                  <a:gd name="connsiteY5" fmla="*/ 2336838 h 2341699"/>
                  <a:gd name="connsiteX6" fmla="*/ 113189 w 683899"/>
                  <a:gd name="connsiteY6" fmla="*/ 2341600 h 2341699"/>
                  <a:gd name="connsiteX7" fmla="*/ 200502 w 683899"/>
                  <a:gd name="connsiteY7" fmla="*/ 1756607 h 2341699"/>
                  <a:gd name="connsiteX8" fmla="*/ 683894 w 683899"/>
                  <a:gd name="connsiteY8" fmla="*/ 1165263 h 2341699"/>
                  <a:gd name="connsiteX9" fmla="*/ 175895 w 683899"/>
                  <a:gd name="connsiteY9" fmla="*/ 535025 h 2341699"/>
                  <a:gd name="connsiteX10" fmla="*/ 113189 w 683899"/>
                  <a:gd name="connsiteY10" fmla="*/ 38 h 2341699"/>
                  <a:gd name="connsiteX11" fmla="*/ 6033 w 683899"/>
                  <a:gd name="connsiteY11" fmla="*/ 38 h 2341699"/>
                  <a:gd name="connsiteX0" fmla="*/ 6033 w 683898"/>
                  <a:gd name="connsiteY0" fmla="*/ 38 h 2336838"/>
                  <a:gd name="connsiteX1" fmla="*/ 117158 w 683898"/>
                  <a:gd name="connsiteY1" fmla="*/ 606463 h 2336838"/>
                  <a:gd name="connsiteX2" fmla="*/ 553721 w 683898"/>
                  <a:gd name="connsiteY2" fmla="*/ 1060487 h 2336838"/>
                  <a:gd name="connsiteX3" fmla="*/ 552926 w 683898"/>
                  <a:gd name="connsiteY3" fmla="*/ 1272418 h 2336838"/>
                  <a:gd name="connsiteX4" fmla="*/ 124301 w 683898"/>
                  <a:gd name="connsiteY4" fmla="*/ 1719301 h 2336838"/>
                  <a:gd name="connsiteX5" fmla="*/ 9208 w 683898"/>
                  <a:gd name="connsiteY5" fmla="*/ 2336838 h 2336838"/>
                  <a:gd name="connsiteX6" fmla="*/ 141764 w 683898"/>
                  <a:gd name="connsiteY6" fmla="*/ 2335250 h 2336838"/>
                  <a:gd name="connsiteX7" fmla="*/ 200502 w 683898"/>
                  <a:gd name="connsiteY7" fmla="*/ 1756607 h 2336838"/>
                  <a:gd name="connsiteX8" fmla="*/ 683894 w 683898"/>
                  <a:gd name="connsiteY8" fmla="*/ 1165263 h 2336838"/>
                  <a:gd name="connsiteX9" fmla="*/ 175895 w 683898"/>
                  <a:gd name="connsiteY9" fmla="*/ 535025 h 2336838"/>
                  <a:gd name="connsiteX10" fmla="*/ 113189 w 683898"/>
                  <a:gd name="connsiteY10" fmla="*/ 38 h 2336838"/>
                  <a:gd name="connsiteX11" fmla="*/ 6033 w 683898"/>
                  <a:gd name="connsiteY11" fmla="*/ 38 h 2336838"/>
                  <a:gd name="connsiteX0" fmla="*/ 6033 w 683899"/>
                  <a:gd name="connsiteY0" fmla="*/ 38 h 2336838"/>
                  <a:gd name="connsiteX1" fmla="*/ 117158 w 683899"/>
                  <a:gd name="connsiteY1" fmla="*/ 606463 h 2336838"/>
                  <a:gd name="connsiteX2" fmla="*/ 553721 w 683899"/>
                  <a:gd name="connsiteY2" fmla="*/ 1060487 h 2336838"/>
                  <a:gd name="connsiteX3" fmla="*/ 552926 w 683899"/>
                  <a:gd name="connsiteY3" fmla="*/ 1272418 h 2336838"/>
                  <a:gd name="connsiteX4" fmla="*/ 124301 w 683899"/>
                  <a:gd name="connsiteY4" fmla="*/ 1719301 h 2336838"/>
                  <a:gd name="connsiteX5" fmla="*/ 9208 w 683899"/>
                  <a:gd name="connsiteY5" fmla="*/ 2336838 h 2336838"/>
                  <a:gd name="connsiteX6" fmla="*/ 141764 w 683899"/>
                  <a:gd name="connsiteY6" fmla="*/ 2335250 h 2336838"/>
                  <a:gd name="connsiteX7" fmla="*/ 200502 w 683899"/>
                  <a:gd name="connsiteY7" fmla="*/ 1756607 h 2336838"/>
                  <a:gd name="connsiteX8" fmla="*/ 683894 w 683899"/>
                  <a:gd name="connsiteY8" fmla="*/ 1165263 h 2336838"/>
                  <a:gd name="connsiteX9" fmla="*/ 175895 w 683899"/>
                  <a:gd name="connsiteY9" fmla="*/ 535025 h 2336838"/>
                  <a:gd name="connsiteX10" fmla="*/ 113189 w 683899"/>
                  <a:gd name="connsiteY10" fmla="*/ 38 h 2336838"/>
                  <a:gd name="connsiteX11" fmla="*/ 6033 w 683899"/>
                  <a:gd name="connsiteY11" fmla="*/ 38 h 2336838"/>
                  <a:gd name="connsiteX0" fmla="*/ 7898 w 685764"/>
                  <a:gd name="connsiteY0" fmla="*/ 38 h 2336838"/>
                  <a:gd name="connsiteX1" fmla="*/ 119023 w 685764"/>
                  <a:gd name="connsiteY1" fmla="*/ 606463 h 2336838"/>
                  <a:gd name="connsiteX2" fmla="*/ 555586 w 685764"/>
                  <a:gd name="connsiteY2" fmla="*/ 1060487 h 2336838"/>
                  <a:gd name="connsiteX3" fmla="*/ 554791 w 685764"/>
                  <a:gd name="connsiteY3" fmla="*/ 1272418 h 2336838"/>
                  <a:gd name="connsiteX4" fmla="*/ 113466 w 685764"/>
                  <a:gd name="connsiteY4" fmla="*/ 1716126 h 2336838"/>
                  <a:gd name="connsiteX5" fmla="*/ 11073 w 685764"/>
                  <a:gd name="connsiteY5" fmla="*/ 2336838 h 2336838"/>
                  <a:gd name="connsiteX6" fmla="*/ 143629 w 685764"/>
                  <a:gd name="connsiteY6" fmla="*/ 2335250 h 2336838"/>
                  <a:gd name="connsiteX7" fmla="*/ 202367 w 685764"/>
                  <a:gd name="connsiteY7" fmla="*/ 1756607 h 2336838"/>
                  <a:gd name="connsiteX8" fmla="*/ 685759 w 685764"/>
                  <a:gd name="connsiteY8" fmla="*/ 1165263 h 2336838"/>
                  <a:gd name="connsiteX9" fmla="*/ 177760 w 685764"/>
                  <a:gd name="connsiteY9" fmla="*/ 535025 h 2336838"/>
                  <a:gd name="connsiteX10" fmla="*/ 115054 w 685764"/>
                  <a:gd name="connsiteY10" fmla="*/ 38 h 2336838"/>
                  <a:gd name="connsiteX11" fmla="*/ 7898 w 685764"/>
                  <a:gd name="connsiteY11" fmla="*/ 38 h 2336838"/>
                  <a:gd name="connsiteX0" fmla="*/ 7898 w 685764"/>
                  <a:gd name="connsiteY0" fmla="*/ 38 h 2336838"/>
                  <a:gd name="connsiteX1" fmla="*/ 119023 w 685764"/>
                  <a:gd name="connsiteY1" fmla="*/ 606463 h 2336838"/>
                  <a:gd name="connsiteX2" fmla="*/ 555586 w 685764"/>
                  <a:gd name="connsiteY2" fmla="*/ 1060487 h 2336838"/>
                  <a:gd name="connsiteX3" fmla="*/ 554791 w 685764"/>
                  <a:gd name="connsiteY3" fmla="*/ 1272418 h 2336838"/>
                  <a:gd name="connsiteX4" fmla="*/ 113466 w 685764"/>
                  <a:gd name="connsiteY4" fmla="*/ 1716126 h 2336838"/>
                  <a:gd name="connsiteX5" fmla="*/ 11073 w 685764"/>
                  <a:gd name="connsiteY5" fmla="*/ 2336838 h 2336838"/>
                  <a:gd name="connsiteX6" fmla="*/ 143629 w 685764"/>
                  <a:gd name="connsiteY6" fmla="*/ 2335250 h 2336838"/>
                  <a:gd name="connsiteX7" fmla="*/ 202367 w 685764"/>
                  <a:gd name="connsiteY7" fmla="*/ 1756607 h 2336838"/>
                  <a:gd name="connsiteX8" fmla="*/ 685759 w 685764"/>
                  <a:gd name="connsiteY8" fmla="*/ 1165263 h 2336838"/>
                  <a:gd name="connsiteX9" fmla="*/ 177760 w 685764"/>
                  <a:gd name="connsiteY9" fmla="*/ 535025 h 2336838"/>
                  <a:gd name="connsiteX10" fmla="*/ 115054 w 685764"/>
                  <a:gd name="connsiteY10" fmla="*/ 38 h 2336838"/>
                  <a:gd name="connsiteX11" fmla="*/ 7898 w 685764"/>
                  <a:gd name="connsiteY11" fmla="*/ 38 h 2336838"/>
                  <a:gd name="connsiteX0" fmla="*/ 6033 w 683899"/>
                  <a:gd name="connsiteY0" fmla="*/ 38 h 2336838"/>
                  <a:gd name="connsiteX1" fmla="*/ 117158 w 683899"/>
                  <a:gd name="connsiteY1" fmla="*/ 606463 h 2336838"/>
                  <a:gd name="connsiteX2" fmla="*/ 553721 w 683899"/>
                  <a:gd name="connsiteY2" fmla="*/ 1060487 h 2336838"/>
                  <a:gd name="connsiteX3" fmla="*/ 552926 w 683899"/>
                  <a:gd name="connsiteY3" fmla="*/ 1272418 h 2336838"/>
                  <a:gd name="connsiteX4" fmla="*/ 111601 w 683899"/>
                  <a:gd name="connsiteY4" fmla="*/ 1716126 h 2336838"/>
                  <a:gd name="connsiteX5" fmla="*/ 9208 w 683899"/>
                  <a:gd name="connsiteY5" fmla="*/ 2336838 h 2336838"/>
                  <a:gd name="connsiteX6" fmla="*/ 141764 w 683899"/>
                  <a:gd name="connsiteY6" fmla="*/ 2335250 h 2336838"/>
                  <a:gd name="connsiteX7" fmla="*/ 200502 w 683899"/>
                  <a:gd name="connsiteY7" fmla="*/ 1756607 h 2336838"/>
                  <a:gd name="connsiteX8" fmla="*/ 683894 w 683899"/>
                  <a:gd name="connsiteY8" fmla="*/ 1165263 h 2336838"/>
                  <a:gd name="connsiteX9" fmla="*/ 175895 w 683899"/>
                  <a:gd name="connsiteY9" fmla="*/ 535025 h 2336838"/>
                  <a:gd name="connsiteX10" fmla="*/ 113189 w 683899"/>
                  <a:gd name="connsiteY10" fmla="*/ 38 h 2336838"/>
                  <a:gd name="connsiteX11" fmla="*/ 6033 w 683899"/>
                  <a:gd name="connsiteY11" fmla="*/ 38 h 2336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3899" h="2336838">
                    <a:moveTo>
                      <a:pt x="6033" y="38"/>
                    </a:moveTo>
                    <a:cubicBezTo>
                      <a:pt x="-16721" y="183657"/>
                      <a:pt x="25877" y="429721"/>
                      <a:pt x="117158" y="606463"/>
                    </a:cubicBezTo>
                    <a:cubicBezTo>
                      <a:pt x="208439" y="783205"/>
                      <a:pt x="431087" y="968544"/>
                      <a:pt x="553721" y="1060487"/>
                    </a:cubicBezTo>
                    <a:cubicBezTo>
                      <a:pt x="676355" y="1152430"/>
                      <a:pt x="642488" y="1204420"/>
                      <a:pt x="552926" y="1272418"/>
                    </a:cubicBezTo>
                    <a:cubicBezTo>
                      <a:pt x="463364" y="1340416"/>
                      <a:pt x="241114" y="1476017"/>
                      <a:pt x="111601" y="1716126"/>
                    </a:cubicBezTo>
                    <a:cubicBezTo>
                      <a:pt x="-17912" y="1956235"/>
                      <a:pt x="-2434" y="2224788"/>
                      <a:pt x="9208" y="2336838"/>
                    </a:cubicBezTo>
                    <a:cubicBezTo>
                      <a:pt x="73238" y="2334588"/>
                      <a:pt x="79322" y="2333927"/>
                      <a:pt x="141764" y="2335250"/>
                    </a:cubicBezTo>
                    <a:cubicBezTo>
                      <a:pt x="142293" y="2341337"/>
                      <a:pt x="72047" y="2043680"/>
                      <a:pt x="200502" y="1756607"/>
                    </a:cubicBezTo>
                    <a:cubicBezTo>
                      <a:pt x="328957" y="1469534"/>
                      <a:pt x="685482" y="1317001"/>
                      <a:pt x="683894" y="1165263"/>
                    </a:cubicBezTo>
                    <a:cubicBezTo>
                      <a:pt x="682306" y="1013525"/>
                      <a:pt x="282919" y="869723"/>
                      <a:pt x="175895" y="535025"/>
                    </a:cubicBezTo>
                    <a:cubicBezTo>
                      <a:pt x="68871" y="200327"/>
                      <a:pt x="104458" y="4271"/>
                      <a:pt x="113189" y="38"/>
                    </a:cubicBezTo>
                    <a:cubicBezTo>
                      <a:pt x="90964" y="-226"/>
                      <a:pt x="41530" y="1023"/>
                      <a:pt x="6033" y="3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>
                      <a:lumMod val="50000"/>
                    </a:schemeClr>
                  </a:solidFill>
                  <a:cs typeface="+mn-ea"/>
                </a:endParaRPr>
              </a:p>
            </p:txBody>
          </p:sp>
          <p:sp>
            <p:nvSpPr>
              <p:cNvPr id="31" name="圆角矩形 30"/>
              <p:cNvSpPr/>
              <p:nvPr/>
            </p:nvSpPr>
            <p:spPr>
              <a:xfrm>
                <a:off x="457037" y="1023995"/>
                <a:ext cx="2371887" cy="25252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>
                      <a:lumMod val="50000"/>
                    </a:schemeClr>
                  </a:solidFill>
                  <a:cs typeface="+mn-ea"/>
                </a:endParaRPr>
              </a:p>
            </p:txBody>
          </p:sp>
          <p:sp>
            <p:nvSpPr>
              <p:cNvPr id="32" name="圆角矩形 31"/>
              <p:cNvSpPr/>
              <p:nvPr/>
            </p:nvSpPr>
            <p:spPr>
              <a:xfrm>
                <a:off x="457037" y="4318878"/>
                <a:ext cx="2371887" cy="25252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>
                      <a:lumMod val="50000"/>
                    </a:schemeClr>
                  </a:solidFill>
                  <a:cs typeface="+mn-ea"/>
                </a:endParaRPr>
              </a:p>
            </p:txBody>
          </p:sp>
        </p:grpSp>
        <p:sp>
          <p:nvSpPr>
            <p:cNvPr id="33" name="椭圆 32"/>
            <p:cNvSpPr/>
            <p:nvPr/>
          </p:nvSpPr>
          <p:spPr>
            <a:xfrm>
              <a:off x="1845741" y="3964605"/>
              <a:ext cx="289363" cy="28936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08" tIns="60954" rIns="121908" bIns="60954" rtlCol="0" anchor="ctr"/>
            <a:lstStyle/>
            <a:p>
              <a:pPr algn="ctr"/>
              <a:endParaRPr lang="zh-CN" altLang="en-US">
                <a:solidFill>
                  <a:schemeClr val="bg1">
                    <a:lumMod val="50000"/>
                  </a:schemeClr>
                </a:solidFill>
                <a:cs typeface="+mn-ea"/>
              </a:endParaRPr>
            </a:p>
          </p:txBody>
        </p:sp>
        <p:sp>
          <p:nvSpPr>
            <p:cNvPr id="34" name="椭圆 33"/>
            <p:cNvSpPr/>
            <p:nvPr/>
          </p:nvSpPr>
          <p:spPr>
            <a:xfrm>
              <a:off x="1854606" y="4351009"/>
              <a:ext cx="361325" cy="3613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08" tIns="60954" rIns="121908" bIns="60954" rtlCol="0" anchor="ctr"/>
            <a:lstStyle/>
            <a:p>
              <a:pPr algn="ctr"/>
              <a:endParaRPr lang="zh-CN" altLang="en-US">
                <a:solidFill>
                  <a:schemeClr val="bg1">
                    <a:lumMod val="50000"/>
                  </a:schemeClr>
                </a:solidFill>
                <a:cs typeface="+mn-ea"/>
              </a:endParaRPr>
            </a:p>
          </p:txBody>
        </p:sp>
        <p:sp>
          <p:nvSpPr>
            <p:cNvPr id="35" name="椭圆 34"/>
            <p:cNvSpPr/>
            <p:nvPr/>
          </p:nvSpPr>
          <p:spPr>
            <a:xfrm>
              <a:off x="1490416" y="4662028"/>
              <a:ext cx="322816" cy="32281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08" tIns="60954" rIns="121908" bIns="60954" rtlCol="0" anchor="ctr"/>
            <a:lstStyle/>
            <a:p>
              <a:pPr algn="ctr"/>
              <a:endParaRPr lang="zh-CN" altLang="en-US">
                <a:solidFill>
                  <a:schemeClr val="bg1">
                    <a:lumMod val="50000"/>
                  </a:schemeClr>
                </a:solidFill>
                <a:cs typeface="+mn-ea"/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>
              <a:off x="1917350" y="4794098"/>
              <a:ext cx="221382" cy="2213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08" tIns="60954" rIns="121908" bIns="60954" rtlCol="0" anchor="ctr"/>
            <a:lstStyle/>
            <a:p>
              <a:pPr algn="ctr"/>
              <a:endParaRPr lang="zh-CN" altLang="en-US">
                <a:solidFill>
                  <a:schemeClr val="bg1">
                    <a:lumMod val="50000"/>
                  </a:schemeClr>
                </a:solidFill>
                <a:cs typeface="+mn-ea"/>
              </a:endParaRPr>
            </a:p>
          </p:txBody>
        </p:sp>
        <p:sp>
          <p:nvSpPr>
            <p:cNvPr id="37" name="椭圆 36"/>
            <p:cNvSpPr/>
            <p:nvPr/>
          </p:nvSpPr>
          <p:spPr>
            <a:xfrm>
              <a:off x="2189531" y="4128805"/>
              <a:ext cx="240290" cy="24028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08" tIns="60954" rIns="121908" bIns="60954" rtlCol="0" anchor="ctr"/>
            <a:lstStyle/>
            <a:p>
              <a:pPr algn="ctr"/>
              <a:endParaRPr lang="zh-CN" altLang="en-US">
                <a:solidFill>
                  <a:schemeClr val="bg1">
                    <a:lumMod val="50000"/>
                  </a:schemeClr>
                </a:solidFill>
                <a:cs typeface="+mn-ea"/>
              </a:endParaRPr>
            </a:p>
          </p:txBody>
        </p:sp>
        <p:sp>
          <p:nvSpPr>
            <p:cNvPr id="38" name="椭圆 37"/>
            <p:cNvSpPr/>
            <p:nvPr/>
          </p:nvSpPr>
          <p:spPr>
            <a:xfrm>
              <a:off x="2271869" y="4747105"/>
              <a:ext cx="290653" cy="29065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08" tIns="60954" rIns="121908" bIns="60954" rtlCol="0" anchor="ctr"/>
            <a:lstStyle/>
            <a:p>
              <a:pPr algn="ctr"/>
              <a:endParaRPr lang="zh-CN" altLang="en-US">
                <a:solidFill>
                  <a:schemeClr val="bg1">
                    <a:lumMod val="50000"/>
                  </a:schemeClr>
                </a:solidFill>
                <a:cs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30670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339503"/>
            <a:ext cx="442798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5188" y="360767"/>
            <a:ext cx="42226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6.4.3 EXTI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标准外设库应用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实例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图示 13"/>
          <p:cNvGraphicFramePr/>
          <p:nvPr>
            <p:extLst>
              <p:ext uri="{D42A27DB-BD31-4B8C-83A1-F6EECF244321}">
                <p14:modId xmlns:p14="http://schemas.microsoft.com/office/powerpoint/2010/main" val="162671567"/>
              </p:ext>
            </p:extLst>
          </p:nvPr>
        </p:nvGraphicFramePr>
        <p:xfrm>
          <a:off x="683568" y="1203598"/>
          <a:ext cx="7776864" cy="3600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3" name="矩形 12"/>
          <p:cNvSpPr/>
          <p:nvPr/>
        </p:nvSpPr>
        <p:spPr>
          <a:xfrm>
            <a:off x="4788024" y="406933"/>
            <a:ext cx="31493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b="1" dirty="0" smtClean="0">
                <a:solidFill>
                  <a:srgbClr val="C00000"/>
                </a:solidFill>
              </a:rPr>
              <a:t>使用</a:t>
            </a:r>
            <a:r>
              <a:rPr lang="en-US" altLang="zh-CN" b="1" dirty="0">
                <a:solidFill>
                  <a:srgbClr val="C00000"/>
                </a:solidFill>
              </a:rPr>
              <a:t>STM32</a:t>
            </a:r>
            <a:r>
              <a:rPr lang="zh-CN" altLang="en-US" b="1" dirty="0">
                <a:solidFill>
                  <a:srgbClr val="C00000"/>
                </a:solidFill>
              </a:rPr>
              <a:t>的</a:t>
            </a:r>
            <a:r>
              <a:rPr lang="zh-CN" altLang="en-US" b="1" dirty="0" smtClean="0">
                <a:solidFill>
                  <a:srgbClr val="C00000"/>
                </a:solidFill>
              </a:rPr>
              <a:t>外部中断步骤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7753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/>
          <p:cNvSpPr/>
          <p:nvPr/>
        </p:nvSpPr>
        <p:spPr>
          <a:xfrm>
            <a:off x="4716016" y="411510"/>
            <a:ext cx="3456384" cy="3168352"/>
          </a:xfrm>
          <a:prstGeom prst="rect">
            <a:avLst/>
          </a:prstGeom>
          <a:ln>
            <a:prstDash val="sysDot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/>
          </a:p>
        </p:txBody>
      </p:sp>
      <p:sp>
        <p:nvSpPr>
          <p:cNvPr id="6" name="矩形 5"/>
          <p:cNvSpPr/>
          <p:nvPr/>
        </p:nvSpPr>
        <p:spPr>
          <a:xfrm>
            <a:off x="611560" y="1387088"/>
            <a:ext cx="3006335" cy="286232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/>
              <a:t>    嵌入式</a:t>
            </a:r>
            <a:r>
              <a:rPr lang="zh-CN" altLang="en-US" b="1" dirty="0"/>
              <a:t>系统开发</a:t>
            </a:r>
            <a:r>
              <a:rPr lang="zh-CN" altLang="en-US" b="1" dirty="0" smtClean="0"/>
              <a:t>的程序</a:t>
            </a:r>
            <a:r>
              <a:rPr lang="zh-CN" altLang="en-US" b="1" dirty="0"/>
              <a:t>架构由初始化部分和主程序部分组成，初始化部分涉及到系统所用外设的初始化配置程序，主程序部分一般是由</a:t>
            </a:r>
            <a:r>
              <a:rPr lang="en-US" altLang="zh-CN" b="1" dirty="0"/>
              <a:t>while(1){ }</a:t>
            </a:r>
            <a:r>
              <a:rPr lang="zh-CN" altLang="en-US" b="1" dirty="0"/>
              <a:t>构成的无限循环，程序实体一直循环不停地轮流</a:t>
            </a:r>
            <a:r>
              <a:rPr lang="zh-CN" altLang="en-US" b="1" dirty="0" smtClean="0"/>
              <a:t>执行</a:t>
            </a:r>
            <a:endParaRPr lang="en-US" altLang="zh-CN" b="1" dirty="0"/>
          </a:p>
        </p:txBody>
      </p:sp>
      <p:sp>
        <p:nvSpPr>
          <p:cNvPr id="4" name="矩形 3"/>
          <p:cNvSpPr/>
          <p:nvPr/>
        </p:nvSpPr>
        <p:spPr>
          <a:xfrm>
            <a:off x="0" y="339503"/>
            <a:ext cx="442798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5188" y="360767"/>
            <a:ext cx="42226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6.4.3 EXTI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标准外设库应用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实例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0" name="对象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7230415"/>
              </p:ext>
            </p:extLst>
          </p:nvPr>
        </p:nvGraphicFramePr>
        <p:xfrm>
          <a:off x="5220072" y="516708"/>
          <a:ext cx="2627784" cy="31019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73" name="Visio" r:id="rId3" imgW="1261930" imgH="1486334" progId="Visio.Drawing.11">
                  <p:embed/>
                </p:oleObj>
              </mc:Choice>
              <mc:Fallback>
                <p:oleObj name="Visio" r:id="rId3" imgW="1261930" imgH="1486334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0072" y="516708"/>
                        <a:ext cx="2627784" cy="310197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矩形 40"/>
          <p:cNvSpPr/>
          <p:nvPr/>
        </p:nvSpPr>
        <p:spPr>
          <a:xfrm>
            <a:off x="4139952" y="3723878"/>
            <a:ext cx="4572000" cy="110094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/>
              <a:t>     </a:t>
            </a:r>
            <a:r>
              <a:rPr lang="zh-CN" altLang="zh-CN" b="1" dirty="0">
                <a:solidFill>
                  <a:schemeClr val="dk1"/>
                </a:solidFill>
              </a:rPr>
              <a:t>结构简单，容易实现，但由于主程序部分是一个轮流执行的无限循环体，遇到突发事件，无法保证系统响应的及时性</a:t>
            </a:r>
            <a:endParaRPr lang="zh-CN" altLang="en-US" b="1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3145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4222636"/>
              </p:ext>
            </p:extLst>
          </p:nvPr>
        </p:nvGraphicFramePr>
        <p:xfrm>
          <a:off x="1754687" y="1059582"/>
          <a:ext cx="6049491" cy="3059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68" name="Visio" r:id="rId3" imgW="4129799" imgH="2073232" progId="Visio.Drawing.11">
                  <p:embed/>
                </p:oleObj>
              </mc:Choice>
              <mc:Fallback>
                <p:oleObj name="Visio" r:id="rId3" imgW="4129799" imgH="2073232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4687" y="1059582"/>
                        <a:ext cx="6049491" cy="3059835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755576" y="4163184"/>
            <a:ext cx="7632848" cy="784830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/>
              <a:t>     前台程序</a:t>
            </a:r>
            <a:r>
              <a:rPr lang="zh-CN" altLang="en-US" b="1" dirty="0"/>
              <a:t>通过中断来处理事件，后台程序是一个无限循环的应用程序实体，负责嵌入式系统软、硬件资源的分配、管理等日常事务。</a:t>
            </a:r>
            <a:endParaRPr lang="en-US" altLang="zh-CN" b="1" dirty="0"/>
          </a:p>
        </p:txBody>
      </p:sp>
      <p:sp>
        <p:nvSpPr>
          <p:cNvPr id="4" name="矩形 3"/>
          <p:cNvSpPr/>
          <p:nvPr/>
        </p:nvSpPr>
        <p:spPr>
          <a:xfrm>
            <a:off x="0" y="339503"/>
            <a:ext cx="442798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5188" y="360767"/>
            <a:ext cx="42226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6.4.3 EXTI</a:t>
            </a:r>
            <a:r>
              <a:rPr lang="zh-CN" altLang="en-US" sz="2400" b="1" dirty="0">
                <a:solidFill>
                  <a:schemeClr val="bg1"/>
                </a:solidFill>
              </a:rPr>
              <a:t>标准外设库应用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实例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148064" y="406865"/>
            <a:ext cx="2723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前后台系统的程序架构图</a:t>
            </a:r>
          </a:p>
        </p:txBody>
      </p:sp>
    </p:spTree>
    <p:extLst>
      <p:ext uri="{BB962C8B-B14F-4D97-AF65-F5344CB8AC3E}">
        <p14:creationId xmlns:p14="http://schemas.microsoft.com/office/powerpoint/2010/main" val="3067513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" y="339503"/>
            <a:ext cx="5514174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5496" y="353678"/>
            <a:ext cx="54786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6.5 EXTI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模块的</a:t>
            </a:r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HAL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库接口函数及应用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文本框 9"/>
          <p:cNvSpPr txBox="1"/>
          <p:nvPr/>
        </p:nvSpPr>
        <p:spPr>
          <a:xfrm>
            <a:off x="3635896" y="1355526"/>
            <a:ext cx="21805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 smtClean="0">
                <a:solidFill>
                  <a:schemeClr val="accent5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思源黑体旧字形 ExtraLight" panose="020B0200000000000000" pitchFamily="34" charset="-128"/>
              </a:rPr>
              <a:t>目  录</a:t>
            </a:r>
            <a:endParaRPr lang="zh-CN" altLang="en-US" sz="2800" b="1" dirty="0">
              <a:solidFill>
                <a:schemeClr val="accent5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思源黑体旧字形 ExtraLight" panose="020B0200000000000000" pitchFamily="34" charset="-128"/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1007688" y="1995686"/>
            <a:ext cx="7057802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1941229" y="2427734"/>
            <a:ext cx="38731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/>
              <a:t>6.5.1 </a:t>
            </a:r>
            <a:r>
              <a:rPr lang="en-US" altLang="zh-CN" sz="2400" b="1" dirty="0" smtClean="0"/>
              <a:t>EXTI</a:t>
            </a:r>
            <a:r>
              <a:rPr lang="zh-CN" altLang="en-US" sz="2400" b="1" dirty="0" smtClean="0"/>
              <a:t>的</a:t>
            </a:r>
            <a:r>
              <a:rPr lang="en-US" altLang="zh-CN" sz="2400" b="1" dirty="0" smtClean="0"/>
              <a:t> HAL</a:t>
            </a:r>
            <a:r>
              <a:rPr lang="zh-CN" altLang="en-US" sz="2400" b="1" dirty="0" smtClean="0"/>
              <a:t>库接口</a:t>
            </a:r>
            <a:r>
              <a:rPr lang="zh-CN" altLang="en-US" sz="2400" b="1" dirty="0"/>
              <a:t>函数</a:t>
            </a:r>
          </a:p>
        </p:txBody>
      </p:sp>
      <p:sp>
        <p:nvSpPr>
          <p:cNvPr id="26" name="矩形 25"/>
          <p:cNvSpPr/>
          <p:nvPr/>
        </p:nvSpPr>
        <p:spPr>
          <a:xfrm>
            <a:off x="4461509" y="3219822"/>
            <a:ext cx="38042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/>
              <a:t>6.5.2 </a:t>
            </a:r>
            <a:r>
              <a:rPr lang="en-US" altLang="zh-CN" sz="2400" b="1" dirty="0" smtClean="0"/>
              <a:t>EXTI</a:t>
            </a:r>
            <a:r>
              <a:rPr lang="zh-CN" altLang="en-US" sz="2400" b="1" dirty="0" smtClean="0"/>
              <a:t>的</a:t>
            </a:r>
            <a:r>
              <a:rPr lang="en-US" altLang="zh-CN" sz="2400" b="1" dirty="0"/>
              <a:t>H</a:t>
            </a:r>
            <a:r>
              <a:rPr lang="en-US" altLang="zh-CN" sz="2400" b="1" dirty="0" smtClean="0"/>
              <a:t>AL</a:t>
            </a:r>
            <a:r>
              <a:rPr lang="zh-CN" altLang="en-US" sz="2400" b="1" dirty="0" smtClean="0"/>
              <a:t>库应用</a:t>
            </a:r>
            <a:r>
              <a:rPr lang="zh-CN" altLang="en-US" sz="2400" b="1" dirty="0"/>
              <a:t>实例</a:t>
            </a:r>
          </a:p>
        </p:txBody>
      </p:sp>
      <p:sp>
        <p:nvSpPr>
          <p:cNvPr id="27" name="十字箭头标注 26"/>
          <p:cNvSpPr/>
          <p:nvPr/>
        </p:nvSpPr>
        <p:spPr>
          <a:xfrm>
            <a:off x="1221149" y="2406538"/>
            <a:ext cx="720080" cy="504056"/>
          </a:xfrm>
          <a:prstGeom prst="quadArrowCallou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 smtClean="0"/>
          </a:p>
        </p:txBody>
      </p:sp>
      <p:sp>
        <p:nvSpPr>
          <p:cNvPr id="28" name="十字箭头标注 27"/>
          <p:cNvSpPr/>
          <p:nvPr/>
        </p:nvSpPr>
        <p:spPr>
          <a:xfrm>
            <a:off x="3741429" y="3219822"/>
            <a:ext cx="720080" cy="504056"/>
          </a:xfrm>
          <a:prstGeom prst="quadArrowCallou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 smtClean="0"/>
          </a:p>
        </p:txBody>
      </p:sp>
    </p:spTree>
    <p:extLst>
      <p:ext uri="{BB962C8B-B14F-4D97-AF65-F5344CB8AC3E}">
        <p14:creationId xmlns:p14="http://schemas.microsoft.com/office/powerpoint/2010/main" val="2709062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339503"/>
            <a:ext cx="3995935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72837"/>
            <a:ext cx="38042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6.5.1 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EXTI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的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HAL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库接口</a:t>
            </a:r>
            <a:r>
              <a:rPr lang="zh-CN" altLang="en-US" sz="2400" b="1" dirty="0">
                <a:solidFill>
                  <a:schemeClr val="bg1"/>
                </a:solidFill>
              </a:rPr>
              <a:t>函数</a:t>
            </a:r>
          </a:p>
        </p:txBody>
      </p:sp>
      <p:sp>
        <p:nvSpPr>
          <p:cNvPr id="7" name="矩形 6"/>
          <p:cNvSpPr/>
          <p:nvPr/>
        </p:nvSpPr>
        <p:spPr>
          <a:xfrm>
            <a:off x="4067944" y="38129"/>
            <a:ext cx="4968552" cy="11310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prstClr val="black"/>
                </a:solidFill>
              </a:rPr>
              <a:t>    EXTI</a:t>
            </a:r>
            <a:r>
              <a:rPr lang="zh-CN" altLang="en-US" b="1" dirty="0">
                <a:solidFill>
                  <a:prstClr val="black"/>
                </a:solidFill>
              </a:rPr>
              <a:t>的</a:t>
            </a:r>
            <a:r>
              <a:rPr lang="en-US" altLang="zh-CN" b="1" dirty="0">
                <a:solidFill>
                  <a:prstClr val="black"/>
                </a:solidFill>
              </a:rPr>
              <a:t>HAL</a:t>
            </a:r>
            <a:r>
              <a:rPr lang="zh-CN" altLang="en-US" b="1" dirty="0">
                <a:solidFill>
                  <a:prstClr val="black"/>
                </a:solidFill>
              </a:rPr>
              <a:t>库接口函数的源码定义在</a:t>
            </a:r>
            <a:r>
              <a:rPr lang="en-US" altLang="zh-CN" b="1" dirty="0">
                <a:solidFill>
                  <a:prstClr val="black"/>
                </a:solidFill>
              </a:rPr>
              <a:t>stm32f1xx_hal_exti.c</a:t>
            </a:r>
            <a:r>
              <a:rPr lang="zh-CN" altLang="en-US" b="1" dirty="0">
                <a:solidFill>
                  <a:prstClr val="black"/>
                </a:solidFill>
              </a:rPr>
              <a:t>源文件中，其对应的头文件</a:t>
            </a:r>
            <a:r>
              <a:rPr lang="en-US" altLang="zh-CN" b="1" dirty="0">
                <a:solidFill>
                  <a:prstClr val="black"/>
                </a:solidFill>
              </a:rPr>
              <a:t>stm32f1xx_hal_exti.h</a:t>
            </a:r>
            <a:r>
              <a:rPr lang="zh-CN" altLang="en-US" b="1" dirty="0">
                <a:solidFill>
                  <a:prstClr val="black"/>
                </a:solidFill>
              </a:rPr>
              <a:t>声明了</a:t>
            </a:r>
            <a:r>
              <a:rPr lang="en-US" altLang="zh-CN" b="1" dirty="0">
                <a:solidFill>
                  <a:prstClr val="black"/>
                </a:solidFill>
              </a:rPr>
              <a:t>EXTI</a:t>
            </a:r>
            <a:r>
              <a:rPr lang="zh-CN" altLang="en-US" b="1" dirty="0">
                <a:solidFill>
                  <a:prstClr val="black"/>
                </a:solidFill>
              </a:rPr>
              <a:t>所有的库</a:t>
            </a:r>
            <a:r>
              <a:rPr lang="zh-CN" altLang="en-US" b="1" dirty="0" smtClean="0">
                <a:solidFill>
                  <a:prstClr val="black"/>
                </a:solidFill>
              </a:rPr>
              <a:t>函数</a:t>
            </a:r>
            <a:endParaRPr lang="zh-CN" altLang="en-US" b="1" dirty="0">
              <a:solidFill>
                <a:prstClr val="black"/>
              </a:solidFill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1637362"/>
              </p:ext>
            </p:extLst>
          </p:nvPr>
        </p:nvGraphicFramePr>
        <p:xfrm>
          <a:off x="755576" y="1214847"/>
          <a:ext cx="7704856" cy="3627120"/>
        </p:xfrm>
        <a:graphic>
          <a:graphicData uri="http://schemas.openxmlformats.org/drawingml/2006/table">
            <a:tbl>
              <a:tblPr firstRow="1" firstCol="1" bandRow="1">
                <a:tableStyleId>{22838BEF-8BB2-4498-84A7-C5851F593DF1}</a:tableStyleId>
              </a:tblPr>
              <a:tblGrid>
                <a:gridCol w="865714"/>
                <a:gridCol w="6839142"/>
              </a:tblGrid>
              <a:tr h="8846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effectLst/>
                        </a:rPr>
                        <a:t>类型</a:t>
                      </a:r>
                      <a:endParaRPr lang="zh-CN" sz="16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4743" marR="5474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函数及功能描述</a:t>
                      </a:r>
                      <a:endParaRPr lang="zh-CN" sz="16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4743" marR="54743" marT="0" marB="0"/>
                </a:tc>
              </a:tr>
              <a:tr h="265409">
                <a:tc row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配置函数</a:t>
                      </a:r>
                      <a:endParaRPr lang="zh-CN" sz="16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4743" marR="54743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 dirty="0" err="1">
                          <a:effectLst/>
                        </a:rPr>
                        <a:t>HAL_EXTI_SetConfigLine</a:t>
                      </a:r>
                      <a:r>
                        <a:rPr lang="en-US" sz="1400" b="1" kern="100" dirty="0">
                          <a:effectLst/>
                        </a:rPr>
                        <a:t>(</a:t>
                      </a:r>
                      <a:r>
                        <a:rPr lang="en-US" sz="1400" b="1" kern="100" dirty="0" err="1">
                          <a:effectLst/>
                        </a:rPr>
                        <a:t>EXTI_HandleTypeDef</a:t>
                      </a:r>
                      <a:r>
                        <a:rPr lang="en-US" sz="1400" b="1" kern="100" dirty="0">
                          <a:effectLst/>
                        </a:rPr>
                        <a:t> *</a:t>
                      </a:r>
                      <a:r>
                        <a:rPr lang="en-US" sz="1400" b="1" kern="100" dirty="0" err="1">
                          <a:effectLst/>
                        </a:rPr>
                        <a:t>hexti</a:t>
                      </a:r>
                      <a:r>
                        <a:rPr lang="en-US" sz="1400" b="1" kern="100" dirty="0">
                          <a:effectLst/>
                        </a:rPr>
                        <a:t>, </a:t>
                      </a:r>
                      <a:r>
                        <a:rPr lang="en-US" sz="1400" b="1" kern="100" dirty="0" err="1">
                          <a:effectLst/>
                        </a:rPr>
                        <a:t>EXTI_ConfigTypeDef</a:t>
                      </a:r>
                      <a:r>
                        <a:rPr lang="en-US" sz="1400" b="1" kern="100" dirty="0">
                          <a:effectLst/>
                        </a:rPr>
                        <a:t> *</a:t>
                      </a:r>
                      <a:r>
                        <a:rPr lang="en-US" sz="1400" b="1" kern="100" dirty="0" err="1">
                          <a:effectLst/>
                        </a:rPr>
                        <a:t>pExtiConfig</a:t>
                      </a:r>
                      <a:r>
                        <a:rPr lang="en-US" sz="1400" b="1" kern="100" dirty="0">
                          <a:effectLst/>
                        </a:rPr>
                        <a:t>);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effectLst/>
                        </a:rPr>
                        <a:t>功能描述：设置外部中断</a:t>
                      </a:r>
                      <a:r>
                        <a:rPr lang="en-US" sz="1400" b="1" kern="100" dirty="0">
                          <a:effectLst/>
                        </a:rPr>
                        <a:t>EXTI</a:t>
                      </a:r>
                      <a:r>
                        <a:rPr lang="zh-CN" sz="1400" b="1" kern="100" dirty="0">
                          <a:effectLst/>
                        </a:rPr>
                        <a:t>的外部中断线路</a:t>
                      </a:r>
                      <a:endParaRPr lang="zh-CN" sz="16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4743" marR="54743" marT="0" marB="0" anchor="ctr"/>
                </a:tc>
              </a:tr>
              <a:tr h="35387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HAL_EXTI_GetConfigLine(EXTI_HandleTypeDef *hexti, EXTI_ConfigTypeDef *pExtiConfig);</a:t>
                      </a:r>
                      <a:endParaRPr lang="zh-CN" sz="1600" b="1" kern="1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功能描述：获取已配置好的外部中断</a:t>
                      </a:r>
                      <a:r>
                        <a:rPr lang="en-US" sz="1400" b="1" kern="100">
                          <a:effectLst/>
                        </a:rPr>
                        <a:t>EXTI</a:t>
                      </a:r>
                      <a:r>
                        <a:rPr lang="zh-CN" sz="1400" b="1" kern="100">
                          <a:effectLst/>
                        </a:rPr>
                        <a:t>的外部中断线路</a:t>
                      </a:r>
                      <a:endParaRPr lang="zh-CN" sz="16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4743" marR="54743" marT="0" marB="0" anchor="ctr"/>
                </a:tc>
              </a:tr>
              <a:tr h="35387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HAL_StatusTypeDef HAL_EXTI_ClearConfigLine(EXTI_HandleTypeDef *hexti);</a:t>
                      </a:r>
                      <a:endParaRPr lang="zh-CN" sz="1600" b="1" kern="1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功能描述：将已设置好的外部中断线路清除</a:t>
                      </a:r>
                      <a:endParaRPr lang="zh-CN" sz="16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4743" marR="54743" marT="0" marB="0" anchor="ctr"/>
                </a:tc>
              </a:tr>
              <a:tr h="26540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HAL_EXTI_GetHandle(EXTI_HandleTypeDef *hexti, uint32_t ExtiLine);</a:t>
                      </a:r>
                      <a:endParaRPr lang="zh-CN" sz="1600" b="1" kern="1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功能描述：获取</a:t>
                      </a:r>
                      <a:r>
                        <a:rPr lang="en-US" sz="1400" b="1" kern="100">
                          <a:effectLst/>
                        </a:rPr>
                        <a:t>EXTI</a:t>
                      </a:r>
                      <a:r>
                        <a:rPr lang="zh-CN" sz="1400" b="1" kern="100">
                          <a:effectLst/>
                        </a:rPr>
                        <a:t>的句柄</a:t>
                      </a:r>
                      <a:endParaRPr lang="zh-CN" sz="16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4743" marR="54743" marT="0" marB="0" anchor="ctr"/>
                </a:tc>
              </a:tr>
              <a:tr h="353878">
                <a:tc row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引脚功能</a:t>
                      </a:r>
                      <a:endParaRPr lang="zh-CN" sz="1600" b="1" kern="1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操作函数</a:t>
                      </a:r>
                      <a:endParaRPr lang="zh-CN" sz="16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4743" marR="54743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void HAL_EXTI_IRQHandler(EXTI_HandleTypeDef *hexti);</a:t>
                      </a:r>
                      <a:endParaRPr lang="zh-CN" sz="1600" b="1" kern="1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功能描述：外部中断</a:t>
                      </a:r>
                      <a:r>
                        <a:rPr lang="en-US" sz="1400" b="1" kern="100">
                          <a:effectLst/>
                        </a:rPr>
                        <a:t>EXTI</a:t>
                      </a:r>
                      <a:r>
                        <a:rPr lang="zh-CN" sz="1400" b="1" kern="100">
                          <a:effectLst/>
                        </a:rPr>
                        <a:t>的中断处理函数</a:t>
                      </a:r>
                      <a:endParaRPr lang="zh-CN" sz="16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4743" marR="54743" marT="0" marB="0" anchor="ctr"/>
                </a:tc>
              </a:tr>
              <a:tr h="35387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uint32_t </a:t>
                      </a:r>
                      <a:r>
                        <a:rPr lang="en-US" sz="1400" b="1" kern="100" dirty="0" err="1">
                          <a:effectLst/>
                        </a:rPr>
                        <a:t>HAL_EXTI_GetPending</a:t>
                      </a:r>
                      <a:r>
                        <a:rPr lang="en-US" sz="1400" b="1" kern="100" dirty="0">
                          <a:effectLst/>
                        </a:rPr>
                        <a:t>(</a:t>
                      </a:r>
                      <a:r>
                        <a:rPr lang="en-US" sz="1400" b="1" kern="100" dirty="0" err="1">
                          <a:effectLst/>
                        </a:rPr>
                        <a:t>EXTI_HandleTypeDef</a:t>
                      </a:r>
                      <a:r>
                        <a:rPr lang="en-US" sz="1400" b="1" kern="100" dirty="0">
                          <a:effectLst/>
                        </a:rPr>
                        <a:t> *</a:t>
                      </a:r>
                      <a:r>
                        <a:rPr lang="en-US" sz="1400" b="1" kern="100" dirty="0" err="1">
                          <a:effectLst/>
                        </a:rPr>
                        <a:t>hexti</a:t>
                      </a:r>
                      <a:r>
                        <a:rPr lang="en-US" sz="1400" b="1" kern="100" dirty="0">
                          <a:effectLst/>
                        </a:rPr>
                        <a:t>, uint32_t Edge);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effectLst/>
                        </a:rPr>
                        <a:t>功能描述：获取被挂起的外部中断线</a:t>
                      </a:r>
                      <a:r>
                        <a:rPr lang="en-US" sz="1400" b="1" kern="100" dirty="0">
                          <a:effectLst/>
                        </a:rPr>
                        <a:t>/</a:t>
                      </a:r>
                      <a:r>
                        <a:rPr lang="zh-CN" sz="1400" b="1" kern="100" dirty="0">
                          <a:effectLst/>
                        </a:rPr>
                        <a:t>事件线</a:t>
                      </a:r>
                      <a:endParaRPr lang="zh-CN" sz="16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4743" marR="54743" marT="0" marB="0" anchor="ctr"/>
                </a:tc>
              </a:tr>
              <a:tr h="35387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void HAL_EXTI_ClearPending(EXTI_HandleTypeDef *hexti, uint32_t Edge);</a:t>
                      </a:r>
                      <a:endParaRPr lang="zh-CN" sz="1600" b="1" kern="1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</a:rPr>
                        <a:t>功能描述：清除被挂起的外部中断</a:t>
                      </a:r>
                      <a:r>
                        <a:rPr lang="en-US" sz="1400" b="1" kern="100">
                          <a:effectLst/>
                        </a:rPr>
                        <a:t>/</a:t>
                      </a:r>
                      <a:r>
                        <a:rPr lang="zh-CN" sz="1400" b="1" kern="100">
                          <a:effectLst/>
                        </a:rPr>
                        <a:t>事件线</a:t>
                      </a:r>
                      <a:endParaRPr lang="zh-CN" sz="16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4743" marR="54743" marT="0" marB="0" anchor="ctr"/>
                </a:tc>
              </a:tr>
              <a:tr h="35387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void </a:t>
                      </a:r>
                      <a:r>
                        <a:rPr lang="en-US" sz="1400" b="1" kern="100" dirty="0" err="1">
                          <a:effectLst/>
                        </a:rPr>
                        <a:t>HAL_EXTI_GenerateSWI</a:t>
                      </a:r>
                      <a:r>
                        <a:rPr lang="en-US" sz="1400" b="1" kern="100" dirty="0">
                          <a:effectLst/>
                        </a:rPr>
                        <a:t>(</a:t>
                      </a:r>
                      <a:r>
                        <a:rPr lang="en-US" sz="1400" b="1" kern="100" dirty="0" err="1">
                          <a:effectLst/>
                        </a:rPr>
                        <a:t>EXTI_HandleTypeDef</a:t>
                      </a:r>
                      <a:r>
                        <a:rPr lang="en-US" sz="1400" b="1" kern="100" dirty="0">
                          <a:effectLst/>
                        </a:rPr>
                        <a:t> *</a:t>
                      </a:r>
                      <a:r>
                        <a:rPr lang="en-US" sz="1400" b="1" kern="100" dirty="0" err="1">
                          <a:effectLst/>
                        </a:rPr>
                        <a:t>hexti</a:t>
                      </a:r>
                      <a:r>
                        <a:rPr lang="en-US" sz="1400" b="1" kern="100" dirty="0">
                          <a:effectLst/>
                        </a:rPr>
                        <a:t>);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effectLst/>
                        </a:rPr>
                        <a:t>功能描述：产生一个软件中断</a:t>
                      </a:r>
                      <a:endParaRPr lang="zh-CN" sz="16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54743" marR="54743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6652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339503"/>
            <a:ext cx="3995935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60767"/>
            <a:ext cx="38042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6.5.2 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EXTI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的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HAL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库应用</a:t>
            </a:r>
            <a:r>
              <a:rPr lang="zh-CN" altLang="en-US" sz="2400" b="1" dirty="0">
                <a:solidFill>
                  <a:schemeClr val="bg1"/>
                </a:solidFill>
              </a:rPr>
              <a:t>实例</a:t>
            </a:r>
          </a:p>
        </p:txBody>
      </p:sp>
      <p:sp>
        <p:nvSpPr>
          <p:cNvPr id="7" name="矩形 6"/>
          <p:cNvSpPr/>
          <p:nvPr/>
        </p:nvSpPr>
        <p:spPr>
          <a:xfrm>
            <a:off x="3635896" y="3723878"/>
            <a:ext cx="4896544" cy="9233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b="1" dirty="0" smtClean="0"/>
              <a:t>     按键</a:t>
            </a:r>
            <a:r>
              <a:rPr lang="en-US" altLang="zh-CN" b="1" dirty="0"/>
              <a:t>WAKE_UP</a:t>
            </a:r>
            <a:r>
              <a:rPr lang="zh-CN" altLang="en-US" b="1" dirty="0"/>
              <a:t>连接在</a:t>
            </a:r>
            <a:r>
              <a:rPr lang="en-US" altLang="zh-CN" b="1" dirty="0"/>
              <a:t>STM32F103</a:t>
            </a:r>
            <a:r>
              <a:rPr lang="zh-CN" altLang="en-US" b="1" dirty="0"/>
              <a:t>的</a:t>
            </a:r>
            <a:r>
              <a:rPr lang="en-US" altLang="zh-CN" b="1" dirty="0"/>
              <a:t>PA0</a:t>
            </a:r>
            <a:r>
              <a:rPr lang="zh-CN" altLang="en-US" b="1" dirty="0"/>
              <a:t>引脚上，按下时</a:t>
            </a:r>
            <a:r>
              <a:rPr lang="en-US" altLang="zh-CN" b="1" dirty="0"/>
              <a:t>PA0</a:t>
            </a:r>
            <a:r>
              <a:rPr lang="zh-CN" altLang="en-US" b="1" dirty="0"/>
              <a:t>为高电平，按键</a:t>
            </a:r>
            <a:r>
              <a:rPr lang="en-US" altLang="zh-CN" b="1" dirty="0"/>
              <a:t>S2</a:t>
            </a:r>
            <a:r>
              <a:rPr lang="zh-CN" altLang="en-US" b="1" dirty="0"/>
              <a:t>连接在</a:t>
            </a:r>
            <a:r>
              <a:rPr lang="en-US" altLang="zh-CN" b="1" dirty="0"/>
              <a:t>STM32F103</a:t>
            </a:r>
            <a:r>
              <a:rPr lang="zh-CN" altLang="en-US" b="1" dirty="0"/>
              <a:t>的</a:t>
            </a:r>
            <a:r>
              <a:rPr lang="en-US" altLang="zh-CN" b="1" dirty="0"/>
              <a:t>PE3</a:t>
            </a:r>
            <a:r>
              <a:rPr lang="zh-CN" altLang="en-US" b="1" dirty="0"/>
              <a:t>引脚上。</a:t>
            </a:r>
          </a:p>
        </p:txBody>
      </p:sp>
      <p:sp>
        <p:nvSpPr>
          <p:cNvPr id="8" name="矩形 7"/>
          <p:cNvSpPr/>
          <p:nvPr/>
        </p:nvSpPr>
        <p:spPr>
          <a:xfrm>
            <a:off x="1071538" y="1923966"/>
            <a:ext cx="1988294" cy="201593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 smtClean="0"/>
              <a:t>      采用</a:t>
            </a:r>
            <a:r>
              <a:rPr lang="zh-CN" altLang="en-US" sz="2000" b="1" dirty="0"/>
              <a:t>基于</a:t>
            </a:r>
            <a:r>
              <a:rPr lang="en-US" altLang="zh-CN" sz="2000" b="1" dirty="0"/>
              <a:t>HAL</a:t>
            </a:r>
            <a:r>
              <a:rPr lang="zh-CN" altLang="en-US" sz="2000" b="1" dirty="0"/>
              <a:t>库设计方式，通过两个按键分别控制两个</a:t>
            </a:r>
            <a:r>
              <a:rPr lang="en-US" altLang="zh-CN" sz="2000" b="1" dirty="0"/>
              <a:t>LED</a:t>
            </a:r>
            <a:r>
              <a:rPr lang="zh-CN" altLang="en-US" sz="2000" b="1" dirty="0"/>
              <a:t>灯状态翻转。</a:t>
            </a:r>
          </a:p>
        </p:txBody>
      </p:sp>
      <p:sp>
        <p:nvSpPr>
          <p:cNvPr id="9" name="矩形 8"/>
          <p:cNvSpPr/>
          <p:nvPr/>
        </p:nvSpPr>
        <p:spPr>
          <a:xfrm>
            <a:off x="466892" y="1618896"/>
            <a:ext cx="928694" cy="422358"/>
          </a:xfrm>
          <a:prstGeom prst="rect">
            <a:avLst/>
          </a:prstGeom>
          <a:gradFill flip="none" rotWithShape="1">
            <a:gsLst>
              <a:gs pos="0">
                <a:schemeClr val="accent5">
                  <a:shade val="51000"/>
                  <a:satMod val="130000"/>
                </a:schemeClr>
              </a:gs>
              <a:gs pos="80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 smtClean="0"/>
              <a:t>功能</a:t>
            </a:r>
            <a:endParaRPr lang="zh-CN" altLang="en-US" sz="2000" b="1" dirty="0"/>
          </a:p>
        </p:txBody>
      </p:sp>
      <p:sp>
        <p:nvSpPr>
          <p:cNvPr id="10" name="矩形 9"/>
          <p:cNvSpPr/>
          <p:nvPr/>
        </p:nvSpPr>
        <p:spPr>
          <a:xfrm>
            <a:off x="3851921" y="1136150"/>
            <a:ext cx="4824536" cy="2299696"/>
          </a:xfrm>
          <a:prstGeom prst="rect">
            <a:avLst/>
          </a:prstGeom>
          <a:noFill/>
          <a:ln>
            <a:solidFill>
              <a:schemeClr val="accent5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419872" y="915566"/>
            <a:ext cx="1368151" cy="4796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 smtClean="0">
                <a:solidFill>
                  <a:schemeClr val="tx1"/>
                </a:solidFill>
              </a:rPr>
              <a:t>硬件设计</a:t>
            </a:r>
            <a:endParaRPr lang="zh-CN" altLang="en-US" sz="2000" b="1" dirty="0">
              <a:solidFill>
                <a:schemeClr val="tx1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0111467"/>
              </p:ext>
            </p:extLst>
          </p:nvPr>
        </p:nvGraphicFramePr>
        <p:xfrm>
          <a:off x="3923928" y="1552339"/>
          <a:ext cx="4593456" cy="1643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08" name="Visio" r:id="rId3" imgW="3147373" imgH="1130544" progId="Visio.Drawing.11">
                  <p:embed/>
                </p:oleObj>
              </mc:Choice>
              <mc:Fallback>
                <p:oleObj name="Visio" r:id="rId3" imgW="3147373" imgH="1130544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3928" y="1552339"/>
                        <a:ext cx="4593456" cy="164309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78636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图示 2"/>
          <p:cNvGraphicFramePr/>
          <p:nvPr>
            <p:extLst>
              <p:ext uri="{D42A27DB-BD31-4B8C-83A1-F6EECF244321}">
                <p14:modId xmlns:p14="http://schemas.microsoft.com/office/powerpoint/2010/main" val="35623937"/>
              </p:ext>
            </p:extLst>
          </p:nvPr>
        </p:nvGraphicFramePr>
        <p:xfrm>
          <a:off x="683568" y="483518"/>
          <a:ext cx="7857746" cy="35484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9" name="右箭头 18"/>
          <p:cNvSpPr/>
          <p:nvPr/>
        </p:nvSpPr>
        <p:spPr>
          <a:xfrm>
            <a:off x="1115616" y="3869781"/>
            <a:ext cx="6768752" cy="360040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/>
          </a:p>
        </p:txBody>
      </p:sp>
      <p:sp>
        <p:nvSpPr>
          <p:cNvPr id="11" name="矩形 10"/>
          <p:cNvSpPr/>
          <p:nvPr/>
        </p:nvSpPr>
        <p:spPr>
          <a:xfrm>
            <a:off x="4731071" y="363896"/>
            <a:ext cx="2088232" cy="479663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b="1" dirty="0" smtClean="0">
                <a:solidFill>
                  <a:schemeClr val="tx1"/>
                </a:solidFill>
              </a:rPr>
              <a:t>软件设计</a:t>
            </a:r>
            <a:r>
              <a:rPr lang="zh-CN" altLang="en-US" sz="2000" b="1" dirty="0">
                <a:solidFill>
                  <a:schemeClr val="tx1"/>
                </a:solidFill>
              </a:rPr>
              <a:t>流程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1511660" y="3706537"/>
            <a:ext cx="1224136" cy="665413"/>
          </a:xfrm>
          <a:prstGeom prst="roundRect">
            <a:avLst>
              <a:gd name="adj" fmla="val 10000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RCC</a:t>
            </a:r>
            <a:r>
              <a:rPr lang="zh-CN" altLang="zh-CN" b="1" dirty="0" smtClean="0">
                <a:solidFill>
                  <a:schemeClr val="tx1"/>
                </a:solidFill>
              </a:rPr>
              <a:t>和</a:t>
            </a:r>
            <a:endParaRPr lang="en-US" altLang="zh-CN" b="1" dirty="0" smtClean="0">
              <a:solidFill>
                <a:schemeClr val="tx1"/>
              </a:solidFill>
            </a:endParaRPr>
          </a:p>
          <a:p>
            <a:pPr algn="ctr"/>
            <a:r>
              <a:rPr lang="zh-CN" altLang="zh-CN" b="1" dirty="0" smtClean="0">
                <a:solidFill>
                  <a:schemeClr val="tx1"/>
                </a:solidFill>
              </a:rPr>
              <a:t>时钟配置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3085048" y="3706537"/>
            <a:ext cx="1199547" cy="665413"/>
          </a:xfrm>
          <a:prstGeom prst="roundRect">
            <a:avLst>
              <a:gd name="adj" fmla="val 10000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MCU</a:t>
            </a:r>
          </a:p>
          <a:p>
            <a:pPr algn="ctr"/>
            <a:r>
              <a:rPr lang="zh-CN" altLang="zh-CN" b="1" dirty="0">
                <a:solidFill>
                  <a:schemeClr val="tx1"/>
                </a:solidFill>
              </a:rPr>
              <a:t>引脚选择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4633847" y="3706537"/>
            <a:ext cx="1224136" cy="665413"/>
          </a:xfrm>
          <a:prstGeom prst="roundRect">
            <a:avLst>
              <a:gd name="adj" fmla="val 10000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GPIO</a:t>
            </a:r>
            <a:r>
              <a:rPr lang="zh-CN" altLang="zh-CN" b="1" dirty="0">
                <a:solidFill>
                  <a:schemeClr val="tx1"/>
                </a:solidFill>
              </a:rPr>
              <a:t>引脚参数配置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6207235" y="3706537"/>
            <a:ext cx="1224136" cy="665413"/>
          </a:xfrm>
          <a:prstGeom prst="roundRect">
            <a:avLst>
              <a:gd name="adj" fmla="val 10000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algn="ctr"/>
            <a:r>
              <a:rPr lang="zh-CN" altLang="zh-CN" b="1" dirty="0">
                <a:solidFill>
                  <a:schemeClr val="tx1"/>
                </a:solidFill>
              </a:rPr>
              <a:t>配置外部中断参数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20" name="左大括号 19"/>
          <p:cNvSpPr/>
          <p:nvPr/>
        </p:nvSpPr>
        <p:spPr>
          <a:xfrm rot="5400000">
            <a:off x="4211959" y="699542"/>
            <a:ext cx="288032" cy="5328592"/>
          </a:xfrm>
          <a:prstGeom prst="leftBrace">
            <a:avLst>
              <a:gd name="adj1" fmla="val 51646"/>
              <a:gd name="adj2" fmla="val 76385"/>
            </a:avLst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1" y="339503"/>
            <a:ext cx="3995935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25188" y="360767"/>
            <a:ext cx="38042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6.5.2 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EXTI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的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HAL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库应用</a:t>
            </a:r>
            <a:r>
              <a:rPr lang="zh-CN" altLang="en-US" sz="2400" b="1" dirty="0">
                <a:solidFill>
                  <a:schemeClr val="bg1"/>
                </a:solidFill>
              </a:rPr>
              <a:t>实例</a:t>
            </a:r>
          </a:p>
        </p:txBody>
      </p:sp>
    </p:spTree>
    <p:extLst>
      <p:ext uri="{BB962C8B-B14F-4D97-AF65-F5344CB8AC3E}">
        <p14:creationId xmlns:p14="http://schemas.microsoft.com/office/powerpoint/2010/main" val="1604503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339503"/>
            <a:ext cx="528679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60767"/>
            <a:ext cx="51616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软件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设计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——</a:t>
            </a:r>
            <a:r>
              <a:rPr lang="zh-CN" altLang="en-US" sz="1600" b="1" dirty="0">
                <a:solidFill>
                  <a:schemeClr val="bg1"/>
                </a:solidFill>
              </a:rPr>
              <a:t>新建</a:t>
            </a:r>
            <a:r>
              <a:rPr lang="en-US" altLang="zh-CN" sz="1600" b="1" dirty="0">
                <a:solidFill>
                  <a:schemeClr val="bg1"/>
                </a:solidFill>
              </a:rPr>
              <a:t>STM32CubeMX</a:t>
            </a:r>
            <a:r>
              <a:rPr lang="zh-CN" altLang="en-US" sz="1600" b="1" dirty="0">
                <a:solidFill>
                  <a:schemeClr val="bg1"/>
                </a:solidFill>
              </a:rPr>
              <a:t>工程，选择</a:t>
            </a:r>
            <a:r>
              <a:rPr lang="en-US" altLang="zh-CN" sz="1600" b="1" dirty="0">
                <a:solidFill>
                  <a:schemeClr val="bg1"/>
                </a:solidFill>
              </a:rPr>
              <a:t>MCU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323528" y="1131590"/>
            <a:ext cx="2934644" cy="355481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 smtClean="0"/>
              <a:t>      在</a:t>
            </a:r>
            <a:r>
              <a:rPr lang="en-US" altLang="zh-CN" sz="2000" b="1" dirty="0"/>
              <a:t>D</a:t>
            </a:r>
            <a:r>
              <a:rPr lang="zh-CN" altLang="en-US" sz="2000" b="1" dirty="0"/>
              <a:t>盘或其他盘符目录下新建一个文件夹，用来存放后面建立的</a:t>
            </a:r>
            <a:r>
              <a:rPr lang="en-US" altLang="zh-CN" sz="2000" b="1" dirty="0"/>
              <a:t>STM32CubeMX</a:t>
            </a:r>
            <a:r>
              <a:rPr lang="zh-CN" altLang="en-US" sz="2000" b="1" dirty="0"/>
              <a:t>工程。需要注意的是：所建工程文件名最好是英文名称，且最好是英文路径。</a:t>
            </a:r>
          </a:p>
          <a:p>
            <a:pPr>
              <a:lnSpc>
                <a:spcPct val="125000"/>
              </a:lnSpc>
            </a:pPr>
            <a:r>
              <a:rPr lang="zh-CN" altLang="en-US" sz="2000" b="1" dirty="0"/>
              <a:t>这里采用</a:t>
            </a:r>
            <a:r>
              <a:rPr lang="en-US" altLang="zh-CN" sz="2000" b="1" dirty="0"/>
              <a:t>STM32F103ZET6</a:t>
            </a:r>
            <a:r>
              <a:rPr lang="zh-CN" altLang="en-US" sz="2000" b="1" dirty="0" smtClean="0"/>
              <a:t>芯片。</a:t>
            </a:r>
            <a:endParaRPr lang="zh-CN" altLang="en-US" sz="2000" b="1" dirty="0"/>
          </a:p>
        </p:txBody>
      </p:sp>
      <p:sp>
        <p:nvSpPr>
          <p:cNvPr id="10" name="矩形 9"/>
          <p:cNvSpPr/>
          <p:nvPr/>
        </p:nvSpPr>
        <p:spPr>
          <a:xfrm>
            <a:off x="3563888" y="1203598"/>
            <a:ext cx="5256584" cy="3456384"/>
          </a:xfrm>
          <a:prstGeom prst="rect">
            <a:avLst/>
          </a:prstGeom>
          <a:noFill/>
          <a:ln>
            <a:solidFill>
              <a:schemeClr val="accent5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2" name="图片 11"/>
          <p:cNvPicPr/>
          <p:nvPr/>
        </p:nvPicPr>
        <p:blipFill>
          <a:blip r:embed="rId3"/>
          <a:stretch>
            <a:fillRect/>
          </a:stretch>
        </p:blipFill>
        <p:spPr>
          <a:xfrm>
            <a:off x="3662194" y="1275606"/>
            <a:ext cx="5040560" cy="324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809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" y="339503"/>
            <a:ext cx="4656812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60767"/>
            <a:ext cx="45316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软件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设计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——</a:t>
            </a:r>
            <a:r>
              <a:rPr lang="en-US" altLang="zh-CN" sz="1600" b="1" dirty="0">
                <a:solidFill>
                  <a:schemeClr val="bg1"/>
                </a:solidFill>
              </a:rPr>
              <a:t>STM32CubeMX</a:t>
            </a:r>
            <a:r>
              <a:rPr lang="zh-CN" altLang="en-US" sz="1600" b="1" dirty="0">
                <a:solidFill>
                  <a:schemeClr val="bg1"/>
                </a:solidFill>
              </a:rPr>
              <a:t>功能参数配置</a:t>
            </a:r>
          </a:p>
        </p:txBody>
      </p:sp>
      <p:sp>
        <p:nvSpPr>
          <p:cNvPr id="8" name="矩形 7"/>
          <p:cNvSpPr/>
          <p:nvPr/>
        </p:nvSpPr>
        <p:spPr>
          <a:xfrm>
            <a:off x="248444" y="1560744"/>
            <a:ext cx="2142556" cy="201593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GB" altLang="zh-CN" sz="2000" b="1" dirty="0" smtClean="0"/>
              <a:t>HSE</a:t>
            </a:r>
            <a:r>
              <a:rPr lang="zh-CN" altLang="en-US" sz="2000" b="1" dirty="0" smtClean="0"/>
              <a:t>选择</a:t>
            </a:r>
            <a:r>
              <a:rPr lang="zh-CN" altLang="en-US" sz="2000" b="1" dirty="0"/>
              <a:t>“</a:t>
            </a:r>
            <a:r>
              <a:rPr lang="en-GB" altLang="zh-CN" sz="2000" b="1" dirty="0"/>
              <a:t>Crystal/Ceramic Resonator”</a:t>
            </a:r>
            <a:r>
              <a:rPr lang="zh-CN" altLang="en-GB" sz="2000" b="1" dirty="0"/>
              <a:t>（</a:t>
            </a:r>
            <a:r>
              <a:rPr lang="zh-CN" altLang="en-US" sz="2000" b="1" dirty="0"/>
              <a:t>晶振</a:t>
            </a:r>
            <a:r>
              <a:rPr lang="en-US" altLang="zh-CN" sz="2000" b="1" dirty="0"/>
              <a:t>/</a:t>
            </a:r>
            <a:r>
              <a:rPr lang="zh-CN" altLang="en-US" sz="2000" b="1" dirty="0"/>
              <a:t>陶瓷谐振器</a:t>
            </a:r>
            <a:r>
              <a:rPr lang="zh-CN" altLang="en-US" sz="2000" b="1" dirty="0" smtClean="0"/>
              <a:t>），</a:t>
            </a:r>
            <a:r>
              <a:rPr lang="en-GB" altLang="zh-CN" sz="2000" b="1" dirty="0" smtClean="0"/>
              <a:t>LSE</a:t>
            </a:r>
            <a:r>
              <a:rPr lang="zh-CN" altLang="en-US" sz="2000" b="1" dirty="0" smtClean="0"/>
              <a:t>选择</a:t>
            </a:r>
            <a:r>
              <a:rPr lang="zh-CN" altLang="en-US" sz="2000" b="1" dirty="0"/>
              <a:t>“</a:t>
            </a:r>
            <a:r>
              <a:rPr lang="en-GB" altLang="zh-CN" sz="2000" b="1" dirty="0"/>
              <a:t>Disable”</a:t>
            </a:r>
            <a:endParaRPr lang="zh-CN" altLang="en-US" sz="2000" b="1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5337843" y="406933"/>
            <a:ext cx="10213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b="1" dirty="0" smtClean="0">
                <a:solidFill>
                  <a:srgbClr val="C00000"/>
                </a:solidFill>
              </a:rPr>
              <a:t>RCC</a:t>
            </a:r>
            <a:r>
              <a:rPr lang="zh-CN" altLang="en-US" b="1" dirty="0" smtClean="0">
                <a:solidFill>
                  <a:srgbClr val="C00000"/>
                </a:solidFill>
              </a:rPr>
              <a:t>配置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pic>
        <p:nvPicPr>
          <p:cNvPr id="778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977731"/>
            <a:ext cx="6047308" cy="3787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78511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339503"/>
            <a:ext cx="468981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60767"/>
            <a:ext cx="45316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软件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设计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——</a:t>
            </a:r>
            <a:r>
              <a:rPr lang="en-US" altLang="zh-CN" sz="1600" b="1" dirty="0">
                <a:solidFill>
                  <a:schemeClr val="bg1"/>
                </a:solidFill>
              </a:rPr>
              <a:t>STM32CubeMX</a:t>
            </a:r>
            <a:r>
              <a:rPr lang="zh-CN" altLang="en-US" sz="1600" b="1" dirty="0">
                <a:solidFill>
                  <a:schemeClr val="bg1"/>
                </a:solidFill>
              </a:rPr>
              <a:t>功能参数配置</a:t>
            </a:r>
          </a:p>
        </p:txBody>
      </p:sp>
      <p:sp>
        <p:nvSpPr>
          <p:cNvPr id="8" name="矩形 7"/>
          <p:cNvSpPr/>
          <p:nvPr/>
        </p:nvSpPr>
        <p:spPr>
          <a:xfrm>
            <a:off x="5234552" y="843559"/>
            <a:ext cx="3384376" cy="393954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lnSpc>
                <a:spcPct val="125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en-US" altLang="zh-CN" sz="2000" b="1" dirty="0"/>
              <a:t>LED2</a:t>
            </a:r>
            <a:r>
              <a:rPr lang="zh-CN" altLang="en-US" sz="2000" b="1" dirty="0"/>
              <a:t>连接在</a:t>
            </a:r>
            <a:r>
              <a:rPr lang="en-US" altLang="zh-CN" sz="2000" b="1" dirty="0"/>
              <a:t>PE5</a:t>
            </a:r>
            <a:r>
              <a:rPr lang="zh-CN" altLang="en-US" sz="2000" b="1" dirty="0"/>
              <a:t>引脚上，</a:t>
            </a:r>
            <a:r>
              <a:rPr lang="en-US" altLang="zh-CN" sz="2000" b="1" dirty="0"/>
              <a:t>LED3</a:t>
            </a:r>
            <a:r>
              <a:rPr lang="zh-CN" altLang="en-US" sz="2000" b="1" dirty="0"/>
              <a:t>连接在</a:t>
            </a:r>
            <a:r>
              <a:rPr lang="en-US" altLang="zh-CN" sz="2000" b="1" dirty="0"/>
              <a:t>PB5</a:t>
            </a:r>
            <a:r>
              <a:rPr lang="zh-CN" altLang="en-US" sz="2000" b="1" dirty="0"/>
              <a:t>引脚上，设置为</a:t>
            </a:r>
            <a:r>
              <a:rPr lang="en-US" altLang="zh-CN" sz="2000" b="1" dirty="0" err="1" smtClean="0"/>
              <a:t>GPIO_Output</a:t>
            </a:r>
            <a:r>
              <a:rPr lang="zh-CN" altLang="en-US" sz="2000" b="1" dirty="0" smtClean="0"/>
              <a:t>；</a:t>
            </a:r>
            <a:endParaRPr lang="en-US" altLang="zh-CN" sz="2000" b="1" dirty="0" smtClean="0"/>
          </a:p>
          <a:p>
            <a:pPr marL="342900" indent="-342900">
              <a:lnSpc>
                <a:spcPct val="125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sz="2000" b="1" dirty="0" smtClean="0"/>
              <a:t>设置</a:t>
            </a:r>
            <a:r>
              <a:rPr lang="en-US" altLang="zh-CN" sz="2000" b="1" dirty="0"/>
              <a:t>PA0</a:t>
            </a:r>
            <a:r>
              <a:rPr lang="zh-CN" altLang="en-US" sz="2000" b="1" dirty="0"/>
              <a:t>为</a:t>
            </a:r>
            <a:r>
              <a:rPr lang="en-US" altLang="zh-CN" sz="2000" b="1" dirty="0"/>
              <a:t>GPIO_EXTI0</a:t>
            </a:r>
            <a:r>
              <a:rPr lang="zh-CN" altLang="en-US" sz="2000" b="1" dirty="0"/>
              <a:t>外部中断线作为</a:t>
            </a:r>
            <a:r>
              <a:rPr lang="en-US" altLang="zh-CN" sz="2000" b="1" dirty="0"/>
              <a:t>WAKE_UP</a:t>
            </a:r>
            <a:r>
              <a:rPr lang="zh-CN" altLang="en-US" sz="2000" b="1" dirty="0"/>
              <a:t>按键使用，用于控制</a:t>
            </a:r>
            <a:r>
              <a:rPr lang="en-US" altLang="zh-CN" sz="2000" b="1" dirty="0"/>
              <a:t>LED3</a:t>
            </a:r>
            <a:r>
              <a:rPr lang="zh-CN" altLang="en-US" sz="2000" b="1" dirty="0"/>
              <a:t>灯</a:t>
            </a:r>
            <a:r>
              <a:rPr lang="zh-CN" altLang="en-US" sz="2000" b="1" dirty="0" smtClean="0"/>
              <a:t>闪烁；</a:t>
            </a:r>
            <a:endParaRPr lang="en-US" altLang="zh-CN" sz="2000" b="1" dirty="0" smtClean="0"/>
          </a:p>
          <a:p>
            <a:pPr marL="342900" indent="-342900">
              <a:lnSpc>
                <a:spcPct val="125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sz="2000" b="1" dirty="0" smtClean="0"/>
              <a:t>设置</a:t>
            </a:r>
            <a:r>
              <a:rPr lang="en-US" altLang="zh-CN" sz="2000" b="1" dirty="0"/>
              <a:t>PE3</a:t>
            </a:r>
            <a:r>
              <a:rPr lang="zh-CN" altLang="en-US" sz="2000" b="1" dirty="0"/>
              <a:t>为</a:t>
            </a:r>
            <a:r>
              <a:rPr lang="en-US" altLang="zh-CN" sz="2000" b="1" dirty="0"/>
              <a:t>GPIO_EXTI3</a:t>
            </a:r>
            <a:r>
              <a:rPr lang="zh-CN" altLang="en-US" sz="2000" b="1" dirty="0"/>
              <a:t>作为按键</a:t>
            </a:r>
            <a:r>
              <a:rPr lang="en-US" altLang="zh-CN" sz="2000" b="1" dirty="0"/>
              <a:t>S2</a:t>
            </a:r>
            <a:r>
              <a:rPr lang="zh-CN" altLang="en-US" sz="2000" b="1" dirty="0"/>
              <a:t>使用，用于控制</a:t>
            </a:r>
            <a:r>
              <a:rPr lang="en-US" altLang="zh-CN" sz="2000" b="1" dirty="0"/>
              <a:t>LED2</a:t>
            </a:r>
            <a:r>
              <a:rPr lang="zh-CN" altLang="en-US" sz="2000" b="1" dirty="0"/>
              <a:t>灯闪烁。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012160" y="352939"/>
            <a:ext cx="17443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smtClean="0">
                <a:solidFill>
                  <a:srgbClr val="C00000"/>
                </a:solidFill>
              </a:rPr>
              <a:t>MCU</a:t>
            </a:r>
            <a:r>
              <a:rPr lang="zh-CN" altLang="en-US" sz="2000" b="1" dirty="0" smtClean="0">
                <a:solidFill>
                  <a:srgbClr val="C00000"/>
                </a:solidFill>
              </a:rPr>
              <a:t>引脚选择</a:t>
            </a:r>
            <a:endParaRPr lang="zh-CN" altLang="en-US" sz="2000" b="1" dirty="0">
              <a:solidFill>
                <a:srgbClr val="C00000"/>
              </a:solidFill>
            </a:endParaRPr>
          </a:p>
        </p:txBody>
      </p:sp>
      <p:pic>
        <p:nvPicPr>
          <p:cNvPr id="9" name="图片 8"/>
          <p:cNvPicPr/>
          <p:nvPr/>
        </p:nvPicPr>
        <p:blipFill>
          <a:blip r:embed="rId3"/>
          <a:stretch>
            <a:fillRect/>
          </a:stretch>
        </p:blipFill>
        <p:spPr>
          <a:xfrm>
            <a:off x="225319" y="915566"/>
            <a:ext cx="4464496" cy="374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564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" y="339503"/>
            <a:ext cx="4644006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25188" y="360767"/>
            <a:ext cx="50228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软件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设计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——</a:t>
            </a:r>
            <a:r>
              <a:rPr lang="en-US" altLang="zh-CN" sz="1600" b="1" dirty="0">
                <a:solidFill>
                  <a:schemeClr val="bg1"/>
                </a:solidFill>
              </a:rPr>
              <a:t>STM32CubeMX</a:t>
            </a:r>
            <a:r>
              <a:rPr lang="zh-CN" altLang="en-US" sz="1600" b="1" dirty="0">
                <a:solidFill>
                  <a:schemeClr val="bg1"/>
                </a:solidFill>
              </a:rPr>
              <a:t>功能参数</a:t>
            </a:r>
            <a:r>
              <a:rPr lang="zh-CN" altLang="en-US" sz="1600" b="1" dirty="0" smtClean="0">
                <a:solidFill>
                  <a:schemeClr val="bg1"/>
                </a:solidFill>
              </a:rPr>
              <a:t>配置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5781499" y="1131590"/>
            <a:ext cx="3024336" cy="355481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lnSpc>
                <a:spcPct val="125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sz="2000" b="1" dirty="0"/>
              <a:t>在“</a:t>
            </a:r>
            <a:r>
              <a:rPr lang="en-US" altLang="zh-CN" sz="2000" b="1" dirty="0"/>
              <a:t>GPIO”</a:t>
            </a:r>
            <a:r>
              <a:rPr lang="zh-CN" altLang="en-US" sz="2000" b="1" dirty="0"/>
              <a:t>参数配置中设置</a:t>
            </a:r>
            <a:r>
              <a:rPr lang="en-US" altLang="zh-CN" sz="2000" b="1" dirty="0"/>
              <a:t>PA0</a:t>
            </a:r>
            <a:r>
              <a:rPr lang="zh-CN" altLang="en-US" sz="2000" b="1" dirty="0"/>
              <a:t>为上升沿</a:t>
            </a:r>
            <a:r>
              <a:rPr lang="zh-CN" altLang="en-US" sz="2000" b="1" dirty="0" smtClean="0"/>
              <a:t>触发；</a:t>
            </a:r>
            <a:endParaRPr lang="zh-CN" altLang="en-US" sz="2000" b="1" dirty="0"/>
          </a:p>
          <a:p>
            <a:pPr marL="342900" indent="-342900">
              <a:lnSpc>
                <a:spcPct val="125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en-US" altLang="zh-CN" sz="2000" b="1" dirty="0"/>
              <a:t>PE3</a:t>
            </a:r>
            <a:r>
              <a:rPr lang="zh-CN" altLang="en-US" sz="2000" b="1" dirty="0"/>
              <a:t>的“</a:t>
            </a:r>
            <a:r>
              <a:rPr lang="en-US" altLang="zh-CN" sz="2000" b="1" dirty="0"/>
              <a:t>GPIO mode”</a:t>
            </a:r>
            <a:r>
              <a:rPr lang="zh-CN" altLang="en-US" sz="2000" b="1" dirty="0"/>
              <a:t>设置为下降沿触发</a:t>
            </a:r>
            <a:r>
              <a:rPr lang="zh-CN" altLang="en-US" sz="2000" b="1" dirty="0" smtClean="0"/>
              <a:t>，添加</a:t>
            </a:r>
            <a:r>
              <a:rPr lang="zh-CN" altLang="en-US" sz="2000" b="1" dirty="0"/>
              <a:t>用户标签</a:t>
            </a:r>
            <a:r>
              <a:rPr lang="en-US" altLang="zh-CN" sz="2000" b="1" dirty="0"/>
              <a:t>S2</a:t>
            </a:r>
            <a:r>
              <a:rPr lang="zh-CN" altLang="en-US" sz="2000" b="1" dirty="0"/>
              <a:t>。</a:t>
            </a:r>
          </a:p>
          <a:p>
            <a:pPr marL="342900" indent="-342900">
              <a:lnSpc>
                <a:spcPct val="125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en-US" altLang="zh-CN" sz="2000" b="1" dirty="0"/>
              <a:t>PB5</a:t>
            </a:r>
            <a:r>
              <a:rPr lang="zh-CN" altLang="en-US" sz="2000" b="1" dirty="0"/>
              <a:t>和</a:t>
            </a:r>
            <a:r>
              <a:rPr lang="en-US" altLang="zh-CN" sz="2000" b="1" dirty="0"/>
              <a:t>PE5</a:t>
            </a:r>
            <a:r>
              <a:rPr lang="zh-CN" altLang="en-US" sz="2000" b="1" dirty="0"/>
              <a:t>两个</a:t>
            </a:r>
            <a:r>
              <a:rPr lang="en-US" altLang="zh-CN" sz="2000" b="1" dirty="0"/>
              <a:t>LED</a:t>
            </a:r>
            <a:r>
              <a:rPr lang="zh-CN" altLang="en-US" sz="2000" b="1" dirty="0"/>
              <a:t>灯设置为推挽输出</a:t>
            </a:r>
            <a:r>
              <a:rPr lang="zh-CN" altLang="en-US" sz="2000" b="1" dirty="0" smtClean="0"/>
              <a:t>，分别</a:t>
            </a:r>
            <a:r>
              <a:rPr lang="zh-CN" altLang="en-US" sz="2000" b="1" dirty="0"/>
              <a:t>添加用户标签为</a:t>
            </a:r>
            <a:r>
              <a:rPr lang="en-US" altLang="zh-CN" sz="2000" b="1" dirty="0"/>
              <a:t>LED2</a:t>
            </a:r>
            <a:r>
              <a:rPr lang="zh-CN" altLang="en-US" sz="2000" b="1" dirty="0"/>
              <a:t>和</a:t>
            </a:r>
            <a:r>
              <a:rPr lang="en-US" altLang="zh-CN" sz="2000" b="1" dirty="0"/>
              <a:t>LED3</a:t>
            </a:r>
            <a:r>
              <a:rPr lang="zh-CN" altLang="en-US" sz="2000" b="1" dirty="0"/>
              <a:t>。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788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790" y="1347614"/>
            <a:ext cx="5402059" cy="2664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6156176" y="586311"/>
            <a:ext cx="227498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sz="2000" b="1" dirty="0">
                <a:solidFill>
                  <a:srgbClr val="C00000"/>
                </a:solidFill>
              </a:rPr>
              <a:t>GPIO</a:t>
            </a:r>
            <a:r>
              <a:rPr lang="zh-CN" altLang="en-US" sz="2000" b="1" dirty="0">
                <a:solidFill>
                  <a:srgbClr val="C00000"/>
                </a:solidFill>
              </a:rPr>
              <a:t>引脚参数配置</a:t>
            </a:r>
          </a:p>
        </p:txBody>
      </p:sp>
    </p:spTree>
    <p:extLst>
      <p:ext uri="{BB962C8B-B14F-4D97-AF65-F5344CB8AC3E}">
        <p14:creationId xmlns:p14="http://schemas.microsoft.com/office/powerpoint/2010/main" val="3398048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" y="339503"/>
            <a:ext cx="4656812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60767"/>
            <a:ext cx="45316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软件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设计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——</a:t>
            </a:r>
            <a:r>
              <a:rPr lang="en-US" altLang="zh-CN" sz="1600" b="1" dirty="0">
                <a:solidFill>
                  <a:schemeClr val="bg1"/>
                </a:solidFill>
              </a:rPr>
              <a:t>STM32CubeMX</a:t>
            </a:r>
            <a:r>
              <a:rPr lang="zh-CN" altLang="en-US" sz="1600" b="1" dirty="0">
                <a:solidFill>
                  <a:schemeClr val="bg1"/>
                </a:solidFill>
              </a:rPr>
              <a:t>功能参数配置</a:t>
            </a:r>
          </a:p>
        </p:txBody>
      </p:sp>
      <p:sp>
        <p:nvSpPr>
          <p:cNvPr id="8" name="矩形 7"/>
          <p:cNvSpPr/>
          <p:nvPr/>
        </p:nvSpPr>
        <p:spPr>
          <a:xfrm>
            <a:off x="6359213" y="901607"/>
            <a:ext cx="2448272" cy="355481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/>
              <a:t>通过图形化方式直观对系统时钟进行配置，系统时钟采用外部高速时钟，配置</a:t>
            </a:r>
            <a:r>
              <a:rPr lang="en-US" altLang="zh-CN" sz="2000" b="1" dirty="0"/>
              <a:t>STM32F103</a:t>
            </a:r>
            <a:r>
              <a:rPr lang="zh-CN" altLang="en-US" sz="2000" b="1" dirty="0"/>
              <a:t>系列芯片最大时钟为</a:t>
            </a:r>
            <a:r>
              <a:rPr lang="en-US" altLang="zh-CN" sz="2000" b="1" dirty="0"/>
              <a:t>72MHz</a:t>
            </a:r>
            <a:r>
              <a:rPr lang="zh-CN" altLang="en-US" sz="2000" b="1" dirty="0"/>
              <a:t>，配置</a:t>
            </a:r>
            <a:r>
              <a:rPr lang="en-US" altLang="zh-CN" sz="2000" b="1" dirty="0"/>
              <a:t>APB2</a:t>
            </a:r>
            <a:r>
              <a:rPr lang="zh-CN" altLang="en-US" sz="2000" b="1" dirty="0"/>
              <a:t>为</a:t>
            </a:r>
            <a:r>
              <a:rPr lang="en-US" altLang="zh-CN" sz="2000" b="1" dirty="0"/>
              <a:t>72MHz</a:t>
            </a:r>
            <a:r>
              <a:rPr lang="zh-CN" altLang="en-US" sz="2000" b="1" dirty="0"/>
              <a:t>，配置</a:t>
            </a:r>
            <a:r>
              <a:rPr lang="en-US" altLang="zh-CN" sz="2000" b="1" dirty="0"/>
              <a:t>APB1</a:t>
            </a:r>
            <a:r>
              <a:rPr lang="zh-CN" altLang="en-US" sz="2000" b="1" dirty="0"/>
              <a:t>为</a:t>
            </a:r>
            <a:r>
              <a:rPr lang="en-US" altLang="zh-CN" sz="2000" b="1" dirty="0"/>
              <a:t>36MHz</a:t>
            </a:r>
            <a:r>
              <a:rPr lang="zh-CN" altLang="en-US" sz="2000" b="1" dirty="0"/>
              <a:t>。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7026145" y="356576"/>
            <a:ext cx="1114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时钟</a:t>
            </a:r>
            <a:r>
              <a:rPr lang="zh-CN" altLang="en-US" b="1" dirty="0" smtClean="0">
                <a:solidFill>
                  <a:srgbClr val="C00000"/>
                </a:solidFill>
              </a:rPr>
              <a:t>配置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pic>
        <p:nvPicPr>
          <p:cNvPr id="9" name="图片 8"/>
          <p:cNvPicPr/>
          <p:nvPr/>
        </p:nvPicPr>
        <p:blipFill>
          <a:blip r:embed="rId3"/>
          <a:stretch>
            <a:fillRect/>
          </a:stretch>
        </p:blipFill>
        <p:spPr>
          <a:xfrm>
            <a:off x="539552" y="1275606"/>
            <a:ext cx="5706507" cy="3166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563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" y="339503"/>
            <a:ext cx="4656812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60767"/>
            <a:ext cx="45316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软件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设计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——</a:t>
            </a:r>
            <a:r>
              <a:rPr lang="en-US" altLang="zh-CN" sz="1600" b="1" dirty="0">
                <a:solidFill>
                  <a:schemeClr val="bg1"/>
                </a:solidFill>
              </a:rPr>
              <a:t>STM32CubeMX</a:t>
            </a:r>
            <a:r>
              <a:rPr lang="zh-CN" altLang="en-US" sz="1600" b="1" dirty="0">
                <a:solidFill>
                  <a:schemeClr val="bg1"/>
                </a:solidFill>
              </a:rPr>
              <a:t>功能参数配置</a:t>
            </a:r>
          </a:p>
        </p:txBody>
      </p:sp>
      <p:sp>
        <p:nvSpPr>
          <p:cNvPr id="8" name="矩形 7"/>
          <p:cNvSpPr/>
          <p:nvPr/>
        </p:nvSpPr>
        <p:spPr>
          <a:xfrm>
            <a:off x="5364088" y="1419622"/>
            <a:ext cx="3515405" cy="317009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lnSpc>
                <a:spcPct val="125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sz="2000" b="1" dirty="0" smtClean="0"/>
              <a:t>在“</a:t>
            </a:r>
            <a:r>
              <a:rPr lang="en-US" altLang="zh-CN" sz="2000" b="1" dirty="0" smtClean="0"/>
              <a:t>NVIC</a:t>
            </a:r>
            <a:r>
              <a:rPr lang="zh-CN" altLang="en-US" sz="2000" b="1" dirty="0" smtClean="0"/>
              <a:t>”选项</a:t>
            </a:r>
            <a:r>
              <a:rPr lang="zh-CN" altLang="en-US" sz="2000" b="1" dirty="0"/>
              <a:t>页中，设置“</a:t>
            </a:r>
            <a:r>
              <a:rPr lang="en-US" altLang="zh-CN" sz="2000" b="1" dirty="0"/>
              <a:t>Priority Group”</a:t>
            </a:r>
            <a:r>
              <a:rPr lang="zh-CN" altLang="en-US" sz="2000" b="1" dirty="0"/>
              <a:t>进行优先级</a:t>
            </a:r>
            <a:r>
              <a:rPr lang="zh-CN" altLang="en-US" sz="2000" b="1" dirty="0" smtClean="0"/>
              <a:t>分组；</a:t>
            </a:r>
            <a:endParaRPr lang="zh-CN" altLang="en-US" sz="2000" b="1" dirty="0"/>
          </a:p>
          <a:p>
            <a:pPr marL="342900" indent="-342900">
              <a:lnSpc>
                <a:spcPct val="125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sz="2000" b="1" dirty="0"/>
              <a:t>勾选“</a:t>
            </a:r>
            <a:r>
              <a:rPr lang="en-US" altLang="zh-CN" sz="2000" b="1" dirty="0"/>
              <a:t>EXIT_Line0 interrupt”</a:t>
            </a:r>
            <a:r>
              <a:rPr lang="zh-CN" altLang="en-US" sz="2000" b="1" dirty="0"/>
              <a:t>使能</a:t>
            </a:r>
            <a:r>
              <a:rPr lang="en-US" altLang="zh-CN" sz="2000" b="1" dirty="0"/>
              <a:t>PA0</a:t>
            </a:r>
            <a:r>
              <a:rPr lang="zh-CN" altLang="en-US" sz="2000" b="1" dirty="0"/>
              <a:t>外部中断</a:t>
            </a:r>
            <a:r>
              <a:rPr lang="zh-CN" altLang="en-US" sz="2000" b="1" dirty="0" smtClean="0"/>
              <a:t>线；</a:t>
            </a:r>
            <a:endParaRPr lang="en-US" altLang="zh-CN" sz="2000" b="1" dirty="0" smtClean="0"/>
          </a:p>
          <a:p>
            <a:pPr marL="342900" indent="-342900">
              <a:lnSpc>
                <a:spcPct val="125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sz="2000" b="1" dirty="0" smtClean="0"/>
              <a:t>类似</a:t>
            </a:r>
            <a:r>
              <a:rPr lang="zh-CN" altLang="en-US" sz="2000" b="1" dirty="0"/>
              <a:t>地，勾选“</a:t>
            </a:r>
            <a:r>
              <a:rPr lang="en-US" altLang="zh-CN" sz="2000" b="1" dirty="0"/>
              <a:t>EXTI_Line3 interrupt”</a:t>
            </a:r>
            <a:r>
              <a:rPr lang="zh-CN" altLang="en-US" sz="2000" b="1" dirty="0"/>
              <a:t>使能</a:t>
            </a:r>
            <a:r>
              <a:rPr lang="en-US" altLang="zh-CN" sz="2000" b="1" dirty="0"/>
              <a:t>PE3</a:t>
            </a:r>
            <a:r>
              <a:rPr lang="zh-CN" altLang="en-US" sz="2000" b="1" dirty="0"/>
              <a:t>外部中断线</a:t>
            </a:r>
            <a:r>
              <a:rPr lang="zh-CN" altLang="en-US" sz="2000" b="1" dirty="0" smtClean="0"/>
              <a:t>。</a:t>
            </a:r>
            <a:endParaRPr lang="zh-CN" altLang="en-US" sz="2000" b="1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5868144" y="822432"/>
            <a:ext cx="22493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</a:rPr>
              <a:t>配置外部中断参数</a:t>
            </a:r>
          </a:p>
        </p:txBody>
      </p:sp>
      <p:pic>
        <p:nvPicPr>
          <p:cNvPr id="10" name="图片 9"/>
          <p:cNvPicPr/>
          <p:nvPr/>
        </p:nvPicPr>
        <p:blipFill>
          <a:blip r:embed="rId3"/>
          <a:stretch>
            <a:fillRect/>
          </a:stretch>
        </p:blipFill>
        <p:spPr>
          <a:xfrm>
            <a:off x="395536" y="1131590"/>
            <a:ext cx="4680520" cy="3618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532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/>
        </p:nvPicPr>
        <p:blipFill>
          <a:blip r:embed="rId3"/>
          <a:stretch>
            <a:fillRect/>
          </a:stretch>
        </p:blipFill>
        <p:spPr>
          <a:xfrm>
            <a:off x="395536" y="991680"/>
            <a:ext cx="4608512" cy="3744416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" y="339503"/>
            <a:ext cx="3419870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60767"/>
            <a:ext cx="32207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软件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设计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——</a:t>
            </a:r>
            <a:r>
              <a:rPr lang="zh-CN" altLang="en-US" sz="1600" b="1" dirty="0">
                <a:solidFill>
                  <a:schemeClr val="bg1"/>
                </a:solidFill>
              </a:rPr>
              <a:t>生成工程代码</a:t>
            </a:r>
          </a:p>
        </p:txBody>
      </p:sp>
      <p:sp>
        <p:nvSpPr>
          <p:cNvPr id="8" name="矩形 7"/>
          <p:cNvSpPr/>
          <p:nvPr/>
        </p:nvSpPr>
        <p:spPr>
          <a:xfrm>
            <a:off x="5209544" y="1851670"/>
            <a:ext cx="3528392" cy="163121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  <a:buClr>
                <a:schemeClr val="accent5">
                  <a:lumMod val="75000"/>
                </a:schemeClr>
              </a:buClr>
            </a:pPr>
            <a:r>
              <a:rPr lang="zh-CN" altLang="en-US" sz="2000" b="1" dirty="0" smtClean="0"/>
              <a:t>定义</a:t>
            </a:r>
            <a:r>
              <a:rPr lang="zh-CN" altLang="en-US" sz="2000" b="1" dirty="0"/>
              <a:t>“</a:t>
            </a:r>
            <a:r>
              <a:rPr lang="en-GB" altLang="zh-CN" sz="2000" b="1" dirty="0"/>
              <a:t>Project Name”</a:t>
            </a:r>
            <a:r>
              <a:rPr lang="zh-CN" altLang="en-US" sz="2000" b="1" dirty="0"/>
              <a:t>为“</a:t>
            </a:r>
            <a:r>
              <a:rPr lang="en-GB" altLang="zh-CN" sz="2000" b="1" dirty="0" err="1"/>
              <a:t>MyProject_EXTI</a:t>
            </a:r>
            <a:r>
              <a:rPr lang="en-GB" altLang="zh-CN" sz="2000" b="1" dirty="0"/>
              <a:t>”</a:t>
            </a:r>
            <a:r>
              <a:rPr lang="zh-CN" altLang="en-GB" sz="2000" b="1" dirty="0"/>
              <a:t>，“</a:t>
            </a:r>
            <a:r>
              <a:rPr lang="en-GB" altLang="zh-CN" sz="2000" b="1" dirty="0" err="1"/>
              <a:t>Toolchain</a:t>
            </a:r>
            <a:r>
              <a:rPr lang="en-GB" altLang="zh-CN" sz="2000" b="1" dirty="0"/>
              <a:t>/IDE”</a:t>
            </a:r>
            <a:r>
              <a:rPr lang="zh-CN" altLang="en-US" sz="2000" b="1" dirty="0"/>
              <a:t>选择“</a:t>
            </a:r>
            <a:r>
              <a:rPr lang="en-GB" altLang="zh-CN" sz="2000" b="1" dirty="0"/>
              <a:t>MDK-ARM V5</a:t>
            </a:r>
            <a:r>
              <a:rPr lang="en-GB" altLang="zh-CN" sz="2000" b="1" dirty="0" smtClean="0"/>
              <a:t>”</a:t>
            </a:r>
            <a:r>
              <a:rPr lang="zh-CN" altLang="en-US" sz="2000" b="1" dirty="0" smtClean="0"/>
              <a:t>；</a:t>
            </a:r>
            <a:endParaRPr lang="zh-CN" altLang="en-US" sz="2000" b="1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5209544" y="988562"/>
            <a:ext cx="339490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</a:rPr>
              <a:t>配置</a:t>
            </a:r>
            <a:r>
              <a:rPr lang="en-GB" altLang="zh-CN" sz="2000" b="1" dirty="0" err="1">
                <a:solidFill>
                  <a:srgbClr val="C00000"/>
                </a:solidFill>
              </a:rPr>
              <a:t>keil</a:t>
            </a:r>
            <a:r>
              <a:rPr lang="zh-CN" altLang="en-US" sz="2000" b="1" dirty="0">
                <a:solidFill>
                  <a:srgbClr val="C00000"/>
                </a:solidFill>
              </a:rPr>
              <a:t>工程名称和存放</a:t>
            </a:r>
            <a:r>
              <a:rPr lang="zh-CN" altLang="en-US" sz="2000" b="1" dirty="0" smtClean="0">
                <a:solidFill>
                  <a:srgbClr val="C00000"/>
                </a:solidFill>
              </a:rPr>
              <a:t>位置</a:t>
            </a:r>
            <a:endParaRPr lang="zh-CN" altLang="en-US" sz="2000" b="1" dirty="0">
              <a:solidFill>
                <a:srgbClr val="C00000"/>
              </a:solidFill>
            </a:endParaRPr>
          </a:p>
        </p:txBody>
      </p:sp>
      <p:grpSp>
        <p:nvGrpSpPr>
          <p:cNvPr id="11" name="组合 10"/>
          <p:cNvGrpSpPr/>
          <p:nvPr/>
        </p:nvGrpSpPr>
        <p:grpSpPr>
          <a:xfrm rot="5400000">
            <a:off x="7463543" y="3795887"/>
            <a:ext cx="986940" cy="986938"/>
            <a:chOff x="4804687" y="2294038"/>
            <a:chExt cx="1354015" cy="1354012"/>
          </a:xfrm>
        </p:grpSpPr>
        <p:sp>
          <p:nvSpPr>
            <p:cNvPr id="12" name="ïṧḷïḓê-任意多边形: 形状 4">
              <a:extLst>
                <a:ext uri="{FF2B5EF4-FFF2-40B4-BE49-F238E27FC236}">
                  <a16:creationId xmlns:a16="http://schemas.microsoft.com/office/drawing/2014/main" xmlns="" id="{86A49E6A-6B1A-47FB-9631-DCE52C050E4F}"/>
                </a:ext>
              </a:extLst>
            </p:cNvPr>
            <p:cNvSpPr/>
            <p:nvPr/>
          </p:nvSpPr>
          <p:spPr>
            <a:xfrm>
              <a:off x="4804687" y="2294038"/>
              <a:ext cx="1354015" cy="1354012"/>
            </a:xfrm>
            <a:custGeom>
              <a:avLst/>
              <a:gdLst>
                <a:gd name="connsiteX0" fmla="*/ 1124074 w 1583637"/>
                <a:gd name="connsiteY0" fmla="*/ 252493 h 1583637"/>
                <a:gd name="connsiteX1" fmla="*/ 1247256 w 1583637"/>
                <a:gd name="connsiteY1" fmla="*/ 149126 h 1583637"/>
                <a:gd name="connsiteX2" fmla="*/ 1345663 w 1583637"/>
                <a:gd name="connsiteY2" fmla="*/ 231701 h 1583637"/>
                <a:gd name="connsiteX3" fmla="*/ 1265256 w 1583637"/>
                <a:gd name="connsiteY3" fmla="*/ 370961 h 1583637"/>
                <a:gd name="connsiteX4" fmla="*/ 1393012 w 1583637"/>
                <a:gd name="connsiteY4" fmla="*/ 592241 h 1583637"/>
                <a:gd name="connsiteX5" fmla="*/ 1553818 w 1583637"/>
                <a:gd name="connsiteY5" fmla="*/ 592237 h 1583637"/>
                <a:gd name="connsiteX6" fmla="*/ 1576125 w 1583637"/>
                <a:gd name="connsiteY6" fmla="*/ 718748 h 1583637"/>
                <a:gd name="connsiteX7" fmla="*/ 1425015 w 1583637"/>
                <a:gd name="connsiteY7" fmla="*/ 773743 h 1583637"/>
                <a:gd name="connsiteX8" fmla="*/ 1380646 w 1583637"/>
                <a:gd name="connsiteY8" fmla="*/ 1025372 h 1583637"/>
                <a:gd name="connsiteX9" fmla="*/ 1503833 w 1583637"/>
                <a:gd name="connsiteY9" fmla="*/ 1128733 h 1583637"/>
                <a:gd name="connsiteX10" fmla="*/ 1439602 w 1583637"/>
                <a:gd name="connsiteY10" fmla="*/ 1239984 h 1583637"/>
                <a:gd name="connsiteX11" fmla="*/ 1288495 w 1583637"/>
                <a:gd name="connsiteY11" fmla="*/ 1184982 h 1583637"/>
                <a:gd name="connsiteX12" fmla="*/ 1092761 w 1583637"/>
                <a:gd name="connsiteY12" fmla="*/ 1349222 h 1583637"/>
                <a:gd name="connsiteX13" fmla="*/ 1120689 w 1583637"/>
                <a:gd name="connsiteY13" fmla="*/ 1507584 h 1583637"/>
                <a:gd name="connsiteX14" fmla="*/ 999974 w 1583637"/>
                <a:gd name="connsiteY14" fmla="*/ 1551521 h 1583637"/>
                <a:gd name="connsiteX15" fmla="*/ 919574 w 1583637"/>
                <a:gd name="connsiteY15" fmla="*/ 1412257 h 1583637"/>
                <a:gd name="connsiteX16" fmla="*/ 664062 w 1583637"/>
                <a:gd name="connsiteY16" fmla="*/ 1412257 h 1583637"/>
                <a:gd name="connsiteX17" fmla="*/ 583663 w 1583637"/>
                <a:gd name="connsiteY17" fmla="*/ 1551521 h 1583637"/>
                <a:gd name="connsiteX18" fmla="*/ 462948 w 1583637"/>
                <a:gd name="connsiteY18" fmla="*/ 1507584 h 1583637"/>
                <a:gd name="connsiteX19" fmla="*/ 490876 w 1583637"/>
                <a:gd name="connsiteY19" fmla="*/ 1349222 h 1583637"/>
                <a:gd name="connsiteX20" fmla="*/ 295142 w 1583637"/>
                <a:gd name="connsiteY20" fmla="*/ 1184981 h 1583637"/>
                <a:gd name="connsiteX21" fmla="*/ 144035 w 1583637"/>
                <a:gd name="connsiteY21" fmla="*/ 1239984 h 1583637"/>
                <a:gd name="connsiteX22" fmla="*/ 79804 w 1583637"/>
                <a:gd name="connsiteY22" fmla="*/ 1128733 h 1583637"/>
                <a:gd name="connsiteX23" fmla="*/ 202991 w 1583637"/>
                <a:gd name="connsiteY23" fmla="*/ 1025372 h 1583637"/>
                <a:gd name="connsiteX24" fmla="*/ 158622 w 1583637"/>
                <a:gd name="connsiteY24" fmla="*/ 773743 h 1583637"/>
                <a:gd name="connsiteX25" fmla="*/ 7512 w 1583637"/>
                <a:gd name="connsiteY25" fmla="*/ 718748 h 1583637"/>
                <a:gd name="connsiteX26" fmla="*/ 29819 w 1583637"/>
                <a:gd name="connsiteY26" fmla="*/ 592237 h 1583637"/>
                <a:gd name="connsiteX27" fmla="*/ 190625 w 1583637"/>
                <a:gd name="connsiteY27" fmla="*/ 592241 h 1583637"/>
                <a:gd name="connsiteX28" fmla="*/ 318381 w 1583637"/>
                <a:gd name="connsiteY28" fmla="*/ 370961 h 1583637"/>
                <a:gd name="connsiteX29" fmla="*/ 237974 w 1583637"/>
                <a:gd name="connsiteY29" fmla="*/ 231701 h 1583637"/>
                <a:gd name="connsiteX30" fmla="*/ 336381 w 1583637"/>
                <a:gd name="connsiteY30" fmla="*/ 149126 h 1583637"/>
                <a:gd name="connsiteX31" fmla="*/ 459563 w 1583637"/>
                <a:gd name="connsiteY31" fmla="*/ 252493 h 1583637"/>
                <a:gd name="connsiteX32" fmla="*/ 699666 w 1583637"/>
                <a:gd name="connsiteY32" fmla="*/ 165103 h 1583637"/>
                <a:gd name="connsiteX33" fmla="*/ 727586 w 1583637"/>
                <a:gd name="connsiteY33" fmla="*/ 6739 h 1583637"/>
                <a:gd name="connsiteX34" fmla="*/ 856051 w 1583637"/>
                <a:gd name="connsiteY34" fmla="*/ 6739 h 1583637"/>
                <a:gd name="connsiteX35" fmla="*/ 883970 w 1583637"/>
                <a:gd name="connsiteY35" fmla="*/ 165102 h 1583637"/>
                <a:gd name="connsiteX36" fmla="*/ 1124073 w 1583637"/>
                <a:gd name="connsiteY36" fmla="*/ 252493 h 1583637"/>
                <a:gd name="connsiteX37" fmla="*/ 1124074 w 1583637"/>
                <a:gd name="connsiteY37" fmla="*/ 252493 h 1583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583637" h="1583637">
                  <a:moveTo>
                    <a:pt x="1124074" y="252493"/>
                  </a:moveTo>
                  <a:lnTo>
                    <a:pt x="1247256" y="149126"/>
                  </a:lnTo>
                  <a:lnTo>
                    <a:pt x="1345663" y="231701"/>
                  </a:lnTo>
                  <a:lnTo>
                    <a:pt x="1265256" y="370961"/>
                  </a:lnTo>
                  <a:cubicBezTo>
                    <a:pt x="1322430" y="435278"/>
                    <a:pt x="1365899" y="510569"/>
                    <a:pt x="1393012" y="592241"/>
                  </a:cubicBezTo>
                  <a:lnTo>
                    <a:pt x="1553818" y="592237"/>
                  </a:lnTo>
                  <a:lnTo>
                    <a:pt x="1576125" y="718748"/>
                  </a:lnTo>
                  <a:lnTo>
                    <a:pt x="1425015" y="773743"/>
                  </a:lnTo>
                  <a:cubicBezTo>
                    <a:pt x="1427471" y="859762"/>
                    <a:pt x="1412374" y="945380"/>
                    <a:pt x="1380646" y="1025372"/>
                  </a:cubicBezTo>
                  <a:lnTo>
                    <a:pt x="1503833" y="1128733"/>
                  </a:lnTo>
                  <a:lnTo>
                    <a:pt x="1439602" y="1239984"/>
                  </a:lnTo>
                  <a:lnTo>
                    <a:pt x="1288495" y="1184982"/>
                  </a:lnTo>
                  <a:cubicBezTo>
                    <a:pt x="1235084" y="1252456"/>
                    <a:pt x="1168484" y="1308339"/>
                    <a:pt x="1092761" y="1349222"/>
                  </a:cubicBezTo>
                  <a:lnTo>
                    <a:pt x="1120689" y="1507584"/>
                  </a:lnTo>
                  <a:lnTo>
                    <a:pt x="999974" y="1551521"/>
                  </a:lnTo>
                  <a:lnTo>
                    <a:pt x="919574" y="1412257"/>
                  </a:lnTo>
                  <a:cubicBezTo>
                    <a:pt x="835287" y="1429613"/>
                    <a:pt x="748348" y="1429613"/>
                    <a:pt x="664062" y="1412257"/>
                  </a:cubicBezTo>
                  <a:lnTo>
                    <a:pt x="583663" y="1551521"/>
                  </a:lnTo>
                  <a:lnTo>
                    <a:pt x="462948" y="1507584"/>
                  </a:lnTo>
                  <a:lnTo>
                    <a:pt x="490876" y="1349222"/>
                  </a:lnTo>
                  <a:cubicBezTo>
                    <a:pt x="415153" y="1308339"/>
                    <a:pt x="348553" y="1252455"/>
                    <a:pt x="295142" y="1184981"/>
                  </a:cubicBezTo>
                  <a:lnTo>
                    <a:pt x="144035" y="1239984"/>
                  </a:lnTo>
                  <a:lnTo>
                    <a:pt x="79804" y="1128733"/>
                  </a:lnTo>
                  <a:lnTo>
                    <a:pt x="202991" y="1025372"/>
                  </a:lnTo>
                  <a:cubicBezTo>
                    <a:pt x="171263" y="945380"/>
                    <a:pt x="156166" y="859762"/>
                    <a:pt x="158622" y="773743"/>
                  </a:cubicBezTo>
                  <a:lnTo>
                    <a:pt x="7512" y="718748"/>
                  </a:lnTo>
                  <a:lnTo>
                    <a:pt x="29819" y="592237"/>
                  </a:lnTo>
                  <a:lnTo>
                    <a:pt x="190625" y="592241"/>
                  </a:lnTo>
                  <a:cubicBezTo>
                    <a:pt x="217738" y="510569"/>
                    <a:pt x="261208" y="435277"/>
                    <a:pt x="318381" y="370961"/>
                  </a:cubicBezTo>
                  <a:lnTo>
                    <a:pt x="237974" y="231701"/>
                  </a:lnTo>
                  <a:lnTo>
                    <a:pt x="336381" y="149126"/>
                  </a:lnTo>
                  <a:lnTo>
                    <a:pt x="459563" y="252493"/>
                  </a:lnTo>
                  <a:cubicBezTo>
                    <a:pt x="532831" y="207356"/>
                    <a:pt x="614527" y="177621"/>
                    <a:pt x="699666" y="165103"/>
                  </a:cubicBezTo>
                  <a:lnTo>
                    <a:pt x="727586" y="6739"/>
                  </a:lnTo>
                  <a:lnTo>
                    <a:pt x="856051" y="6739"/>
                  </a:lnTo>
                  <a:lnTo>
                    <a:pt x="883970" y="165102"/>
                  </a:lnTo>
                  <a:cubicBezTo>
                    <a:pt x="969110" y="177621"/>
                    <a:pt x="1050806" y="207356"/>
                    <a:pt x="1124073" y="252493"/>
                  </a:cubicBezTo>
                  <a:lnTo>
                    <a:pt x="1124074" y="252493"/>
                  </a:lnTo>
                  <a:close/>
                </a:path>
              </a:pathLst>
            </a:custGeom>
            <a:solidFill>
              <a:schemeClr val="tx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0" tIns="0" rIns="0" bIns="0"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/>
            </a:p>
          </p:txBody>
        </p:sp>
        <p:sp>
          <p:nvSpPr>
            <p:cNvPr id="13" name="ïṧḷïḓê-Oval 5">
              <a:extLst>
                <a:ext uri="{FF2B5EF4-FFF2-40B4-BE49-F238E27FC236}">
                  <a16:creationId xmlns:a16="http://schemas.microsoft.com/office/drawing/2014/main" xmlns="" id="{6908010F-8E5D-45DA-8274-EB48CB6B3B2E}"/>
                </a:ext>
              </a:extLst>
            </p:cNvPr>
            <p:cNvSpPr/>
            <p:nvPr/>
          </p:nvSpPr>
          <p:spPr>
            <a:xfrm>
              <a:off x="5061660" y="2551010"/>
              <a:ext cx="840068" cy="840068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 anchorCtr="1">
              <a:norm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4" name="KSO_Shape"/>
          <p:cNvSpPr>
            <a:spLocks/>
          </p:cNvSpPr>
          <p:nvPr/>
        </p:nvSpPr>
        <p:spPr bwMode="auto">
          <a:xfrm>
            <a:off x="7804907" y="4145773"/>
            <a:ext cx="299146" cy="253712"/>
          </a:xfrm>
          <a:custGeom>
            <a:avLst/>
            <a:gdLst>
              <a:gd name="T0" fmla="*/ 151004 w 5185"/>
              <a:gd name="T1" fmla="*/ 1065477 h 3880"/>
              <a:gd name="T2" fmla="*/ 1873403 w 5185"/>
              <a:gd name="T3" fmla="*/ 1297678 h 3880"/>
              <a:gd name="T4" fmla="*/ 751713 w 5185"/>
              <a:gd name="T5" fmla="*/ 1241832 h 3880"/>
              <a:gd name="T6" fmla="*/ 1108464 w 5185"/>
              <a:gd name="T7" fmla="*/ 1148144 h 3880"/>
              <a:gd name="T8" fmla="*/ 751713 w 5185"/>
              <a:gd name="T9" fmla="*/ 1241832 h 3880"/>
              <a:gd name="T10" fmla="*/ 1726808 w 5185"/>
              <a:gd name="T11" fmla="*/ 1012203 h 3880"/>
              <a:gd name="T12" fmla="*/ 1726073 w 5185"/>
              <a:gd name="T13" fmla="*/ 1007794 h 3880"/>
              <a:gd name="T14" fmla="*/ 1726808 w 5185"/>
              <a:gd name="T15" fmla="*/ 44089 h 3880"/>
              <a:gd name="T16" fmla="*/ 1726441 w 5185"/>
              <a:gd name="T17" fmla="*/ 39680 h 3880"/>
              <a:gd name="T18" fmla="*/ 1724604 w 5185"/>
              <a:gd name="T19" fmla="*/ 30862 h 3880"/>
              <a:gd name="T20" fmla="*/ 1721297 w 5185"/>
              <a:gd name="T21" fmla="*/ 23147 h 3880"/>
              <a:gd name="T22" fmla="*/ 1716888 w 5185"/>
              <a:gd name="T23" fmla="*/ 15798 h 3880"/>
              <a:gd name="T24" fmla="*/ 1711010 w 5185"/>
              <a:gd name="T25" fmla="*/ 9920 h 3880"/>
              <a:gd name="T26" fmla="*/ 1703662 w 5185"/>
              <a:gd name="T27" fmla="*/ 5144 h 3880"/>
              <a:gd name="T28" fmla="*/ 1695946 w 5185"/>
              <a:gd name="T29" fmla="*/ 1837 h 3880"/>
              <a:gd name="T30" fmla="*/ 1687128 w 5185"/>
              <a:gd name="T31" fmla="*/ 367 h 3880"/>
              <a:gd name="T32" fmla="*/ 222281 w 5185"/>
              <a:gd name="T33" fmla="*/ 0 h 3880"/>
              <a:gd name="T34" fmla="*/ 217872 w 5185"/>
              <a:gd name="T35" fmla="*/ 367 h 3880"/>
              <a:gd name="T36" fmla="*/ 209054 w 5185"/>
              <a:gd name="T37" fmla="*/ 1837 h 3880"/>
              <a:gd name="T38" fmla="*/ 201338 w 5185"/>
              <a:gd name="T39" fmla="*/ 5144 h 3880"/>
              <a:gd name="T40" fmla="*/ 194358 w 5185"/>
              <a:gd name="T41" fmla="*/ 9920 h 3880"/>
              <a:gd name="T42" fmla="*/ 188112 w 5185"/>
              <a:gd name="T43" fmla="*/ 15798 h 3880"/>
              <a:gd name="T44" fmla="*/ 183336 w 5185"/>
              <a:gd name="T45" fmla="*/ 23147 h 3880"/>
              <a:gd name="T46" fmla="*/ 180029 w 5185"/>
              <a:gd name="T47" fmla="*/ 30862 h 3880"/>
              <a:gd name="T48" fmla="*/ 178559 w 5185"/>
              <a:gd name="T49" fmla="*/ 39680 h 3880"/>
              <a:gd name="T50" fmla="*/ 178192 w 5185"/>
              <a:gd name="T51" fmla="*/ 1003386 h 3880"/>
              <a:gd name="T52" fmla="*/ 178559 w 5185"/>
              <a:gd name="T53" fmla="*/ 1007794 h 3880"/>
              <a:gd name="T54" fmla="*/ 178192 w 5185"/>
              <a:gd name="T55" fmla="*/ 1012203 h 3880"/>
              <a:gd name="T56" fmla="*/ 1727176 w 5185"/>
              <a:gd name="T57" fmla="*/ 1012571 h 3880"/>
              <a:gd name="T58" fmla="*/ 1616954 w 5185"/>
              <a:gd name="T59" fmla="*/ 937620 h 3880"/>
              <a:gd name="T60" fmla="*/ 288046 w 5185"/>
              <a:gd name="T61" fmla="*/ 109854 h 3880"/>
              <a:gd name="T62" fmla="*/ 1616954 w 5185"/>
              <a:gd name="T63" fmla="*/ 937620 h 3880"/>
              <a:gd name="T64" fmla="*/ 4409 w 5185"/>
              <a:gd name="T65" fmla="*/ 1350584 h 3880"/>
              <a:gd name="T66" fmla="*/ 0 w 5185"/>
              <a:gd name="T67" fmla="*/ 1359402 h 3880"/>
              <a:gd name="T68" fmla="*/ 735 w 5185"/>
              <a:gd name="T69" fmla="*/ 1369322 h 3880"/>
              <a:gd name="T70" fmla="*/ 3307 w 5185"/>
              <a:gd name="T71" fmla="*/ 1379977 h 3880"/>
              <a:gd name="T72" fmla="*/ 7348 w 5185"/>
              <a:gd name="T73" fmla="*/ 1390999 h 3880"/>
              <a:gd name="T74" fmla="*/ 13227 w 5185"/>
              <a:gd name="T75" fmla="*/ 1401654 h 3880"/>
              <a:gd name="T76" fmla="*/ 19473 w 5185"/>
              <a:gd name="T77" fmla="*/ 1411206 h 3880"/>
              <a:gd name="T78" fmla="*/ 26821 w 5185"/>
              <a:gd name="T79" fmla="*/ 1418554 h 3880"/>
              <a:gd name="T80" fmla="*/ 35271 w 5185"/>
              <a:gd name="T81" fmla="*/ 1423698 h 3880"/>
              <a:gd name="T82" fmla="*/ 41884 w 5185"/>
              <a:gd name="T83" fmla="*/ 1425168 h 3880"/>
              <a:gd name="T84" fmla="*/ 1860911 w 5185"/>
              <a:gd name="T85" fmla="*/ 1425535 h 3880"/>
              <a:gd name="T86" fmla="*/ 1863116 w 5185"/>
              <a:gd name="T87" fmla="*/ 1425168 h 3880"/>
              <a:gd name="T88" fmla="*/ 1869729 w 5185"/>
              <a:gd name="T89" fmla="*/ 1423698 h 3880"/>
              <a:gd name="T90" fmla="*/ 1878179 w 5185"/>
              <a:gd name="T91" fmla="*/ 1418554 h 3880"/>
              <a:gd name="T92" fmla="*/ 1885527 w 5185"/>
              <a:gd name="T93" fmla="*/ 1411206 h 3880"/>
              <a:gd name="T94" fmla="*/ 1892141 w 5185"/>
              <a:gd name="T95" fmla="*/ 1401654 h 3880"/>
              <a:gd name="T96" fmla="*/ 1897652 w 5185"/>
              <a:gd name="T97" fmla="*/ 1390999 h 3880"/>
              <a:gd name="T98" fmla="*/ 1901693 w 5185"/>
              <a:gd name="T99" fmla="*/ 1379977 h 3880"/>
              <a:gd name="T100" fmla="*/ 1903898 w 5185"/>
              <a:gd name="T101" fmla="*/ 1369322 h 3880"/>
              <a:gd name="T102" fmla="*/ 1905000 w 5185"/>
              <a:gd name="T103" fmla="*/ 1359402 h 3880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0" t="0" r="r" b="b"/>
            <a:pathLst>
              <a:path w="5185" h="3880">
                <a:moveTo>
                  <a:pt x="4775" y="2900"/>
                </a:moveTo>
                <a:lnTo>
                  <a:pt x="411" y="2900"/>
                </a:lnTo>
                <a:lnTo>
                  <a:pt x="87" y="3532"/>
                </a:lnTo>
                <a:lnTo>
                  <a:pt x="5099" y="3532"/>
                </a:lnTo>
                <a:lnTo>
                  <a:pt x="4775" y="2900"/>
                </a:lnTo>
                <a:close/>
                <a:moveTo>
                  <a:pt x="2046" y="3380"/>
                </a:moveTo>
                <a:lnTo>
                  <a:pt x="2181" y="3125"/>
                </a:lnTo>
                <a:lnTo>
                  <a:pt x="3017" y="3125"/>
                </a:lnTo>
                <a:lnTo>
                  <a:pt x="3139" y="3380"/>
                </a:lnTo>
                <a:lnTo>
                  <a:pt x="2046" y="3380"/>
                </a:lnTo>
                <a:close/>
                <a:moveTo>
                  <a:pt x="4700" y="2755"/>
                </a:moveTo>
                <a:lnTo>
                  <a:pt x="4700" y="2755"/>
                </a:lnTo>
                <a:lnTo>
                  <a:pt x="4698" y="2743"/>
                </a:lnTo>
                <a:lnTo>
                  <a:pt x="4700" y="2731"/>
                </a:lnTo>
                <a:lnTo>
                  <a:pt x="4700" y="120"/>
                </a:lnTo>
                <a:lnTo>
                  <a:pt x="4699" y="108"/>
                </a:lnTo>
                <a:lnTo>
                  <a:pt x="4697" y="95"/>
                </a:lnTo>
                <a:lnTo>
                  <a:pt x="4694" y="84"/>
                </a:lnTo>
                <a:lnTo>
                  <a:pt x="4690" y="73"/>
                </a:lnTo>
                <a:lnTo>
                  <a:pt x="4685" y="63"/>
                </a:lnTo>
                <a:lnTo>
                  <a:pt x="4680" y="53"/>
                </a:lnTo>
                <a:lnTo>
                  <a:pt x="4673" y="43"/>
                </a:lnTo>
                <a:lnTo>
                  <a:pt x="4665" y="34"/>
                </a:lnTo>
                <a:lnTo>
                  <a:pt x="4657" y="27"/>
                </a:lnTo>
                <a:lnTo>
                  <a:pt x="4647" y="20"/>
                </a:lnTo>
                <a:lnTo>
                  <a:pt x="4637" y="14"/>
                </a:lnTo>
                <a:lnTo>
                  <a:pt x="4627" y="9"/>
                </a:lnTo>
                <a:lnTo>
                  <a:pt x="4616" y="5"/>
                </a:lnTo>
                <a:lnTo>
                  <a:pt x="4605" y="2"/>
                </a:lnTo>
                <a:lnTo>
                  <a:pt x="4592" y="1"/>
                </a:lnTo>
                <a:lnTo>
                  <a:pt x="4580" y="0"/>
                </a:lnTo>
                <a:lnTo>
                  <a:pt x="605" y="0"/>
                </a:lnTo>
                <a:lnTo>
                  <a:pt x="593" y="1"/>
                </a:lnTo>
                <a:lnTo>
                  <a:pt x="581" y="2"/>
                </a:lnTo>
                <a:lnTo>
                  <a:pt x="569" y="5"/>
                </a:lnTo>
                <a:lnTo>
                  <a:pt x="558" y="9"/>
                </a:lnTo>
                <a:lnTo>
                  <a:pt x="548" y="14"/>
                </a:lnTo>
                <a:lnTo>
                  <a:pt x="538" y="20"/>
                </a:lnTo>
                <a:lnTo>
                  <a:pt x="529" y="27"/>
                </a:lnTo>
                <a:lnTo>
                  <a:pt x="521" y="34"/>
                </a:lnTo>
                <a:lnTo>
                  <a:pt x="512" y="43"/>
                </a:lnTo>
                <a:lnTo>
                  <a:pt x="505" y="53"/>
                </a:lnTo>
                <a:lnTo>
                  <a:pt x="499" y="63"/>
                </a:lnTo>
                <a:lnTo>
                  <a:pt x="494" y="73"/>
                </a:lnTo>
                <a:lnTo>
                  <a:pt x="490" y="84"/>
                </a:lnTo>
                <a:lnTo>
                  <a:pt x="488" y="95"/>
                </a:lnTo>
                <a:lnTo>
                  <a:pt x="486" y="108"/>
                </a:lnTo>
                <a:lnTo>
                  <a:pt x="485" y="120"/>
                </a:lnTo>
                <a:lnTo>
                  <a:pt x="485" y="2731"/>
                </a:lnTo>
                <a:lnTo>
                  <a:pt x="486" y="2743"/>
                </a:lnTo>
                <a:lnTo>
                  <a:pt x="485" y="2755"/>
                </a:lnTo>
                <a:lnTo>
                  <a:pt x="484" y="2756"/>
                </a:lnTo>
                <a:lnTo>
                  <a:pt x="4701" y="2756"/>
                </a:lnTo>
                <a:lnTo>
                  <a:pt x="4700" y="2755"/>
                </a:lnTo>
                <a:close/>
                <a:moveTo>
                  <a:pt x="4401" y="2552"/>
                </a:moveTo>
                <a:lnTo>
                  <a:pt x="784" y="2552"/>
                </a:lnTo>
                <a:lnTo>
                  <a:pt x="784" y="299"/>
                </a:lnTo>
                <a:lnTo>
                  <a:pt x="4401" y="299"/>
                </a:lnTo>
                <a:lnTo>
                  <a:pt x="4401" y="2552"/>
                </a:lnTo>
                <a:close/>
                <a:moveTo>
                  <a:pt x="5172" y="3676"/>
                </a:moveTo>
                <a:lnTo>
                  <a:pt x="12" y="3676"/>
                </a:lnTo>
                <a:lnTo>
                  <a:pt x="0" y="3700"/>
                </a:lnTo>
                <a:lnTo>
                  <a:pt x="1" y="3713"/>
                </a:lnTo>
                <a:lnTo>
                  <a:pt x="2" y="3727"/>
                </a:lnTo>
                <a:lnTo>
                  <a:pt x="5" y="3741"/>
                </a:lnTo>
                <a:lnTo>
                  <a:pt x="9" y="3756"/>
                </a:lnTo>
                <a:lnTo>
                  <a:pt x="14" y="3771"/>
                </a:lnTo>
                <a:lnTo>
                  <a:pt x="20" y="3786"/>
                </a:lnTo>
                <a:lnTo>
                  <a:pt x="28" y="3801"/>
                </a:lnTo>
                <a:lnTo>
                  <a:pt x="36" y="3815"/>
                </a:lnTo>
                <a:lnTo>
                  <a:pt x="44" y="3828"/>
                </a:lnTo>
                <a:lnTo>
                  <a:pt x="53" y="3841"/>
                </a:lnTo>
                <a:lnTo>
                  <a:pt x="63" y="3852"/>
                </a:lnTo>
                <a:lnTo>
                  <a:pt x="73" y="3861"/>
                </a:lnTo>
                <a:lnTo>
                  <a:pt x="85" y="3869"/>
                </a:lnTo>
                <a:lnTo>
                  <a:pt x="96" y="3875"/>
                </a:lnTo>
                <a:lnTo>
                  <a:pt x="108" y="3878"/>
                </a:lnTo>
                <a:lnTo>
                  <a:pt x="114" y="3879"/>
                </a:lnTo>
                <a:lnTo>
                  <a:pt x="120" y="3880"/>
                </a:lnTo>
                <a:lnTo>
                  <a:pt x="5065" y="3880"/>
                </a:lnTo>
                <a:lnTo>
                  <a:pt x="5071" y="3879"/>
                </a:lnTo>
                <a:lnTo>
                  <a:pt x="5077" y="3878"/>
                </a:lnTo>
                <a:lnTo>
                  <a:pt x="5089" y="3875"/>
                </a:lnTo>
                <a:lnTo>
                  <a:pt x="5101" y="3869"/>
                </a:lnTo>
                <a:lnTo>
                  <a:pt x="5112" y="3861"/>
                </a:lnTo>
                <a:lnTo>
                  <a:pt x="5122" y="3852"/>
                </a:lnTo>
                <a:lnTo>
                  <a:pt x="5132" y="3841"/>
                </a:lnTo>
                <a:lnTo>
                  <a:pt x="5141" y="3828"/>
                </a:lnTo>
                <a:lnTo>
                  <a:pt x="5150" y="3815"/>
                </a:lnTo>
                <a:lnTo>
                  <a:pt x="5158" y="3801"/>
                </a:lnTo>
                <a:lnTo>
                  <a:pt x="5165" y="3786"/>
                </a:lnTo>
                <a:lnTo>
                  <a:pt x="5171" y="3771"/>
                </a:lnTo>
                <a:lnTo>
                  <a:pt x="5176" y="3756"/>
                </a:lnTo>
                <a:lnTo>
                  <a:pt x="5180" y="3741"/>
                </a:lnTo>
                <a:lnTo>
                  <a:pt x="5182" y="3727"/>
                </a:lnTo>
                <a:lnTo>
                  <a:pt x="5184" y="3713"/>
                </a:lnTo>
                <a:lnTo>
                  <a:pt x="5185" y="3700"/>
                </a:lnTo>
                <a:lnTo>
                  <a:pt x="5172" y="3676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xtLst/>
        </p:spPr>
        <p:txBody>
          <a:bodyPr bIns="36000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ea typeface="+mn-ea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18826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" y="339503"/>
            <a:ext cx="3419870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60767"/>
            <a:ext cx="32207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软件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设计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——</a:t>
            </a:r>
            <a:r>
              <a:rPr lang="zh-CN" altLang="en-US" sz="1600" b="1" dirty="0">
                <a:solidFill>
                  <a:schemeClr val="bg1"/>
                </a:solidFill>
              </a:rPr>
              <a:t>生成工程代码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 rot="5400000">
            <a:off x="7925632" y="4035441"/>
            <a:ext cx="986940" cy="986938"/>
            <a:chOff x="4804687" y="2294038"/>
            <a:chExt cx="1354015" cy="1354012"/>
          </a:xfrm>
        </p:grpSpPr>
        <p:sp>
          <p:nvSpPr>
            <p:cNvPr id="12" name="ïṧḷïḓê-任意多边形: 形状 4">
              <a:extLst>
                <a:ext uri="{FF2B5EF4-FFF2-40B4-BE49-F238E27FC236}">
                  <a16:creationId xmlns:a16="http://schemas.microsoft.com/office/drawing/2014/main" xmlns="" id="{86A49E6A-6B1A-47FB-9631-DCE52C050E4F}"/>
                </a:ext>
              </a:extLst>
            </p:cNvPr>
            <p:cNvSpPr/>
            <p:nvPr/>
          </p:nvSpPr>
          <p:spPr>
            <a:xfrm>
              <a:off x="4804687" y="2294038"/>
              <a:ext cx="1354015" cy="1354012"/>
            </a:xfrm>
            <a:custGeom>
              <a:avLst/>
              <a:gdLst>
                <a:gd name="connsiteX0" fmla="*/ 1124074 w 1583637"/>
                <a:gd name="connsiteY0" fmla="*/ 252493 h 1583637"/>
                <a:gd name="connsiteX1" fmla="*/ 1247256 w 1583637"/>
                <a:gd name="connsiteY1" fmla="*/ 149126 h 1583637"/>
                <a:gd name="connsiteX2" fmla="*/ 1345663 w 1583637"/>
                <a:gd name="connsiteY2" fmla="*/ 231701 h 1583637"/>
                <a:gd name="connsiteX3" fmla="*/ 1265256 w 1583637"/>
                <a:gd name="connsiteY3" fmla="*/ 370961 h 1583637"/>
                <a:gd name="connsiteX4" fmla="*/ 1393012 w 1583637"/>
                <a:gd name="connsiteY4" fmla="*/ 592241 h 1583637"/>
                <a:gd name="connsiteX5" fmla="*/ 1553818 w 1583637"/>
                <a:gd name="connsiteY5" fmla="*/ 592237 h 1583637"/>
                <a:gd name="connsiteX6" fmla="*/ 1576125 w 1583637"/>
                <a:gd name="connsiteY6" fmla="*/ 718748 h 1583637"/>
                <a:gd name="connsiteX7" fmla="*/ 1425015 w 1583637"/>
                <a:gd name="connsiteY7" fmla="*/ 773743 h 1583637"/>
                <a:gd name="connsiteX8" fmla="*/ 1380646 w 1583637"/>
                <a:gd name="connsiteY8" fmla="*/ 1025372 h 1583637"/>
                <a:gd name="connsiteX9" fmla="*/ 1503833 w 1583637"/>
                <a:gd name="connsiteY9" fmla="*/ 1128733 h 1583637"/>
                <a:gd name="connsiteX10" fmla="*/ 1439602 w 1583637"/>
                <a:gd name="connsiteY10" fmla="*/ 1239984 h 1583637"/>
                <a:gd name="connsiteX11" fmla="*/ 1288495 w 1583637"/>
                <a:gd name="connsiteY11" fmla="*/ 1184982 h 1583637"/>
                <a:gd name="connsiteX12" fmla="*/ 1092761 w 1583637"/>
                <a:gd name="connsiteY12" fmla="*/ 1349222 h 1583637"/>
                <a:gd name="connsiteX13" fmla="*/ 1120689 w 1583637"/>
                <a:gd name="connsiteY13" fmla="*/ 1507584 h 1583637"/>
                <a:gd name="connsiteX14" fmla="*/ 999974 w 1583637"/>
                <a:gd name="connsiteY14" fmla="*/ 1551521 h 1583637"/>
                <a:gd name="connsiteX15" fmla="*/ 919574 w 1583637"/>
                <a:gd name="connsiteY15" fmla="*/ 1412257 h 1583637"/>
                <a:gd name="connsiteX16" fmla="*/ 664062 w 1583637"/>
                <a:gd name="connsiteY16" fmla="*/ 1412257 h 1583637"/>
                <a:gd name="connsiteX17" fmla="*/ 583663 w 1583637"/>
                <a:gd name="connsiteY17" fmla="*/ 1551521 h 1583637"/>
                <a:gd name="connsiteX18" fmla="*/ 462948 w 1583637"/>
                <a:gd name="connsiteY18" fmla="*/ 1507584 h 1583637"/>
                <a:gd name="connsiteX19" fmla="*/ 490876 w 1583637"/>
                <a:gd name="connsiteY19" fmla="*/ 1349222 h 1583637"/>
                <a:gd name="connsiteX20" fmla="*/ 295142 w 1583637"/>
                <a:gd name="connsiteY20" fmla="*/ 1184981 h 1583637"/>
                <a:gd name="connsiteX21" fmla="*/ 144035 w 1583637"/>
                <a:gd name="connsiteY21" fmla="*/ 1239984 h 1583637"/>
                <a:gd name="connsiteX22" fmla="*/ 79804 w 1583637"/>
                <a:gd name="connsiteY22" fmla="*/ 1128733 h 1583637"/>
                <a:gd name="connsiteX23" fmla="*/ 202991 w 1583637"/>
                <a:gd name="connsiteY23" fmla="*/ 1025372 h 1583637"/>
                <a:gd name="connsiteX24" fmla="*/ 158622 w 1583637"/>
                <a:gd name="connsiteY24" fmla="*/ 773743 h 1583637"/>
                <a:gd name="connsiteX25" fmla="*/ 7512 w 1583637"/>
                <a:gd name="connsiteY25" fmla="*/ 718748 h 1583637"/>
                <a:gd name="connsiteX26" fmla="*/ 29819 w 1583637"/>
                <a:gd name="connsiteY26" fmla="*/ 592237 h 1583637"/>
                <a:gd name="connsiteX27" fmla="*/ 190625 w 1583637"/>
                <a:gd name="connsiteY27" fmla="*/ 592241 h 1583637"/>
                <a:gd name="connsiteX28" fmla="*/ 318381 w 1583637"/>
                <a:gd name="connsiteY28" fmla="*/ 370961 h 1583637"/>
                <a:gd name="connsiteX29" fmla="*/ 237974 w 1583637"/>
                <a:gd name="connsiteY29" fmla="*/ 231701 h 1583637"/>
                <a:gd name="connsiteX30" fmla="*/ 336381 w 1583637"/>
                <a:gd name="connsiteY30" fmla="*/ 149126 h 1583637"/>
                <a:gd name="connsiteX31" fmla="*/ 459563 w 1583637"/>
                <a:gd name="connsiteY31" fmla="*/ 252493 h 1583637"/>
                <a:gd name="connsiteX32" fmla="*/ 699666 w 1583637"/>
                <a:gd name="connsiteY32" fmla="*/ 165103 h 1583637"/>
                <a:gd name="connsiteX33" fmla="*/ 727586 w 1583637"/>
                <a:gd name="connsiteY33" fmla="*/ 6739 h 1583637"/>
                <a:gd name="connsiteX34" fmla="*/ 856051 w 1583637"/>
                <a:gd name="connsiteY34" fmla="*/ 6739 h 1583637"/>
                <a:gd name="connsiteX35" fmla="*/ 883970 w 1583637"/>
                <a:gd name="connsiteY35" fmla="*/ 165102 h 1583637"/>
                <a:gd name="connsiteX36" fmla="*/ 1124073 w 1583637"/>
                <a:gd name="connsiteY36" fmla="*/ 252493 h 1583637"/>
                <a:gd name="connsiteX37" fmla="*/ 1124074 w 1583637"/>
                <a:gd name="connsiteY37" fmla="*/ 252493 h 1583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583637" h="1583637">
                  <a:moveTo>
                    <a:pt x="1124074" y="252493"/>
                  </a:moveTo>
                  <a:lnTo>
                    <a:pt x="1247256" y="149126"/>
                  </a:lnTo>
                  <a:lnTo>
                    <a:pt x="1345663" y="231701"/>
                  </a:lnTo>
                  <a:lnTo>
                    <a:pt x="1265256" y="370961"/>
                  </a:lnTo>
                  <a:cubicBezTo>
                    <a:pt x="1322430" y="435278"/>
                    <a:pt x="1365899" y="510569"/>
                    <a:pt x="1393012" y="592241"/>
                  </a:cubicBezTo>
                  <a:lnTo>
                    <a:pt x="1553818" y="592237"/>
                  </a:lnTo>
                  <a:lnTo>
                    <a:pt x="1576125" y="718748"/>
                  </a:lnTo>
                  <a:lnTo>
                    <a:pt x="1425015" y="773743"/>
                  </a:lnTo>
                  <a:cubicBezTo>
                    <a:pt x="1427471" y="859762"/>
                    <a:pt x="1412374" y="945380"/>
                    <a:pt x="1380646" y="1025372"/>
                  </a:cubicBezTo>
                  <a:lnTo>
                    <a:pt x="1503833" y="1128733"/>
                  </a:lnTo>
                  <a:lnTo>
                    <a:pt x="1439602" y="1239984"/>
                  </a:lnTo>
                  <a:lnTo>
                    <a:pt x="1288495" y="1184982"/>
                  </a:lnTo>
                  <a:cubicBezTo>
                    <a:pt x="1235084" y="1252456"/>
                    <a:pt x="1168484" y="1308339"/>
                    <a:pt x="1092761" y="1349222"/>
                  </a:cubicBezTo>
                  <a:lnTo>
                    <a:pt x="1120689" y="1507584"/>
                  </a:lnTo>
                  <a:lnTo>
                    <a:pt x="999974" y="1551521"/>
                  </a:lnTo>
                  <a:lnTo>
                    <a:pt x="919574" y="1412257"/>
                  </a:lnTo>
                  <a:cubicBezTo>
                    <a:pt x="835287" y="1429613"/>
                    <a:pt x="748348" y="1429613"/>
                    <a:pt x="664062" y="1412257"/>
                  </a:cubicBezTo>
                  <a:lnTo>
                    <a:pt x="583663" y="1551521"/>
                  </a:lnTo>
                  <a:lnTo>
                    <a:pt x="462948" y="1507584"/>
                  </a:lnTo>
                  <a:lnTo>
                    <a:pt x="490876" y="1349222"/>
                  </a:lnTo>
                  <a:cubicBezTo>
                    <a:pt x="415153" y="1308339"/>
                    <a:pt x="348553" y="1252455"/>
                    <a:pt x="295142" y="1184981"/>
                  </a:cubicBezTo>
                  <a:lnTo>
                    <a:pt x="144035" y="1239984"/>
                  </a:lnTo>
                  <a:lnTo>
                    <a:pt x="79804" y="1128733"/>
                  </a:lnTo>
                  <a:lnTo>
                    <a:pt x="202991" y="1025372"/>
                  </a:lnTo>
                  <a:cubicBezTo>
                    <a:pt x="171263" y="945380"/>
                    <a:pt x="156166" y="859762"/>
                    <a:pt x="158622" y="773743"/>
                  </a:cubicBezTo>
                  <a:lnTo>
                    <a:pt x="7512" y="718748"/>
                  </a:lnTo>
                  <a:lnTo>
                    <a:pt x="29819" y="592237"/>
                  </a:lnTo>
                  <a:lnTo>
                    <a:pt x="190625" y="592241"/>
                  </a:lnTo>
                  <a:cubicBezTo>
                    <a:pt x="217738" y="510569"/>
                    <a:pt x="261208" y="435277"/>
                    <a:pt x="318381" y="370961"/>
                  </a:cubicBezTo>
                  <a:lnTo>
                    <a:pt x="237974" y="231701"/>
                  </a:lnTo>
                  <a:lnTo>
                    <a:pt x="336381" y="149126"/>
                  </a:lnTo>
                  <a:lnTo>
                    <a:pt x="459563" y="252493"/>
                  </a:lnTo>
                  <a:cubicBezTo>
                    <a:pt x="532831" y="207356"/>
                    <a:pt x="614527" y="177621"/>
                    <a:pt x="699666" y="165103"/>
                  </a:cubicBezTo>
                  <a:lnTo>
                    <a:pt x="727586" y="6739"/>
                  </a:lnTo>
                  <a:lnTo>
                    <a:pt x="856051" y="6739"/>
                  </a:lnTo>
                  <a:lnTo>
                    <a:pt x="883970" y="165102"/>
                  </a:lnTo>
                  <a:cubicBezTo>
                    <a:pt x="969110" y="177621"/>
                    <a:pt x="1050806" y="207356"/>
                    <a:pt x="1124073" y="252493"/>
                  </a:cubicBezTo>
                  <a:lnTo>
                    <a:pt x="1124074" y="252493"/>
                  </a:lnTo>
                  <a:close/>
                </a:path>
              </a:pathLst>
            </a:custGeom>
            <a:solidFill>
              <a:schemeClr val="tx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0" tIns="0" rIns="0" bIns="0"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/>
            </a:p>
          </p:txBody>
        </p:sp>
        <p:sp>
          <p:nvSpPr>
            <p:cNvPr id="13" name="ïṧḷïḓê-Oval 5">
              <a:extLst>
                <a:ext uri="{FF2B5EF4-FFF2-40B4-BE49-F238E27FC236}">
                  <a16:creationId xmlns:a16="http://schemas.microsoft.com/office/drawing/2014/main" xmlns="" id="{6908010F-8E5D-45DA-8274-EB48CB6B3B2E}"/>
                </a:ext>
              </a:extLst>
            </p:cNvPr>
            <p:cNvSpPr/>
            <p:nvPr/>
          </p:nvSpPr>
          <p:spPr>
            <a:xfrm>
              <a:off x="5061660" y="2551010"/>
              <a:ext cx="840068" cy="840068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 anchorCtr="1">
              <a:norm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4" name="KSO_Shape"/>
          <p:cNvSpPr>
            <a:spLocks/>
          </p:cNvSpPr>
          <p:nvPr/>
        </p:nvSpPr>
        <p:spPr bwMode="auto">
          <a:xfrm>
            <a:off x="8269529" y="4402054"/>
            <a:ext cx="299146" cy="253712"/>
          </a:xfrm>
          <a:custGeom>
            <a:avLst/>
            <a:gdLst>
              <a:gd name="T0" fmla="*/ 151004 w 5185"/>
              <a:gd name="T1" fmla="*/ 1065477 h 3880"/>
              <a:gd name="T2" fmla="*/ 1873403 w 5185"/>
              <a:gd name="T3" fmla="*/ 1297678 h 3880"/>
              <a:gd name="T4" fmla="*/ 751713 w 5185"/>
              <a:gd name="T5" fmla="*/ 1241832 h 3880"/>
              <a:gd name="T6" fmla="*/ 1108464 w 5185"/>
              <a:gd name="T7" fmla="*/ 1148144 h 3880"/>
              <a:gd name="T8" fmla="*/ 751713 w 5185"/>
              <a:gd name="T9" fmla="*/ 1241832 h 3880"/>
              <a:gd name="T10" fmla="*/ 1726808 w 5185"/>
              <a:gd name="T11" fmla="*/ 1012203 h 3880"/>
              <a:gd name="T12" fmla="*/ 1726073 w 5185"/>
              <a:gd name="T13" fmla="*/ 1007794 h 3880"/>
              <a:gd name="T14" fmla="*/ 1726808 w 5185"/>
              <a:gd name="T15" fmla="*/ 44089 h 3880"/>
              <a:gd name="T16" fmla="*/ 1726441 w 5185"/>
              <a:gd name="T17" fmla="*/ 39680 h 3880"/>
              <a:gd name="T18" fmla="*/ 1724604 w 5185"/>
              <a:gd name="T19" fmla="*/ 30862 h 3880"/>
              <a:gd name="T20" fmla="*/ 1721297 w 5185"/>
              <a:gd name="T21" fmla="*/ 23147 h 3880"/>
              <a:gd name="T22" fmla="*/ 1716888 w 5185"/>
              <a:gd name="T23" fmla="*/ 15798 h 3880"/>
              <a:gd name="T24" fmla="*/ 1711010 w 5185"/>
              <a:gd name="T25" fmla="*/ 9920 h 3880"/>
              <a:gd name="T26" fmla="*/ 1703662 w 5185"/>
              <a:gd name="T27" fmla="*/ 5144 h 3880"/>
              <a:gd name="T28" fmla="*/ 1695946 w 5185"/>
              <a:gd name="T29" fmla="*/ 1837 h 3880"/>
              <a:gd name="T30" fmla="*/ 1687128 w 5185"/>
              <a:gd name="T31" fmla="*/ 367 h 3880"/>
              <a:gd name="T32" fmla="*/ 222281 w 5185"/>
              <a:gd name="T33" fmla="*/ 0 h 3880"/>
              <a:gd name="T34" fmla="*/ 217872 w 5185"/>
              <a:gd name="T35" fmla="*/ 367 h 3880"/>
              <a:gd name="T36" fmla="*/ 209054 w 5185"/>
              <a:gd name="T37" fmla="*/ 1837 h 3880"/>
              <a:gd name="T38" fmla="*/ 201338 w 5185"/>
              <a:gd name="T39" fmla="*/ 5144 h 3880"/>
              <a:gd name="T40" fmla="*/ 194358 w 5185"/>
              <a:gd name="T41" fmla="*/ 9920 h 3880"/>
              <a:gd name="T42" fmla="*/ 188112 w 5185"/>
              <a:gd name="T43" fmla="*/ 15798 h 3880"/>
              <a:gd name="T44" fmla="*/ 183336 w 5185"/>
              <a:gd name="T45" fmla="*/ 23147 h 3880"/>
              <a:gd name="T46" fmla="*/ 180029 w 5185"/>
              <a:gd name="T47" fmla="*/ 30862 h 3880"/>
              <a:gd name="T48" fmla="*/ 178559 w 5185"/>
              <a:gd name="T49" fmla="*/ 39680 h 3880"/>
              <a:gd name="T50" fmla="*/ 178192 w 5185"/>
              <a:gd name="T51" fmla="*/ 1003386 h 3880"/>
              <a:gd name="T52" fmla="*/ 178559 w 5185"/>
              <a:gd name="T53" fmla="*/ 1007794 h 3880"/>
              <a:gd name="T54" fmla="*/ 178192 w 5185"/>
              <a:gd name="T55" fmla="*/ 1012203 h 3880"/>
              <a:gd name="T56" fmla="*/ 1727176 w 5185"/>
              <a:gd name="T57" fmla="*/ 1012571 h 3880"/>
              <a:gd name="T58" fmla="*/ 1616954 w 5185"/>
              <a:gd name="T59" fmla="*/ 937620 h 3880"/>
              <a:gd name="T60" fmla="*/ 288046 w 5185"/>
              <a:gd name="T61" fmla="*/ 109854 h 3880"/>
              <a:gd name="T62" fmla="*/ 1616954 w 5185"/>
              <a:gd name="T63" fmla="*/ 937620 h 3880"/>
              <a:gd name="T64" fmla="*/ 4409 w 5185"/>
              <a:gd name="T65" fmla="*/ 1350584 h 3880"/>
              <a:gd name="T66" fmla="*/ 0 w 5185"/>
              <a:gd name="T67" fmla="*/ 1359402 h 3880"/>
              <a:gd name="T68" fmla="*/ 735 w 5185"/>
              <a:gd name="T69" fmla="*/ 1369322 h 3880"/>
              <a:gd name="T70" fmla="*/ 3307 w 5185"/>
              <a:gd name="T71" fmla="*/ 1379977 h 3880"/>
              <a:gd name="T72" fmla="*/ 7348 w 5185"/>
              <a:gd name="T73" fmla="*/ 1390999 h 3880"/>
              <a:gd name="T74" fmla="*/ 13227 w 5185"/>
              <a:gd name="T75" fmla="*/ 1401654 h 3880"/>
              <a:gd name="T76" fmla="*/ 19473 w 5185"/>
              <a:gd name="T77" fmla="*/ 1411206 h 3880"/>
              <a:gd name="T78" fmla="*/ 26821 w 5185"/>
              <a:gd name="T79" fmla="*/ 1418554 h 3880"/>
              <a:gd name="T80" fmla="*/ 35271 w 5185"/>
              <a:gd name="T81" fmla="*/ 1423698 h 3880"/>
              <a:gd name="T82" fmla="*/ 41884 w 5185"/>
              <a:gd name="T83" fmla="*/ 1425168 h 3880"/>
              <a:gd name="T84" fmla="*/ 1860911 w 5185"/>
              <a:gd name="T85" fmla="*/ 1425535 h 3880"/>
              <a:gd name="T86" fmla="*/ 1863116 w 5185"/>
              <a:gd name="T87" fmla="*/ 1425168 h 3880"/>
              <a:gd name="T88" fmla="*/ 1869729 w 5185"/>
              <a:gd name="T89" fmla="*/ 1423698 h 3880"/>
              <a:gd name="T90" fmla="*/ 1878179 w 5185"/>
              <a:gd name="T91" fmla="*/ 1418554 h 3880"/>
              <a:gd name="T92" fmla="*/ 1885527 w 5185"/>
              <a:gd name="T93" fmla="*/ 1411206 h 3880"/>
              <a:gd name="T94" fmla="*/ 1892141 w 5185"/>
              <a:gd name="T95" fmla="*/ 1401654 h 3880"/>
              <a:gd name="T96" fmla="*/ 1897652 w 5185"/>
              <a:gd name="T97" fmla="*/ 1390999 h 3880"/>
              <a:gd name="T98" fmla="*/ 1901693 w 5185"/>
              <a:gd name="T99" fmla="*/ 1379977 h 3880"/>
              <a:gd name="T100" fmla="*/ 1903898 w 5185"/>
              <a:gd name="T101" fmla="*/ 1369322 h 3880"/>
              <a:gd name="T102" fmla="*/ 1905000 w 5185"/>
              <a:gd name="T103" fmla="*/ 1359402 h 3880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0" t="0" r="r" b="b"/>
            <a:pathLst>
              <a:path w="5185" h="3880">
                <a:moveTo>
                  <a:pt x="4775" y="2900"/>
                </a:moveTo>
                <a:lnTo>
                  <a:pt x="411" y="2900"/>
                </a:lnTo>
                <a:lnTo>
                  <a:pt x="87" y="3532"/>
                </a:lnTo>
                <a:lnTo>
                  <a:pt x="5099" y="3532"/>
                </a:lnTo>
                <a:lnTo>
                  <a:pt x="4775" y="2900"/>
                </a:lnTo>
                <a:close/>
                <a:moveTo>
                  <a:pt x="2046" y="3380"/>
                </a:moveTo>
                <a:lnTo>
                  <a:pt x="2181" y="3125"/>
                </a:lnTo>
                <a:lnTo>
                  <a:pt x="3017" y="3125"/>
                </a:lnTo>
                <a:lnTo>
                  <a:pt x="3139" y="3380"/>
                </a:lnTo>
                <a:lnTo>
                  <a:pt x="2046" y="3380"/>
                </a:lnTo>
                <a:close/>
                <a:moveTo>
                  <a:pt x="4700" y="2755"/>
                </a:moveTo>
                <a:lnTo>
                  <a:pt x="4700" y="2755"/>
                </a:lnTo>
                <a:lnTo>
                  <a:pt x="4698" y="2743"/>
                </a:lnTo>
                <a:lnTo>
                  <a:pt x="4700" y="2731"/>
                </a:lnTo>
                <a:lnTo>
                  <a:pt x="4700" y="120"/>
                </a:lnTo>
                <a:lnTo>
                  <a:pt x="4699" y="108"/>
                </a:lnTo>
                <a:lnTo>
                  <a:pt x="4697" y="95"/>
                </a:lnTo>
                <a:lnTo>
                  <a:pt x="4694" y="84"/>
                </a:lnTo>
                <a:lnTo>
                  <a:pt x="4690" y="73"/>
                </a:lnTo>
                <a:lnTo>
                  <a:pt x="4685" y="63"/>
                </a:lnTo>
                <a:lnTo>
                  <a:pt x="4680" y="53"/>
                </a:lnTo>
                <a:lnTo>
                  <a:pt x="4673" y="43"/>
                </a:lnTo>
                <a:lnTo>
                  <a:pt x="4665" y="34"/>
                </a:lnTo>
                <a:lnTo>
                  <a:pt x="4657" y="27"/>
                </a:lnTo>
                <a:lnTo>
                  <a:pt x="4647" y="20"/>
                </a:lnTo>
                <a:lnTo>
                  <a:pt x="4637" y="14"/>
                </a:lnTo>
                <a:lnTo>
                  <a:pt x="4627" y="9"/>
                </a:lnTo>
                <a:lnTo>
                  <a:pt x="4616" y="5"/>
                </a:lnTo>
                <a:lnTo>
                  <a:pt x="4605" y="2"/>
                </a:lnTo>
                <a:lnTo>
                  <a:pt x="4592" y="1"/>
                </a:lnTo>
                <a:lnTo>
                  <a:pt x="4580" y="0"/>
                </a:lnTo>
                <a:lnTo>
                  <a:pt x="605" y="0"/>
                </a:lnTo>
                <a:lnTo>
                  <a:pt x="593" y="1"/>
                </a:lnTo>
                <a:lnTo>
                  <a:pt x="581" y="2"/>
                </a:lnTo>
                <a:lnTo>
                  <a:pt x="569" y="5"/>
                </a:lnTo>
                <a:lnTo>
                  <a:pt x="558" y="9"/>
                </a:lnTo>
                <a:lnTo>
                  <a:pt x="548" y="14"/>
                </a:lnTo>
                <a:lnTo>
                  <a:pt x="538" y="20"/>
                </a:lnTo>
                <a:lnTo>
                  <a:pt x="529" y="27"/>
                </a:lnTo>
                <a:lnTo>
                  <a:pt x="521" y="34"/>
                </a:lnTo>
                <a:lnTo>
                  <a:pt x="512" y="43"/>
                </a:lnTo>
                <a:lnTo>
                  <a:pt x="505" y="53"/>
                </a:lnTo>
                <a:lnTo>
                  <a:pt x="499" y="63"/>
                </a:lnTo>
                <a:lnTo>
                  <a:pt x="494" y="73"/>
                </a:lnTo>
                <a:lnTo>
                  <a:pt x="490" y="84"/>
                </a:lnTo>
                <a:lnTo>
                  <a:pt x="488" y="95"/>
                </a:lnTo>
                <a:lnTo>
                  <a:pt x="486" y="108"/>
                </a:lnTo>
                <a:lnTo>
                  <a:pt x="485" y="120"/>
                </a:lnTo>
                <a:lnTo>
                  <a:pt x="485" y="2731"/>
                </a:lnTo>
                <a:lnTo>
                  <a:pt x="486" y="2743"/>
                </a:lnTo>
                <a:lnTo>
                  <a:pt x="485" y="2755"/>
                </a:lnTo>
                <a:lnTo>
                  <a:pt x="484" y="2756"/>
                </a:lnTo>
                <a:lnTo>
                  <a:pt x="4701" y="2756"/>
                </a:lnTo>
                <a:lnTo>
                  <a:pt x="4700" y="2755"/>
                </a:lnTo>
                <a:close/>
                <a:moveTo>
                  <a:pt x="4401" y="2552"/>
                </a:moveTo>
                <a:lnTo>
                  <a:pt x="784" y="2552"/>
                </a:lnTo>
                <a:lnTo>
                  <a:pt x="784" y="299"/>
                </a:lnTo>
                <a:lnTo>
                  <a:pt x="4401" y="299"/>
                </a:lnTo>
                <a:lnTo>
                  <a:pt x="4401" y="2552"/>
                </a:lnTo>
                <a:close/>
                <a:moveTo>
                  <a:pt x="5172" y="3676"/>
                </a:moveTo>
                <a:lnTo>
                  <a:pt x="12" y="3676"/>
                </a:lnTo>
                <a:lnTo>
                  <a:pt x="0" y="3700"/>
                </a:lnTo>
                <a:lnTo>
                  <a:pt x="1" y="3713"/>
                </a:lnTo>
                <a:lnTo>
                  <a:pt x="2" y="3727"/>
                </a:lnTo>
                <a:lnTo>
                  <a:pt x="5" y="3741"/>
                </a:lnTo>
                <a:lnTo>
                  <a:pt x="9" y="3756"/>
                </a:lnTo>
                <a:lnTo>
                  <a:pt x="14" y="3771"/>
                </a:lnTo>
                <a:lnTo>
                  <a:pt x="20" y="3786"/>
                </a:lnTo>
                <a:lnTo>
                  <a:pt x="28" y="3801"/>
                </a:lnTo>
                <a:lnTo>
                  <a:pt x="36" y="3815"/>
                </a:lnTo>
                <a:lnTo>
                  <a:pt x="44" y="3828"/>
                </a:lnTo>
                <a:lnTo>
                  <a:pt x="53" y="3841"/>
                </a:lnTo>
                <a:lnTo>
                  <a:pt x="63" y="3852"/>
                </a:lnTo>
                <a:lnTo>
                  <a:pt x="73" y="3861"/>
                </a:lnTo>
                <a:lnTo>
                  <a:pt x="85" y="3869"/>
                </a:lnTo>
                <a:lnTo>
                  <a:pt x="96" y="3875"/>
                </a:lnTo>
                <a:lnTo>
                  <a:pt x="108" y="3878"/>
                </a:lnTo>
                <a:lnTo>
                  <a:pt x="114" y="3879"/>
                </a:lnTo>
                <a:lnTo>
                  <a:pt x="120" y="3880"/>
                </a:lnTo>
                <a:lnTo>
                  <a:pt x="5065" y="3880"/>
                </a:lnTo>
                <a:lnTo>
                  <a:pt x="5071" y="3879"/>
                </a:lnTo>
                <a:lnTo>
                  <a:pt x="5077" y="3878"/>
                </a:lnTo>
                <a:lnTo>
                  <a:pt x="5089" y="3875"/>
                </a:lnTo>
                <a:lnTo>
                  <a:pt x="5101" y="3869"/>
                </a:lnTo>
                <a:lnTo>
                  <a:pt x="5112" y="3861"/>
                </a:lnTo>
                <a:lnTo>
                  <a:pt x="5122" y="3852"/>
                </a:lnTo>
                <a:lnTo>
                  <a:pt x="5132" y="3841"/>
                </a:lnTo>
                <a:lnTo>
                  <a:pt x="5141" y="3828"/>
                </a:lnTo>
                <a:lnTo>
                  <a:pt x="5150" y="3815"/>
                </a:lnTo>
                <a:lnTo>
                  <a:pt x="5158" y="3801"/>
                </a:lnTo>
                <a:lnTo>
                  <a:pt x="5165" y="3786"/>
                </a:lnTo>
                <a:lnTo>
                  <a:pt x="5171" y="3771"/>
                </a:lnTo>
                <a:lnTo>
                  <a:pt x="5176" y="3756"/>
                </a:lnTo>
                <a:lnTo>
                  <a:pt x="5180" y="3741"/>
                </a:lnTo>
                <a:lnTo>
                  <a:pt x="5182" y="3727"/>
                </a:lnTo>
                <a:lnTo>
                  <a:pt x="5184" y="3713"/>
                </a:lnTo>
                <a:lnTo>
                  <a:pt x="5185" y="3700"/>
                </a:lnTo>
                <a:lnTo>
                  <a:pt x="5172" y="3676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xtLst/>
        </p:spPr>
        <p:txBody>
          <a:bodyPr bIns="36000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ea typeface="+mn-ea"/>
              <a:cs typeface="+mn-ea"/>
            </a:endParaRPr>
          </a:p>
        </p:txBody>
      </p:sp>
      <p:pic>
        <p:nvPicPr>
          <p:cNvPr id="15" name="图片 14"/>
          <p:cNvPicPr/>
          <p:nvPr/>
        </p:nvPicPr>
        <p:blipFill>
          <a:blip r:embed="rId3"/>
          <a:stretch>
            <a:fillRect/>
          </a:stretch>
        </p:blipFill>
        <p:spPr>
          <a:xfrm>
            <a:off x="323528" y="1213607"/>
            <a:ext cx="4752528" cy="3188447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5220072" y="1059582"/>
            <a:ext cx="3498938" cy="278537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  <a:buClr>
                <a:schemeClr val="accent5">
                  <a:lumMod val="75000"/>
                </a:schemeClr>
              </a:buClr>
            </a:pPr>
            <a:r>
              <a:rPr lang="zh-CN" altLang="en-US" sz="2000" b="1" dirty="0" smtClean="0"/>
              <a:t>    在</a:t>
            </a:r>
            <a:r>
              <a:rPr lang="zh-CN" altLang="en-US" sz="2000" b="1" dirty="0"/>
              <a:t>“</a:t>
            </a:r>
            <a:r>
              <a:rPr lang="en-GB" altLang="zh-CN" sz="2000" b="1" dirty="0"/>
              <a:t>Code Generator”</a:t>
            </a:r>
            <a:r>
              <a:rPr lang="zh-CN" altLang="en-US" sz="2000" b="1" dirty="0"/>
              <a:t>选项栏中找到“</a:t>
            </a:r>
            <a:r>
              <a:rPr lang="en-GB" altLang="zh-CN" sz="2000" b="1" dirty="0"/>
              <a:t>Generated files”</a:t>
            </a:r>
            <a:r>
              <a:rPr lang="zh-CN" altLang="en-US" sz="2000" b="1" dirty="0"/>
              <a:t>框，勾选“</a:t>
            </a:r>
            <a:r>
              <a:rPr lang="en-GB" altLang="zh-CN" sz="2000" b="1" dirty="0"/>
              <a:t>Generate peripheral initialization as a pair of ’.c/.h’ files per IP”</a:t>
            </a:r>
            <a:r>
              <a:rPr lang="zh-CN" altLang="en-GB" sz="2000" b="1" dirty="0"/>
              <a:t>，</a:t>
            </a:r>
            <a:r>
              <a:rPr lang="zh-CN" altLang="en-US" sz="2000" b="1" dirty="0"/>
              <a:t>将外设初始化的代码设置生成为独立的</a:t>
            </a:r>
            <a:r>
              <a:rPr lang="en-US" altLang="zh-CN" sz="2000" b="1" dirty="0"/>
              <a:t>.</a:t>
            </a:r>
            <a:r>
              <a:rPr lang="en-GB" altLang="zh-CN" sz="2000" b="1" dirty="0"/>
              <a:t>c</a:t>
            </a:r>
            <a:r>
              <a:rPr lang="zh-CN" altLang="en-US" sz="2000" b="1" dirty="0"/>
              <a:t>源文件和</a:t>
            </a:r>
            <a:r>
              <a:rPr lang="en-US" altLang="zh-CN" sz="2000" b="1" dirty="0"/>
              <a:t>.</a:t>
            </a:r>
            <a:r>
              <a:rPr lang="en-GB" altLang="zh-CN" sz="2000" b="1" dirty="0"/>
              <a:t>h</a:t>
            </a:r>
            <a:r>
              <a:rPr lang="zh-CN" altLang="en-US" sz="2000" b="1" dirty="0" smtClean="0"/>
              <a:t>头文件。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252509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" y="339503"/>
            <a:ext cx="3419870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60767"/>
            <a:ext cx="32207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软件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设计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——</a:t>
            </a:r>
            <a:r>
              <a:rPr lang="zh-CN" altLang="en-US" sz="1600" b="1" dirty="0">
                <a:solidFill>
                  <a:schemeClr val="bg1"/>
                </a:solidFill>
              </a:rPr>
              <a:t>生成工程代码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 rot="5400000">
            <a:off x="7524327" y="3908585"/>
            <a:ext cx="986940" cy="986938"/>
            <a:chOff x="4804687" y="2294038"/>
            <a:chExt cx="1354015" cy="1354012"/>
          </a:xfrm>
        </p:grpSpPr>
        <p:sp>
          <p:nvSpPr>
            <p:cNvPr id="12" name="ïṧḷïḓê-任意多边形: 形状 4">
              <a:extLst>
                <a:ext uri="{FF2B5EF4-FFF2-40B4-BE49-F238E27FC236}">
                  <a16:creationId xmlns:a16="http://schemas.microsoft.com/office/drawing/2014/main" xmlns="" id="{86A49E6A-6B1A-47FB-9631-DCE52C050E4F}"/>
                </a:ext>
              </a:extLst>
            </p:cNvPr>
            <p:cNvSpPr/>
            <p:nvPr/>
          </p:nvSpPr>
          <p:spPr>
            <a:xfrm>
              <a:off x="4804687" y="2294038"/>
              <a:ext cx="1354015" cy="1354012"/>
            </a:xfrm>
            <a:custGeom>
              <a:avLst/>
              <a:gdLst>
                <a:gd name="connsiteX0" fmla="*/ 1124074 w 1583637"/>
                <a:gd name="connsiteY0" fmla="*/ 252493 h 1583637"/>
                <a:gd name="connsiteX1" fmla="*/ 1247256 w 1583637"/>
                <a:gd name="connsiteY1" fmla="*/ 149126 h 1583637"/>
                <a:gd name="connsiteX2" fmla="*/ 1345663 w 1583637"/>
                <a:gd name="connsiteY2" fmla="*/ 231701 h 1583637"/>
                <a:gd name="connsiteX3" fmla="*/ 1265256 w 1583637"/>
                <a:gd name="connsiteY3" fmla="*/ 370961 h 1583637"/>
                <a:gd name="connsiteX4" fmla="*/ 1393012 w 1583637"/>
                <a:gd name="connsiteY4" fmla="*/ 592241 h 1583637"/>
                <a:gd name="connsiteX5" fmla="*/ 1553818 w 1583637"/>
                <a:gd name="connsiteY5" fmla="*/ 592237 h 1583637"/>
                <a:gd name="connsiteX6" fmla="*/ 1576125 w 1583637"/>
                <a:gd name="connsiteY6" fmla="*/ 718748 h 1583637"/>
                <a:gd name="connsiteX7" fmla="*/ 1425015 w 1583637"/>
                <a:gd name="connsiteY7" fmla="*/ 773743 h 1583637"/>
                <a:gd name="connsiteX8" fmla="*/ 1380646 w 1583637"/>
                <a:gd name="connsiteY8" fmla="*/ 1025372 h 1583637"/>
                <a:gd name="connsiteX9" fmla="*/ 1503833 w 1583637"/>
                <a:gd name="connsiteY9" fmla="*/ 1128733 h 1583637"/>
                <a:gd name="connsiteX10" fmla="*/ 1439602 w 1583637"/>
                <a:gd name="connsiteY10" fmla="*/ 1239984 h 1583637"/>
                <a:gd name="connsiteX11" fmla="*/ 1288495 w 1583637"/>
                <a:gd name="connsiteY11" fmla="*/ 1184982 h 1583637"/>
                <a:gd name="connsiteX12" fmla="*/ 1092761 w 1583637"/>
                <a:gd name="connsiteY12" fmla="*/ 1349222 h 1583637"/>
                <a:gd name="connsiteX13" fmla="*/ 1120689 w 1583637"/>
                <a:gd name="connsiteY13" fmla="*/ 1507584 h 1583637"/>
                <a:gd name="connsiteX14" fmla="*/ 999974 w 1583637"/>
                <a:gd name="connsiteY14" fmla="*/ 1551521 h 1583637"/>
                <a:gd name="connsiteX15" fmla="*/ 919574 w 1583637"/>
                <a:gd name="connsiteY15" fmla="*/ 1412257 h 1583637"/>
                <a:gd name="connsiteX16" fmla="*/ 664062 w 1583637"/>
                <a:gd name="connsiteY16" fmla="*/ 1412257 h 1583637"/>
                <a:gd name="connsiteX17" fmla="*/ 583663 w 1583637"/>
                <a:gd name="connsiteY17" fmla="*/ 1551521 h 1583637"/>
                <a:gd name="connsiteX18" fmla="*/ 462948 w 1583637"/>
                <a:gd name="connsiteY18" fmla="*/ 1507584 h 1583637"/>
                <a:gd name="connsiteX19" fmla="*/ 490876 w 1583637"/>
                <a:gd name="connsiteY19" fmla="*/ 1349222 h 1583637"/>
                <a:gd name="connsiteX20" fmla="*/ 295142 w 1583637"/>
                <a:gd name="connsiteY20" fmla="*/ 1184981 h 1583637"/>
                <a:gd name="connsiteX21" fmla="*/ 144035 w 1583637"/>
                <a:gd name="connsiteY21" fmla="*/ 1239984 h 1583637"/>
                <a:gd name="connsiteX22" fmla="*/ 79804 w 1583637"/>
                <a:gd name="connsiteY22" fmla="*/ 1128733 h 1583637"/>
                <a:gd name="connsiteX23" fmla="*/ 202991 w 1583637"/>
                <a:gd name="connsiteY23" fmla="*/ 1025372 h 1583637"/>
                <a:gd name="connsiteX24" fmla="*/ 158622 w 1583637"/>
                <a:gd name="connsiteY24" fmla="*/ 773743 h 1583637"/>
                <a:gd name="connsiteX25" fmla="*/ 7512 w 1583637"/>
                <a:gd name="connsiteY25" fmla="*/ 718748 h 1583637"/>
                <a:gd name="connsiteX26" fmla="*/ 29819 w 1583637"/>
                <a:gd name="connsiteY26" fmla="*/ 592237 h 1583637"/>
                <a:gd name="connsiteX27" fmla="*/ 190625 w 1583637"/>
                <a:gd name="connsiteY27" fmla="*/ 592241 h 1583637"/>
                <a:gd name="connsiteX28" fmla="*/ 318381 w 1583637"/>
                <a:gd name="connsiteY28" fmla="*/ 370961 h 1583637"/>
                <a:gd name="connsiteX29" fmla="*/ 237974 w 1583637"/>
                <a:gd name="connsiteY29" fmla="*/ 231701 h 1583637"/>
                <a:gd name="connsiteX30" fmla="*/ 336381 w 1583637"/>
                <a:gd name="connsiteY30" fmla="*/ 149126 h 1583637"/>
                <a:gd name="connsiteX31" fmla="*/ 459563 w 1583637"/>
                <a:gd name="connsiteY31" fmla="*/ 252493 h 1583637"/>
                <a:gd name="connsiteX32" fmla="*/ 699666 w 1583637"/>
                <a:gd name="connsiteY32" fmla="*/ 165103 h 1583637"/>
                <a:gd name="connsiteX33" fmla="*/ 727586 w 1583637"/>
                <a:gd name="connsiteY33" fmla="*/ 6739 h 1583637"/>
                <a:gd name="connsiteX34" fmla="*/ 856051 w 1583637"/>
                <a:gd name="connsiteY34" fmla="*/ 6739 h 1583637"/>
                <a:gd name="connsiteX35" fmla="*/ 883970 w 1583637"/>
                <a:gd name="connsiteY35" fmla="*/ 165102 h 1583637"/>
                <a:gd name="connsiteX36" fmla="*/ 1124073 w 1583637"/>
                <a:gd name="connsiteY36" fmla="*/ 252493 h 1583637"/>
                <a:gd name="connsiteX37" fmla="*/ 1124074 w 1583637"/>
                <a:gd name="connsiteY37" fmla="*/ 252493 h 1583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583637" h="1583637">
                  <a:moveTo>
                    <a:pt x="1124074" y="252493"/>
                  </a:moveTo>
                  <a:lnTo>
                    <a:pt x="1247256" y="149126"/>
                  </a:lnTo>
                  <a:lnTo>
                    <a:pt x="1345663" y="231701"/>
                  </a:lnTo>
                  <a:lnTo>
                    <a:pt x="1265256" y="370961"/>
                  </a:lnTo>
                  <a:cubicBezTo>
                    <a:pt x="1322430" y="435278"/>
                    <a:pt x="1365899" y="510569"/>
                    <a:pt x="1393012" y="592241"/>
                  </a:cubicBezTo>
                  <a:lnTo>
                    <a:pt x="1553818" y="592237"/>
                  </a:lnTo>
                  <a:lnTo>
                    <a:pt x="1576125" y="718748"/>
                  </a:lnTo>
                  <a:lnTo>
                    <a:pt x="1425015" y="773743"/>
                  </a:lnTo>
                  <a:cubicBezTo>
                    <a:pt x="1427471" y="859762"/>
                    <a:pt x="1412374" y="945380"/>
                    <a:pt x="1380646" y="1025372"/>
                  </a:cubicBezTo>
                  <a:lnTo>
                    <a:pt x="1503833" y="1128733"/>
                  </a:lnTo>
                  <a:lnTo>
                    <a:pt x="1439602" y="1239984"/>
                  </a:lnTo>
                  <a:lnTo>
                    <a:pt x="1288495" y="1184982"/>
                  </a:lnTo>
                  <a:cubicBezTo>
                    <a:pt x="1235084" y="1252456"/>
                    <a:pt x="1168484" y="1308339"/>
                    <a:pt x="1092761" y="1349222"/>
                  </a:cubicBezTo>
                  <a:lnTo>
                    <a:pt x="1120689" y="1507584"/>
                  </a:lnTo>
                  <a:lnTo>
                    <a:pt x="999974" y="1551521"/>
                  </a:lnTo>
                  <a:lnTo>
                    <a:pt x="919574" y="1412257"/>
                  </a:lnTo>
                  <a:cubicBezTo>
                    <a:pt x="835287" y="1429613"/>
                    <a:pt x="748348" y="1429613"/>
                    <a:pt x="664062" y="1412257"/>
                  </a:cubicBezTo>
                  <a:lnTo>
                    <a:pt x="583663" y="1551521"/>
                  </a:lnTo>
                  <a:lnTo>
                    <a:pt x="462948" y="1507584"/>
                  </a:lnTo>
                  <a:lnTo>
                    <a:pt x="490876" y="1349222"/>
                  </a:lnTo>
                  <a:cubicBezTo>
                    <a:pt x="415153" y="1308339"/>
                    <a:pt x="348553" y="1252455"/>
                    <a:pt x="295142" y="1184981"/>
                  </a:cubicBezTo>
                  <a:lnTo>
                    <a:pt x="144035" y="1239984"/>
                  </a:lnTo>
                  <a:lnTo>
                    <a:pt x="79804" y="1128733"/>
                  </a:lnTo>
                  <a:lnTo>
                    <a:pt x="202991" y="1025372"/>
                  </a:lnTo>
                  <a:cubicBezTo>
                    <a:pt x="171263" y="945380"/>
                    <a:pt x="156166" y="859762"/>
                    <a:pt x="158622" y="773743"/>
                  </a:cubicBezTo>
                  <a:lnTo>
                    <a:pt x="7512" y="718748"/>
                  </a:lnTo>
                  <a:lnTo>
                    <a:pt x="29819" y="592237"/>
                  </a:lnTo>
                  <a:lnTo>
                    <a:pt x="190625" y="592241"/>
                  </a:lnTo>
                  <a:cubicBezTo>
                    <a:pt x="217738" y="510569"/>
                    <a:pt x="261208" y="435277"/>
                    <a:pt x="318381" y="370961"/>
                  </a:cubicBezTo>
                  <a:lnTo>
                    <a:pt x="237974" y="231701"/>
                  </a:lnTo>
                  <a:lnTo>
                    <a:pt x="336381" y="149126"/>
                  </a:lnTo>
                  <a:lnTo>
                    <a:pt x="459563" y="252493"/>
                  </a:lnTo>
                  <a:cubicBezTo>
                    <a:pt x="532831" y="207356"/>
                    <a:pt x="614527" y="177621"/>
                    <a:pt x="699666" y="165103"/>
                  </a:cubicBezTo>
                  <a:lnTo>
                    <a:pt x="727586" y="6739"/>
                  </a:lnTo>
                  <a:lnTo>
                    <a:pt x="856051" y="6739"/>
                  </a:lnTo>
                  <a:lnTo>
                    <a:pt x="883970" y="165102"/>
                  </a:lnTo>
                  <a:cubicBezTo>
                    <a:pt x="969110" y="177621"/>
                    <a:pt x="1050806" y="207356"/>
                    <a:pt x="1124073" y="252493"/>
                  </a:cubicBezTo>
                  <a:lnTo>
                    <a:pt x="1124074" y="252493"/>
                  </a:lnTo>
                  <a:close/>
                </a:path>
              </a:pathLst>
            </a:custGeom>
            <a:solidFill>
              <a:schemeClr val="tx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0" tIns="0" rIns="0" bIns="0"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/>
            </a:p>
          </p:txBody>
        </p:sp>
        <p:sp>
          <p:nvSpPr>
            <p:cNvPr id="13" name="ïṧḷïḓê-Oval 5">
              <a:extLst>
                <a:ext uri="{FF2B5EF4-FFF2-40B4-BE49-F238E27FC236}">
                  <a16:creationId xmlns:a16="http://schemas.microsoft.com/office/drawing/2014/main" xmlns="" id="{6908010F-8E5D-45DA-8274-EB48CB6B3B2E}"/>
                </a:ext>
              </a:extLst>
            </p:cNvPr>
            <p:cNvSpPr/>
            <p:nvPr/>
          </p:nvSpPr>
          <p:spPr>
            <a:xfrm>
              <a:off x="5061660" y="2551010"/>
              <a:ext cx="840068" cy="840068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 anchorCtr="1">
              <a:norm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4" name="KSO_Shape"/>
          <p:cNvSpPr>
            <a:spLocks/>
          </p:cNvSpPr>
          <p:nvPr/>
        </p:nvSpPr>
        <p:spPr bwMode="auto">
          <a:xfrm>
            <a:off x="7868224" y="4275198"/>
            <a:ext cx="299146" cy="253712"/>
          </a:xfrm>
          <a:custGeom>
            <a:avLst/>
            <a:gdLst>
              <a:gd name="T0" fmla="*/ 151004 w 5185"/>
              <a:gd name="T1" fmla="*/ 1065477 h 3880"/>
              <a:gd name="T2" fmla="*/ 1873403 w 5185"/>
              <a:gd name="T3" fmla="*/ 1297678 h 3880"/>
              <a:gd name="T4" fmla="*/ 751713 w 5185"/>
              <a:gd name="T5" fmla="*/ 1241832 h 3880"/>
              <a:gd name="T6" fmla="*/ 1108464 w 5185"/>
              <a:gd name="T7" fmla="*/ 1148144 h 3880"/>
              <a:gd name="T8" fmla="*/ 751713 w 5185"/>
              <a:gd name="T9" fmla="*/ 1241832 h 3880"/>
              <a:gd name="T10" fmla="*/ 1726808 w 5185"/>
              <a:gd name="T11" fmla="*/ 1012203 h 3880"/>
              <a:gd name="T12" fmla="*/ 1726073 w 5185"/>
              <a:gd name="T13" fmla="*/ 1007794 h 3880"/>
              <a:gd name="T14" fmla="*/ 1726808 w 5185"/>
              <a:gd name="T15" fmla="*/ 44089 h 3880"/>
              <a:gd name="T16" fmla="*/ 1726441 w 5185"/>
              <a:gd name="T17" fmla="*/ 39680 h 3880"/>
              <a:gd name="T18" fmla="*/ 1724604 w 5185"/>
              <a:gd name="T19" fmla="*/ 30862 h 3880"/>
              <a:gd name="T20" fmla="*/ 1721297 w 5185"/>
              <a:gd name="T21" fmla="*/ 23147 h 3880"/>
              <a:gd name="T22" fmla="*/ 1716888 w 5185"/>
              <a:gd name="T23" fmla="*/ 15798 h 3880"/>
              <a:gd name="T24" fmla="*/ 1711010 w 5185"/>
              <a:gd name="T25" fmla="*/ 9920 h 3880"/>
              <a:gd name="T26" fmla="*/ 1703662 w 5185"/>
              <a:gd name="T27" fmla="*/ 5144 h 3880"/>
              <a:gd name="T28" fmla="*/ 1695946 w 5185"/>
              <a:gd name="T29" fmla="*/ 1837 h 3880"/>
              <a:gd name="T30" fmla="*/ 1687128 w 5185"/>
              <a:gd name="T31" fmla="*/ 367 h 3880"/>
              <a:gd name="T32" fmla="*/ 222281 w 5185"/>
              <a:gd name="T33" fmla="*/ 0 h 3880"/>
              <a:gd name="T34" fmla="*/ 217872 w 5185"/>
              <a:gd name="T35" fmla="*/ 367 h 3880"/>
              <a:gd name="T36" fmla="*/ 209054 w 5185"/>
              <a:gd name="T37" fmla="*/ 1837 h 3880"/>
              <a:gd name="T38" fmla="*/ 201338 w 5185"/>
              <a:gd name="T39" fmla="*/ 5144 h 3880"/>
              <a:gd name="T40" fmla="*/ 194358 w 5185"/>
              <a:gd name="T41" fmla="*/ 9920 h 3880"/>
              <a:gd name="T42" fmla="*/ 188112 w 5185"/>
              <a:gd name="T43" fmla="*/ 15798 h 3880"/>
              <a:gd name="T44" fmla="*/ 183336 w 5185"/>
              <a:gd name="T45" fmla="*/ 23147 h 3880"/>
              <a:gd name="T46" fmla="*/ 180029 w 5185"/>
              <a:gd name="T47" fmla="*/ 30862 h 3880"/>
              <a:gd name="T48" fmla="*/ 178559 w 5185"/>
              <a:gd name="T49" fmla="*/ 39680 h 3880"/>
              <a:gd name="T50" fmla="*/ 178192 w 5185"/>
              <a:gd name="T51" fmla="*/ 1003386 h 3880"/>
              <a:gd name="T52" fmla="*/ 178559 w 5185"/>
              <a:gd name="T53" fmla="*/ 1007794 h 3880"/>
              <a:gd name="T54" fmla="*/ 178192 w 5185"/>
              <a:gd name="T55" fmla="*/ 1012203 h 3880"/>
              <a:gd name="T56" fmla="*/ 1727176 w 5185"/>
              <a:gd name="T57" fmla="*/ 1012571 h 3880"/>
              <a:gd name="T58" fmla="*/ 1616954 w 5185"/>
              <a:gd name="T59" fmla="*/ 937620 h 3880"/>
              <a:gd name="T60" fmla="*/ 288046 w 5185"/>
              <a:gd name="T61" fmla="*/ 109854 h 3880"/>
              <a:gd name="T62" fmla="*/ 1616954 w 5185"/>
              <a:gd name="T63" fmla="*/ 937620 h 3880"/>
              <a:gd name="T64" fmla="*/ 4409 w 5185"/>
              <a:gd name="T65" fmla="*/ 1350584 h 3880"/>
              <a:gd name="T66" fmla="*/ 0 w 5185"/>
              <a:gd name="T67" fmla="*/ 1359402 h 3880"/>
              <a:gd name="T68" fmla="*/ 735 w 5185"/>
              <a:gd name="T69" fmla="*/ 1369322 h 3880"/>
              <a:gd name="T70" fmla="*/ 3307 w 5185"/>
              <a:gd name="T71" fmla="*/ 1379977 h 3880"/>
              <a:gd name="T72" fmla="*/ 7348 w 5185"/>
              <a:gd name="T73" fmla="*/ 1390999 h 3880"/>
              <a:gd name="T74" fmla="*/ 13227 w 5185"/>
              <a:gd name="T75" fmla="*/ 1401654 h 3880"/>
              <a:gd name="T76" fmla="*/ 19473 w 5185"/>
              <a:gd name="T77" fmla="*/ 1411206 h 3880"/>
              <a:gd name="T78" fmla="*/ 26821 w 5185"/>
              <a:gd name="T79" fmla="*/ 1418554 h 3880"/>
              <a:gd name="T80" fmla="*/ 35271 w 5185"/>
              <a:gd name="T81" fmla="*/ 1423698 h 3880"/>
              <a:gd name="T82" fmla="*/ 41884 w 5185"/>
              <a:gd name="T83" fmla="*/ 1425168 h 3880"/>
              <a:gd name="T84" fmla="*/ 1860911 w 5185"/>
              <a:gd name="T85" fmla="*/ 1425535 h 3880"/>
              <a:gd name="T86" fmla="*/ 1863116 w 5185"/>
              <a:gd name="T87" fmla="*/ 1425168 h 3880"/>
              <a:gd name="T88" fmla="*/ 1869729 w 5185"/>
              <a:gd name="T89" fmla="*/ 1423698 h 3880"/>
              <a:gd name="T90" fmla="*/ 1878179 w 5185"/>
              <a:gd name="T91" fmla="*/ 1418554 h 3880"/>
              <a:gd name="T92" fmla="*/ 1885527 w 5185"/>
              <a:gd name="T93" fmla="*/ 1411206 h 3880"/>
              <a:gd name="T94" fmla="*/ 1892141 w 5185"/>
              <a:gd name="T95" fmla="*/ 1401654 h 3880"/>
              <a:gd name="T96" fmla="*/ 1897652 w 5185"/>
              <a:gd name="T97" fmla="*/ 1390999 h 3880"/>
              <a:gd name="T98" fmla="*/ 1901693 w 5185"/>
              <a:gd name="T99" fmla="*/ 1379977 h 3880"/>
              <a:gd name="T100" fmla="*/ 1903898 w 5185"/>
              <a:gd name="T101" fmla="*/ 1369322 h 3880"/>
              <a:gd name="T102" fmla="*/ 1905000 w 5185"/>
              <a:gd name="T103" fmla="*/ 1359402 h 3880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0" t="0" r="r" b="b"/>
            <a:pathLst>
              <a:path w="5185" h="3880">
                <a:moveTo>
                  <a:pt x="4775" y="2900"/>
                </a:moveTo>
                <a:lnTo>
                  <a:pt x="411" y="2900"/>
                </a:lnTo>
                <a:lnTo>
                  <a:pt x="87" y="3532"/>
                </a:lnTo>
                <a:lnTo>
                  <a:pt x="5099" y="3532"/>
                </a:lnTo>
                <a:lnTo>
                  <a:pt x="4775" y="2900"/>
                </a:lnTo>
                <a:close/>
                <a:moveTo>
                  <a:pt x="2046" y="3380"/>
                </a:moveTo>
                <a:lnTo>
                  <a:pt x="2181" y="3125"/>
                </a:lnTo>
                <a:lnTo>
                  <a:pt x="3017" y="3125"/>
                </a:lnTo>
                <a:lnTo>
                  <a:pt x="3139" y="3380"/>
                </a:lnTo>
                <a:lnTo>
                  <a:pt x="2046" y="3380"/>
                </a:lnTo>
                <a:close/>
                <a:moveTo>
                  <a:pt x="4700" y="2755"/>
                </a:moveTo>
                <a:lnTo>
                  <a:pt x="4700" y="2755"/>
                </a:lnTo>
                <a:lnTo>
                  <a:pt x="4698" y="2743"/>
                </a:lnTo>
                <a:lnTo>
                  <a:pt x="4700" y="2731"/>
                </a:lnTo>
                <a:lnTo>
                  <a:pt x="4700" y="120"/>
                </a:lnTo>
                <a:lnTo>
                  <a:pt x="4699" y="108"/>
                </a:lnTo>
                <a:lnTo>
                  <a:pt x="4697" y="95"/>
                </a:lnTo>
                <a:lnTo>
                  <a:pt x="4694" y="84"/>
                </a:lnTo>
                <a:lnTo>
                  <a:pt x="4690" y="73"/>
                </a:lnTo>
                <a:lnTo>
                  <a:pt x="4685" y="63"/>
                </a:lnTo>
                <a:lnTo>
                  <a:pt x="4680" y="53"/>
                </a:lnTo>
                <a:lnTo>
                  <a:pt x="4673" y="43"/>
                </a:lnTo>
                <a:lnTo>
                  <a:pt x="4665" y="34"/>
                </a:lnTo>
                <a:lnTo>
                  <a:pt x="4657" y="27"/>
                </a:lnTo>
                <a:lnTo>
                  <a:pt x="4647" y="20"/>
                </a:lnTo>
                <a:lnTo>
                  <a:pt x="4637" y="14"/>
                </a:lnTo>
                <a:lnTo>
                  <a:pt x="4627" y="9"/>
                </a:lnTo>
                <a:lnTo>
                  <a:pt x="4616" y="5"/>
                </a:lnTo>
                <a:lnTo>
                  <a:pt x="4605" y="2"/>
                </a:lnTo>
                <a:lnTo>
                  <a:pt x="4592" y="1"/>
                </a:lnTo>
                <a:lnTo>
                  <a:pt x="4580" y="0"/>
                </a:lnTo>
                <a:lnTo>
                  <a:pt x="605" y="0"/>
                </a:lnTo>
                <a:lnTo>
                  <a:pt x="593" y="1"/>
                </a:lnTo>
                <a:lnTo>
                  <a:pt x="581" y="2"/>
                </a:lnTo>
                <a:lnTo>
                  <a:pt x="569" y="5"/>
                </a:lnTo>
                <a:lnTo>
                  <a:pt x="558" y="9"/>
                </a:lnTo>
                <a:lnTo>
                  <a:pt x="548" y="14"/>
                </a:lnTo>
                <a:lnTo>
                  <a:pt x="538" y="20"/>
                </a:lnTo>
                <a:lnTo>
                  <a:pt x="529" y="27"/>
                </a:lnTo>
                <a:lnTo>
                  <a:pt x="521" y="34"/>
                </a:lnTo>
                <a:lnTo>
                  <a:pt x="512" y="43"/>
                </a:lnTo>
                <a:lnTo>
                  <a:pt x="505" y="53"/>
                </a:lnTo>
                <a:lnTo>
                  <a:pt x="499" y="63"/>
                </a:lnTo>
                <a:lnTo>
                  <a:pt x="494" y="73"/>
                </a:lnTo>
                <a:lnTo>
                  <a:pt x="490" y="84"/>
                </a:lnTo>
                <a:lnTo>
                  <a:pt x="488" y="95"/>
                </a:lnTo>
                <a:lnTo>
                  <a:pt x="486" y="108"/>
                </a:lnTo>
                <a:lnTo>
                  <a:pt x="485" y="120"/>
                </a:lnTo>
                <a:lnTo>
                  <a:pt x="485" y="2731"/>
                </a:lnTo>
                <a:lnTo>
                  <a:pt x="486" y="2743"/>
                </a:lnTo>
                <a:lnTo>
                  <a:pt x="485" y="2755"/>
                </a:lnTo>
                <a:lnTo>
                  <a:pt x="484" y="2756"/>
                </a:lnTo>
                <a:lnTo>
                  <a:pt x="4701" y="2756"/>
                </a:lnTo>
                <a:lnTo>
                  <a:pt x="4700" y="2755"/>
                </a:lnTo>
                <a:close/>
                <a:moveTo>
                  <a:pt x="4401" y="2552"/>
                </a:moveTo>
                <a:lnTo>
                  <a:pt x="784" y="2552"/>
                </a:lnTo>
                <a:lnTo>
                  <a:pt x="784" y="299"/>
                </a:lnTo>
                <a:lnTo>
                  <a:pt x="4401" y="299"/>
                </a:lnTo>
                <a:lnTo>
                  <a:pt x="4401" y="2552"/>
                </a:lnTo>
                <a:close/>
                <a:moveTo>
                  <a:pt x="5172" y="3676"/>
                </a:moveTo>
                <a:lnTo>
                  <a:pt x="12" y="3676"/>
                </a:lnTo>
                <a:lnTo>
                  <a:pt x="0" y="3700"/>
                </a:lnTo>
                <a:lnTo>
                  <a:pt x="1" y="3713"/>
                </a:lnTo>
                <a:lnTo>
                  <a:pt x="2" y="3727"/>
                </a:lnTo>
                <a:lnTo>
                  <a:pt x="5" y="3741"/>
                </a:lnTo>
                <a:lnTo>
                  <a:pt x="9" y="3756"/>
                </a:lnTo>
                <a:lnTo>
                  <a:pt x="14" y="3771"/>
                </a:lnTo>
                <a:lnTo>
                  <a:pt x="20" y="3786"/>
                </a:lnTo>
                <a:lnTo>
                  <a:pt x="28" y="3801"/>
                </a:lnTo>
                <a:lnTo>
                  <a:pt x="36" y="3815"/>
                </a:lnTo>
                <a:lnTo>
                  <a:pt x="44" y="3828"/>
                </a:lnTo>
                <a:lnTo>
                  <a:pt x="53" y="3841"/>
                </a:lnTo>
                <a:lnTo>
                  <a:pt x="63" y="3852"/>
                </a:lnTo>
                <a:lnTo>
                  <a:pt x="73" y="3861"/>
                </a:lnTo>
                <a:lnTo>
                  <a:pt x="85" y="3869"/>
                </a:lnTo>
                <a:lnTo>
                  <a:pt x="96" y="3875"/>
                </a:lnTo>
                <a:lnTo>
                  <a:pt x="108" y="3878"/>
                </a:lnTo>
                <a:lnTo>
                  <a:pt x="114" y="3879"/>
                </a:lnTo>
                <a:lnTo>
                  <a:pt x="120" y="3880"/>
                </a:lnTo>
                <a:lnTo>
                  <a:pt x="5065" y="3880"/>
                </a:lnTo>
                <a:lnTo>
                  <a:pt x="5071" y="3879"/>
                </a:lnTo>
                <a:lnTo>
                  <a:pt x="5077" y="3878"/>
                </a:lnTo>
                <a:lnTo>
                  <a:pt x="5089" y="3875"/>
                </a:lnTo>
                <a:lnTo>
                  <a:pt x="5101" y="3869"/>
                </a:lnTo>
                <a:lnTo>
                  <a:pt x="5112" y="3861"/>
                </a:lnTo>
                <a:lnTo>
                  <a:pt x="5122" y="3852"/>
                </a:lnTo>
                <a:lnTo>
                  <a:pt x="5132" y="3841"/>
                </a:lnTo>
                <a:lnTo>
                  <a:pt x="5141" y="3828"/>
                </a:lnTo>
                <a:lnTo>
                  <a:pt x="5150" y="3815"/>
                </a:lnTo>
                <a:lnTo>
                  <a:pt x="5158" y="3801"/>
                </a:lnTo>
                <a:lnTo>
                  <a:pt x="5165" y="3786"/>
                </a:lnTo>
                <a:lnTo>
                  <a:pt x="5171" y="3771"/>
                </a:lnTo>
                <a:lnTo>
                  <a:pt x="5176" y="3756"/>
                </a:lnTo>
                <a:lnTo>
                  <a:pt x="5180" y="3741"/>
                </a:lnTo>
                <a:lnTo>
                  <a:pt x="5182" y="3727"/>
                </a:lnTo>
                <a:lnTo>
                  <a:pt x="5184" y="3713"/>
                </a:lnTo>
                <a:lnTo>
                  <a:pt x="5185" y="3700"/>
                </a:lnTo>
                <a:lnTo>
                  <a:pt x="5172" y="3676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xtLst/>
        </p:spPr>
        <p:txBody>
          <a:bodyPr bIns="36000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ea typeface="+mn-ea"/>
              <a:cs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35366" y="1203598"/>
            <a:ext cx="6984776" cy="86177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  <a:buClr>
                <a:schemeClr val="accent5">
                  <a:lumMod val="75000"/>
                </a:schemeClr>
              </a:buClr>
            </a:pPr>
            <a:r>
              <a:rPr lang="zh-CN" altLang="en-US" sz="2000" b="1" dirty="0" smtClean="0"/>
              <a:t>     通过</a:t>
            </a:r>
            <a:r>
              <a:rPr lang="en-GB" altLang="zh-CN" sz="2000" b="1" dirty="0"/>
              <a:t>STM32CubeMX</a:t>
            </a:r>
            <a:r>
              <a:rPr lang="zh-CN" altLang="en-US" sz="2000" b="1" dirty="0"/>
              <a:t>的菜单栏中的“</a:t>
            </a:r>
            <a:r>
              <a:rPr lang="en-GB" altLang="zh-CN" sz="2000" b="1" dirty="0"/>
              <a:t>Generate Code”</a:t>
            </a:r>
            <a:r>
              <a:rPr lang="zh-CN" altLang="en-US" sz="2000" b="1" dirty="0"/>
              <a:t>生成工程代码，生成代码后，会提示是否打开该工程窗口</a:t>
            </a:r>
          </a:p>
        </p:txBody>
      </p:sp>
      <p:pic>
        <p:nvPicPr>
          <p:cNvPr id="7680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2376329"/>
            <a:ext cx="5708667" cy="1659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44485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" y="339503"/>
            <a:ext cx="3419870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60767"/>
            <a:ext cx="32207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软件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设计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——</a:t>
            </a:r>
            <a:r>
              <a:rPr lang="zh-CN" altLang="en-US" sz="1600" b="1" dirty="0">
                <a:solidFill>
                  <a:schemeClr val="bg1"/>
                </a:solidFill>
              </a:rPr>
              <a:t>编写应用程序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21906" y="1275606"/>
            <a:ext cx="3384376" cy="293926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  <a:buFont typeface="Wingdings" pitchFamily="2" charset="2"/>
              <a:buChar char="u"/>
            </a:pPr>
            <a:r>
              <a:rPr lang="zh-CN" altLang="en-US" sz="2000" b="1" dirty="0" smtClean="0"/>
              <a:t>在</a:t>
            </a:r>
            <a:r>
              <a:rPr lang="en-US" altLang="zh-CN" sz="2000" b="1" dirty="0" err="1"/>
              <a:t>keil</a:t>
            </a:r>
            <a:r>
              <a:rPr lang="en-US" altLang="zh-CN" sz="2000" b="1" dirty="0"/>
              <a:t> </a:t>
            </a:r>
            <a:r>
              <a:rPr lang="zh-CN" altLang="en-US" sz="2000" b="1" dirty="0" smtClean="0"/>
              <a:t>中单击</a:t>
            </a:r>
            <a:r>
              <a:rPr lang="zh-CN" altLang="en-US" sz="2000" b="1" dirty="0"/>
              <a:t>编译按钮，对生成的工程进行</a:t>
            </a:r>
            <a:r>
              <a:rPr lang="zh-CN" altLang="en-US" sz="2000" b="1" dirty="0" smtClean="0"/>
              <a:t>编译；</a:t>
            </a:r>
            <a:endParaRPr lang="en-US" altLang="zh-CN" sz="2000" b="1" dirty="0" smtClean="0"/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  <a:buFont typeface="Wingdings" pitchFamily="2" charset="2"/>
              <a:buChar char="u"/>
            </a:pPr>
            <a:r>
              <a:rPr lang="zh-CN" altLang="en-US" sz="2000" b="1" dirty="0" smtClean="0"/>
              <a:t>在</a:t>
            </a:r>
            <a:r>
              <a:rPr lang="en-US" altLang="zh-CN" sz="2000" b="1" dirty="0"/>
              <a:t>stm32f1xx_it.c</a:t>
            </a:r>
            <a:r>
              <a:rPr lang="zh-CN" altLang="en-US" sz="2000" b="1" dirty="0"/>
              <a:t>文件中可以找到所定义的中断</a:t>
            </a:r>
            <a:r>
              <a:rPr lang="zh-CN" altLang="en-US" sz="2000" b="1" dirty="0" smtClean="0"/>
              <a:t>函数；</a:t>
            </a:r>
            <a:endParaRPr lang="en-US" altLang="zh-CN" sz="2000" b="1" dirty="0" smtClean="0"/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  <a:buFont typeface="Wingdings" pitchFamily="2" charset="2"/>
              <a:buChar char="u"/>
            </a:pPr>
            <a:r>
              <a:rPr lang="zh-CN" altLang="en-US" sz="2000" b="1" dirty="0" smtClean="0"/>
              <a:t>外部</a:t>
            </a:r>
            <a:r>
              <a:rPr lang="zh-CN" altLang="en-US" sz="2000" b="1" dirty="0"/>
              <a:t>的两个按键中断触发后，首先会调用</a:t>
            </a:r>
            <a:r>
              <a:rPr lang="en-US" altLang="zh-CN" sz="2000" b="1" dirty="0"/>
              <a:t>GPIO</a:t>
            </a:r>
            <a:r>
              <a:rPr lang="zh-CN" altLang="en-US" sz="2000" b="1" dirty="0"/>
              <a:t>相应引脚的外部中断处理</a:t>
            </a:r>
            <a:r>
              <a:rPr lang="zh-CN" altLang="en-US" sz="2000" b="1" dirty="0" smtClean="0"/>
              <a:t>函数。</a:t>
            </a:r>
            <a:endParaRPr lang="zh-CN" altLang="en-US" sz="2000" b="1" dirty="0"/>
          </a:p>
        </p:txBody>
      </p:sp>
      <p:pic>
        <p:nvPicPr>
          <p:cNvPr id="15" name="图片 14" descr="C:\Users\TF\Desktop\Snipaste_2019-01-07_15-02-47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339503"/>
            <a:ext cx="4536504" cy="43564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78486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C:\Users\TF\Desktop\Snipaste_2019-01-07_15-07-45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457516"/>
            <a:ext cx="5256584" cy="194421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矩形 4"/>
          <p:cNvSpPr/>
          <p:nvPr/>
        </p:nvSpPr>
        <p:spPr>
          <a:xfrm>
            <a:off x="2" y="339503"/>
            <a:ext cx="3419870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60767"/>
            <a:ext cx="32207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软件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设计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——</a:t>
            </a:r>
            <a:r>
              <a:rPr lang="zh-CN" altLang="en-US" sz="1600" b="1" dirty="0">
                <a:solidFill>
                  <a:schemeClr val="bg1"/>
                </a:solidFill>
              </a:rPr>
              <a:t>编写应用程序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364088" y="267494"/>
            <a:ext cx="3240360" cy="432426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lnSpc>
                <a:spcPct val="125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u"/>
            </a:pPr>
            <a:r>
              <a:rPr lang="zh-CN" altLang="en-US" sz="2000" b="1" dirty="0"/>
              <a:t>比如用户按键</a:t>
            </a:r>
            <a:r>
              <a:rPr lang="en-US" altLang="zh-CN" sz="2000" b="1" dirty="0"/>
              <a:t>S2</a:t>
            </a:r>
            <a:r>
              <a:rPr lang="zh-CN" altLang="en-US" sz="2000" b="1" dirty="0"/>
              <a:t>连接在</a:t>
            </a:r>
            <a:r>
              <a:rPr lang="en-US" altLang="zh-CN" sz="2000" b="1" dirty="0"/>
              <a:t>PE3</a:t>
            </a:r>
            <a:r>
              <a:rPr lang="zh-CN" altLang="en-US" sz="2000" b="1" dirty="0"/>
              <a:t>引脚上会触发外部中断</a:t>
            </a:r>
            <a:r>
              <a:rPr lang="en-US" altLang="zh-CN" sz="2000" b="1" dirty="0"/>
              <a:t>EXTI3</a:t>
            </a:r>
            <a:r>
              <a:rPr lang="zh-CN" altLang="en-US" sz="2000" b="1" dirty="0"/>
              <a:t>的中断处理程序 </a:t>
            </a:r>
            <a:r>
              <a:rPr lang="en-US" altLang="zh-CN" sz="2000" b="1" dirty="0"/>
              <a:t>EXTI3_IRQHandler(void)</a:t>
            </a:r>
            <a:r>
              <a:rPr lang="zh-CN" altLang="en-US" sz="2000" b="1" dirty="0"/>
              <a:t>，而这个函数又调用</a:t>
            </a:r>
            <a:r>
              <a:rPr lang="en-US" altLang="zh-CN" sz="2000" b="1" dirty="0" err="1"/>
              <a:t>HAL_GPIO_EXTI_IRQHandler</a:t>
            </a:r>
            <a:r>
              <a:rPr lang="en-US" altLang="zh-CN" sz="2000" b="1" dirty="0"/>
              <a:t>(GPIO_PIN_3)</a:t>
            </a:r>
            <a:r>
              <a:rPr lang="zh-CN" altLang="en-US" sz="2000" b="1" dirty="0"/>
              <a:t>函数，参数为</a:t>
            </a:r>
            <a:r>
              <a:rPr lang="en-US" altLang="zh-CN" sz="2000" b="1" dirty="0"/>
              <a:t>GPIO_PIN_3</a:t>
            </a:r>
            <a:r>
              <a:rPr lang="zh-CN" altLang="en-US" sz="2000" b="1" dirty="0"/>
              <a:t>，即</a:t>
            </a:r>
            <a:r>
              <a:rPr lang="en-US" altLang="zh-CN" sz="2000" b="1" dirty="0"/>
              <a:t>EXTI3</a:t>
            </a:r>
            <a:r>
              <a:rPr lang="zh-CN" altLang="en-US" sz="2000" b="1" dirty="0"/>
              <a:t>中断。单击右键跳转到这个函数，可以看到该函数的原型，</a:t>
            </a:r>
          </a:p>
        </p:txBody>
      </p:sp>
      <p:sp>
        <p:nvSpPr>
          <p:cNvPr id="3" name="矩形 2"/>
          <p:cNvSpPr/>
          <p:nvPr/>
        </p:nvSpPr>
        <p:spPr>
          <a:xfrm>
            <a:off x="755576" y="3651870"/>
            <a:ext cx="39959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b="1" dirty="0" err="1"/>
              <a:t>HAL_GPIO_EXTI_IRQHandler</a:t>
            </a:r>
            <a:r>
              <a:rPr lang="en-GB" altLang="zh-CN" b="1" dirty="0"/>
              <a:t>()</a:t>
            </a:r>
            <a:r>
              <a:rPr lang="zh-CN" altLang="en-US" b="1" dirty="0"/>
              <a:t>函数原型</a:t>
            </a:r>
          </a:p>
        </p:txBody>
      </p:sp>
    </p:spTree>
    <p:extLst>
      <p:ext uri="{BB962C8B-B14F-4D97-AF65-F5344CB8AC3E}">
        <p14:creationId xmlns:p14="http://schemas.microsoft.com/office/powerpoint/2010/main" val="690393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" y="339503"/>
            <a:ext cx="3419870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60767"/>
            <a:ext cx="32207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软件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设计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——</a:t>
            </a:r>
            <a:r>
              <a:rPr lang="zh-CN" altLang="en-US" sz="1600" b="1" dirty="0">
                <a:solidFill>
                  <a:schemeClr val="bg1"/>
                </a:solidFill>
              </a:rPr>
              <a:t>编写应用程序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292080" y="399405"/>
            <a:ext cx="3528392" cy="447814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lnSpc>
                <a:spcPct val="125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u"/>
            </a:pPr>
            <a:r>
              <a:rPr lang="zh-CN" altLang="en-US" sz="2000" b="1" dirty="0"/>
              <a:t>当中断发生时，会调用</a:t>
            </a:r>
            <a:r>
              <a:rPr lang="en-US" altLang="zh-CN" sz="2000" b="1" dirty="0" err="1"/>
              <a:t>HAL_GPIO_EXTI_Callback</a:t>
            </a:r>
            <a:r>
              <a:rPr lang="en-US" altLang="zh-CN" sz="2000" b="1" dirty="0"/>
              <a:t>()</a:t>
            </a:r>
            <a:r>
              <a:rPr lang="zh-CN" altLang="en-US" sz="2000" b="1" dirty="0"/>
              <a:t>函数，但程序中只给出了一个虚函数，需要用户添加应用程序代码来实现相关功能</a:t>
            </a:r>
            <a:r>
              <a:rPr lang="zh-CN" altLang="en-US" sz="2000" b="1" dirty="0" smtClean="0"/>
              <a:t>。</a:t>
            </a:r>
            <a:endParaRPr lang="en-US" altLang="zh-CN" sz="2000" b="1" dirty="0" smtClean="0"/>
          </a:p>
          <a:p>
            <a:pPr marL="342900" indent="-342900">
              <a:lnSpc>
                <a:spcPct val="125000"/>
              </a:lnSpc>
              <a:spcBef>
                <a:spcPts val="1200"/>
              </a:spcBef>
              <a:buClr>
                <a:schemeClr val="accent5">
                  <a:lumMod val="75000"/>
                </a:schemeClr>
              </a:buClr>
              <a:buFont typeface="Wingdings" pitchFamily="2" charset="2"/>
              <a:buChar char="u"/>
            </a:pPr>
            <a:r>
              <a:rPr lang="zh-CN" altLang="en-US" sz="2000" b="1" dirty="0" smtClean="0"/>
              <a:t>在</a:t>
            </a:r>
            <a:r>
              <a:rPr lang="en-US" altLang="zh-CN" sz="2000" b="1" dirty="0" err="1"/>
              <a:t>main.c</a:t>
            </a:r>
            <a:r>
              <a:rPr lang="zh-CN" altLang="en-US" sz="2000" b="1" dirty="0"/>
              <a:t>文件中的</a:t>
            </a:r>
            <a:r>
              <a:rPr lang="en-US" altLang="zh-CN" sz="2000" b="1" dirty="0"/>
              <a:t>/*USER CODE BEGIN 4*/</a:t>
            </a:r>
            <a:r>
              <a:rPr lang="zh-CN" altLang="en-US" sz="2000" b="1" dirty="0"/>
              <a:t>和</a:t>
            </a:r>
            <a:r>
              <a:rPr lang="en-US" altLang="zh-CN" sz="2000" b="1" dirty="0"/>
              <a:t>/*USER CODE END 4*/</a:t>
            </a:r>
            <a:r>
              <a:rPr lang="zh-CN" altLang="en-US" sz="2000" b="1" dirty="0"/>
              <a:t>之间添加中断回调函数相应的</a:t>
            </a:r>
            <a:r>
              <a:rPr lang="zh-CN" altLang="en-US" sz="2000" b="1" dirty="0" smtClean="0"/>
              <a:t>程序代码。</a:t>
            </a:r>
            <a:endParaRPr lang="zh-CN" altLang="en-US" sz="2000" b="1" dirty="0"/>
          </a:p>
        </p:txBody>
      </p:sp>
      <p:sp>
        <p:nvSpPr>
          <p:cNvPr id="3" name="矩形 2"/>
          <p:cNvSpPr/>
          <p:nvPr/>
        </p:nvSpPr>
        <p:spPr>
          <a:xfrm>
            <a:off x="323528" y="1203598"/>
            <a:ext cx="4799584" cy="3293209"/>
          </a:xfrm>
          <a:prstGeom prst="rect">
            <a:avLst/>
          </a:prstGeom>
          <a:ln w="19050">
            <a:solidFill>
              <a:schemeClr val="accent5">
                <a:lumMod val="75000"/>
              </a:schemeClr>
            </a:solidFill>
            <a:prstDash val="sysDot"/>
          </a:ln>
        </p:spPr>
        <p:txBody>
          <a:bodyPr wrap="none">
            <a:spAutoFit/>
          </a:bodyPr>
          <a:lstStyle/>
          <a:p>
            <a:r>
              <a:rPr lang="en-GB" altLang="zh-CN" sz="1600" b="1" dirty="0"/>
              <a:t>/* USER CODE BEGIN 4 */</a:t>
            </a:r>
          </a:p>
          <a:p>
            <a:r>
              <a:rPr lang="en-GB" altLang="zh-CN" sz="1600" b="1" dirty="0"/>
              <a:t>void </a:t>
            </a:r>
            <a:r>
              <a:rPr lang="en-GB" altLang="zh-CN" sz="1600" b="1" dirty="0" err="1"/>
              <a:t>HAL_GPIO_EXTI_Callback</a:t>
            </a:r>
            <a:r>
              <a:rPr lang="en-GB" altLang="zh-CN" sz="1600" b="1" dirty="0"/>
              <a:t>(uint16_t </a:t>
            </a:r>
            <a:r>
              <a:rPr lang="en-GB" altLang="zh-CN" sz="1600" b="1" dirty="0" err="1"/>
              <a:t>GPIO_Pin</a:t>
            </a:r>
            <a:r>
              <a:rPr lang="en-GB" altLang="zh-CN" sz="1600" b="1" dirty="0"/>
              <a:t>)</a:t>
            </a:r>
          </a:p>
          <a:p>
            <a:r>
              <a:rPr lang="en-GB" altLang="zh-CN" sz="1600" b="1" dirty="0"/>
              <a:t>{</a:t>
            </a:r>
          </a:p>
          <a:p>
            <a:r>
              <a:rPr lang="en-GB" altLang="zh-CN" sz="1600" b="1" dirty="0" smtClean="0"/>
              <a:t>    if(</a:t>
            </a:r>
            <a:r>
              <a:rPr lang="en-GB" altLang="zh-CN" sz="1600" b="1" dirty="0" err="1" smtClean="0"/>
              <a:t>GPIO_Pin</a:t>
            </a:r>
            <a:r>
              <a:rPr lang="en-GB" altLang="zh-CN" sz="1600" b="1" dirty="0" smtClean="0"/>
              <a:t> </a:t>
            </a:r>
            <a:r>
              <a:rPr lang="en-GB" altLang="zh-CN" sz="1600" b="1" dirty="0"/>
              <a:t>== GPIO_PIN_3)</a:t>
            </a:r>
          </a:p>
          <a:p>
            <a:r>
              <a:rPr lang="en-GB" altLang="zh-CN" sz="1600" b="1" dirty="0" smtClean="0"/>
              <a:t>    {</a:t>
            </a:r>
            <a:endParaRPr lang="en-GB" altLang="zh-CN" sz="1600" b="1" dirty="0"/>
          </a:p>
          <a:p>
            <a:r>
              <a:rPr lang="en-GB" altLang="zh-CN" sz="1600" b="1" dirty="0" smtClean="0"/>
              <a:t>       </a:t>
            </a:r>
            <a:r>
              <a:rPr lang="en-GB" altLang="zh-CN" sz="1600" b="1" dirty="0" err="1" smtClean="0"/>
              <a:t>HAL_GPIO_TogglePin</a:t>
            </a:r>
            <a:r>
              <a:rPr lang="en-GB" altLang="zh-CN" sz="1600" b="1" dirty="0" smtClean="0"/>
              <a:t>(GPIOE,GPIO_PIN_5);</a:t>
            </a:r>
          </a:p>
          <a:p>
            <a:r>
              <a:rPr lang="en-GB" altLang="zh-CN" sz="1600" b="1" dirty="0"/>
              <a:t> </a:t>
            </a:r>
            <a:r>
              <a:rPr lang="en-GB" altLang="zh-CN" sz="1600" b="1" dirty="0" smtClean="0"/>
              <a:t>   }</a:t>
            </a:r>
            <a:endParaRPr lang="en-GB" altLang="zh-CN" sz="1600" b="1" dirty="0"/>
          </a:p>
          <a:p>
            <a:r>
              <a:rPr lang="en-GB" altLang="zh-CN" sz="1600" b="1" dirty="0" smtClean="0"/>
              <a:t>   if(</a:t>
            </a:r>
            <a:r>
              <a:rPr lang="en-GB" altLang="zh-CN" sz="1600" b="1" dirty="0" err="1" smtClean="0"/>
              <a:t>GPIO_Pin</a:t>
            </a:r>
            <a:r>
              <a:rPr lang="en-GB" altLang="zh-CN" sz="1600" b="1" dirty="0" smtClean="0"/>
              <a:t> </a:t>
            </a:r>
            <a:r>
              <a:rPr lang="en-GB" altLang="zh-CN" sz="1600" b="1" dirty="0"/>
              <a:t>== GPIO_PIN_0)</a:t>
            </a:r>
          </a:p>
          <a:p>
            <a:r>
              <a:rPr lang="en-GB" altLang="zh-CN" sz="1600" b="1" dirty="0" smtClean="0"/>
              <a:t>   {</a:t>
            </a:r>
            <a:endParaRPr lang="en-GB" altLang="zh-CN" sz="1600" b="1" dirty="0"/>
          </a:p>
          <a:p>
            <a:r>
              <a:rPr lang="en-GB" altLang="zh-CN" sz="1600" b="1" dirty="0" smtClean="0"/>
              <a:t>        </a:t>
            </a:r>
            <a:r>
              <a:rPr lang="en-GB" altLang="zh-CN" sz="1600" b="1" dirty="0" err="1" smtClean="0"/>
              <a:t>HAL_GPIO_TogglePin</a:t>
            </a:r>
            <a:r>
              <a:rPr lang="en-GB" altLang="zh-CN" sz="1600" b="1" dirty="0" smtClean="0"/>
              <a:t>(LED3_GPIO_Port,LED3_Pin</a:t>
            </a:r>
            <a:r>
              <a:rPr lang="en-GB" altLang="zh-CN" sz="1600" b="1" dirty="0"/>
              <a:t>);</a:t>
            </a:r>
          </a:p>
          <a:p>
            <a:r>
              <a:rPr lang="en-GB" altLang="zh-CN" sz="1600" b="1" dirty="0" smtClean="0"/>
              <a:t>   }</a:t>
            </a:r>
            <a:endParaRPr lang="en-GB" altLang="zh-CN" sz="1600" b="1" dirty="0"/>
          </a:p>
          <a:p>
            <a:r>
              <a:rPr lang="en-GB" altLang="zh-CN" sz="1600" b="1" dirty="0"/>
              <a:t>}</a:t>
            </a:r>
          </a:p>
          <a:p>
            <a:r>
              <a:rPr lang="en-GB" altLang="zh-CN" sz="1600" b="1" dirty="0"/>
              <a:t>/* USER CODE END 4 */</a:t>
            </a:r>
          </a:p>
        </p:txBody>
      </p:sp>
    </p:spTree>
    <p:extLst>
      <p:ext uri="{BB962C8B-B14F-4D97-AF65-F5344CB8AC3E}">
        <p14:creationId xmlns:p14="http://schemas.microsoft.com/office/powerpoint/2010/main" val="2194419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" y="339503"/>
            <a:ext cx="3419870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60767"/>
            <a:ext cx="32207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软件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设计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——</a:t>
            </a:r>
            <a:r>
              <a:rPr lang="zh-CN" altLang="en-US" sz="1600" b="1" dirty="0">
                <a:solidFill>
                  <a:schemeClr val="bg1"/>
                </a:solidFill>
              </a:rPr>
              <a:t>下载调试验证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图示 6"/>
          <p:cNvGraphicFramePr/>
          <p:nvPr>
            <p:extLst>
              <p:ext uri="{D42A27DB-BD31-4B8C-83A1-F6EECF244321}">
                <p14:modId xmlns:p14="http://schemas.microsoft.com/office/powerpoint/2010/main" val="3121546600"/>
              </p:ext>
            </p:extLst>
          </p:nvPr>
        </p:nvGraphicFramePr>
        <p:xfrm>
          <a:off x="467544" y="1491630"/>
          <a:ext cx="6192688" cy="23671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矩形 3"/>
          <p:cNvSpPr/>
          <p:nvPr/>
        </p:nvSpPr>
        <p:spPr>
          <a:xfrm>
            <a:off x="6660232" y="1779662"/>
            <a:ext cx="1925960" cy="201593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25000"/>
              </a:lnSpc>
              <a:buClr>
                <a:srgbClr val="4BACC6">
                  <a:lumMod val="75000"/>
                </a:srgbClr>
              </a:buClr>
            </a:pPr>
            <a:r>
              <a:rPr lang="zh-CN" altLang="en-US" sz="2000" b="1" dirty="0">
                <a:solidFill>
                  <a:prstClr val="black"/>
                </a:solidFill>
              </a:rPr>
              <a:t>可以看到，按下相应的按键，其对应的</a:t>
            </a:r>
            <a:r>
              <a:rPr lang="en-US" altLang="zh-CN" sz="2000" b="1" dirty="0">
                <a:solidFill>
                  <a:prstClr val="black"/>
                </a:solidFill>
              </a:rPr>
              <a:t>LED</a:t>
            </a:r>
            <a:r>
              <a:rPr lang="zh-CN" altLang="en-US" sz="2000" b="1" dirty="0">
                <a:solidFill>
                  <a:prstClr val="black"/>
                </a:solidFill>
              </a:rPr>
              <a:t>灯的状态会发生改变。</a:t>
            </a:r>
          </a:p>
        </p:txBody>
      </p:sp>
    </p:spTree>
    <p:extLst>
      <p:ext uri="{BB962C8B-B14F-4D97-AF65-F5344CB8AC3E}">
        <p14:creationId xmlns:p14="http://schemas.microsoft.com/office/powerpoint/2010/main" val="753938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" y="339503"/>
            <a:ext cx="161967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498" y="339503"/>
            <a:ext cx="151059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本章小结</a:t>
            </a: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8" name="右箭头 47"/>
          <p:cNvSpPr/>
          <p:nvPr/>
        </p:nvSpPr>
        <p:spPr>
          <a:xfrm>
            <a:off x="395537" y="2332067"/>
            <a:ext cx="8496944" cy="414479"/>
          </a:xfrm>
          <a:prstGeom prst="rightArrow">
            <a:avLst/>
          </a:prstGeom>
          <a:solidFill>
            <a:schemeClr val="accent3">
              <a:lumMod val="75000"/>
              <a:alpha val="40000"/>
            </a:schemeClr>
          </a:solidFill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bIns="126000" rtlCol="0" anchor="ctr"/>
          <a:lstStyle/>
          <a:p>
            <a:pPr algn="ctr"/>
            <a:endParaRPr lang="zh-CN" altLang="en-US" sz="1200">
              <a:solidFill>
                <a:srgbClr val="3F7EE5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49" name="椭圆 48"/>
          <p:cNvSpPr/>
          <p:nvPr/>
        </p:nvSpPr>
        <p:spPr>
          <a:xfrm>
            <a:off x="1093234" y="2137014"/>
            <a:ext cx="812147" cy="812147"/>
          </a:xfrm>
          <a:prstGeom prst="ellipse">
            <a:avLst/>
          </a:prstGeom>
          <a:solidFill>
            <a:schemeClr val="accent5">
              <a:lumMod val="75000"/>
            </a:schemeClr>
          </a:solidFill>
          <a:ln w="25400">
            <a:noFill/>
          </a:ln>
          <a:effectLst>
            <a:outerShdw blurRad="241300" dist="38100" dir="5400000" sx="90000" sy="-19000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2800" dirty="0" smtClean="0">
                <a:solidFill>
                  <a:schemeClr val="bg1"/>
                </a:solidFill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rPr>
              <a:t>6.1</a:t>
            </a:r>
            <a:endParaRPr lang="zh-CN" altLang="en-US" sz="2800" dirty="0">
              <a:solidFill>
                <a:schemeClr val="bg1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2610928" y="2137014"/>
            <a:ext cx="812147" cy="812147"/>
          </a:xfrm>
          <a:prstGeom prst="ellipse">
            <a:avLst/>
          </a:prstGeom>
          <a:solidFill>
            <a:schemeClr val="bg2">
              <a:lumMod val="50000"/>
            </a:schemeClr>
          </a:solidFill>
          <a:ln w="25400">
            <a:noFill/>
          </a:ln>
          <a:effectLst>
            <a:outerShdw blurRad="241300" dist="38100" dir="5400000" sx="90000" sy="-19000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2800" dirty="0" smtClean="0">
                <a:solidFill>
                  <a:schemeClr val="bg1"/>
                </a:solidFill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rPr>
              <a:t>6.2</a:t>
            </a:r>
            <a:endParaRPr lang="zh-CN" altLang="en-US" sz="2800" dirty="0">
              <a:solidFill>
                <a:schemeClr val="bg1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4128622" y="2137014"/>
            <a:ext cx="812147" cy="812147"/>
          </a:xfrm>
          <a:prstGeom prst="ellipse">
            <a:avLst/>
          </a:prstGeom>
          <a:solidFill>
            <a:schemeClr val="accent5">
              <a:lumMod val="75000"/>
            </a:schemeClr>
          </a:solidFill>
          <a:ln w="25400">
            <a:noFill/>
          </a:ln>
          <a:effectLst>
            <a:outerShdw blurRad="241300" dist="38100" dir="5400000" sx="90000" sy="-19000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2800" dirty="0" smtClean="0">
                <a:solidFill>
                  <a:schemeClr val="bg1"/>
                </a:solidFill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rPr>
              <a:t>6.3</a:t>
            </a:r>
            <a:endParaRPr lang="zh-CN" altLang="en-US" sz="2800" dirty="0">
              <a:solidFill>
                <a:schemeClr val="bg1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5646316" y="2137014"/>
            <a:ext cx="812147" cy="812147"/>
          </a:xfrm>
          <a:prstGeom prst="ellipse">
            <a:avLst/>
          </a:prstGeom>
          <a:solidFill>
            <a:schemeClr val="bg2">
              <a:lumMod val="50000"/>
            </a:schemeClr>
          </a:solidFill>
          <a:ln w="25400">
            <a:noFill/>
          </a:ln>
          <a:effectLst>
            <a:outerShdw blurRad="241300" dist="38100" dir="5400000" sx="90000" sy="-19000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2800" dirty="0" smtClean="0">
                <a:solidFill>
                  <a:schemeClr val="bg1"/>
                </a:solidFill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rPr>
              <a:t>6.4</a:t>
            </a:r>
            <a:endParaRPr lang="zh-CN" altLang="en-US" sz="2800" dirty="0">
              <a:solidFill>
                <a:schemeClr val="bg1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53" name="椭圆 52"/>
          <p:cNvSpPr/>
          <p:nvPr/>
        </p:nvSpPr>
        <p:spPr>
          <a:xfrm>
            <a:off x="7164010" y="2137014"/>
            <a:ext cx="812147" cy="812147"/>
          </a:xfrm>
          <a:prstGeom prst="ellipse">
            <a:avLst/>
          </a:prstGeom>
          <a:solidFill>
            <a:schemeClr val="accent5">
              <a:lumMod val="75000"/>
            </a:schemeClr>
          </a:solidFill>
          <a:ln w="25400">
            <a:noFill/>
          </a:ln>
          <a:effectLst>
            <a:outerShdw blurRad="241300" dist="38100" dir="5400000" sx="90000" sy="-19000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2800" dirty="0" smtClean="0">
                <a:solidFill>
                  <a:schemeClr val="bg1"/>
                </a:solidFill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rPr>
              <a:t>6.5</a:t>
            </a:r>
            <a:endParaRPr lang="zh-CN" altLang="en-US" sz="2800" dirty="0">
              <a:solidFill>
                <a:schemeClr val="bg1"/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cxnSp>
        <p:nvCxnSpPr>
          <p:cNvPr id="61" name="肘形连接符 60"/>
          <p:cNvCxnSpPr>
            <a:endCxn id="76" idx="0"/>
          </p:cNvCxnSpPr>
          <p:nvPr/>
        </p:nvCxnSpPr>
        <p:spPr>
          <a:xfrm rot="16200000" flipH="1">
            <a:off x="1365151" y="3083315"/>
            <a:ext cx="268311" cy="1"/>
          </a:xfrm>
          <a:prstGeom prst="bentConnector3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  <a:headEnd type="diamond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矩形 75"/>
          <p:cNvSpPr/>
          <p:nvPr/>
        </p:nvSpPr>
        <p:spPr>
          <a:xfrm>
            <a:off x="464941" y="3217472"/>
            <a:ext cx="2068731" cy="1323439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/>
              <a:t>中断的相关概念</a:t>
            </a:r>
            <a:endParaRPr lang="en-US" altLang="zh-CN" sz="1600" b="1" dirty="0"/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zh-CN" altLang="zh-CN" sz="1600" b="1" dirty="0"/>
              <a:t>什么是中断</a:t>
            </a:r>
            <a:r>
              <a:rPr lang="zh-CN" altLang="zh-CN" sz="1600" b="1" dirty="0" smtClean="0"/>
              <a:t>？</a:t>
            </a:r>
            <a:endParaRPr lang="en-US" altLang="zh-CN" sz="1600" b="1" dirty="0" smtClean="0"/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zh-CN" altLang="en-US" sz="1600" b="1" dirty="0"/>
              <a:t>为什么使用中断</a:t>
            </a:r>
            <a:r>
              <a:rPr lang="zh-CN" altLang="en-US" sz="1600" b="1" dirty="0" smtClean="0"/>
              <a:t>？</a:t>
            </a:r>
            <a:endParaRPr lang="en-US" altLang="zh-CN" sz="1600" b="1" dirty="0" smtClean="0"/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zh-CN" altLang="en-US" sz="1600" b="1" dirty="0"/>
              <a:t>中断处理</a:t>
            </a:r>
            <a:r>
              <a:rPr lang="zh-CN" altLang="en-US" sz="1600" b="1" dirty="0" smtClean="0"/>
              <a:t>流程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 Light"/>
              <a:ea typeface="微软雅黑 Light"/>
            </a:endParaRPr>
          </a:p>
        </p:txBody>
      </p:sp>
      <p:cxnSp>
        <p:nvCxnSpPr>
          <p:cNvPr id="78" name="肘形连接符 77"/>
          <p:cNvCxnSpPr/>
          <p:nvPr/>
        </p:nvCxnSpPr>
        <p:spPr>
          <a:xfrm rot="5400000" flipH="1" flipV="1">
            <a:off x="2847364" y="1947690"/>
            <a:ext cx="333427" cy="1"/>
          </a:xfrm>
          <a:prstGeom prst="bentConnector3">
            <a:avLst>
              <a:gd name="adj1" fmla="val 32588"/>
            </a:avLst>
          </a:prstGeom>
          <a:ln w="12700">
            <a:solidFill>
              <a:schemeClr val="bg1">
                <a:lumMod val="65000"/>
              </a:schemeClr>
            </a:solidFill>
            <a:prstDash val="dash"/>
            <a:headEnd type="diamond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矩形 81"/>
          <p:cNvSpPr/>
          <p:nvPr/>
        </p:nvSpPr>
        <p:spPr>
          <a:xfrm>
            <a:off x="1979712" y="457538"/>
            <a:ext cx="2068731" cy="1323439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/>
              <a:t>STM32</a:t>
            </a:r>
            <a:r>
              <a:rPr lang="zh-CN" altLang="en-US" sz="1600" b="1" dirty="0"/>
              <a:t>中断和异常</a:t>
            </a:r>
            <a:endParaRPr lang="en-US" altLang="zh-CN" sz="1600" b="1" dirty="0" smtClean="0"/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zh-CN" altLang="en-US" sz="1600" b="1" dirty="0" smtClean="0"/>
              <a:t>中断</a:t>
            </a:r>
            <a:r>
              <a:rPr lang="zh-CN" altLang="en-US" sz="1600" b="1" dirty="0"/>
              <a:t>和异常向量</a:t>
            </a:r>
            <a:r>
              <a:rPr lang="zh-CN" altLang="en-US" sz="1600" b="1" dirty="0" smtClean="0"/>
              <a:t>表</a:t>
            </a:r>
            <a:endParaRPr lang="en-US" altLang="zh-CN" sz="1600" b="1" dirty="0" smtClean="0"/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zh-CN" altLang="zh-CN" sz="1600" b="1" dirty="0"/>
              <a:t>中断优先级</a:t>
            </a:r>
            <a:endParaRPr lang="en-US" altLang="zh-CN" sz="1600" b="1" dirty="0"/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zh-CN" altLang="en-US" sz="1600" b="1" dirty="0"/>
              <a:t>中断服务程序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 Light"/>
              <a:ea typeface="微软雅黑 Light"/>
            </a:endParaRPr>
          </a:p>
        </p:txBody>
      </p:sp>
      <p:cxnSp>
        <p:nvCxnSpPr>
          <p:cNvPr id="83" name="肘形连接符 82"/>
          <p:cNvCxnSpPr/>
          <p:nvPr/>
        </p:nvCxnSpPr>
        <p:spPr>
          <a:xfrm rot="16200000" flipH="1">
            <a:off x="4365837" y="3101559"/>
            <a:ext cx="268312" cy="1"/>
          </a:xfrm>
          <a:prstGeom prst="bentConnector3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  <a:headEnd type="diamond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矩形 83"/>
          <p:cNvSpPr/>
          <p:nvPr/>
        </p:nvSpPr>
        <p:spPr>
          <a:xfrm>
            <a:off x="3887643" y="3235716"/>
            <a:ext cx="1224136" cy="584775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zh-CN" sz="1600" b="1" dirty="0"/>
              <a:t>STM32</a:t>
            </a:r>
            <a:r>
              <a:rPr lang="zh-CN" altLang="en-US" sz="1600" b="1" dirty="0"/>
              <a:t>外部中断</a:t>
            </a:r>
            <a:r>
              <a:rPr lang="en-GB" altLang="zh-CN" sz="1600" b="1" dirty="0"/>
              <a:t>EXTI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 Light"/>
              <a:ea typeface="微软雅黑 Light"/>
            </a:endParaRPr>
          </a:p>
        </p:txBody>
      </p:sp>
      <p:cxnSp>
        <p:nvCxnSpPr>
          <p:cNvPr id="85" name="肘形连接符 84"/>
          <p:cNvCxnSpPr/>
          <p:nvPr/>
        </p:nvCxnSpPr>
        <p:spPr>
          <a:xfrm rot="5400000" flipH="1" flipV="1">
            <a:off x="5891201" y="1948028"/>
            <a:ext cx="333427" cy="1"/>
          </a:xfrm>
          <a:prstGeom prst="bentConnector3">
            <a:avLst>
              <a:gd name="adj1" fmla="val 32588"/>
            </a:avLst>
          </a:prstGeom>
          <a:ln w="12700">
            <a:solidFill>
              <a:schemeClr val="bg1">
                <a:lumMod val="65000"/>
              </a:schemeClr>
            </a:solidFill>
            <a:prstDash val="dash"/>
            <a:headEnd type="diamond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矩形 85"/>
          <p:cNvSpPr/>
          <p:nvPr/>
        </p:nvSpPr>
        <p:spPr>
          <a:xfrm>
            <a:off x="5023549" y="457876"/>
            <a:ext cx="2068731" cy="1323439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/>
              <a:t>EXTI</a:t>
            </a:r>
            <a:r>
              <a:rPr lang="zh-CN" altLang="en-US" sz="1600" b="1" dirty="0"/>
              <a:t>模块的标准外设库接口函数及</a:t>
            </a:r>
            <a:r>
              <a:rPr lang="zh-CN" altLang="en-US" sz="1600" b="1" dirty="0" smtClean="0"/>
              <a:t>应用</a:t>
            </a:r>
            <a:endParaRPr lang="en-US" altLang="zh-CN" sz="1600" b="1" dirty="0" smtClean="0"/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zh-CN" altLang="en-US" sz="1600" b="1" dirty="0" smtClean="0"/>
              <a:t>接口函数</a:t>
            </a:r>
            <a:endParaRPr lang="en-US" altLang="zh-CN" sz="1600" b="1" dirty="0" smtClean="0"/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zh-CN" altLang="en-US" sz="1600" b="1" dirty="0" smtClean="0"/>
              <a:t>中断配置步骤</a:t>
            </a:r>
            <a:endParaRPr lang="en-US" altLang="zh-CN" sz="1600" b="1" dirty="0" smtClean="0"/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zh-CN" altLang="en-US" sz="1600" b="1" dirty="0" smtClean="0"/>
              <a:t>应用实例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 Light"/>
              <a:ea typeface="微软雅黑 Light"/>
            </a:endParaRPr>
          </a:p>
        </p:txBody>
      </p:sp>
      <p:cxnSp>
        <p:nvCxnSpPr>
          <p:cNvPr id="87" name="肘形连接符 86"/>
          <p:cNvCxnSpPr>
            <a:endCxn id="88" idx="0"/>
          </p:cNvCxnSpPr>
          <p:nvPr/>
        </p:nvCxnSpPr>
        <p:spPr>
          <a:xfrm rot="16200000" flipH="1">
            <a:off x="7435926" y="3101559"/>
            <a:ext cx="268312" cy="2"/>
          </a:xfrm>
          <a:prstGeom prst="bentConnector3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  <a:headEnd type="diamond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矩形 87"/>
          <p:cNvSpPr/>
          <p:nvPr/>
        </p:nvSpPr>
        <p:spPr>
          <a:xfrm>
            <a:off x="6535717" y="3235716"/>
            <a:ext cx="2068731" cy="1077218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/>
              <a:t>EXTI</a:t>
            </a:r>
            <a:r>
              <a:rPr lang="zh-CN" altLang="en-US" sz="1600" b="1" dirty="0"/>
              <a:t>模块的</a:t>
            </a:r>
            <a:r>
              <a:rPr lang="en-US" altLang="zh-CN" sz="1600" b="1" dirty="0"/>
              <a:t>HAL</a:t>
            </a:r>
            <a:r>
              <a:rPr lang="zh-CN" altLang="en-US" sz="1600" b="1" dirty="0"/>
              <a:t>库接口函数及</a:t>
            </a:r>
            <a:r>
              <a:rPr lang="zh-CN" altLang="en-US" sz="1600" b="1" dirty="0" smtClean="0"/>
              <a:t>应用</a:t>
            </a:r>
            <a:endParaRPr lang="en-US" altLang="zh-CN" sz="1600" b="1" dirty="0" smtClean="0"/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zh-CN" altLang="en-US" sz="1600" b="1" dirty="0"/>
              <a:t>接口函数</a:t>
            </a:r>
            <a:endParaRPr lang="en-US" altLang="zh-CN" sz="1600" b="1" dirty="0"/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zh-CN" altLang="en-US" sz="1600" b="1" dirty="0"/>
              <a:t>应用实例</a:t>
            </a:r>
          </a:p>
        </p:txBody>
      </p:sp>
    </p:spTree>
    <p:extLst>
      <p:ext uri="{BB962C8B-B14F-4D97-AF65-F5344CB8AC3E}">
        <p14:creationId xmlns:p14="http://schemas.microsoft.com/office/powerpoint/2010/main" val="1008888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779662"/>
            <a:ext cx="2843808" cy="13681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915816" y="123478"/>
            <a:ext cx="5148064" cy="13681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880320" y="1923678"/>
            <a:ext cx="5148064" cy="101566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6000" b="1" dirty="0" smtClean="0">
                <a:solidFill>
                  <a:schemeClr val="accent1">
                    <a:lumMod val="75000"/>
                  </a:schemeClr>
                </a:solidFill>
                <a:latin typeface="华文隶书" pitchFamily="2" charset="-122"/>
                <a:ea typeface="华文隶书" pitchFamily="2" charset="-122"/>
              </a:rPr>
              <a:t>T</a:t>
            </a:r>
            <a:r>
              <a:rPr lang="en-GB" altLang="zh-CN" sz="6000" b="1" dirty="0" smtClean="0">
                <a:solidFill>
                  <a:schemeClr val="accent1">
                    <a:lumMod val="75000"/>
                  </a:schemeClr>
                </a:solidFill>
                <a:latin typeface="华文隶书" pitchFamily="2" charset="-122"/>
                <a:ea typeface="华文隶书" pitchFamily="2" charset="-122"/>
              </a:rPr>
              <a:t>he     End!</a:t>
            </a:r>
            <a:endParaRPr lang="zh-CN" altLang="zh-CN" sz="6000" b="1" dirty="0">
              <a:solidFill>
                <a:schemeClr val="accent1">
                  <a:lumMod val="75000"/>
                </a:schemeClr>
              </a:solidFill>
              <a:latin typeface="华文隶书" pitchFamily="2" charset="-122"/>
              <a:ea typeface="华文隶书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991872" y="1779662"/>
            <a:ext cx="1152128" cy="13681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菱形 12"/>
          <p:cNvSpPr/>
          <p:nvPr/>
        </p:nvSpPr>
        <p:spPr>
          <a:xfrm>
            <a:off x="7812360" y="4155926"/>
            <a:ext cx="936104" cy="581892"/>
          </a:xfrm>
          <a:prstGeom prst="diamond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菱形 13"/>
          <p:cNvSpPr/>
          <p:nvPr/>
        </p:nvSpPr>
        <p:spPr>
          <a:xfrm>
            <a:off x="7344308" y="4136372"/>
            <a:ext cx="936104" cy="581892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新月形 5"/>
          <p:cNvSpPr/>
          <p:nvPr/>
        </p:nvSpPr>
        <p:spPr>
          <a:xfrm rot="5400000">
            <a:off x="3908409" y="1003093"/>
            <a:ext cx="576063" cy="2129201"/>
          </a:xfrm>
          <a:prstGeom prst="moon">
            <a:avLst>
              <a:gd name="adj" fmla="val 14361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新月形 11"/>
          <p:cNvSpPr/>
          <p:nvPr/>
        </p:nvSpPr>
        <p:spPr>
          <a:xfrm rot="16200000">
            <a:off x="6081017" y="1669836"/>
            <a:ext cx="613404" cy="2129201"/>
          </a:xfrm>
          <a:prstGeom prst="moon">
            <a:avLst>
              <a:gd name="adj" fmla="val 14361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十字箭头标注 14"/>
          <p:cNvSpPr/>
          <p:nvPr/>
        </p:nvSpPr>
        <p:spPr>
          <a:xfrm>
            <a:off x="395536" y="339502"/>
            <a:ext cx="1296144" cy="720080"/>
          </a:xfrm>
          <a:prstGeom prst="quadArrowCallou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sz="1200" b="1" dirty="0" smtClean="0"/>
              <a:t>STM32</a:t>
            </a:r>
            <a:endParaRPr lang="zh-CN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247507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>
          <a:defRPr sz="1600" b="1" dirty="0" smtClean="0"/>
        </a:defPPr>
      </a:lstStyle>
      <a:style>
        <a:lnRef idx="0">
          <a:schemeClr val="accent5"/>
        </a:lnRef>
        <a:fillRef idx="3">
          <a:schemeClr val="accent5"/>
        </a:fillRef>
        <a:effectRef idx="3">
          <a:schemeClr val="accent5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3703</TotalTime>
  <Words>4004</Words>
  <Application>Microsoft Office PowerPoint</Application>
  <PresentationFormat>全屏显示(16:9)</PresentationFormat>
  <Paragraphs>588</Paragraphs>
  <Slides>60</Slides>
  <Notes>22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60</vt:i4>
      </vt:variant>
    </vt:vector>
  </HeadingPairs>
  <TitlesOfParts>
    <vt:vector size="62" baseType="lpstr">
      <vt:lpstr>Office 主题​​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马锋</dc:creator>
  <cp:lastModifiedBy>马锋</cp:lastModifiedBy>
  <cp:revision>414</cp:revision>
  <dcterms:created xsi:type="dcterms:W3CDTF">2019-08-08T08:45:05Z</dcterms:created>
  <dcterms:modified xsi:type="dcterms:W3CDTF">2020-06-16T02:37:25Z</dcterms:modified>
</cp:coreProperties>
</file>