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notesSlides/notesSlide15.xml" ContentType="application/vnd.openxmlformats-officedocument.presentationml.notesSlide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7"/>
  </p:notesMasterIdLst>
  <p:sldIdLst>
    <p:sldId id="257" r:id="rId2"/>
    <p:sldId id="259" r:id="rId3"/>
    <p:sldId id="300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70" r:id="rId14"/>
    <p:sldId id="311" r:id="rId15"/>
    <p:sldId id="312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313" r:id="rId35"/>
    <p:sldId id="321" r:id="rId36"/>
    <p:sldId id="314" r:id="rId37"/>
    <p:sldId id="322" r:id="rId38"/>
    <p:sldId id="315" r:id="rId39"/>
    <p:sldId id="323" r:id="rId40"/>
    <p:sldId id="324" r:id="rId41"/>
    <p:sldId id="325" r:id="rId42"/>
    <p:sldId id="289" r:id="rId43"/>
    <p:sldId id="290" r:id="rId44"/>
    <p:sldId id="291" r:id="rId45"/>
    <p:sldId id="292" r:id="rId46"/>
    <p:sldId id="293" r:id="rId47"/>
    <p:sldId id="294" r:id="rId48"/>
    <p:sldId id="295" r:id="rId49"/>
    <p:sldId id="296" r:id="rId50"/>
    <p:sldId id="297" r:id="rId51"/>
    <p:sldId id="298" r:id="rId52"/>
    <p:sldId id="299" r:id="rId53"/>
    <p:sldId id="301" r:id="rId54"/>
    <p:sldId id="302" r:id="rId55"/>
    <p:sldId id="303" r:id="rId56"/>
    <p:sldId id="304" r:id="rId57"/>
    <p:sldId id="305" r:id="rId58"/>
    <p:sldId id="306" r:id="rId59"/>
    <p:sldId id="326" r:id="rId60"/>
    <p:sldId id="330" r:id="rId61"/>
    <p:sldId id="332" r:id="rId62"/>
    <p:sldId id="331" r:id="rId63"/>
    <p:sldId id="333" r:id="rId64"/>
    <p:sldId id="328" r:id="rId65"/>
    <p:sldId id="329" r:id="rId66"/>
    <p:sldId id="327" r:id="rId67"/>
    <p:sldId id="307" r:id="rId68"/>
    <p:sldId id="316" r:id="rId69"/>
    <p:sldId id="317" r:id="rId70"/>
    <p:sldId id="318" r:id="rId71"/>
    <p:sldId id="319" r:id="rId72"/>
    <p:sldId id="334" r:id="rId73"/>
    <p:sldId id="335" r:id="rId74"/>
    <p:sldId id="308" r:id="rId75"/>
    <p:sldId id="310" r:id="rId76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38583"/>
    <a:srgbClr val="FFFFCC"/>
    <a:srgbClr val="CD7371"/>
    <a:srgbClr val="FF00FF"/>
    <a:srgbClr val="33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2838BEF-8BB2-4498-84A7-C5851F593DF1}" styleName="中度样式 4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856" autoAdjust="0"/>
  </p:normalViewPr>
  <p:slideViewPr>
    <p:cSldViewPr>
      <p:cViewPr varScale="1">
        <p:scale>
          <a:sx n="110" d="100"/>
          <a:sy n="110" d="100"/>
        </p:scale>
        <p:origin x="-658" y="-8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/Relationships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diagrams/_rels/data2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jpeg"/></Relationships>
</file>

<file path=ppt/diagrams/_rels/data9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jpeg"/></Relationships>
</file>

<file path=ppt/diagrams/_rels/data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image" Target="../media/image20.jpe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diagrams/_rels/drawing2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jpeg"/></Relationships>
</file>

<file path=ppt/diagrams/_rels/drawing9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jpeg"/></Relationships>
</file>

<file path=ppt/diagrams/_rels/drawing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image" Target="../media/image20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1">
  <dgm:title val=""/>
  <dgm:desc val=""/>
  <dgm:catLst>
    <dgm:cat type="accent5" pri="11100"/>
  </dgm:catLst>
  <dgm:styleLbl name="node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5">
        <a:alpha val="4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5_3">
  <dgm:title val=""/>
  <dgm:desc val=""/>
  <dgm:catLst>
    <dgm:cat type="accent5" pri="11300"/>
  </dgm:catLst>
  <dgm:styleLbl name="node0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>
        <a:shade val="80000"/>
      </a:schemeClr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>
        <a:shade val="80000"/>
      </a:schemeClr>
      <a:schemeClr val="accent5">
        <a:tint val="7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/>
    <dgm:txEffectClrLst/>
  </dgm:styleLbl>
  <dgm:styleLbl name="lnNode1">
    <dgm:fillClrLst>
      <a:schemeClr val="accent5">
        <a:shade val="80000"/>
      </a:schemeClr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shade val="80000"/>
        <a:alpha val="50000"/>
      </a:schemeClr>
      <a:schemeClr val="accent5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/>
    <dgm:txEffectClrLst/>
  </dgm:styleLbl>
  <dgm:styleLbl name="fgSibTrans2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5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>
        <a:tint val="99000"/>
      </a:schemeClr>
    </dgm:fillClrLst>
    <dgm:linClrLst meth="repeat">
      <a:schemeClr val="accent5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>
        <a:tint val="80000"/>
      </a:schemeClr>
    </dgm:fillClrLst>
    <dgm:linClrLst meth="repeat">
      <a:schemeClr val="accent5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5_1">
  <dgm:title val=""/>
  <dgm:desc val=""/>
  <dgm:catLst>
    <dgm:cat type="accent5" pri="11100"/>
  </dgm:catLst>
  <dgm:styleLbl name="node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5">
        <a:alpha val="4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5_1">
  <dgm:title val=""/>
  <dgm:desc val=""/>
  <dgm:catLst>
    <dgm:cat type="accent5" pri="11100"/>
  </dgm:catLst>
  <dgm:styleLbl name="node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5">
        <a:alpha val="4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02CEBAA-E1A0-4A5E-892A-353144A3ECB1}" type="doc">
      <dgm:prSet loTypeId="urn:microsoft.com/office/officeart/2005/8/layout/vList3#1" loCatId="list" qsTypeId="urn:microsoft.com/office/officeart/2005/8/quickstyle/simple2" qsCatId="simple" csTypeId="urn:microsoft.com/office/officeart/2005/8/colors/accent5_1" csCatId="accent5" phldr="1"/>
      <dgm:spPr/>
      <dgm:t>
        <a:bodyPr/>
        <a:lstStyle/>
        <a:p>
          <a:endParaRPr lang="zh-CN" altLang="en-US"/>
        </a:p>
      </dgm:t>
    </dgm:pt>
    <dgm:pt modelId="{13106C34-DDA7-4704-AE3C-0B0E4328523F}">
      <dgm:prSet custT="1"/>
      <dgm:spPr/>
      <dgm:t>
        <a:bodyPr/>
        <a:lstStyle/>
        <a:p>
          <a:pPr marL="0" indent="177800" algn="l" rtl="0"/>
          <a:r>
            <a:rPr lang="en-GB" altLang="zh-CN" sz="2000" b="1" dirty="0" smtClean="0"/>
            <a:t>5.1 GPIO</a:t>
          </a:r>
          <a:r>
            <a:rPr lang="zh-CN" altLang="en-US" sz="2000" b="1" dirty="0" smtClean="0"/>
            <a:t>概述</a:t>
          </a:r>
          <a:endParaRPr lang="zh-CN" sz="2000" b="1" dirty="0"/>
        </a:p>
      </dgm:t>
    </dgm:pt>
    <dgm:pt modelId="{5B2484B4-0902-44AE-9451-619122864D26}" type="parTrans" cxnId="{02BAFB49-29A0-4418-8227-F8F120C95367}">
      <dgm:prSet/>
      <dgm:spPr/>
      <dgm:t>
        <a:bodyPr/>
        <a:lstStyle/>
        <a:p>
          <a:pPr algn="l"/>
          <a:endParaRPr lang="zh-CN" altLang="en-US" sz="2000" b="1"/>
        </a:p>
      </dgm:t>
    </dgm:pt>
    <dgm:pt modelId="{09265D00-2571-440C-8A2D-A0D7C0ECA357}" type="sibTrans" cxnId="{02BAFB49-29A0-4418-8227-F8F120C95367}">
      <dgm:prSet/>
      <dgm:spPr/>
      <dgm:t>
        <a:bodyPr/>
        <a:lstStyle/>
        <a:p>
          <a:pPr algn="l"/>
          <a:endParaRPr lang="zh-CN" altLang="en-US" sz="2000" b="1"/>
        </a:p>
      </dgm:t>
    </dgm:pt>
    <dgm:pt modelId="{047B7240-9B3B-4945-ABFC-8AA577225995}">
      <dgm:prSet custT="1"/>
      <dgm:spPr/>
      <dgm:t>
        <a:bodyPr/>
        <a:lstStyle/>
        <a:p>
          <a:pPr marL="0" indent="177800" algn="l" rtl="0"/>
          <a:r>
            <a:rPr lang="en-GB" altLang="zh-CN" sz="2000" b="1" dirty="0" smtClean="0"/>
            <a:t>5.2 STM32</a:t>
          </a:r>
          <a:r>
            <a:rPr lang="zh-CN" altLang="en-US" sz="2000" b="1" dirty="0" smtClean="0"/>
            <a:t>的</a:t>
          </a:r>
          <a:r>
            <a:rPr lang="en-GB" altLang="zh-CN" sz="2000" b="1" dirty="0" smtClean="0"/>
            <a:t>GPIO</a:t>
          </a:r>
          <a:r>
            <a:rPr lang="zh-CN" altLang="en-US" sz="2000" b="1" dirty="0" smtClean="0"/>
            <a:t>工作原理</a:t>
          </a:r>
          <a:endParaRPr lang="zh-CN" sz="2000" b="1" dirty="0"/>
        </a:p>
      </dgm:t>
    </dgm:pt>
    <dgm:pt modelId="{30432C7E-5CB4-43B7-ABDA-FDD668F97924}" type="parTrans" cxnId="{8ECEC30A-7947-4089-82B2-F4118177782E}">
      <dgm:prSet/>
      <dgm:spPr/>
      <dgm:t>
        <a:bodyPr/>
        <a:lstStyle/>
        <a:p>
          <a:pPr algn="l"/>
          <a:endParaRPr lang="zh-CN" altLang="en-US" sz="2000" b="1"/>
        </a:p>
      </dgm:t>
    </dgm:pt>
    <dgm:pt modelId="{2AD50ABE-3325-4DD9-8E1F-7ECDCF00ED92}" type="sibTrans" cxnId="{8ECEC30A-7947-4089-82B2-F4118177782E}">
      <dgm:prSet/>
      <dgm:spPr/>
      <dgm:t>
        <a:bodyPr/>
        <a:lstStyle/>
        <a:p>
          <a:pPr algn="l"/>
          <a:endParaRPr lang="zh-CN" altLang="en-US" sz="2000" b="1"/>
        </a:p>
      </dgm:t>
    </dgm:pt>
    <dgm:pt modelId="{C03C3471-A4DA-417B-8393-2DA0F765F0DE}">
      <dgm:prSet custT="1"/>
      <dgm:spPr/>
      <dgm:t>
        <a:bodyPr/>
        <a:lstStyle/>
        <a:p>
          <a:pPr marL="0" indent="177800" algn="l" rtl="0"/>
          <a:r>
            <a:rPr lang="en-US" altLang="zh-CN" sz="2000" b="1" dirty="0" smtClean="0"/>
            <a:t>5.3 GPIO</a:t>
          </a:r>
          <a:r>
            <a:rPr lang="zh-CN" altLang="en-US" sz="2000" b="1" dirty="0" smtClean="0"/>
            <a:t>模块的标准外设库接口函数及应用</a:t>
          </a:r>
          <a:endParaRPr lang="zh-CN" sz="2000" b="1" dirty="0"/>
        </a:p>
      </dgm:t>
    </dgm:pt>
    <dgm:pt modelId="{1933975E-8B86-46FF-B7C1-099FB70E688A}" type="parTrans" cxnId="{972459DD-7803-4179-A553-DC73E2AA763F}">
      <dgm:prSet/>
      <dgm:spPr/>
      <dgm:t>
        <a:bodyPr/>
        <a:lstStyle/>
        <a:p>
          <a:pPr algn="l"/>
          <a:endParaRPr lang="zh-CN" altLang="en-US" sz="2000" b="1"/>
        </a:p>
      </dgm:t>
    </dgm:pt>
    <dgm:pt modelId="{B2D04BCB-8D1E-44D6-B48A-12C7951CB416}" type="sibTrans" cxnId="{972459DD-7803-4179-A553-DC73E2AA763F}">
      <dgm:prSet/>
      <dgm:spPr/>
      <dgm:t>
        <a:bodyPr/>
        <a:lstStyle/>
        <a:p>
          <a:pPr algn="l"/>
          <a:endParaRPr lang="zh-CN" altLang="en-US" sz="2000" b="1"/>
        </a:p>
      </dgm:t>
    </dgm:pt>
    <dgm:pt modelId="{272A1E72-89D8-435F-ABBC-9FE234A43252}">
      <dgm:prSet custT="1"/>
      <dgm:spPr/>
      <dgm:t>
        <a:bodyPr/>
        <a:lstStyle/>
        <a:p>
          <a:pPr marL="0" indent="177800" algn="l" rtl="0"/>
          <a:r>
            <a:rPr lang="en-US" sz="2000" b="1" dirty="0" smtClean="0"/>
            <a:t>5.4 GPIO</a:t>
          </a:r>
          <a:r>
            <a:rPr lang="zh-CN" sz="2000" b="1" dirty="0" smtClean="0"/>
            <a:t>模块的</a:t>
          </a:r>
          <a:r>
            <a:rPr lang="en-US" sz="2000" b="1" dirty="0" smtClean="0"/>
            <a:t>HAL</a:t>
          </a:r>
          <a:r>
            <a:rPr lang="zh-CN" sz="2000" b="1" dirty="0" smtClean="0"/>
            <a:t>库接口函数及应用</a:t>
          </a:r>
          <a:endParaRPr lang="zh-CN" sz="2000" b="1" dirty="0"/>
        </a:p>
      </dgm:t>
    </dgm:pt>
    <dgm:pt modelId="{A0A1EA4B-DAC0-4B94-8B11-139BB9C11FB5}" type="parTrans" cxnId="{954B69F5-7AC8-4D7D-ABDF-192385BA37D4}">
      <dgm:prSet/>
      <dgm:spPr/>
      <dgm:t>
        <a:bodyPr/>
        <a:lstStyle/>
        <a:p>
          <a:pPr algn="l"/>
          <a:endParaRPr lang="zh-CN" altLang="en-US" sz="2000" b="1"/>
        </a:p>
      </dgm:t>
    </dgm:pt>
    <dgm:pt modelId="{61F94D7D-F4DF-43A8-98D1-22E94A9786B6}" type="sibTrans" cxnId="{954B69F5-7AC8-4D7D-ABDF-192385BA37D4}">
      <dgm:prSet/>
      <dgm:spPr/>
      <dgm:t>
        <a:bodyPr/>
        <a:lstStyle/>
        <a:p>
          <a:pPr algn="l"/>
          <a:endParaRPr lang="zh-CN" altLang="en-US" sz="2000" b="1"/>
        </a:p>
      </dgm:t>
    </dgm:pt>
    <dgm:pt modelId="{F6560506-4B19-42B0-9ECC-D285FFD75BE0}">
      <dgm:prSet custT="1"/>
      <dgm:spPr/>
      <dgm:t>
        <a:bodyPr/>
        <a:lstStyle/>
        <a:p>
          <a:pPr marL="0" indent="177800" algn="l" rtl="0"/>
          <a:r>
            <a:rPr lang="en-US" altLang="zh-CN" sz="2000" b="1" dirty="0" smtClean="0"/>
            <a:t>5.5 </a:t>
          </a:r>
          <a:r>
            <a:rPr lang="zh-CN" altLang="en-US" sz="2000" b="1" dirty="0" smtClean="0"/>
            <a:t>编程思想之模块化编程</a:t>
          </a:r>
          <a:endParaRPr lang="zh-CN" sz="2000" b="1" dirty="0"/>
        </a:p>
      </dgm:t>
    </dgm:pt>
    <dgm:pt modelId="{93E31AF0-A538-452B-9BD3-0F36B6B21C73}" type="parTrans" cxnId="{45B2CE03-4694-46A2-BDFF-552D0B582A66}">
      <dgm:prSet/>
      <dgm:spPr/>
      <dgm:t>
        <a:bodyPr/>
        <a:lstStyle/>
        <a:p>
          <a:endParaRPr lang="zh-CN" altLang="en-US"/>
        </a:p>
      </dgm:t>
    </dgm:pt>
    <dgm:pt modelId="{45B9D6D2-C390-4460-8A29-6A5A085F6C46}" type="sibTrans" cxnId="{45B2CE03-4694-46A2-BDFF-552D0B582A66}">
      <dgm:prSet/>
      <dgm:spPr/>
      <dgm:t>
        <a:bodyPr/>
        <a:lstStyle/>
        <a:p>
          <a:endParaRPr lang="zh-CN" altLang="en-US"/>
        </a:p>
      </dgm:t>
    </dgm:pt>
    <dgm:pt modelId="{01BA8000-F013-4439-BEFE-860C47094334}" type="pres">
      <dgm:prSet presAssocID="{A02CEBAA-E1A0-4A5E-892A-353144A3ECB1}" presName="linearFlow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28DE22D8-6D57-4E52-9246-B2B231773FAC}" type="pres">
      <dgm:prSet presAssocID="{13106C34-DDA7-4704-AE3C-0B0E4328523F}" presName="composite" presStyleCnt="0"/>
      <dgm:spPr/>
      <dgm:t>
        <a:bodyPr/>
        <a:lstStyle/>
        <a:p>
          <a:endParaRPr lang="zh-CN" altLang="en-US"/>
        </a:p>
      </dgm:t>
    </dgm:pt>
    <dgm:pt modelId="{BD893DEC-F94E-4CFD-8B1D-44EBE27F01D8}" type="pres">
      <dgm:prSet presAssocID="{13106C34-DDA7-4704-AE3C-0B0E4328523F}" presName="imgShp" presStyleLbl="fgImgPlace1" presStyleIdx="0" presStyleCnt="5" custLinFactX="-18614" custLinFactNeighborX="-100000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</dgm:spPr>
      <dgm:t>
        <a:bodyPr/>
        <a:lstStyle/>
        <a:p>
          <a:endParaRPr lang="zh-CN" altLang="en-US"/>
        </a:p>
      </dgm:t>
    </dgm:pt>
    <dgm:pt modelId="{144B12B0-8ED7-423A-98C2-ACC6EE7F5834}" type="pres">
      <dgm:prSet presAssocID="{13106C34-DDA7-4704-AE3C-0B0E4328523F}" presName="txShp" presStyleLbl="node1" presStyleIdx="0" presStyleCnt="5" custScaleX="133288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29BC0434-ED20-4C04-9137-BBCAA037438E}" type="pres">
      <dgm:prSet presAssocID="{09265D00-2571-440C-8A2D-A0D7C0ECA357}" presName="spacing" presStyleCnt="0"/>
      <dgm:spPr/>
      <dgm:t>
        <a:bodyPr/>
        <a:lstStyle/>
        <a:p>
          <a:endParaRPr lang="zh-CN" altLang="en-US"/>
        </a:p>
      </dgm:t>
    </dgm:pt>
    <dgm:pt modelId="{EC350B0D-0634-4595-A61D-EA92D440B58A}" type="pres">
      <dgm:prSet presAssocID="{047B7240-9B3B-4945-ABFC-8AA577225995}" presName="composite" presStyleCnt="0"/>
      <dgm:spPr/>
      <dgm:t>
        <a:bodyPr/>
        <a:lstStyle/>
        <a:p>
          <a:endParaRPr lang="zh-CN" altLang="en-US"/>
        </a:p>
      </dgm:t>
    </dgm:pt>
    <dgm:pt modelId="{536BAE9F-688B-43CA-8A61-824EE17C80DA}" type="pres">
      <dgm:prSet presAssocID="{047B7240-9B3B-4945-ABFC-8AA577225995}" presName="imgShp" presStyleLbl="fgImgPlace1" presStyleIdx="1" presStyleCnt="5" custLinFactX="-18614" custLinFactNeighborX="-100000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</dgm:spPr>
      <dgm:t>
        <a:bodyPr/>
        <a:lstStyle/>
        <a:p>
          <a:endParaRPr lang="zh-CN" altLang="en-US"/>
        </a:p>
      </dgm:t>
    </dgm:pt>
    <dgm:pt modelId="{8D22E1E6-691D-45DB-B730-1DC2060C8198}" type="pres">
      <dgm:prSet presAssocID="{047B7240-9B3B-4945-ABFC-8AA577225995}" presName="txShp" presStyleLbl="node1" presStyleIdx="1" presStyleCnt="5" custScaleX="133288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1AFABC0B-51F3-4213-B6F4-56292C43F92A}" type="pres">
      <dgm:prSet presAssocID="{2AD50ABE-3325-4DD9-8E1F-7ECDCF00ED92}" presName="spacing" presStyleCnt="0"/>
      <dgm:spPr/>
      <dgm:t>
        <a:bodyPr/>
        <a:lstStyle/>
        <a:p>
          <a:endParaRPr lang="zh-CN" altLang="en-US"/>
        </a:p>
      </dgm:t>
    </dgm:pt>
    <dgm:pt modelId="{78AD4F32-45E7-4AAD-8574-22FDF390F682}" type="pres">
      <dgm:prSet presAssocID="{C03C3471-A4DA-417B-8393-2DA0F765F0DE}" presName="composite" presStyleCnt="0"/>
      <dgm:spPr/>
      <dgm:t>
        <a:bodyPr/>
        <a:lstStyle/>
        <a:p>
          <a:endParaRPr lang="zh-CN" altLang="en-US"/>
        </a:p>
      </dgm:t>
    </dgm:pt>
    <dgm:pt modelId="{25EE83B5-9181-4312-AF69-76E7DB3C707E}" type="pres">
      <dgm:prSet presAssocID="{C03C3471-A4DA-417B-8393-2DA0F765F0DE}" presName="imgShp" presStyleLbl="fgImgPlace1" presStyleIdx="2" presStyleCnt="5" custLinFactX="-18614" custLinFactNeighborX="-100000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</dgm:spPr>
      <dgm:t>
        <a:bodyPr/>
        <a:lstStyle/>
        <a:p>
          <a:endParaRPr lang="zh-CN" altLang="en-US"/>
        </a:p>
      </dgm:t>
    </dgm:pt>
    <dgm:pt modelId="{4C9106F8-718B-46E5-8FB7-F18DA0278976}" type="pres">
      <dgm:prSet presAssocID="{C03C3471-A4DA-417B-8393-2DA0F765F0DE}" presName="txShp" presStyleLbl="node1" presStyleIdx="2" presStyleCnt="5" custScaleX="133288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43F1A04-8A76-4C01-B9DA-F05B432C7FE6}" type="pres">
      <dgm:prSet presAssocID="{B2D04BCB-8D1E-44D6-B48A-12C7951CB416}" presName="spacing" presStyleCnt="0"/>
      <dgm:spPr/>
      <dgm:t>
        <a:bodyPr/>
        <a:lstStyle/>
        <a:p>
          <a:endParaRPr lang="zh-CN" altLang="en-US"/>
        </a:p>
      </dgm:t>
    </dgm:pt>
    <dgm:pt modelId="{608A1B8D-4F1A-458B-8A62-89764E14D869}" type="pres">
      <dgm:prSet presAssocID="{272A1E72-89D8-435F-ABBC-9FE234A43252}" presName="composite" presStyleCnt="0"/>
      <dgm:spPr/>
      <dgm:t>
        <a:bodyPr/>
        <a:lstStyle/>
        <a:p>
          <a:endParaRPr lang="zh-CN" altLang="en-US"/>
        </a:p>
      </dgm:t>
    </dgm:pt>
    <dgm:pt modelId="{D7D810FA-E05D-46FA-A424-ECECDC4C0C9B}" type="pres">
      <dgm:prSet presAssocID="{272A1E72-89D8-435F-ABBC-9FE234A43252}" presName="imgShp" presStyleLbl="fgImgPlace1" presStyleIdx="3" presStyleCnt="5" custLinFactX="-18614" custLinFactNeighborX="-100000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</dgm:spPr>
      <dgm:t>
        <a:bodyPr/>
        <a:lstStyle/>
        <a:p>
          <a:endParaRPr lang="zh-CN" altLang="en-US"/>
        </a:p>
      </dgm:t>
    </dgm:pt>
    <dgm:pt modelId="{4C057C8A-0BEF-4994-BBEC-A922A9AF3377}" type="pres">
      <dgm:prSet presAssocID="{272A1E72-89D8-435F-ABBC-9FE234A43252}" presName="txShp" presStyleLbl="node1" presStyleIdx="3" presStyleCnt="5" custScaleX="133288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4C810905-FCDF-4EEA-99C5-A98627EC57D7}" type="pres">
      <dgm:prSet presAssocID="{61F94D7D-F4DF-43A8-98D1-22E94A9786B6}" presName="spacing" presStyleCnt="0"/>
      <dgm:spPr/>
    </dgm:pt>
    <dgm:pt modelId="{AB76CB99-368E-48CB-B80C-B5987F814E1C}" type="pres">
      <dgm:prSet presAssocID="{F6560506-4B19-42B0-9ECC-D285FFD75BE0}" presName="composite" presStyleCnt="0"/>
      <dgm:spPr/>
    </dgm:pt>
    <dgm:pt modelId="{C42B3F48-E889-4F99-8655-2711FE20FA83}" type="pres">
      <dgm:prSet presAssocID="{F6560506-4B19-42B0-9ECC-D285FFD75BE0}" presName="imgShp" presStyleLbl="fgImgPlace1" presStyleIdx="4" presStyleCnt="5" custLinFactX="-18614" custLinFactNeighborX="-100000"/>
      <dgm:spPr>
        <a:blipFill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  <dgm:t>
        <a:bodyPr/>
        <a:lstStyle/>
        <a:p>
          <a:endParaRPr lang="zh-CN" altLang="en-US"/>
        </a:p>
      </dgm:t>
    </dgm:pt>
    <dgm:pt modelId="{5E1C2B79-8469-428D-8B35-4903B924984C}" type="pres">
      <dgm:prSet presAssocID="{F6560506-4B19-42B0-9ECC-D285FFD75BE0}" presName="txShp" presStyleLbl="node1" presStyleIdx="4" presStyleCnt="5" custScaleX="133288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954B69F5-7AC8-4D7D-ABDF-192385BA37D4}" srcId="{A02CEBAA-E1A0-4A5E-892A-353144A3ECB1}" destId="{272A1E72-89D8-435F-ABBC-9FE234A43252}" srcOrd="3" destOrd="0" parTransId="{A0A1EA4B-DAC0-4B94-8B11-139BB9C11FB5}" sibTransId="{61F94D7D-F4DF-43A8-98D1-22E94A9786B6}"/>
    <dgm:cxn modelId="{45B2CE03-4694-46A2-BDFF-552D0B582A66}" srcId="{A02CEBAA-E1A0-4A5E-892A-353144A3ECB1}" destId="{F6560506-4B19-42B0-9ECC-D285FFD75BE0}" srcOrd="4" destOrd="0" parTransId="{93E31AF0-A538-452B-9BD3-0F36B6B21C73}" sibTransId="{45B9D6D2-C390-4460-8A29-6A5A085F6C46}"/>
    <dgm:cxn modelId="{A277168F-E001-473D-9B62-D438D49BB1F4}" type="presOf" srcId="{047B7240-9B3B-4945-ABFC-8AA577225995}" destId="{8D22E1E6-691D-45DB-B730-1DC2060C8198}" srcOrd="0" destOrd="0" presId="urn:microsoft.com/office/officeart/2005/8/layout/vList3#1"/>
    <dgm:cxn modelId="{777EB860-57A5-4FE0-981C-CB95438E3AB1}" type="presOf" srcId="{A02CEBAA-E1A0-4A5E-892A-353144A3ECB1}" destId="{01BA8000-F013-4439-BEFE-860C47094334}" srcOrd="0" destOrd="0" presId="urn:microsoft.com/office/officeart/2005/8/layout/vList3#1"/>
    <dgm:cxn modelId="{972459DD-7803-4179-A553-DC73E2AA763F}" srcId="{A02CEBAA-E1A0-4A5E-892A-353144A3ECB1}" destId="{C03C3471-A4DA-417B-8393-2DA0F765F0DE}" srcOrd="2" destOrd="0" parTransId="{1933975E-8B86-46FF-B7C1-099FB70E688A}" sibTransId="{B2D04BCB-8D1E-44D6-B48A-12C7951CB416}"/>
    <dgm:cxn modelId="{96313997-F395-4FA5-837B-1A2247F1C198}" type="presOf" srcId="{13106C34-DDA7-4704-AE3C-0B0E4328523F}" destId="{144B12B0-8ED7-423A-98C2-ACC6EE7F5834}" srcOrd="0" destOrd="0" presId="urn:microsoft.com/office/officeart/2005/8/layout/vList3#1"/>
    <dgm:cxn modelId="{47C6F372-24F4-498C-B2F2-D19994E55683}" type="presOf" srcId="{C03C3471-A4DA-417B-8393-2DA0F765F0DE}" destId="{4C9106F8-718B-46E5-8FB7-F18DA0278976}" srcOrd="0" destOrd="0" presId="urn:microsoft.com/office/officeart/2005/8/layout/vList3#1"/>
    <dgm:cxn modelId="{8ECEC30A-7947-4089-82B2-F4118177782E}" srcId="{A02CEBAA-E1A0-4A5E-892A-353144A3ECB1}" destId="{047B7240-9B3B-4945-ABFC-8AA577225995}" srcOrd="1" destOrd="0" parTransId="{30432C7E-5CB4-43B7-ABDA-FDD668F97924}" sibTransId="{2AD50ABE-3325-4DD9-8E1F-7ECDCF00ED92}"/>
    <dgm:cxn modelId="{91628B35-15A5-4A56-A741-62D0C54EA41C}" type="presOf" srcId="{F6560506-4B19-42B0-9ECC-D285FFD75BE0}" destId="{5E1C2B79-8469-428D-8B35-4903B924984C}" srcOrd="0" destOrd="0" presId="urn:microsoft.com/office/officeart/2005/8/layout/vList3#1"/>
    <dgm:cxn modelId="{EC9DE652-85EB-425B-93C7-75250E29EF28}" type="presOf" srcId="{272A1E72-89D8-435F-ABBC-9FE234A43252}" destId="{4C057C8A-0BEF-4994-BBEC-A922A9AF3377}" srcOrd="0" destOrd="0" presId="urn:microsoft.com/office/officeart/2005/8/layout/vList3#1"/>
    <dgm:cxn modelId="{02BAFB49-29A0-4418-8227-F8F120C95367}" srcId="{A02CEBAA-E1A0-4A5E-892A-353144A3ECB1}" destId="{13106C34-DDA7-4704-AE3C-0B0E4328523F}" srcOrd="0" destOrd="0" parTransId="{5B2484B4-0902-44AE-9451-619122864D26}" sibTransId="{09265D00-2571-440C-8A2D-A0D7C0ECA357}"/>
    <dgm:cxn modelId="{11CF1AA5-8F6A-41EB-816D-35B4D72FDB59}" type="presParOf" srcId="{01BA8000-F013-4439-BEFE-860C47094334}" destId="{28DE22D8-6D57-4E52-9246-B2B231773FAC}" srcOrd="0" destOrd="0" presId="urn:microsoft.com/office/officeart/2005/8/layout/vList3#1"/>
    <dgm:cxn modelId="{FBBA8EC4-8A21-46F8-BABD-E4B3D6A9AFD9}" type="presParOf" srcId="{28DE22D8-6D57-4E52-9246-B2B231773FAC}" destId="{BD893DEC-F94E-4CFD-8B1D-44EBE27F01D8}" srcOrd="0" destOrd="0" presId="urn:microsoft.com/office/officeart/2005/8/layout/vList3#1"/>
    <dgm:cxn modelId="{4BE4A640-AC10-4075-A7E7-0E7C99C1F4D7}" type="presParOf" srcId="{28DE22D8-6D57-4E52-9246-B2B231773FAC}" destId="{144B12B0-8ED7-423A-98C2-ACC6EE7F5834}" srcOrd="1" destOrd="0" presId="urn:microsoft.com/office/officeart/2005/8/layout/vList3#1"/>
    <dgm:cxn modelId="{44760C22-5B54-4F2A-9C20-05A031F70611}" type="presParOf" srcId="{01BA8000-F013-4439-BEFE-860C47094334}" destId="{29BC0434-ED20-4C04-9137-BBCAA037438E}" srcOrd="1" destOrd="0" presId="urn:microsoft.com/office/officeart/2005/8/layout/vList3#1"/>
    <dgm:cxn modelId="{733ED03F-F838-46F5-8E1F-D8CF5CB1305F}" type="presParOf" srcId="{01BA8000-F013-4439-BEFE-860C47094334}" destId="{EC350B0D-0634-4595-A61D-EA92D440B58A}" srcOrd="2" destOrd="0" presId="urn:microsoft.com/office/officeart/2005/8/layout/vList3#1"/>
    <dgm:cxn modelId="{3DBD2F92-4452-43E3-962A-5766B2056595}" type="presParOf" srcId="{EC350B0D-0634-4595-A61D-EA92D440B58A}" destId="{536BAE9F-688B-43CA-8A61-824EE17C80DA}" srcOrd="0" destOrd="0" presId="urn:microsoft.com/office/officeart/2005/8/layout/vList3#1"/>
    <dgm:cxn modelId="{9616C6D5-A4DE-4E7F-8EC8-28EB45AA9959}" type="presParOf" srcId="{EC350B0D-0634-4595-A61D-EA92D440B58A}" destId="{8D22E1E6-691D-45DB-B730-1DC2060C8198}" srcOrd="1" destOrd="0" presId="urn:microsoft.com/office/officeart/2005/8/layout/vList3#1"/>
    <dgm:cxn modelId="{B2AB3E64-5316-4E3C-B630-287F346BB4C5}" type="presParOf" srcId="{01BA8000-F013-4439-BEFE-860C47094334}" destId="{1AFABC0B-51F3-4213-B6F4-56292C43F92A}" srcOrd="3" destOrd="0" presId="urn:microsoft.com/office/officeart/2005/8/layout/vList3#1"/>
    <dgm:cxn modelId="{2216A0DD-28A3-47F8-A950-A7426236C64B}" type="presParOf" srcId="{01BA8000-F013-4439-BEFE-860C47094334}" destId="{78AD4F32-45E7-4AAD-8574-22FDF390F682}" srcOrd="4" destOrd="0" presId="urn:microsoft.com/office/officeart/2005/8/layout/vList3#1"/>
    <dgm:cxn modelId="{CC4D4745-F4E8-4264-A6A0-FB129A1A4ED9}" type="presParOf" srcId="{78AD4F32-45E7-4AAD-8574-22FDF390F682}" destId="{25EE83B5-9181-4312-AF69-76E7DB3C707E}" srcOrd="0" destOrd="0" presId="urn:microsoft.com/office/officeart/2005/8/layout/vList3#1"/>
    <dgm:cxn modelId="{4F3801EB-DD33-49F7-875C-1F7201EFEEE2}" type="presParOf" srcId="{78AD4F32-45E7-4AAD-8574-22FDF390F682}" destId="{4C9106F8-718B-46E5-8FB7-F18DA0278976}" srcOrd="1" destOrd="0" presId="urn:microsoft.com/office/officeart/2005/8/layout/vList3#1"/>
    <dgm:cxn modelId="{A559F138-3B46-4FF6-90C5-691D40BED960}" type="presParOf" srcId="{01BA8000-F013-4439-BEFE-860C47094334}" destId="{643F1A04-8A76-4C01-B9DA-F05B432C7FE6}" srcOrd="5" destOrd="0" presId="urn:microsoft.com/office/officeart/2005/8/layout/vList3#1"/>
    <dgm:cxn modelId="{81966E03-8E6F-4F70-BE31-7513962580CF}" type="presParOf" srcId="{01BA8000-F013-4439-BEFE-860C47094334}" destId="{608A1B8D-4F1A-458B-8A62-89764E14D869}" srcOrd="6" destOrd="0" presId="urn:microsoft.com/office/officeart/2005/8/layout/vList3#1"/>
    <dgm:cxn modelId="{6BE222AE-4216-4F17-84F5-CFB95CD774B1}" type="presParOf" srcId="{608A1B8D-4F1A-458B-8A62-89764E14D869}" destId="{D7D810FA-E05D-46FA-A424-ECECDC4C0C9B}" srcOrd="0" destOrd="0" presId="urn:microsoft.com/office/officeart/2005/8/layout/vList3#1"/>
    <dgm:cxn modelId="{7037D281-1331-4492-8C08-11F6587AF308}" type="presParOf" srcId="{608A1B8D-4F1A-458B-8A62-89764E14D869}" destId="{4C057C8A-0BEF-4994-BBEC-A922A9AF3377}" srcOrd="1" destOrd="0" presId="urn:microsoft.com/office/officeart/2005/8/layout/vList3#1"/>
    <dgm:cxn modelId="{E246BE59-8DA1-4827-A9DE-BF378E34D2AC}" type="presParOf" srcId="{01BA8000-F013-4439-BEFE-860C47094334}" destId="{4C810905-FCDF-4EEA-99C5-A98627EC57D7}" srcOrd="7" destOrd="0" presId="urn:microsoft.com/office/officeart/2005/8/layout/vList3#1"/>
    <dgm:cxn modelId="{F7D6C3E7-340E-4C21-844B-05C06E5FFDF1}" type="presParOf" srcId="{01BA8000-F013-4439-BEFE-860C47094334}" destId="{AB76CB99-368E-48CB-B80C-B5987F814E1C}" srcOrd="8" destOrd="0" presId="urn:microsoft.com/office/officeart/2005/8/layout/vList3#1"/>
    <dgm:cxn modelId="{5A2EF1E5-291D-47A1-8EB5-33E1E61A82C5}" type="presParOf" srcId="{AB76CB99-368E-48CB-B80C-B5987F814E1C}" destId="{C42B3F48-E889-4F99-8655-2711FE20FA83}" srcOrd="0" destOrd="0" presId="urn:microsoft.com/office/officeart/2005/8/layout/vList3#1"/>
    <dgm:cxn modelId="{239056A6-3999-48B9-A2C2-64C02978B37E}" type="presParOf" srcId="{AB76CB99-368E-48CB-B80C-B5987F814E1C}" destId="{5E1C2B79-8469-428D-8B35-4903B924984C}" srcOrd="1" destOrd="0" presId="urn:microsoft.com/office/officeart/2005/8/layout/vList3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02CEBAA-E1A0-4A5E-892A-353144A3ECB1}" type="doc">
      <dgm:prSet loTypeId="urn:microsoft.com/office/officeart/2005/8/layout/vList3#1" loCatId="list" qsTypeId="urn:microsoft.com/office/officeart/2005/8/quickstyle/simple2" qsCatId="simple" csTypeId="urn:microsoft.com/office/officeart/2005/8/colors/accent5_2" csCatId="accent5" phldr="1"/>
      <dgm:spPr/>
      <dgm:t>
        <a:bodyPr/>
        <a:lstStyle/>
        <a:p>
          <a:endParaRPr lang="zh-CN" altLang="en-US"/>
        </a:p>
      </dgm:t>
    </dgm:pt>
    <dgm:pt modelId="{13106C34-DDA7-4704-AE3C-0B0E4328523F}">
      <dgm:prSet/>
      <dgm:spPr/>
      <dgm:t>
        <a:bodyPr/>
        <a:lstStyle/>
        <a:p>
          <a:pPr marL="0" indent="177800" algn="l" rtl="0"/>
          <a:r>
            <a:rPr lang="en-US" b="1" dirty="0" smtClean="0"/>
            <a:t>5.2.1 </a:t>
          </a:r>
          <a:r>
            <a:rPr lang="en-US" altLang="zh-CN" b="1" dirty="0" smtClean="0"/>
            <a:t>GPIO</a:t>
          </a:r>
          <a:r>
            <a:rPr lang="zh-CN" b="1" dirty="0" smtClean="0"/>
            <a:t>引脚</a:t>
          </a:r>
          <a:endParaRPr lang="zh-CN" b="1" dirty="0"/>
        </a:p>
      </dgm:t>
    </dgm:pt>
    <dgm:pt modelId="{5B2484B4-0902-44AE-9451-619122864D26}" type="parTrans" cxnId="{02BAFB49-29A0-4418-8227-F8F120C95367}">
      <dgm:prSet/>
      <dgm:spPr/>
      <dgm:t>
        <a:bodyPr/>
        <a:lstStyle/>
        <a:p>
          <a:pPr algn="l"/>
          <a:endParaRPr lang="zh-CN" altLang="en-US" b="1"/>
        </a:p>
      </dgm:t>
    </dgm:pt>
    <dgm:pt modelId="{09265D00-2571-440C-8A2D-A0D7C0ECA357}" type="sibTrans" cxnId="{02BAFB49-29A0-4418-8227-F8F120C95367}">
      <dgm:prSet/>
      <dgm:spPr/>
      <dgm:t>
        <a:bodyPr/>
        <a:lstStyle/>
        <a:p>
          <a:pPr algn="l"/>
          <a:endParaRPr lang="zh-CN" altLang="en-US" b="1"/>
        </a:p>
      </dgm:t>
    </dgm:pt>
    <dgm:pt modelId="{047B7240-9B3B-4945-ABFC-8AA577225995}">
      <dgm:prSet/>
      <dgm:spPr/>
      <dgm:t>
        <a:bodyPr/>
        <a:lstStyle/>
        <a:p>
          <a:pPr marL="0" indent="177800" algn="l" rtl="0"/>
          <a:r>
            <a:rPr lang="en-US" b="1" dirty="0" smtClean="0"/>
            <a:t>5.2.2 GPIO</a:t>
          </a:r>
          <a:r>
            <a:rPr lang="zh-CN" b="1" dirty="0" smtClean="0"/>
            <a:t>内部结构</a:t>
          </a:r>
          <a:endParaRPr lang="zh-CN" b="1" dirty="0"/>
        </a:p>
      </dgm:t>
    </dgm:pt>
    <dgm:pt modelId="{30432C7E-5CB4-43B7-ABDA-FDD668F97924}" type="parTrans" cxnId="{8ECEC30A-7947-4089-82B2-F4118177782E}">
      <dgm:prSet/>
      <dgm:spPr/>
      <dgm:t>
        <a:bodyPr/>
        <a:lstStyle/>
        <a:p>
          <a:pPr algn="l"/>
          <a:endParaRPr lang="zh-CN" altLang="en-US" b="1"/>
        </a:p>
      </dgm:t>
    </dgm:pt>
    <dgm:pt modelId="{2AD50ABE-3325-4DD9-8E1F-7ECDCF00ED92}" type="sibTrans" cxnId="{8ECEC30A-7947-4089-82B2-F4118177782E}">
      <dgm:prSet/>
      <dgm:spPr/>
      <dgm:t>
        <a:bodyPr/>
        <a:lstStyle/>
        <a:p>
          <a:pPr algn="l"/>
          <a:endParaRPr lang="zh-CN" altLang="en-US" b="1"/>
        </a:p>
      </dgm:t>
    </dgm:pt>
    <dgm:pt modelId="{C03C3471-A4DA-417B-8393-2DA0F765F0DE}">
      <dgm:prSet/>
      <dgm:spPr/>
      <dgm:t>
        <a:bodyPr/>
        <a:lstStyle/>
        <a:p>
          <a:pPr marL="0" indent="177800" algn="l" rtl="0"/>
          <a:r>
            <a:rPr lang="en-US" b="1" dirty="0" smtClean="0"/>
            <a:t>5.2.3 GPIO</a:t>
          </a:r>
          <a:r>
            <a:rPr lang="zh-CN" b="1" dirty="0" smtClean="0"/>
            <a:t>工作模式</a:t>
          </a:r>
          <a:endParaRPr lang="zh-CN" b="1" dirty="0"/>
        </a:p>
      </dgm:t>
    </dgm:pt>
    <dgm:pt modelId="{1933975E-8B86-46FF-B7C1-099FB70E688A}" type="parTrans" cxnId="{972459DD-7803-4179-A553-DC73E2AA763F}">
      <dgm:prSet/>
      <dgm:spPr/>
      <dgm:t>
        <a:bodyPr/>
        <a:lstStyle/>
        <a:p>
          <a:pPr algn="l"/>
          <a:endParaRPr lang="zh-CN" altLang="en-US" b="1"/>
        </a:p>
      </dgm:t>
    </dgm:pt>
    <dgm:pt modelId="{B2D04BCB-8D1E-44D6-B48A-12C7951CB416}" type="sibTrans" cxnId="{972459DD-7803-4179-A553-DC73E2AA763F}">
      <dgm:prSet/>
      <dgm:spPr/>
      <dgm:t>
        <a:bodyPr/>
        <a:lstStyle/>
        <a:p>
          <a:pPr algn="l"/>
          <a:endParaRPr lang="zh-CN" altLang="en-US" b="1"/>
        </a:p>
      </dgm:t>
    </dgm:pt>
    <dgm:pt modelId="{272A1E72-89D8-435F-ABBC-9FE234A43252}">
      <dgm:prSet/>
      <dgm:spPr/>
      <dgm:t>
        <a:bodyPr/>
        <a:lstStyle/>
        <a:p>
          <a:pPr marL="0" indent="177800" algn="l" rtl="0"/>
          <a:r>
            <a:rPr lang="en-US" b="1" dirty="0" smtClean="0"/>
            <a:t>5.2.4 GPIO</a:t>
          </a:r>
          <a:r>
            <a:rPr lang="zh-CN" b="1" dirty="0" smtClean="0"/>
            <a:t>输出速度</a:t>
          </a:r>
          <a:endParaRPr lang="zh-CN" b="1" dirty="0"/>
        </a:p>
      </dgm:t>
    </dgm:pt>
    <dgm:pt modelId="{A0A1EA4B-DAC0-4B94-8B11-139BB9C11FB5}" type="parTrans" cxnId="{954B69F5-7AC8-4D7D-ABDF-192385BA37D4}">
      <dgm:prSet/>
      <dgm:spPr/>
      <dgm:t>
        <a:bodyPr/>
        <a:lstStyle/>
        <a:p>
          <a:pPr algn="l"/>
          <a:endParaRPr lang="zh-CN" altLang="en-US" b="1"/>
        </a:p>
      </dgm:t>
    </dgm:pt>
    <dgm:pt modelId="{61F94D7D-F4DF-43A8-98D1-22E94A9786B6}" type="sibTrans" cxnId="{954B69F5-7AC8-4D7D-ABDF-192385BA37D4}">
      <dgm:prSet/>
      <dgm:spPr/>
      <dgm:t>
        <a:bodyPr/>
        <a:lstStyle/>
        <a:p>
          <a:pPr algn="l"/>
          <a:endParaRPr lang="zh-CN" altLang="en-US" b="1"/>
        </a:p>
      </dgm:t>
    </dgm:pt>
    <dgm:pt modelId="{01BA8000-F013-4439-BEFE-860C47094334}" type="pres">
      <dgm:prSet presAssocID="{A02CEBAA-E1A0-4A5E-892A-353144A3ECB1}" presName="linearFlow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28DE22D8-6D57-4E52-9246-B2B231773FAC}" type="pres">
      <dgm:prSet presAssocID="{13106C34-DDA7-4704-AE3C-0B0E4328523F}" presName="composite" presStyleCnt="0"/>
      <dgm:spPr/>
    </dgm:pt>
    <dgm:pt modelId="{BD893DEC-F94E-4CFD-8B1D-44EBE27F01D8}" type="pres">
      <dgm:prSet presAssocID="{13106C34-DDA7-4704-AE3C-0B0E4328523F}" presName="imgShp" presStyleLbl="fgImgPlace1" presStyleIdx="0" presStyleCnt="4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</dgm:spPr>
    </dgm:pt>
    <dgm:pt modelId="{144B12B0-8ED7-423A-98C2-ACC6EE7F5834}" type="pres">
      <dgm:prSet presAssocID="{13106C34-DDA7-4704-AE3C-0B0E4328523F}" presName="txShp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29BC0434-ED20-4C04-9137-BBCAA037438E}" type="pres">
      <dgm:prSet presAssocID="{09265D00-2571-440C-8A2D-A0D7C0ECA357}" presName="spacing" presStyleCnt="0"/>
      <dgm:spPr/>
    </dgm:pt>
    <dgm:pt modelId="{EC350B0D-0634-4595-A61D-EA92D440B58A}" type="pres">
      <dgm:prSet presAssocID="{047B7240-9B3B-4945-ABFC-8AA577225995}" presName="composite" presStyleCnt="0"/>
      <dgm:spPr/>
    </dgm:pt>
    <dgm:pt modelId="{536BAE9F-688B-43CA-8A61-824EE17C80DA}" type="pres">
      <dgm:prSet presAssocID="{047B7240-9B3B-4945-ABFC-8AA577225995}" presName="imgShp" presStyleLbl="fgImgPlace1" presStyleIdx="1" presStyleCnt="4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</dgm:spPr>
    </dgm:pt>
    <dgm:pt modelId="{8D22E1E6-691D-45DB-B730-1DC2060C8198}" type="pres">
      <dgm:prSet presAssocID="{047B7240-9B3B-4945-ABFC-8AA577225995}" presName="txShp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1AFABC0B-51F3-4213-B6F4-56292C43F92A}" type="pres">
      <dgm:prSet presAssocID="{2AD50ABE-3325-4DD9-8E1F-7ECDCF00ED92}" presName="spacing" presStyleCnt="0"/>
      <dgm:spPr/>
    </dgm:pt>
    <dgm:pt modelId="{78AD4F32-45E7-4AAD-8574-22FDF390F682}" type="pres">
      <dgm:prSet presAssocID="{C03C3471-A4DA-417B-8393-2DA0F765F0DE}" presName="composite" presStyleCnt="0"/>
      <dgm:spPr/>
    </dgm:pt>
    <dgm:pt modelId="{25EE83B5-9181-4312-AF69-76E7DB3C707E}" type="pres">
      <dgm:prSet presAssocID="{C03C3471-A4DA-417B-8393-2DA0F765F0DE}" presName="imgShp" presStyleLbl="fgImgPlace1" presStyleIdx="2" presStyleCnt="4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</dgm:spPr>
    </dgm:pt>
    <dgm:pt modelId="{4C9106F8-718B-46E5-8FB7-F18DA0278976}" type="pres">
      <dgm:prSet presAssocID="{C03C3471-A4DA-417B-8393-2DA0F765F0DE}" presName="txShp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43F1A04-8A76-4C01-B9DA-F05B432C7FE6}" type="pres">
      <dgm:prSet presAssocID="{B2D04BCB-8D1E-44D6-B48A-12C7951CB416}" presName="spacing" presStyleCnt="0"/>
      <dgm:spPr/>
    </dgm:pt>
    <dgm:pt modelId="{608A1B8D-4F1A-458B-8A62-89764E14D869}" type="pres">
      <dgm:prSet presAssocID="{272A1E72-89D8-435F-ABBC-9FE234A43252}" presName="composite" presStyleCnt="0"/>
      <dgm:spPr/>
    </dgm:pt>
    <dgm:pt modelId="{D7D810FA-E05D-46FA-A424-ECECDC4C0C9B}" type="pres">
      <dgm:prSet presAssocID="{272A1E72-89D8-435F-ABBC-9FE234A43252}" presName="imgShp" presStyleLbl="fgImgPlace1" presStyleIdx="3" presStyleCnt="4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</dgm:spPr>
    </dgm:pt>
    <dgm:pt modelId="{4C057C8A-0BEF-4994-BBEC-A922A9AF3377}" type="pres">
      <dgm:prSet presAssocID="{272A1E72-89D8-435F-ABBC-9FE234A43252}" presName="txShp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D309A7D2-9626-4B49-9A7F-33CEA2E455D9}" type="presOf" srcId="{A02CEBAA-E1A0-4A5E-892A-353144A3ECB1}" destId="{01BA8000-F013-4439-BEFE-860C47094334}" srcOrd="0" destOrd="0" presId="urn:microsoft.com/office/officeart/2005/8/layout/vList3#1"/>
    <dgm:cxn modelId="{972459DD-7803-4179-A553-DC73E2AA763F}" srcId="{A02CEBAA-E1A0-4A5E-892A-353144A3ECB1}" destId="{C03C3471-A4DA-417B-8393-2DA0F765F0DE}" srcOrd="2" destOrd="0" parTransId="{1933975E-8B86-46FF-B7C1-099FB70E688A}" sibTransId="{B2D04BCB-8D1E-44D6-B48A-12C7951CB416}"/>
    <dgm:cxn modelId="{4BB55098-B337-4190-9467-4615FF254525}" type="presOf" srcId="{13106C34-DDA7-4704-AE3C-0B0E4328523F}" destId="{144B12B0-8ED7-423A-98C2-ACC6EE7F5834}" srcOrd="0" destOrd="0" presId="urn:microsoft.com/office/officeart/2005/8/layout/vList3#1"/>
    <dgm:cxn modelId="{02BAFB49-29A0-4418-8227-F8F120C95367}" srcId="{A02CEBAA-E1A0-4A5E-892A-353144A3ECB1}" destId="{13106C34-DDA7-4704-AE3C-0B0E4328523F}" srcOrd="0" destOrd="0" parTransId="{5B2484B4-0902-44AE-9451-619122864D26}" sibTransId="{09265D00-2571-440C-8A2D-A0D7C0ECA357}"/>
    <dgm:cxn modelId="{0B3C4F1F-E7B9-4993-A78D-CA68120EA808}" type="presOf" srcId="{C03C3471-A4DA-417B-8393-2DA0F765F0DE}" destId="{4C9106F8-718B-46E5-8FB7-F18DA0278976}" srcOrd="0" destOrd="0" presId="urn:microsoft.com/office/officeart/2005/8/layout/vList3#1"/>
    <dgm:cxn modelId="{8ECEC30A-7947-4089-82B2-F4118177782E}" srcId="{A02CEBAA-E1A0-4A5E-892A-353144A3ECB1}" destId="{047B7240-9B3B-4945-ABFC-8AA577225995}" srcOrd="1" destOrd="0" parTransId="{30432C7E-5CB4-43B7-ABDA-FDD668F97924}" sibTransId="{2AD50ABE-3325-4DD9-8E1F-7ECDCF00ED92}"/>
    <dgm:cxn modelId="{E38872C3-BFB8-437C-9FA9-A1B681F13091}" type="presOf" srcId="{272A1E72-89D8-435F-ABBC-9FE234A43252}" destId="{4C057C8A-0BEF-4994-BBEC-A922A9AF3377}" srcOrd="0" destOrd="0" presId="urn:microsoft.com/office/officeart/2005/8/layout/vList3#1"/>
    <dgm:cxn modelId="{954B69F5-7AC8-4D7D-ABDF-192385BA37D4}" srcId="{A02CEBAA-E1A0-4A5E-892A-353144A3ECB1}" destId="{272A1E72-89D8-435F-ABBC-9FE234A43252}" srcOrd="3" destOrd="0" parTransId="{A0A1EA4B-DAC0-4B94-8B11-139BB9C11FB5}" sibTransId="{61F94D7D-F4DF-43A8-98D1-22E94A9786B6}"/>
    <dgm:cxn modelId="{AAB37239-B8BC-4E92-AD62-86F0BD3C40E2}" type="presOf" srcId="{047B7240-9B3B-4945-ABFC-8AA577225995}" destId="{8D22E1E6-691D-45DB-B730-1DC2060C8198}" srcOrd="0" destOrd="0" presId="urn:microsoft.com/office/officeart/2005/8/layout/vList3#1"/>
    <dgm:cxn modelId="{0303515B-E294-4F29-AE14-F21A89F539F6}" type="presParOf" srcId="{01BA8000-F013-4439-BEFE-860C47094334}" destId="{28DE22D8-6D57-4E52-9246-B2B231773FAC}" srcOrd="0" destOrd="0" presId="urn:microsoft.com/office/officeart/2005/8/layout/vList3#1"/>
    <dgm:cxn modelId="{6DE00900-A326-40E0-9F7F-36FCF09E5788}" type="presParOf" srcId="{28DE22D8-6D57-4E52-9246-B2B231773FAC}" destId="{BD893DEC-F94E-4CFD-8B1D-44EBE27F01D8}" srcOrd="0" destOrd="0" presId="urn:microsoft.com/office/officeart/2005/8/layout/vList3#1"/>
    <dgm:cxn modelId="{804C30DC-B211-4134-8E8E-DCE7C41F551C}" type="presParOf" srcId="{28DE22D8-6D57-4E52-9246-B2B231773FAC}" destId="{144B12B0-8ED7-423A-98C2-ACC6EE7F5834}" srcOrd="1" destOrd="0" presId="urn:microsoft.com/office/officeart/2005/8/layout/vList3#1"/>
    <dgm:cxn modelId="{FC95EEBC-A694-456E-879D-172059FB75EB}" type="presParOf" srcId="{01BA8000-F013-4439-BEFE-860C47094334}" destId="{29BC0434-ED20-4C04-9137-BBCAA037438E}" srcOrd="1" destOrd="0" presId="urn:microsoft.com/office/officeart/2005/8/layout/vList3#1"/>
    <dgm:cxn modelId="{1D313071-A00B-4085-9745-C4760DC72A98}" type="presParOf" srcId="{01BA8000-F013-4439-BEFE-860C47094334}" destId="{EC350B0D-0634-4595-A61D-EA92D440B58A}" srcOrd="2" destOrd="0" presId="urn:microsoft.com/office/officeart/2005/8/layout/vList3#1"/>
    <dgm:cxn modelId="{93E8E5D2-CA9B-484D-84A4-5DB4ABCCA8EF}" type="presParOf" srcId="{EC350B0D-0634-4595-A61D-EA92D440B58A}" destId="{536BAE9F-688B-43CA-8A61-824EE17C80DA}" srcOrd="0" destOrd="0" presId="urn:microsoft.com/office/officeart/2005/8/layout/vList3#1"/>
    <dgm:cxn modelId="{5CE23A9C-EB4F-4F1D-800A-6326F3131257}" type="presParOf" srcId="{EC350B0D-0634-4595-A61D-EA92D440B58A}" destId="{8D22E1E6-691D-45DB-B730-1DC2060C8198}" srcOrd="1" destOrd="0" presId="urn:microsoft.com/office/officeart/2005/8/layout/vList3#1"/>
    <dgm:cxn modelId="{0D8D5ABB-F9ED-435F-B1C7-F750399D0848}" type="presParOf" srcId="{01BA8000-F013-4439-BEFE-860C47094334}" destId="{1AFABC0B-51F3-4213-B6F4-56292C43F92A}" srcOrd="3" destOrd="0" presId="urn:microsoft.com/office/officeart/2005/8/layout/vList3#1"/>
    <dgm:cxn modelId="{85E5160A-CA6E-4305-87CA-5754930C1C47}" type="presParOf" srcId="{01BA8000-F013-4439-BEFE-860C47094334}" destId="{78AD4F32-45E7-4AAD-8574-22FDF390F682}" srcOrd="4" destOrd="0" presId="urn:microsoft.com/office/officeart/2005/8/layout/vList3#1"/>
    <dgm:cxn modelId="{58CADD12-2E4E-4A62-8881-B31CD1E5A5E9}" type="presParOf" srcId="{78AD4F32-45E7-4AAD-8574-22FDF390F682}" destId="{25EE83B5-9181-4312-AF69-76E7DB3C707E}" srcOrd="0" destOrd="0" presId="urn:microsoft.com/office/officeart/2005/8/layout/vList3#1"/>
    <dgm:cxn modelId="{006184FF-33C1-44C4-9D1D-6D82F7B215F4}" type="presParOf" srcId="{78AD4F32-45E7-4AAD-8574-22FDF390F682}" destId="{4C9106F8-718B-46E5-8FB7-F18DA0278976}" srcOrd="1" destOrd="0" presId="urn:microsoft.com/office/officeart/2005/8/layout/vList3#1"/>
    <dgm:cxn modelId="{011194C6-F969-4F58-A4C0-C7A8FEC60E38}" type="presParOf" srcId="{01BA8000-F013-4439-BEFE-860C47094334}" destId="{643F1A04-8A76-4C01-B9DA-F05B432C7FE6}" srcOrd="5" destOrd="0" presId="urn:microsoft.com/office/officeart/2005/8/layout/vList3#1"/>
    <dgm:cxn modelId="{52A69675-0AD4-4C29-9D1E-BF2F0F4A658C}" type="presParOf" srcId="{01BA8000-F013-4439-BEFE-860C47094334}" destId="{608A1B8D-4F1A-458B-8A62-89764E14D869}" srcOrd="6" destOrd="0" presId="urn:microsoft.com/office/officeart/2005/8/layout/vList3#1"/>
    <dgm:cxn modelId="{32D2A1EC-6D40-4D53-8480-501067B02F84}" type="presParOf" srcId="{608A1B8D-4F1A-458B-8A62-89764E14D869}" destId="{D7D810FA-E05D-46FA-A424-ECECDC4C0C9B}" srcOrd="0" destOrd="0" presId="urn:microsoft.com/office/officeart/2005/8/layout/vList3#1"/>
    <dgm:cxn modelId="{F09252B5-0DFF-4575-A92D-A4B07FA1586C}" type="presParOf" srcId="{608A1B8D-4F1A-458B-8A62-89764E14D869}" destId="{4C057C8A-0BEF-4994-BBEC-A922A9AF3377}" srcOrd="1" destOrd="0" presId="urn:microsoft.com/office/officeart/2005/8/layout/vList3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AB0ABD4-928D-437A-AF23-D9F539A1191A}" type="doc">
      <dgm:prSet loTypeId="urn:microsoft.com/office/officeart/2009/3/layout/StepUpProcess" loCatId="process" qsTypeId="urn:microsoft.com/office/officeart/2005/8/quickstyle/simple2" qsCatId="simple" csTypeId="urn:microsoft.com/office/officeart/2005/8/colors/colorful5" csCatId="colorful" phldr="1"/>
      <dgm:spPr/>
      <dgm:t>
        <a:bodyPr/>
        <a:lstStyle/>
        <a:p>
          <a:endParaRPr lang="zh-CN" altLang="en-US"/>
        </a:p>
      </dgm:t>
    </dgm:pt>
    <dgm:pt modelId="{800D67C7-DB85-43A1-AD90-FCED3B9FC4EF}">
      <dgm:prSet/>
      <dgm:spPr/>
      <dgm:t>
        <a:bodyPr/>
        <a:lstStyle/>
        <a:p>
          <a:pPr rtl="0"/>
          <a:r>
            <a:rPr lang="zh-CN" b="1" dirty="0" smtClean="0"/>
            <a:t>左侧连接</a:t>
          </a:r>
          <a:r>
            <a:rPr lang="en-US" b="1" dirty="0" smtClean="0"/>
            <a:t>MCU</a:t>
          </a:r>
          <a:r>
            <a:rPr lang="zh-CN" b="1" dirty="0" smtClean="0"/>
            <a:t>内部</a:t>
          </a:r>
          <a:endParaRPr lang="zh-CN" b="1" dirty="0"/>
        </a:p>
      </dgm:t>
    </dgm:pt>
    <dgm:pt modelId="{DCF1E076-291E-40D0-965D-48AA8BEE9741}" type="parTrans" cxnId="{4C1E5781-BAC2-451A-8808-89349C68BF56}">
      <dgm:prSet/>
      <dgm:spPr/>
      <dgm:t>
        <a:bodyPr/>
        <a:lstStyle/>
        <a:p>
          <a:endParaRPr lang="zh-CN" altLang="en-US" b="1"/>
        </a:p>
      </dgm:t>
    </dgm:pt>
    <dgm:pt modelId="{F2BE0DC1-B6B6-47A3-8BBF-49FF5F4EE0E9}" type="sibTrans" cxnId="{4C1E5781-BAC2-451A-8808-89349C68BF56}">
      <dgm:prSet/>
      <dgm:spPr/>
      <dgm:t>
        <a:bodyPr/>
        <a:lstStyle/>
        <a:p>
          <a:endParaRPr lang="zh-CN" altLang="en-US" b="1"/>
        </a:p>
      </dgm:t>
    </dgm:pt>
    <dgm:pt modelId="{74B0813F-E555-4C57-846C-7E242B942AFC}">
      <dgm:prSet/>
      <dgm:spPr/>
      <dgm:t>
        <a:bodyPr/>
        <a:lstStyle/>
        <a:p>
          <a:pPr rtl="0"/>
          <a:r>
            <a:rPr lang="zh-CN" b="1" dirty="0" smtClean="0"/>
            <a:t>中间部分为</a:t>
          </a:r>
          <a:r>
            <a:rPr lang="en-US" b="1" dirty="0" smtClean="0"/>
            <a:t>GPIO</a:t>
          </a:r>
          <a:r>
            <a:rPr lang="zh-CN" b="1" dirty="0" smtClean="0"/>
            <a:t>引脚的基本电路。</a:t>
          </a:r>
          <a:endParaRPr lang="zh-CN" b="1" dirty="0"/>
        </a:p>
      </dgm:t>
    </dgm:pt>
    <dgm:pt modelId="{9F74F94B-80B0-4A4E-9751-5FA276CE4E60}" type="parTrans" cxnId="{B4D8E606-4869-45A1-BFA7-102F20C3B405}">
      <dgm:prSet/>
      <dgm:spPr/>
      <dgm:t>
        <a:bodyPr/>
        <a:lstStyle/>
        <a:p>
          <a:endParaRPr lang="zh-CN" altLang="en-US" b="1"/>
        </a:p>
      </dgm:t>
    </dgm:pt>
    <dgm:pt modelId="{100C1BC5-A63C-42C1-8EB3-E93CC6410FD5}" type="sibTrans" cxnId="{B4D8E606-4869-45A1-BFA7-102F20C3B405}">
      <dgm:prSet/>
      <dgm:spPr/>
      <dgm:t>
        <a:bodyPr/>
        <a:lstStyle/>
        <a:p>
          <a:endParaRPr lang="zh-CN" altLang="en-US" b="1"/>
        </a:p>
      </dgm:t>
    </dgm:pt>
    <dgm:pt modelId="{E51B61ED-3197-4D2A-ADA9-4AC1CBA2818B}">
      <dgm:prSet/>
      <dgm:spPr/>
      <dgm:t>
        <a:bodyPr/>
        <a:lstStyle/>
        <a:p>
          <a:pPr rtl="0"/>
          <a:r>
            <a:rPr lang="zh-CN" b="1" dirty="0" smtClean="0"/>
            <a:t>右侧为</a:t>
          </a:r>
          <a:r>
            <a:rPr lang="en-US" b="1" dirty="0" smtClean="0"/>
            <a:t>MCU</a:t>
          </a:r>
          <a:r>
            <a:rPr lang="zh-CN" b="1" dirty="0" smtClean="0"/>
            <a:t>引出的</a:t>
          </a:r>
          <a:r>
            <a:rPr lang="en-US" b="1" dirty="0" smtClean="0"/>
            <a:t>I/O</a:t>
          </a:r>
          <a:r>
            <a:rPr lang="zh-CN" b="1" dirty="0" smtClean="0"/>
            <a:t>外设引脚</a:t>
          </a:r>
          <a:endParaRPr lang="zh-CN" b="1" dirty="0"/>
        </a:p>
      </dgm:t>
    </dgm:pt>
    <dgm:pt modelId="{DE11FE84-9AF6-4223-8C60-6DDCB963052C}" type="parTrans" cxnId="{B91FC518-4776-4988-B5A2-4E9F3D706A76}">
      <dgm:prSet/>
      <dgm:spPr/>
      <dgm:t>
        <a:bodyPr/>
        <a:lstStyle/>
        <a:p>
          <a:endParaRPr lang="zh-CN" altLang="en-US" b="1"/>
        </a:p>
      </dgm:t>
    </dgm:pt>
    <dgm:pt modelId="{6BB41F51-5954-47EE-81F6-261E656B36FA}" type="sibTrans" cxnId="{B91FC518-4776-4988-B5A2-4E9F3D706A76}">
      <dgm:prSet/>
      <dgm:spPr/>
      <dgm:t>
        <a:bodyPr/>
        <a:lstStyle/>
        <a:p>
          <a:endParaRPr lang="zh-CN" altLang="en-US" b="1"/>
        </a:p>
      </dgm:t>
    </dgm:pt>
    <dgm:pt modelId="{9726BD47-860E-4AD3-A191-ECD3D139E679}" type="pres">
      <dgm:prSet presAssocID="{6AB0ABD4-928D-437A-AF23-D9F539A1191A}" presName="rootnode" presStyleCnt="0">
        <dgm:presLayoutVars>
          <dgm:chMax/>
          <dgm:chPref/>
          <dgm:dir/>
          <dgm:animLvl val="lvl"/>
        </dgm:presLayoutVars>
      </dgm:prSet>
      <dgm:spPr/>
      <dgm:t>
        <a:bodyPr/>
        <a:lstStyle/>
        <a:p>
          <a:endParaRPr lang="zh-CN" altLang="en-US"/>
        </a:p>
      </dgm:t>
    </dgm:pt>
    <dgm:pt modelId="{62F5F7E8-70E8-4FD2-8D33-83C8420D1157}" type="pres">
      <dgm:prSet presAssocID="{800D67C7-DB85-43A1-AD90-FCED3B9FC4EF}" presName="composite" presStyleCnt="0"/>
      <dgm:spPr/>
    </dgm:pt>
    <dgm:pt modelId="{607A5C8D-ED58-4770-BC05-D33C1157BA83}" type="pres">
      <dgm:prSet presAssocID="{800D67C7-DB85-43A1-AD90-FCED3B9FC4EF}" presName="LShape" presStyleLbl="alignNode1" presStyleIdx="0" presStyleCnt="5"/>
      <dgm:spPr/>
    </dgm:pt>
    <dgm:pt modelId="{69FC770B-1517-48E6-BD12-BFE70406F786}" type="pres">
      <dgm:prSet presAssocID="{800D67C7-DB85-43A1-AD90-FCED3B9FC4EF}" presName="ParentText" presStyleLbl="revTx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8AE8FED1-A64E-4E03-9162-DF79A4B0D982}" type="pres">
      <dgm:prSet presAssocID="{800D67C7-DB85-43A1-AD90-FCED3B9FC4EF}" presName="Triangle" presStyleLbl="alignNode1" presStyleIdx="1" presStyleCnt="5"/>
      <dgm:spPr/>
    </dgm:pt>
    <dgm:pt modelId="{E4D716B1-3F19-4B47-ABC8-1E1D91320783}" type="pres">
      <dgm:prSet presAssocID="{F2BE0DC1-B6B6-47A3-8BBF-49FF5F4EE0E9}" presName="sibTrans" presStyleCnt="0"/>
      <dgm:spPr/>
    </dgm:pt>
    <dgm:pt modelId="{EEA766C4-81D1-4772-8183-18C06FB0A5E6}" type="pres">
      <dgm:prSet presAssocID="{F2BE0DC1-B6B6-47A3-8BBF-49FF5F4EE0E9}" presName="space" presStyleCnt="0"/>
      <dgm:spPr/>
    </dgm:pt>
    <dgm:pt modelId="{5B10754C-7943-4F38-919B-25FC1756A995}" type="pres">
      <dgm:prSet presAssocID="{74B0813F-E555-4C57-846C-7E242B942AFC}" presName="composite" presStyleCnt="0"/>
      <dgm:spPr/>
    </dgm:pt>
    <dgm:pt modelId="{CC185B67-7F8B-4C4F-8BDE-86A11DA3E294}" type="pres">
      <dgm:prSet presAssocID="{74B0813F-E555-4C57-846C-7E242B942AFC}" presName="LShape" presStyleLbl="alignNode1" presStyleIdx="2" presStyleCnt="5"/>
      <dgm:spPr/>
    </dgm:pt>
    <dgm:pt modelId="{062F1196-8948-487D-BF1B-4DD2BAF3082A}" type="pres">
      <dgm:prSet presAssocID="{74B0813F-E555-4C57-846C-7E242B942AFC}" presName="ParentText" presStyleLbl="revTx" presStyleIdx="1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4CD04B98-3956-403C-A593-966EB2B6E239}" type="pres">
      <dgm:prSet presAssocID="{74B0813F-E555-4C57-846C-7E242B942AFC}" presName="Triangle" presStyleLbl="alignNode1" presStyleIdx="3" presStyleCnt="5"/>
      <dgm:spPr/>
    </dgm:pt>
    <dgm:pt modelId="{0C9B38FD-2D29-47DC-AF21-136025F74589}" type="pres">
      <dgm:prSet presAssocID="{100C1BC5-A63C-42C1-8EB3-E93CC6410FD5}" presName="sibTrans" presStyleCnt="0"/>
      <dgm:spPr/>
    </dgm:pt>
    <dgm:pt modelId="{F9C164EF-1052-4F75-8CDC-BA4FE7842B76}" type="pres">
      <dgm:prSet presAssocID="{100C1BC5-A63C-42C1-8EB3-E93CC6410FD5}" presName="space" presStyleCnt="0"/>
      <dgm:spPr/>
    </dgm:pt>
    <dgm:pt modelId="{ED390221-D302-40CC-88ED-0AE8A84F20E6}" type="pres">
      <dgm:prSet presAssocID="{E51B61ED-3197-4D2A-ADA9-4AC1CBA2818B}" presName="composite" presStyleCnt="0"/>
      <dgm:spPr/>
    </dgm:pt>
    <dgm:pt modelId="{209BEF6D-13A2-4556-A184-BBB39FE41AD3}" type="pres">
      <dgm:prSet presAssocID="{E51B61ED-3197-4D2A-ADA9-4AC1CBA2818B}" presName="LShape" presStyleLbl="alignNode1" presStyleIdx="4" presStyleCnt="5"/>
      <dgm:spPr/>
    </dgm:pt>
    <dgm:pt modelId="{D47620CA-CBAB-44C3-AA82-0CD774A5DFDF}" type="pres">
      <dgm:prSet presAssocID="{E51B61ED-3197-4D2A-ADA9-4AC1CBA2818B}" presName="ParentText" presStyleLbl="revTx" presStyleIdx="2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B4D8E606-4869-45A1-BFA7-102F20C3B405}" srcId="{6AB0ABD4-928D-437A-AF23-D9F539A1191A}" destId="{74B0813F-E555-4C57-846C-7E242B942AFC}" srcOrd="1" destOrd="0" parTransId="{9F74F94B-80B0-4A4E-9751-5FA276CE4E60}" sibTransId="{100C1BC5-A63C-42C1-8EB3-E93CC6410FD5}"/>
    <dgm:cxn modelId="{0436DA53-063D-4B9C-8429-B2F99071EADC}" type="presOf" srcId="{6AB0ABD4-928D-437A-AF23-D9F539A1191A}" destId="{9726BD47-860E-4AD3-A191-ECD3D139E679}" srcOrd="0" destOrd="0" presId="urn:microsoft.com/office/officeart/2009/3/layout/StepUpProcess"/>
    <dgm:cxn modelId="{C1892CEB-FC66-4939-A22C-C10C4CE3AB30}" type="presOf" srcId="{E51B61ED-3197-4D2A-ADA9-4AC1CBA2818B}" destId="{D47620CA-CBAB-44C3-AA82-0CD774A5DFDF}" srcOrd="0" destOrd="0" presId="urn:microsoft.com/office/officeart/2009/3/layout/StepUpProcess"/>
    <dgm:cxn modelId="{1DAEBD14-749C-4FB4-9868-D4145D682AC0}" type="presOf" srcId="{74B0813F-E555-4C57-846C-7E242B942AFC}" destId="{062F1196-8948-487D-BF1B-4DD2BAF3082A}" srcOrd="0" destOrd="0" presId="urn:microsoft.com/office/officeart/2009/3/layout/StepUpProcess"/>
    <dgm:cxn modelId="{4C1E5781-BAC2-451A-8808-89349C68BF56}" srcId="{6AB0ABD4-928D-437A-AF23-D9F539A1191A}" destId="{800D67C7-DB85-43A1-AD90-FCED3B9FC4EF}" srcOrd="0" destOrd="0" parTransId="{DCF1E076-291E-40D0-965D-48AA8BEE9741}" sibTransId="{F2BE0DC1-B6B6-47A3-8BBF-49FF5F4EE0E9}"/>
    <dgm:cxn modelId="{C860FA19-5184-40FA-865A-3A8FDDD10A07}" type="presOf" srcId="{800D67C7-DB85-43A1-AD90-FCED3B9FC4EF}" destId="{69FC770B-1517-48E6-BD12-BFE70406F786}" srcOrd="0" destOrd="0" presId="urn:microsoft.com/office/officeart/2009/3/layout/StepUpProcess"/>
    <dgm:cxn modelId="{B91FC518-4776-4988-B5A2-4E9F3D706A76}" srcId="{6AB0ABD4-928D-437A-AF23-D9F539A1191A}" destId="{E51B61ED-3197-4D2A-ADA9-4AC1CBA2818B}" srcOrd="2" destOrd="0" parTransId="{DE11FE84-9AF6-4223-8C60-6DDCB963052C}" sibTransId="{6BB41F51-5954-47EE-81F6-261E656B36FA}"/>
    <dgm:cxn modelId="{2BD1B970-E19F-4A35-9D10-75CC58B06897}" type="presParOf" srcId="{9726BD47-860E-4AD3-A191-ECD3D139E679}" destId="{62F5F7E8-70E8-4FD2-8D33-83C8420D1157}" srcOrd="0" destOrd="0" presId="urn:microsoft.com/office/officeart/2009/3/layout/StepUpProcess"/>
    <dgm:cxn modelId="{F089D161-2E5C-43F7-8964-ED52F9E8D4F7}" type="presParOf" srcId="{62F5F7E8-70E8-4FD2-8D33-83C8420D1157}" destId="{607A5C8D-ED58-4770-BC05-D33C1157BA83}" srcOrd="0" destOrd="0" presId="urn:microsoft.com/office/officeart/2009/3/layout/StepUpProcess"/>
    <dgm:cxn modelId="{B96EB6E1-CEC5-436F-A435-0BFC9515343A}" type="presParOf" srcId="{62F5F7E8-70E8-4FD2-8D33-83C8420D1157}" destId="{69FC770B-1517-48E6-BD12-BFE70406F786}" srcOrd="1" destOrd="0" presId="urn:microsoft.com/office/officeart/2009/3/layout/StepUpProcess"/>
    <dgm:cxn modelId="{D8CCCE68-9935-4FD4-8FB0-96BFB19FF92B}" type="presParOf" srcId="{62F5F7E8-70E8-4FD2-8D33-83C8420D1157}" destId="{8AE8FED1-A64E-4E03-9162-DF79A4B0D982}" srcOrd="2" destOrd="0" presId="urn:microsoft.com/office/officeart/2009/3/layout/StepUpProcess"/>
    <dgm:cxn modelId="{5153F80E-EFB0-4796-B66D-9B5C39F4309F}" type="presParOf" srcId="{9726BD47-860E-4AD3-A191-ECD3D139E679}" destId="{E4D716B1-3F19-4B47-ABC8-1E1D91320783}" srcOrd="1" destOrd="0" presId="urn:microsoft.com/office/officeart/2009/3/layout/StepUpProcess"/>
    <dgm:cxn modelId="{1D1ADE51-E588-4A7B-A098-2D01126B1DDF}" type="presParOf" srcId="{E4D716B1-3F19-4B47-ABC8-1E1D91320783}" destId="{EEA766C4-81D1-4772-8183-18C06FB0A5E6}" srcOrd="0" destOrd="0" presId="urn:microsoft.com/office/officeart/2009/3/layout/StepUpProcess"/>
    <dgm:cxn modelId="{3254537C-B5EC-4510-A06D-47B5CCE13399}" type="presParOf" srcId="{9726BD47-860E-4AD3-A191-ECD3D139E679}" destId="{5B10754C-7943-4F38-919B-25FC1756A995}" srcOrd="2" destOrd="0" presId="urn:microsoft.com/office/officeart/2009/3/layout/StepUpProcess"/>
    <dgm:cxn modelId="{F0EECC52-2B85-45EF-8903-DF3D6C5A080E}" type="presParOf" srcId="{5B10754C-7943-4F38-919B-25FC1756A995}" destId="{CC185B67-7F8B-4C4F-8BDE-86A11DA3E294}" srcOrd="0" destOrd="0" presId="urn:microsoft.com/office/officeart/2009/3/layout/StepUpProcess"/>
    <dgm:cxn modelId="{60B26946-6C41-408C-83D7-F70936E095D6}" type="presParOf" srcId="{5B10754C-7943-4F38-919B-25FC1756A995}" destId="{062F1196-8948-487D-BF1B-4DD2BAF3082A}" srcOrd="1" destOrd="0" presId="urn:microsoft.com/office/officeart/2009/3/layout/StepUpProcess"/>
    <dgm:cxn modelId="{26B3C1A6-65E0-4C24-AF8C-F2247BB030AC}" type="presParOf" srcId="{5B10754C-7943-4F38-919B-25FC1756A995}" destId="{4CD04B98-3956-403C-A593-966EB2B6E239}" srcOrd="2" destOrd="0" presId="urn:microsoft.com/office/officeart/2009/3/layout/StepUpProcess"/>
    <dgm:cxn modelId="{41E062E7-D56A-47D3-A4AA-8431AF1367D2}" type="presParOf" srcId="{9726BD47-860E-4AD3-A191-ECD3D139E679}" destId="{0C9B38FD-2D29-47DC-AF21-136025F74589}" srcOrd="3" destOrd="0" presId="urn:microsoft.com/office/officeart/2009/3/layout/StepUpProcess"/>
    <dgm:cxn modelId="{D66D9E3B-2C44-4AF3-B9BF-8E59866F03C6}" type="presParOf" srcId="{0C9B38FD-2D29-47DC-AF21-136025F74589}" destId="{F9C164EF-1052-4F75-8CDC-BA4FE7842B76}" srcOrd="0" destOrd="0" presId="urn:microsoft.com/office/officeart/2009/3/layout/StepUpProcess"/>
    <dgm:cxn modelId="{31291F1D-E226-4B13-BF38-ACAF9B86210F}" type="presParOf" srcId="{9726BD47-860E-4AD3-A191-ECD3D139E679}" destId="{ED390221-D302-40CC-88ED-0AE8A84F20E6}" srcOrd="4" destOrd="0" presId="urn:microsoft.com/office/officeart/2009/3/layout/StepUpProcess"/>
    <dgm:cxn modelId="{610AA4BB-4FC7-4EF6-A4ED-6D49566345DF}" type="presParOf" srcId="{ED390221-D302-40CC-88ED-0AE8A84F20E6}" destId="{209BEF6D-13A2-4556-A184-BBB39FE41AD3}" srcOrd="0" destOrd="0" presId="urn:microsoft.com/office/officeart/2009/3/layout/StepUpProcess"/>
    <dgm:cxn modelId="{EEA10EDE-F5A6-4378-A509-7B135879BA15}" type="presParOf" srcId="{ED390221-D302-40CC-88ED-0AE8A84F20E6}" destId="{D47620CA-CBAB-44C3-AA82-0CD774A5DFDF}" srcOrd="1" destOrd="0" presId="urn:microsoft.com/office/officeart/2009/3/layout/StepUp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6103D46-8351-49F4-A00E-84E0D53069E2}" type="doc">
      <dgm:prSet loTypeId="urn:microsoft.com/office/officeart/2005/8/layout/hierarchy1" loCatId="hierarchy" qsTypeId="urn:microsoft.com/office/officeart/2005/8/quickstyle/simple1" qsCatId="simple" csTypeId="urn:microsoft.com/office/officeart/2005/8/colors/accent5_2" csCatId="accent5" phldr="1"/>
      <dgm:spPr/>
      <dgm:t>
        <a:bodyPr/>
        <a:lstStyle/>
        <a:p>
          <a:endParaRPr lang="zh-CN" altLang="en-US"/>
        </a:p>
      </dgm:t>
    </dgm:pt>
    <dgm:pt modelId="{4B07B968-2C30-4942-A18D-EC8D561FCEF6}">
      <dgm:prSet phldrT="[文本]" custT="1"/>
      <dgm:spPr/>
      <dgm:t>
        <a:bodyPr/>
        <a:lstStyle/>
        <a:p>
          <a:r>
            <a:rPr lang="zh-CN" altLang="zh-CN" sz="1200" b="1" dirty="0" smtClean="0"/>
            <a:t>配置寄存器</a:t>
          </a:r>
          <a:r>
            <a:rPr lang="zh-CN" altLang="en-US" sz="1200" b="1" dirty="0" smtClean="0"/>
            <a:t>（</a:t>
          </a:r>
          <a:r>
            <a:rPr lang="en-US" altLang="zh-CN" sz="1200" b="1" dirty="0" smtClean="0"/>
            <a:t>32</a:t>
          </a:r>
          <a:r>
            <a:rPr lang="zh-CN" altLang="en-US" sz="1200" b="1" dirty="0" smtClean="0"/>
            <a:t>位）</a:t>
          </a:r>
          <a:endParaRPr lang="zh-CN" altLang="en-US" sz="1200" b="1" dirty="0"/>
        </a:p>
      </dgm:t>
    </dgm:pt>
    <dgm:pt modelId="{280F6AC1-C0C4-438B-B3D4-B18EE9B05E38}" type="parTrans" cxnId="{231830FF-602B-4D82-8F7E-A8E199DD0CB8}">
      <dgm:prSet/>
      <dgm:spPr/>
      <dgm:t>
        <a:bodyPr/>
        <a:lstStyle/>
        <a:p>
          <a:endParaRPr lang="zh-CN" altLang="en-US" sz="2000" b="1"/>
        </a:p>
      </dgm:t>
    </dgm:pt>
    <dgm:pt modelId="{AB558B99-BE41-49FA-A9A0-692B93FAFF6A}" type="sibTrans" cxnId="{231830FF-602B-4D82-8F7E-A8E199DD0CB8}">
      <dgm:prSet/>
      <dgm:spPr/>
      <dgm:t>
        <a:bodyPr/>
        <a:lstStyle/>
        <a:p>
          <a:endParaRPr lang="zh-CN" altLang="en-US" sz="2000" b="1"/>
        </a:p>
      </dgm:t>
    </dgm:pt>
    <dgm:pt modelId="{0DF59A6B-8766-4C2D-8EE5-C9D9A325379B}">
      <dgm:prSet phldrT="[文本]" custT="1"/>
      <dgm:spPr/>
      <dgm:t>
        <a:bodyPr/>
        <a:lstStyle/>
        <a:p>
          <a:r>
            <a:rPr lang="en-US" altLang="zh-CN" sz="1200" b="1" dirty="0" err="1" smtClean="0"/>
            <a:t>GPIOx_CRL</a:t>
          </a:r>
          <a:endParaRPr lang="zh-CN" altLang="en-US" sz="1200" b="1" dirty="0"/>
        </a:p>
      </dgm:t>
    </dgm:pt>
    <dgm:pt modelId="{9664FCAC-0ACE-47E3-AA93-66B70DBD7E2D}" type="parTrans" cxnId="{B7CAFFA3-A8A8-4C60-B827-4F9D69FAEF04}">
      <dgm:prSet/>
      <dgm:spPr/>
      <dgm:t>
        <a:bodyPr/>
        <a:lstStyle/>
        <a:p>
          <a:endParaRPr lang="zh-CN" altLang="en-US" sz="2000" b="1"/>
        </a:p>
      </dgm:t>
    </dgm:pt>
    <dgm:pt modelId="{63B209D0-E3BA-4803-A8A3-5167D4A0B388}" type="sibTrans" cxnId="{B7CAFFA3-A8A8-4C60-B827-4F9D69FAEF04}">
      <dgm:prSet/>
      <dgm:spPr/>
      <dgm:t>
        <a:bodyPr/>
        <a:lstStyle/>
        <a:p>
          <a:endParaRPr lang="zh-CN" altLang="en-US" sz="2000" b="1"/>
        </a:p>
      </dgm:t>
    </dgm:pt>
    <dgm:pt modelId="{A6D70259-A35F-4F78-9C35-FA15F06714D8}">
      <dgm:prSet phldrT="[文本]" custT="1"/>
      <dgm:spPr/>
      <dgm:t>
        <a:bodyPr/>
        <a:lstStyle/>
        <a:p>
          <a:r>
            <a:rPr lang="en-US" altLang="zh-CN" sz="1200" b="1" dirty="0" err="1" smtClean="0"/>
            <a:t>GPIOx_CRH</a:t>
          </a:r>
          <a:endParaRPr lang="zh-CN" altLang="en-US" sz="1200" b="1" dirty="0"/>
        </a:p>
      </dgm:t>
    </dgm:pt>
    <dgm:pt modelId="{D1C9C9AB-D5A6-4A74-A254-DEEFD5700ADB}" type="parTrans" cxnId="{7B305C34-B283-4F70-8160-9794B25D7B30}">
      <dgm:prSet/>
      <dgm:spPr/>
      <dgm:t>
        <a:bodyPr/>
        <a:lstStyle/>
        <a:p>
          <a:endParaRPr lang="zh-CN" altLang="en-US" sz="2000" b="1"/>
        </a:p>
      </dgm:t>
    </dgm:pt>
    <dgm:pt modelId="{6D49F307-445B-41F6-AA6A-35D7E66A3617}" type="sibTrans" cxnId="{7B305C34-B283-4F70-8160-9794B25D7B30}">
      <dgm:prSet/>
      <dgm:spPr/>
      <dgm:t>
        <a:bodyPr/>
        <a:lstStyle/>
        <a:p>
          <a:endParaRPr lang="zh-CN" altLang="en-US" sz="2000" b="1"/>
        </a:p>
      </dgm:t>
    </dgm:pt>
    <dgm:pt modelId="{E828AE3D-7151-4A92-B1D1-F3158216B4C2}">
      <dgm:prSet phldrT="[文本]" custT="1"/>
      <dgm:spPr/>
      <dgm:t>
        <a:bodyPr/>
        <a:lstStyle/>
        <a:p>
          <a:r>
            <a:rPr lang="zh-CN" altLang="zh-CN" sz="1200" b="1" dirty="0" smtClean="0"/>
            <a:t>置位</a:t>
          </a:r>
          <a:r>
            <a:rPr lang="en-US" altLang="zh-CN" sz="1200" b="1" dirty="0" smtClean="0"/>
            <a:t>/</a:t>
          </a:r>
          <a:r>
            <a:rPr lang="zh-CN" altLang="zh-CN" sz="1200" b="1" dirty="0" smtClean="0"/>
            <a:t>复位寄存器</a:t>
          </a:r>
          <a:r>
            <a:rPr lang="zh-CN" altLang="en-US" sz="1200" b="1" dirty="0" smtClean="0"/>
            <a:t>（</a:t>
          </a:r>
          <a:r>
            <a:rPr lang="en-US" altLang="zh-CN" sz="1200" b="1" dirty="0" smtClean="0"/>
            <a:t>16</a:t>
          </a:r>
          <a:r>
            <a:rPr lang="zh-CN" altLang="en-US" sz="1200" b="1" dirty="0" smtClean="0"/>
            <a:t>位）</a:t>
          </a:r>
          <a:endParaRPr lang="zh-CN" altLang="en-US" sz="1200" b="1" dirty="0"/>
        </a:p>
      </dgm:t>
    </dgm:pt>
    <dgm:pt modelId="{4933F163-0309-41A3-8953-F719E3B0B4DD}" type="parTrans" cxnId="{027DCF98-AF83-4D1B-BE2B-28CD14F1403D}">
      <dgm:prSet/>
      <dgm:spPr/>
      <dgm:t>
        <a:bodyPr/>
        <a:lstStyle/>
        <a:p>
          <a:endParaRPr lang="zh-CN" altLang="en-US" sz="2000" b="1"/>
        </a:p>
      </dgm:t>
    </dgm:pt>
    <dgm:pt modelId="{E7011EB4-D44A-4BB0-A8A2-E9B09AA3EBD4}" type="sibTrans" cxnId="{027DCF98-AF83-4D1B-BE2B-28CD14F1403D}">
      <dgm:prSet/>
      <dgm:spPr/>
      <dgm:t>
        <a:bodyPr/>
        <a:lstStyle/>
        <a:p>
          <a:endParaRPr lang="zh-CN" altLang="en-US" sz="2000" b="1"/>
        </a:p>
      </dgm:t>
    </dgm:pt>
    <dgm:pt modelId="{F3BBCA2F-D922-4F36-B595-BA5733BAC130}">
      <dgm:prSet phldrT="[文本]" custT="1"/>
      <dgm:spPr/>
      <dgm:t>
        <a:bodyPr/>
        <a:lstStyle/>
        <a:p>
          <a:r>
            <a:rPr lang="en-US" altLang="zh-CN" sz="1200" b="1" dirty="0" err="1" smtClean="0"/>
            <a:t>GPIOx_BSRR</a:t>
          </a:r>
          <a:endParaRPr lang="zh-CN" altLang="en-US" sz="1200" b="1" dirty="0"/>
        </a:p>
      </dgm:t>
    </dgm:pt>
    <dgm:pt modelId="{95334252-8C31-491E-AB7C-3B9077B2500D}" type="parTrans" cxnId="{5600DB0F-0AF2-40A8-8E61-21B87BF04174}">
      <dgm:prSet/>
      <dgm:spPr/>
      <dgm:t>
        <a:bodyPr/>
        <a:lstStyle/>
        <a:p>
          <a:endParaRPr lang="zh-CN" altLang="en-US" sz="2000" b="1"/>
        </a:p>
      </dgm:t>
    </dgm:pt>
    <dgm:pt modelId="{C82E02D0-8896-44EF-9837-8A9BDEE0612C}" type="sibTrans" cxnId="{5600DB0F-0AF2-40A8-8E61-21B87BF04174}">
      <dgm:prSet/>
      <dgm:spPr/>
      <dgm:t>
        <a:bodyPr/>
        <a:lstStyle/>
        <a:p>
          <a:endParaRPr lang="zh-CN" altLang="en-US" sz="2000" b="1"/>
        </a:p>
      </dgm:t>
    </dgm:pt>
    <dgm:pt modelId="{15848EB6-07E8-424D-B75D-50D6DA401F1D}">
      <dgm:prSet phldrT="[文本]" custT="1"/>
      <dgm:spPr/>
      <dgm:t>
        <a:bodyPr/>
        <a:lstStyle/>
        <a:p>
          <a:r>
            <a:rPr lang="zh-CN" altLang="zh-CN" sz="1200" b="1" dirty="0" smtClean="0"/>
            <a:t>数据寄存器</a:t>
          </a:r>
          <a:r>
            <a:rPr lang="zh-CN" altLang="en-US" sz="1200" b="1" dirty="0" smtClean="0"/>
            <a:t>（</a:t>
          </a:r>
          <a:r>
            <a:rPr lang="en-US" altLang="zh-CN" sz="1200" b="1" dirty="0" smtClean="0"/>
            <a:t>32</a:t>
          </a:r>
          <a:r>
            <a:rPr lang="zh-CN" altLang="en-US" sz="1200" b="1" dirty="0" smtClean="0"/>
            <a:t>位）</a:t>
          </a:r>
          <a:endParaRPr lang="zh-CN" altLang="en-US" sz="1200" b="1" dirty="0"/>
        </a:p>
      </dgm:t>
    </dgm:pt>
    <dgm:pt modelId="{8AF5C19D-A5B2-456F-8316-A2FE9AE73403}" type="parTrans" cxnId="{2F1A037C-7640-45A5-A9B0-96D173D7233B}">
      <dgm:prSet/>
      <dgm:spPr/>
      <dgm:t>
        <a:bodyPr/>
        <a:lstStyle/>
        <a:p>
          <a:endParaRPr lang="zh-CN" altLang="en-US" sz="2000" b="1"/>
        </a:p>
      </dgm:t>
    </dgm:pt>
    <dgm:pt modelId="{2CE55218-A48F-4DF9-9DDF-151BB46F46F2}" type="sibTrans" cxnId="{2F1A037C-7640-45A5-A9B0-96D173D7233B}">
      <dgm:prSet/>
      <dgm:spPr/>
      <dgm:t>
        <a:bodyPr/>
        <a:lstStyle/>
        <a:p>
          <a:endParaRPr lang="zh-CN" altLang="en-US" sz="2000" b="1"/>
        </a:p>
      </dgm:t>
    </dgm:pt>
    <dgm:pt modelId="{B61FC71C-3F0C-484C-B380-35A4CFF6E538}">
      <dgm:prSet phldrT="[文本]" custT="1"/>
      <dgm:spPr/>
      <dgm:t>
        <a:bodyPr/>
        <a:lstStyle/>
        <a:p>
          <a:r>
            <a:rPr lang="en-US" altLang="zh-CN" sz="1200" b="1" dirty="0" err="1" smtClean="0"/>
            <a:t>GPIOx_IDR</a:t>
          </a:r>
          <a:endParaRPr lang="zh-CN" altLang="en-US" sz="1200" b="1" dirty="0"/>
        </a:p>
      </dgm:t>
    </dgm:pt>
    <dgm:pt modelId="{52F22A89-5AEA-41B3-AE71-B0C5CF3C318B}" type="parTrans" cxnId="{80F33924-AEBA-4188-B985-C84CC1B8D3EF}">
      <dgm:prSet/>
      <dgm:spPr/>
      <dgm:t>
        <a:bodyPr/>
        <a:lstStyle/>
        <a:p>
          <a:endParaRPr lang="zh-CN" altLang="en-US" sz="2000" b="1"/>
        </a:p>
      </dgm:t>
    </dgm:pt>
    <dgm:pt modelId="{CFF8BA71-7CCD-4423-B0F2-A2FA087D63D6}" type="sibTrans" cxnId="{80F33924-AEBA-4188-B985-C84CC1B8D3EF}">
      <dgm:prSet/>
      <dgm:spPr/>
      <dgm:t>
        <a:bodyPr/>
        <a:lstStyle/>
        <a:p>
          <a:endParaRPr lang="zh-CN" altLang="en-US" sz="2000" b="1"/>
        </a:p>
      </dgm:t>
    </dgm:pt>
    <dgm:pt modelId="{47FE0AC0-8D16-46A0-9749-0D9AF5F858F5}">
      <dgm:prSet phldrT="[文本]" custT="1"/>
      <dgm:spPr/>
      <dgm:t>
        <a:bodyPr/>
        <a:lstStyle/>
        <a:p>
          <a:r>
            <a:rPr lang="en-US" altLang="zh-CN" sz="1200" b="1" dirty="0" err="1" smtClean="0"/>
            <a:t>GPIOx_ODR</a:t>
          </a:r>
          <a:endParaRPr lang="zh-CN" altLang="en-US" sz="1200" b="1" dirty="0"/>
        </a:p>
      </dgm:t>
    </dgm:pt>
    <dgm:pt modelId="{3FFD83EB-DC5B-4537-B36F-2BD8C77DB117}" type="parTrans" cxnId="{D0FC0454-9CD0-4A0A-8C76-BBC4F259A77D}">
      <dgm:prSet/>
      <dgm:spPr/>
      <dgm:t>
        <a:bodyPr/>
        <a:lstStyle/>
        <a:p>
          <a:endParaRPr lang="zh-CN" altLang="en-US" sz="2000" b="1"/>
        </a:p>
      </dgm:t>
    </dgm:pt>
    <dgm:pt modelId="{0D821649-2CD9-42DC-9AFA-21981E722EAB}" type="sibTrans" cxnId="{D0FC0454-9CD0-4A0A-8C76-BBC4F259A77D}">
      <dgm:prSet/>
      <dgm:spPr/>
      <dgm:t>
        <a:bodyPr/>
        <a:lstStyle/>
        <a:p>
          <a:endParaRPr lang="zh-CN" altLang="en-US" sz="2000" b="1"/>
        </a:p>
      </dgm:t>
    </dgm:pt>
    <dgm:pt modelId="{B146B176-A854-4D00-9D5E-75DA41F4CFAB}">
      <dgm:prSet custT="1"/>
      <dgm:spPr/>
      <dgm:t>
        <a:bodyPr/>
        <a:lstStyle/>
        <a:p>
          <a:r>
            <a:rPr lang="zh-CN" altLang="zh-CN" sz="1200" b="1" dirty="0" smtClean="0"/>
            <a:t>锁定寄存器</a:t>
          </a:r>
          <a:r>
            <a:rPr lang="zh-CN" altLang="en-US" sz="1200" b="1" dirty="0" smtClean="0"/>
            <a:t>（</a:t>
          </a:r>
          <a:r>
            <a:rPr lang="en-US" altLang="zh-CN" sz="1200" b="1" dirty="0" smtClean="0"/>
            <a:t>32</a:t>
          </a:r>
          <a:r>
            <a:rPr lang="zh-CN" altLang="en-US" sz="1200" b="1" dirty="0" smtClean="0"/>
            <a:t>位）</a:t>
          </a:r>
          <a:endParaRPr lang="zh-CN" altLang="en-US" sz="1200" b="1" dirty="0"/>
        </a:p>
      </dgm:t>
    </dgm:pt>
    <dgm:pt modelId="{6484A040-5F99-43F3-879D-E190B5FA8DE3}" type="parTrans" cxnId="{0A2C6F14-CB9B-44A7-A4AB-6824383E5F67}">
      <dgm:prSet/>
      <dgm:spPr/>
      <dgm:t>
        <a:bodyPr/>
        <a:lstStyle/>
        <a:p>
          <a:endParaRPr lang="zh-CN" altLang="en-US" sz="2000" b="1"/>
        </a:p>
      </dgm:t>
    </dgm:pt>
    <dgm:pt modelId="{6B8BD219-9054-4F69-AF77-D907F53AE855}" type="sibTrans" cxnId="{0A2C6F14-CB9B-44A7-A4AB-6824383E5F67}">
      <dgm:prSet/>
      <dgm:spPr/>
      <dgm:t>
        <a:bodyPr/>
        <a:lstStyle/>
        <a:p>
          <a:endParaRPr lang="zh-CN" altLang="en-US" sz="2000" b="1"/>
        </a:p>
      </dgm:t>
    </dgm:pt>
    <dgm:pt modelId="{A7F53D8B-2E54-4808-8235-E9EF65B049FB}">
      <dgm:prSet custT="1"/>
      <dgm:spPr/>
      <dgm:t>
        <a:bodyPr/>
        <a:lstStyle/>
        <a:p>
          <a:r>
            <a:rPr lang="en-US" altLang="zh-CN" sz="1200" b="1" dirty="0" err="1" smtClean="0"/>
            <a:t>GPIOx_LCKR</a:t>
          </a:r>
          <a:endParaRPr lang="zh-CN" altLang="en-US" sz="1200" b="1" dirty="0"/>
        </a:p>
      </dgm:t>
    </dgm:pt>
    <dgm:pt modelId="{D66D949B-EDF5-44C0-9449-BFCDB851202B}" type="parTrans" cxnId="{CF5E1C6C-59AF-4C48-B0E3-18E65EC9AE5D}">
      <dgm:prSet/>
      <dgm:spPr/>
      <dgm:t>
        <a:bodyPr/>
        <a:lstStyle/>
        <a:p>
          <a:endParaRPr lang="zh-CN" altLang="en-US" sz="2000" b="1"/>
        </a:p>
      </dgm:t>
    </dgm:pt>
    <dgm:pt modelId="{EFB2674C-5B85-46AD-9330-14EF2C43A5B7}" type="sibTrans" cxnId="{CF5E1C6C-59AF-4C48-B0E3-18E65EC9AE5D}">
      <dgm:prSet/>
      <dgm:spPr/>
      <dgm:t>
        <a:bodyPr/>
        <a:lstStyle/>
        <a:p>
          <a:endParaRPr lang="zh-CN" altLang="en-US" sz="2000" b="1"/>
        </a:p>
      </dgm:t>
    </dgm:pt>
    <dgm:pt modelId="{C54C1E54-A467-4FC5-93D8-840E856710A4}">
      <dgm:prSet phldrT="[文本]" custT="1"/>
      <dgm:spPr/>
      <dgm:t>
        <a:bodyPr/>
        <a:lstStyle/>
        <a:p>
          <a:r>
            <a:rPr lang="zh-CN" altLang="en-US" sz="1200" b="1" dirty="0" smtClean="0"/>
            <a:t>复位寄存器</a:t>
          </a:r>
          <a:endParaRPr lang="zh-CN" altLang="en-US" sz="1200" b="1" dirty="0"/>
        </a:p>
      </dgm:t>
    </dgm:pt>
    <dgm:pt modelId="{09C0D8B2-91AD-4B8B-89E0-D61753FA5B16}" type="parTrans" cxnId="{9BFC789E-CAB4-480A-921F-C0F7E760A092}">
      <dgm:prSet/>
      <dgm:spPr/>
      <dgm:t>
        <a:bodyPr/>
        <a:lstStyle/>
        <a:p>
          <a:endParaRPr lang="zh-CN" altLang="en-US" sz="2000"/>
        </a:p>
      </dgm:t>
    </dgm:pt>
    <dgm:pt modelId="{92E1CB41-A960-4C00-B425-E48B7DEF3274}" type="sibTrans" cxnId="{9BFC789E-CAB4-480A-921F-C0F7E760A092}">
      <dgm:prSet/>
      <dgm:spPr/>
      <dgm:t>
        <a:bodyPr/>
        <a:lstStyle/>
        <a:p>
          <a:endParaRPr lang="zh-CN" altLang="en-US" sz="2000"/>
        </a:p>
      </dgm:t>
    </dgm:pt>
    <dgm:pt modelId="{75131708-B26B-46FF-A909-BE9C23AB7DC9}">
      <dgm:prSet phldrT="[文本]" custT="1"/>
      <dgm:spPr/>
      <dgm:t>
        <a:bodyPr/>
        <a:lstStyle/>
        <a:p>
          <a:r>
            <a:rPr lang="en-US" altLang="zh-CN" sz="1200" b="1" dirty="0" err="1" smtClean="0"/>
            <a:t>GPIOx_BRR</a:t>
          </a:r>
          <a:endParaRPr lang="zh-CN" altLang="en-US" sz="1200" b="1" dirty="0"/>
        </a:p>
      </dgm:t>
    </dgm:pt>
    <dgm:pt modelId="{5302A5C8-947B-45A7-BB8D-0B1BA93A96BA}" type="parTrans" cxnId="{1439D5E1-34DA-4552-8533-065F201C82D2}">
      <dgm:prSet/>
      <dgm:spPr/>
      <dgm:t>
        <a:bodyPr/>
        <a:lstStyle/>
        <a:p>
          <a:endParaRPr lang="zh-CN" altLang="en-US" sz="2000"/>
        </a:p>
      </dgm:t>
    </dgm:pt>
    <dgm:pt modelId="{0C0189DE-61E9-463A-A399-FAD3E567EBB4}" type="sibTrans" cxnId="{1439D5E1-34DA-4552-8533-065F201C82D2}">
      <dgm:prSet/>
      <dgm:spPr/>
      <dgm:t>
        <a:bodyPr/>
        <a:lstStyle/>
        <a:p>
          <a:endParaRPr lang="zh-CN" altLang="en-US" sz="2000"/>
        </a:p>
      </dgm:t>
    </dgm:pt>
    <dgm:pt modelId="{99D53A17-0282-442E-ABB7-42EE3C86F3DC}" type="pres">
      <dgm:prSet presAssocID="{A6103D46-8351-49F4-A00E-84E0D53069E2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zh-CN" altLang="en-US"/>
        </a:p>
      </dgm:t>
    </dgm:pt>
    <dgm:pt modelId="{B15D71D1-AF50-4F71-86D7-2E22806589B0}" type="pres">
      <dgm:prSet presAssocID="{4B07B968-2C30-4942-A18D-EC8D561FCEF6}" presName="hierRoot1" presStyleCnt="0"/>
      <dgm:spPr/>
    </dgm:pt>
    <dgm:pt modelId="{39CF98CD-7A4A-418A-9553-0E04A9CC1279}" type="pres">
      <dgm:prSet presAssocID="{4B07B968-2C30-4942-A18D-EC8D561FCEF6}" presName="composite" presStyleCnt="0"/>
      <dgm:spPr/>
    </dgm:pt>
    <dgm:pt modelId="{6743EF83-417E-4A1D-93B9-E9C51D103401}" type="pres">
      <dgm:prSet presAssocID="{4B07B968-2C30-4942-A18D-EC8D561FCEF6}" presName="background" presStyleLbl="node0" presStyleIdx="0" presStyleCnt="5"/>
      <dgm:spPr/>
    </dgm:pt>
    <dgm:pt modelId="{42EF75DD-10A1-4D60-8536-A02214F442E7}" type="pres">
      <dgm:prSet presAssocID="{4B07B968-2C30-4942-A18D-EC8D561FCEF6}" presName="text" presStyleLbl="fgAcc0" presStyleIdx="0" presStyleCnt="5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7D70D73C-DF72-4CDB-A072-ADE2FE8BB7EE}" type="pres">
      <dgm:prSet presAssocID="{4B07B968-2C30-4942-A18D-EC8D561FCEF6}" presName="hierChild2" presStyleCnt="0"/>
      <dgm:spPr/>
    </dgm:pt>
    <dgm:pt modelId="{D0A6F472-E56D-45FB-BFFA-CBAAAAF88CC6}" type="pres">
      <dgm:prSet presAssocID="{9664FCAC-0ACE-47E3-AA93-66B70DBD7E2D}" presName="Name10" presStyleLbl="parChTrans1D2" presStyleIdx="0" presStyleCnt="7"/>
      <dgm:spPr/>
      <dgm:t>
        <a:bodyPr/>
        <a:lstStyle/>
        <a:p>
          <a:endParaRPr lang="zh-CN" altLang="en-US"/>
        </a:p>
      </dgm:t>
    </dgm:pt>
    <dgm:pt modelId="{A0E055BB-00CB-49A3-9F85-A24C231DD086}" type="pres">
      <dgm:prSet presAssocID="{0DF59A6B-8766-4C2D-8EE5-C9D9A325379B}" presName="hierRoot2" presStyleCnt="0"/>
      <dgm:spPr/>
    </dgm:pt>
    <dgm:pt modelId="{A10E1ED1-C336-4DB5-9C95-51FFED58979A}" type="pres">
      <dgm:prSet presAssocID="{0DF59A6B-8766-4C2D-8EE5-C9D9A325379B}" presName="composite2" presStyleCnt="0"/>
      <dgm:spPr/>
    </dgm:pt>
    <dgm:pt modelId="{D8EB8E23-805B-40CB-8662-CF33E471B5CE}" type="pres">
      <dgm:prSet presAssocID="{0DF59A6B-8766-4C2D-8EE5-C9D9A325379B}" presName="background2" presStyleLbl="node2" presStyleIdx="0" presStyleCnt="7"/>
      <dgm:spPr/>
    </dgm:pt>
    <dgm:pt modelId="{9D2D64FA-D755-481D-87DD-3F67BCE6968E}" type="pres">
      <dgm:prSet presAssocID="{0DF59A6B-8766-4C2D-8EE5-C9D9A325379B}" presName="text2" presStyleLbl="fgAcc2" presStyleIdx="0" presStyleCnt="7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112F595A-52EE-4E61-AC6B-BE8BF6B76F58}" type="pres">
      <dgm:prSet presAssocID="{0DF59A6B-8766-4C2D-8EE5-C9D9A325379B}" presName="hierChild3" presStyleCnt="0"/>
      <dgm:spPr/>
    </dgm:pt>
    <dgm:pt modelId="{207D381B-E7C1-4F4E-BA17-EEB52D2C8AA5}" type="pres">
      <dgm:prSet presAssocID="{D1C9C9AB-D5A6-4A74-A254-DEEFD5700ADB}" presName="Name10" presStyleLbl="parChTrans1D2" presStyleIdx="1" presStyleCnt="7"/>
      <dgm:spPr/>
      <dgm:t>
        <a:bodyPr/>
        <a:lstStyle/>
        <a:p>
          <a:endParaRPr lang="zh-CN" altLang="en-US"/>
        </a:p>
      </dgm:t>
    </dgm:pt>
    <dgm:pt modelId="{EACBCC77-EBC2-4C38-873D-ED7E28776688}" type="pres">
      <dgm:prSet presAssocID="{A6D70259-A35F-4F78-9C35-FA15F06714D8}" presName="hierRoot2" presStyleCnt="0"/>
      <dgm:spPr/>
    </dgm:pt>
    <dgm:pt modelId="{3CE5B7F0-4F49-44B5-A22D-0E51BD30B346}" type="pres">
      <dgm:prSet presAssocID="{A6D70259-A35F-4F78-9C35-FA15F06714D8}" presName="composite2" presStyleCnt="0"/>
      <dgm:spPr/>
    </dgm:pt>
    <dgm:pt modelId="{24273FF2-B74E-41A2-9B5B-6F2959F84AF1}" type="pres">
      <dgm:prSet presAssocID="{A6D70259-A35F-4F78-9C35-FA15F06714D8}" presName="background2" presStyleLbl="node2" presStyleIdx="1" presStyleCnt="7"/>
      <dgm:spPr/>
    </dgm:pt>
    <dgm:pt modelId="{064BD57B-74EE-4A3D-AEF3-DAE8808DAD01}" type="pres">
      <dgm:prSet presAssocID="{A6D70259-A35F-4F78-9C35-FA15F06714D8}" presName="text2" presStyleLbl="fgAcc2" presStyleIdx="1" presStyleCnt="7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9E89DD45-C6CE-46CE-A64D-E95255CF56C8}" type="pres">
      <dgm:prSet presAssocID="{A6D70259-A35F-4F78-9C35-FA15F06714D8}" presName="hierChild3" presStyleCnt="0"/>
      <dgm:spPr/>
    </dgm:pt>
    <dgm:pt modelId="{88E6CE53-CB3F-4D0F-8D20-10A14161BD7F}" type="pres">
      <dgm:prSet presAssocID="{15848EB6-07E8-424D-B75D-50D6DA401F1D}" presName="hierRoot1" presStyleCnt="0"/>
      <dgm:spPr/>
    </dgm:pt>
    <dgm:pt modelId="{566E63E7-E07D-4213-B4CD-69651D6B930D}" type="pres">
      <dgm:prSet presAssocID="{15848EB6-07E8-424D-B75D-50D6DA401F1D}" presName="composite" presStyleCnt="0"/>
      <dgm:spPr/>
    </dgm:pt>
    <dgm:pt modelId="{906309B8-9575-40BF-A9B7-997A108B81B9}" type="pres">
      <dgm:prSet presAssocID="{15848EB6-07E8-424D-B75D-50D6DA401F1D}" presName="background" presStyleLbl="node0" presStyleIdx="1" presStyleCnt="5"/>
      <dgm:spPr/>
    </dgm:pt>
    <dgm:pt modelId="{5BBDFB4F-639C-47EB-BF60-3E940D208DB5}" type="pres">
      <dgm:prSet presAssocID="{15848EB6-07E8-424D-B75D-50D6DA401F1D}" presName="text" presStyleLbl="fgAcc0" presStyleIdx="1" presStyleCnt="5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687A5525-1815-4529-AABF-6DCA974CE018}" type="pres">
      <dgm:prSet presAssocID="{15848EB6-07E8-424D-B75D-50D6DA401F1D}" presName="hierChild2" presStyleCnt="0"/>
      <dgm:spPr/>
    </dgm:pt>
    <dgm:pt modelId="{0DA6DE38-DF7D-4E44-8EBE-E009179EC4ED}" type="pres">
      <dgm:prSet presAssocID="{52F22A89-5AEA-41B3-AE71-B0C5CF3C318B}" presName="Name10" presStyleLbl="parChTrans1D2" presStyleIdx="2" presStyleCnt="7"/>
      <dgm:spPr/>
      <dgm:t>
        <a:bodyPr/>
        <a:lstStyle/>
        <a:p>
          <a:endParaRPr lang="zh-CN" altLang="en-US"/>
        </a:p>
      </dgm:t>
    </dgm:pt>
    <dgm:pt modelId="{1D2B3BDB-66B3-4173-AF7D-430A76ACD5C6}" type="pres">
      <dgm:prSet presAssocID="{B61FC71C-3F0C-484C-B380-35A4CFF6E538}" presName="hierRoot2" presStyleCnt="0"/>
      <dgm:spPr/>
    </dgm:pt>
    <dgm:pt modelId="{59F59626-3BF4-425D-8453-A1D840F5C5F0}" type="pres">
      <dgm:prSet presAssocID="{B61FC71C-3F0C-484C-B380-35A4CFF6E538}" presName="composite2" presStyleCnt="0"/>
      <dgm:spPr/>
    </dgm:pt>
    <dgm:pt modelId="{25CF8D01-1424-4D2C-A647-436F48AA6832}" type="pres">
      <dgm:prSet presAssocID="{B61FC71C-3F0C-484C-B380-35A4CFF6E538}" presName="background2" presStyleLbl="node2" presStyleIdx="2" presStyleCnt="7"/>
      <dgm:spPr/>
    </dgm:pt>
    <dgm:pt modelId="{5F8E176C-A732-4013-9CA3-480B928FF365}" type="pres">
      <dgm:prSet presAssocID="{B61FC71C-3F0C-484C-B380-35A4CFF6E538}" presName="text2" presStyleLbl="fgAcc2" presStyleIdx="2" presStyleCnt="7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DE1B5E16-BF0F-4B14-A3DE-4461661E25E9}" type="pres">
      <dgm:prSet presAssocID="{B61FC71C-3F0C-484C-B380-35A4CFF6E538}" presName="hierChild3" presStyleCnt="0"/>
      <dgm:spPr/>
    </dgm:pt>
    <dgm:pt modelId="{09263CF3-86D9-486D-AE83-7D6A65B2A849}" type="pres">
      <dgm:prSet presAssocID="{3FFD83EB-DC5B-4537-B36F-2BD8C77DB117}" presName="Name10" presStyleLbl="parChTrans1D2" presStyleIdx="3" presStyleCnt="7"/>
      <dgm:spPr/>
      <dgm:t>
        <a:bodyPr/>
        <a:lstStyle/>
        <a:p>
          <a:endParaRPr lang="zh-CN" altLang="en-US"/>
        </a:p>
      </dgm:t>
    </dgm:pt>
    <dgm:pt modelId="{79449367-B51A-4CA1-BDCA-3A60199C77C4}" type="pres">
      <dgm:prSet presAssocID="{47FE0AC0-8D16-46A0-9749-0D9AF5F858F5}" presName="hierRoot2" presStyleCnt="0"/>
      <dgm:spPr/>
    </dgm:pt>
    <dgm:pt modelId="{D7BBBFED-53B2-45EF-87C4-F6A6A51B74B7}" type="pres">
      <dgm:prSet presAssocID="{47FE0AC0-8D16-46A0-9749-0D9AF5F858F5}" presName="composite2" presStyleCnt="0"/>
      <dgm:spPr/>
    </dgm:pt>
    <dgm:pt modelId="{EF309740-7DC0-4E09-AF40-98F349F7D6A0}" type="pres">
      <dgm:prSet presAssocID="{47FE0AC0-8D16-46A0-9749-0D9AF5F858F5}" presName="background2" presStyleLbl="node2" presStyleIdx="3" presStyleCnt="7"/>
      <dgm:spPr/>
    </dgm:pt>
    <dgm:pt modelId="{A6AA4431-DB12-4083-A626-8AC3A49E8258}" type="pres">
      <dgm:prSet presAssocID="{47FE0AC0-8D16-46A0-9749-0D9AF5F858F5}" presName="text2" presStyleLbl="fgAcc2" presStyleIdx="3" presStyleCnt="7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1384EFBF-E853-47DD-BD2D-A60B6BA9B3BD}" type="pres">
      <dgm:prSet presAssocID="{47FE0AC0-8D16-46A0-9749-0D9AF5F858F5}" presName="hierChild3" presStyleCnt="0"/>
      <dgm:spPr/>
    </dgm:pt>
    <dgm:pt modelId="{0F23DF5E-7E38-4547-A383-1EDE50E22EFF}" type="pres">
      <dgm:prSet presAssocID="{E828AE3D-7151-4A92-B1D1-F3158216B4C2}" presName="hierRoot1" presStyleCnt="0"/>
      <dgm:spPr/>
    </dgm:pt>
    <dgm:pt modelId="{86F7A8C8-8E95-4CAB-8AF3-BCFA6FE9DB28}" type="pres">
      <dgm:prSet presAssocID="{E828AE3D-7151-4A92-B1D1-F3158216B4C2}" presName="composite" presStyleCnt="0"/>
      <dgm:spPr/>
    </dgm:pt>
    <dgm:pt modelId="{8AD1F819-4F7D-4F23-BFA2-5A5D7A3E337E}" type="pres">
      <dgm:prSet presAssocID="{E828AE3D-7151-4A92-B1D1-F3158216B4C2}" presName="background" presStyleLbl="node0" presStyleIdx="2" presStyleCnt="5"/>
      <dgm:spPr/>
    </dgm:pt>
    <dgm:pt modelId="{25326BF6-D426-4849-96BC-21EB4C023D7E}" type="pres">
      <dgm:prSet presAssocID="{E828AE3D-7151-4A92-B1D1-F3158216B4C2}" presName="text" presStyleLbl="fgAcc0" presStyleIdx="2" presStyleCnt="5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92B144C8-7D35-4676-93EC-B66B37BA29F8}" type="pres">
      <dgm:prSet presAssocID="{E828AE3D-7151-4A92-B1D1-F3158216B4C2}" presName="hierChild2" presStyleCnt="0"/>
      <dgm:spPr/>
    </dgm:pt>
    <dgm:pt modelId="{57F60057-18BE-49FB-B9D5-60CDE6C3EA6E}" type="pres">
      <dgm:prSet presAssocID="{95334252-8C31-491E-AB7C-3B9077B2500D}" presName="Name10" presStyleLbl="parChTrans1D2" presStyleIdx="4" presStyleCnt="7"/>
      <dgm:spPr/>
      <dgm:t>
        <a:bodyPr/>
        <a:lstStyle/>
        <a:p>
          <a:endParaRPr lang="zh-CN" altLang="en-US"/>
        </a:p>
      </dgm:t>
    </dgm:pt>
    <dgm:pt modelId="{35E68E41-F79F-409B-85A5-91D124C05FCF}" type="pres">
      <dgm:prSet presAssocID="{F3BBCA2F-D922-4F36-B595-BA5733BAC130}" presName="hierRoot2" presStyleCnt="0"/>
      <dgm:spPr/>
    </dgm:pt>
    <dgm:pt modelId="{B914537F-5C4A-4A8B-A82B-735E9DF4FE56}" type="pres">
      <dgm:prSet presAssocID="{F3BBCA2F-D922-4F36-B595-BA5733BAC130}" presName="composite2" presStyleCnt="0"/>
      <dgm:spPr/>
    </dgm:pt>
    <dgm:pt modelId="{4A6B9811-AC4D-4225-BABA-FAD18CDC9741}" type="pres">
      <dgm:prSet presAssocID="{F3BBCA2F-D922-4F36-B595-BA5733BAC130}" presName="background2" presStyleLbl="node2" presStyleIdx="4" presStyleCnt="7"/>
      <dgm:spPr/>
    </dgm:pt>
    <dgm:pt modelId="{E6672000-DA60-4F1F-92DC-F3630C6E5F1C}" type="pres">
      <dgm:prSet presAssocID="{F3BBCA2F-D922-4F36-B595-BA5733BAC130}" presName="text2" presStyleLbl="fgAcc2" presStyleIdx="4" presStyleCnt="7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7CD440F1-C943-4687-9745-34E8324BC40D}" type="pres">
      <dgm:prSet presAssocID="{F3BBCA2F-D922-4F36-B595-BA5733BAC130}" presName="hierChild3" presStyleCnt="0"/>
      <dgm:spPr/>
    </dgm:pt>
    <dgm:pt modelId="{E51B8495-2C54-418C-8AE8-624CD1810047}" type="pres">
      <dgm:prSet presAssocID="{C54C1E54-A467-4FC5-93D8-840E856710A4}" presName="hierRoot1" presStyleCnt="0"/>
      <dgm:spPr/>
    </dgm:pt>
    <dgm:pt modelId="{185F9A38-BCA5-45C0-B598-0120E0F9A19F}" type="pres">
      <dgm:prSet presAssocID="{C54C1E54-A467-4FC5-93D8-840E856710A4}" presName="composite" presStyleCnt="0"/>
      <dgm:spPr/>
    </dgm:pt>
    <dgm:pt modelId="{3AC90689-36B1-4C3A-9A44-4015D59A649A}" type="pres">
      <dgm:prSet presAssocID="{C54C1E54-A467-4FC5-93D8-840E856710A4}" presName="background" presStyleLbl="node0" presStyleIdx="3" presStyleCnt="5"/>
      <dgm:spPr/>
    </dgm:pt>
    <dgm:pt modelId="{D186F506-5A4A-424B-A9EE-5F06AA0BA80B}" type="pres">
      <dgm:prSet presAssocID="{C54C1E54-A467-4FC5-93D8-840E856710A4}" presName="text" presStyleLbl="fgAcc0" presStyleIdx="3" presStyleCnt="5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F1BA918F-69E9-4166-A678-20227AFFBD5D}" type="pres">
      <dgm:prSet presAssocID="{C54C1E54-A467-4FC5-93D8-840E856710A4}" presName="hierChild2" presStyleCnt="0"/>
      <dgm:spPr/>
    </dgm:pt>
    <dgm:pt modelId="{58115082-A4CA-4CE4-B47D-7EA1EE3730BC}" type="pres">
      <dgm:prSet presAssocID="{5302A5C8-947B-45A7-BB8D-0B1BA93A96BA}" presName="Name10" presStyleLbl="parChTrans1D2" presStyleIdx="5" presStyleCnt="7"/>
      <dgm:spPr/>
      <dgm:t>
        <a:bodyPr/>
        <a:lstStyle/>
        <a:p>
          <a:endParaRPr lang="zh-CN" altLang="en-US"/>
        </a:p>
      </dgm:t>
    </dgm:pt>
    <dgm:pt modelId="{74D5F904-50E2-4661-9CD3-1825A6CEF148}" type="pres">
      <dgm:prSet presAssocID="{75131708-B26B-46FF-A909-BE9C23AB7DC9}" presName="hierRoot2" presStyleCnt="0"/>
      <dgm:spPr/>
    </dgm:pt>
    <dgm:pt modelId="{6B8717E8-5370-4CE2-B670-D513D7AE785C}" type="pres">
      <dgm:prSet presAssocID="{75131708-B26B-46FF-A909-BE9C23AB7DC9}" presName="composite2" presStyleCnt="0"/>
      <dgm:spPr/>
    </dgm:pt>
    <dgm:pt modelId="{A570000E-0346-47BF-BBA9-3ED4B4D31566}" type="pres">
      <dgm:prSet presAssocID="{75131708-B26B-46FF-A909-BE9C23AB7DC9}" presName="background2" presStyleLbl="node2" presStyleIdx="5" presStyleCnt="7"/>
      <dgm:spPr/>
    </dgm:pt>
    <dgm:pt modelId="{2CACA50B-C48D-47AD-A4C1-8F90185BB5C3}" type="pres">
      <dgm:prSet presAssocID="{75131708-B26B-46FF-A909-BE9C23AB7DC9}" presName="text2" presStyleLbl="fgAcc2" presStyleIdx="5" presStyleCnt="7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1D707BFA-7D27-4D7B-B031-0434A1593BB6}" type="pres">
      <dgm:prSet presAssocID="{75131708-B26B-46FF-A909-BE9C23AB7DC9}" presName="hierChild3" presStyleCnt="0"/>
      <dgm:spPr/>
    </dgm:pt>
    <dgm:pt modelId="{62BAFD11-B849-40BE-80E9-3E0DB6F55D41}" type="pres">
      <dgm:prSet presAssocID="{B146B176-A854-4D00-9D5E-75DA41F4CFAB}" presName="hierRoot1" presStyleCnt="0"/>
      <dgm:spPr/>
    </dgm:pt>
    <dgm:pt modelId="{9C669C12-B9E4-4222-9C5A-B36690FBD6EF}" type="pres">
      <dgm:prSet presAssocID="{B146B176-A854-4D00-9D5E-75DA41F4CFAB}" presName="composite" presStyleCnt="0"/>
      <dgm:spPr/>
    </dgm:pt>
    <dgm:pt modelId="{FC211F79-E5D2-45B4-A59E-3881D9218BE9}" type="pres">
      <dgm:prSet presAssocID="{B146B176-A854-4D00-9D5E-75DA41F4CFAB}" presName="background" presStyleLbl="node0" presStyleIdx="4" presStyleCnt="5"/>
      <dgm:spPr/>
    </dgm:pt>
    <dgm:pt modelId="{5227FBEA-5981-4E43-88FE-6B550209CC50}" type="pres">
      <dgm:prSet presAssocID="{B146B176-A854-4D00-9D5E-75DA41F4CFAB}" presName="text" presStyleLbl="fgAcc0" presStyleIdx="4" presStyleCnt="5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4002F44D-408C-411D-9D3E-8BAC7571AA75}" type="pres">
      <dgm:prSet presAssocID="{B146B176-A854-4D00-9D5E-75DA41F4CFAB}" presName="hierChild2" presStyleCnt="0"/>
      <dgm:spPr/>
    </dgm:pt>
    <dgm:pt modelId="{D301B10F-99CC-401B-8903-73C6877A972A}" type="pres">
      <dgm:prSet presAssocID="{D66D949B-EDF5-44C0-9449-BFCDB851202B}" presName="Name10" presStyleLbl="parChTrans1D2" presStyleIdx="6" presStyleCnt="7"/>
      <dgm:spPr/>
      <dgm:t>
        <a:bodyPr/>
        <a:lstStyle/>
        <a:p>
          <a:endParaRPr lang="zh-CN" altLang="en-US"/>
        </a:p>
      </dgm:t>
    </dgm:pt>
    <dgm:pt modelId="{6DA3CB2E-675A-4A6C-954B-6F6EBF5F8BB7}" type="pres">
      <dgm:prSet presAssocID="{A7F53D8B-2E54-4808-8235-E9EF65B049FB}" presName="hierRoot2" presStyleCnt="0"/>
      <dgm:spPr/>
    </dgm:pt>
    <dgm:pt modelId="{91322C0B-F293-47A8-B310-F6562E52EB67}" type="pres">
      <dgm:prSet presAssocID="{A7F53D8B-2E54-4808-8235-E9EF65B049FB}" presName="composite2" presStyleCnt="0"/>
      <dgm:spPr/>
    </dgm:pt>
    <dgm:pt modelId="{F1A2F6A3-8EFC-453D-888D-F343823D198A}" type="pres">
      <dgm:prSet presAssocID="{A7F53D8B-2E54-4808-8235-E9EF65B049FB}" presName="background2" presStyleLbl="node2" presStyleIdx="6" presStyleCnt="7"/>
      <dgm:spPr/>
    </dgm:pt>
    <dgm:pt modelId="{7D1892CC-6A94-49F3-B980-650D867D770F}" type="pres">
      <dgm:prSet presAssocID="{A7F53D8B-2E54-4808-8235-E9EF65B049FB}" presName="text2" presStyleLbl="fgAcc2" presStyleIdx="6" presStyleCnt="7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05CBE970-A54E-4246-ADA6-7B3CBD306899}" type="pres">
      <dgm:prSet presAssocID="{A7F53D8B-2E54-4808-8235-E9EF65B049FB}" presName="hierChild3" presStyleCnt="0"/>
      <dgm:spPr/>
    </dgm:pt>
  </dgm:ptLst>
  <dgm:cxnLst>
    <dgm:cxn modelId="{B3D54F2E-0846-4BCB-AD8E-19DE4AB75EAC}" type="presOf" srcId="{4B07B968-2C30-4942-A18D-EC8D561FCEF6}" destId="{42EF75DD-10A1-4D60-8536-A02214F442E7}" srcOrd="0" destOrd="0" presId="urn:microsoft.com/office/officeart/2005/8/layout/hierarchy1"/>
    <dgm:cxn modelId="{7B305C34-B283-4F70-8160-9794B25D7B30}" srcId="{4B07B968-2C30-4942-A18D-EC8D561FCEF6}" destId="{A6D70259-A35F-4F78-9C35-FA15F06714D8}" srcOrd="1" destOrd="0" parTransId="{D1C9C9AB-D5A6-4A74-A254-DEEFD5700ADB}" sibTransId="{6D49F307-445B-41F6-AA6A-35D7E66A3617}"/>
    <dgm:cxn modelId="{231830FF-602B-4D82-8F7E-A8E199DD0CB8}" srcId="{A6103D46-8351-49F4-A00E-84E0D53069E2}" destId="{4B07B968-2C30-4942-A18D-EC8D561FCEF6}" srcOrd="0" destOrd="0" parTransId="{280F6AC1-C0C4-438B-B3D4-B18EE9B05E38}" sibTransId="{AB558B99-BE41-49FA-A9A0-692B93FAFF6A}"/>
    <dgm:cxn modelId="{BF647D21-73EE-4286-B97B-E1E05CA695D2}" type="presOf" srcId="{D66D949B-EDF5-44C0-9449-BFCDB851202B}" destId="{D301B10F-99CC-401B-8903-73C6877A972A}" srcOrd="0" destOrd="0" presId="urn:microsoft.com/office/officeart/2005/8/layout/hierarchy1"/>
    <dgm:cxn modelId="{80F33924-AEBA-4188-B985-C84CC1B8D3EF}" srcId="{15848EB6-07E8-424D-B75D-50D6DA401F1D}" destId="{B61FC71C-3F0C-484C-B380-35A4CFF6E538}" srcOrd="0" destOrd="0" parTransId="{52F22A89-5AEA-41B3-AE71-B0C5CF3C318B}" sibTransId="{CFF8BA71-7CCD-4423-B0F2-A2FA087D63D6}"/>
    <dgm:cxn modelId="{53B71A1F-C1BA-4435-A810-4F3BA599E037}" type="presOf" srcId="{D1C9C9AB-D5A6-4A74-A254-DEEFD5700ADB}" destId="{207D381B-E7C1-4F4E-BA17-EEB52D2C8AA5}" srcOrd="0" destOrd="0" presId="urn:microsoft.com/office/officeart/2005/8/layout/hierarchy1"/>
    <dgm:cxn modelId="{3CB6703D-17D6-428F-9809-9E0D52C55742}" type="presOf" srcId="{B146B176-A854-4D00-9D5E-75DA41F4CFAB}" destId="{5227FBEA-5981-4E43-88FE-6B550209CC50}" srcOrd="0" destOrd="0" presId="urn:microsoft.com/office/officeart/2005/8/layout/hierarchy1"/>
    <dgm:cxn modelId="{1439D5E1-34DA-4552-8533-065F201C82D2}" srcId="{C54C1E54-A467-4FC5-93D8-840E856710A4}" destId="{75131708-B26B-46FF-A909-BE9C23AB7DC9}" srcOrd="0" destOrd="0" parTransId="{5302A5C8-947B-45A7-BB8D-0B1BA93A96BA}" sibTransId="{0C0189DE-61E9-463A-A399-FAD3E567EBB4}"/>
    <dgm:cxn modelId="{170AF606-CEE2-40E3-9C74-5724F1795E60}" type="presOf" srcId="{C54C1E54-A467-4FC5-93D8-840E856710A4}" destId="{D186F506-5A4A-424B-A9EE-5F06AA0BA80B}" srcOrd="0" destOrd="0" presId="urn:microsoft.com/office/officeart/2005/8/layout/hierarchy1"/>
    <dgm:cxn modelId="{3B951306-35BA-4EF6-B2DB-47B8BDE469E9}" type="presOf" srcId="{52F22A89-5AEA-41B3-AE71-B0C5CF3C318B}" destId="{0DA6DE38-DF7D-4E44-8EBE-E009179EC4ED}" srcOrd="0" destOrd="0" presId="urn:microsoft.com/office/officeart/2005/8/layout/hierarchy1"/>
    <dgm:cxn modelId="{7360207E-DBBF-47BC-B93F-7D713CD0A393}" type="presOf" srcId="{47FE0AC0-8D16-46A0-9749-0D9AF5F858F5}" destId="{A6AA4431-DB12-4083-A626-8AC3A49E8258}" srcOrd="0" destOrd="0" presId="urn:microsoft.com/office/officeart/2005/8/layout/hierarchy1"/>
    <dgm:cxn modelId="{CDA4E158-686E-4983-8972-178A37DBDCA9}" type="presOf" srcId="{15848EB6-07E8-424D-B75D-50D6DA401F1D}" destId="{5BBDFB4F-639C-47EB-BF60-3E940D208DB5}" srcOrd="0" destOrd="0" presId="urn:microsoft.com/office/officeart/2005/8/layout/hierarchy1"/>
    <dgm:cxn modelId="{CF5E1C6C-59AF-4C48-B0E3-18E65EC9AE5D}" srcId="{B146B176-A854-4D00-9D5E-75DA41F4CFAB}" destId="{A7F53D8B-2E54-4808-8235-E9EF65B049FB}" srcOrd="0" destOrd="0" parTransId="{D66D949B-EDF5-44C0-9449-BFCDB851202B}" sibTransId="{EFB2674C-5B85-46AD-9330-14EF2C43A5B7}"/>
    <dgm:cxn modelId="{39F79CC5-85FC-484D-933D-6CFD08E7B9B7}" type="presOf" srcId="{A6D70259-A35F-4F78-9C35-FA15F06714D8}" destId="{064BD57B-74EE-4A3D-AEF3-DAE8808DAD01}" srcOrd="0" destOrd="0" presId="urn:microsoft.com/office/officeart/2005/8/layout/hierarchy1"/>
    <dgm:cxn modelId="{027DCF98-AF83-4D1B-BE2B-28CD14F1403D}" srcId="{A6103D46-8351-49F4-A00E-84E0D53069E2}" destId="{E828AE3D-7151-4A92-B1D1-F3158216B4C2}" srcOrd="2" destOrd="0" parTransId="{4933F163-0309-41A3-8953-F719E3B0B4DD}" sibTransId="{E7011EB4-D44A-4BB0-A8A2-E9B09AA3EBD4}"/>
    <dgm:cxn modelId="{9BFC789E-CAB4-480A-921F-C0F7E760A092}" srcId="{A6103D46-8351-49F4-A00E-84E0D53069E2}" destId="{C54C1E54-A467-4FC5-93D8-840E856710A4}" srcOrd="3" destOrd="0" parTransId="{09C0D8B2-91AD-4B8B-89E0-D61753FA5B16}" sibTransId="{92E1CB41-A960-4C00-B425-E48B7DEF3274}"/>
    <dgm:cxn modelId="{584DA1B1-A9E3-43CA-B419-12131C979A4D}" type="presOf" srcId="{F3BBCA2F-D922-4F36-B595-BA5733BAC130}" destId="{E6672000-DA60-4F1F-92DC-F3630C6E5F1C}" srcOrd="0" destOrd="0" presId="urn:microsoft.com/office/officeart/2005/8/layout/hierarchy1"/>
    <dgm:cxn modelId="{B7CAFFA3-A8A8-4C60-B827-4F9D69FAEF04}" srcId="{4B07B968-2C30-4942-A18D-EC8D561FCEF6}" destId="{0DF59A6B-8766-4C2D-8EE5-C9D9A325379B}" srcOrd="0" destOrd="0" parTransId="{9664FCAC-0ACE-47E3-AA93-66B70DBD7E2D}" sibTransId="{63B209D0-E3BA-4803-A8A3-5167D4A0B388}"/>
    <dgm:cxn modelId="{EB0B2037-4527-4AEF-AECE-F218B2E181FA}" type="presOf" srcId="{0DF59A6B-8766-4C2D-8EE5-C9D9A325379B}" destId="{9D2D64FA-D755-481D-87DD-3F67BCE6968E}" srcOrd="0" destOrd="0" presId="urn:microsoft.com/office/officeart/2005/8/layout/hierarchy1"/>
    <dgm:cxn modelId="{999F5B3F-1876-487F-907F-13C85C2A7EA4}" type="presOf" srcId="{75131708-B26B-46FF-A909-BE9C23AB7DC9}" destId="{2CACA50B-C48D-47AD-A4C1-8F90185BB5C3}" srcOrd="0" destOrd="0" presId="urn:microsoft.com/office/officeart/2005/8/layout/hierarchy1"/>
    <dgm:cxn modelId="{5C7B9D7F-9E5C-43EA-A405-5E10500201CE}" type="presOf" srcId="{95334252-8C31-491E-AB7C-3B9077B2500D}" destId="{57F60057-18BE-49FB-B9D5-60CDE6C3EA6E}" srcOrd="0" destOrd="0" presId="urn:microsoft.com/office/officeart/2005/8/layout/hierarchy1"/>
    <dgm:cxn modelId="{2F1A037C-7640-45A5-A9B0-96D173D7233B}" srcId="{A6103D46-8351-49F4-A00E-84E0D53069E2}" destId="{15848EB6-07E8-424D-B75D-50D6DA401F1D}" srcOrd="1" destOrd="0" parTransId="{8AF5C19D-A5B2-456F-8316-A2FE9AE73403}" sibTransId="{2CE55218-A48F-4DF9-9DDF-151BB46F46F2}"/>
    <dgm:cxn modelId="{F954691E-9092-4386-B564-4495F0AD8AC5}" type="presOf" srcId="{5302A5C8-947B-45A7-BB8D-0B1BA93A96BA}" destId="{58115082-A4CA-4CE4-B47D-7EA1EE3730BC}" srcOrd="0" destOrd="0" presId="urn:microsoft.com/office/officeart/2005/8/layout/hierarchy1"/>
    <dgm:cxn modelId="{04C81E64-0A6A-4720-9A8B-C963CE06476C}" type="presOf" srcId="{A7F53D8B-2E54-4808-8235-E9EF65B049FB}" destId="{7D1892CC-6A94-49F3-B980-650D867D770F}" srcOrd="0" destOrd="0" presId="urn:microsoft.com/office/officeart/2005/8/layout/hierarchy1"/>
    <dgm:cxn modelId="{0A2C6F14-CB9B-44A7-A4AB-6824383E5F67}" srcId="{A6103D46-8351-49F4-A00E-84E0D53069E2}" destId="{B146B176-A854-4D00-9D5E-75DA41F4CFAB}" srcOrd="4" destOrd="0" parTransId="{6484A040-5F99-43F3-879D-E190B5FA8DE3}" sibTransId="{6B8BD219-9054-4F69-AF77-D907F53AE855}"/>
    <dgm:cxn modelId="{709EC9BF-DF33-499E-A5D7-FF1631C5154C}" type="presOf" srcId="{3FFD83EB-DC5B-4537-B36F-2BD8C77DB117}" destId="{09263CF3-86D9-486D-AE83-7D6A65B2A849}" srcOrd="0" destOrd="0" presId="urn:microsoft.com/office/officeart/2005/8/layout/hierarchy1"/>
    <dgm:cxn modelId="{10480B06-BB7C-4643-85B2-A1EC200D5144}" type="presOf" srcId="{B61FC71C-3F0C-484C-B380-35A4CFF6E538}" destId="{5F8E176C-A732-4013-9CA3-480B928FF365}" srcOrd="0" destOrd="0" presId="urn:microsoft.com/office/officeart/2005/8/layout/hierarchy1"/>
    <dgm:cxn modelId="{4B622F5D-037F-40EB-A152-DCA4A2A30F40}" type="presOf" srcId="{E828AE3D-7151-4A92-B1D1-F3158216B4C2}" destId="{25326BF6-D426-4849-96BC-21EB4C023D7E}" srcOrd="0" destOrd="0" presId="urn:microsoft.com/office/officeart/2005/8/layout/hierarchy1"/>
    <dgm:cxn modelId="{B5045928-2977-4558-8D1F-118AABAC57EF}" type="presOf" srcId="{A6103D46-8351-49F4-A00E-84E0D53069E2}" destId="{99D53A17-0282-442E-ABB7-42EE3C86F3DC}" srcOrd="0" destOrd="0" presId="urn:microsoft.com/office/officeart/2005/8/layout/hierarchy1"/>
    <dgm:cxn modelId="{7BA3DAAC-9413-4EB0-859E-2CC38470892B}" type="presOf" srcId="{9664FCAC-0ACE-47E3-AA93-66B70DBD7E2D}" destId="{D0A6F472-E56D-45FB-BFFA-CBAAAAF88CC6}" srcOrd="0" destOrd="0" presId="urn:microsoft.com/office/officeart/2005/8/layout/hierarchy1"/>
    <dgm:cxn modelId="{D0FC0454-9CD0-4A0A-8C76-BBC4F259A77D}" srcId="{15848EB6-07E8-424D-B75D-50D6DA401F1D}" destId="{47FE0AC0-8D16-46A0-9749-0D9AF5F858F5}" srcOrd="1" destOrd="0" parTransId="{3FFD83EB-DC5B-4537-B36F-2BD8C77DB117}" sibTransId="{0D821649-2CD9-42DC-9AFA-21981E722EAB}"/>
    <dgm:cxn modelId="{5600DB0F-0AF2-40A8-8E61-21B87BF04174}" srcId="{E828AE3D-7151-4A92-B1D1-F3158216B4C2}" destId="{F3BBCA2F-D922-4F36-B595-BA5733BAC130}" srcOrd="0" destOrd="0" parTransId="{95334252-8C31-491E-AB7C-3B9077B2500D}" sibTransId="{C82E02D0-8896-44EF-9837-8A9BDEE0612C}"/>
    <dgm:cxn modelId="{8D85390C-9C5B-4D6F-AE33-1EFCBD778A1C}" type="presParOf" srcId="{99D53A17-0282-442E-ABB7-42EE3C86F3DC}" destId="{B15D71D1-AF50-4F71-86D7-2E22806589B0}" srcOrd="0" destOrd="0" presId="urn:microsoft.com/office/officeart/2005/8/layout/hierarchy1"/>
    <dgm:cxn modelId="{7F87B953-2462-4658-9F6C-B174E8047173}" type="presParOf" srcId="{B15D71D1-AF50-4F71-86D7-2E22806589B0}" destId="{39CF98CD-7A4A-418A-9553-0E04A9CC1279}" srcOrd="0" destOrd="0" presId="urn:microsoft.com/office/officeart/2005/8/layout/hierarchy1"/>
    <dgm:cxn modelId="{F4574FE1-5E6E-4549-AD50-806FE5909728}" type="presParOf" srcId="{39CF98CD-7A4A-418A-9553-0E04A9CC1279}" destId="{6743EF83-417E-4A1D-93B9-E9C51D103401}" srcOrd="0" destOrd="0" presId="urn:microsoft.com/office/officeart/2005/8/layout/hierarchy1"/>
    <dgm:cxn modelId="{84160487-99AF-465E-8B30-476AA9929644}" type="presParOf" srcId="{39CF98CD-7A4A-418A-9553-0E04A9CC1279}" destId="{42EF75DD-10A1-4D60-8536-A02214F442E7}" srcOrd="1" destOrd="0" presId="urn:microsoft.com/office/officeart/2005/8/layout/hierarchy1"/>
    <dgm:cxn modelId="{4792F064-A7DF-4352-8812-D33CE57929AC}" type="presParOf" srcId="{B15D71D1-AF50-4F71-86D7-2E22806589B0}" destId="{7D70D73C-DF72-4CDB-A072-ADE2FE8BB7EE}" srcOrd="1" destOrd="0" presId="urn:microsoft.com/office/officeart/2005/8/layout/hierarchy1"/>
    <dgm:cxn modelId="{CA94CCCD-C180-4663-898E-20838ABD0877}" type="presParOf" srcId="{7D70D73C-DF72-4CDB-A072-ADE2FE8BB7EE}" destId="{D0A6F472-E56D-45FB-BFFA-CBAAAAF88CC6}" srcOrd="0" destOrd="0" presId="urn:microsoft.com/office/officeart/2005/8/layout/hierarchy1"/>
    <dgm:cxn modelId="{F44E837D-AC89-4303-A5AD-830BAD972D31}" type="presParOf" srcId="{7D70D73C-DF72-4CDB-A072-ADE2FE8BB7EE}" destId="{A0E055BB-00CB-49A3-9F85-A24C231DD086}" srcOrd="1" destOrd="0" presId="urn:microsoft.com/office/officeart/2005/8/layout/hierarchy1"/>
    <dgm:cxn modelId="{291DACBB-2F5A-41CA-B4F9-7F6453A80B33}" type="presParOf" srcId="{A0E055BB-00CB-49A3-9F85-A24C231DD086}" destId="{A10E1ED1-C336-4DB5-9C95-51FFED58979A}" srcOrd="0" destOrd="0" presId="urn:microsoft.com/office/officeart/2005/8/layout/hierarchy1"/>
    <dgm:cxn modelId="{3C1681EE-CBB9-4F8C-8CEE-F0ABDB4BAC0A}" type="presParOf" srcId="{A10E1ED1-C336-4DB5-9C95-51FFED58979A}" destId="{D8EB8E23-805B-40CB-8662-CF33E471B5CE}" srcOrd="0" destOrd="0" presId="urn:microsoft.com/office/officeart/2005/8/layout/hierarchy1"/>
    <dgm:cxn modelId="{39F0E4CA-0AE8-4E51-AC01-E50AB4908687}" type="presParOf" srcId="{A10E1ED1-C336-4DB5-9C95-51FFED58979A}" destId="{9D2D64FA-D755-481D-87DD-3F67BCE6968E}" srcOrd="1" destOrd="0" presId="urn:microsoft.com/office/officeart/2005/8/layout/hierarchy1"/>
    <dgm:cxn modelId="{2ECBB125-B44C-4C20-BE22-E86A420D4498}" type="presParOf" srcId="{A0E055BB-00CB-49A3-9F85-A24C231DD086}" destId="{112F595A-52EE-4E61-AC6B-BE8BF6B76F58}" srcOrd="1" destOrd="0" presId="urn:microsoft.com/office/officeart/2005/8/layout/hierarchy1"/>
    <dgm:cxn modelId="{A55F4414-E9AB-4FD6-BCEA-038EE6C27BCF}" type="presParOf" srcId="{7D70D73C-DF72-4CDB-A072-ADE2FE8BB7EE}" destId="{207D381B-E7C1-4F4E-BA17-EEB52D2C8AA5}" srcOrd="2" destOrd="0" presId="urn:microsoft.com/office/officeart/2005/8/layout/hierarchy1"/>
    <dgm:cxn modelId="{92FF53B8-A3B1-485F-A67A-91A746113891}" type="presParOf" srcId="{7D70D73C-DF72-4CDB-A072-ADE2FE8BB7EE}" destId="{EACBCC77-EBC2-4C38-873D-ED7E28776688}" srcOrd="3" destOrd="0" presId="urn:microsoft.com/office/officeart/2005/8/layout/hierarchy1"/>
    <dgm:cxn modelId="{BBD4F76F-6577-4707-85BD-1568046F2F63}" type="presParOf" srcId="{EACBCC77-EBC2-4C38-873D-ED7E28776688}" destId="{3CE5B7F0-4F49-44B5-A22D-0E51BD30B346}" srcOrd="0" destOrd="0" presId="urn:microsoft.com/office/officeart/2005/8/layout/hierarchy1"/>
    <dgm:cxn modelId="{094C8A13-6D39-4CC4-86D8-68FD287160AF}" type="presParOf" srcId="{3CE5B7F0-4F49-44B5-A22D-0E51BD30B346}" destId="{24273FF2-B74E-41A2-9B5B-6F2959F84AF1}" srcOrd="0" destOrd="0" presId="urn:microsoft.com/office/officeart/2005/8/layout/hierarchy1"/>
    <dgm:cxn modelId="{8E2B9AA6-D78E-4DEE-8106-239290D0D922}" type="presParOf" srcId="{3CE5B7F0-4F49-44B5-A22D-0E51BD30B346}" destId="{064BD57B-74EE-4A3D-AEF3-DAE8808DAD01}" srcOrd="1" destOrd="0" presId="urn:microsoft.com/office/officeart/2005/8/layout/hierarchy1"/>
    <dgm:cxn modelId="{4FFC39A1-EDA8-46B7-AFC0-2AAADA83BC7B}" type="presParOf" srcId="{EACBCC77-EBC2-4C38-873D-ED7E28776688}" destId="{9E89DD45-C6CE-46CE-A64D-E95255CF56C8}" srcOrd="1" destOrd="0" presId="urn:microsoft.com/office/officeart/2005/8/layout/hierarchy1"/>
    <dgm:cxn modelId="{2DEDC94E-DCA6-47E6-BD5E-708505B2A3C5}" type="presParOf" srcId="{99D53A17-0282-442E-ABB7-42EE3C86F3DC}" destId="{88E6CE53-CB3F-4D0F-8D20-10A14161BD7F}" srcOrd="1" destOrd="0" presId="urn:microsoft.com/office/officeart/2005/8/layout/hierarchy1"/>
    <dgm:cxn modelId="{C943160F-A27F-425C-B60F-4B01B1066FBD}" type="presParOf" srcId="{88E6CE53-CB3F-4D0F-8D20-10A14161BD7F}" destId="{566E63E7-E07D-4213-B4CD-69651D6B930D}" srcOrd="0" destOrd="0" presId="urn:microsoft.com/office/officeart/2005/8/layout/hierarchy1"/>
    <dgm:cxn modelId="{672644BA-4D41-40EF-851C-5C4D791C2D29}" type="presParOf" srcId="{566E63E7-E07D-4213-B4CD-69651D6B930D}" destId="{906309B8-9575-40BF-A9B7-997A108B81B9}" srcOrd="0" destOrd="0" presId="urn:microsoft.com/office/officeart/2005/8/layout/hierarchy1"/>
    <dgm:cxn modelId="{11D3CA10-F38B-4526-8038-51DAB9DBFBD4}" type="presParOf" srcId="{566E63E7-E07D-4213-B4CD-69651D6B930D}" destId="{5BBDFB4F-639C-47EB-BF60-3E940D208DB5}" srcOrd="1" destOrd="0" presId="urn:microsoft.com/office/officeart/2005/8/layout/hierarchy1"/>
    <dgm:cxn modelId="{C70DAC78-410C-4EBC-A9FD-8546D5693043}" type="presParOf" srcId="{88E6CE53-CB3F-4D0F-8D20-10A14161BD7F}" destId="{687A5525-1815-4529-AABF-6DCA974CE018}" srcOrd="1" destOrd="0" presId="urn:microsoft.com/office/officeart/2005/8/layout/hierarchy1"/>
    <dgm:cxn modelId="{DB68FF43-25A6-4BD6-ADE7-744A864641B8}" type="presParOf" srcId="{687A5525-1815-4529-AABF-6DCA974CE018}" destId="{0DA6DE38-DF7D-4E44-8EBE-E009179EC4ED}" srcOrd="0" destOrd="0" presId="urn:microsoft.com/office/officeart/2005/8/layout/hierarchy1"/>
    <dgm:cxn modelId="{D6F6B029-1C15-416A-B1AA-BD7181E698DF}" type="presParOf" srcId="{687A5525-1815-4529-AABF-6DCA974CE018}" destId="{1D2B3BDB-66B3-4173-AF7D-430A76ACD5C6}" srcOrd="1" destOrd="0" presId="urn:microsoft.com/office/officeart/2005/8/layout/hierarchy1"/>
    <dgm:cxn modelId="{39B582CC-16BF-4469-9F36-36C97807BCDC}" type="presParOf" srcId="{1D2B3BDB-66B3-4173-AF7D-430A76ACD5C6}" destId="{59F59626-3BF4-425D-8453-A1D840F5C5F0}" srcOrd="0" destOrd="0" presId="urn:microsoft.com/office/officeart/2005/8/layout/hierarchy1"/>
    <dgm:cxn modelId="{BB4C5FA1-7BF2-4DEE-84A7-BA0E9C29C163}" type="presParOf" srcId="{59F59626-3BF4-425D-8453-A1D840F5C5F0}" destId="{25CF8D01-1424-4D2C-A647-436F48AA6832}" srcOrd="0" destOrd="0" presId="urn:microsoft.com/office/officeart/2005/8/layout/hierarchy1"/>
    <dgm:cxn modelId="{616909B1-2A10-4478-9DC9-483B85AFA295}" type="presParOf" srcId="{59F59626-3BF4-425D-8453-A1D840F5C5F0}" destId="{5F8E176C-A732-4013-9CA3-480B928FF365}" srcOrd="1" destOrd="0" presId="urn:microsoft.com/office/officeart/2005/8/layout/hierarchy1"/>
    <dgm:cxn modelId="{1A45FC26-AD52-4189-AB93-EA72518D3644}" type="presParOf" srcId="{1D2B3BDB-66B3-4173-AF7D-430A76ACD5C6}" destId="{DE1B5E16-BF0F-4B14-A3DE-4461661E25E9}" srcOrd="1" destOrd="0" presId="urn:microsoft.com/office/officeart/2005/8/layout/hierarchy1"/>
    <dgm:cxn modelId="{E2E2CF39-97DF-448E-AB36-0D10E3E7CC59}" type="presParOf" srcId="{687A5525-1815-4529-AABF-6DCA974CE018}" destId="{09263CF3-86D9-486D-AE83-7D6A65B2A849}" srcOrd="2" destOrd="0" presId="urn:microsoft.com/office/officeart/2005/8/layout/hierarchy1"/>
    <dgm:cxn modelId="{882ECCC3-8131-4BCD-AB61-E4C3124A4FBD}" type="presParOf" srcId="{687A5525-1815-4529-AABF-6DCA974CE018}" destId="{79449367-B51A-4CA1-BDCA-3A60199C77C4}" srcOrd="3" destOrd="0" presId="urn:microsoft.com/office/officeart/2005/8/layout/hierarchy1"/>
    <dgm:cxn modelId="{B5690A18-B7A0-4907-B6F3-C91258728E61}" type="presParOf" srcId="{79449367-B51A-4CA1-BDCA-3A60199C77C4}" destId="{D7BBBFED-53B2-45EF-87C4-F6A6A51B74B7}" srcOrd="0" destOrd="0" presId="urn:microsoft.com/office/officeart/2005/8/layout/hierarchy1"/>
    <dgm:cxn modelId="{A619F45C-5FAE-4410-99C3-47FB4EEB53BE}" type="presParOf" srcId="{D7BBBFED-53B2-45EF-87C4-F6A6A51B74B7}" destId="{EF309740-7DC0-4E09-AF40-98F349F7D6A0}" srcOrd="0" destOrd="0" presId="urn:microsoft.com/office/officeart/2005/8/layout/hierarchy1"/>
    <dgm:cxn modelId="{EAF1963D-91FB-40A7-B6A1-596D285D5C6D}" type="presParOf" srcId="{D7BBBFED-53B2-45EF-87C4-F6A6A51B74B7}" destId="{A6AA4431-DB12-4083-A626-8AC3A49E8258}" srcOrd="1" destOrd="0" presId="urn:microsoft.com/office/officeart/2005/8/layout/hierarchy1"/>
    <dgm:cxn modelId="{24372ACE-0B1B-4172-8AE7-B4E4C66DB4BD}" type="presParOf" srcId="{79449367-B51A-4CA1-BDCA-3A60199C77C4}" destId="{1384EFBF-E853-47DD-BD2D-A60B6BA9B3BD}" srcOrd="1" destOrd="0" presId="urn:microsoft.com/office/officeart/2005/8/layout/hierarchy1"/>
    <dgm:cxn modelId="{8F404253-2EE0-43F5-9D04-4B4813FF5EE2}" type="presParOf" srcId="{99D53A17-0282-442E-ABB7-42EE3C86F3DC}" destId="{0F23DF5E-7E38-4547-A383-1EDE50E22EFF}" srcOrd="2" destOrd="0" presId="urn:microsoft.com/office/officeart/2005/8/layout/hierarchy1"/>
    <dgm:cxn modelId="{B18775A6-CDE4-472D-938B-AF8D668848C9}" type="presParOf" srcId="{0F23DF5E-7E38-4547-A383-1EDE50E22EFF}" destId="{86F7A8C8-8E95-4CAB-8AF3-BCFA6FE9DB28}" srcOrd="0" destOrd="0" presId="urn:microsoft.com/office/officeart/2005/8/layout/hierarchy1"/>
    <dgm:cxn modelId="{A4DB3396-4E6D-4C41-8652-815A4151BAA9}" type="presParOf" srcId="{86F7A8C8-8E95-4CAB-8AF3-BCFA6FE9DB28}" destId="{8AD1F819-4F7D-4F23-BFA2-5A5D7A3E337E}" srcOrd="0" destOrd="0" presId="urn:microsoft.com/office/officeart/2005/8/layout/hierarchy1"/>
    <dgm:cxn modelId="{931996A5-E893-451C-86F3-F3709D54A3F4}" type="presParOf" srcId="{86F7A8C8-8E95-4CAB-8AF3-BCFA6FE9DB28}" destId="{25326BF6-D426-4849-96BC-21EB4C023D7E}" srcOrd="1" destOrd="0" presId="urn:microsoft.com/office/officeart/2005/8/layout/hierarchy1"/>
    <dgm:cxn modelId="{7D639608-4376-4F79-88A7-80CCED9706CA}" type="presParOf" srcId="{0F23DF5E-7E38-4547-A383-1EDE50E22EFF}" destId="{92B144C8-7D35-4676-93EC-B66B37BA29F8}" srcOrd="1" destOrd="0" presId="urn:microsoft.com/office/officeart/2005/8/layout/hierarchy1"/>
    <dgm:cxn modelId="{FB8CC968-E717-4793-A45A-FB443EAD1CC1}" type="presParOf" srcId="{92B144C8-7D35-4676-93EC-B66B37BA29F8}" destId="{57F60057-18BE-49FB-B9D5-60CDE6C3EA6E}" srcOrd="0" destOrd="0" presId="urn:microsoft.com/office/officeart/2005/8/layout/hierarchy1"/>
    <dgm:cxn modelId="{1AC47C8C-382E-43D1-B289-EF8163467E0C}" type="presParOf" srcId="{92B144C8-7D35-4676-93EC-B66B37BA29F8}" destId="{35E68E41-F79F-409B-85A5-91D124C05FCF}" srcOrd="1" destOrd="0" presId="urn:microsoft.com/office/officeart/2005/8/layout/hierarchy1"/>
    <dgm:cxn modelId="{29EB1466-C30F-4B12-9F48-4CFEF3BC648F}" type="presParOf" srcId="{35E68E41-F79F-409B-85A5-91D124C05FCF}" destId="{B914537F-5C4A-4A8B-A82B-735E9DF4FE56}" srcOrd="0" destOrd="0" presId="urn:microsoft.com/office/officeart/2005/8/layout/hierarchy1"/>
    <dgm:cxn modelId="{51607382-A4B4-4DD7-A395-CE983BA3C20A}" type="presParOf" srcId="{B914537F-5C4A-4A8B-A82B-735E9DF4FE56}" destId="{4A6B9811-AC4D-4225-BABA-FAD18CDC9741}" srcOrd="0" destOrd="0" presId="urn:microsoft.com/office/officeart/2005/8/layout/hierarchy1"/>
    <dgm:cxn modelId="{74B6B262-F2E8-4492-B19A-4B2E7EA81997}" type="presParOf" srcId="{B914537F-5C4A-4A8B-A82B-735E9DF4FE56}" destId="{E6672000-DA60-4F1F-92DC-F3630C6E5F1C}" srcOrd="1" destOrd="0" presId="urn:microsoft.com/office/officeart/2005/8/layout/hierarchy1"/>
    <dgm:cxn modelId="{9FAFC979-EFD2-4995-A413-F12DEE795EB1}" type="presParOf" srcId="{35E68E41-F79F-409B-85A5-91D124C05FCF}" destId="{7CD440F1-C943-4687-9745-34E8324BC40D}" srcOrd="1" destOrd="0" presId="urn:microsoft.com/office/officeart/2005/8/layout/hierarchy1"/>
    <dgm:cxn modelId="{8FE563DC-BA16-4581-A251-36C5B88F9382}" type="presParOf" srcId="{99D53A17-0282-442E-ABB7-42EE3C86F3DC}" destId="{E51B8495-2C54-418C-8AE8-624CD1810047}" srcOrd="3" destOrd="0" presId="urn:microsoft.com/office/officeart/2005/8/layout/hierarchy1"/>
    <dgm:cxn modelId="{6BEB0F71-09E3-49E1-BF84-9EE0C5159CEB}" type="presParOf" srcId="{E51B8495-2C54-418C-8AE8-624CD1810047}" destId="{185F9A38-BCA5-45C0-B598-0120E0F9A19F}" srcOrd="0" destOrd="0" presId="urn:microsoft.com/office/officeart/2005/8/layout/hierarchy1"/>
    <dgm:cxn modelId="{6021588E-5D2E-4070-87D5-C89E038146EC}" type="presParOf" srcId="{185F9A38-BCA5-45C0-B598-0120E0F9A19F}" destId="{3AC90689-36B1-4C3A-9A44-4015D59A649A}" srcOrd="0" destOrd="0" presId="urn:microsoft.com/office/officeart/2005/8/layout/hierarchy1"/>
    <dgm:cxn modelId="{E5744755-9E09-4A58-9F68-B26D116DD948}" type="presParOf" srcId="{185F9A38-BCA5-45C0-B598-0120E0F9A19F}" destId="{D186F506-5A4A-424B-A9EE-5F06AA0BA80B}" srcOrd="1" destOrd="0" presId="urn:microsoft.com/office/officeart/2005/8/layout/hierarchy1"/>
    <dgm:cxn modelId="{4FA64E56-5B6B-49FC-AB71-8AE577197C83}" type="presParOf" srcId="{E51B8495-2C54-418C-8AE8-624CD1810047}" destId="{F1BA918F-69E9-4166-A678-20227AFFBD5D}" srcOrd="1" destOrd="0" presId="urn:microsoft.com/office/officeart/2005/8/layout/hierarchy1"/>
    <dgm:cxn modelId="{F07E2AD9-DD87-45AF-9742-3A555D6EC711}" type="presParOf" srcId="{F1BA918F-69E9-4166-A678-20227AFFBD5D}" destId="{58115082-A4CA-4CE4-B47D-7EA1EE3730BC}" srcOrd="0" destOrd="0" presId="urn:microsoft.com/office/officeart/2005/8/layout/hierarchy1"/>
    <dgm:cxn modelId="{D73D80D3-391D-4AB3-B6C4-4B161FC0648B}" type="presParOf" srcId="{F1BA918F-69E9-4166-A678-20227AFFBD5D}" destId="{74D5F904-50E2-4661-9CD3-1825A6CEF148}" srcOrd="1" destOrd="0" presId="urn:microsoft.com/office/officeart/2005/8/layout/hierarchy1"/>
    <dgm:cxn modelId="{AC1E3B5F-ADB7-4DCD-9D7B-581BE69FAB00}" type="presParOf" srcId="{74D5F904-50E2-4661-9CD3-1825A6CEF148}" destId="{6B8717E8-5370-4CE2-B670-D513D7AE785C}" srcOrd="0" destOrd="0" presId="urn:microsoft.com/office/officeart/2005/8/layout/hierarchy1"/>
    <dgm:cxn modelId="{31251947-190A-4B09-B14C-402D6FFD1BEE}" type="presParOf" srcId="{6B8717E8-5370-4CE2-B670-D513D7AE785C}" destId="{A570000E-0346-47BF-BBA9-3ED4B4D31566}" srcOrd="0" destOrd="0" presId="urn:microsoft.com/office/officeart/2005/8/layout/hierarchy1"/>
    <dgm:cxn modelId="{F5A0008B-D05C-4A4A-9F9E-C17634CD50B1}" type="presParOf" srcId="{6B8717E8-5370-4CE2-B670-D513D7AE785C}" destId="{2CACA50B-C48D-47AD-A4C1-8F90185BB5C3}" srcOrd="1" destOrd="0" presId="urn:microsoft.com/office/officeart/2005/8/layout/hierarchy1"/>
    <dgm:cxn modelId="{2A341ADD-5B40-4114-A6E3-998B74CB18CF}" type="presParOf" srcId="{74D5F904-50E2-4661-9CD3-1825A6CEF148}" destId="{1D707BFA-7D27-4D7B-B031-0434A1593BB6}" srcOrd="1" destOrd="0" presId="urn:microsoft.com/office/officeart/2005/8/layout/hierarchy1"/>
    <dgm:cxn modelId="{34F73919-D9C3-4CE3-BDDA-8B8AEEDB3AF9}" type="presParOf" srcId="{99D53A17-0282-442E-ABB7-42EE3C86F3DC}" destId="{62BAFD11-B849-40BE-80E9-3E0DB6F55D41}" srcOrd="4" destOrd="0" presId="urn:microsoft.com/office/officeart/2005/8/layout/hierarchy1"/>
    <dgm:cxn modelId="{25FC8CA6-857E-4AB1-B32C-5AF1E4109206}" type="presParOf" srcId="{62BAFD11-B849-40BE-80E9-3E0DB6F55D41}" destId="{9C669C12-B9E4-4222-9C5A-B36690FBD6EF}" srcOrd="0" destOrd="0" presId="urn:microsoft.com/office/officeart/2005/8/layout/hierarchy1"/>
    <dgm:cxn modelId="{CEF1F8B0-3D46-4E77-98DA-58FF33622B59}" type="presParOf" srcId="{9C669C12-B9E4-4222-9C5A-B36690FBD6EF}" destId="{FC211F79-E5D2-45B4-A59E-3881D9218BE9}" srcOrd="0" destOrd="0" presId="urn:microsoft.com/office/officeart/2005/8/layout/hierarchy1"/>
    <dgm:cxn modelId="{069B457F-8941-4930-88D2-3419DB76C050}" type="presParOf" srcId="{9C669C12-B9E4-4222-9C5A-B36690FBD6EF}" destId="{5227FBEA-5981-4E43-88FE-6B550209CC50}" srcOrd="1" destOrd="0" presId="urn:microsoft.com/office/officeart/2005/8/layout/hierarchy1"/>
    <dgm:cxn modelId="{5C758E72-4A7F-4C7E-B2C0-5B2C53A257F6}" type="presParOf" srcId="{62BAFD11-B849-40BE-80E9-3E0DB6F55D41}" destId="{4002F44D-408C-411D-9D3E-8BAC7571AA75}" srcOrd="1" destOrd="0" presId="urn:microsoft.com/office/officeart/2005/8/layout/hierarchy1"/>
    <dgm:cxn modelId="{54ABD584-499C-4B3C-9D94-C4EA3C071758}" type="presParOf" srcId="{4002F44D-408C-411D-9D3E-8BAC7571AA75}" destId="{D301B10F-99CC-401B-8903-73C6877A972A}" srcOrd="0" destOrd="0" presId="urn:microsoft.com/office/officeart/2005/8/layout/hierarchy1"/>
    <dgm:cxn modelId="{050466FC-D6C6-4065-B20D-256C15BC39CA}" type="presParOf" srcId="{4002F44D-408C-411D-9D3E-8BAC7571AA75}" destId="{6DA3CB2E-675A-4A6C-954B-6F6EBF5F8BB7}" srcOrd="1" destOrd="0" presId="urn:microsoft.com/office/officeart/2005/8/layout/hierarchy1"/>
    <dgm:cxn modelId="{C46123E4-AF93-4748-9AFD-64FD23F637B0}" type="presParOf" srcId="{6DA3CB2E-675A-4A6C-954B-6F6EBF5F8BB7}" destId="{91322C0B-F293-47A8-B310-F6562E52EB67}" srcOrd="0" destOrd="0" presId="urn:microsoft.com/office/officeart/2005/8/layout/hierarchy1"/>
    <dgm:cxn modelId="{2D0820C6-3121-43DB-B4F0-D7307BCF879B}" type="presParOf" srcId="{91322C0B-F293-47A8-B310-F6562E52EB67}" destId="{F1A2F6A3-8EFC-453D-888D-F343823D198A}" srcOrd="0" destOrd="0" presId="urn:microsoft.com/office/officeart/2005/8/layout/hierarchy1"/>
    <dgm:cxn modelId="{4C104A5D-01F4-4035-9BD9-02B5F6EDC9F6}" type="presParOf" srcId="{91322C0B-F293-47A8-B310-F6562E52EB67}" destId="{7D1892CC-6A94-49F3-B980-650D867D770F}" srcOrd="1" destOrd="0" presId="urn:microsoft.com/office/officeart/2005/8/layout/hierarchy1"/>
    <dgm:cxn modelId="{9B2485EA-ED57-4605-AA78-F8C42ADFA24F}" type="presParOf" srcId="{6DA3CB2E-675A-4A6C-954B-6F6EBF5F8BB7}" destId="{05CBE970-A54E-4246-ADA6-7B3CBD306899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85BCE0D-B3F1-4ED9-86B4-9B828EA57EEE}" type="doc">
      <dgm:prSet loTypeId="urn:microsoft.com/office/officeart/2005/8/layout/hierarchy2" loCatId="hierarchy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zh-CN" altLang="en-US"/>
        </a:p>
      </dgm:t>
    </dgm:pt>
    <dgm:pt modelId="{EF6D0FC2-DCCA-4E90-B9BE-D4D2595A1BE9}">
      <dgm:prSet phldrT="[文本]" custT="1"/>
      <dgm:spPr/>
      <dgm:t>
        <a:bodyPr/>
        <a:lstStyle/>
        <a:p>
          <a:r>
            <a:rPr lang="zh-CN" altLang="en-US" sz="1800" b="1" dirty="0" smtClean="0">
              <a:latin typeface="Times New Roman" pitchFamily="18" charset="0"/>
              <a:ea typeface="+mn-ea"/>
              <a:cs typeface="Times New Roman" pitchFamily="18" charset="0"/>
            </a:rPr>
            <a:t>工作模式</a:t>
          </a:r>
          <a:endParaRPr lang="zh-CN" altLang="en-US" sz="1800" b="1" dirty="0">
            <a:latin typeface="Times New Roman" pitchFamily="18" charset="0"/>
            <a:ea typeface="+mn-ea"/>
            <a:cs typeface="Times New Roman" pitchFamily="18" charset="0"/>
          </a:endParaRPr>
        </a:p>
      </dgm:t>
    </dgm:pt>
    <dgm:pt modelId="{7F0E9585-A592-48FC-841A-48DAEC0162A9}" type="parTrans" cxnId="{EAC59446-2496-40BE-9417-BE92D67F77F9}">
      <dgm:prSet/>
      <dgm:spPr/>
      <dgm:t>
        <a:bodyPr/>
        <a:lstStyle/>
        <a:p>
          <a:endParaRPr lang="zh-CN" altLang="en-US" sz="2800" b="1">
            <a:latin typeface="Times New Roman" pitchFamily="18" charset="0"/>
            <a:ea typeface="+mn-ea"/>
            <a:cs typeface="Times New Roman" pitchFamily="18" charset="0"/>
          </a:endParaRPr>
        </a:p>
      </dgm:t>
    </dgm:pt>
    <dgm:pt modelId="{76AC1D55-4957-4C6E-A1E8-720F34055DE0}" type="sibTrans" cxnId="{EAC59446-2496-40BE-9417-BE92D67F77F9}">
      <dgm:prSet/>
      <dgm:spPr/>
      <dgm:t>
        <a:bodyPr/>
        <a:lstStyle/>
        <a:p>
          <a:endParaRPr lang="zh-CN" altLang="en-US" sz="2800" b="1">
            <a:latin typeface="Times New Roman" pitchFamily="18" charset="0"/>
            <a:ea typeface="+mn-ea"/>
            <a:cs typeface="Times New Roman" pitchFamily="18" charset="0"/>
          </a:endParaRPr>
        </a:p>
      </dgm:t>
    </dgm:pt>
    <dgm:pt modelId="{8FC57A93-DAC3-43D0-B7E1-FBD7FCBA83FC}">
      <dgm:prSet phldrT="[文本]" custT="1"/>
      <dgm:spPr/>
      <dgm:t>
        <a:bodyPr/>
        <a:lstStyle/>
        <a:p>
          <a:r>
            <a:rPr lang="zh-CN" altLang="en-US" sz="2000" b="1" dirty="0" smtClean="0">
              <a:latin typeface="Times New Roman" pitchFamily="18" charset="0"/>
              <a:ea typeface="+mn-ea"/>
              <a:cs typeface="Times New Roman" pitchFamily="18" charset="0"/>
            </a:rPr>
            <a:t>推挽输出</a:t>
          </a:r>
          <a:endParaRPr lang="zh-CN" altLang="en-US" sz="2000" b="1" dirty="0">
            <a:latin typeface="Times New Roman" pitchFamily="18" charset="0"/>
            <a:ea typeface="+mn-ea"/>
            <a:cs typeface="Times New Roman" pitchFamily="18" charset="0"/>
          </a:endParaRPr>
        </a:p>
      </dgm:t>
    </dgm:pt>
    <dgm:pt modelId="{94DAFAD9-1AC6-478C-B8A5-0B7909FA7D40}" type="parTrans" cxnId="{BAD287BA-A7C5-4DE0-81D5-666BEF09D155}">
      <dgm:prSet custT="1"/>
      <dgm:spPr/>
      <dgm:t>
        <a:bodyPr/>
        <a:lstStyle/>
        <a:p>
          <a:endParaRPr lang="zh-CN" altLang="en-US" sz="800" b="1">
            <a:latin typeface="Times New Roman" pitchFamily="18" charset="0"/>
            <a:ea typeface="+mn-ea"/>
            <a:cs typeface="Times New Roman" pitchFamily="18" charset="0"/>
          </a:endParaRPr>
        </a:p>
      </dgm:t>
    </dgm:pt>
    <dgm:pt modelId="{CE6A9587-4080-4E98-A86E-65849AE14358}" type="sibTrans" cxnId="{BAD287BA-A7C5-4DE0-81D5-666BEF09D155}">
      <dgm:prSet/>
      <dgm:spPr/>
      <dgm:t>
        <a:bodyPr/>
        <a:lstStyle/>
        <a:p>
          <a:endParaRPr lang="zh-CN" altLang="en-US" sz="2800" b="1">
            <a:latin typeface="Times New Roman" pitchFamily="18" charset="0"/>
            <a:ea typeface="+mn-ea"/>
            <a:cs typeface="Times New Roman" pitchFamily="18" charset="0"/>
          </a:endParaRPr>
        </a:p>
      </dgm:t>
    </dgm:pt>
    <dgm:pt modelId="{90C3B4F1-2288-4047-8A96-91AA04A2E9FF}">
      <dgm:prSet phldrT="[文本]" custT="1"/>
      <dgm:spPr/>
      <dgm:t>
        <a:bodyPr/>
        <a:lstStyle/>
        <a:p>
          <a:r>
            <a:rPr lang="en-US" altLang="zh-CN" sz="1800" b="1" dirty="0" smtClean="0">
              <a:latin typeface="Times New Roman" pitchFamily="18" charset="0"/>
              <a:ea typeface="+mn-ea"/>
              <a:cs typeface="Times New Roman" pitchFamily="18" charset="0"/>
            </a:rPr>
            <a:t>4</a:t>
          </a:r>
          <a:r>
            <a:rPr lang="zh-CN" altLang="zh-CN" sz="1800" b="1" dirty="0" smtClean="0">
              <a:latin typeface="Times New Roman" pitchFamily="18" charset="0"/>
              <a:ea typeface="+mn-ea"/>
              <a:cs typeface="Times New Roman" pitchFamily="18" charset="0"/>
            </a:rPr>
            <a:t>种输入模式</a:t>
          </a:r>
          <a:endParaRPr lang="zh-CN" altLang="en-US" sz="1800" b="1" dirty="0">
            <a:latin typeface="Times New Roman" pitchFamily="18" charset="0"/>
            <a:ea typeface="+mn-ea"/>
            <a:cs typeface="Times New Roman" pitchFamily="18" charset="0"/>
          </a:endParaRPr>
        </a:p>
      </dgm:t>
    </dgm:pt>
    <dgm:pt modelId="{984A18FC-DB23-4CA9-82E4-5E6AF2228040}" type="parTrans" cxnId="{9F6A8129-E258-4D2B-B5EF-0607DDE2C8ED}">
      <dgm:prSet custT="1"/>
      <dgm:spPr/>
      <dgm:t>
        <a:bodyPr/>
        <a:lstStyle/>
        <a:p>
          <a:endParaRPr lang="zh-CN" altLang="en-US" sz="800" b="1">
            <a:latin typeface="Times New Roman" pitchFamily="18" charset="0"/>
            <a:ea typeface="+mn-ea"/>
            <a:cs typeface="Times New Roman" pitchFamily="18" charset="0"/>
          </a:endParaRPr>
        </a:p>
      </dgm:t>
    </dgm:pt>
    <dgm:pt modelId="{2F320638-8F23-49C0-A2B3-13A1C8E85DF4}" type="sibTrans" cxnId="{9F6A8129-E258-4D2B-B5EF-0607DDE2C8ED}">
      <dgm:prSet/>
      <dgm:spPr/>
      <dgm:t>
        <a:bodyPr/>
        <a:lstStyle/>
        <a:p>
          <a:endParaRPr lang="zh-CN" altLang="en-US" sz="2800" b="1">
            <a:latin typeface="Times New Roman" pitchFamily="18" charset="0"/>
            <a:ea typeface="+mn-ea"/>
            <a:cs typeface="Times New Roman" pitchFamily="18" charset="0"/>
          </a:endParaRPr>
        </a:p>
      </dgm:t>
    </dgm:pt>
    <dgm:pt modelId="{533D77A1-45DA-4F08-B713-91DB5B626400}">
      <dgm:prSet custT="1"/>
      <dgm:spPr/>
      <dgm:t>
        <a:bodyPr/>
        <a:lstStyle/>
        <a:p>
          <a:r>
            <a:rPr lang="zh-CN" altLang="zh-CN" sz="2000" b="1" dirty="0" smtClean="0">
              <a:latin typeface="Times New Roman" pitchFamily="18" charset="0"/>
              <a:ea typeface="+mn-ea"/>
              <a:cs typeface="Times New Roman" pitchFamily="18" charset="0"/>
            </a:rPr>
            <a:t>开漏输出</a:t>
          </a:r>
          <a:endParaRPr lang="zh-CN" altLang="zh-CN" sz="2000" b="1" dirty="0">
            <a:latin typeface="Times New Roman" pitchFamily="18" charset="0"/>
            <a:ea typeface="+mn-ea"/>
            <a:cs typeface="Times New Roman" pitchFamily="18" charset="0"/>
          </a:endParaRPr>
        </a:p>
      </dgm:t>
    </dgm:pt>
    <dgm:pt modelId="{BB76E9ED-E02B-41A6-A06A-72898EDA8D87}" type="parTrans" cxnId="{25E9A623-941D-4E43-97FA-17E9E123A312}">
      <dgm:prSet custT="1"/>
      <dgm:spPr/>
      <dgm:t>
        <a:bodyPr/>
        <a:lstStyle/>
        <a:p>
          <a:endParaRPr lang="zh-CN" altLang="en-US" sz="800" b="1">
            <a:latin typeface="Times New Roman" pitchFamily="18" charset="0"/>
            <a:ea typeface="+mn-ea"/>
            <a:cs typeface="Times New Roman" pitchFamily="18" charset="0"/>
          </a:endParaRPr>
        </a:p>
      </dgm:t>
    </dgm:pt>
    <dgm:pt modelId="{6C85159D-F9AD-4D62-98B4-CB43160DECDB}" type="sibTrans" cxnId="{25E9A623-941D-4E43-97FA-17E9E123A312}">
      <dgm:prSet/>
      <dgm:spPr/>
      <dgm:t>
        <a:bodyPr/>
        <a:lstStyle/>
        <a:p>
          <a:endParaRPr lang="zh-CN" altLang="en-US" sz="2800" b="1">
            <a:latin typeface="Times New Roman" pitchFamily="18" charset="0"/>
            <a:ea typeface="+mn-ea"/>
            <a:cs typeface="Times New Roman" pitchFamily="18" charset="0"/>
          </a:endParaRPr>
        </a:p>
      </dgm:t>
    </dgm:pt>
    <dgm:pt modelId="{49E3DF59-8BF9-48D0-8C47-6772629B080C}">
      <dgm:prSet custT="1"/>
      <dgm:spPr/>
      <dgm:t>
        <a:bodyPr/>
        <a:lstStyle/>
        <a:p>
          <a:r>
            <a:rPr lang="zh-CN" altLang="zh-CN" sz="2000" b="1" dirty="0" smtClean="0">
              <a:latin typeface="Times New Roman" pitchFamily="18" charset="0"/>
              <a:ea typeface="+mn-ea"/>
              <a:cs typeface="Times New Roman" pitchFamily="18" charset="0"/>
            </a:rPr>
            <a:t>复用推挽输出</a:t>
          </a:r>
          <a:endParaRPr lang="zh-CN" altLang="zh-CN" sz="2000" b="1" dirty="0">
            <a:latin typeface="Times New Roman" pitchFamily="18" charset="0"/>
            <a:ea typeface="+mn-ea"/>
            <a:cs typeface="Times New Roman" pitchFamily="18" charset="0"/>
          </a:endParaRPr>
        </a:p>
      </dgm:t>
    </dgm:pt>
    <dgm:pt modelId="{FFC4C620-7C0E-48ED-A734-C75E7BAB1BDF}" type="parTrans" cxnId="{B94F6B35-D106-4B9B-BA4F-A2E487C4C8B9}">
      <dgm:prSet custT="1"/>
      <dgm:spPr/>
      <dgm:t>
        <a:bodyPr/>
        <a:lstStyle/>
        <a:p>
          <a:endParaRPr lang="zh-CN" altLang="en-US" sz="800" b="1">
            <a:latin typeface="Times New Roman" pitchFamily="18" charset="0"/>
            <a:ea typeface="+mn-ea"/>
            <a:cs typeface="Times New Roman" pitchFamily="18" charset="0"/>
          </a:endParaRPr>
        </a:p>
      </dgm:t>
    </dgm:pt>
    <dgm:pt modelId="{B725D028-C572-4E05-955B-5903FBFFA2EC}" type="sibTrans" cxnId="{B94F6B35-D106-4B9B-BA4F-A2E487C4C8B9}">
      <dgm:prSet/>
      <dgm:spPr/>
      <dgm:t>
        <a:bodyPr/>
        <a:lstStyle/>
        <a:p>
          <a:endParaRPr lang="zh-CN" altLang="en-US" sz="2800" b="1">
            <a:latin typeface="Times New Roman" pitchFamily="18" charset="0"/>
            <a:ea typeface="+mn-ea"/>
            <a:cs typeface="Times New Roman" pitchFamily="18" charset="0"/>
          </a:endParaRPr>
        </a:p>
      </dgm:t>
    </dgm:pt>
    <dgm:pt modelId="{5E3BAFBB-E99F-4511-B4DA-E5F049CEC2DF}">
      <dgm:prSet custT="1"/>
      <dgm:spPr/>
      <dgm:t>
        <a:bodyPr/>
        <a:lstStyle/>
        <a:p>
          <a:r>
            <a:rPr lang="en-US" altLang="zh-CN" sz="1800" b="1" dirty="0" smtClean="0">
              <a:latin typeface="Times New Roman" pitchFamily="18" charset="0"/>
              <a:ea typeface="+mn-ea"/>
              <a:cs typeface="Times New Roman" pitchFamily="18" charset="0"/>
            </a:rPr>
            <a:t> </a:t>
          </a:r>
          <a:r>
            <a:rPr lang="zh-CN" altLang="zh-CN" sz="1800" b="1" dirty="0" smtClean="0">
              <a:latin typeface="Times New Roman" pitchFamily="18" charset="0"/>
              <a:ea typeface="+mn-ea"/>
              <a:cs typeface="Times New Roman" pitchFamily="18" charset="0"/>
            </a:rPr>
            <a:t>复用开漏输出</a:t>
          </a:r>
          <a:endParaRPr lang="zh-CN" altLang="zh-CN" sz="1800" b="1" dirty="0">
            <a:latin typeface="Times New Roman" pitchFamily="18" charset="0"/>
            <a:ea typeface="+mn-ea"/>
            <a:cs typeface="Times New Roman" pitchFamily="18" charset="0"/>
          </a:endParaRPr>
        </a:p>
      </dgm:t>
    </dgm:pt>
    <dgm:pt modelId="{CE1E6930-E923-4EFB-8634-95E59426B8A4}" type="parTrans" cxnId="{1A9B420F-EBC5-4945-A249-36E6977ECC88}">
      <dgm:prSet custT="1"/>
      <dgm:spPr/>
      <dgm:t>
        <a:bodyPr/>
        <a:lstStyle/>
        <a:p>
          <a:endParaRPr lang="zh-CN" altLang="en-US" sz="800" b="1">
            <a:latin typeface="Times New Roman" pitchFamily="18" charset="0"/>
            <a:ea typeface="+mn-ea"/>
            <a:cs typeface="Times New Roman" pitchFamily="18" charset="0"/>
          </a:endParaRPr>
        </a:p>
      </dgm:t>
    </dgm:pt>
    <dgm:pt modelId="{6322FFF1-C1D0-4651-9159-8DF073F1C412}" type="sibTrans" cxnId="{1A9B420F-EBC5-4945-A249-36E6977ECC88}">
      <dgm:prSet/>
      <dgm:spPr/>
      <dgm:t>
        <a:bodyPr/>
        <a:lstStyle/>
        <a:p>
          <a:endParaRPr lang="zh-CN" altLang="en-US" sz="2800" b="1">
            <a:latin typeface="Times New Roman" pitchFamily="18" charset="0"/>
            <a:ea typeface="+mn-ea"/>
            <a:cs typeface="Times New Roman" pitchFamily="18" charset="0"/>
          </a:endParaRPr>
        </a:p>
      </dgm:t>
    </dgm:pt>
    <dgm:pt modelId="{04EA0133-B423-40B5-8B06-8280F90E0BCE}">
      <dgm:prSet phldrT="[文本]" custT="1"/>
      <dgm:spPr/>
      <dgm:t>
        <a:bodyPr/>
        <a:lstStyle/>
        <a:p>
          <a:r>
            <a:rPr lang="en-US" altLang="zh-CN" sz="1800" b="1" dirty="0" smtClean="0">
              <a:latin typeface="Times New Roman" pitchFamily="18" charset="0"/>
              <a:ea typeface="+mn-ea"/>
              <a:cs typeface="Times New Roman" pitchFamily="18" charset="0"/>
            </a:rPr>
            <a:t>4</a:t>
          </a:r>
          <a:r>
            <a:rPr lang="zh-CN" altLang="zh-CN" sz="1800" b="1" dirty="0" smtClean="0">
              <a:latin typeface="Times New Roman" pitchFamily="18" charset="0"/>
              <a:ea typeface="+mn-ea"/>
              <a:cs typeface="Times New Roman" pitchFamily="18" charset="0"/>
            </a:rPr>
            <a:t>种输出模式</a:t>
          </a:r>
          <a:endParaRPr lang="zh-CN" altLang="en-US" sz="1800" b="1" dirty="0">
            <a:latin typeface="Times New Roman" pitchFamily="18" charset="0"/>
            <a:ea typeface="+mn-ea"/>
            <a:cs typeface="Times New Roman" pitchFamily="18" charset="0"/>
          </a:endParaRPr>
        </a:p>
      </dgm:t>
    </dgm:pt>
    <dgm:pt modelId="{9A095E81-15C2-42A6-B9C9-57AB48F31A00}" type="parTrans" cxnId="{D229D405-0232-408B-9D4A-C3493EB3F4FA}">
      <dgm:prSet custT="1"/>
      <dgm:spPr/>
      <dgm:t>
        <a:bodyPr/>
        <a:lstStyle/>
        <a:p>
          <a:endParaRPr lang="zh-CN" altLang="en-US" sz="800" b="1">
            <a:latin typeface="Times New Roman" pitchFamily="18" charset="0"/>
            <a:ea typeface="+mn-ea"/>
            <a:cs typeface="Times New Roman" pitchFamily="18" charset="0"/>
          </a:endParaRPr>
        </a:p>
      </dgm:t>
    </dgm:pt>
    <dgm:pt modelId="{99E1223A-2205-4F82-8C1A-687793848E8B}" type="sibTrans" cxnId="{D229D405-0232-408B-9D4A-C3493EB3F4FA}">
      <dgm:prSet/>
      <dgm:spPr/>
      <dgm:t>
        <a:bodyPr/>
        <a:lstStyle/>
        <a:p>
          <a:endParaRPr lang="zh-CN" altLang="en-US" sz="2800" b="1">
            <a:latin typeface="Times New Roman" pitchFamily="18" charset="0"/>
            <a:ea typeface="+mn-ea"/>
            <a:cs typeface="Times New Roman" pitchFamily="18" charset="0"/>
          </a:endParaRPr>
        </a:p>
      </dgm:t>
    </dgm:pt>
    <dgm:pt modelId="{EFD1B558-D25F-47EA-B6DE-BAE476DC11EE}">
      <dgm:prSet custT="1"/>
      <dgm:spPr/>
      <dgm:t>
        <a:bodyPr/>
        <a:lstStyle/>
        <a:p>
          <a:r>
            <a:rPr lang="zh-CN" altLang="zh-CN" sz="1800" b="1" dirty="0" smtClean="0">
              <a:latin typeface="Times New Roman" pitchFamily="18" charset="0"/>
              <a:ea typeface="+mn-ea"/>
              <a:cs typeface="Times New Roman" pitchFamily="18" charset="0"/>
            </a:rPr>
            <a:t>上拉输入</a:t>
          </a:r>
          <a:endParaRPr lang="zh-CN" altLang="zh-CN" sz="1800" b="1" dirty="0">
            <a:latin typeface="Times New Roman" pitchFamily="18" charset="0"/>
            <a:ea typeface="+mn-ea"/>
            <a:cs typeface="Times New Roman" pitchFamily="18" charset="0"/>
          </a:endParaRPr>
        </a:p>
      </dgm:t>
    </dgm:pt>
    <dgm:pt modelId="{231157A0-C5A3-4203-89DC-64010445A915}" type="parTrans" cxnId="{D35C1530-3170-42EC-A9EF-AA87A59B6080}">
      <dgm:prSet custT="1"/>
      <dgm:spPr/>
      <dgm:t>
        <a:bodyPr/>
        <a:lstStyle/>
        <a:p>
          <a:endParaRPr lang="zh-CN" altLang="en-US" sz="800" b="1">
            <a:latin typeface="Times New Roman" pitchFamily="18" charset="0"/>
            <a:ea typeface="+mn-ea"/>
            <a:cs typeface="Times New Roman" pitchFamily="18" charset="0"/>
          </a:endParaRPr>
        </a:p>
      </dgm:t>
    </dgm:pt>
    <dgm:pt modelId="{04DD94DB-AD55-44D6-ABEC-7AA4D0ECCA42}" type="sibTrans" cxnId="{D35C1530-3170-42EC-A9EF-AA87A59B6080}">
      <dgm:prSet/>
      <dgm:spPr/>
      <dgm:t>
        <a:bodyPr/>
        <a:lstStyle/>
        <a:p>
          <a:endParaRPr lang="zh-CN" altLang="en-US" sz="2800" b="1">
            <a:latin typeface="Times New Roman" pitchFamily="18" charset="0"/>
            <a:ea typeface="+mn-ea"/>
            <a:cs typeface="Times New Roman" pitchFamily="18" charset="0"/>
          </a:endParaRPr>
        </a:p>
      </dgm:t>
    </dgm:pt>
    <dgm:pt modelId="{4B78A2C6-3EB3-49D4-8387-5AA0C9185003}">
      <dgm:prSet custT="1"/>
      <dgm:spPr/>
      <dgm:t>
        <a:bodyPr/>
        <a:lstStyle/>
        <a:p>
          <a:r>
            <a:rPr lang="zh-CN" altLang="zh-CN" sz="1800" b="1" dirty="0" smtClean="0">
              <a:latin typeface="Times New Roman" pitchFamily="18" charset="0"/>
              <a:ea typeface="+mn-ea"/>
              <a:cs typeface="Times New Roman" pitchFamily="18" charset="0"/>
            </a:rPr>
            <a:t>下拉输入</a:t>
          </a:r>
          <a:endParaRPr lang="zh-CN" altLang="zh-CN" sz="1800" b="1" dirty="0">
            <a:latin typeface="Times New Roman" pitchFamily="18" charset="0"/>
            <a:ea typeface="+mn-ea"/>
            <a:cs typeface="Times New Roman" pitchFamily="18" charset="0"/>
          </a:endParaRPr>
        </a:p>
      </dgm:t>
    </dgm:pt>
    <dgm:pt modelId="{D0F690C1-ED97-4946-8E98-439F190AA9C1}" type="parTrans" cxnId="{5E4A1F73-F2A0-4CC3-819D-0006C62FF3BF}">
      <dgm:prSet custT="1"/>
      <dgm:spPr/>
      <dgm:t>
        <a:bodyPr/>
        <a:lstStyle/>
        <a:p>
          <a:endParaRPr lang="zh-CN" altLang="en-US" sz="800" b="1">
            <a:latin typeface="Times New Roman" pitchFamily="18" charset="0"/>
            <a:ea typeface="+mn-ea"/>
            <a:cs typeface="Times New Roman" pitchFamily="18" charset="0"/>
          </a:endParaRPr>
        </a:p>
      </dgm:t>
    </dgm:pt>
    <dgm:pt modelId="{0C411DA9-3290-42DA-B31A-D1F525266DF5}" type="sibTrans" cxnId="{5E4A1F73-F2A0-4CC3-819D-0006C62FF3BF}">
      <dgm:prSet/>
      <dgm:spPr/>
      <dgm:t>
        <a:bodyPr/>
        <a:lstStyle/>
        <a:p>
          <a:endParaRPr lang="zh-CN" altLang="en-US" sz="2800" b="1">
            <a:latin typeface="Times New Roman" pitchFamily="18" charset="0"/>
            <a:ea typeface="+mn-ea"/>
            <a:cs typeface="Times New Roman" pitchFamily="18" charset="0"/>
          </a:endParaRPr>
        </a:p>
      </dgm:t>
    </dgm:pt>
    <dgm:pt modelId="{329A92E9-6060-465F-B0F9-3739F3D990AD}">
      <dgm:prSet custT="1"/>
      <dgm:spPr/>
      <dgm:t>
        <a:bodyPr/>
        <a:lstStyle/>
        <a:p>
          <a:r>
            <a:rPr lang="zh-CN" altLang="zh-CN" sz="1800" b="1" dirty="0" smtClean="0">
              <a:latin typeface="Times New Roman" pitchFamily="18" charset="0"/>
              <a:ea typeface="+mn-ea"/>
              <a:cs typeface="Times New Roman" pitchFamily="18" charset="0"/>
            </a:rPr>
            <a:t>模拟输入</a:t>
          </a:r>
          <a:endParaRPr lang="zh-CN" altLang="zh-CN" sz="1800" b="1" dirty="0">
            <a:latin typeface="Times New Roman" pitchFamily="18" charset="0"/>
            <a:ea typeface="+mn-ea"/>
            <a:cs typeface="Times New Roman" pitchFamily="18" charset="0"/>
          </a:endParaRPr>
        </a:p>
      </dgm:t>
    </dgm:pt>
    <dgm:pt modelId="{277ABC6B-0A8D-4256-BD47-CF548DB230F9}" type="parTrans" cxnId="{3FE2230B-93CB-4CC6-A113-B7D5A94C15F2}">
      <dgm:prSet custT="1"/>
      <dgm:spPr/>
      <dgm:t>
        <a:bodyPr/>
        <a:lstStyle/>
        <a:p>
          <a:endParaRPr lang="zh-CN" altLang="en-US" sz="800" b="1">
            <a:latin typeface="Times New Roman" pitchFamily="18" charset="0"/>
            <a:ea typeface="+mn-ea"/>
            <a:cs typeface="Times New Roman" pitchFamily="18" charset="0"/>
          </a:endParaRPr>
        </a:p>
      </dgm:t>
    </dgm:pt>
    <dgm:pt modelId="{D2A226E7-66F7-4203-AC6C-013BD98A24BF}" type="sibTrans" cxnId="{3FE2230B-93CB-4CC6-A113-B7D5A94C15F2}">
      <dgm:prSet/>
      <dgm:spPr/>
      <dgm:t>
        <a:bodyPr/>
        <a:lstStyle/>
        <a:p>
          <a:endParaRPr lang="zh-CN" altLang="en-US" sz="2800" b="1">
            <a:latin typeface="Times New Roman" pitchFamily="18" charset="0"/>
            <a:ea typeface="+mn-ea"/>
            <a:cs typeface="Times New Roman" pitchFamily="18" charset="0"/>
          </a:endParaRPr>
        </a:p>
      </dgm:t>
    </dgm:pt>
    <dgm:pt modelId="{3D0B63D1-A2BA-4B17-96C7-8472AE7F56F8}">
      <dgm:prSet custT="1"/>
      <dgm:spPr/>
      <dgm:t>
        <a:bodyPr/>
        <a:lstStyle/>
        <a:p>
          <a:r>
            <a:rPr lang="zh-CN" altLang="zh-CN" sz="1800" b="1" dirty="0" smtClean="0">
              <a:latin typeface="Times New Roman" pitchFamily="18" charset="0"/>
              <a:ea typeface="+mn-ea"/>
              <a:cs typeface="Times New Roman" pitchFamily="18" charset="0"/>
            </a:rPr>
            <a:t>浮空输入</a:t>
          </a:r>
          <a:endParaRPr lang="zh-CN" altLang="zh-CN" sz="1800" b="1" dirty="0">
            <a:latin typeface="Times New Roman" pitchFamily="18" charset="0"/>
            <a:ea typeface="+mn-ea"/>
            <a:cs typeface="Times New Roman" pitchFamily="18" charset="0"/>
          </a:endParaRPr>
        </a:p>
      </dgm:t>
    </dgm:pt>
    <dgm:pt modelId="{59679FD3-4E73-4898-ADA9-77852092AF50}" type="parTrans" cxnId="{85B39EEF-62CB-47EB-AB66-B971F8298985}">
      <dgm:prSet custT="1"/>
      <dgm:spPr/>
      <dgm:t>
        <a:bodyPr/>
        <a:lstStyle/>
        <a:p>
          <a:endParaRPr lang="zh-CN" altLang="en-US" sz="800" b="1">
            <a:latin typeface="Times New Roman" pitchFamily="18" charset="0"/>
            <a:ea typeface="+mn-ea"/>
            <a:cs typeface="Times New Roman" pitchFamily="18" charset="0"/>
          </a:endParaRPr>
        </a:p>
      </dgm:t>
    </dgm:pt>
    <dgm:pt modelId="{26EA8911-8ECE-43F7-B4C5-70D0AAFAC3F2}" type="sibTrans" cxnId="{85B39EEF-62CB-47EB-AB66-B971F8298985}">
      <dgm:prSet/>
      <dgm:spPr/>
      <dgm:t>
        <a:bodyPr/>
        <a:lstStyle/>
        <a:p>
          <a:endParaRPr lang="zh-CN" altLang="en-US" sz="2800" b="1">
            <a:latin typeface="Times New Roman" pitchFamily="18" charset="0"/>
            <a:ea typeface="+mn-ea"/>
            <a:cs typeface="Times New Roman" pitchFamily="18" charset="0"/>
          </a:endParaRPr>
        </a:p>
      </dgm:t>
    </dgm:pt>
    <dgm:pt modelId="{888D5EA9-4CC0-4ADF-89F9-850DE9182F34}" type="pres">
      <dgm:prSet presAssocID="{785BCE0D-B3F1-4ED9-86B4-9B828EA57EEE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E72B30E4-B7A8-4E81-BFF0-F191CF76B11B}" type="pres">
      <dgm:prSet presAssocID="{EF6D0FC2-DCCA-4E90-B9BE-D4D2595A1BE9}" presName="root1" presStyleCnt="0"/>
      <dgm:spPr/>
    </dgm:pt>
    <dgm:pt modelId="{349801AA-D9C1-4B82-8B31-1DD2B68FE93D}" type="pres">
      <dgm:prSet presAssocID="{EF6D0FC2-DCCA-4E90-B9BE-D4D2595A1BE9}" presName="LevelOneTextNode" presStyleLbl="node0" presStyleIdx="0" presStyleCnt="1" custScaleX="164301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BDB23304-05C1-438D-A7B0-D3E1CAD2617C}" type="pres">
      <dgm:prSet presAssocID="{EF6D0FC2-DCCA-4E90-B9BE-D4D2595A1BE9}" presName="level2hierChild" presStyleCnt="0"/>
      <dgm:spPr/>
    </dgm:pt>
    <dgm:pt modelId="{4AA70A89-A3A6-4345-832B-CB65B1785775}" type="pres">
      <dgm:prSet presAssocID="{9A095E81-15C2-42A6-B9C9-57AB48F31A00}" presName="conn2-1" presStyleLbl="parChTrans1D2" presStyleIdx="0" presStyleCnt="2"/>
      <dgm:spPr/>
      <dgm:t>
        <a:bodyPr/>
        <a:lstStyle/>
        <a:p>
          <a:endParaRPr lang="zh-CN" altLang="en-US"/>
        </a:p>
      </dgm:t>
    </dgm:pt>
    <dgm:pt modelId="{B9A72D90-1C55-40DE-8BD9-9245980850DA}" type="pres">
      <dgm:prSet presAssocID="{9A095E81-15C2-42A6-B9C9-57AB48F31A00}" presName="connTx" presStyleLbl="parChTrans1D2" presStyleIdx="0" presStyleCnt="2"/>
      <dgm:spPr/>
      <dgm:t>
        <a:bodyPr/>
        <a:lstStyle/>
        <a:p>
          <a:endParaRPr lang="zh-CN" altLang="en-US"/>
        </a:p>
      </dgm:t>
    </dgm:pt>
    <dgm:pt modelId="{85CE4DE5-16A7-41EA-B029-11219054CBC5}" type="pres">
      <dgm:prSet presAssocID="{04EA0133-B423-40B5-8B06-8280F90E0BCE}" presName="root2" presStyleCnt="0"/>
      <dgm:spPr/>
    </dgm:pt>
    <dgm:pt modelId="{0EA4A5F4-DCC8-40D1-9160-D41E725559D7}" type="pres">
      <dgm:prSet presAssocID="{04EA0133-B423-40B5-8B06-8280F90E0BCE}" presName="LevelTwoTextNode" presStyleLbl="node2" presStyleIdx="0" presStyleCnt="2" custScaleX="168722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C94EFCAA-250E-427A-8986-AFC13285C51A}" type="pres">
      <dgm:prSet presAssocID="{04EA0133-B423-40B5-8B06-8280F90E0BCE}" presName="level3hierChild" presStyleCnt="0"/>
      <dgm:spPr/>
    </dgm:pt>
    <dgm:pt modelId="{6BBD33CF-2919-4214-90A6-5B45AC236AD7}" type="pres">
      <dgm:prSet presAssocID="{94DAFAD9-1AC6-478C-B8A5-0B7909FA7D40}" presName="conn2-1" presStyleLbl="parChTrans1D3" presStyleIdx="0" presStyleCnt="8"/>
      <dgm:spPr/>
      <dgm:t>
        <a:bodyPr/>
        <a:lstStyle/>
        <a:p>
          <a:endParaRPr lang="zh-CN" altLang="en-US"/>
        </a:p>
      </dgm:t>
    </dgm:pt>
    <dgm:pt modelId="{F60D934F-F380-4FC2-9201-6612BD0CADCC}" type="pres">
      <dgm:prSet presAssocID="{94DAFAD9-1AC6-478C-B8A5-0B7909FA7D40}" presName="connTx" presStyleLbl="parChTrans1D3" presStyleIdx="0" presStyleCnt="8"/>
      <dgm:spPr/>
      <dgm:t>
        <a:bodyPr/>
        <a:lstStyle/>
        <a:p>
          <a:endParaRPr lang="zh-CN" altLang="en-US"/>
        </a:p>
      </dgm:t>
    </dgm:pt>
    <dgm:pt modelId="{824E2FDB-3202-4E87-98FF-FF08243DAB90}" type="pres">
      <dgm:prSet presAssocID="{8FC57A93-DAC3-43D0-B7E1-FBD7FCBA83FC}" presName="root2" presStyleCnt="0"/>
      <dgm:spPr/>
    </dgm:pt>
    <dgm:pt modelId="{ECB23D1A-FFCF-4F25-8527-305A4A31D111}" type="pres">
      <dgm:prSet presAssocID="{8FC57A93-DAC3-43D0-B7E1-FBD7FCBA83FC}" presName="LevelTwoTextNode" presStyleLbl="node3" presStyleIdx="0" presStyleCnt="8" custScaleX="252744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E99166AF-28DF-4041-98C7-D1D3E7AA7B9E}" type="pres">
      <dgm:prSet presAssocID="{8FC57A93-DAC3-43D0-B7E1-FBD7FCBA83FC}" presName="level3hierChild" presStyleCnt="0"/>
      <dgm:spPr/>
    </dgm:pt>
    <dgm:pt modelId="{FBC75CA1-F94D-4696-8539-D163FCCCBE77}" type="pres">
      <dgm:prSet presAssocID="{BB76E9ED-E02B-41A6-A06A-72898EDA8D87}" presName="conn2-1" presStyleLbl="parChTrans1D3" presStyleIdx="1" presStyleCnt="8"/>
      <dgm:spPr/>
      <dgm:t>
        <a:bodyPr/>
        <a:lstStyle/>
        <a:p>
          <a:endParaRPr lang="zh-CN" altLang="en-US"/>
        </a:p>
      </dgm:t>
    </dgm:pt>
    <dgm:pt modelId="{89CDF79A-D554-4CF1-BCEF-0330B95E22A4}" type="pres">
      <dgm:prSet presAssocID="{BB76E9ED-E02B-41A6-A06A-72898EDA8D87}" presName="connTx" presStyleLbl="parChTrans1D3" presStyleIdx="1" presStyleCnt="8"/>
      <dgm:spPr/>
      <dgm:t>
        <a:bodyPr/>
        <a:lstStyle/>
        <a:p>
          <a:endParaRPr lang="zh-CN" altLang="en-US"/>
        </a:p>
      </dgm:t>
    </dgm:pt>
    <dgm:pt modelId="{413126E0-E8A2-4669-A568-3FD2F8F9A125}" type="pres">
      <dgm:prSet presAssocID="{533D77A1-45DA-4F08-B713-91DB5B626400}" presName="root2" presStyleCnt="0"/>
      <dgm:spPr/>
    </dgm:pt>
    <dgm:pt modelId="{67F3B027-A787-47A3-9DCC-F43CADFD675F}" type="pres">
      <dgm:prSet presAssocID="{533D77A1-45DA-4F08-B713-91DB5B626400}" presName="LevelTwoTextNode" presStyleLbl="node3" presStyleIdx="1" presStyleCnt="8" custScaleX="252744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8E1797A0-F25C-4B84-82D0-93E7DD80F9BA}" type="pres">
      <dgm:prSet presAssocID="{533D77A1-45DA-4F08-B713-91DB5B626400}" presName="level3hierChild" presStyleCnt="0"/>
      <dgm:spPr/>
    </dgm:pt>
    <dgm:pt modelId="{3DE14EEC-6C35-4EF3-BA0B-5438FEBC16A0}" type="pres">
      <dgm:prSet presAssocID="{FFC4C620-7C0E-48ED-A734-C75E7BAB1BDF}" presName="conn2-1" presStyleLbl="parChTrans1D3" presStyleIdx="2" presStyleCnt="8"/>
      <dgm:spPr/>
      <dgm:t>
        <a:bodyPr/>
        <a:lstStyle/>
        <a:p>
          <a:endParaRPr lang="zh-CN" altLang="en-US"/>
        </a:p>
      </dgm:t>
    </dgm:pt>
    <dgm:pt modelId="{56CEA282-B03A-41CC-8A8C-EF254F3E7A18}" type="pres">
      <dgm:prSet presAssocID="{FFC4C620-7C0E-48ED-A734-C75E7BAB1BDF}" presName="connTx" presStyleLbl="parChTrans1D3" presStyleIdx="2" presStyleCnt="8"/>
      <dgm:spPr/>
      <dgm:t>
        <a:bodyPr/>
        <a:lstStyle/>
        <a:p>
          <a:endParaRPr lang="zh-CN" altLang="en-US"/>
        </a:p>
      </dgm:t>
    </dgm:pt>
    <dgm:pt modelId="{AAD7E4E7-06A6-433D-998A-361CBB1E61C1}" type="pres">
      <dgm:prSet presAssocID="{49E3DF59-8BF9-48D0-8C47-6772629B080C}" presName="root2" presStyleCnt="0"/>
      <dgm:spPr/>
    </dgm:pt>
    <dgm:pt modelId="{1A523B74-D03B-481B-B8A3-F57D5EA187FF}" type="pres">
      <dgm:prSet presAssocID="{49E3DF59-8BF9-48D0-8C47-6772629B080C}" presName="LevelTwoTextNode" presStyleLbl="node3" presStyleIdx="2" presStyleCnt="8" custScaleX="252744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3D282DC7-8266-45B8-83C9-98743BC9F47F}" type="pres">
      <dgm:prSet presAssocID="{49E3DF59-8BF9-48D0-8C47-6772629B080C}" presName="level3hierChild" presStyleCnt="0"/>
      <dgm:spPr/>
    </dgm:pt>
    <dgm:pt modelId="{281A6B5A-9E8C-4C5F-BDE4-F4EC8A3E3514}" type="pres">
      <dgm:prSet presAssocID="{CE1E6930-E923-4EFB-8634-95E59426B8A4}" presName="conn2-1" presStyleLbl="parChTrans1D3" presStyleIdx="3" presStyleCnt="8"/>
      <dgm:spPr/>
      <dgm:t>
        <a:bodyPr/>
        <a:lstStyle/>
        <a:p>
          <a:endParaRPr lang="zh-CN" altLang="en-US"/>
        </a:p>
      </dgm:t>
    </dgm:pt>
    <dgm:pt modelId="{4A095829-3390-4F9B-9B44-376C6505988D}" type="pres">
      <dgm:prSet presAssocID="{CE1E6930-E923-4EFB-8634-95E59426B8A4}" presName="connTx" presStyleLbl="parChTrans1D3" presStyleIdx="3" presStyleCnt="8"/>
      <dgm:spPr/>
      <dgm:t>
        <a:bodyPr/>
        <a:lstStyle/>
        <a:p>
          <a:endParaRPr lang="zh-CN" altLang="en-US"/>
        </a:p>
      </dgm:t>
    </dgm:pt>
    <dgm:pt modelId="{00BA0A83-8D39-468F-95FF-EE907D5CC3B6}" type="pres">
      <dgm:prSet presAssocID="{5E3BAFBB-E99F-4511-B4DA-E5F049CEC2DF}" presName="root2" presStyleCnt="0"/>
      <dgm:spPr/>
    </dgm:pt>
    <dgm:pt modelId="{906E305C-D325-4464-9603-04B6F7871F4C}" type="pres">
      <dgm:prSet presAssocID="{5E3BAFBB-E99F-4511-B4DA-E5F049CEC2DF}" presName="LevelTwoTextNode" presStyleLbl="node3" presStyleIdx="3" presStyleCnt="8" custScaleX="252744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C933384A-EC01-411A-8A2E-1A2802F4EEC4}" type="pres">
      <dgm:prSet presAssocID="{5E3BAFBB-E99F-4511-B4DA-E5F049CEC2DF}" presName="level3hierChild" presStyleCnt="0"/>
      <dgm:spPr/>
    </dgm:pt>
    <dgm:pt modelId="{ADD60F7E-F129-4FAA-9717-6BBCD5214DDA}" type="pres">
      <dgm:prSet presAssocID="{984A18FC-DB23-4CA9-82E4-5E6AF2228040}" presName="conn2-1" presStyleLbl="parChTrans1D2" presStyleIdx="1" presStyleCnt="2"/>
      <dgm:spPr/>
      <dgm:t>
        <a:bodyPr/>
        <a:lstStyle/>
        <a:p>
          <a:endParaRPr lang="zh-CN" altLang="en-US"/>
        </a:p>
      </dgm:t>
    </dgm:pt>
    <dgm:pt modelId="{449D759B-5FA0-4863-85FB-23528C315F39}" type="pres">
      <dgm:prSet presAssocID="{984A18FC-DB23-4CA9-82E4-5E6AF2228040}" presName="connTx" presStyleLbl="parChTrans1D2" presStyleIdx="1" presStyleCnt="2"/>
      <dgm:spPr/>
      <dgm:t>
        <a:bodyPr/>
        <a:lstStyle/>
        <a:p>
          <a:endParaRPr lang="zh-CN" altLang="en-US"/>
        </a:p>
      </dgm:t>
    </dgm:pt>
    <dgm:pt modelId="{9404CF60-5CFB-42DC-B559-4DEB8536120B}" type="pres">
      <dgm:prSet presAssocID="{90C3B4F1-2288-4047-8A96-91AA04A2E9FF}" presName="root2" presStyleCnt="0"/>
      <dgm:spPr/>
    </dgm:pt>
    <dgm:pt modelId="{0F98E39D-9477-4FD6-913C-B6D96817538C}" type="pres">
      <dgm:prSet presAssocID="{90C3B4F1-2288-4047-8A96-91AA04A2E9FF}" presName="LevelTwoTextNode" presStyleLbl="node2" presStyleIdx="1" presStyleCnt="2" custScaleX="168722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9F9B2178-2060-4F9A-8136-6DFD3E30323E}" type="pres">
      <dgm:prSet presAssocID="{90C3B4F1-2288-4047-8A96-91AA04A2E9FF}" presName="level3hierChild" presStyleCnt="0"/>
      <dgm:spPr/>
    </dgm:pt>
    <dgm:pt modelId="{1A87A03B-87E2-4E67-8D08-2D1AD5866C90}" type="pres">
      <dgm:prSet presAssocID="{231157A0-C5A3-4203-89DC-64010445A915}" presName="conn2-1" presStyleLbl="parChTrans1D3" presStyleIdx="4" presStyleCnt="8"/>
      <dgm:spPr/>
      <dgm:t>
        <a:bodyPr/>
        <a:lstStyle/>
        <a:p>
          <a:endParaRPr lang="zh-CN" altLang="en-US"/>
        </a:p>
      </dgm:t>
    </dgm:pt>
    <dgm:pt modelId="{5E1A914C-9D96-415D-BAEC-BDC5CEF7EEE2}" type="pres">
      <dgm:prSet presAssocID="{231157A0-C5A3-4203-89DC-64010445A915}" presName="connTx" presStyleLbl="parChTrans1D3" presStyleIdx="4" presStyleCnt="8"/>
      <dgm:spPr/>
      <dgm:t>
        <a:bodyPr/>
        <a:lstStyle/>
        <a:p>
          <a:endParaRPr lang="zh-CN" altLang="en-US"/>
        </a:p>
      </dgm:t>
    </dgm:pt>
    <dgm:pt modelId="{C2819769-1B23-4692-BF0A-3E0D5652B9F9}" type="pres">
      <dgm:prSet presAssocID="{EFD1B558-D25F-47EA-B6DE-BAE476DC11EE}" presName="root2" presStyleCnt="0"/>
      <dgm:spPr/>
    </dgm:pt>
    <dgm:pt modelId="{A983D636-3235-436F-BD62-DDB644BC6864}" type="pres">
      <dgm:prSet presAssocID="{EFD1B558-D25F-47EA-B6DE-BAE476DC11EE}" presName="LevelTwoTextNode" presStyleLbl="node3" presStyleIdx="4" presStyleCnt="8" custScaleX="252744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CFED1340-8B0C-415F-9579-EB971EE79AF8}" type="pres">
      <dgm:prSet presAssocID="{EFD1B558-D25F-47EA-B6DE-BAE476DC11EE}" presName="level3hierChild" presStyleCnt="0"/>
      <dgm:spPr/>
    </dgm:pt>
    <dgm:pt modelId="{4077A17C-4E0C-4DF4-A91D-92B88CD103A3}" type="pres">
      <dgm:prSet presAssocID="{D0F690C1-ED97-4946-8E98-439F190AA9C1}" presName="conn2-1" presStyleLbl="parChTrans1D3" presStyleIdx="5" presStyleCnt="8"/>
      <dgm:spPr/>
      <dgm:t>
        <a:bodyPr/>
        <a:lstStyle/>
        <a:p>
          <a:endParaRPr lang="zh-CN" altLang="en-US"/>
        </a:p>
      </dgm:t>
    </dgm:pt>
    <dgm:pt modelId="{3F877650-7E89-4984-83DC-A2430573A9BB}" type="pres">
      <dgm:prSet presAssocID="{D0F690C1-ED97-4946-8E98-439F190AA9C1}" presName="connTx" presStyleLbl="parChTrans1D3" presStyleIdx="5" presStyleCnt="8"/>
      <dgm:spPr/>
      <dgm:t>
        <a:bodyPr/>
        <a:lstStyle/>
        <a:p>
          <a:endParaRPr lang="zh-CN" altLang="en-US"/>
        </a:p>
      </dgm:t>
    </dgm:pt>
    <dgm:pt modelId="{9A66127E-0831-4F0B-8B1F-8D55D6BBEC36}" type="pres">
      <dgm:prSet presAssocID="{4B78A2C6-3EB3-49D4-8387-5AA0C9185003}" presName="root2" presStyleCnt="0"/>
      <dgm:spPr/>
    </dgm:pt>
    <dgm:pt modelId="{5802D046-5ABB-4471-976F-ED6B844932BF}" type="pres">
      <dgm:prSet presAssocID="{4B78A2C6-3EB3-49D4-8387-5AA0C9185003}" presName="LevelTwoTextNode" presStyleLbl="node3" presStyleIdx="5" presStyleCnt="8" custScaleX="252744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BC19792B-5ABA-4C0A-809E-62395AF328F7}" type="pres">
      <dgm:prSet presAssocID="{4B78A2C6-3EB3-49D4-8387-5AA0C9185003}" presName="level3hierChild" presStyleCnt="0"/>
      <dgm:spPr/>
    </dgm:pt>
    <dgm:pt modelId="{2A2F1687-526D-4F2D-9121-85CCA9346E75}" type="pres">
      <dgm:prSet presAssocID="{277ABC6B-0A8D-4256-BD47-CF548DB230F9}" presName="conn2-1" presStyleLbl="parChTrans1D3" presStyleIdx="6" presStyleCnt="8"/>
      <dgm:spPr/>
      <dgm:t>
        <a:bodyPr/>
        <a:lstStyle/>
        <a:p>
          <a:endParaRPr lang="zh-CN" altLang="en-US"/>
        </a:p>
      </dgm:t>
    </dgm:pt>
    <dgm:pt modelId="{B32563BE-8F78-40BE-B571-4B61489E80B4}" type="pres">
      <dgm:prSet presAssocID="{277ABC6B-0A8D-4256-BD47-CF548DB230F9}" presName="connTx" presStyleLbl="parChTrans1D3" presStyleIdx="6" presStyleCnt="8"/>
      <dgm:spPr/>
      <dgm:t>
        <a:bodyPr/>
        <a:lstStyle/>
        <a:p>
          <a:endParaRPr lang="zh-CN" altLang="en-US"/>
        </a:p>
      </dgm:t>
    </dgm:pt>
    <dgm:pt modelId="{63BB5844-1785-4F90-B99E-F007F9F0879B}" type="pres">
      <dgm:prSet presAssocID="{329A92E9-6060-465F-B0F9-3739F3D990AD}" presName="root2" presStyleCnt="0"/>
      <dgm:spPr/>
    </dgm:pt>
    <dgm:pt modelId="{2CFC73B7-5CF8-4873-BF74-E98CB1CDDB53}" type="pres">
      <dgm:prSet presAssocID="{329A92E9-6060-465F-B0F9-3739F3D990AD}" presName="LevelTwoTextNode" presStyleLbl="node3" presStyleIdx="6" presStyleCnt="8" custScaleX="252744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883D3DF7-80C5-4466-B99B-FBE06B6D13BB}" type="pres">
      <dgm:prSet presAssocID="{329A92E9-6060-465F-B0F9-3739F3D990AD}" presName="level3hierChild" presStyleCnt="0"/>
      <dgm:spPr/>
    </dgm:pt>
    <dgm:pt modelId="{1F48238A-3A92-4B7F-8B5A-10EC12CF50E0}" type="pres">
      <dgm:prSet presAssocID="{59679FD3-4E73-4898-ADA9-77852092AF50}" presName="conn2-1" presStyleLbl="parChTrans1D3" presStyleIdx="7" presStyleCnt="8"/>
      <dgm:spPr/>
      <dgm:t>
        <a:bodyPr/>
        <a:lstStyle/>
        <a:p>
          <a:endParaRPr lang="zh-CN" altLang="en-US"/>
        </a:p>
      </dgm:t>
    </dgm:pt>
    <dgm:pt modelId="{24290433-3C3D-4C91-8CF5-28E67EF9EC6E}" type="pres">
      <dgm:prSet presAssocID="{59679FD3-4E73-4898-ADA9-77852092AF50}" presName="connTx" presStyleLbl="parChTrans1D3" presStyleIdx="7" presStyleCnt="8"/>
      <dgm:spPr/>
      <dgm:t>
        <a:bodyPr/>
        <a:lstStyle/>
        <a:p>
          <a:endParaRPr lang="zh-CN" altLang="en-US"/>
        </a:p>
      </dgm:t>
    </dgm:pt>
    <dgm:pt modelId="{70B545E6-9C73-4386-A11D-CF03D44BC93A}" type="pres">
      <dgm:prSet presAssocID="{3D0B63D1-A2BA-4B17-96C7-8472AE7F56F8}" presName="root2" presStyleCnt="0"/>
      <dgm:spPr/>
    </dgm:pt>
    <dgm:pt modelId="{B6FD28BD-D259-491C-8A10-4ADAAEF77098}" type="pres">
      <dgm:prSet presAssocID="{3D0B63D1-A2BA-4B17-96C7-8472AE7F56F8}" presName="LevelTwoTextNode" presStyleLbl="node3" presStyleIdx="7" presStyleCnt="8" custScaleX="252744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947D007E-3539-43B0-A45F-24A435215405}" type="pres">
      <dgm:prSet presAssocID="{3D0B63D1-A2BA-4B17-96C7-8472AE7F56F8}" presName="level3hierChild" presStyleCnt="0"/>
      <dgm:spPr/>
    </dgm:pt>
  </dgm:ptLst>
  <dgm:cxnLst>
    <dgm:cxn modelId="{2BBD0968-8725-49D8-AEA1-BDB43C0F333C}" type="presOf" srcId="{785BCE0D-B3F1-4ED9-86B4-9B828EA57EEE}" destId="{888D5EA9-4CC0-4ADF-89F9-850DE9182F34}" srcOrd="0" destOrd="0" presId="urn:microsoft.com/office/officeart/2005/8/layout/hierarchy2"/>
    <dgm:cxn modelId="{1A9B420F-EBC5-4945-A249-36E6977ECC88}" srcId="{04EA0133-B423-40B5-8B06-8280F90E0BCE}" destId="{5E3BAFBB-E99F-4511-B4DA-E5F049CEC2DF}" srcOrd="3" destOrd="0" parTransId="{CE1E6930-E923-4EFB-8634-95E59426B8A4}" sibTransId="{6322FFF1-C1D0-4651-9159-8DF073F1C412}"/>
    <dgm:cxn modelId="{A06F7028-4F4D-479D-BEBC-FB1D1C8FA2C1}" type="presOf" srcId="{231157A0-C5A3-4203-89DC-64010445A915}" destId="{1A87A03B-87E2-4E67-8D08-2D1AD5866C90}" srcOrd="0" destOrd="0" presId="urn:microsoft.com/office/officeart/2005/8/layout/hierarchy2"/>
    <dgm:cxn modelId="{536F09A3-0278-498B-9D9D-E20A7580FBF0}" type="presOf" srcId="{59679FD3-4E73-4898-ADA9-77852092AF50}" destId="{24290433-3C3D-4C91-8CF5-28E67EF9EC6E}" srcOrd="1" destOrd="0" presId="urn:microsoft.com/office/officeart/2005/8/layout/hierarchy2"/>
    <dgm:cxn modelId="{326824CC-71D0-439C-BC00-218B4B1D1759}" type="presOf" srcId="{9A095E81-15C2-42A6-B9C9-57AB48F31A00}" destId="{4AA70A89-A3A6-4345-832B-CB65B1785775}" srcOrd="0" destOrd="0" presId="urn:microsoft.com/office/officeart/2005/8/layout/hierarchy2"/>
    <dgm:cxn modelId="{D35C1530-3170-42EC-A9EF-AA87A59B6080}" srcId="{90C3B4F1-2288-4047-8A96-91AA04A2E9FF}" destId="{EFD1B558-D25F-47EA-B6DE-BAE476DC11EE}" srcOrd="0" destOrd="0" parTransId="{231157A0-C5A3-4203-89DC-64010445A915}" sibTransId="{04DD94DB-AD55-44D6-ABEC-7AA4D0ECCA42}"/>
    <dgm:cxn modelId="{9C879FD9-9605-49A1-AA7A-099084816CE4}" type="presOf" srcId="{EF6D0FC2-DCCA-4E90-B9BE-D4D2595A1BE9}" destId="{349801AA-D9C1-4B82-8B31-1DD2B68FE93D}" srcOrd="0" destOrd="0" presId="urn:microsoft.com/office/officeart/2005/8/layout/hierarchy2"/>
    <dgm:cxn modelId="{88111413-DBA3-4EA8-B9CF-9BB0CD0D499B}" type="presOf" srcId="{533D77A1-45DA-4F08-B713-91DB5B626400}" destId="{67F3B027-A787-47A3-9DCC-F43CADFD675F}" srcOrd="0" destOrd="0" presId="urn:microsoft.com/office/officeart/2005/8/layout/hierarchy2"/>
    <dgm:cxn modelId="{9D6EB57B-F5AC-4C24-AF45-C0669B399C10}" type="presOf" srcId="{59679FD3-4E73-4898-ADA9-77852092AF50}" destId="{1F48238A-3A92-4B7F-8B5A-10EC12CF50E0}" srcOrd="0" destOrd="0" presId="urn:microsoft.com/office/officeart/2005/8/layout/hierarchy2"/>
    <dgm:cxn modelId="{3F2A6F93-4B1E-49D2-B2B5-2C2B468E5EFF}" type="presOf" srcId="{329A92E9-6060-465F-B0F9-3739F3D990AD}" destId="{2CFC73B7-5CF8-4873-BF74-E98CB1CDDB53}" srcOrd="0" destOrd="0" presId="urn:microsoft.com/office/officeart/2005/8/layout/hierarchy2"/>
    <dgm:cxn modelId="{BAD287BA-A7C5-4DE0-81D5-666BEF09D155}" srcId="{04EA0133-B423-40B5-8B06-8280F90E0BCE}" destId="{8FC57A93-DAC3-43D0-B7E1-FBD7FCBA83FC}" srcOrd="0" destOrd="0" parTransId="{94DAFAD9-1AC6-478C-B8A5-0B7909FA7D40}" sibTransId="{CE6A9587-4080-4E98-A86E-65849AE14358}"/>
    <dgm:cxn modelId="{7320E24D-C4E0-4752-9097-2E29C57004AF}" type="presOf" srcId="{D0F690C1-ED97-4946-8E98-439F190AA9C1}" destId="{3F877650-7E89-4984-83DC-A2430573A9BB}" srcOrd="1" destOrd="0" presId="urn:microsoft.com/office/officeart/2005/8/layout/hierarchy2"/>
    <dgm:cxn modelId="{46165FA6-D6DF-46EF-B001-F02D50CF9F03}" type="presOf" srcId="{277ABC6B-0A8D-4256-BD47-CF548DB230F9}" destId="{2A2F1687-526D-4F2D-9121-85CCA9346E75}" srcOrd="0" destOrd="0" presId="urn:microsoft.com/office/officeart/2005/8/layout/hierarchy2"/>
    <dgm:cxn modelId="{A8F19A48-0ED1-4585-9338-AD22C2598C15}" type="presOf" srcId="{49E3DF59-8BF9-48D0-8C47-6772629B080C}" destId="{1A523B74-D03B-481B-B8A3-F57D5EA187FF}" srcOrd="0" destOrd="0" presId="urn:microsoft.com/office/officeart/2005/8/layout/hierarchy2"/>
    <dgm:cxn modelId="{372B9238-4BD2-4400-85AF-CBCA02D06CE0}" type="presOf" srcId="{94DAFAD9-1AC6-478C-B8A5-0B7909FA7D40}" destId="{6BBD33CF-2919-4214-90A6-5B45AC236AD7}" srcOrd="0" destOrd="0" presId="urn:microsoft.com/office/officeart/2005/8/layout/hierarchy2"/>
    <dgm:cxn modelId="{A83416FD-4D0E-4F7E-9ED6-683F7727C43F}" type="presOf" srcId="{3D0B63D1-A2BA-4B17-96C7-8472AE7F56F8}" destId="{B6FD28BD-D259-491C-8A10-4ADAAEF77098}" srcOrd="0" destOrd="0" presId="urn:microsoft.com/office/officeart/2005/8/layout/hierarchy2"/>
    <dgm:cxn modelId="{64755A70-5780-47EA-9F08-D4F6F3C94EA8}" type="presOf" srcId="{4B78A2C6-3EB3-49D4-8387-5AA0C9185003}" destId="{5802D046-5ABB-4471-976F-ED6B844932BF}" srcOrd="0" destOrd="0" presId="urn:microsoft.com/office/officeart/2005/8/layout/hierarchy2"/>
    <dgm:cxn modelId="{056F35A8-96BA-481F-BD80-E754B9EB5D27}" type="presOf" srcId="{FFC4C620-7C0E-48ED-A734-C75E7BAB1BDF}" destId="{3DE14EEC-6C35-4EF3-BA0B-5438FEBC16A0}" srcOrd="0" destOrd="0" presId="urn:microsoft.com/office/officeart/2005/8/layout/hierarchy2"/>
    <dgm:cxn modelId="{64375B58-2D00-477A-A621-31173899B0A4}" type="presOf" srcId="{231157A0-C5A3-4203-89DC-64010445A915}" destId="{5E1A914C-9D96-415D-BAEC-BDC5CEF7EEE2}" srcOrd="1" destOrd="0" presId="urn:microsoft.com/office/officeart/2005/8/layout/hierarchy2"/>
    <dgm:cxn modelId="{FA8EDA04-328C-455C-8DA0-15A7F04677BD}" type="presOf" srcId="{90C3B4F1-2288-4047-8A96-91AA04A2E9FF}" destId="{0F98E39D-9477-4FD6-913C-B6D96817538C}" srcOrd="0" destOrd="0" presId="urn:microsoft.com/office/officeart/2005/8/layout/hierarchy2"/>
    <dgm:cxn modelId="{5CF2E78E-6B3B-4112-99F4-FF681631C03D}" type="presOf" srcId="{984A18FC-DB23-4CA9-82E4-5E6AF2228040}" destId="{ADD60F7E-F129-4FAA-9717-6BBCD5214DDA}" srcOrd="0" destOrd="0" presId="urn:microsoft.com/office/officeart/2005/8/layout/hierarchy2"/>
    <dgm:cxn modelId="{1D24A8E1-91F3-4B35-B916-AB2D2BA3E6A9}" type="presOf" srcId="{277ABC6B-0A8D-4256-BD47-CF548DB230F9}" destId="{B32563BE-8F78-40BE-B571-4B61489E80B4}" srcOrd="1" destOrd="0" presId="urn:microsoft.com/office/officeart/2005/8/layout/hierarchy2"/>
    <dgm:cxn modelId="{705C1AA8-8270-4DAA-B1EF-783CC839F060}" type="presOf" srcId="{94DAFAD9-1AC6-478C-B8A5-0B7909FA7D40}" destId="{F60D934F-F380-4FC2-9201-6612BD0CADCC}" srcOrd="1" destOrd="0" presId="urn:microsoft.com/office/officeart/2005/8/layout/hierarchy2"/>
    <dgm:cxn modelId="{D229D405-0232-408B-9D4A-C3493EB3F4FA}" srcId="{EF6D0FC2-DCCA-4E90-B9BE-D4D2595A1BE9}" destId="{04EA0133-B423-40B5-8B06-8280F90E0BCE}" srcOrd="0" destOrd="0" parTransId="{9A095E81-15C2-42A6-B9C9-57AB48F31A00}" sibTransId="{99E1223A-2205-4F82-8C1A-687793848E8B}"/>
    <dgm:cxn modelId="{7131A1DE-EDDA-4846-A510-6DA80E790638}" type="presOf" srcId="{BB76E9ED-E02B-41A6-A06A-72898EDA8D87}" destId="{FBC75CA1-F94D-4696-8539-D163FCCCBE77}" srcOrd="0" destOrd="0" presId="urn:microsoft.com/office/officeart/2005/8/layout/hierarchy2"/>
    <dgm:cxn modelId="{035A221C-4B50-44F6-81D0-95CA7C445C7F}" type="presOf" srcId="{9A095E81-15C2-42A6-B9C9-57AB48F31A00}" destId="{B9A72D90-1C55-40DE-8BD9-9245980850DA}" srcOrd="1" destOrd="0" presId="urn:microsoft.com/office/officeart/2005/8/layout/hierarchy2"/>
    <dgm:cxn modelId="{3FE2230B-93CB-4CC6-A113-B7D5A94C15F2}" srcId="{90C3B4F1-2288-4047-8A96-91AA04A2E9FF}" destId="{329A92E9-6060-465F-B0F9-3739F3D990AD}" srcOrd="2" destOrd="0" parTransId="{277ABC6B-0A8D-4256-BD47-CF548DB230F9}" sibTransId="{D2A226E7-66F7-4203-AC6C-013BD98A24BF}"/>
    <dgm:cxn modelId="{33F76FD7-E5E4-4818-B017-DDDC82F8D48C}" type="presOf" srcId="{5E3BAFBB-E99F-4511-B4DA-E5F049CEC2DF}" destId="{906E305C-D325-4464-9603-04B6F7871F4C}" srcOrd="0" destOrd="0" presId="urn:microsoft.com/office/officeart/2005/8/layout/hierarchy2"/>
    <dgm:cxn modelId="{CC08A6B4-A6CA-4F5F-B7F3-EDB745F0B606}" type="presOf" srcId="{BB76E9ED-E02B-41A6-A06A-72898EDA8D87}" destId="{89CDF79A-D554-4CF1-BCEF-0330B95E22A4}" srcOrd="1" destOrd="0" presId="urn:microsoft.com/office/officeart/2005/8/layout/hierarchy2"/>
    <dgm:cxn modelId="{5208085D-456F-4975-AB08-91C13533D452}" type="presOf" srcId="{D0F690C1-ED97-4946-8E98-439F190AA9C1}" destId="{4077A17C-4E0C-4DF4-A91D-92B88CD103A3}" srcOrd="0" destOrd="0" presId="urn:microsoft.com/office/officeart/2005/8/layout/hierarchy2"/>
    <dgm:cxn modelId="{EAC59446-2496-40BE-9417-BE92D67F77F9}" srcId="{785BCE0D-B3F1-4ED9-86B4-9B828EA57EEE}" destId="{EF6D0FC2-DCCA-4E90-B9BE-D4D2595A1BE9}" srcOrd="0" destOrd="0" parTransId="{7F0E9585-A592-48FC-841A-48DAEC0162A9}" sibTransId="{76AC1D55-4957-4C6E-A1E8-720F34055DE0}"/>
    <dgm:cxn modelId="{3084020B-E537-4946-9074-B8258872ECA8}" type="presOf" srcId="{8FC57A93-DAC3-43D0-B7E1-FBD7FCBA83FC}" destId="{ECB23D1A-FFCF-4F25-8527-305A4A31D111}" srcOrd="0" destOrd="0" presId="urn:microsoft.com/office/officeart/2005/8/layout/hierarchy2"/>
    <dgm:cxn modelId="{8D459B2F-2F5B-44A2-9042-2EC161D6A0DF}" type="presOf" srcId="{04EA0133-B423-40B5-8B06-8280F90E0BCE}" destId="{0EA4A5F4-DCC8-40D1-9160-D41E725559D7}" srcOrd="0" destOrd="0" presId="urn:microsoft.com/office/officeart/2005/8/layout/hierarchy2"/>
    <dgm:cxn modelId="{DF94F92E-E62B-4AD4-9D54-D5FB20F5C400}" type="presOf" srcId="{CE1E6930-E923-4EFB-8634-95E59426B8A4}" destId="{281A6B5A-9E8C-4C5F-BDE4-F4EC8A3E3514}" srcOrd="0" destOrd="0" presId="urn:microsoft.com/office/officeart/2005/8/layout/hierarchy2"/>
    <dgm:cxn modelId="{81B28788-969D-4A42-83A5-E68E79BEF90D}" type="presOf" srcId="{EFD1B558-D25F-47EA-B6DE-BAE476DC11EE}" destId="{A983D636-3235-436F-BD62-DDB644BC6864}" srcOrd="0" destOrd="0" presId="urn:microsoft.com/office/officeart/2005/8/layout/hierarchy2"/>
    <dgm:cxn modelId="{D741117C-8A09-41AF-B692-E86C179D5BBB}" type="presOf" srcId="{984A18FC-DB23-4CA9-82E4-5E6AF2228040}" destId="{449D759B-5FA0-4863-85FB-23528C315F39}" srcOrd="1" destOrd="0" presId="urn:microsoft.com/office/officeart/2005/8/layout/hierarchy2"/>
    <dgm:cxn modelId="{5E4A1F73-F2A0-4CC3-819D-0006C62FF3BF}" srcId="{90C3B4F1-2288-4047-8A96-91AA04A2E9FF}" destId="{4B78A2C6-3EB3-49D4-8387-5AA0C9185003}" srcOrd="1" destOrd="0" parTransId="{D0F690C1-ED97-4946-8E98-439F190AA9C1}" sibTransId="{0C411DA9-3290-42DA-B31A-D1F525266DF5}"/>
    <dgm:cxn modelId="{93A3DF49-58A7-4761-A324-BFB259EA8AD7}" type="presOf" srcId="{CE1E6930-E923-4EFB-8634-95E59426B8A4}" destId="{4A095829-3390-4F9B-9B44-376C6505988D}" srcOrd="1" destOrd="0" presId="urn:microsoft.com/office/officeart/2005/8/layout/hierarchy2"/>
    <dgm:cxn modelId="{9F6A8129-E258-4D2B-B5EF-0607DDE2C8ED}" srcId="{EF6D0FC2-DCCA-4E90-B9BE-D4D2595A1BE9}" destId="{90C3B4F1-2288-4047-8A96-91AA04A2E9FF}" srcOrd="1" destOrd="0" parTransId="{984A18FC-DB23-4CA9-82E4-5E6AF2228040}" sibTransId="{2F320638-8F23-49C0-A2B3-13A1C8E85DF4}"/>
    <dgm:cxn modelId="{ED055DA4-E26F-4392-A058-50423A05DC63}" type="presOf" srcId="{FFC4C620-7C0E-48ED-A734-C75E7BAB1BDF}" destId="{56CEA282-B03A-41CC-8A8C-EF254F3E7A18}" srcOrd="1" destOrd="0" presId="urn:microsoft.com/office/officeart/2005/8/layout/hierarchy2"/>
    <dgm:cxn modelId="{25E9A623-941D-4E43-97FA-17E9E123A312}" srcId="{04EA0133-B423-40B5-8B06-8280F90E0BCE}" destId="{533D77A1-45DA-4F08-B713-91DB5B626400}" srcOrd="1" destOrd="0" parTransId="{BB76E9ED-E02B-41A6-A06A-72898EDA8D87}" sibTransId="{6C85159D-F9AD-4D62-98B4-CB43160DECDB}"/>
    <dgm:cxn modelId="{85B39EEF-62CB-47EB-AB66-B971F8298985}" srcId="{90C3B4F1-2288-4047-8A96-91AA04A2E9FF}" destId="{3D0B63D1-A2BA-4B17-96C7-8472AE7F56F8}" srcOrd="3" destOrd="0" parTransId="{59679FD3-4E73-4898-ADA9-77852092AF50}" sibTransId="{26EA8911-8ECE-43F7-B4C5-70D0AAFAC3F2}"/>
    <dgm:cxn modelId="{B94F6B35-D106-4B9B-BA4F-A2E487C4C8B9}" srcId="{04EA0133-B423-40B5-8B06-8280F90E0BCE}" destId="{49E3DF59-8BF9-48D0-8C47-6772629B080C}" srcOrd="2" destOrd="0" parTransId="{FFC4C620-7C0E-48ED-A734-C75E7BAB1BDF}" sibTransId="{B725D028-C572-4E05-955B-5903FBFFA2EC}"/>
    <dgm:cxn modelId="{C9791CB9-C9FB-4167-8980-BBC75537F698}" type="presParOf" srcId="{888D5EA9-4CC0-4ADF-89F9-850DE9182F34}" destId="{E72B30E4-B7A8-4E81-BFF0-F191CF76B11B}" srcOrd="0" destOrd="0" presId="urn:microsoft.com/office/officeart/2005/8/layout/hierarchy2"/>
    <dgm:cxn modelId="{2573ED58-C72C-4517-8BE5-21C938FEA9D8}" type="presParOf" srcId="{E72B30E4-B7A8-4E81-BFF0-F191CF76B11B}" destId="{349801AA-D9C1-4B82-8B31-1DD2B68FE93D}" srcOrd="0" destOrd="0" presId="urn:microsoft.com/office/officeart/2005/8/layout/hierarchy2"/>
    <dgm:cxn modelId="{457A0D2E-3E44-4B60-830B-2AB94D29BD5A}" type="presParOf" srcId="{E72B30E4-B7A8-4E81-BFF0-F191CF76B11B}" destId="{BDB23304-05C1-438D-A7B0-D3E1CAD2617C}" srcOrd="1" destOrd="0" presId="urn:microsoft.com/office/officeart/2005/8/layout/hierarchy2"/>
    <dgm:cxn modelId="{71F00F75-BA08-4AFB-8BFD-FF0308A7EE0A}" type="presParOf" srcId="{BDB23304-05C1-438D-A7B0-D3E1CAD2617C}" destId="{4AA70A89-A3A6-4345-832B-CB65B1785775}" srcOrd="0" destOrd="0" presId="urn:microsoft.com/office/officeart/2005/8/layout/hierarchy2"/>
    <dgm:cxn modelId="{81A2E891-EA1E-4C24-8669-D5E8B8A5C418}" type="presParOf" srcId="{4AA70A89-A3A6-4345-832B-CB65B1785775}" destId="{B9A72D90-1C55-40DE-8BD9-9245980850DA}" srcOrd="0" destOrd="0" presId="urn:microsoft.com/office/officeart/2005/8/layout/hierarchy2"/>
    <dgm:cxn modelId="{E9E5FDC9-79EC-4C07-A121-46D73638AD62}" type="presParOf" srcId="{BDB23304-05C1-438D-A7B0-D3E1CAD2617C}" destId="{85CE4DE5-16A7-41EA-B029-11219054CBC5}" srcOrd="1" destOrd="0" presId="urn:microsoft.com/office/officeart/2005/8/layout/hierarchy2"/>
    <dgm:cxn modelId="{5A451A59-E3B1-4515-8D61-B81653AEEB42}" type="presParOf" srcId="{85CE4DE5-16A7-41EA-B029-11219054CBC5}" destId="{0EA4A5F4-DCC8-40D1-9160-D41E725559D7}" srcOrd="0" destOrd="0" presId="urn:microsoft.com/office/officeart/2005/8/layout/hierarchy2"/>
    <dgm:cxn modelId="{DA169F18-53A6-42B4-AB27-25C2251AF922}" type="presParOf" srcId="{85CE4DE5-16A7-41EA-B029-11219054CBC5}" destId="{C94EFCAA-250E-427A-8986-AFC13285C51A}" srcOrd="1" destOrd="0" presId="urn:microsoft.com/office/officeart/2005/8/layout/hierarchy2"/>
    <dgm:cxn modelId="{22619D56-EDD1-4190-998D-8CB9A3117A1B}" type="presParOf" srcId="{C94EFCAA-250E-427A-8986-AFC13285C51A}" destId="{6BBD33CF-2919-4214-90A6-5B45AC236AD7}" srcOrd="0" destOrd="0" presId="urn:microsoft.com/office/officeart/2005/8/layout/hierarchy2"/>
    <dgm:cxn modelId="{18A3DE9B-26D8-4E70-A33C-3B32EC870AEE}" type="presParOf" srcId="{6BBD33CF-2919-4214-90A6-5B45AC236AD7}" destId="{F60D934F-F380-4FC2-9201-6612BD0CADCC}" srcOrd="0" destOrd="0" presId="urn:microsoft.com/office/officeart/2005/8/layout/hierarchy2"/>
    <dgm:cxn modelId="{A5C4A025-DC92-4173-AEE0-8EEBD16A84B4}" type="presParOf" srcId="{C94EFCAA-250E-427A-8986-AFC13285C51A}" destId="{824E2FDB-3202-4E87-98FF-FF08243DAB90}" srcOrd="1" destOrd="0" presId="urn:microsoft.com/office/officeart/2005/8/layout/hierarchy2"/>
    <dgm:cxn modelId="{14FEB696-335D-4F60-83E8-1A9F21569767}" type="presParOf" srcId="{824E2FDB-3202-4E87-98FF-FF08243DAB90}" destId="{ECB23D1A-FFCF-4F25-8527-305A4A31D111}" srcOrd="0" destOrd="0" presId="urn:microsoft.com/office/officeart/2005/8/layout/hierarchy2"/>
    <dgm:cxn modelId="{5B49B7E7-DAC6-4E2B-8658-1DE1FC4377F3}" type="presParOf" srcId="{824E2FDB-3202-4E87-98FF-FF08243DAB90}" destId="{E99166AF-28DF-4041-98C7-D1D3E7AA7B9E}" srcOrd="1" destOrd="0" presId="urn:microsoft.com/office/officeart/2005/8/layout/hierarchy2"/>
    <dgm:cxn modelId="{9C4C4297-5C15-4DCE-8A4E-DAFD975EE9B5}" type="presParOf" srcId="{C94EFCAA-250E-427A-8986-AFC13285C51A}" destId="{FBC75CA1-F94D-4696-8539-D163FCCCBE77}" srcOrd="2" destOrd="0" presId="urn:microsoft.com/office/officeart/2005/8/layout/hierarchy2"/>
    <dgm:cxn modelId="{D982735F-FC35-4DDC-AF56-A4E3AC0D4364}" type="presParOf" srcId="{FBC75CA1-F94D-4696-8539-D163FCCCBE77}" destId="{89CDF79A-D554-4CF1-BCEF-0330B95E22A4}" srcOrd="0" destOrd="0" presId="urn:microsoft.com/office/officeart/2005/8/layout/hierarchy2"/>
    <dgm:cxn modelId="{330ECBC7-46BE-4095-B2C4-E92267557713}" type="presParOf" srcId="{C94EFCAA-250E-427A-8986-AFC13285C51A}" destId="{413126E0-E8A2-4669-A568-3FD2F8F9A125}" srcOrd="3" destOrd="0" presId="urn:microsoft.com/office/officeart/2005/8/layout/hierarchy2"/>
    <dgm:cxn modelId="{E1706060-9DF1-4C1A-9E28-AD7462845E84}" type="presParOf" srcId="{413126E0-E8A2-4669-A568-3FD2F8F9A125}" destId="{67F3B027-A787-47A3-9DCC-F43CADFD675F}" srcOrd="0" destOrd="0" presId="urn:microsoft.com/office/officeart/2005/8/layout/hierarchy2"/>
    <dgm:cxn modelId="{2B72A94F-5C5F-4B4F-A003-E386A9B164E3}" type="presParOf" srcId="{413126E0-E8A2-4669-A568-3FD2F8F9A125}" destId="{8E1797A0-F25C-4B84-82D0-93E7DD80F9BA}" srcOrd="1" destOrd="0" presId="urn:microsoft.com/office/officeart/2005/8/layout/hierarchy2"/>
    <dgm:cxn modelId="{85A62566-0D43-4389-8EAE-150998D4F2FA}" type="presParOf" srcId="{C94EFCAA-250E-427A-8986-AFC13285C51A}" destId="{3DE14EEC-6C35-4EF3-BA0B-5438FEBC16A0}" srcOrd="4" destOrd="0" presId="urn:microsoft.com/office/officeart/2005/8/layout/hierarchy2"/>
    <dgm:cxn modelId="{FB1C1927-433D-4B75-96FD-A713B498EDE8}" type="presParOf" srcId="{3DE14EEC-6C35-4EF3-BA0B-5438FEBC16A0}" destId="{56CEA282-B03A-41CC-8A8C-EF254F3E7A18}" srcOrd="0" destOrd="0" presId="urn:microsoft.com/office/officeart/2005/8/layout/hierarchy2"/>
    <dgm:cxn modelId="{C82BEEBF-A8AF-4EC7-9595-9CA5984A7B3E}" type="presParOf" srcId="{C94EFCAA-250E-427A-8986-AFC13285C51A}" destId="{AAD7E4E7-06A6-433D-998A-361CBB1E61C1}" srcOrd="5" destOrd="0" presId="urn:microsoft.com/office/officeart/2005/8/layout/hierarchy2"/>
    <dgm:cxn modelId="{61D04E4C-35B5-4E80-A544-65F7EC75CB87}" type="presParOf" srcId="{AAD7E4E7-06A6-433D-998A-361CBB1E61C1}" destId="{1A523B74-D03B-481B-B8A3-F57D5EA187FF}" srcOrd="0" destOrd="0" presId="urn:microsoft.com/office/officeart/2005/8/layout/hierarchy2"/>
    <dgm:cxn modelId="{7E139AE3-FAE2-463D-B3C5-585C25046AB5}" type="presParOf" srcId="{AAD7E4E7-06A6-433D-998A-361CBB1E61C1}" destId="{3D282DC7-8266-45B8-83C9-98743BC9F47F}" srcOrd="1" destOrd="0" presId="urn:microsoft.com/office/officeart/2005/8/layout/hierarchy2"/>
    <dgm:cxn modelId="{8FB939A7-D6EA-40EE-9A31-40CA4FDF2F6E}" type="presParOf" srcId="{C94EFCAA-250E-427A-8986-AFC13285C51A}" destId="{281A6B5A-9E8C-4C5F-BDE4-F4EC8A3E3514}" srcOrd="6" destOrd="0" presId="urn:microsoft.com/office/officeart/2005/8/layout/hierarchy2"/>
    <dgm:cxn modelId="{B1919EA1-6302-4A0E-B0E4-6DBDAB3F41F2}" type="presParOf" srcId="{281A6B5A-9E8C-4C5F-BDE4-F4EC8A3E3514}" destId="{4A095829-3390-4F9B-9B44-376C6505988D}" srcOrd="0" destOrd="0" presId="urn:microsoft.com/office/officeart/2005/8/layout/hierarchy2"/>
    <dgm:cxn modelId="{F02ECFC2-54CD-404F-9C93-7D98DEAA4519}" type="presParOf" srcId="{C94EFCAA-250E-427A-8986-AFC13285C51A}" destId="{00BA0A83-8D39-468F-95FF-EE907D5CC3B6}" srcOrd="7" destOrd="0" presId="urn:microsoft.com/office/officeart/2005/8/layout/hierarchy2"/>
    <dgm:cxn modelId="{62FB9316-CB78-40BE-A166-DB161114E487}" type="presParOf" srcId="{00BA0A83-8D39-468F-95FF-EE907D5CC3B6}" destId="{906E305C-D325-4464-9603-04B6F7871F4C}" srcOrd="0" destOrd="0" presId="urn:microsoft.com/office/officeart/2005/8/layout/hierarchy2"/>
    <dgm:cxn modelId="{AA8145B7-9F52-4327-BBCC-5AFF158A9E92}" type="presParOf" srcId="{00BA0A83-8D39-468F-95FF-EE907D5CC3B6}" destId="{C933384A-EC01-411A-8A2E-1A2802F4EEC4}" srcOrd="1" destOrd="0" presId="urn:microsoft.com/office/officeart/2005/8/layout/hierarchy2"/>
    <dgm:cxn modelId="{1AB33FED-9210-4215-A7AD-355001FAC905}" type="presParOf" srcId="{BDB23304-05C1-438D-A7B0-D3E1CAD2617C}" destId="{ADD60F7E-F129-4FAA-9717-6BBCD5214DDA}" srcOrd="2" destOrd="0" presId="urn:microsoft.com/office/officeart/2005/8/layout/hierarchy2"/>
    <dgm:cxn modelId="{2397B0AA-1D9B-4954-93DC-AD2DC5DD763F}" type="presParOf" srcId="{ADD60F7E-F129-4FAA-9717-6BBCD5214DDA}" destId="{449D759B-5FA0-4863-85FB-23528C315F39}" srcOrd="0" destOrd="0" presId="urn:microsoft.com/office/officeart/2005/8/layout/hierarchy2"/>
    <dgm:cxn modelId="{8C4168F0-D559-478D-AAE6-E5EEA3CBB219}" type="presParOf" srcId="{BDB23304-05C1-438D-A7B0-D3E1CAD2617C}" destId="{9404CF60-5CFB-42DC-B559-4DEB8536120B}" srcOrd="3" destOrd="0" presId="urn:microsoft.com/office/officeart/2005/8/layout/hierarchy2"/>
    <dgm:cxn modelId="{F2AB636B-D0BF-4077-80BE-3440A8924B16}" type="presParOf" srcId="{9404CF60-5CFB-42DC-B559-4DEB8536120B}" destId="{0F98E39D-9477-4FD6-913C-B6D96817538C}" srcOrd="0" destOrd="0" presId="urn:microsoft.com/office/officeart/2005/8/layout/hierarchy2"/>
    <dgm:cxn modelId="{38E73102-EECD-4105-902E-B8DB87CD173D}" type="presParOf" srcId="{9404CF60-5CFB-42DC-B559-4DEB8536120B}" destId="{9F9B2178-2060-4F9A-8136-6DFD3E30323E}" srcOrd="1" destOrd="0" presId="urn:microsoft.com/office/officeart/2005/8/layout/hierarchy2"/>
    <dgm:cxn modelId="{E462CA78-7922-4AE9-9606-FDB741BE171B}" type="presParOf" srcId="{9F9B2178-2060-4F9A-8136-6DFD3E30323E}" destId="{1A87A03B-87E2-4E67-8D08-2D1AD5866C90}" srcOrd="0" destOrd="0" presId="urn:microsoft.com/office/officeart/2005/8/layout/hierarchy2"/>
    <dgm:cxn modelId="{3AC3C4D2-6F3A-4A00-B6A2-BEFC4A16448C}" type="presParOf" srcId="{1A87A03B-87E2-4E67-8D08-2D1AD5866C90}" destId="{5E1A914C-9D96-415D-BAEC-BDC5CEF7EEE2}" srcOrd="0" destOrd="0" presId="urn:microsoft.com/office/officeart/2005/8/layout/hierarchy2"/>
    <dgm:cxn modelId="{CBC56650-4E2D-446B-9EAD-53064B508F3D}" type="presParOf" srcId="{9F9B2178-2060-4F9A-8136-6DFD3E30323E}" destId="{C2819769-1B23-4692-BF0A-3E0D5652B9F9}" srcOrd="1" destOrd="0" presId="urn:microsoft.com/office/officeart/2005/8/layout/hierarchy2"/>
    <dgm:cxn modelId="{E31F4054-45DF-4E38-A169-01A66A65BFA9}" type="presParOf" srcId="{C2819769-1B23-4692-BF0A-3E0D5652B9F9}" destId="{A983D636-3235-436F-BD62-DDB644BC6864}" srcOrd="0" destOrd="0" presId="urn:microsoft.com/office/officeart/2005/8/layout/hierarchy2"/>
    <dgm:cxn modelId="{E3299C86-8F27-4FC0-B475-795A6CAF1244}" type="presParOf" srcId="{C2819769-1B23-4692-BF0A-3E0D5652B9F9}" destId="{CFED1340-8B0C-415F-9579-EB971EE79AF8}" srcOrd="1" destOrd="0" presId="urn:microsoft.com/office/officeart/2005/8/layout/hierarchy2"/>
    <dgm:cxn modelId="{80189C4F-C023-493A-B7A9-9E20BCA7FED1}" type="presParOf" srcId="{9F9B2178-2060-4F9A-8136-6DFD3E30323E}" destId="{4077A17C-4E0C-4DF4-A91D-92B88CD103A3}" srcOrd="2" destOrd="0" presId="urn:microsoft.com/office/officeart/2005/8/layout/hierarchy2"/>
    <dgm:cxn modelId="{165FC1F7-2D78-476D-A017-DB7ECFFB90A3}" type="presParOf" srcId="{4077A17C-4E0C-4DF4-A91D-92B88CD103A3}" destId="{3F877650-7E89-4984-83DC-A2430573A9BB}" srcOrd="0" destOrd="0" presId="urn:microsoft.com/office/officeart/2005/8/layout/hierarchy2"/>
    <dgm:cxn modelId="{EBE9ADD6-DD58-4B48-8B4B-F4132A6582E5}" type="presParOf" srcId="{9F9B2178-2060-4F9A-8136-6DFD3E30323E}" destId="{9A66127E-0831-4F0B-8B1F-8D55D6BBEC36}" srcOrd="3" destOrd="0" presId="urn:microsoft.com/office/officeart/2005/8/layout/hierarchy2"/>
    <dgm:cxn modelId="{E1B85F5B-1B22-449A-BC0F-3A0B9C633549}" type="presParOf" srcId="{9A66127E-0831-4F0B-8B1F-8D55D6BBEC36}" destId="{5802D046-5ABB-4471-976F-ED6B844932BF}" srcOrd="0" destOrd="0" presId="urn:microsoft.com/office/officeart/2005/8/layout/hierarchy2"/>
    <dgm:cxn modelId="{B0BEF899-D4CC-4A86-B44B-B68A4C5AEF1A}" type="presParOf" srcId="{9A66127E-0831-4F0B-8B1F-8D55D6BBEC36}" destId="{BC19792B-5ABA-4C0A-809E-62395AF328F7}" srcOrd="1" destOrd="0" presId="urn:microsoft.com/office/officeart/2005/8/layout/hierarchy2"/>
    <dgm:cxn modelId="{A3E2A0D6-4891-421C-BCCC-B41717DD54C2}" type="presParOf" srcId="{9F9B2178-2060-4F9A-8136-6DFD3E30323E}" destId="{2A2F1687-526D-4F2D-9121-85CCA9346E75}" srcOrd="4" destOrd="0" presId="urn:microsoft.com/office/officeart/2005/8/layout/hierarchy2"/>
    <dgm:cxn modelId="{87D033BE-7256-4B4C-9F7E-896ABAE04F4E}" type="presParOf" srcId="{2A2F1687-526D-4F2D-9121-85CCA9346E75}" destId="{B32563BE-8F78-40BE-B571-4B61489E80B4}" srcOrd="0" destOrd="0" presId="urn:microsoft.com/office/officeart/2005/8/layout/hierarchy2"/>
    <dgm:cxn modelId="{0190149A-DE91-4599-9E24-C62CE72E6254}" type="presParOf" srcId="{9F9B2178-2060-4F9A-8136-6DFD3E30323E}" destId="{63BB5844-1785-4F90-B99E-F007F9F0879B}" srcOrd="5" destOrd="0" presId="urn:microsoft.com/office/officeart/2005/8/layout/hierarchy2"/>
    <dgm:cxn modelId="{1873C41C-DA32-486E-962A-7950254E3504}" type="presParOf" srcId="{63BB5844-1785-4F90-B99E-F007F9F0879B}" destId="{2CFC73B7-5CF8-4873-BF74-E98CB1CDDB53}" srcOrd="0" destOrd="0" presId="urn:microsoft.com/office/officeart/2005/8/layout/hierarchy2"/>
    <dgm:cxn modelId="{A45CE9A7-D395-480A-B5FC-3828B29C1E41}" type="presParOf" srcId="{63BB5844-1785-4F90-B99E-F007F9F0879B}" destId="{883D3DF7-80C5-4466-B99B-FBE06B6D13BB}" srcOrd="1" destOrd="0" presId="urn:microsoft.com/office/officeart/2005/8/layout/hierarchy2"/>
    <dgm:cxn modelId="{F497C3F8-6C3D-48D0-B597-26EE36034737}" type="presParOf" srcId="{9F9B2178-2060-4F9A-8136-6DFD3E30323E}" destId="{1F48238A-3A92-4B7F-8B5A-10EC12CF50E0}" srcOrd="6" destOrd="0" presId="urn:microsoft.com/office/officeart/2005/8/layout/hierarchy2"/>
    <dgm:cxn modelId="{1F5EC2B4-7EC9-4DFA-9BAE-3C82FEE67FD1}" type="presParOf" srcId="{1F48238A-3A92-4B7F-8B5A-10EC12CF50E0}" destId="{24290433-3C3D-4C91-8CF5-28E67EF9EC6E}" srcOrd="0" destOrd="0" presId="urn:microsoft.com/office/officeart/2005/8/layout/hierarchy2"/>
    <dgm:cxn modelId="{E7DCB2FC-4088-4B92-98FF-0B3302AE45A9}" type="presParOf" srcId="{9F9B2178-2060-4F9A-8136-6DFD3E30323E}" destId="{70B545E6-9C73-4386-A11D-CF03D44BC93A}" srcOrd="7" destOrd="0" presId="urn:microsoft.com/office/officeart/2005/8/layout/hierarchy2"/>
    <dgm:cxn modelId="{6443F0B9-74D6-4703-85E1-F78C8091CB7C}" type="presParOf" srcId="{70B545E6-9C73-4386-A11D-CF03D44BC93A}" destId="{B6FD28BD-D259-491C-8A10-4ADAAEF77098}" srcOrd="0" destOrd="0" presId="urn:microsoft.com/office/officeart/2005/8/layout/hierarchy2"/>
    <dgm:cxn modelId="{259AC010-886B-4FDD-9C94-EB2A98A91E32}" type="presParOf" srcId="{70B545E6-9C73-4386-A11D-CF03D44BC93A}" destId="{947D007E-3539-43B0-A45F-24A435215405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E235117-6B41-4D47-BCD4-3C168D72C23A}" type="doc">
      <dgm:prSet loTypeId="urn:microsoft.com/office/officeart/2005/8/layout/cycle8" loCatId="cycle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zh-CN" altLang="en-US"/>
        </a:p>
      </dgm:t>
    </dgm:pt>
    <dgm:pt modelId="{E859FAEA-7043-4A06-8E52-7B65D66A758B}">
      <dgm:prSet custT="1"/>
      <dgm:spPr/>
      <dgm:t>
        <a:bodyPr/>
        <a:lstStyle/>
        <a:p>
          <a:pPr rtl="0"/>
          <a:r>
            <a:rPr lang="zh-CN" altLang="en-US" sz="1600" b="1" dirty="0" smtClean="0"/>
            <a:t>利用外部电路的驱动能力，减少芯片内部的驱动。</a:t>
          </a:r>
          <a:endParaRPr lang="zh-CN" altLang="en-US" sz="1600" b="1" dirty="0"/>
        </a:p>
      </dgm:t>
    </dgm:pt>
    <dgm:pt modelId="{F21A1CF1-34BA-4514-BFBC-BA9DCC41DCA4}" type="parTrans" cxnId="{3A5B4388-529E-4467-897B-D287A3342780}">
      <dgm:prSet/>
      <dgm:spPr/>
      <dgm:t>
        <a:bodyPr/>
        <a:lstStyle/>
        <a:p>
          <a:endParaRPr lang="zh-CN" altLang="en-US" sz="2800" b="1"/>
        </a:p>
      </dgm:t>
    </dgm:pt>
    <dgm:pt modelId="{78708C42-57AB-46A7-A781-7609E9F3DACE}" type="sibTrans" cxnId="{3A5B4388-529E-4467-897B-D287A3342780}">
      <dgm:prSet/>
      <dgm:spPr/>
      <dgm:t>
        <a:bodyPr/>
        <a:lstStyle/>
        <a:p>
          <a:endParaRPr lang="zh-CN" altLang="en-US" sz="2800" b="1"/>
        </a:p>
      </dgm:t>
    </dgm:pt>
    <dgm:pt modelId="{33A2CED8-9979-40AD-893D-305C6C758D1F}">
      <dgm:prSet custT="1"/>
      <dgm:spPr/>
      <dgm:t>
        <a:bodyPr/>
        <a:lstStyle/>
        <a:p>
          <a:pPr rtl="0"/>
          <a:r>
            <a:rPr lang="zh-CN" altLang="en-US" sz="1600" b="1" dirty="0" smtClean="0"/>
            <a:t>无上拉电阻时，只能输出低电平，要输出高电平，则必需外接上拉电阻。</a:t>
          </a:r>
          <a:endParaRPr lang="zh-CN" altLang="en-US" sz="1600" b="1" dirty="0"/>
        </a:p>
      </dgm:t>
    </dgm:pt>
    <dgm:pt modelId="{DB7E7D39-00FB-4DAD-A833-2ECF08285DAF}" type="parTrans" cxnId="{EA1E8448-D4EC-4080-AB78-6E7B41E6C768}">
      <dgm:prSet/>
      <dgm:spPr/>
      <dgm:t>
        <a:bodyPr/>
        <a:lstStyle/>
        <a:p>
          <a:endParaRPr lang="zh-CN" altLang="en-US" sz="2800" b="1"/>
        </a:p>
      </dgm:t>
    </dgm:pt>
    <dgm:pt modelId="{8B656079-79D9-4CD2-A3BA-68AC063F2D3F}" type="sibTrans" cxnId="{EA1E8448-D4EC-4080-AB78-6E7B41E6C768}">
      <dgm:prSet/>
      <dgm:spPr/>
      <dgm:t>
        <a:bodyPr/>
        <a:lstStyle/>
        <a:p>
          <a:endParaRPr lang="zh-CN" altLang="en-US" sz="2800" b="1"/>
        </a:p>
      </dgm:t>
    </dgm:pt>
    <dgm:pt modelId="{7D7E8ED2-68E3-4369-BEC3-5DF617ED6510}">
      <dgm:prSet custT="1"/>
      <dgm:spPr/>
      <dgm:t>
        <a:bodyPr/>
        <a:lstStyle/>
        <a:p>
          <a:pPr rtl="0"/>
          <a:r>
            <a:rPr lang="zh-CN" altLang="en-US" sz="1600" b="1" dirty="0" smtClean="0"/>
            <a:t>开漏输出能够方便的实现 “逻辑与”功能。</a:t>
          </a:r>
          <a:endParaRPr lang="zh-CN" altLang="en-US" sz="1600" b="1" dirty="0"/>
        </a:p>
      </dgm:t>
    </dgm:pt>
    <dgm:pt modelId="{23069F76-CCE6-478F-B65A-D75C66DC59DC}" type="parTrans" cxnId="{1686B9C5-36CC-41B2-8387-0A0B23F19037}">
      <dgm:prSet/>
      <dgm:spPr/>
      <dgm:t>
        <a:bodyPr/>
        <a:lstStyle/>
        <a:p>
          <a:endParaRPr lang="zh-CN" altLang="en-US" sz="2800" b="1"/>
        </a:p>
      </dgm:t>
    </dgm:pt>
    <dgm:pt modelId="{204FAF35-0E43-486F-9D64-7CBBF0B5E406}" type="sibTrans" cxnId="{1686B9C5-36CC-41B2-8387-0A0B23F19037}">
      <dgm:prSet/>
      <dgm:spPr/>
      <dgm:t>
        <a:bodyPr/>
        <a:lstStyle/>
        <a:p>
          <a:endParaRPr lang="zh-CN" altLang="en-US" sz="2800" b="1"/>
        </a:p>
      </dgm:t>
    </dgm:pt>
    <dgm:pt modelId="{C3442FA1-5511-4AC4-A0A6-327258C38C0B}" type="pres">
      <dgm:prSet presAssocID="{9E235117-6B41-4D47-BCD4-3C168D72C23A}" presName="compositeShape" presStyleCnt="0">
        <dgm:presLayoutVars>
          <dgm:chMax val="7"/>
          <dgm:dir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D24122BD-BEBC-42A9-A2A4-98042DD9C2F4}" type="pres">
      <dgm:prSet presAssocID="{9E235117-6B41-4D47-BCD4-3C168D72C23A}" presName="wedge1" presStyleLbl="node1" presStyleIdx="0" presStyleCnt="3"/>
      <dgm:spPr/>
      <dgm:t>
        <a:bodyPr/>
        <a:lstStyle/>
        <a:p>
          <a:endParaRPr lang="zh-CN" altLang="en-US"/>
        </a:p>
      </dgm:t>
    </dgm:pt>
    <dgm:pt modelId="{58E8BFFA-5C97-4DD2-AB70-5023366EC4E6}" type="pres">
      <dgm:prSet presAssocID="{9E235117-6B41-4D47-BCD4-3C168D72C23A}" presName="dummy1a" presStyleCnt="0"/>
      <dgm:spPr/>
    </dgm:pt>
    <dgm:pt modelId="{1A6B9608-8BA6-4EA1-9238-990608A55F81}" type="pres">
      <dgm:prSet presAssocID="{9E235117-6B41-4D47-BCD4-3C168D72C23A}" presName="dummy1b" presStyleCnt="0"/>
      <dgm:spPr/>
    </dgm:pt>
    <dgm:pt modelId="{5D278802-D2AF-494C-B89D-5AA17A68EAF1}" type="pres">
      <dgm:prSet presAssocID="{9E235117-6B41-4D47-BCD4-3C168D72C23A}" presName="wedge1Tx" presStyleLbl="node1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1EF1277-E600-46B5-94A1-5B800E4928A6}" type="pres">
      <dgm:prSet presAssocID="{9E235117-6B41-4D47-BCD4-3C168D72C23A}" presName="wedge2" presStyleLbl="node1" presStyleIdx="1" presStyleCnt="3"/>
      <dgm:spPr/>
      <dgm:t>
        <a:bodyPr/>
        <a:lstStyle/>
        <a:p>
          <a:endParaRPr lang="zh-CN" altLang="en-US"/>
        </a:p>
      </dgm:t>
    </dgm:pt>
    <dgm:pt modelId="{9FF8C866-EA1A-4FB7-8E88-3D53EB1A48C6}" type="pres">
      <dgm:prSet presAssocID="{9E235117-6B41-4D47-BCD4-3C168D72C23A}" presName="dummy2a" presStyleCnt="0"/>
      <dgm:spPr/>
    </dgm:pt>
    <dgm:pt modelId="{E510ACDC-934B-4643-92BA-7CFCAC0F7AB1}" type="pres">
      <dgm:prSet presAssocID="{9E235117-6B41-4D47-BCD4-3C168D72C23A}" presName="dummy2b" presStyleCnt="0"/>
      <dgm:spPr/>
    </dgm:pt>
    <dgm:pt modelId="{00F5CED8-B198-42B4-A61B-CB87645D6974}" type="pres">
      <dgm:prSet presAssocID="{9E235117-6B41-4D47-BCD4-3C168D72C23A}" presName="wedge2Tx" presStyleLbl="node1" presStyleIdx="1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2616E5BD-7A91-432A-9DFB-1051CD8FF312}" type="pres">
      <dgm:prSet presAssocID="{9E235117-6B41-4D47-BCD4-3C168D72C23A}" presName="wedge3" presStyleLbl="node1" presStyleIdx="2" presStyleCnt="3"/>
      <dgm:spPr/>
      <dgm:t>
        <a:bodyPr/>
        <a:lstStyle/>
        <a:p>
          <a:endParaRPr lang="zh-CN" altLang="en-US"/>
        </a:p>
      </dgm:t>
    </dgm:pt>
    <dgm:pt modelId="{D1F91675-BD6F-4E52-A5CE-D66143EE7AF1}" type="pres">
      <dgm:prSet presAssocID="{9E235117-6B41-4D47-BCD4-3C168D72C23A}" presName="dummy3a" presStyleCnt="0"/>
      <dgm:spPr/>
    </dgm:pt>
    <dgm:pt modelId="{4598A9B2-5AD7-4D2C-925A-183FE9C5AC6D}" type="pres">
      <dgm:prSet presAssocID="{9E235117-6B41-4D47-BCD4-3C168D72C23A}" presName="dummy3b" presStyleCnt="0"/>
      <dgm:spPr/>
    </dgm:pt>
    <dgm:pt modelId="{0B37C91B-5E19-4291-B4B6-7323C5B2E89E}" type="pres">
      <dgm:prSet presAssocID="{9E235117-6B41-4D47-BCD4-3C168D72C23A}" presName="wedge3Tx" presStyleLbl="node1" presStyleIdx="2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CFFD374E-09D8-4FA4-8ED9-E9555F34D88A}" type="pres">
      <dgm:prSet presAssocID="{78708C42-57AB-46A7-A781-7609E9F3DACE}" presName="arrowWedge1" presStyleLbl="fgSibTrans2D1" presStyleIdx="0" presStyleCnt="3"/>
      <dgm:spPr/>
    </dgm:pt>
    <dgm:pt modelId="{B7AC0343-A5D8-40A2-9B53-254E3A56D048}" type="pres">
      <dgm:prSet presAssocID="{8B656079-79D9-4CD2-A3BA-68AC063F2D3F}" presName="arrowWedge2" presStyleLbl="fgSibTrans2D1" presStyleIdx="1" presStyleCnt="3"/>
      <dgm:spPr/>
    </dgm:pt>
    <dgm:pt modelId="{5DDF7786-2F0B-4F47-9E70-979AD7A18994}" type="pres">
      <dgm:prSet presAssocID="{204FAF35-0E43-486F-9D64-7CBBF0B5E406}" presName="arrowWedge3" presStyleLbl="fgSibTrans2D1" presStyleIdx="2" presStyleCnt="3"/>
      <dgm:spPr/>
    </dgm:pt>
  </dgm:ptLst>
  <dgm:cxnLst>
    <dgm:cxn modelId="{63D011D9-273D-409A-900D-F93EA31C710B}" type="presOf" srcId="{7D7E8ED2-68E3-4369-BEC3-5DF617ED6510}" destId="{0B37C91B-5E19-4291-B4B6-7323C5B2E89E}" srcOrd="1" destOrd="0" presId="urn:microsoft.com/office/officeart/2005/8/layout/cycle8"/>
    <dgm:cxn modelId="{99B189C6-19FD-4B02-8C06-13EA4649BE40}" type="presOf" srcId="{7D7E8ED2-68E3-4369-BEC3-5DF617ED6510}" destId="{2616E5BD-7A91-432A-9DFB-1051CD8FF312}" srcOrd="0" destOrd="0" presId="urn:microsoft.com/office/officeart/2005/8/layout/cycle8"/>
    <dgm:cxn modelId="{1686B9C5-36CC-41B2-8387-0A0B23F19037}" srcId="{9E235117-6B41-4D47-BCD4-3C168D72C23A}" destId="{7D7E8ED2-68E3-4369-BEC3-5DF617ED6510}" srcOrd="2" destOrd="0" parTransId="{23069F76-CCE6-478F-B65A-D75C66DC59DC}" sibTransId="{204FAF35-0E43-486F-9D64-7CBBF0B5E406}"/>
    <dgm:cxn modelId="{6A8123CF-AC5A-4DB5-BEBE-763D25C35920}" type="presOf" srcId="{33A2CED8-9979-40AD-893D-305C6C758D1F}" destId="{00F5CED8-B198-42B4-A61B-CB87645D6974}" srcOrd="1" destOrd="0" presId="urn:microsoft.com/office/officeart/2005/8/layout/cycle8"/>
    <dgm:cxn modelId="{34A0A350-CB75-44E0-A4F4-1D4A6FB67161}" type="presOf" srcId="{9E235117-6B41-4D47-BCD4-3C168D72C23A}" destId="{C3442FA1-5511-4AC4-A0A6-327258C38C0B}" srcOrd="0" destOrd="0" presId="urn:microsoft.com/office/officeart/2005/8/layout/cycle8"/>
    <dgm:cxn modelId="{3A5B4388-529E-4467-897B-D287A3342780}" srcId="{9E235117-6B41-4D47-BCD4-3C168D72C23A}" destId="{E859FAEA-7043-4A06-8E52-7B65D66A758B}" srcOrd="0" destOrd="0" parTransId="{F21A1CF1-34BA-4514-BFBC-BA9DCC41DCA4}" sibTransId="{78708C42-57AB-46A7-A781-7609E9F3DACE}"/>
    <dgm:cxn modelId="{3AEB83FA-D811-4387-816E-64E213B95963}" type="presOf" srcId="{E859FAEA-7043-4A06-8E52-7B65D66A758B}" destId="{5D278802-D2AF-494C-B89D-5AA17A68EAF1}" srcOrd="1" destOrd="0" presId="urn:microsoft.com/office/officeart/2005/8/layout/cycle8"/>
    <dgm:cxn modelId="{EA1E8448-D4EC-4080-AB78-6E7B41E6C768}" srcId="{9E235117-6B41-4D47-BCD4-3C168D72C23A}" destId="{33A2CED8-9979-40AD-893D-305C6C758D1F}" srcOrd="1" destOrd="0" parTransId="{DB7E7D39-00FB-4DAD-A833-2ECF08285DAF}" sibTransId="{8B656079-79D9-4CD2-A3BA-68AC063F2D3F}"/>
    <dgm:cxn modelId="{3AC23AE3-365B-43CC-8454-6F09238B74F8}" type="presOf" srcId="{33A2CED8-9979-40AD-893D-305C6C758D1F}" destId="{A1EF1277-E600-46B5-94A1-5B800E4928A6}" srcOrd="0" destOrd="0" presId="urn:microsoft.com/office/officeart/2005/8/layout/cycle8"/>
    <dgm:cxn modelId="{F21AFF10-A010-437C-8612-19A281644306}" type="presOf" srcId="{E859FAEA-7043-4A06-8E52-7B65D66A758B}" destId="{D24122BD-BEBC-42A9-A2A4-98042DD9C2F4}" srcOrd="0" destOrd="0" presId="urn:microsoft.com/office/officeart/2005/8/layout/cycle8"/>
    <dgm:cxn modelId="{9C1C246B-29E6-4B5C-95BD-706E8E2E53FD}" type="presParOf" srcId="{C3442FA1-5511-4AC4-A0A6-327258C38C0B}" destId="{D24122BD-BEBC-42A9-A2A4-98042DD9C2F4}" srcOrd="0" destOrd="0" presId="urn:microsoft.com/office/officeart/2005/8/layout/cycle8"/>
    <dgm:cxn modelId="{3893BE75-FB97-4569-A232-6EB70CBAE9D2}" type="presParOf" srcId="{C3442FA1-5511-4AC4-A0A6-327258C38C0B}" destId="{58E8BFFA-5C97-4DD2-AB70-5023366EC4E6}" srcOrd="1" destOrd="0" presId="urn:microsoft.com/office/officeart/2005/8/layout/cycle8"/>
    <dgm:cxn modelId="{9BEE67CF-1FA1-47AD-9FA4-5EB6145F4EF2}" type="presParOf" srcId="{C3442FA1-5511-4AC4-A0A6-327258C38C0B}" destId="{1A6B9608-8BA6-4EA1-9238-990608A55F81}" srcOrd="2" destOrd="0" presId="urn:microsoft.com/office/officeart/2005/8/layout/cycle8"/>
    <dgm:cxn modelId="{6F41BABA-4BA1-4D75-9F29-C3BAD14249FC}" type="presParOf" srcId="{C3442FA1-5511-4AC4-A0A6-327258C38C0B}" destId="{5D278802-D2AF-494C-B89D-5AA17A68EAF1}" srcOrd="3" destOrd="0" presId="urn:microsoft.com/office/officeart/2005/8/layout/cycle8"/>
    <dgm:cxn modelId="{0D54231A-8549-4748-8283-0AD11E12AED0}" type="presParOf" srcId="{C3442FA1-5511-4AC4-A0A6-327258C38C0B}" destId="{A1EF1277-E600-46B5-94A1-5B800E4928A6}" srcOrd="4" destOrd="0" presId="urn:microsoft.com/office/officeart/2005/8/layout/cycle8"/>
    <dgm:cxn modelId="{9B29E794-02E3-4761-9AFB-C47A10A7645C}" type="presParOf" srcId="{C3442FA1-5511-4AC4-A0A6-327258C38C0B}" destId="{9FF8C866-EA1A-4FB7-8E88-3D53EB1A48C6}" srcOrd="5" destOrd="0" presId="urn:microsoft.com/office/officeart/2005/8/layout/cycle8"/>
    <dgm:cxn modelId="{BD4DF701-50D9-44DD-BF4C-47696554CEB6}" type="presParOf" srcId="{C3442FA1-5511-4AC4-A0A6-327258C38C0B}" destId="{E510ACDC-934B-4643-92BA-7CFCAC0F7AB1}" srcOrd="6" destOrd="0" presId="urn:microsoft.com/office/officeart/2005/8/layout/cycle8"/>
    <dgm:cxn modelId="{63A28769-5287-4C34-96F1-B2315959A4A3}" type="presParOf" srcId="{C3442FA1-5511-4AC4-A0A6-327258C38C0B}" destId="{00F5CED8-B198-42B4-A61B-CB87645D6974}" srcOrd="7" destOrd="0" presId="urn:microsoft.com/office/officeart/2005/8/layout/cycle8"/>
    <dgm:cxn modelId="{D7585137-E4B7-459F-8D4F-3CC7A4688668}" type="presParOf" srcId="{C3442FA1-5511-4AC4-A0A6-327258C38C0B}" destId="{2616E5BD-7A91-432A-9DFB-1051CD8FF312}" srcOrd="8" destOrd="0" presId="urn:microsoft.com/office/officeart/2005/8/layout/cycle8"/>
    <dgm:cxn modelId="{E04E9117-CE8A-4DA5-B9FE-6BA59F3A9BA3}" type="presParOf" srcId="{C3442FA1-5511-4AC4-A0A6-327258C38C0B}" destId="{D1F91675-BD6F-4E52-A5CE-D66143EE7AF1}" srcOrd="9" destOrd="0" presId="urn:microsoft.com/office/officeart/2005/8/layout/cycle8"/>
    <dgm:cxn modelId="{C5CE9570-E492-48B5-BE53-3DE3A27B4452}" type="presParOf" srcId="{C3442FA1-5511-4AC4-A0A6-327258C38C0B}" destId="{4598A9B2-5AD7-4D2C-925A-183FE9C5AC6D}" srcOrd="10" destOrd="0" presId="urn:microsoft.com/office/officeart/2005/8/layout/cycle8"/>
    <dgm:cxn modelId="{63A8BCD6-D848-4936-AFD5-B9EBC4F7F90D}" type="presParOf" srcId="{C3442FA1-5511-4AC4-A0A6-327258C38C0B}" destId="{0B37C91B-5E19-4291-B4B6-7323C5B2E89E}" srcOrd="11" destOrd="0" presId="urn:microsoft.com/office/officeart/2005/8/layout/cycle8"/>
    <dgm:cxn modelId="{7AD73E63-BA33-4CB7-97EF-DA14C097E771}" type="presParOf" srcId="{C3442FA1-5511-4AC4-A0A6-327258C38C0B}" destId="{CFFD374E-09D8-4FA4-8ED9-E9555F34D88A}" srcOrd="12" destOrd="0" presId="urn:microsoft.com/office/officeart/2005/8/layout/cycle8"/>
    <dgm:cxn modelId="{730135F3-F916-4F12-B308-0CC9E41F6F6C}" type="presParOf" srcId="{C3442FA1-5511-4AC4-A0A6-327258C38C0B}" destId="{B7AC0343-A5D8-40A2-9B53-254E3A56D048}" srcOrd="13" destOrd="0" presId="urn:microsoft.com/office/officeart/2005/8/layout/cycle8"/>
    <dgm:cxn modelId="{D23BC25B-BB09-4970-8BD0-D5588539AE0C}" type="presParOf" srcId="{C3442FA1-5511-4AC4-A0A6-327258C38C0B}" destId="{5DDF7786-2F0B-4F47-9E70-979AD7A18994}" srcOrd="14" destOrd="0" presId="urn:microsoft.com/office/officeart/2005/8/layout/cycle8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BBF8E695-FB31-47FC-A67B-82418D9D63AF}" type="doc">
      <dgm:prSet loTypeId="urn:microsoft.com/office/officeart/2005/8/layout/cycle8" loCatId="cycle" qsTypeId="urn:microsoft.com/office/officeart/2005/8/quickstyle/simple1" qsCatId="simple" csTypeId="urn:microsoft.com/office/officeart/2005/8/colors/accent2_1" csCatId="accent2"/>
      <dgm:spPr/>
      <dgm:t>
        <a:bodyPr/>
        <a:lstStyle/>
        <a:p>
          <a:endParaRPr lang="zh-CN" altLang="en-US"/>
        </a:p>
      </dgm:t>
    </dgm:pt>
    <dgm:pt modelId="{89C1CCA6-1084-4FB3-9F33-D20480C559BE}">
      <dgm:prSet custT="1"/>
      <dgm:spPr/>
      <dgm:t>
        <a:bodyPr/>
        <a:lstStyle/>
        <a:p>
          <a:pPr rtl="0"/>
          <a:r>
            <a:rPr lang="zh-CN" sz="2000" b="1" dirty="0" smtClean="0"/>
            <a:t>当</a:t>
          </a:r>
          <a:r>
            <a:rPr lang="en-US" sz="2000" b="1" dirty="0" smtClean="0"/>
            <a:t>I/O</a:t>
          </a:r>
          <a:r>
            <a:rPr lang="zh-CN" sz="2000" b="1" dirty="0" smtClean="0"/>
            <a:t>引脚作为复用功能时，可选择复用推挽输出模式或复用开漏输出模式，在选择复用开漏输出模式时，需外接上拉电阻。</a:t>
          </a:r>
          <a:endParaRPr lang="zh-CN" sz="2000" b="1" dirty="0"/>
        </a:p>
      </dgm:t>
    </dgm:pt>
    <dgm:pt modelId="{DF804F2E-372D-469A-9427-3D208C1649B9}" type="parTrans" cxnId="{54B5B4FD-6283-4734-8399-E1E561E45315}">
      <dgm:prSet/>
      <dgm:spPr/>
      <dgm:t>
        <a:bodyPr/>
        <a:lstStyle/>
        <a:p>
          <a:endParaRPr lang="zh-CN" altLang="en-US" sz="2000" b="1"/>
        </a:p>
      </dgm:t>
    </dgm:pt>
    <dgm:pt modelId="{77E80AB6-8906-40D1-9EAD-B5746F7056A3}" type="sibTrans" cxnId="{54B5B4FD-6283-4734-8399-E1E561E45315}">
      <dgm:prSet/>
      <dgm:spPr/>
      <dgm:t>
        <a:bodyPr/>
        <a:lstStyle/>
        <a:p>
          <a:endParaRPr lang="zh-CN" altLang="en-US" sz="2000" b="1"/>
        </a:p>
      </dgm:t>
    </dgm:pt>
    <dgm:pt modelId="{3DB443E4-94E7-4D10-8A4E-0168DE9338AE}" type="pres">
      <dgm:prSet presAssocID="{BBF8E695-FB31-47FC-A67B-82418D9D63AF}" presName="compositeShape" presStyleCnt="0">
        <dgm:presLayoutVars>
          <dgm:chMax val="7"/>
          <dgm:dir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1B8B3BAB-3584-4F11-B7A6-CD8C1B19CE99}" type="pres">
      <dgm:prSet presAssocID="{BBF8E695-FB31-47FC-A67B-82418D9D63AF}" presName="wedge1" presStyleLbl="node1" presStyleIdx="0" presStyleCnt="1"/>
      <dgm:spPr/>
      <dgm:t>
        <a:bodyPr/>
        <a:lstStyle/>
        <a:p>
          <a:endParaRPr lang="zh-CN" altLang="en-US"/>
        </a:p>
      </dgm:t>
    </dgm:pt>
    <dgm:pt modelId="{A0EAE872-D9B9-45E3-B399-76DD23C0C453}" type="pres">
      <dgm:prSet presAssocID="{BBF8E695-FB31-47FC-A67B-82418D9D63AF}" presName="dummy1a" presStyleCnt="0"/>
      <dgm:spPr/>
      <dgm:t>
        <a:bodyPr/>
        <a:lstStyle/>
        <a:p>
          <a:endParaRPr lang="zh-CN" altLang="en-US"/>
        </a:p>
      </dgm:t>
    </dgm:pt>
    <dgm:pt modelId="{65D7C47C-9F7F-4B51-9F54-6653BD37FD13}" type="pres">
      <dgm:prSet presAssocID="{BBF8E695-FB31-47FC-A67B-82418D9D63AF}" presName="dummy1b" presStyleCnt="0"/>
      <dgm:spPr/>
      <dgm:t>
        <a:bodyPr/>
        <a:lstStyle/>
        <a:p>
          <a:endParaRPr lang="zh-CN" altLang="en-US"/>
        </a:p>
      </dgm:t>
    </dgm:pt>
    <dgm:pt modelId="{AD6003A1-FF40-4D7D-8EAA-AB1808C7F104}" type="pres">
      <dgm:prSet presAssocID="{BBF8E695-FB31-47FC-A67B-82418D9D63AF}" presName="wedge1Tx" presStyleLbl="node1" presStyleIdx="0" presStyleCnt="1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57D4D449-2DC4-4A3F-99D4-C0DF3652022D}" type="pres">
      <dgm:prSet presAssocID="{77E80AB6-8906-40D1-9EAD-B5746F7056A3}" presName="arrowWedge1single" presStyleLbl="fgSibTrans2D1" presStyleIdx="0" presStyleCnt="1"/>
      <dgm:spPr/>
      <dgm:t>
        <a:bodyPr/>
        <a:lstStyle/>
        <a:p>
          <a:endParaRPr lang="zh-CN" altLang="en-US"/>
        </a:p>
      </dgm:t>
    </dgm:pt>
  </dgm:ptLst>
  <dgm:cxnLst>
    <dgm:cxn modelId="{9B0FA6B1-90DA-491C-8B25-A9733EE4A4E4}" type="presOf" srcId="{89C1CCA6-1084-4FB3-9F33-D20480C559BE}" destId="{AD6003A1-FF40-4D7D-8EAA-AB1808C7F104}" srcOrd="1" destOrd="0" presId="urn:microsoft.com/office/officeart/2005/8/layout/cycle8"/>
    <dgm:cxn modelId="{54B5B4FD-6283-4734-8399-E1E561E45315}" srcId="{BBF8E695-FB31-47FC-A67B-82418D9D63AF}" destId="{89C1CCA6-1084-4FB3-9F33-D20480C559BE}" srcOrd="0" destOrd="0" parTransId="{DF804F2E-372D-469A-9427-3D208C1649B9}" sibTransId="{77E80AB6-8906-40D1-9EAD-B5746F7056A3}"/>
    <dgm:cxn modelId="{C352DB79-1F70-4F30-83B0-70EFC679EC95}" type="presOf" srcId="{89C1CCA6-1084-4FB3-9F33-D20480C559BE}" destId="{1B8B3BAB-3584-4F11-B7A6-CD8C1B19CE99}" srcOrd="0" destOrd="0" presId="urn:microsoft.com/office/officeart/2005/8/layout/cycle8"/>
    <dgm:cxn modelId="{3BF548E9-41C7-42D2-8703-B41C016F56B5}" type="presOf" srcId="{BBF8E695-FB31-47FC-A67B-82418D9D63AF}" destId="{3DB443E4-94E7-4D10-8A4E-0168DE9338AE}" srcOrd="0" destOrd="0" presId="urn:microsoft.com/office/officeart/2005/8/layout/cycle8"/>
    <dgm:cxn modelId="{605A8B60-DE5A-4F09-B66D-AC6092187BB8}" type="presParOf" srcId="{3DB443E4-94E7-4D10-8A4E-0168DE9338AE}" destId="{1B8B3BAB-3584-4F11-B7A6-CD8C1B19CE99}" srcOrd="0" destOrd="0" presId="urn:microsoft.com/office/officeart/2005/8/layout/cycle8"/>
    <dgm:cxn modelId="{630068B3-1461-4EE8-B427-DF648ABA3E7C}" type="presParOf" srcId="{3DB443E4-94E7-4D10-8A4E-0168DE9338AE}" destId="{A0EAE872-D9B9-45E3-B399-76DD23C0C453}" srcOrd="1" destOrd="0" presId="urn:microsoft.com/office/officeart/2005/8/layout/cycle8"/>
    <dgm:cxn modelId="{24269564-25F1-4D7F-8610-403B18C0BE79}" type="presParOf" srcId="{3DB443E4-94E7-4D10-8A4E-0168DE9338AE}" destId="{65D7C47C-9F7F-4B51-9F54-6653BD37FD13}" srcOrd="2" destOrd="0" presId="urn:microsoft.com/office/officeart/2005/8/layout/cycle8"/>
    <dgm:cxn modelId="{2D5EABF0-EABB-434E-9633-35F16D9F9E4F}" type="presParOf" srcId="{3DB443E4-94E7-4D10-8A4E-0168DE9338AE}" destId="{AD6003A1-FF40-4D7D-8EAA-AB1808C7F104}" srcOrd="3" destOrd="0" presId="urn:microsoft.com/office/officeart/2005/8/layout/cycle8"/>
    <dgm:cxn modelId="{D1454D78-7D72-4349-8E0D-EB964264C5F8}" type="presParOf" srcId="{3DB443E4-94E7-4D10-8A4E-0168DE9338AE}" destId="{57D4D449-2DC4-4A3F-99D4-C0DF3652022D}" srcOrd="4" destOrd="0" presId="urn:microsoft.com/office/officeart/2005/8/layout/cycle8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128B11D6-DBD7-40CB-842A-97E759277E47}" type="doc">
      <dgm:prSet loTypeId="urn:microsoft.com/office/officeart/2008/layout/LinedList" loCatId="hierarchy" qsTypeId="urn:microsoft.com/office/officeart/2005/8/quickstyle/simple1" qsCatId="simple" csTypeId="urn:microsoft.com/office/officeart/2005/8/colors/colorful1#1" csCatId="colorful" phldr="1"/>
      <dgm:spPr/>
      <dgm:t>
        <a:bodyPr/>
        <a:lstStyle/>
        <a:p>
          <a:endParaRPr lang="zh-CN" altLang="en-US"/>
        </a:p>
      </dgm:t>
    </dgm:pt>
    <dgm:pt modelId="{4D5B6498-D33A-4AB4-A68D-E2B44512CFAF}">
      <dgm:prSet custT="1"/>
      <dgm:spPr/>
      <dgm:t>
        <a:bodyPr anchor="ctr"/>
        <a:lstStyle/>
        <a:p>
          <a:pPr rtl="0"/>
          <a:r>
            <a:rPr lang="zh-CN" sz="1800" b="1" dirty="0" smtClean="0"/>
            <a:t>上拉输入模式（</a:t>
          </a:r>
          <a:r>
            <a:rPr lang="en-US" sz="1800" b="1" dirty="0" smtClean="0"/>
            <a:t>Input Pull-up</a:t>
          </a:r>
          <a:r>
            <a:rPr lang="zh-CN" sz="1800" b="1" dirty="0" smtClean="0"/>
            <a:t>）</a:t>
          </a:r>
          <a:endParaRPr lang="zh-CN" sz="1800" dirty="0"/>
        </a:p>
      </dgm:t>
    </dgm:pt>
    <dgm:pt modelId="{31040CB1-B0EB-4EA8-8FD3-D804609C71D7}" type="parTrans" cxnId="{012519B2-F4E5-46C0-BB00-84F7D1A67EF4}">
      <dgm:prSet/>
      <dgm:spPr/>
      <dgm:t>
        <a:bodyPr/>
        <a:lstStyle/>
        <a:p>
          <a:endParaRPr lang="zh-CN" altLang="en-US" sz="2000"/>
        </a:p>
      </dgm:t>
    </dgm:pt>
    <dgm:pt modelId="{04AB1971-A064-4254-AC51-5B2A21654507}" type="sibTrans" cxnId="{012519B2-F4E5-46C0-BB00-84F7D1A67EF4}">
      <dgm:prSet/>
      <dgm:spPr/>
      <dgm:t>
        <a:bodyPr/>
        <a:lstStyle/>
        <a:p>
          <a:endParaRPr lang="zh-CN" altLang="en-US" sz="2000"/>
        </a:p>
      </dgm:t>
    </dgm:pt>
    <dgm:pt modelId="{84DB0D5F-BAE8-4630-9C0C-7333B0B9CACD}">
      <dgm:prSet custT="1"/>
      <dgm:spPr/>
      <dgm:t>
        <a:bodyPr/>
        <a:lstStyle/>
        <a:p>
          <a:pPr rtl="0"/>
          <a:r>
            <a:rPr lang="zh-CN" sz="1600" dirty="0" smtClean="0"/>
            <a:t>上拉输入模式，引脚内部有个上拉电阻，通过开关连接到电源</a:t>
          </a:r>
          <a:r>
            <a:rPr lang="en-US" sz="1600" dirty="0" smtClean="0"/>
            <a:t>VDD</a:t>
          </a:r>
          <a:r>
            <a:rPr lang="zh-CN" sz="1600" dirty="0" smtClean="0"/>
            <a:t>，当</a:t>
          </a:r>
          <a:r>
            <a:rPr lang="en-US" sz="1600" dirty="0" smtClean="0"/>
            <a:t>I/O</a:t>
          </a:r>
          <a:r>
            <a:rPr lang="zh-CN" sz="1600" dirty="0" smtClean="0"/>
            <a:t>引脚无输入信号时，默认输入高电平。</a:t>
          </a:r>
          <a:endParaRPr lang="zh-CN" sz="1600" dirty="0"/>
        </a:p>
      </dgm:t>
    </dgm:pt>
    <dgm:pt modelId="{6F9FFCB3-933A-44A6-8774-04C811FBD095}" type="parTrans" cxnId="{8609984A-F396-4A59-A836-6B9AFDADDA2D}">
      <dgm:prSet/>
      <dgm:spPr/>
      <dgm:t>
        <a:bodyPr/>
        <a:lstStyle/>
        <a:p>
          <a:endParaRPr lang="zh-CN" altLang="en-US" sz="2000"/>
        </a:p>
      </dgm:t>
    </dgm:pt>
    <dgm:pt modelId="{7385B14B-D32F-41F6-8E3D-2AE947BB5073}" type="sibTrans" cxnId="{8609984A-F396-4A59-A836-6B9AFDADDA2D}">
      <dgm:prSet/>
      <dgm:spPr/>
      <dgm:t>
        <a:bodyPr/>
        <a:lstStyle/>
        <a:p>
          <a:endParaRPr lang="zh-CN" altLang="en-US" sz="2000"/>
        </a:p>
      </dgm:t>
    </dgm:pt>
    <dgm:pt modelId="{D94B728A-53FA-406A-8234-5DC9AEEE8887}">
      <dgm:prSet custT="1"/>
      <dgm:spPr/>
      <dgm:t>
        <a:bodyPr anchor="ctr"/>
        <a:lstStyle/>
        <a:p>
          <a:pPr rtl="0"/>
          <a:r>
            <a:rPr lang="zh-CN" sz="1800" b="1" dirty="0" smtClean="0">
              <a:solidFill>
                <a:schemeClr val="accent5">
                  <a:lumMod val="75000"/>
                </a:schemeClr>
              </a:solidFill>
            </a:rPr>
            <a:t>下拉输入模式（</a:t>
          </a:r>
          <a:r>
            <a:rPr lang="en-US" sz="1800" b="1" dirty="0" smtClean="0">
              <a:solidFill>
                <a:schemeClr val="accent5">
                  <a:lumMod val="75000"/>
                </a:schemeClr>
              </a:solidFill>
            </a:rPr>
            <a:t>Input Pull-down</a:t>
          </a:r>
          <a:r>
            <a:rPr lang="zh-CN" sz="1800" b="1" dirty="0" smtClean="0">
              <a:solidFill>
                <a:schemeClr val="accent5">
                  <a:lumMod val="75000"/>
                </a:schemeClr>
              </a:solidFill>
            </a:rPr>
            <a:t>）</a:t>
          </a:r>
          <a:endParaRPr lang="zh-CN" sz="1800" b="1" dirty="0">
            <a:solidFill>
              <a:schemeClr val="accent5">
                <a:lumMod val="75000"/>
              </a:schemeClr>
            </a:solidFill>
          </a:endParaRPr>
        </a:p>
      </dgm:t>
    </dgm:pt>
    <dgm:pt modelId="{B932D44D-2538-4D40-9DE9-DBD24977EE6B}" type="parTrans" cxnId="{9B77DCB5-0935-4E93-9BC3-BE507C5A05AE}">
      <dgm:prSet/>
      <dgm:spPr/>
      <dgm:t>
        <a:bodyPr/>
        <a:lstStyle/>
        <a:p>
          <a:endParaRPr lang="zh-CN" altLang="en-US" sz="2000"/>
        </a:p>
      </dgm:t>
    </dgm:pt>
    <dgm:pt modelId="{1DCB6F2B-BF07-438C-8C5D-2C7DB2D33350}" type="sibTrans" cxnId="{9B77DCB5-0935-4E93-9BC3-BE507C5A05AE}">
      <dgm:prSet/>
      <dgm:spPr/>
      <dgm:t>
        <a:bodyPr/>
        <a:lstStyle/>
        <a:p>
          <a:endParaRPr lang="zh-CN" altLang="en-US" sz="2000"/>
        </a:p>
      </dgm:t>
    </dgm:pt>
    <dgm:pt modelId="{2CDF1FBE-108A-41CA-BA58-30199C26894B}">
      <dgm:prSet custT="1"/>
      <dgm:spPr/>
      <dgm:t>
        <a:bodyPr/>
        <a:lstStyle/>
        <a:p>
          <a:pPr rtl="0"/>
          <a:r>
            <a:rPr lang="zh-CN" sz="1600" dirty="0" smtClean="0"/>
            <a:t>下拉输入模式和上拉输入模式正好相反，当</a:t>
          </a:r>
          <a:r>
            <a:rPr lang="en-US" sz="1600" dirty="0" smtClean="0"/>
            <a:t>I/O</a:t>
          </a:r>
          <a:r>
            <a:rPr lang="zh-CN" sz="1600" dirty="0" smtClean="0"/>
            <a:t>引脚无输入信号时，默认输入低电平。</a:t>
          </a:r>
          <a:endParaRPr lang="zh-CN" sz="1600" dirty="0"/>
        </a:p>
      </dgm:t>
    </dgm:pt>
    <dgm:pt modelId="{AA29BBBF-CD92-45A7-B78D-94D63AA32466}" type="parTrans" cxnId="{515F8958-0EA9-4B98-AABA-B71895FDEA6E}">
      <dgm:prSet/>
      <dgm:spPr/>
      <dgm:t>
        <a:bodyPr/>
        <a:lstStyle/>
        <a:p>
          <a:endParaRPr lang="zh-CN" altLang="en-US" sz="2000"/>
        </a:p>
      </dgm:t>
    </dgm:pt>
    <dgm:pt modelId="{E20F9BA8-CBF6-4C0C-9E35-B2D769E074DC}" type="sibTrans" cxnId="{515F8958-0EA9-4B98-AABA-B71895FDEA6E}">
      <dgm:prSet/>
      <dgm:spPr/>
      <dgm:t>
        <a:bodyPr/>
        <a:lstStyle/>
        <a:p>
          <a:endParaRPr lang="zh-CN" altLang="en-US" sz="2000"/>
        </a:p>
      </dgm:t>
    </dgm:pt>
    <dgm:pt modelId="{25AEBFB7-EF2C-477C-80D4-C99F3A417397}">
      <dgm:prSet custT="1"/>
      <dgm:spPr/>
      <dgm:t>
        <a:bodyPr anchor="ctr"/>
        <a:lstStyle/>
        <a:p>
          <a:pPr rtl="0"/>
          <a:r>
            <a:rPr lang="zh-CN" altLang="en-US" sz="1800" b="1" dirty="0" smtClean="0">
              <a:solidFill>
                <a:srgbClr val="00B050"/>
              </a:solidFill>
            </a:rPr>
            <a:t>浮空输入模式</a:t>
          </a:r>
          <a:endParaRPr lang="zh-CN" altLang="en-US" sz="1800" b="1" dirty="0">
            <a:solidFill>
              <a:srgbClr val="00B050"/>
            </a:solidFill>
          </a:endParaRPr>
        </a:p>
      </dgm:t>
    </dgm:pt>
    <dgm:pt modelId="{72D07620-6146-4DD9-8D41-A59CB28BBC90}" type="parTrans" cxnId="{28C1B127-ED0E-4230-A65F-91E17F69FE85}">
      <dgm:prSet/>
      <dgm:spPr/>
      <dgm:t>
        <a:bodyPr/>
        <a:lstStyle/>
        <a:p>
          <a:endParaRPr lang="zh-CN" altLang="en-US" sz="2000"/>
        </a:p>
      </dgm:t>
    </dgm:pt>
    <dgm:pt modelId="{16F19A88-A18B-40B7-9377-802630DC27E6}" type="sibTrans" cxnId="{28C1B127-ED0E-4230-A65F-91E17F69FE85}">
      <dgm:prSet/>
      <dgm:spPr/>
      <dgm:t>
        <a:bodyPr/>
        <a:lstStyle/>
        <a:p>
          <a:endParaRPr lang="zh-CN" altLang="en-US" sz="2000"/>
        </a:p>
      </dgm:t>
    </dgm:pt>
    <dgm:pt modelId="{455C546A-80FF-44C6-898E-79FDDFBD024D}">
      <dgm:prSet custT="1"/>
      <dgm:spPr/>
      <dgm:t>
        <a:bodyPr/>
        <a:lstStyle/>
        <a:p>
          <a:pPr rtl="0"/>
          <a:r>
            <a:rPr lang="zh-CN" sz="1600" dirty="0" smtClean="0"/>
            <a:t>浮空输入模式下引脚内部既不接上拉电阻也不连接下拉电阻，直接经施密特触发器输入</a:t>
          </a:r>
          <a:r>
            <a:rPr lang="en-US" sz="1600" dirty="0" smtClean="0"/>
            <a:t>I/O</a:t>
          </a:r>
          <a:r>
            <a:rPr lang="zh-CN" sz="1600" dirty="0" smtClean="0"/>
            <a:t>引脚的信号。</a:t>
          </a:r>
          <a:endParaRPr lang="zh-CN" sz="1600" dirty="0"/>
        </a:p>
      </dgm:t>
    </dgm:pt>
    <dgm:pt modelId="{8217B62B-6AFC-4921-9963-C14A0D33BC99}" type="parTrans" cxnId="{DB800F92-69E7-4778-A42A-EA28CA85B429}">
      <dgm:prSet/>
      <dgm:spPr/>
      <dgm:t>
        <a:bodyPr/>
        <a:lstStyle/>
        <a:p>
          <a:endParaRPr lang="zh-CN" altLang="en-US" sz="2000"/>
        </a:p>
      </dgm:t>
    </dgm:pt>
    <dgm:pt modelId="{27098F0C-E437-4A04-B6AD-F0D228271E95}" type="sibTrans" cxnId="{DB800F92-69E7-4778-A42A-EA28CA85B429}">
      <dgm:prSet/>
      <dgm:spPr/>
      <dgm:t>
        <a:bodyPr/>
        <a:lstStyle/>
        <a:p>
          <a:endParaRPr lang="zh-CN" altLang="en-US" sz="2000"/>
        </a:p>
      </dgm:t>
    </dgm:pt>
    <dgm:pt modelId="{9A77BCD0-2754-4269-A3A7-8AA109DB10F2}" type="pres">
      <dgm:prSet presAssocID="{128B11D6-DBD7-40CB-842A-97E759277E47}" presName="vert0" presStyleCnt="0">
        <dgm:presLayoutVars>
          <dgm:dir/>
          <dgm:animOne val="branch"/>
          <dgm:animLvl val="lvl"/>
        </dgm:presLayoutVars>
      </dgm:prSet>
      <dgm:spPr/>
      <dgm:t>
        <a:bodyPr/>
        <a:lstStyle/>
        <a:p>
          <a:endParaRPr lang="zh-CN" altLang="en-US"/>
        </a:p>
      </dgm:t>
    </dgm:pt>
    <dgm:pt modelId="{F9193ACF-CDF9-4570-8B78-D9979F55B8A4}" type="pres">
      <dgm:prSet presAssocID="{4D5B6498-D33A-4AB4-A68D-E2B44512CFAF}" presName="thickLine" presStyleLbl="alignNode1" presStyleIdx="0" presStyleCnt="3"/>
      <dgm:spPr/>
    </dgm:pt>
    <dgm:pt modelId="{7A2C5B19-0D68-4D1F-BED7-AE0A80FBE1A9}" type="pres">
      <dgm:prSet presAssocID="{4D5B6498-D33A-4AB4-A68D-E2B44512CFAF}" presName="horz1" presStyleCnt="0"/>
      <dgm:spPr/>
    </dgm:pt>
    <dgm:pt modelId="{3B2AA267-9B2C-43A5-984F-53975C68A69E}" type="pres">
      <dgm:prSet presAssocID="{4D5B6498-D33A-4AB4-A68D-E2B44512CFAF}" presName="tx1" presStyleLbl="revTx" presStyleIdx="0" presStyleCnt="6" custScaleX="127450"/>
      <dgm:spPr/>
      <dgm:t>
        <a:bodyPr/>
        <a:lstStyle/>
        <a:p>
          <a:endParaRPr lang="zh-CN" altLang="en-US"/>
        </a:p>
      </dgm:t>
    </dgm:pt>
    <dgm:pt modelId="{32600D5A-B515-47EB-AEB8-429BFDD30D4F}" type="pres">
      <dgm:prSet presAssocID="{4D5B6498-D33A-4AB4-A68D-E2B44512CFAF}" presName="vert1" presStyleCnt="0"/>
      <dgm:spPr/>
    </dgm:pt>
    <dgm:pt modelId="{B8023A03-33E8-4A80-952C-E17F2A6D90CE}" type="pres">
      <dgm:prSet presAssocID="{84DB0D5F-BAE8-4630-9C0C-7333B0B9CACD}" presName="vertSpace2a" presStyleCnt="0"/>
      <dgm:spPr/>
    </dgm:pt>
    <dgm:pt modelId="{9048C6E9-5EB4-47DF-8541-638EE7D7FD06}" type="pres">
      <dgm:prSet presAssocID="{84DB0D5F-BAE8-4630-9C0C-7333B0B9CACD}" presName="horz2" presStyleCnt="0"/>
      <dgm:spPr/>
    </dgm:pt>
    <dgm:pt modelId="{3473C7D7-2CB5-42A5-8375-33EAECAB746A}" type="pres">
      <dgm:prSet presAssocID="{84DB0D5F-BAE8-4630-9C0C-7333B0B9CACD}" presName="horzSpace2" presStyleCnt="0"/>
      <dgm:spPr/>
    </dgm:pt>
    <dgm:pt modelId="{86274A93-5903-4702-9552-772EAF425DFF}" type="pres">
      <dgm:prSet presAssocID="{84DB0D5F-BAE8-4630-9C0C-7333B0B9CACD}" presName="tx2" presStyleLbl="revTx" presStyleIdx="1" presStyleCnt="6"/>
      <dgm:spPr/>
      <dgm:t>
        <a:bodyPr/>
        <a:lstStyle/>
        <a:p>
          <a:endParaRPr lang="zh-CN" altLang="en-US"/>
        </a:p>
      </dgm:t>
    </dgm:pt>
    <dgm:pt modelId="{88851943-0A82-4B4F-AD7E-AED2B6ABDCC0}" type="pres">
      <dgm:prSet presAssocID="{84DB0D5F-BAE8-4630-9C0C-7333B0B9CACD}" presName="vert2" presStyleCnt="0"/>
      <dgm:spPr/>
    </dgm:pt>
    <dgm:pt modelId="{D13ADACA-4562-485B-BD90-DDC501ED7CF0}" type="pres">
      <dgm:prSet presAssocID="{84DB0D5F-BAE8-4630-9C0C-7333B0B9CACD}" presName="thinLine2b" presStyleLbl="callout" presStyleIdx="0" presStyleCnt="3"/>
      <dgm:spPr/>
    </dgm:pt>
    <dgm:pt modelId="{F8154BAD-3B10-490C-A0A3-D6446E428166}" type="pres">
      <dgm:prSet presAssocID="{84DB0D5F-BAE8-4630-9C0C-7333B0B9CACD}" presName="vertSpace2b" presStyleCnt="0"/>
      <dgm:spPr/>
    </dgm:pt>
    <dgm:pt modelId="{4FF37045-EC9F-4592-B5E6-F659B4970D37}" type="pres">
      <dgm:prSet presAssocID="{D94B728A-53FA-406A-8234-5DC9AEEE8887}" presName="thickLine" presStyleLbl="alignNode1" presStyleIdx="1" presStyleCnt="3"/>
      <dgm:spPr/>
    </dgm:pt>
    <dgm:pt modelId="{38C80834-C2DE-44F2-892B-54B5ED809CF9}" type="pres">
      <dgm:prSet presAssocID="{D94B728A-53FA-406A-8234-5DC9AEEE8887}" presName="horz1" presStyleCnt="0"/>
      <dgm:spPr/>
    </dgm:pt>
    <dgm:pt modelId="{A708CDF9-D0A2-4A11-99BF-C1065EF811E1}" type="pres">
      <dgm:prSet presAssocID="{D94B728A-53FA-406A-8234-5DC9AEEE8887}" presName="tx1" presStyleLbl="revTx" presStyleIdx="2" presStyleCnt="6" custScaleX="136974"/>
      <dgm:spPr/>
      <dgm:t>
        <a:bodyPr/>
        <a:lstStyle/>
        <a:p>
          <a:endParaRPr lang="zh-CN" altLang="en-US"/>
        </a:p>
      </dgm:t>
    </dgm:pt>
    <dgm:pt modelId="{86E03D87-D4C8-40F5-92D7-5A5701C77D4C}" type="pres">
      <dgm:prSet presAssocID="{D94B728A-53FA-406A-8234-5DC9AEEE8887}" presName="vert1" presStyleCnt="0"/>
      <dgm:spPr/>
    </dgm:pt>
    <dgm:pt modelId="{A1476BC9-4D0F-4143-B405-152D5B07BBF9}" type="pres">
      <dgm:prSet presAssocID="{2CDF1FBE-108A-41CA-BA58-30199C26894B}" presName="vertSpace2a" presStyleCnt="0"/>
      <dgm:spPr/>
    </dgm:pt>
    <dgm:pt modelId="{785BE037-C4DF-4C70-BFB4-883E0F553764}" type="pres">
      <dgm:prSet presAssocID="{2CDF1FBE-108A-41CA-BA58-30199C26894B}" presName="horz2" presStyleCnt="0"/>
      <dgm:spPr/>
    </dgm:pt>
    <dgm:pt modelId="{D3221B67-8A6A-4470-82FB-C98B7FC60B2B}" type="pres">
      <dgm:prSet presAssocID="{2CDF1FBE-108A-41CA-BA58-30199C26894B}" presName="horzSpace2" presStyleCnt="0"/>
      <dgm:spPr/>
    </dgm:pt>
    <dgm:pt modelId="{0D89C4F6-B9DD-4D5D-B624-544F3F90A348}" type="pres">
      <dgm:prSet presAssocID="{2CDF1FBE-108A-41CA-BA58-30199C26894B}" presName="tx2" presStyleLbl="revTx" presStyleIdx="3" presStyleCnt="6"/>
      <dgm:spPr/>
      <dgm:t>
        <a:bodyPr/>
        <a:lstStyle/>
        <a:p>
          <a:endParaRPr lang="zh-CN" altLang="en-US"/>
        </a:p>
      </dgm:t>
    </dgm:pt>
    <dgm:pt modelId="{CEAE115D-AE64-4268-904F-73A96DBFE24C}" type="pres">
      <dgm:prSet presAssocID="{2CDF1FBE-108A-41CA-BA58-30199C26894B}" presName="vert2" presStyleCnt="0"/>
      <dgm:spPr/>
    </dgm:pt>
    <dgm:pt modelId="{4343A4F5-438E-458D-B77F-56057ED78A4D}" type="pres">
      <dgm:prSet presAssocID="{2CDF1FBE-108A-41CA-BA58-30199C26894B}" presName="thinLine2b" presStyleLbl="callout" presStyleIdx="1" presStyleCnt="3"/>
      <dgm:spPr/>
    </dgm:pt>
    <dgm:pt modelId="{4F699137-80FF-4023-8559-A6B3AF815E69}" type="pres">
      <dgm:prSet presAssocID="{2CDF1FBE-108A-41CA-BA58-30199C26894B}" presName="vertSpace2b" presStyleCnt="0"/>
      <dgm:spPr/>
    </dgm:pt>
    <dgm:pt modelId="{312E7B9D-08F1-4BB2-8B8D-DFAFC8DBAC4E}" type="pres">
      <dgm:prSet presAssocID="{25AEBFB7-EF2C-477C-80D4-C99F3A417397}" presName="thickLine" presStyleLbl="alignNode1" presStyleIdx="2" presStyleCnt="3"/>
      <dgm:spPr/>
    </dgm:pt>
    <dgm:pt modelId="{68569DC9-3B42-4FAB-87E1-97786C143EBB}" type="pres">
      <dgm:prSet presAssocID="{25AEBFB7-EF2C-477C-80D4-C99F3A417397}" presName="horz1" presStyleCnt="0"/>
      <dgm:spPr/>
    </dgm:pt>
    <dgm:pt modelId="{2C085B24-F995-4734-88DA-24E9A08B77B3}" type="pres">
      <dgm:prSet presAssocID="{25AEBFB7-EF2C-477C-80D4-C99F3A417397}" presName="tx1" presStyleLbl="revTx" presStyleIdx="4" presStyleCnt="6" custScaleX="142824"/>
      <dgm:spPr/>
      <dgm:t>
        <a:bodyPr/>
        <a:lstStyle/>
        <a:p>
          <a:endParaRPr lang="zh-CN" altLang="en-US"/>
        </a:p>
      </dgm:t>
    </dgm:pt>
    <dgm:pt modelId="{5A7ED1F7-7336-4164-94BD-E9CC2FC46FDB}" type="pres">
      <dgm:prSet presAssocID="{25AEBFB7-EF2C-477C-80D4-C99F3A417397}" presName="vert1" presStyleCnt="0"/>
      <dgm:spPr/>
    </dgm:pt>
    <dgm:pt modelId="{F348308C-20C8-4C26-BF6E-BC5FFEF16594}" type="pres">
      <dgm:prSet presAssocID="{455C546A-80FF-44C6-898E-79FDDFBD024D}" presName="vertSpace2a" presStyleCnt="0"/>
      <dgm:spPr/>
    </dgm:pt>
    <dgm:pt modelId="{900313AB-F3BA-48DE-8D49-9B752E87A27B}" type="pres">
      <dgm:prSet presAssocID="{455C546A-80FF-44C6-898E-79FDDFBD024D}" presName="horz2" presStyleCnt="0"/>
      <dgm:spPr/>
    </dgm:pt>
    <dgm:pt modelId="{145DF056-D903-42A6-B89C-BBE728B37ACF}" type="pres">
      <dgm:prSet presAssocID="{455C546A-80FF-44C6-898E-79FDDFBD024D}" presName="horzSpace2" presStyleCnt="0"/>
      <dgm:spPr/>
    </dgm:pt>
    <dgm:pt modelId="{AC93868A-FD0A-48A9-88C7-DD9EE2F647CF}" type="pres">
      <dgm:prSet presAssocID="{455C546A-80FF-44C6-898E-79FDDFBD024D}" presName="tx2" presStyleLbl="revTx" presStyleIdx="5" presStyleCnt="6"/>
      <dgm:spPr/>
      <dgm:t>
        <a:bodyPr/>
        <a:lstStyle/>
        <a:p>
          <a:endParaRPr lang="zh-CN" altLang="en-US"/>
        </a:p>
      </dgm:t>
    </dgm:pt>
    <dgm:pt modelId="{60D84CC9-545A-446F-88D4-15F4CC28AA44}" type="pres">
      <dgm:prSet presAssocID="{455C546A-80FF-44C6-898E-79FDDFBD024D}" presName="vert2" presStyleCnt="0"/>
      <dgm:spPr/>
    </dgm:pt>
    <dgm:pt modelId="{48D1ADBE-22A8-416C-A6E9-4A0DB820BB90}" type="pres">
      <dgm:prSet presAssocID="{455C546A-80FF-44C6-898E-79FDDFBD024D}" presName="thinLine2b" presStyleLbl="callout" presStyleIdx="2" presStyleCnt="3"/>
      <dgm:spPr/>
    </dgm:pt>
    <dgm:pt modelId="{2895F30F-38CD-4B40-875B-6969FF8EE836}" type="pres">
      <dgm:prSet presAssocID="{455C546A-80FF-44C6-898E-79FDDFBD024D}" presName="vertSpace2b" presStyleCnt="0"/>
      <dgm:spPr/>
    </dgm:pt>
  </dgm:ptLst>
  <dgm:cxnLst>
    <dgm:cxn modelId="{012519B2-F4E5-46C0-BB00-84F7D1A67EF4}" srcId="{128B11D6-DBD7-40CB-842A-97E759277E47}" destId="{4D5B6498-D33A-4AB4-A68D-E2B44512CFAF}" srcOrd="0" destOrd="0" parTransId="{31040CB1-B0EB-4EA8-8FD3-D804609C71D7}" sibTransId="{04AB1971-A064-4254-AC51-5B2A21654507}"/>
    <dgm:cxn modelId="{C36A6C44-3D26-48E5-B476-6530DAF416EF}" type="presOf" srcId="{D94B728A-53FA-406A-8234-5DC9AEEE8887}" destId="{A708CDF9-D0A2-4A11-99BF-C1065EF811E1}" srcOrd="0" destOrd="0" presId="urn:microsoft.com/office/officeart/2008/layout/LinedList"/>
    <dgm:cxn modelId="{46A864A6-794D-4B88-8EA2-3648D19317B6}" type="presOf" srcId="{455C546A-80FF-44C6-898E-79FDDFBD024D}" destId="{AC93868A-FD0A-48A9-88C7-DD9EE2F647CF}" srcOrd="0" destOrd="0" presId="urn:microsoft.com/office/officeart/2008/layout/LinedList"/>
    <dgm:cxn modelId="{15C64D4A-52A9-4D8D-A0DA-0EF6F85198BD}" type="presOf" srcId="{2CDF1FBE-108A-41CA-BA58-30199C26894B}" destId="{0D89C4F6-B9DD-4D5D-B624-544F3F90A348}" srcOrd="0" destOrd="0" presId="urn:microsoft.com/office/officeart/2008/layout/LinedList"/>
    <dgm:cxn modelId="{7F9E16B2-4862-40D0-8AB2-5AE22B3E5DF8}" type="presOf" srcId="{84DB0D5F-BAE8-4630-9C0C-7333B0B9CACD}" destId="{86274A93-5903-4702-9552-772EAF425DFF}" srcOrd="0" destOrd="0" presId="urn:microsoft.com/office/officeart/2008/layout/LinedList"/>
    <dgm:cxn modelId="{515F8958-0EA9-4B98-AABA-B71895FDEA6E}" srcId="{D94B728A-53FA-406A-8234-5DC9AEEE8887}" destId="{2CDF1FBE-108A-41CA-BA58-30199C26894B}" srcOrd="0" destOrd="0" parTransId="{AA29BBBF-CD92-45A7-B78D-94D63AA32466}" sibTransId="{E20F9BA8-CBF6-4C0C-9E35-B2D769E074DC}"/>
    <dgm:cxn modelId="{9B77DCB5-0935-4E93-9BC3-BE507C5A05AE}" srcId="{128B11D6-DBD7-40CB-842A-97E759277E47}" destId="{D94B728A-53FA-406A-8234-5DC9AEEE8887}" srcOrd="1" destOrd="0" parTransId="{B932D44D-2538-4D40-9DE9-DBD24977EE6B}" sibTransId="{1DCB6F2B-BF07-438C-8C5D-2C7DB2D33350}"/>
    <dgm:cxn modelId="{DB800F92-69E7-4778-A42A-EA28CA85B429}" srcId="{25AEBFB7-EF2C-477C-80D4-C99F3A417397}" destId="{455C546A-80FF-44C6-898E-79FDDFBD024D}" srcOrd="0" destOrd="0" parTransId="{8217B62B-6AFC-4921-9963-C14A0D33BC99}" sibTransId="{27098F0C-E437-4A04-B6AD-F0D228271E95}"/>
    <dgm:cxn modelId="{28C1B127-ED0E-4230-A65F-91E17F69FE85}" srcId="{128B11D6-DBD7-40CB-842A-97E759277E47}" destId="{25AEBFB7-EF2C-477C-80D4-C99F3A417397}" srcOrd="2" destOrd="0" parTransId="{72D07620-6146-4DD9-8D41-A59CB28BBC90}" sibTransId="{16F19A88-A18B-40B7-9377-802630DC27E6}"/>
    <dgm:cxn modelId="{232A2658-893E-477E-AB7A-8FF225E3C4CA}" type="presOf" srcId="{128B11D6-DBD7-40CB-842A-97E759277E47}" destId="{9A77BCD0-2754-4269-A3A7-8AA109DB10F2}" srcOrd="0" destOrd="0" presId="urn:microsoft.com/office/officeart/2008/layout/LinedList"/>
    <dgm:cxn modelId="{F4DCD200-5C5B-43D9-ADD3-21CC95024643}" type="presOf" srcId="{4D5B6498-D33A-4AB4-A68D-E2B44512CFAF}" destId="{3B2AA267-9B2C-43A5-984F-53975C68A69E}" srcOrd="0" destOrd="0" presId="urn:microsoft.com/office/officeart/2008/layout/LinedList"/>
    <dgm:cxn modelId="{8609984A-F396-4A59-A836-6B9AFDADDA2D}" srcId="{4D5B6498-D33A-4AB4-A68D-E2B44512CFAF}" destId="{84DB0D5F-BAE8-4630-9C0C-7333B0B9CACD}" srcOrd="0" destOrd="0" parTransId="{6F9FFCB3-933A-44A6-8774-04C811FBD095}" sibTransId="{7385B14B-D32F-41F6-8E3D-2AE947BB5073}"/>
    <dgm:cxn modelId="{E53DE456-DEBF-4E7D-9195-AC4454985471}" type="presOf" srcId="{25AEBFB7-EF2C-477C-80D4-C99F3A417397}" destId="{2C085B24-F995-4734-88DA-24E9A08B77B3}" srcOrd="0" destOrd="0" presId="urn:microsoft.com/office/officeart/2008/layout/LinedList"/>
    <dgm:cxn modelId="{ED1F07CD-02C8-40C5-B459-CA7D5D74F359}" type="presParOf" srcId="{9A77BCD0-2754-4269-A3A7-8AA109DB10F2}" destId="{F9193ACF-CDF9-4570-8B78-D9979F55B8A4}" srcOrd="0" destOrd="0" presId="urn:microsoft.com/office/officeart/2008/layout/LinedList"/>
    <dgm:cxn modelId="{0333CBB5-484C-454F-A27A-78C18AA41345}" type="presParOf" srcId="{9A77BCD0-2754-4269-A3A7-8AA109DB10F2}" destId="{7A2C5B19-0D68-4D1F-BED7-AE0A80FBE1A9}" srcOrd="1" destOrd="0" presId="urn:microsoft.com/office/officeart/2008/layout/LinedList"/>
    <dgm:cxn modelId="{25FE1829-2038-4746-B796-6869E319EEFF}" type="presParOf" srcId="{7A2C5B19-0D68-4D1F-BED7-AE0A80FBE1A9}" destId="{3B2AA267-9B2C-43A5-984F-53975C68A69E}" srcOrd="0" destOrd="0" presId="urn:microsoft.com/office/officeart/2008/layout/LinedList"/>
    <dgm:cxn modelId="{999C84C3-C294-460C-866C-E5F43050B9D6}" type="presParOf" srcId="{7A2C5B19-0D68-4D1F-BED7-AE0A80FBE1A9}" destId="{32600D5A-B515-47EB-AEB8-429BFDD30D4F}" srcOrd="1" destOrd="0" presId="urn:microsoft.com/office/officeart/2008/layout/LinedList"/>
    <dgm:cxn modelId="{8F3F1D56-8CB9-4B38-AF86-C80E2B8C164A}" type="presParOf" srcId="{32600D5A-B515-47EB-AEB8-429BFDD30D4F}" destId="{B8023A03-33E8-4A80-952C-E17F2A6D90CE}" srcOrd="0" destOrd="0" presId="urn:microsoft.com/office/officeart/2008/layout/LinedList"/>
    <dgm:cxn modelId="{574FA9C7-0D85-4A35-96B5-43FAAE4A96F1}" type="presParOf" srcId="{32600D5A-B515-47EB-AEB8-429BFDD30D4F}" destId="{9048C6E9-5EB4-47DF-8541-638EE7D7FD06}" srcOrd="1" destOrd="0" presId="urn:microsoft.com/office/officeart/2008/layout/LinedList"/>
    <dgm:cxn modelId="{D21DF058-5AAF-4FD3-B1BF-B6FAABCBDF0F}" type="presParOf" srcId="{9048C6E9-5EB4-47DF-8541-638EE7D7FD06}" destId="{3473C7D7-2CB5-42A5-8375-33EAECAB746A}" srcOrd="0" destOrd="0" presId="urn:microsoft.com/office/officeart/2008/layout/LinedList"/>
    <dgm:cxn modelId="{8CDE6303-9228-4EE6-A47B-3C98B17D4311}" type="presParOf" srcId="{9048C6E9-5EB4-47DF-8541-638EE7D7FD06}" destId="{86274A93-5903-4702-9552-772EAF425DFF}" srcOrd="1" destOrd="0" presId="urn:microsoft.com/office/officeart/2008/layout/LinedList"/>
    <dgm:cxn modelId="{EF504CBC-1F7B-446D-B79A-91C242B9F434}" type="presParOf" srcId="{9048C6E9-5EB4-47DF-8541-638EE7D7FD06}" destId="{88851943-0A82-4B4F-AD7E-AED2B6ABDCC0}" srcOrd="2" destOrd="0" presId="urn:microsoft.com/office/officeart/2008/layout/LinedList"/>
    <dgm:cxn modelId="{E038D9CF-1B12-444F-91EA-178DED37DFA8}" type="presParOf" srcId="{32600D5A-B515-47EB-AEB8-429BFDD30D4F}" destId="{D13ADACA-4562-485B-BD90-DDC501ED7CF0}" srcOrd="2" destOrd="0" presId="urn:microsoft.com/office/officeart/2008/layout/LinedList"/>
    <dgm:cxn modelId="{4525BB94-32D5-487D-B90C-4FA22E9F9782}" type="presParOf" srcId="{32600D5A-B515-47EB-AEB8-429BFDD30D4F}" destId="{F8154BAD-3B10-490C-A0A3-D6446E428166}" srcOrd="3" destOrd="0" presId="urn:microsoft.com/office/officeart/2008/layout/LinedList"/>
    <dgm:cxn modelId="{D76D694B-5100-4058-87E4-3654D13FA892}" type="presParOf" srcId="{9A77BCD0-2754-4269-A3A7-8AA109DB10F2}" destId="{4FF37045-EC9F-4592-B5E6-F659B4970D37}" srcOrd="2" destOrd="0" presId="urn:microsoft.com/office/officeart/2008/layout/LinedList"/>
    <dgm:cxn modelId="{9243C5DB-9B15-47F1-AF56-939B62F27B34}" type="presParOf" srcId="{9A77BCD0-2754-4269-A3A7-8AA109DB10F2}" destId="{38C80834-C2DE-44F2-892B-54B5ED809CF9}" srcOrd="3" destOrd="0" presId="urn:microsoft.com/office/officeart/2008/layout/LinedList"/>
    <dgm:cxn modelId="{775164F9-0CCE-43E5-B7E5-6D06E80D872D}" type="presParOf" srcId="{38C80834-C2DE-44F2-892B-54B5ED809CF9}" destId="{A708CDF9-D0A2-4A11-99BF-C1065EF811E1}" srcOrd="0" destOrd="0" presId="urn:microsoft.com/office/officeart/2008/layout/LinedList"/>
    <dgm:cxn modelId="{5B7F61C4-252E-4220-9D30-D534B407C952}" type="presParOf" srcId="{38C80834-C2DE-44F2-892B-54B5ED809CF9}" destId="{86E03D87-D4C8-40F5-92D7-5A5701C77D4C}" srcOrd="1" destOrd="0" presId="urn:microsoft.com/office/officeart/2008/layout/LinedList"/>
    <dgm:cxn modelId="{AA89D749-0605-4E5D-A0A5-F52FABAF31A3}" type="presParOf" srcId="{86E03D87-D4C8-40F5-92D7-5A5701C77D4C}" destId="{A1476BC9-4D0F-4143-B405-152D5B07BBF9}" srcOrd="0" destOrd="0" presId="urn:microsoft.com/office/officeart/2008/layout/LinedList"/>
    <dgm:cxn modelId="{BCB433B8-C733-4AF3-8EF8-AC745552334C}" type="presParOf" srcId="{86E03D87-D4C8-40F5-92D7-5A5701C77D4C}" destId="{785BE037-C4DF-4C70-BFB4-883E0F553764}" srcOrd="1" destOrd="0" presId="urn:microsoft.com/office/officeart/2008/layout/LinedList"/>
    <dgm:cxn modelId="{17182AB9-5FA0-400D-B6ED-1F8EFB452AB8}" type="presParOf" srcId="{785BE037-C4DF-4C70-BFB4-883E0F553764}" destId="{D3221B67-8A6A-4470-82FB-C98B7FC60B2B}" srcOrd="0" destOrd="0" presId="urn:microsoft.com/office/officeart/2008/layout/LinedList"/>
    <dgm:cxn modelId="{C75FE687-ABD1-4430-9F47-38B0485AEB4D}" type="presParOf" srcId="{785BE037-C4DF-4C70-BFB4-883E0F553764}" destId="{0D89C4F6-B9DD-4D5D-B624-544F3F90A348}" srcOrd="1" destOrd="0" presId="urn:microsoft.com/office/officeart/2008/layout/LinedList"/>
    <dgm:cxn modelId="{BF475FB4-77EB-4545-92BC-1F2B6265E2C7}" type="presParOf" srcId="{785BE037-C4DF-4C70-BFB4-883E0F553764}" destId="{CEAE115D-AE64-4268-904F-73A96DBFE24C}" srcOrd="2" destOrd="0" presId="urn:microsoft.com/office/officeart/2008/layout/LinedList"/>
    <dgm:cxn modelId="{EB616E9F-62E5-43CF-A540-9629355399D0}" type="presParOf" srcId="{86E03D87-D4C8-40F5-92D7-5A5701C77D4C}" destId="{4343A4F5-438E-458D-B77F-56057ED78A4D}" srcOrd="2" destOrd="0" presId="urn:microsoft.com/office/officeart/2008/layout/LinedList"/>
    <dgm:cxn modelId="{73E8F9A4-E5C2-4B5D-85A8-6684AD440D97}" type="presParOf" srcId="{86E03D87-D4C8-40F5-92D7-5A5701C77D4C}" destId="{4F699137-80FF-4023-8559-A6B3AF815E69}" srcOrd="3" destOrd="0" presId="urn:microsoft.com/office/officeart/2008/layout/LinedList"/>
    <dgm:cxn modelId="{EB8169DE-63DF-4D4C-BBCC-B5352F69DA79}" type="presParOf" srcId="{9A77BCD0-2754-4269-A3A7-8AA109DB10F2}" destId="{312E7B9D-08F1-4BB2-8B8D-DFAFC8DBAC4E}" srcOrd="4" destOrd="0" presId="urn:microsoft.com/office/officeart/2008/layout/LinedList"/>
    <dgm:cxn modelId="{6B4D5F3B-B936-473C-90F5-64888AFA0D93}" type="presParOf" srcId="{9A77BCD0-2754-4269-A3A7-8AA109DB10F2}" destId="{68569DC9-3B42-4FAB-87E1-97786C143EBB}" srcOrd="5" destOrd="0" presId="urn:microsoft.com/office/officeart/2008/layout/LinedList"/>
    <dgm:cxn modelId="{58F262D9-CEC5-4FB7-B1C2-8A4B57CDB317}" type="presParOf" srcId="{68569DC9-3B42-4FAB-87E1-97786C143EBB}" destId="{2C085B24-F995-4734-88DA-24E9A08B77B3}" srcOrd="0" destOrd="0" presId="urn:microsoft.com/office/officeart/2008/layout/LinedList"/>
    <dgm:cxn modelId="{3DA4793A-F349-417D-BA3E-7010243C4ADE}" type="presParOf" srcId="{68569DC9-3B42-4FAB-87E1-97786C143EBB}" destId="{5A7ED1F7-7336-4164-94BD-E9CC2FC46FDB}" srcOrd="1" destOrd="0" presId="urn:microsoft.com/office/officeart/2008/layout/LinedList"/>
    <dgm:cxn modelId="{CAB9FC6F-8A3C-4039-9566-6457F5157DCC}" type="presParOf" srcId="{5A7ED1F7-7336-4164-94BD-E9CC2FC46FDB}" destId="{F348308C-20C8-4C26-BF6E-BC5FFEF16594}" srcOrd="0" destOrd="0" presId="urn:microsoft.com/office/officeart/2008/layout/LinedList"/>
    <dgm:cxn modelId="{C081D4E0-3CC0-4B5A-B2FC-87AB2C3B9F7D}" type="presParOf" srcId="{5A7ED1F7-7336-4164-94BD-E9CC2FC46FDB}" destId="{900313AB-F3BA-48DE-8D49-9B752E87A27B}" srcOrd="1" destOrd="0" presId="urn:microsoft.com/office/officeart/2008/layout/LinedList"/>
    <dgm:cxn modelId="{A7D2B0D9-E4A6-4E51-A3A5-B29EBBC81549}" type="presParOf" srcId="{900313AB-F3BA-48DE-8D49-9B752E87A27B}" destId="{145DF056-D903-42A6-B89C-BBE728B37ACF}" srcOrd="0" destOrd="0" presId="urn:microsoft.com/office/officeart/2008/layout/LinedList"/>
    <dgm:cxn modelId="{386CE6E3-26AA-4324-A120-A0D3463EE9DD}" type="presParOf" srcId="{900313AB-F3BA-48DE-8D49-9B752E87A27B}" destId="{AC93868A-FD0A-48A9-88C7-DD9EE2F647CF}" srcOrd="1" destOrd="0" presId="urn:microsoft.com/office/officeart/2008/layout/LinedList"/>
    <dgm:cxn modelId="{9FD05461-6CF6-4A67-885E-13B106DAF847}" type="presParOf" srcId="{900313AB-F3BA-48DE-8D49-9B752E87A27B}" destId="{60D84CC9-545A-446F-88D4-15F4CC28AA44}" srcOrd="2" destOrd="0" presId="urn:microsoft.com/office/officeart/2008/layout/LinedList"/>
    <dgm:cxn modelId="{167C87FC-3AC3-446C-9F9E-417F831AB065}" type="presParOf" srcId="{5A7ED1F7-7336-4164-94BD-E9CC2FC46FDB}" destId="{48D1ADBE-22A8-416C-A6E9-4A0DB820BB90}" srcOrd="2" destOrd="0" presId="urn:microsoft.com/office/officeart/2008/layout/LinedList"/>
    <dgm:cxn modelId="{A9D130DC-F581-4CB0-AC84-68C73B436117}" type="presParOf" srcId="{5A7ED1F7-7336-4164-94BD-E9CC2FC46FDB}" destId="{2895F30F-38CD-4B40-875B-6969FF8EE836}" srcOrd="3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A02CEBAA-E1A0-4A5E-892A-353144A3ECB1}" type="doc">
      <dgm:prSet loTypeId="urn:microsoft.com/office/officeart/2005/8/layout/vList3#1" loCatId="list" qsTypeId="urn:microsoft.com/office/officeart/2005/8/quickstyle/simple2" qsCatId="simple" csTypeId="urn:microsoft.com/office/officeart/2005/8/colors/accent5_3" csCatId="accent5" phldr="1"/>
      <dgm:spPr/>
      <dgm:t>
        <a:bodyPr/>
        <a:lstStyle/>
        <a:p>
          <a:endParaRPr lang="zh-CN" altLang="en-US"/>
        </a:p>
      </dgm:t>
    </dgm:pt>
    <dgm:pt modelId="{13106C34-DDA7-4704-AE3C-0B0E4328523F}">
      <dgm:prSet custT="1"/>
      <dgm:spPr/>
      <dgm:t>
        <a:bodyPr/>
        <a:lstStyle/>
        <a:p>
          <a:pPr marL="0" indent="177800" algn="l" rtl="0"/>
          <a:r>
            <a:rPr lang="en-US" altLang="zh-CN" sz="2000" b="1" dirty="0" smtClean="0"/>
            <a:t>5.3.1 </a:t>
          </a:r>
          <a:r>
            <a:rPr lang="en-US" altLang="zh-CN" sz="2000" b="1" dirty="0" smtClean="0"/>
            <a:t>GPIO</a:t>
          </a:r>
          <a:r>
            <a:rPr lang="zh-CN" altLang="en-US" sz="2000" b="1" dirty="0" smtClean="0"/>
            <a:t>标准</a:t>
          </a:r>
          <a:r>
            <a:rPr lang="zh-CN" altLang="en-US" sz="2000" b="1" dirty="0" smtClean="0"/>
            <a:t>外设</a:t>
          </a:r>
          <a:r>
            <a:rPr lang="zh-CN" altLang="en-US" sz="2000" b="1" dirty="0" smtClean="0"/>
            <a:t>库接口</a:t>
          </a:r>
          <a:r>
            <a:rPr lang="zh-CN" altLang="en-US" sz="2000" b="1" dirty="0" smtClean="0"/>
            <a:t>函数</a:t>
          </a:r>
          <a:endParaRPr lang="zh-CN" sz="2000" dirty="0"/>
        </a:p>
      </dgm:t>
    </dgm:pt>
    <dgm:pt modelId="{5B2484B4-0902-44AE-9451-619122864D26}" type="parTrans" cxnId="{02BAFB49-29A0-4418-8227-F8F120C95367}">
      <dgm:prSet/>
      <dgm:spPr/>
      <dgm:t>
        <a:bodyPr/>
        <a:lstStyle/>
        <a:p>
          <a:pPr algn="l"/>
          <a:endParaRPr lang="zh-CN" altLang="en-US" sz="2000"/>
        </a:p>
      </dgm:t>
    </dgm:pt>
    <dgm:pt modelId="{09265D00-2571-440C-8A2D-A0D7C0ECA357}" type="sibTrans" cxnId="{02BAFB49-29A0-4418-8227-F8F120C95367}">
      <dgm:prSet/>
      <dgm:spPr/>
      <dgm:t>
        <a:bodyPr/>
        <a:lstStyle/>
        <a:p>
          <a:pPr algn="l"/>
          <a:endParaRPr lang="zh-CN" altLang="en-US" sz="2000"/>
        </a:p>
      </dgm:t>
    </dgm:pt>
    <dgm:pt modelId="{047B7240-9B3B-4945-ABFC-8AA577225995}">
      <dgm:prSet custT="1"/>
      <dgm:spPr/>
      <dgm:t>
        <a:bodyPr/>
        <a:lstStyle/>
        <a:p>
          <a:pPr marL="0" indent="177800" algn="l" rtl="0"/>
          <a:r>
            <a:rPr lang="en-US" altLang="zh-CN" sz="2000" b="1" dirty="0" smtClean="0"/>
            <a:t>5.3.2 </a:t>
          </a:r>
          <a:r>
            <a:rPr lang="en-US" altLang="zh-CN" sz="2000" b="1" dirty="0" smtClean="0"/>
            <a:t>GPIO</a:t>
          </a:r>
          <a:r>
            <a:rPr lang="zh-CN" altLang="en-US" sz="2000" b="1" dirty="0" smtClean="0"/>
            <a:t>标准外设库应用</a:t>
          </a:r>
          <a:r>
            <a:rPr lang="zh-CN" altLang="en-US" sz="2000" b="1" dirty="0" smtClean="0"/>
            <a:t>实例</a:t>
          </a:r>
          <a:endParaRPr lang="zh-CN" sz="2000" dirty="0"/>
        </a:p>
      </dgm:t>
    </dgm:pt>
    <dgm:pt modelId="{30432C7E-5CB4-43B7-ABDA-FDD668F97924}" type="parTrans" cxnId="{8ECEC30A-7947-4089-82B2-F4118177782E}">
      <dgm:prSet/>
      <dgm:spPr/>
      <dgm:t>
        <a:bodyPr/>
        <a:lstStyle/>
        <a:p>
          <a:pPr algn="l"/>
          <a:endParaRPr lang="zh-CN" altLang="en-US" sz="2000"/>
        </a:p>
      </dgm:t>
    </dgm:pt>
    <dgm:pt modelId="{2AD50ABE-3325-4DD9-8E1F-7ECDCF00ED92}" type="sibTrans" cxnId="{8ECEC30A-7947-4089-82B2-F4118177782E}">
      <dgm:prSet/>
      <dgm:spPr/>
      <dgm:t>
        <a:bodyPr/>
        <a:lstStyle/>
        <a:p>
          <a:pPr algn="l"/>
          <a:endParaRPr lang="zh-CN" altLang="en-US" sz="2000"/>
        </a:p>
      </dgm:t>
    </dgm:pt>
    <dgm:pt modelId="{C03C3471-A4DA-417B-8393-2DA0F765F0DE}">
      <dgm:prSet custT="1"/>
      <dgm:spPr/>
      <dgm:t>
        <a:bodyPr/>
        <a:lstStyle/>
        <a:p>
          <a:pPr marL="0" indent="177800" algn="l" rtl="0"/>
          <a:r>
            <a:rPr lang="en-US" sz="2000" b="1" dirty="0" smtClean="0"/>
            <a:t>5.3.3 </a:t>
          </a:r>
          <a:r>
            <a:rPr lang="zh-CN" sz="2000" b="1" dirty="0" smtClean="0"/>
            <a:t>基于</a:t>
          </a:r>
          <a:r>
            <a:rPr lang="zh-CN" sz="2000" b="1" dirty="0" smtClean="0"/>
            <a:t>标准外设库开发的一般流程</a:t>
          </a:r>
          <a:endParaRPr lang="zh-CN" sz="2000" dirty="0"/>
        </a:p>
      </dgm:t>
    </dgm:pt>
    <dgm:pt modelId="{1933975E-8B86-46FF-B7C1-099FB70E688A}" type="parTrans" cxnId="{972459DD-7803-4179-A553-DC73E2AA763F}">
      <dgm:prSet/>
      <dgm:spPr/>
      <dgm:t>
        <a:bodyPr/>
        <a:lstStyle/>
        <a:p>
          <a:pPr algn="l"/>
          <a:endParaRPr lang="zh-CN" altLang="en-US" sz="2000"/>
        </a:p>
      </dgm:t>
    </dgm:pt>
    <dgm:pt modelId="{B2D04BCB-8D1E-44D6-B48A-12C7951CB416}" type="sibTrans" cxnId="{972459DD-7803-4179-A553-DC73E2AA763F}">
      <dgm:prSet/>
      <dgm:spPr/>
      <dgm:t>
        <a:bodyPr/>
        <a:lstStyle/>
        <a:p>
          <a:pPr algn="l"/>
          <a:endParaRPr lang="zh-CN" altLang="en-US" sz="2000"/>
        </a:p>
      </dgm:t>
    </dgm:pt>
    <dgm:pt modelId="{01BA8000-F013-4439-BEFE-860C47094334}" type="pres">
      <dgm:prSet presAssocID="{A02CEBAA-E1A0-4A5E-892A-353144A3ECB1}" presName="linearFlow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28DE22D8-6D57-4E52-9246-B2B231773FAC}" type="pres">
      <dgm:prSet presAssocID="{13106C34-DDA7-4704-AE3C-0B0E4328523F}" presName="composite" presStyleCnt="0"/>
      <dgm:spPr/>
      <dgm:t>
        <a:bodyPr/>
        <a:lstStyle/>
        <a:p>
          <a:endParaRPr lang="zh-CN" altLang="en-US"/>
        </a:p>
      </dgm:t>
    </dgm:pt>
    <dgm:pt modelId="{BD893DEC-F94E-4CFD-8B1D-44EBE27F01D8}" type="pres">
      <dgm:prSet presAssocID="{13106C34-DDA7-4704-AE3C-0B0E4328523F}" presName="imgShp" presStyleLbl="fgImgPlace1" presStyleIdx="0" presStyleCnt="3" custLinFactNeighborX="-69993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</dgm:spPr>
      <dgm:t>
        <a:bodyPr/>
        <a:lstStyle/>
        <a:p>
          <a:endParaRPr lang="zh-CN" altLang="en-US"/>
        </a:p>
      </dgm:t>
    </dgm:pt>
    <dgm:pt modelId="{144B12B0-8ED7-423A-98C2-ACC6EE7F5834}" type="pres">
      <dgm:prSet presAssocID="{13106C34-DDA7-4704-AE3C-0B0E4328523F}" presName="txShp" presStyleLbl="node1" presStyleIdx="0" presStyleCnt="3" custScaleX="128101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29BC0434-ED20-4C04-9137-BBCAA037438E}" type="pres">
      <dgm:prSet presAssocID="{09265D00-2571-440C-8A2D-A0D7C0ECA357}" presName="spacing" presStyleCnt="0"/>
      <dgm:spPr/>
      <dgm:t>
        <a:bodyPr/>
        <a:lstStyle/>
        <a:p>
          <a:endParaRPr lang="zh-CN" altLang="en-US"/>
        </a:p>
      </dgm:t>
    </dgm:pt>
    <dgm:pt modelId="{EC350B0D-0634-4595-A61D-EA92D440B58A}" type="pres">
      <dgm:prSet presAssocID="{047B7240-9B3B-4945-ABFC-8AA577225995}" presName="composite" presStyleCnt="0"/>
      <dgm:spPr/>
      <dgm:t>
        <a:bodyPr/>
        <a:lstStyle/>
        <a:p>
          <a:endParaRPr lang="zh-CN" altLang="en-US"/>
        </a:p>
      </dgm:t>
    </dgm:pt>
    <dgm:pt modelId="{536BAE9F-688B-43CA-8A61-824EE17C80DA}" type="pres">
      <dgm:prSet presAssocID="{047B7240-9B3B-4945-ABFC-8AA577225995}" presName="imgShp" presStyleLbl="fgImgPlace1" presStyleIdx="1" presStyleCnt="3" custLinFactNeighborX="-69993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</dgm:spPr>
      <dgm:t>
        <a:bodyPr/>
        <a:lstStyle/>
        <a:p>
          <a:endParaRPr lang="zh-CN" altLang="en-US"/>
        </a:p>
      </dgm:t>
    </dgm:pt>
    <dgm:pt modelId="{8D22E1E6-691D-45DB-B730-1DC2060C8198}" type="pres">
      <dgm:prSet presAssocID="{047B7240-9B3B-4945-ABFC-8AA577225995}" presName="txShp" presStyleLbl="node1" presStyleIdx="1" presStyleCnt="3" custScaleX="128101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1AFABC0B-51F3-4213-B6F4-56292C43F92A}" type="pres">
      <dgm:prSet presAssocID="{2AD50ABE-3325-4DD9-8E1F-7ECDCF00ED92}" presName="spacing" presStyleCnt="0"/>
      <dgm:spPr/>
      <dgm:t>
        <a:bodyPr/>
        <a:lstStyle/>
        <a:p>
          <a:endParaRPr lang="zh-CN" altLang="en-US"/>
        </a:p>
      </dgm:t>
    </dgm:pt>
    <dgm:pt modelId="{78AD4F32-45E7-4AAD-8574-22FDF390F682}" type="pres">
      <dgm:prSet presAssocID="{C03C3471-A4DA-417B-8393-2DA0F765F0DE}" presName="composite" presStyleCnt="0"/>
      <dgm:spPr/>
      <dgm:t>
        <a:bodyPr/>
        <a:lstStyle/>
        <a:p>
          <a:endParaRPr lang="zh-CN" altLang="en-US"/>
        </a:p>
      </dgm:t>
    </dgm:pt>
    <dgm:pt modelId="{25EE83B5-9181-4312-AF69-76E7DB3C707E}" type="pres">
      <dgm:prSet presAssocID="{C03C3471-A4DA-417B-8393-2DA0F765F0DE}" presName="imgShp" presStyleLbl="fgImgPlace1" presStyleIdx="2" presStyleCnt="3" custLinFactNeighborX="-69993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</dgm:spPr>
      <dgm:t>
        <a:bodyPr/>
        <a:lstStyle/>
        <a:p>
          <a:endParaRPr lang="zh-CN" altLang="en-US"/>
        </a:p>
      </dgm:t>
    </dgm:pt>
    <dgm:pt modelId="{4C9106F8-718B-46E5-8FB7-F18DA0278976}" type="pres">
      <dgm:prSet presAssocID="{C03C3471-A4DA-417B-8393-2DA0F765F0DE}" presName="txShp" presStyleLbl="node1" presStyleIdx="2" presStyleCnt="3" custScaleX="128101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8ECEC30A-7947-4089-82B2-F4118177782E}" srcId="{A02CEBAA-E1A0-4A5E-892A-353144A3ECB1}" destId="{047B7240-9B3B-4945-ABFC-8AA577225995}" srcOrd="1" destOrd="0" parTransId="{30432C7E-5CB4-43B7-ABDA-FDD668F97924}" sibTransId="{2AD50ABE-3325-4DD9-8E1F-7ECDCF00ED92}"/>
    <dgm:cxn modelId="{972459DD-7803-4179-A553-DC73E2AA763F}" srcId="{A02CEBAA-E1A0-4A5E-892A-353144A3ECB1}" destId="{C03C3471-A4DA-417B-8393-2DA0F765F0DE}" srcOrd="2" destOrd="0" parTransId="{1933975E-8B86-46FF-B7C1-099FB70E688A}" sibTransId="{B2D04BCB-8D1E-44D6-B48A-12C7951CB416}"/>
    <dgm:cxn modelId="{67C03E8A-C312-4339-99A4-5BAECAE141EF}" type="presOf" srcId="{13106C34-DDA7-4704-AE3C-0B0E4328523F}" destId="{144B12B0-8ED7-423A-98C2-ACC6EE7F5834}" srcOrd="0" destOrd="0" presId="urn:microsoft.com/office/officeart/2005/8/layout/vList3#1"/>
    <dgm:cxn modelId="{9A2F2373-F305-43AA-BE25-6DB87CCAD751}" type="presOf" srcId="{047B7240-9B3B-4945-ABFC-8AA577225995}" destId="{8D22E1E6-691D-45DB-B730-1DC2060C8198}" srcOrd="0" destOrd="0" presId="urn:microsoft.com/office/officeart/2005/8/layout/vList3#1"/>
    <dgm:cxn modelId="{4A861F47-62A0-4809-9BD7-F47E5A535930}" type="presOf" srcId="{A02CEBAA-E1A0-4A5E-892A-353144A3ECB1}" destId="{01BA8000-F013-4439-BEFE-860C47094334}" srcOrd="0" destOrd="0" presId="urn:microsoft.com/office/officeart/2005/8/layout/vList3#1"/>
    <dgm:cxn modelId="{B52FF5C3-EC2D-46F0-995F-C8391E896751}" type="presOf" srcId="{C03C3471-A4DA-417B-8393-2DA0F765F0DE}" destId="{4C9106F8-718B-46E5-8FB7-F18DA0278976}" srcOrd="0" destOrd="0" presId="urn:microsoft.com/office/officeart/2005/8/layout/vList3#1"/>
    <dgm:cxn modelId="{02BAFB49-29A0-4418-8227-F8F120C95367}" srcId="{A02CEBAA-E1A0-4A5E-892A-353144A3ECB1}" destId="{13106C34-DDA7-4704-AE3C-0B0E4328523F}" srcOrd="0" destOrd="0" parTransId="{5B2484B4-0902-44AE-9451-619122864D26}" sibTransId="{09265D00-2571-440C-8A2D-A0D7C0ECA357}"/>
    <dgm:cxn modelId="{E9E118EC-A739-45C3-B361-DD16ADB4A70D}" type="presParOf" srcId="{01BA8000-F013-4439-BEFE-860C47094334}" destId="{28DE22D8-6D57-4E52-9246-B2B231773FAC}" srcOrd="0" destOrd="0" presId="urn:microsoft.com/office/officeart/2005/8/layout/vList3#1"/>
    <dgm:cxn modelId="{356F3A4A-4BD4-4B17-B5DC-C4AB2233BD1B}" type="presParOf" srcId="{28DE22D8-6D57-4E52-9246-B2B231773FAC}" destId="{BD893DEC-F94E-4CFD-8B1D-44EBE27F01D8}" srcOrd="0" destOrd="0" presId="urn:microsoft.com/office/officeart/2005/8/layout/vList3#1"/>
    <dgm:cxn modelId="{2D172193-06FB-4792-888B-52E96D36D992}" type="presParOf" srcId="{28DE22D8-6D57-4E52-9246-B2B231773FAC}" destId="{144B12B0-8ED7-423A-98C2-ACC6EE7F5834}" srcOrd="1" destOrd="0" presId="urn:microsoft.com/office/officeart/2005/8/layout/vList3#1"/>
    <dgm:cxn modelId="{9609912F-C0AD-409A-AB84-877E9A281E1A}" type="presParOf" srcId="{01BA8000-F013-4439-BEFE-860C47094334}" destId="{29BC0434-ED20-4C04-9137-BBCAA037438E}" srcOrd="1" destOrd="0" presId="urn:microsoft.com/office/officeart/2005/8/layout/vList3#1"/>
    <dgm:cxn modelId="{5439D3E5-F72F-419E-9284-C9D99F0023D7}" type="presParOf" srcId="{01BA8000-F013-4439-BEFE-860C47094334}" destId="{EC350B0D-0634-4595-A61D-EA92D440B58A}" srcOrd="2" destOrd="0" presId="urn:microsoft.com/office/officeart/2005/8/layout/vList3#1"/>
    <dgm:cxn modelId="{F1B55E09-EE45-4F4F-9883-51B148E73E94}" type="presParOf" srcId="{EC350B0D-0634-4595-A61D-EA92D440B58A}" destId="{536BAE9F-688B-43CA-8A61-824EE17C80DA}" srcOrd="0" destOrd="0" presId="urn:microsoft.com/office/officeart/2005/8/layout/vList3#1"/>
    <dgm:cxn modelId="{AA3F6116-BC73-4A04-BC25-DE5FE86DDAD4}" type="presParOf" srcId="{EC350B0D-0634-4595-A61D-EA92D440B58A}" destId="{8D22E1E6-691D-45DB-B730-1DC2060C8198}" srcOrd="1" destOrd="0" presId="urn:microsoft.com/office/officeart/2005/8/layout/vList3#1"/>
    <dgm:cxn modelId="{9F999B27-740D-482B-BF5C-4518D0EB6EEC}" type="presParOf" srcId="{01BA8000-F013-4439-BEFE-860C47094334}" destId="{1AFABC0B-51F3-4213-B6F4-56292C43F92A}" srcOrd="3" destOrd="0" presId="urn:microsoft.com/office/officeart/2005/8/layout/vList3#1"/>
    <dgm:cxn modelId="{3E50D71D-4565-4C9C-BF2D-768A43B727F1}" type="presParOf" srcId="{01BA8000-F013-4439-BEFE-860C47094334}" destId="{78AD4F32-45E7-4AAD-8574-22FDF390F682}" srcOrd="4" destOrd="0" presId="urn:microsoft.com/office/officeart/2005/8/layout/vList3#1"/>
    <dgm:cxn modelId="{AB212234-5530-4EB2-8278-F39549CE2162}" type="presParOf" srcId="{78AD4F32-45E7-4AAD-8574-22FDF390F682}" destId="{25EE83B5-9181-4312-AF69-76E7DB3C707E}" srcOrd="0" destOrd="0" presId="urn:microsoft.com/office/officeart/2005/8/layout/vList3#1"/>
    <dgm:cxn modelId="{ADB8F54A-17CF-46A9-A495-77F3D268A884}" type="presParOf" srcId="{78AD4F32-45E7-4AAD-8574-22FDF390F682}" destId="{4C9106F8-718B-46E5-8FB7-F18DA0278976}" srcOrd="1" destOrd="0" presId="urn:microsoft.com/office/officeart/2005/8/layout/vList3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15C7F38D-2091-4FE5-A7A0-9C35096E8DE5}" type="doc">
      <dgm:prSet loTypeId="urn:microsoft.com/office/officeart/2005/8/layout/hierarchy2" loCatId="hierarchy" qsTypeId="urn:microsoft.com/office/officeart/2005/8/quickstyle/simple1" qsCatId="simple" csTypeId="urn:microsoft.com/office/officeart/2005/8/colors/accent5_1" csCatId="accent5" phldr="1"/>
      <dgm:spPr/>
      <dgm:t>
        <a:bodyPr/>
        <a:lstStyle/>
        <a:p>
          <a:endParaRPr lang="zh-CN" altLang="en-US"/>
        </a:p>
      </dgm:t>
    </dgm:pt>
    <dgm:pt modelId="{B33A1195-2C8E-4E4F-B984-54B5BCD48FFA}">
      <dgm:prSet phldrT="[文本]" custT="1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zh-CN" altLang="en-US" sz="2400" b="1" dirty="0" smtClean="0">
              <a:solidFill>
                <a:schemeClr val="bg1"/>
              </a:solidFill>
            </a:rPr>
            <a:t>代码实现</a:t>
          </a:r>
          <a:endParaRPr lang="zh-CN" altLang="en-US" sz="2400" b="1" dirty="0">
            <a:solidFill>
              <a:schemeClr val="bg1"/>
            </a:solidFill>
          </a:endParaRPr>
        </a:p>
      </dgm:t>
    </dgm:pt>
    <dgm:pt modelId="{A9BF8144-C654-443D-BC05-1AB271C7D17E}" type="parTrans" cxnId="{EDC7DF75-D8EC-4755-BB45-D926BB7858D4}">
      <dgm:prSet/>
      <dgm:spPr/>
      <dgm:t>
        <a:bodyPr/>
        <a:lstStyle/>
        <a:p>
          <a:endParaRPr lang="zh-CN" altLang="en-US" sz="2400" b="1"/>
        </a:p>
      </dgm:t>
    </dgm:pt>
    <dgm:pt modelId="{C42E087A-F7C5-47C9-B0AB-307AFBB6462D}" type="sibTrans" cxnId="{EDC7DF75-D8EC-4755-BB45-D926BB7858D4}">
      <dgm:prSet/>
      <dgm:spPr/>
      <dgm:t>
        <a:bodyPr/>
        <a:lstStyle/>
        <a:p>
          <a:endParaRPr lang="zh-CN" altLang="en-US" sz="2400" b="1"/>
        </a:p>
      </dgm:t>
    </dgm:pt>
    <dgm:pt modelId="{63DB23C6-43E0-403F-980F-0064589D9C75}">
      <dgm:prSet phldrT="[文本]" custT="1"/>
      <dgm:spPr>
        <a:solidFill>
          <a:schemeClr val="accent5">
            <a:lumMod val="40000"/>
            <a:lumOff val="60000"/>
          </a:schemeClr>
        </a:solidFill>
      </dgm:spPr>
      <dgm:t>
        <a:bodyPr/>
        <a:lstStyle/>
        <a:p>
          <a:r>
            <a:rPr lang="zh-CN" sz="2400" b="1" dirty="0" smtClean="0"/>
            <a:t>新建一个</a:t>
          </a:r>
          <a:r>
            <a:rPr lang="en-US" sz="2400" b="1" dirty="0" err="1" smtClean="0"/>
            <a:t>led.h</a:t>
          </a:r>
          <a:r>
            <a:rPr lang="zh-CN" sz="2400" b="1" dirty="0" smtClean="0"/>
            <a:t>头文件</a:t>
          </a:r>
          <a:endParaRPr lang="zh-CN" altLang="en-US" sz="2400" b="1" dirty="0"/>
        </a:p>
      </dgm:t>
    </dgm:pt>
    <dgm:pt modelId="{27B931B9-B9E4-45A7-A86A-79EC998F7EEC}" type="parTrans" cxnId="{9D154A24-9531-4B53-8B4D-D1DBE07FBDF0}">
      <dgm:prSet custT="1"/>
      <dgm:spPr/>
      <dgm:t>
        <a:bodyPr/>
        <a:lstStyle/>
        <a:p>
          <a:endParaRPr lang="zh-CN" altLang="en-US" sz="2400" b="1"/>
        </a:p>
      </dgm:t>
    </dgm:pt>
    <dgm:pt modelId="{EFF1BCBF-8F36-4679-82FD-A2B230E8FC2D}" type="sibTrans" cxnId="{9D154A24-9531-4B53-8B4D-D1DBE07FBDF0}">
      <dgm:prSet/>
      <dgm:spPr/>
      <dgm:t>
        <a:bodyPr/>
        <a:lstStyle/>
        <a:p>
          <a:endParaRPr lang="zh-CN" altLang="en-US" sz="2400" b="1"/>
        </a:p>
      </dgm:t>
    </dgm:pt>
    <dgm:pt modelId="{4145259B-9D57-4373-8284-C1463FEDD673}">
      <dgm:prSet phldrT="[文本]" custT="1"/>
      <dgm:spPr>
        <a:solidFill>
          <a:schemeClr val="accent5">
            <a:lumMod val="20000"/>
            <a:lumOff val="80000"/>
          </a:schemeClr>
        </a:solidFill>
      </dgm:spPr>
      <dgm:t>
        <a:bodyPr/>
        <a:lstStyle/>
        <a:p>
          <a:r>
            <a:rPr lang="zh-CN" sz="2400" b="1" dirty="0" smtClean="0"/>
            <a:t>新建一个</a:t>
          </a:r>
          <a:r>
            <a:rPr lang="en-US" sz="2400" b="1" dirty="0" err="1" smtClean="0"/>
            <a:t>led.c</a:t>
          </a:r>
          <a:r>
            <a:rPr lang="zh-CN" sz="2400" b="1" dirty="0" smtClean="0"/>
            <a:t>文件</a:t>
          </a:r>
          <a:endParaRPr lang="zh-CN" altLang="en-US" sz="2400" b="1" dirty="0"/>
        </a:p>
      </dgm:t>
    </dgm:pt>
    <dgm:pt modelId="{401860EC-7BAC-4C32-9B8E-F06F68240E4E}" type="parTrans" cxnId="{5C79738E-E9BE-45E8-8F8A-B819211DEE13}">
      <dgm:prSet custT="1"/>
      <dgm:spPr/>
      <dgm:t>
        <a:bodyPr/>
        <a:lstStyle/>
        <a:p>
          <a:endParaRPr lang="zh-CN" altLang="en-US" sz="2400" b="1"/>
        </a:p>
      </dgm:t>
    </dgm:pt>
    <dgm:pt modelId="{8812F567-DF26-4E3E-933B-C7AA22C6B6A3}" type="sibTrans" cxnId="{5C79738E-E9BE-45E8-8F8A-B819211DEE13}">
      <dgm:prSet/>
      <dgm:spPr/>
      <dgm:t>
        <a:bodyPr/>
        <a:lstStyle/>
        <a:p>
          <a:endParaRPr lang="zh-CN" altLang="en-US" sz="2400" b="1"/>
        </a:p>
      </dgm:t>
    </dgm:pt>
    <dgm:pt modelId="{F1527BA7-74A2-46EF-A812-8872AC966D71}">
      <dgm:prSet phldrT="[文本]" custT="1"/>
      <dgm:spPr/>
      <dgm:t>
        <a:bodyPr/>
        <a:lstStyle/>
        <a:p>
          <a:r>
            <a:rPr lang="en-US" sz="2400" b="1" dirty="0" err="1" smtClean="0"/>
            <a:t>main.c</a:t>
          </a:r>
          <a:r>
            <a:rPr lang="zh-CN" sz="2400" b="1" dirty="0" smtClean="0"/>
            <a:t>文件</a:t>
          </a:r>
          <a:endParaRPr lang="zh-CN" altLang="en-US" sz="2400" b="1" dirty="0"/>
        </a:p>
      </dgm:t>
    </dgm:pt>
    <dgm:pt modelId="{C4A99D21-A0D8-443A-B06C-EBA55B362CCB}" type="parTrans" cxnId="{2830EF34-2F40-4B83-AED6-026AF8F136B8}">
      <dgm:prSet custT="1"/>
      <dgm:spPr/>
      <dgm:t>
        <a:bodyPr/>
        <a:lstStyle/>
        <a:p>
          <a:endParaRPr lang="zh-CN" altLang="en-US" sz="2400" b="1"/>
        </a:p>
      </dgm:t>
    </dgm:pt>
    <dgm:pt modelId="{6C24286C-C230-4A70-9E67-724AA26D7768}" type="sibTrans" cxnId="{2830EF34-2F40-4B83-AED6-026AF8F136B8}">
      <dgm:prSet/>
      <dgm:spPr/>
      <dgm:t>
        <a:bodyPr/>
        <a:lstStyle/>
        <a:p>
          <a:endParaRPr lang="zh-CN" altLang="en-US" sz="2400" b="1"/>
        </a:p>
      </dgm:t>
    </dgm:pt>
    <dgm:pt modelId="{3923169E-9C7E-43A6-9618-DEEB1EF33425}" type="pres">
      <dgm:prSet presAssocID="{15C7F38D-2091-4FE5-A7A0-9C35096E8DE5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CFC9B725-4DFE-4C14-AD80-B578D867A8C7}" type="pres">
      <dgm:prSet presAssocID="{B33A1195-2C8E-4E4F-B984-54B5BCD48FFA}" presName="root1" presStyleCnt="0"/>
      <dgm:spPr/>
    </dgm:pt>
    <dgm:pt modelId="{6F0C12B9-750C-4B07-9767-FD033525F77E}" type="pres">
      <dgm:prSet presAssocID="{B33A1195-2C8E-4E4F-B984-54B5BCD48FFA}" presName="LevelOneTextNode" presStyleLbl="node0" presStyleIdx="0" presStyleCnt="1" custScaleX="146597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627F4C63-16E0-4328-AF61-EC59D15B23DE}" type="pres">
      <dgm:prSet presAssocID="{B33A1195-2C8E-4E4F-B984-54B5BCD48FFA}" presName="level2hierChild" presStyleCnt="0"/>
      <dgm:spPr/>
    </dgm:pt>
    <dgm:pt modelId="{B1B54C56-5EB8-4F1E-8FE3-6060E91A52AC}" type="pres">
      <dgm:prSet presAssocID="{27B931B9-B9E4-45A7-A86A-79EC998F7EEC}" presName="conn2-1" presStyleLbl="parChTrans1D2" presStyleIdx="0" presStyleCnt="3"/>
      <dgm:spPr/>
      <dgm:t>
        <a:bodyPr/>
        <a:lstStyle/>
        <a:p>
          <a:endParaRPr lang="zh-CN" altLang="en-US"/>
        </a:p>
      </dgm:t>
    </dgm:pt>
    <dgm:pt modelId="{72AEBE3A-9EF9-4D26-BA74-9851E97E6AA1}" type="pres">
      <dgm:prSet presAssocID="{27B931B9-B9E4-45A7-A86A-79EC998F7EEC}" presName="connTx" presStyleLbl="parChTrans1D2" presStyleIdx="0" presStyleCnt="3"/>
      <dgm:spPr/>
      <dgm:t>
        <a:bodyPr/>
        <a:lstStyle/>
        <a:p>
          <a:endParaRPr lang="zh-CN" altLang="en-US"/>
        </a:p>
      </dgm:t>
    </dgm:pt>
    <dgm:pt modelId="{FF1B155D-EFDC-458D-8270-3DA068931913}" type="pres">
      <dgm:prSet presAssocID="{63DB23C6-43E0-403F-980F-0064589D9C75}" presName="root2" presStyleCnt="0"/>
      <dgm:spPr/>
    </dgm:pt>
    <dgm:pt modelId="{7A958161-BE6C-44E9-BAAC-70D63BB79ABD}" type="pres">
      <dgm:prSet presAssocID="{63DB23C6-43E0-403F-980F-0064589D9C75}" presName="LevelTwoTextNode" presStyleLbl="node2" presStyleIdx="0" presStyleCnt="3" custScaleX="337179" custLinFactNeighborY="-34577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45FA0084-137C-4640-9FA4-A3D7327105BD}" type="pres">
      <dgm:prSet presAssocID="{63DB23C6-43E0-403F-980F-0064589D9C75}" presName="level3hierChild" presStyleCnt="0"/>
      <dgm:spPr/>
    </dgm:pt>
    <dgm:pt modelId="{4586E78F-EA26-4DFC-BCE3-4C5FF7C9920B}" type="pres">
      <dgm:prSet presAssocID="{401860EC-7BAC-4C32-9B8E-F06F68240E4E}" presName="conn2-1" presStyleLbl="parChTrans1D2" presStyleIdx="1" presStyleCnt="3"/>
      <dgm:spPr/>
      <dgm:t>
        <a:bodyPr/>
        <a:lstStyle/>
        <a:p>
          <a:endParaRPr lang="zh-CN" altLang="en-US"/>
        </a:p>
      </dgm:t>
    </dgm:pt>
    <dgm:pt modelId="{8D4E4CEA-6715-44DF-BD1D-1C879BE99FF2}" type="pres">
      <dgm:prSet presAssocID="{401860EC-7BAC-4C32-9B8E-F06F68240E4E}" presName="connTx" presStyleLbl="parChTrans1D2" presStyleIdx="1" presStyleCnt="3"/>
      <dgm:spPr/>
      <dgm:t>
        <a:bodyPr/>
        <a:lstStyle/>
        <a:p>
          <a:endParaRPr lang="zh-CN" altLang="en-US"/>
        </a:p>
      </dgm:t>
    </dgm:pt>
    <dgm:pt modelId="{8610187D-F53F-427A-8C21-AFB18E18D7E0}" type="pres">
      <dgm:prSet presAssocID="{4145259B-9D57-4373-8284-C1463FEDD673}" presName="root2" presStyleCnt="0"/>
      <dgm:spPr/>
    </dgm:pt>
    <dgm:pt modelId="{00570D5F-F1F6-438C-81D4-979B2E4DBE20}" type="pres">
      <dgm:prSet presAssocID="{4145259B-9D57-4373-8284-C1463FEDD673}" presName="LevelTwoTextNode" presStyleLbl="node2" presStyleIdx="1" presStyleCnt="3" custScaleX="337179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6B42E52C-D663-43AC-A422-5091DA8DDF6B}" type="pres">
      <dgm:prSet presAssocID="{4145259B-9D57-4373-8284-C1463FEDD673}" presName="level3hierChild" presStyleCnt="0"/>
      <dgm:spPr/>
    </dgm:pt>
    <dgm:pt modelId="{5C893CDF-C5ED-4531-A584-6C39A2CA844B}" type="pres">
      <dgm:prSet presAssocID="{C4A99D21-A0D8-443A-B06C-EBA55B362CCB}" presName="conn2-1" presStyleLbl="parChTrans1D2" presStyleIdx="2" presStyleCnt="3"/>
      <dgm:spPr/>
      <dgm:t>
        <a:bodyPr/>
        <a:lstStyle/>
        <a:p>
          <a:endParaRPr lang="zh-CN" altLang="en-US"/>
        </a:p>
      </dgm:t>
    </dgm:pt>
    <dgm:pt modelId="{D9B51D4D-F1A7-4D22-8116-95386724D313}" type="pres">
      <dgm:prSet presAssocID="{C4A99D21-A0D8-443A-B06C-EBA55B362CCB}" presName="connTx" presStyleLbl="parChTrans1D2" presStyleIdx="2" presStyleCnt="3"/>
      <dgm:spPr/>
      <dgm:t>
        <a:bodyPr/>
        <a:lstStyle/>
        <a:p>
          <a:endParaRPr lang="zh-CN" altLang="en-US"/>
        </a:p>
      </dgm:t>
    </dgm:pt>
    <dgm:pt modelId="{755FCF70-E880-4F1F-9806-7E15794D111F}" type="pres">
      <dgm:prSet presAssocID="{F1527BA7-74A2-46EF-A812-8872AC966D71}" presName="root2" presStyleCnt="0"/>
      <dgm:spPr/>
    </dgm:pt>
    <dgm:pt modelId="{10FD211B-4BBA-4567-AC87-84A31007B606}" type="pres">
      <dgm:prSet presAssocID="{F1527BA7-74A2-46EF-A812-8872AC966D71}" presName="LevelTwoTextNode" presStyleLbl="node2" presStyleIdx="2" presStyleCnt="3" custScaleX="337179" custLinFactNeighborY="31658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E4AA5387-7BB2-4798-8248-3B5A5E0D83AF}" type="pres">
      <dgm:prSet presAssocID="{F1527BA7-74A2-46EF-A812-8872AC966D71}" presName="level3hierChild" presStyleCnt="0"/>
      <dgm:spPr/>
    </dgm:pt>
  </dgm:ptLst>
  <dgm:cxnLst>
    <dgm:cxn modelId="{5C79738E-E9BE-45E8-8F8A-B819211DEE13}" srcId="{B33A1195-2C8E-4E4F-B984-54B5BCD48FFA}" destId="{4145259B-9D57-4373-8284-C1463FEDD673}" srcOrd="1" destOrd="0" parTransId="{401860EC-7BAC-4C32-9B8E-F06F68240E4E}" sibTransId="{8812F567-DF26-4E3E-933B-C7AA22C6B6A3}"/>
    <dgm:cxn modelId="{2830EF34-2F40-4B83-AED6-026AF8F136B8}" srcId="{B33A1195-2C8E-4E4F-B984-54B5BCD48FFA}" destId="{F1527BA7-74A2-46EF-A812-8872AC966D71}" srcOrd="2" destOrd="0" parTransId="{C4A99D21-A0D8-443A-B06C-EBA55B362CCB}" sibTransId="{6C24286C-C230-4A70-9E67-724AA26D7768}"/>
    <dgm:cxn modelId="{9D154A24-9531-4B53-8B4D-D1DBE07FBDF0}" srcId="{B33A1195-2C8E-4E4F-B984-54B5BCD48FFA}" destId="{63DB23C6-43E0-403F-980F-0064589D9C75}" srcOrd="0" destOrd="0" parTransId="{27B931B9-B9E4-45A7-A86A-79EC998F7EEC}" sibTransId="{EFF1BCBF-8F36-4679-82FD-A2B230E8FC2D}"/>
    <dgm:cxn modelId="{E7303330-9F46-4347-B7A0-671FDA44EA3A}" type="presOf" srcId="{15C7F38D-2091-4FE5-A7A0-9C35096E8DE5}" destId="{3923169E-9C7E-43A6-9618-DEEB1EF33425}" srcOrd="0" destOrd="0" presId="urn:microsoft.com/office/officeart/2005/8/layout/hierarchy2"/>
    <dgm:cxn modelId="{F294658F-DD05-4EF2-A9C0-6F035DACB5C4}" type="presOf" srcId="{27B931B9-B9E4-45A7-A86A-79EC998F7EEC}" destId="{72AEBE3A-9EF9-4D26-BA74-9851E97E6AA1}" srcOrd="1" destOrd="0" presId="urn:microsoft.com/office/officeart/2005/8/layout/hierarchy2"/>
    <dgm:cxn modelId="{F1E37217-891A-4EBB-B912-4F5D8A795681}" type="presOf" srcId="{C4A99D21-A0D8-443A-B06C-EBA55B362CCB}" destId="{D9B51D4D-F1A7-4D22-8116-95386724D313}" srcOrd="1" destOrd="0" presId="urn:microsoft.com/office/officeart/2005/8/layout/hierarchy2"/>
    <dgm:cxn modelId="{B641DE72-E2A6-441D-8976-8F197D7E87E0}" type="presOf" srcId="{F1527BA7-74A2-46EF-A812-8872AC966D71}" destId="{10FD211B-4BBA-4567-AC87-84A31007B606}" srcOrd="0" destOrd="0" presId="urn:microsoft.com/office/officeart/2005/8/layout/hierarchy2"/>
    <dgm:cxn modelId="{39950DA7-CF0C-4926-B900-9C4CCD739854}" type="presOf" srcId="{401860EC-7BAC-4C32-9B8E-F06F68240E4E}" destId="{8D4E4CEA-6715-44DF-BD1D-1C879BE99FF2}" srcOrd="1" destOrd="0" presId="urn:microsoft.com/office/officeart/2005/8/layout/hierarchy2"/>
    <dgm:cxn modelId="{CF53F928-BE68-4340-8FE1-D6375EA15A2C}" type="presOf" srcId="{27B931B9-B9E4-45A7-A86A-79EC998F7EEC}" destId="{B1B54C56-5EB8-4F1E-8FE3-6060E91A52AC}" srcOrd="0" destOrd="0" presId="urn:microsoft.com/office/officeart/2005/8/layout/hierarchy2"/>
    <dgm:cxn modelId="{7A13E3E0-19A8-4093-830B-114BFDA9165D}" type="presOf" srcId="{C4A99D21-A0D8-443A-B06C-EBA55B362CCB}" destId="{5C893CDF-C5ED-4531-A584-6C39A2CA844B}" srcOrd="0" destOrd="0" presId="urn:microsoft.com/office/officeart/2005/8/layout/hierarchy2"/>
    <dgm:cxn modelId="{BCAC814A-AAA1-48BF-A4C0-C0D1A88C3125}" type="presOf" srcId="{B33A1195-2C8E-4E4F-B984-54B5BCD48FFA}" destId="{6F0C12B9-750C-4B07-9767-FD033525F77E}" srcOrd="0" destOrd="0" presId="urn:microsoft.com/office/officeart/2005/8/layout/hierarchy2"/>
    <dgm:cxn modelId="{C17D1E3D-D764-40F5-A47A-AD89E596ABA0}" type="presOf" srcId="{401860EC-7BAC-4C32-9B8E-F06F68240E4E}" destId="{4586E78F-EA26-4DFC-BCE3-4C5FF7C9920B}" srcOrd="0" destOrd="0" presId="urn:microsoft.com/office/officeart/2005/8/layout/hierarchy2"/>
    <dgm:cxn modelId="{EDC7DF75-D8EC-4755-BB45-D926BB7858D4}" srcId="{15C7F38D-2091-4FE5-A7A0-9C35096E8DE5}" destId="{B33A1195-2C8E-4E4F-B984-54B5BCD48FFA}" srcOrd="0" destOrd="0" parTransId="{A9BF8144-C654-443D-BC05-1AB271C7D17E}" sibTransId="{C42E087A-F7C5-47C9-B0AB-307AFBB6462D}"/>
    <dgm:cxn modelId="{8B6D2463-BA8C-4531-8035-CB491D59FD0E}" type="presOf" srcId="{4145259B-9D57-4373-8284-C1463FEDD673}" destId="{00570D5F-F1F6-438C-81D4-979B2E4DBE20}" srcOrd="0" destOrd="0" presId="urn:microsoft.com/office/officeart/2005/8/layout/hierarchy2"/>
    <dgm:cxn modelId="{D64706C0-3DFC-4617-8CE6-50D3AA893604}" type="presOf" srcId="{63DB23C6-43E0-403F-980F-0064589D9C75}" destId="{7A958161-BE6C-44E9-BAAC-70D63BB79ABD}" srcOrd="0" destOrd="0" presId="urn:microsoft.com/office/officeart/2005/8/layout/hierarchy2"/>
    <dgm:cxn modelId="{06C42040-F67C-44CB-91FA-B5981C8AD0C6}" type="presParOf" srcId="{3923169E-9C7E-43A6-9618-DEEB1EF33425}" destId="{CFC9B725-4DFE-4C14-AD80-B578D867A8C7}" srcOrd="0" destOrd="0" presId="urn:microsoft.com/office/officeart/2005/8/layout/hierarchy2"/>
    <dgm:cxn modelId="{9E271802-0306-422F-855A-4E905FCE8621}" type="presParOf" srcId="{CFC9B725-4DFE-4C14-AD80-B578D867A8C7}" destId="{6F0C12B9-750C-4B07-9767-FD033525F77E}" srcOrd="0" destOrd="0" presId="urn:microsoft.com/office/officeart/2005/8/layout/hierarchy2"/>
    <dgm:cxn modelId="{D127D6B1-95F5-48FC-AF6F-D66C2676438E}" type="presParOf" srcId="{CFC9B725-4DFE-4C14-AD80-B578D867A8C7}" destId="{627F4C63-16E0-4328-AF61-EC59D15B23DE}" srcOrd="1" destOrd="0" presId="urn:microsoft.com/office/officeart/2005/8/layout/hierarchy2"/>
    <dgm:cxn modelId="{4D011094-69B4-4CD8-9F83-5334DEB4978B}" type="presParOf" srcId="{627F4C63-16E0-4328-AF61-EC59D15B23DE}" destId="{B1B54C56-5EB8-4F1E-8FE3-6060E91A52AC}" srcOrd="0" destOrd="0" presId="urn:microsoft.com/office/officeart/2005/8/layout/hierarchy2"/>
    <dgm:cxn modelId="{B1BD70CB-FD79-49DC-A723-3101C1057EB5}" type="presParOf" srcId="{B1B54C56-5EB8-4F1E-8FE3-6060E91A52AC}" destId="{72AEBE3A-9EF9-4D26-BA74-9851E97E6AA1}" srcOrd="0" destOrd="0" presId="urn:microsoft.com/office/officeart/2005/8/layout/hierarchy2"/>
    <dgm:cxn modelId="{9725B468-54DC-4670-AC70-249BB07A0DF5}" type="presParOf" srcId="{627F4C63-16E0-4328-AF61-EC59D15B23DE}" destId="{FF1B155D-EFDC-458D-8270-3DA068931913}" srcOrd="1" destOrd="0" presId="urn:microsoft.com/office/officeart/2005/8/layout/hierarchy2"/>
    <dgm:cxn modelId="{670E6D02-6799-46BE-B5DF-AB9951EFA32D}" type="presParOf" srcId="{FF1B155D-EFDC-458D-8270-3DA068931913}" destId="{7A958161-BE6C-44E9-BAAC-70D63BB79ABD}" srcOrd="0" destOrd="0" presId="urn:microsoft.com/office/officeart/2005/8/layout/hierarchy2"/>
    <dgm:cxn modelId="{0EE92C71-A1E4-4F63-98A2-232D8D7660CC}" type="presParOf" srcId="{FF1B155D-EFDC-458D-8270-3DA068931913}" destId="{45FA0084-137C-4640-9FA4-A3D7327105BD}" srcOrd="1" destOrd="0" presId="urn:microsoft.com/office/officeart/2005/8/layout/hierarchy2"/>
    <dgm:cxn modelId="{13D54117-09CA-4994-B4CD-9DD10CC9A4CF}" type="presParOf" srcId="{627F4C63-16E0-4328-AF61-EC59D15B23DE}" destId="{4586E78F-EA26-4DFC-BCE3-4C5FF7C9920B}" srcOrd="2" destOrd="0" presId="urn:microsoft.com/office/officeart/2005/8/layout/hierarchy2"/>
    <dgm:cxn modelId="{0CE926F3-2B84-4798-9D13-4DD5013230FF}" type="presParOf" srcId="{4586E78F-EA26-4DFC-BCE3-4C5FF7C9920B}" destId="{8D4E4CEA-6715-44DF-BD1D-1C879BE99FF2}" srcOrd="0" destOrd="0" presId="urn:microsoft.com/office/officeart/2005/8/layout/hierarchy2"/>
    <dgm:cxn modelId="{4CE7FCDD-705C-4E04-9DA6-79F0875E6B42}" type="presParOf" srcId="{627F4C63-16E0-4328-AF61-EC59D15B23DE}" destId="{8610187D-F53F-427A-8C21-AFB18E18D7E0}" srcOrd="3" destOrd="0" presId="urn:microsoft.com/office/officeart/2005/8/layout/hierarchy2"/>
    <dgm:cxn modelId="{EF8A04FF-0FA3-4569-8403-4FD911C907B0}" type="presParOf" srcId="{8610187D-F53F-427A-8C21-AFB18E18D7E0}" destId="{00570D5F-F1F6-438C-81D4-979B2E4DBE20}" srcOrd="0" destOrd="0" presId="urn:microsoft.com/office/officeart/2005/8/layout/hierarchy2"/>
    <dgm:cxn modelId="{213883E9-4748-403A-826E-B856DC64C307}" type="presParOf" srcId="{8610187D-F53F-427A-8C21-AFB18E18D7E0}" destId="{6B42E52C-D663-43AC-A422-5091DA8DDF6B}" srcOrd="1" destOrd="0" presId="urn:microsoft.com/office/officeart/2005/8/layout/hierarchy2"/>
    <dgm:cxn modelId="{1ACC35B7-0689-41A9-ADA1-563E94278350}" type="presParOf" srcId="{627F4C63-16E0-4328-AF61-EC59D15B23DE}" destId="{5C893CDF-C5ED-4531-A584-6C39A2CA844B}" srcOrd="4" destOrd="0" presId="urn:microsoft.com/office/officeart/2005/8/layout/hierarchy2"/>
    <dgm:cxn modelId="{A49DC588-FC4B-4B51-BE0B-3D3B999E9F61}" type="presParOf" srcId="{5C893CDF-C5ED-4531-A584-6C39A2CA844B}" destId="{D9B51D4D-F1A7-4D22-8116-95386724D313}" srcOrd="0" destOrd="0" presId="urn:microsoft.com/office/officeart/2005/8/layout/hierarchy2"/>
    <dgm:cxn modelId="{69BB6338-37BC-420C-B264-6C395C0D0219}" type="presParOf" srcId="{627F4C63-16E0-4328-AF61-EC59D15B23DE}" destId="{755FCF70-E880-4F1F-9806-7E15794D111F}" srcOrd="5" destOrd="0" presId="urn:microsoft.com/office/officeart/2005/8/layout/hierarchy2"/>
    <dgm:cxn modelId="{F3439EED-B9DC-45EF-B86E-23E0E8B8A269}" type="presParOf" srcId="{755FCF70-E880-4F1F-9806-7E15794D111F}" destId="{10FD211B-4BBA-4567-AC87-84A31007B606}" srcOrd="0" destOrd="0" presId="urn:microsoft.com/office/officeart/2005/8/layout/hierarchy2"/>
    <dgm:cxn modelId="{6ABA2BFA-9511-4733-8A4C-375DCF617273}" type="presParOf" srcId="{755FCF70-E880-4F1F-9806-7E15794D111F}" destId="{E4AA5387-7BB2-4798-8248-3B5A5E0D83AF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9CB51B1B-6C84-48C1-89C1-78B2849EC3C9}" type="doc">
      <dgm:prSet loTypeId="urn:microsoft.com/office/officeart/2005/8/layout/vProcess5" loCatId="process" qsTypeId="urn:microsoft.com/office/officeart/2005/8/quickstyle/simple1" qsCatId="simple" csTypeId="urn:microsoft.com/office/officeart/2005/8/colors/accent5_1" csCatId="accent5" phldr="1"/>
      <dgm:spPr/>
      <dgm:t>
        <a:bodyPr/>
        <a:lstStyle/>
        <a:p>
          <a:endParaRPr lang="zh-CN" altLang="en-US"/>
        </a:p>
      </dgm:t>
    </dgm:pt>
    <dgm:pt modelId="{177E56FA-D782-4DA1-BC55-6F871F85B81E}">
      <dgm:prSet custT="1"/>
      <dgm:spPr/>
      <dgm:t>
        <a:bodyPr/>
        <a:lstStyle/>
        <a:p>
          <a:pPr rtl="0"/>
          <a:r>
            <a:rPr lang="zh-CN" sz="1600" b="1" dirty="0" smtClean="0"/>
            <a:t>代码完成后，</a:t>
          </a:r>
          <a:r>
            <a:rPr lang="zh-CN" altLang="en-US" sz="1600" b="1" dirty="0" smtClean="0"/>
            <a:t>单</a:t>
          </a:r>
          <a:r>
            <a:rPr lang="zh-CN" sz="1600" b="1" dirty="0" smtClean="0"/>
            <a:t>击</a:t>
          </a:r>
          <a:r>
            <a:rPr lang="en-US" altLang="zh-CN" sz="1600" b="1" dirty="0" err="1" smtClean="0"/>
            <a:t>K</a:t>
          </a:r>
          <a:r>
            <a:rPr lang="en-US" sz="1600" b="1" dirty="0" err="1" smtClean="0"/>
            <a:t>eil</a:t>
          </a:r>
          <a:r>
            <a:rPr lang="zh-CN" sz="1600" b="1" dirty="0" smtClean="0"/>
            <a:t>中的编译按钮 进行</a:t>
          </a:r>
          <a:r>
            <a:rPr lang="zh-CN" sz="1600" b="1" dirty="0" smtClean="0">
              <a:solidFill>
                <a:srgbClr val="CD7371"/>
              </a:solidFill>
            </a:rPr>
            <a:t>编译</a:t>
          </a:r>
          <a:r>
            <a:rPr lang="zh-CN" sz="1600" b="1" dirty="0" smtClean="0"/>
            <a:t>；</a:t>
          </a:r>
          <a:endParaRPr lang="zh-CN" sz="1600" dirty="0"/>
        </a:p>
      </dgm:t>
    </dgm:pt>
    <dgm:pt modelId="{C82FAD46-ADCD-4631-922E-55E3FCDAB3C4}" type="parTrans" cxnId="{FD7E6E30-D00E-4EDB-A5E9-756090CF706D}">
      <dgm:prSet/>
      <dgm:spPr/>
      <dgm:t>
        <a:bodyPr/>
        <a:lstStyle/>
        <a:p>
          <a:endParaRPr lang="zh-CN" altLang="en-US" sz="3600"/>
        </a:p>
      </dgm:t>
    </dgm:pt>
    <dgm:pt modelId="{86ABC2A2-C6D6-4501-B7F4-BB2ECA638299}" type="sibTrans" cxnId="{FD7E6E30-D00E-4EDB-A5E9-756090CF706D}">
      <dgm:prSet custT="1"/>
      <dgm:spPr/>
      <dgm:t>
        <a:bodyPr/>
        <a:lstStyle/>
        <a:p>
          <a:endParaRPr lang="zh-CN" altLang="en-US" sz="3600"/>
        </a:p>
      </dgm:t>
    </dgm:pt>
    <dgm:pt modelId="{A089A3A1-E89D-437F-A7A1-756617241DFB}">
      <dgm:prSet custT="1"/>
      <dgm:spPr/>
      <dgm:t>
        <a:bodyPr/>
        <a:lstStyle/>
        <a:p>
          <a:pPr rtl="0"/>
          <a:r>
            <a:rPr lang="zh-CN" altLang="en-US" sz="1600" b="1" dirty="0" smtClean="0"/>
            <a:t>若提示程序有错误，则需认真检查一下代码，找出错误所在，直到编译无错误；</a:t>
          </a:r>
          <a:endParaRPr lang="zh-CN" altLang="en-US" sz="1600" dirty="0"/>
        </a:p>
      </dgm:t>
    </dgm:pt>
    <dgm:pt modelId="{C515D5F4-6787-4357-8800-74B23430D224}" type="parTrans" cxnId="{01A7E400-7C79-44B5-A56D-8A76A0085644}">
      <dgm:prSet/>
      <dgm:spPr/>
      <dgm:t>
        <a:bodyPr/>
        <a:lstStyle/>
        <a:p>
          <a:endParaRPr lang="zh-CN" altLang="en-US" sz="3600"/>
        </a:p>
      </dgm:t>
    </dgm:pt>
    <dgm:pt modelId="{4504E26E-30C8-432C-9C65-92507326FF13}" type="sibTrans" cxnId="{01A7E400-7C79-44B5-A56D-8A76A0085644}">
      <dgm:prSet custT="1"/>
      <dgm:spPr/>
      <dgm:t>
        <a:bodyPr/>
        <a:lstStyle/>
        <a:p>
          <a:endParaRPr lang="zh-CN" altLang="en-US" sz="3600"/>
        </a:p>
      </dgm:t>
    </dgm:pt>
    <dgm:pt modelId="{ABB72C76-7031-4CF9-80F1-8A22207A963B}">
      <dgm:prSet custT="1"/>
      <dgm:spPr/>
      <dgm:t>
        <a:bodyPr/>
        <a:lstStyle/>
        <a:p>
          <a:pPr rtl="0"/>
          <a:r>
            <a:rPr lang="zh-CN" altLang="en-US" sz="1600" b="1" dirty="0" smtClean="0"/>
            <a:t>如果提示无错误，就可以通过调试和下载工具，将编译好的可执行文件</a:t>
          </a:r>
          <a:r>
            <a:rPr lang="zh-CN" altLang="en-US" sz="1600" b="1" dirty="0" smtClean="0">
              <a:solidFill>
                <a:srgbClr val="CD7371"/>
              </a:solidFill>
            </a:rPr>
            <a:t>下载</a:t>
          </a:r>
          <a:r>
            <a:rPr lang="zh-CN" altLang="en-US" sz="1600" b="1" dirty="0" smtClean="0"/>
            <a:t>到芯片中，查看并验证实验结果。</a:t>
          </a:r>
          <a:endParaRPr lang="zh-CN" altLang="en-US" sz="1600" dirty="0"/>
        </a:p>
      </dgm:t>
    </dgm:pt>
    <dgm:pt modelId="{BB4536E4-7864-45AC-9DE0-329F273DFE6F}" type="parTrans" cxnId="{34C8136E-7646-4D48-A136-AACB9B9B90EB}">
      <dgm:prSet/>
      <dgm:spPr/>
      <dgm:t>
        <a:bodyPr/>
        <a:lstStyle/>
        <a:p>
          <a:endParaRPr lang="zh-CN" altLang="en-US" sz="3600"/>
        </a:p>
      </dgm:t>
    </dgm:pt>
    <dgm:pt modelId="{F2DBA3AC-FC36-47F1-88AF-E378519CF92E}" type="sibTrans" cxnId="{34C8136E-7646-4D48-A136-AACB9B9B90EB}">
      <dgm:prSet/>
      <dgm:spPr/>
      <dgm:t>
        <a:bodyPr/>
        <a:lstStyle/>
        <a:p>
          <a:endParaRPr lang="zh-CN" altLang="en-US" sz="3600"/>
        </a:p>
      </dgm:t>
    </dgm:pt>
    <dgm:pt modelId="{01881EEE-982E-4A93-AAA2-65F395E4BC44}" type="pres">
      <dgm:prSet presAssocID="{9CB51B1B-6C84-48C1-89C1-78B2849EC3C9}" presName="outerComposite" presStyleCnt="0">
        <dgm:presLayoutVars>
          <dgm:chMax val="5"/>
          <dgm:dir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AE4B0282-65A5-470E-8989-D7862DE7F6FF}" type="pres">
      <dgm:prSet presAssocID="{9CB51B1B-6C84-48C1-89C1-78B2849EC3C9}" presName="dummyMaxCanvas" presStyleCnt="0">
        <dgm:presLayoutVars/>
      </dgm:prSet>
      <dgm:spPr/>
    </dgm:pt>
    <dgm:pt modelId="{2E1CBDE2-2881-4CDC-82F7-FDD6459FD950}" type="pres">
      <dgm:prSet presAssocID="{9CB51B1B-6C84-48C1-89C1-78B2849EC3C9}" presName="ThreeNodes_1" presStyleLbl="node1" presStyleIdx="0" presStyleCnt="3" custScaleY="85898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DFF8B648-F912-4588-86A3-C319820FEA5D}" type="pres">
      <dgm:prSet presAssocID="{9CB51B1B-6C84-48C1-89C1-78B2849EC3C9}" presName="ThreeNodes_2" presStyleLbl="node1" presStyleIdx="1" presStyleCnt="3" custScaleX="105615" custLinFactNeighborX="201" custLinFactNeighborY="-4487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C161E4B9-9001-40AA-9A32-3AF659D6298C}" type="pres">
      <dgm:prSet presAssocID="{9CB51B1B-6C84-48C1-89C1-78B2849EC3C9}" presName="ThreeNodes_3" presStyleLbl="node1" presStyleIdx="2" presStyleCnt="3" custScaleX="107754" custScaleY="112821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F9FFB100-C388-4774-B119-CD45CB128A6E}" type="pres">
      <dgm:prSet presAssocID="{9CB51B1B-6C84-48C1-89C1-78B2849EC3C9}" presName="ThreeConn_1-2" presStyleLbl="fgAccFollowNode1" presStyleIdx="0" presStyleCnt="2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0118BAD-3E74-4C61-AD50-0A7C3DA3F8F0}" type="pres">
      <dgm:prSet presAssocID="{9CB51B1B-6C84-48C1-89C1-78B2849EC3C9}" presName="ThreeConn_2-3" presStyleLbl="fgAccFollowNode1" presStyleIdx="1" presStyleCnt="2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C8757F9E-0F8E-480E-B693-990914FA14CD}" type="pres">
      <dgm:prSet presAssocID="{9CB51B1B-6C84-48C1-89C1-78B2849EC3C9}" presName="ThreeNodes_1_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C891F5AC-EE7B-4447-A2C4-B184C4F52F04}" type="pres">
      <dgm:prSet presAssocID="{9CB51B1B-6C84-48C1-89C1-78B2849EC3C9}" presName="ThreeNodes_2_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C307DCF6-DCC5-474A-9EB6-08681ABCF704}" type="pres">
      <dgm:prSet presAssocID="{9CB51B1B-6C84-48C1-89C1-78B2849EC3C9}" presName="ThreeNodes_3_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764702BF-1BAD-4F9F-A24B-AEC791934510}" type="presOf" srcId="{177E56FA-D782-4DA1-BC55-6F871F85B81E}" destId="{C8757F9E-0F8E-480E-B693-990914FA14CD}" srcOrd="1" destOrd="0" presId="urn:microsoft.com/office/officeart/2005/8/layout/vProcess5"/>
    <dgm:cxn modelId="{E33D06B0-73D9-4842-8C19-A9A04D402598}" type="presOf" srcId="{A089A3A1-E89D-437F-A7A1-756617241DFB}" destId="{C891F5AC-EE7B-4447-A2C4-B184C4F52F04}" srcOrd="1" destOrd="0" presId="urn:microsoft.com/office/officeart/2005/8/layout/vProcess5"/>
    <dgm:cxn modelId="{9E960279-3002-4163-9C27-CDC3C7E2C9ED}" type="presOf" srcId="{A089A3A1-E89D-437F-A7A1-756617241DFB}" destId="{DFF8B648-F912-4588-86A3-C319820FEA5D}" srcOrd="0" destOrd="0" presId="urn:microsoft.com/office/officeart/2005/8/layout/vProcess5"/>
    <dgm:cxn modelId="{AF827BEB-D865-4570-B958-68B3E5461F4B}" type="presOf" srcId="{86ABC2A2-C6D6-4501-B7F4-BB2ECA638299}" destId="{F9FFB100-C388-4774-B119-CD45CB128A6E}" srcOrd="0" destOrd="0" presId="urn:microsoft.com/office/officeart/2005/8/layout/vProcess5"/>
    <dgm:cxn modelId="{8967874B-385E-461B-8D7C-2D2BAA1F3004}" type="presOf" srcId="{4504E26E-30C8-432C-9C65-92507326FF13}" destId="{60118BAD-3E74-4C61-AD50-0A7C3DA3F8F0}" srcOrd="0" destOrd="0" presId="urn:microsoft.com/office/officeart/2005/8/layout/vProcess5"/>
    <dgm:cxn modelId="{72424901-83E4-44DC-898A-035E517F1182}" type="presOf" srcId="{ABB72C76-7031-4CF9-80F1-8A22207A963B}" destId="{C307DCF6-DCC5-474A-9EB6-08681ABCF704}" srcOrd="1" destOrd="0" presId="urn:microsoft.com/office/officeart/2005/8/layout/vProcess5"/>
    <dgm:cxn modelId="{34C8136E-7646-4D48-A136-AACB9B9B90EB}" srcId="{9CB51B1B-6C84-48C1-89C1-78B2849EC3C9}" destId="{ABB72C76-7031-4CF9-80F1-8A22207A963B}" srcOrd="2" destOrd="0" parTransId="{BB4536E4-7864-45AC-9DE0-329F273DFE6F}" sibTransId="{F2DBA3AC-FC36-47F1-88AF-E378519CF92E}"/>
    <dgm:cxn modelId="{FD7E6E30-D00E-4EDB-A5E9-756090CF706D}" srcId="{9CB51B1B-6C84-48C1-89C1-78B2849EC3C9}" destId="{177E56FA-D782-4DA1-BC55-6F871F85B81E}" srcOrd="0" destOrd="0" parTransId="{C82FAD46-ADCD-4631-922E-55E3FCDAB3C4}" sibTransId="{86ABC2A2-C6D6-4501-B7F4-BB2ECA638299}"/>
    <dgm:cxn modelId="{01A7E400-7C79-44B5-A56D-8A76A0085644}" srcId="{9CB51B1B-6C84-48C1-89C1-78B2849EC3C9}" destId="{A089A3A1-E89D-437F-A7A1-756617241DFB}" srcOrd="1" destOrd="0" parTransId="{C515D5F4-6787-4357-8800-74B23430D224}" sibTransId="{4504E26E-30C8-432C-9C65-92507326FF13}"/>
    <dgm:cxn modelId="{91734796-67C6-49B2-9D33-1BACE64A2289}" type="presOf" srcId="{177E56FA-D782-4DA1-BC55-6F871F85B81E}" destId="{2E1CBDE2-2881-4CDC-82F7-FDD6459FD950}" srcOrd="0" destOrd="0" presId="urn:microsoft.com/office/officeart/2005/8/layout/vProcess5"/>
    <dgm:cxn modelId="{8336DDC3-B9E7-43BB-8B0C-6CA6659A4989}" type="presOf" srcId="{ABB72C76-7031-4CF9-80F1-8A22207A963B}" destId="{C161E4B9-9001-40AA-9A32-3AF659D6298C}" srcOrd="0" destOrd="0" presId="urn:microsoft.com/office/officeart/2005/8/layout/vProcess5"/>
    <dgm:cxn modelId="{68497528-D751-4631-A02F-063825603AA8}" type="presOf" srcId="{9CB51B1B-6C84-48C1-89C1-78B2849EC3C9}" destId="{01881EEE-982E-4A93-AAA2-65F395E4BC44}" srcOrd="0" destOrd="0" presId="urn:microsoft.com/office/officeart/2005/8/layout/vProcess5"/>
    <dgm:cxn modelId="{D73465D1-2BED-4DBE-BA33-E684932FF52D}" type="presParOf" srcId="{01881EEE-982E-4A93-AAA2-65F395E4BC44}" destId="{AE4B0282-65A5-470E-8989-D7862DE7F6FF}" srcOrd="0" destOrd="0" presId="urn:microsoft.com/office/officeart/2005/8/layout/vProcess5"/>
    <dgm:cxn modelId="{09565DA1-C49F-41DB-87F4-68BEF7F000F5}" type="presParOf" srcId="{01881EEE-982E-4A93-AAA2-65F395E4BC44}" destId="{2E1CBDE2-2881-4CDC-82F7-FDD6459FD950}" srcOrd="1" destOrd="0" presId="urn:microsoft.com/office/officeart/2005/8/layout/vProcess5"/>
    <dgm:cxn modelId="{6933CB84-82E1-4F5B-802D-995FCE5F95CE}" type="presParOf" srcId="{01881EEE-982E-4A93-AAA2-65F395E4BC44}" destId="{DFF8B648-F912-4588-86A3-C319820FEA5D}" srcOrd="2" destOrd="0" presId="urn:microsoft.com/office/officeart/2005/8/layout/vProcess5"/>
    <dgm:cxn modelId="{603F1B93-10F0-4471-A0CB-723B8A4ADE45}" type="presParOf" srcId="{01881EEE-982E-4A93-AAA2-65F395E4BC44}" destId="{C161E4B9-9001-40AA-9A32-3AF659D6298C}" srcOrd="3" destOrd="0" presId="urn:microsoft.com/office/officeart/2005/8/layout/vProcess5"/>
    <dgm:cxn modelId="{BBE988BA-7422-4150-A045-2073F977DA91}" type="presParOf" srcId="{01881EEE-982E-4A93-AAA2-65F395E4BC44}" destId="{F9FFB100-C388-4774-B119-CD45CB128A6E}" srcOrd="4" destOrd="0" presId="urn:microsoft.com/office/officeart/2005/8/layout/vProcess5"/>
    <dgm:cxn modelId="{88F40A73-257B-4C17-A600-7AD70886888A}" type="presParOf" srcId="{01881EEE-982E-4A93-AAA2-65F395E4BC44}" destId="{60118BAD-3E74-4C61-AD50-0A7C3DA3F8F0}" srcOrd="5" destOrd="0" presId="urn:microsoft.com/office/officeart/2005/8/layout/vProcess5"/>
    <dgm:cxn modelId="{D5C870A1-E886-4986-B3AD-D538DB8F369C}" type="presParOf" srcId="{01881EEE-982E-4A93-AAA2-65F395E4BC44}" destId="{C8757F9E-0F8E-480E-B693-990914FA14CD}" srcOrd="6" destOrd="0" presId="urn:microsoft.com/office/officeart/2005/8/layout/vProcess5"/>
    <dgm:cxn modelId="{996B64C0-0A24-4FED-A036-C76E38CC6679}" type="presParOf" srcId="{01881EEE-982E-4A93-AAA2-65F395E4BC44}" destId="{C891F5AC-EE7B-4447-A2C4-B184C4F52F04}" srcOrd="7" destOrd="0" presId="urn:microsoft.com/office/officeart/2005/8/layout/vProcess5"/>
    <dgm:cxn modelId="{20AB6DEF-C67C-4DEF-B262-FE5BCC575689}" type="presParOf" srcId="{01881EEE-982E-4A93-AAA2-65F395E4BC44}" destId="{C307DCF6-DCC5-474A-9EB6-08681ABCF704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A02CEBAA-E1A0-4A5E-892A-353144A3ECB1}" type="doc">
      <dgm:prSet loTypeId="urn:microsoft.com/office/officeart/2005/8/layout/vList3#1" loCatId="list" qsTypeId="urn:microsoft.com/office/officeart/2005/8/quickstyle/simple2" qsCatId="simple" csTypeId="urn:microsoft.com/office/officeart/2005/8/colors/accent1_1" csCatId="accent1" phldr="1"/>
      <dgm:spPr/>
      <dgm:t>
        <a:bodyPr/>
        <a:lstStyle/>
        <a:p>
          <a:endParaRPr lang="zh-CN" altLang="en-US"/>
        </a:p>
      </dgm:t>
    </dgm:pt>
    <dgm:pt modelId="{13106C34-DDA7-4704-AE3C-0B0E4328523F}">
      <dgm:prSet custT="1"/>
      <dgm:spPr/>
      <dgm:t>
        <a:bodyPr/>
        <a:lstStyle/>
        <a:p>
          <a:pPr marL="0" indent="177800" algn="l" rtl="0"/>
          <a:r>
            <a:rPr lang="en-US" altLang="zh-CN" sz="2000" b="1" dirty="0" smtClean="0"/>
            <a:t>5.4.1 </a:t>
          </a:r>
          <a:r>
            <a:rPr lang="en-US" altLang="zh-CN" sz="2000" b="1" dirty="0" smtClean="0"/>
            <a:t>GPIO</a:t>
          </a:r>
          <a:r>
            <a:rPr lang="zh-CN" altLang="en-US" sz="2000" b="1" dirty="0" smtClean="0"/>
            <a:t>的</a:t>
          </a:r>
          <a:r>
            <a:rPr lang="en-US" altLang="zh-CN" sz="2000" b="1" dirty="0" smtClean="0"/>
            <a:t>HAL</a:t>
          </a:r>
          <a:r>
            <a:rPr lang="zh-CN" altLang="zh-CN" sz="2000" b="1" dirty="0" smtClean="0"/>
            <a:t>库接口</a:t>
          </a:r>
          <a:r>
            <a:rPr lang="zh-CN" altLang="zh-CN" sz="2000" b="1" dirty="0" smtClean="0"/>
            <a:t>函数</a:t>
          </a:r>
          <a:endParaRPr lang="zh-CN" sz="2000" dirty="0"/>
        </a:p>
      </dgm:t>
    </dgm:pt>
    <dgm:pt modelId="{5B2484B4-0902-44AE-9451-619122864D26}" type="parTrans" cxnId="{02BAFB49-29A0-4418-8227-F8F120C95367}">
      <dgm:prSet/>
      <dgm:spPr/>
      <dgm:t>
        <a:bodyPr/>
        <a:lstStyle/>
        <a:p>
          <a:pPr algn="l"/>
          <a:endParaRPr lang="zh-CN" altLang="en-US" sz="2000"/>
        </a:p>
      </dgm:t>
    </dgm:pt>
    <dgm:pt modelId="{09265D00-2571-440C-8A2D-A0D7C0ECA357}" type="sibTrans" cxnId="{02BAFB49-29A0-4418-8227-F8F120C95367}">
      <dgm:prSet/>
      <dgm:spPr/>
      <dgm:t>
        <a:bodyPr/>
        <a:lstStyle/>
        <a:p>
          <a:pPr algn="l"/>
          <a:endParaRPr lang="zh-CN" altLang="en-US" sz="2000"/>
        </a:p>
      </dgm:t>
    </dgm:pt>
    <dgm:pt modelId="{047B7240-9B3B-4945-ABFC-8AA577225995}">
      <dgm:prSet custT="1"/>
      <dgm:spPr/>
      <dgm:t>
        <a:bodyPr/>
        <a:lstStyle/>
        <a:p>
          <a:pPr marL="0" indent="177800" algn="l" rtl="0"/>
          <a:r>
            <a:rPr lang="en-US" altLang="zh-CN" sz="2000" b="1" dirty="0" smtClean="0"/>
            <a:t>5.4.2 GPIO</a:t>
          </a:r>
          <a:r>
            <a:rPr lang="zh-CN" altLang="en-US" sz="2000" b="1" dirty="0" smtClean="0"/>
            <a:t>的</a:t>
          </a:r>
          <a:r>
            <a:rPr lang="en-US" altLang="zh-CN" sz="2000" b="1" dirty="0" smtClean="0"/>
            <a:t> </a:t>
          </a:r>
          <a:r>
            <a:rPr lang="en-US" altLang="zh-CN" sz="2000" b="1" dirty="0" smtClean="0"/>
            <a:t>HAL</a:t>
          </a:r>
          <a:r>
            <a:rPr lang="zh-CN" altLang="en-US" sz="2000" b="1" dirty="0" smtClean="0"/>
            <a:t>库应用</a:t>
          </a:r>
          <a:r>
            <a:rPr lang="zh-CN" altLang="en-US" sz="2000" b="1" dirty="0" smtClean="0"/>
            <a:t>实例</a:t>
          </a:r>
          <a:endParaRPr lang="zh-CN" sz="2000" dirty="0"/>
        </a:p>
      </dgm:t>
    </dgm:pt>
    <dgm:pt modelId="{30432C7E-5CB4-43B7-ABDA-FDD668F97924}" type="parTrans" cxnId="{8ECEC30A-7947-4089-82B2-F4118177782E}">
      <dgm:prSet/>
      <dgm:spPr/>
      <dgm:t>
        <a:bodyPr/>
        <a:lstStyle/>
        <a:p>
          <a:pPr algn="l"/>
          <a:endParaRPr lang="zh-CN" altLang="en-US" sz="2000"/>
        </a:p>
      </dgm:t>
    </dgm:pt>
    <dgm:pt modelId="{2AD50ABE-3325-4DD9-8E1F-7ECDCF00ED92}" type="sibTrans" cxnId="{8ECEC30A-7947-4089-82B2-F4118177782E}">
      <dgm:prSet/>
      <dgm:spPr/>
      <dgm:t>
        <a:bodyPr/>
        <a:lstStyle/>
        <a:p>
          <a:pPr algn="l"/>
          <a:endParaRPr lang="zh-CN" altLang="en-US" sz="2000"/>
        </a:p>
      </dgm:t>
    </dgm:pt>
    <dgm:pt modelId="{7977DCCD-DBD0-4F28-8256-85F3D4427E92}">
      <dgm:prSet custT="1"/>
      <dgm:spPr/>
      <dgm:t>
        <a:bodyPr/>
        <a:lstStyle/>
        <a:p>
          <a:pPr marL="0" indent="92075" algn="l" rtl="0"/>
          <a:r>
            <a:rPr lang="en-US" sz="2000" b="1" dirty="0" smtClean="0"/>
            <a:t>  5.4.3 </a:t>
          </a:r>
          <a:r>
            <a:rPr lang="zh-CN" sz="2000" b="1" dirty="0" smtClean="0"/>
            <a:t>基于</a:t>
          </a:r>
          <a:r>
            <a:rPr lang="en-US" sz="2000" b="1" dirty="0" smtClean="0"/>
            <a:t>HAL</a:t>
          </a:r>
          <a:r>
            <a:rPr lang="zh-CN" sz="2000" b="1" dirty="0" smtClean="0"/>
            <a:t>库开发的一般流程</a:t>
          </a:r>
          <a:endParaRPr lang="zh-CN" sz="2000" dirty="0"/>
        </a:p>
      </dgm:t>
    </dgm:pt>
    <dgm:pt modelId="{8A16ED71-75A4-4380-BABF-AADA57F4E730}" type="parTrans" cxnId="{D4B95AFF-C0CC-4872-A2F6-0762374D3065}">
      <dgm:prSet/>
      <dgm:spPr/>
      <dgm:t>
        <a:bodyPr/>
        <a:lstStyle/>
        <a:p>
          <a:endParaRPr lang="zh-CN" altLang="en-US"/>
        </a:p>
      </dgm:t>
    </dgm:pt>
    <dgm:pt modelId="{CE891899-3DED-4AD2-85BB-052816322C28}" type="sibTrans" cxnId="{D4B95AFF-C0CC-4872-A2F6-0762374D3065}">
      <dgm:prSet/>
      <dgm:spPr/>
      <dgm:t>
        <a:bodyPr/>
        <a:lstStyle/>
        <a:p>
          <a:endParaRPr lang="zh-CN" altLang="en-US"/>
        </a:p>
      </dgm:t>
    </dgm:pt>
    <dgm:pt modelId="{01BA8000-F013-4439-BEFE-860C47094334}" type="pres">
      <dgm:prSet presAssocID="{A02CEBAA-E1A0-4A5E-892A-353144A3ECB1}" presName="linearFlow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28DE22D8-6D57-4E52-9246-B2B231773FAC}" type="pres">
      <dgm:prSet presAssocID="{13106C34-DDA7-4704-AE3C-0B0E4328523F}" presName="composite" presStyleCnt="0"/>
      <dgm:spPr/>
      <dgm:t>
        <a:bodyPr/>
        <a:lstStyle/>
        <a:p>
          <a:endParaRPr lang="zh-CN" altLang="en-US"/>
        </a:p>
      </dgm:t>
    </dgm:pt>
    <dgm:pt modelId="{BD893DEC-F94E-4CFD-8B1D-44EBE27F01D8}" type="pres">
      <dgm:prSet presAssocID="{13106C34-DDA7-4704-AE3C-0B0E4328523F}" presName="imgShp" presStyleLbl="fgImgPlace1" presStyleIdx="0" presStyleCnt="3" custLinFactNeighborX="-69993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</dgm:spPr>
      <dgm:t>
        <a:bodyPr/>
        <a:lstStyle/>
        <a:p>
          <a:endParaRPr lang="zh-CN" altLang="en-US"/>
        </a:p>
      </dgm:t>
    </dgm:pt>
    <dgm:pt modelId="{144B12B0-8ED7-423A-98C2-ACC6EE7F5834}" type="pres">
      <dgm:prSet presAssocID="{13106C34-DDA7-4704-AE3C-0B0E4328523F}" presName="txShp" presStyleLbl="node1" presStyleIdx="0" presStyleCnt="3" custScaleX="119730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29BC0434-ED20-4C04-9137-BBCAA037438E}" type="pres">
      <dgm:prSet presAssocID="{09265D00-2571-440C-8A2D-A0D7C0ECA357}" presName="spacing" presStyleCnt="0"/>
      <dgm:spPr/>
      <dgm:t>
        <a:bodyPr/>
        <a:lstStyle/>
        <a:p>
          <a:endParaRPr lang="zh-CN" altLang="en-US"/>
        </a:p>
      </dgm:t>
    </dgm:pt>
    <dgm:pt modelId="{EC350B0D-0634-4595-A61D-EA92D440B58A}" type="pres">
      <dgm:prSet presAssocID="{047B7240-9B3B-4945-ABFC-8AA577225995}" presName="composite" presStyleCnt="0"/>
      <dgm:spPr/>
      <dgm:t>
        <a:bodyPr/>
        <a:lstStyle/>
        <a:p>
          <a:endParaRPr lang="zh-CN" altLang="en-US"/>
        </a:p>
      </dgm:t>
    </dgm:pt>
    <dgm:pt modelId="{536BAE9F-688B-43CA-8A61-824EE17C80DA}" type="pres">
      <dgm:prSet presAssocID="{047B7240-9B3B-4945-ABFC-8AA577225995}" presName="imgShp" presStyleLbl="fgImgPlace1" presStyleIdx="1" presStyleCnt="3" custLinFactNeighborX="-69993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</dgm:spPr>
      <dgm:t>
        <a:bodyPr/>
        <a:lstStyle/>
        <a:p>
          <a:endParaRPr lang="zh-CN" altLang="en-US"/>
        </a:p>
      </dgm:t>
    </dgm:pt>
    <dgm:pt modelId="{8D22E1E6-691D-45DB-B730-1DC2060C8198}" type="pres">
      <dgm:prSet presAssocID="{047B7240-9B3B-4945-ABFC-8AA577225995}" presName="txShp" presStyleLbl="node1" presStyleIdx="1" presStyleCnt="3" custScaleX="119730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1AFABC0B-51F3-4213-B6F4-56292C43F92A}" type="pres">
      <dgm:prSet presAssocID="{2AD50ABE-3325-4DD9-8E1F-7ECDCF00ED92}" presName="spacing" presStyleCnt="0"/>
      <dgm:spPr/>
      <dgm:t>
        <a:bodyPr/>
        <a:lstStyle/>
        <a:p>
          <a:endParaRPr lang="zh-CN" altLang="en-US"/>
        </a:p>
      </dgm:t>
    </dgm:pt>
    <dgm:pt modelId="{FAE2B2D4-2F86-4C13-8FB4-3E1D117B4665}" type="pres">
      <dgm:prSet presAssocID="{7977DCCD-DBD0-4F28-8256-85F3D4427E92}" presName="composite" presStyleCnt="0"/>
      <dgm:spPr/>
    </dgm:pt>
    <dgm:pt modelId="{C06C18F0-AD8E-43A3-A062-56219B7CA638}" type="pres">
      <dgm:prSet presAssocID="{7977DCCD-DBD0-4F28-8256-85F3D4427E92}" presName="imgShp" presStyleLbl="fgImgPlace1" presStyleIdx="2" presStyleCnt="3" custLinFactNeighborX="-68050"/>
      <dgm:spPr>
        <a:blipFill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</dgm:spPr>
      <dgm:t>
        <a:bodyPr/>
        <a:lstStyle/>
        <a:p>
          <a:endParaRPr lang="zh-CN" altLang="en-US"/>
        </a:p>
      </dgm:t>
    </dgm:pt>
    <dgm:pt modelId="{DFA4D803-A4D6-48E2-9391-5042EDC90BC7}" type="pres">
      <dgm:prSet presAssocID="{7977DCCD-DBD0-4F28-8256-85F3D4427E92}" presName="txShp" presStyleLbl="node1" presStyleIdx="2" presStyleCnt="3" custScaleX="120262" custLinFactNeighborX="-34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C45E7579-6547-44A6-AF1F-7A29372DD6E9}" type="presOf" srcId="{A02CEBAA-E1A0-4A5E-892A-353144A3ECB1}" destId="{01BA8000-F013-4439-BEFE-860C47094334}" srcOrd="0" destOrd="0" presId="urn:microsoft.com/office/officeart/2005/8/layout/vList3#1"/>
    <dgm:cxn modelId="{8ECEC30A-7947-4089-82B2-F4118177782E}" srcId="{A02CEBAA-E1A0-4A5E-892A-353144A3ECB1}" destId="{047B7240-9B3B-4945-ABFC-8AA577225995}" srcOrd="1" destOrd="0" parTransId="{30432C7E-5CB4-43B7-ABDA-FDD668F97924}" sibTransId="{2AD50ABE-3325-4DD9-8E1F-7ECDCF00ED92}"/>
    <dgm:cxn modelId="{B1E3160A-0453-4104-BCC5-5A33B67BE42A}" type="presOf" srcId="{13106C34-DDA7-4704-AE3C-0B0E4328523F}" destId="{144B12B0-8ED7-423A-98C2-ACC6EE7F5834}" srcOrd="0" destOrd="0" presId="urn:microsoft.com/office/officeart/2005/8/layout/vList3#1"/>
    <dgm:cxn modelId="{05350961-D708-4AE9-BE3B-38D3D048F112}" type="presOf" srcId="{047B7240-9B3B-4945-ABFC-8AA577225995}" destId="{8D22E1E6-691D-45DB-B730-1DC2060C8198}" srcOrd="0" destOrd="0" presId="urn:microsoft.com/office/officeart/2005/8/layout/vList3#1"/>
    <dgm:cxn modelId="{9485F011-5B84-4581-A77F-9F29B188ECDD}" type="presOf" srcId="{7977DCCD-DBD0-4F28-8256-85F3D4427E92}" destId="{DFA4D803-A4D6-48E2-9391-5042EDC90BC7}" srcOrd="0" destOrd="0" presId="urn:microsoft.com/office/officeart/2005/8/layout/vList3#1"/>
    <dgm:cxn modelId="{D4B95AFF-C0CC-4872-A2F6-0762374D3065}" srcId="{A02CEBAA-E1A0-4A5E-892A-353144A3ECB1}" destId="{7977DCCD-DBD0-4F28-8256-85F3D4427E92}" srcOrd="2" destOrd="0" parTransId="{8A16ED71-75A4-4380-BABF-AADA57F4E730}" sibTransId="{CE891899-3DED-4AD2-85BB-052816322C28}"/>
    <dgm:cxn modelId="{02BAFB49-29A0-4418-8227-F8F120C95367}" srcId="{A02CEBAA-E1A0-4A5E-892A-353144A3ECB1}" destId="{13106C34-DDA7-4704-AE3C-0B0E4328523F}" srcOrd="0" destOrd="0" parTransId="{5B2484B4-0902-44AE-9451-619122864D26}" sibTransId="{09265D00-2571-440C-8A2D-A0D7C0ECA357}"/>
    <dgm:cxn modelId="{DEBC703C-2E0D-48C9-9B3B-8EDF0A5D708D}" type="presParOf" srcId="{01BA8000-F013-4439-BEFE-860C47094334}" destId="{28DE22D8-6D57-4E52-9246-B2B231773FAC}" srcOrd="0" destOrd="0" presId="urn:microsoft.com/office/officeart/2005/8/layout/vList3#1"/>
    <dgm:cxn modelId="{32669B3D-0563-4F3C-9F86-35B347C827A8}" type="presParOf" srcId="{28DE22D8-6D57-4E52-9246-B2B231773FAC}" destId="{BD893DEC-F94E-4CFD-8B1D-44EBE27F01D8}" srcOrd="0" destOrd="0" presId="urn:microsoft.com/office/officeart/2005/8/layout/vList3#1"/>
    <dgm:cxn modelId="{6AB89F6D-B885-454F-A8CB-BD734B3B0869}" type="presParOf" srcId="{28DE22D8-6D57-4E52-9246-B2B231773FAC}" destId="{144B12B0-8ED7-423A-98C2-ACC6EE7F5834}" srcOrd="1" destOrd="0" presId="urn:microsoft.com/office/officeart/2005/8/layout/vList3#1"/>
    <dgm:cxn modelId="{43659B92-6F09-4CAA-A311-A65A301AE397}" type="presParOf" srcId="{01BA8000-F013-4439-BEFE-860C47094334}" destId="{29BC0434-ED20-4C04-9137-BBCAA037438E}" srcOrd="1" destOrd="0" presId="urn:microsoft.com/office/officeart/2005/8/layout/vList3#1"/>
    <dgm:cxn modelId="{9F3D3E87-CEE6-400B-930D-C69F18B6DABA}" type="presParOf" srcId="{01BA8000-F013-4439-BEFE-860C47094334}" destId="{EC350B0D-0634-4595-A61D-EA92D440B58A}" srcOrd="2" destOrd="0" presId="urn:microsoft.com/office/officeart/2005/8/layout/vList3#1"/>
    <dgm:cxn modelId="{F84D608E-D193-4262-A42D-9E6397519395}" type="presParOf" srcId="{EC350B0D-0634-4595-A61D-EA92D440B58A}" destId="{536BAE9F-688B-43CA-8A61-824EE17C80DA}" srcOrd="0" destOrd="0" presId="urn:microsoft.com/office/officeart/2005/8/layout/vList3#1"/>
    <dgm:cxn modelId="{06FCA7F7-AC71-48C4-AD0F-CCFD54B3C73B}" type="presParOf" srcId="{EC350B0D-0634-4595-A61D-EA92D440B58A}" destId="{8D22E1E6-691D-45DB-B730-1DC2060C8198}" srcOrd="1" destOrd="0" presId="urn:microsoft.com/office/officeart/2005/8/layout/vList3#1"/>
    <dgm:cxn modelId="{48C2A5CD-ADF1-4397-9C15-415A84D1C45A}" type="presParOf" srcId="{01BA8000-F013-4439-BEFE-860C47094334}" destId="{1AFABC0B-51F3-4213-B6F4-56292C43F92A}" srcOrd="3" destOrd="0" presId="urn:microsoft.com/office/officeart/2005/8/layout/vList3#1"/>
    <dgm:cxn modelId="{4D9E9494-7C21-463F-BE23-3050285B4AB4}" type="presParOf" srcId="{01BA8000-F013-4439-BEFE-860C47094334}" destId="{FAE2B2D4-2F86-4C13-8FB4-3E1D117B4665}" srcOrd="4" destOrd="0" presId="urn:microsoft.com/office/officeart/2005/8/layout/vList3#1"/>
    <dgm:cxn modelId="{E4080087-E3E0-49D8-9EE7-7F1899335458}" type="presParOf" srcId="{FAE2B2D4-2F86-4C13-8FB4-3E1D117B4665}" destId="{C06C18F0-AD8E-43A3-A062-56219B7CA638}" srcOrd="0" destOrd="0" presId="urn:microsoft.com/office/officeart/2005/8/layout/vList3#1"/>
    <dgm:cxn modelId="{E56E3D7F-45CA-48CB-A498-18682F87BFF1}" type="presParOf" srcId="{FAE2B2D4-2F86-4C13-8FB4-3E1D117B4665}" destId="{DFA4D803-A4D6-48E2-9391-5042EDC90BC7}" srcOrd="1" destOrd="0" presId="urn:microsoft.com/office/officeart/2005/8/layout/vList3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2CCEE796-E35E-4146-B4C8-4310BECCF78E}" type="doc">
      <dgm:prSet loTypeId="urn:microsoft.com/office/officeart/2005/8/layout/hProcess11" loCatId="process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zh-CN" altLang="en-US"/>
        </a:p>
      </dgm:t>
    </dgm:pt>
    <dgm:pt modelId="{309F6603-61B8-4E9A-9632-4CA951D4A106}">
      <dgm:prSet phldrT="[文本]"/>
      <dgm:spPr/>
      <dgm:t>
        <a:bodyPr/>
        <a:lstStyle/>
        <a:p>
          <a:r>
            <a:rPr lang="en-US" b="1" dirty="0" smtClean="0"/>
            <a:t>RCC</a:t>
          </a:r>
          <a:r>
            <a:rPr lang="zh-CN" b="1" dirty="0" smtClean="0"/>
            <a:t>和时钟配置</a:t>
          </a:r>
          <a:endParaRPr lang="zh-CN" altLang="en-US" dirty="0"/>
        </a:p>
      </dgm:t>
    </dgm:pt>
    <dgm:pt modelId="{36E9E79F-0A2C-4647-A616-12B9DD1185DA}" type="parTrans" cxnId="{3A7E2520-7476-4FA6-AC37-7537DA201D21}">
      <dgm:prSet/>
      <dgm:spPr/>
      <dgm:t>
        <a:bodyPr/>
        <a:lstStyle/>
        <a:p>
          <a:endParaRPr lang="zh-CN" altLang="en-US"/>
        </a:p>
      </dgm:t>
    </dgm:pt>
    <dgm:pt modelId="{94C8AA6E-81D9-4211-B5F4-7380450ED57C}" type="sibTrans" cxnId="{3A7E2520-7476-4FA6-AC37-7537DA201D21}">
      <dgm:prSet/>
      <dgm:spPr/>
      <dgm:t>
        <a:bodyPr/>
        <a:lstStyle/>
        <a:p>
          <a:endParaRPr lang="zh-CN" altLang="en-US"/>
        </a:p>
      </dgm:t>
    </dgm:pt>
    <dgm:pt modelId="{A4375C5C-4C6E-4E2E-B226-EED71B697FA0}">
      <dgm:prSet phldrT="[文本]"/>
      <dgm:spPr/>
      <dgm:t>
        <a:bodyPr/>
        <a:lstStyle/>
        <a:p>
          <a:r>
            <a:rPr lang="en-US" b="1" dirty="0" smtClean="0"/>
            <a:t>MCU</a:t>
          </a:r>
          <a:r>
            <a:rPr lang="zh-CN" b="1" dirty="0" smtClean="0"/>
            <a:t>引脚选择</a:t>
          </a:r>
          <a:endParaRPr lang="zh-CN" altLang="en-US" dirty="0"/>
        </a:p>
      </dgm:t>
    </dgm:pt>
    <dgm:pt modelId="{249C4C67-7605-4D39-AAE4-6348DAE9C578}" type="parTrans" cxnId="{3C54C4CC-6551-4CE1-94FB-09BD5B69850C}">
      <dgm:prSet/>
      <dgm:spPr/>
      <dgm:t>
        <a:bodyPr/>
        <a:lstStyle/>
        <a:p>
          <a:endParaRPr lang="zh-CN" altLang="en-US"/>
        </a:p>
      </dgm:t>
    </dgm:pt>
    <dgm:pt modelId="{4462D1BB-C05C-4606-BB68-4298BA8A4C9E}" type="sibTrans" cxnId="{3C54C4CC-6551-4CE1-94FB-09BD5B69850C}">
      <dgm:prSet/>
      <dgm:spPr/>
      <dgm:t>
        <a:bodyPr/>
        <a:lstStyle/>
        <a:p>
          <a:endParaRPr lang="zh-CN" altLang="en-US"/>
        </a:p>
      </dgm:t>
    </dgm:pt>
    <dgm:pt modelId="{C84282D9-B83A-4FC7-A288-87A03DA62835}">
      <dgm:prSet phldrT="[文本]"/>
      <dgm:spPr/>
      <dgm:t>
        <a:bodyPr/>
        <a:lstStyle/>
        <a:p>
          <a:r>
            <a:rPr lang="en-US" b="1" smtClean="0"/>
            <a:t>GPIO</a:t>
          </a:r>
          <a:r>
            <a:rPr lang="zh-CN" b="1" smtClean="0"/>
            <a:t>引脚参数配置</a:t>
          </a:r>
          <a:endParaRPr lang="zh-CN" altLang="en-US" dirty="0"/>
        </a:p>
      </dgm:t>
    </dgm:pt>
    <dgm:pt modelId="{8EB417D2-A503-425A-A2BD-CBE9E78834F4}" type="parTrans" cxnId="{C4820553-1212-4F09-A728-7701C0516863}">
      <dgm:prSet/>
      <dgm:spPr/>
      <dgm:t>
        <a:bodyPr/>
        <a:lstStyle/>
        <a:p>
          <a:endParaRPr lang="zh-CN" altLang="en-US"/>
        </a:p>
      </dgm:t>
    </dgm:pt>
    <dgm:pt modelId="{99D49836-56C5-4343-A8F0-B6998F45F0A7}" type="sibTrans" cxnId="{C4820553-1212-4F09-A728-7701C0516863}">
      <dgm:prSet/>
      <dgm:spPr/>
      <dgm:t>
        <a:bodyPr/>
        <a:lstStyle/>
        <a:p>
          <a:endParaRPr lang="zh-CN" altLang="en-US"/>
        </a:p>
      </dgm:t>
    </dgm:pt>
    <dgm:pt modelId="{1938AB36-B7C5-42B2-BDDE-B3CC55434D8D}" type="pres">
      <dgm:prSet presAssocID="{2CCEE796-E35E-4146-B4C8-4310BECCF78E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4F04C309-2ABA-4BA0-A4AE-6C0865AC1347}" type="pres">
      <dgm:prSet presAssocID="{2CCEE796-E35E-4146-B4C8-4310BECCF78E}" presName="arrow" presStyleLbl="bgShp" presStyleIdx="0" presStyleCnt="1"/>
      <dgm:spPr/>
    </dgm:pt>
    <dgm:pt modelId="{720B877C-B2BC-428B-B3FA-FC380C4E5F6A}" type="pres">
      <dgm:prSet presAssocID="{2CCEE796-E35E-4146-B4C8-4310BECCF78E}" presName="points" presStyleCnt="0"/>
      <dgm:spPr/>
    </dgm:pt>
    <dgm:pt modelId="{526C44BE-CBE9-405F-96A0-D1C86DC1E8A1}" type="pres">
      <dgm:prSet presAssocID="{309F6603-61B8-4E9A-9632-4CA951D4A106}" presName="compositeA" presStyleCnt="0"/>
      <dgm:spPr/>
    </dgm:pt>
    <dgm:pt modelId="{145D2E95-0455-4742-9C10-8CD96EE6DBD1}" type="pres">
      <dgm:prSet presAssocID="{309F6603-61B8-4E9A-9632-4CA951D4A106}" presName="textA" presStyleLbl="revTx" presStyleIdx="0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0DF79B8-04FA-472E-8968-385966E8E62D}" type="pres">
      <dgm:prSet presAssocID="{309F6603-61B8-4E9A-9632-4CA951D4A106}" presName="circleA" presStyleLbl="node1" presStyleIdx="0" presStyleCnt="3"/>
      <dgm:spPr/>
    </dgm:pt>
    <dgm:pt modelId="{78F69E00-C7B8-436A-AD38-AECBA940888A}" type="pres">
      <dgm:prSet presAssocID="{309F6603-61B8-4E9A-9632-4CA951D4A106}" presName="spaceA" presStyleCnt="0"/>
      <dgm:spPr/>
    </dgm:pt>
    <dgm:pt modelId="{1820D06F-A385-488E-8D0D-01810C39A3BE}" type="pres">
      <dgm:prSet presAssocID="{94C8AA6E-81D9-4211-B5F4-7380450ED57C}" presName="space" presStyleCnt="0"/>
      <dgm:spPr/>
    </dgm:pt>
    <dgm:pt modelId="{17B73500-76F4-4590-9CE6-DD48E9D0BF1D}" type="pres">
      <dgm:prSet presAssocID="{A4375C5C-4C6E-4E2E-B226-EED71B697FA0}" presName="compositeB" presStyleCnt="0"/>
      <dgm:spPr/>
    </dgm:pt>
    <dgm:pt modelId="{3C031582-7ECE-49FA-A7A9-1D7318590D19}" type="pres">
      <dgm:prSet presAssocID="{A4375C5C-4C6E-4E2E-B226-EED71B697FA0}" presName="textB" presStyleLbl="revTx" presStyleIdx="1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0599AA2-C22E-460E-8337-EE0A475D18F0}" type="pres">
      <dgm:prSet presAssocID="{A4375C5C-4C6E-4E2E-B226-EED71B697FA0}" presName="circleB" presStyleLbl="node1" presStyleIdx="1" presStyleCnt="3"/>
      <dgm:spPr/>
    </dgm:pt>
    <dgm:pt modelId="{93A18249-AF04-474A-9240-C94D3007FD83}" type="pres">
      <dgm:prSet presAssocID="{A4375C5C-4C6E-4E2E-B226-EED71B697FA0}" presName="spaceB" presStyleCnt="0"/>
      <dgm:spPr/>
    </dgm:pt>
    <dgm:pt modelId="{A9AF1FC8-F55B-488E-8DB3-D9C08137316E}" type="pres">
      <dgm:prSet presAssocID="{4462D1BB-C05C-4606-BB68-4298BA8A4C9E}" presName="space" presStyleCnt="0"/>
      <dgm:spPr/>
    </dgm:pt>
    <dgm:pt modelId="{CC3AFB81-F0D5-439D-AA21-FEE309DBD6EF}" type="pres">
      <dgm:prSet presAssocID="{C84282D9-B83A-4FC7-A288-87A03DA62835}" presName="compositeA" presStyleCnt="0"/>
      <dgm:spPr/>
    </dgm:pt>
    <dgm:pt modelId="{6EFEA128-3A4D-43AC-925B-74BE1E0BCFD6}" type="pres">
      <dgm:prSet presAssocID="{C84282D9-B83A-4FC7-A288-87A03DA62835}" presName="textA" presStyleLbl="revTx" presStyleIdx="2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E2241CC0-C732-47B4-B756-A71E7037B421}" type="pres">
      <dgm:prSet presAssocID="{C84282D9-B83A-4FC7-A288-87A03DA62835}" presName="circleA" presStyleLbl="node1" presStyleIdx="2" presStyleCnt="3"/>
      <dgm:spPr/>
    </dgm:pt>
    <dgm:pt modelId="{4D425B2E-40FB-4EAF-80B4-E6EEE82CD68D}" type="pres">
      <dgm:prSet presAssocID="{C84282D9-B83A-4FC7-A288-87A03DA62835}" presName="spaceA" presStyleCnt="0"/>
      <dgm:spPr/>
    </dgm:pt>
  </dgm:ptLst>
  <dgm:cxnLst>
    <dgm:cxn modelId="{3C54C4CC-6551-4CE1-94FB-09BD5B69850C}" srcId="{2CCEE796-E35E-4146-B4C8-4310BECCF78E}" destId="{A4375C5C-4C6E-4E2E-B226-EED71B697FA0}" srcOrd="1" destOrd="0" parTransId="{249C4C67-7605-4D39-AAE4-6348DAE9C578}" sibTransId="{4462D1BB-C05C-4606-BB68-4298BA8A4C9E}"/>
    <dgm:cxn modelId="{C4820553-1212-4F09-A728-7701C0516863}" srcId="{2CCEE796-E35E-4146-B4C8-4310BECCF78E}" destId="{C84282D9-B83A-4FC7-A288-87A03DA62835}" srcOrd="2" destOrd="0" parTransId="{8EB417D2-A503-425A-A2BD-CBE9E78834F4}" sibTransId="{99D49836-56C5-4343-A8F0-B6998F45F0A7}"/>
    <dgm:cxn modelId="{6BA6587F-527A-4FB1-919A-2CD4355D70D0}" type="presOf" srcId="{309F6603-61B8-4E9A-9632-4CA951D4A106}" destId="{145D2E95-0455-4742-9C10-8CD96EE6DBD1}" srcOrd="0" destOrd="0" presId="urn:microsoft.com/office/officeart/2005/8/layout/hProcess11"/>
    <dgm:cxn modelId="{9AA92289-9C7F-4672-9EA7-CB04DDA2DCFE}" type="presOf" srcId="{2CCEE796-E35E-4146-B4C8-4310BECCF78E}" destId="{1938AB36-B7C5-42B2-BDDE-B3CC55434D8D}" srcOrd="0" destOrd="0" presId="urn:microsoft.com/office/officeart/2005/8/layout/hProcess11"/>
    <dgm:cxn modelId="{ED74A6F7-3CC3-47E6-AAA6-3146277D8309}" type="presOf" srcId="{C84282D9-B83A-4FC7-A288-87A03DA62835}" destId="{6EFEA128-3A4D-43AC-925B-74BE1E0BCFD6}" srcOrd="0" destOrd="0" presId="urn:microsoft.com/office/officeart/2005/8/layout/hProcess11"/>
    <dgm:cxn modelId="{BDCA6D0F-9584-4DF6-8784-EB0A7C06B453}" type="presOf" srcId="{A4375C5C-4C6E-4E2E-B226-EED71B697FA0}" destId="{3C031582-7ECE-49FA-A7A9-1D7318590D19}" srcOrd="0" destOrd="0" presId="urn:microsoft.com/office/officeart/2005/8/layout/hProcess11"/>
    <dgm:cxn modelId="{3A7E2520-7476-4FA6-AC37-7537DA201D21}" srcId="{2CCEE796-E35E-4146-B4C8-4310BECCF78E}" destId="{309F6603-61B8-4E9A-9632-4CA951D4A106}" srcOrd="0" destOrd="0" parTransId="{36E9E79F-0A2C-4647-A616-12B9DD1185DA}" sibTransId="{94C8AA6E-81D9-4211-B5F4-7380450ED57C}"/>
    <dgm:cxn modelId="{0A55B7A0-64B0-4617-A8C9-2BCFC534E7EE}" type="presParOf" srcId="{1938AB36-B7C5-42B2-BDDE-B3CC55434D8D}" destId="{4F04C309-2ABA-4BA0-A4AE-6C0865AC1347}" srcOrd="0" destOrd="0" presId="urn:microsoft.com/office/officeart/2005/8/layout/hProcess11"/>
    <dgm:cxn modelId="{64FE3AE5-D91E-4DF2-830D-F786BA1A51C3}" type="presParOf" srcId="{1938AB36-B7C5-42B2-BDDE-B3CC55434D8D}" destId="{720B877C-B2BC-428B-B3FA-FC380C4E5F6A}" srcOrd="1" destOrd="0" presId="urn:microsoft.com/office/officeart/2005/8/layout/hProcess11"/>
    <dgm:cxn modelId="{74D43ABA-5F8F-4FBC-B60E-1B7B6B472114}" type="presParOf" srcId="{720B877C-B2BC-428B-B3FA-FC380C4E5F6A}" destId="{526C44BE-CBE9-405F-96A0-D1C86DC1E8A1}" srcOrd="0" destOrd="0" presId="urn:microsoft.com/office/officeart/2005/8/layout/hProcess11"/>
    <dgm:cxn modelId="{9BD4CEDE-4D7D-47BF-B2D4-93274ADE2476}" type="presParOf" srcId="{526C44BE-CBE9-405F-96A0-D1C86DC1E8A1}" destId="{145D2E95-0455-4742-9C10-8CD96EE6DBD1}" srcOrd="0" destOrd="0" presId="urn:microsoft.com/office/officeart/2005/8/layout/hProcess11"/>
    <dgm:cxn modelId="{7CEDDD7E-2725-4F9E-BA30-D65FA918FD0A}" type="presParOf" srcId="{526C44BE-CBE9-405F-96A0-D1C86DC1E8A1}" destId="{60DF79B8-04FA-472E-8968-385966E8E62D}" srcOrd="1" destOrd="0" presId="urn:microsoft.com/office/officeart/2005/8/layout/hProcess11"/>
    <dgm:cxn modelId="{9EC3AE2C-C797-4EB2-B768-8EC423CEF8DE}" type="presParOf" srcId="{526C44BE-CBE9-405F-96A0-D1C86DC1E8A1}" destId="{78F69E00-C7B8-436A-AD38-AECBA940888A}" srcOrd="2" destOrd="0" presId="urn:microsoft.com/office/officeart/2005/8/layout/hProcess11"/>
    <dgm:cxn modelId="{9D19A9EB-FACD-4DA2-8636-8F43D6A4D435}" type="presParOf" srcId="{720B877C-B2BC-428B-B3FA-FC380C4E5F6A}" destId="{1820D06F-A385-488E-8D0D-01810C39A3BE}" srcOrd="1" destOrd="0" presId="urn:microsoft.com/office/officeart/2005/8/layout/hProcess11"/>
    <dgm:cxn modelId="{815E83E5-6E82-4DEF-9676-1EA39855AA6F}" type="presParOf" srcId="{720B877C-B2BC-428B-B3FA-FC380C4E5F6A}" destId="{17B73500-76F4-4590-9CE6-DD48E9D0BF1D}" srcOrd="2" destOrd="0" presId="urn:microsoft.com/office/officeart/2005/8/layout/hProcess11"/>
    <dgm:cxn modelId="{FD924375-1FCF-4486-B378-E3F84F9AEC7E}" type="presParOf" srcId="{17B73500-76F4-4590-9CE6-DD48E9D0BF1D}" destId="{3C031582-7ECE-49FA-A7A9-1D7318590D19}" srcOrd="0" destOrd="0" presId="urn:microsoft.com/office/officeart/2005/8/layout/hProcess11"/>
    <dgm:cxn modelId="{137EC650-AF78-4904-9CDC-E4F0B0A649FB}" type="presParOf" srcId="{17B73500-76F4-4590-9CE6-DD48E9D0BF1D}" destId="{B0599AA2-C22E-460E-8337-EE0A475D18F0}" srcOrd="1" destOrd="0" presId="urn:microsoft.com/office/officeart/2005/8/layout/hProcess11"/>
    <dgm:cxn modelId="{77B1313D-D1D8-4F07-8CF7-D817516FE485}" type="presParOf" srcId="{17B73500-76F4-4590-9CE6-DD48E9D0BF1D}" destId="{93A18249-AF04-474A-9240-C94D3007FD83}" srcOrd="2" destOrd="0" presId="urn:microsoft.com/office/officeart/2005/8/layout/hProcess11"/>
    <dgm:cxn modelId="{71213DAC-89ED-4896-942A-7D838CCC65EB}" type="presParOf" srcId="{720B877C-B2BC-428B-B3FA-FC380C4E5F6A}" destId="{A9AF1FC8-F55B-488E-8DB3-D9C08137316E}" srcOrd="3" destOrd="0" presId="urn:microsoft.com/office/officeart/2005/8/layout/hProcess11"/>
    <dgm:cxn modelId="{D76A1009-74E6-4F62-A227-0F8E443FC8EB}" type="presParOf" srcId="{720B877C-B2BC-428B-B3FA-FC380C4E5F6A}" destId="{CC3AFB81-F0D5-439D-AA21-FEE309DBD6EF}" srcOrd="4" destOrd="0" presId="urn:microsoft.com/office/officeart/2005/8/layout/hProcess11"/>
    <dgm:cxn modelId="{F98517C9-7F5C-46DD-B023-390A84177DB0}" type="presParOf" srcId="{CC3AFB81-F0D5-439D-AA21-FEE309DBD6EF}" destId="{6EFEA128-3A4D-43AC-925B-74BE1E0BCFD6}" srcOrd="0" destOrd="0" presId="urn:microsoft.com/office/officeart/2005/8/layout/hProcess11"/>
    <dgm:cxn modelId="{884DB22C-0196-456E-ACC6-D630DD140205}" type="presParOf" srcId="{CC3AFB81-F0D5-439D-AA21-FEE309DBD6EF}" destId="{E2241CC0-C732-47B4-B756-A71E7037B421}" srcOrd="1" destOrd="0" presId="urn:microsoft.com/office/officeart/2005/8/layout/hProcess11"/>
    <dgm:cxn modelId="{7BE377EF-9997-426C-8199-757F14B3E262}" type="presParOf" srcId="{CC3AFB81-F0D5-439D-AA21-FEE309DBD6EF}" destId="{4D425B2E-40FB-4EAF-80B4-E6EEE82CD68D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3478583C-477D-4195-A267-83C8A400DB6F}" type="doc">
      <dgm:prSet loTypeId="urn:microsoft.com/office/officeart/2005/8/layout/bProcess3" loCatId="process" qsTypeId="urn:microsoft.com/office/officeart/2005/8/quickstyle/3d6" qsCatId="3D" csTypeId="urn:microsoft.com/office/officeart/2005/8/colors/colorful4" csCatId="colorful" phldr="1"/>
      <dgm:spPr/>
      <dgm:t>
        <a:bodyPr/>
        <a:lstStyle/>
        <a:p>
          <a:endParaRPr lang="zh-CN" altLang="en-US"/>
        </a:p>
      </dgm:t>
    </dgm:pt>
    <dgm:pt modelId="{5AF85C83-45B0-49C7-82BD-6AC9AD3D706C}">
      <dgm:prSet custT="1"/>
      <dgm:spPr/>
      <dgm:t>
        <a:bodyPr/>
        <a:lstStyle/>
        <a:p>
          <a:pPr rtl="0"/>
          <a:r>
            <a:rPr lang="zh-CN" altLang="en-US" sz="1600" b="1" dirty="0" smtClean="0"/>
            <a:t>单</a:t>
          </a:r>
          <a:r>
            <a:rPr lang="zh-CN" sz="1600" b="1" dirty="0" smtClean="0"/>
            <a:t>击 “</a:t>
          </a:r>
          <a:r>
            <a:rPr lang="en-US" sz="1600" b="1" dirty="0" smtClean="0"/>
            <a:t>Build(F7)”</a:t>
          </a:r>
          <a:r>
            <a:rPr lang="zh-CN" sz="1600" b="1" dirty="0" smtClean="0"/>
            <a:t>编译按钮，进行重新编译。</a:t>
          </a:r>
          <a:endParaRPr lang="zh-CN" sz="1600" b="1" dirty="0"/>
        </a:p>
      </dgm:t>
    </dgm:pt>
    <dgm:pt modelId="{32E9734B-7214-46F8-A8EB-6CC63ECF56F2}" type="parTrans" cxnId="{BBFD8334-D6CA-4066-86C3-ADB0CB8EEB23}">
      <dgm:prSet/>
      <dgm:spPr/>
      <dgm:t>
        <a:bodyPr/>
        <a:lstStyle/>
        <a:p>
          <a:endParaRPr lang="zh-CN" altLang="en-US" sz="6000" b="1"/>
        </a:p>
      </dgm:t>
    </dgm:pt>
    <dgm:pt modelId="{37EAA723-8CC1-4619-B3BE-84004FD371B4}" type="sibTrans" cxnId="{BBFD8334-D6CA-4066-86C3-ADB0CB8EEB23}">
      <dgm:prSet custT="1"/>
      <dgm:spPr/>
      <dgm:t>
        <a:bodyPr/>
        <a:lstStyle/>
        <a:p>
          <a:endParaRPr lang="zh-CN" altLang="en-US" sz="6000" b="1"/>
        </a:p>
      </dgm:t>
    </dgm:pt>
    <dgm:pt modelId="{342B0BE9-D177-4C75-A1FE-CB8620491158}">
      <dgm:prSet custT="1"/>
      <dgm:spPr/>
      <dgm:t>
        <a:bodyPr/>
        <a:lstStyle/>
        <a:p>
          <a:pPr rtl="0"/>
          <a:r>
            <a:rPr lang="zh-CN" sz="1600" b="1" dirty="0" smtClean="0"/>
            <a:t>将开发板通过</a:t>
          </a:r>
          <a:r>
            <a:rPr lang="en-US" sz="1600" b="1" dirty="0" smtClean="0"/>
            <a:t>USB</a:t>
          </a:r>
          <a:r>
            <a:rPr lang="zh-CN" sz="1600" b="1" dirty="0" smtClean="0"/>
            <a:t>线与</a:t>
          </a:r>
          <a:r>
            <a:rPr lang="en-US" sz="1600" b="1" dirty="0" smtClean="0"/>
            <a:t>PC</a:t>
          </a:r>
          <a:r>
            <a:rPr lang="zh-CN" sz="1600" b="1" dirty="0" smtClean="0"/>
            <a:t>机进行连接</a:t>
          </a:r>
          <a:endParaRPr lang="zh-CN" sz="1600" b="1" dirty="0"/>
        </a:p>
      </dgm:t>
    </dgm:pt>
    <dgm:pt modelId="{4DDEC088-A189-4373-A78F-E4FE08969BA8}" type="parTrans" cxnId="{B35C6F93-2820-4C77-90B0-4AF7E166002E}">
      <dgm:prSet/>
      <dgm:spPr/>
      <dgm:t>
        <a:bodyPr/>
        <a:lstStyle/>
        <a:p>
          <a:endParaRPr lang="zh-CN" altLang="en-US" sz="6000" b="1"/>
        </a:p>
      </dgm:t>
    </dgm:pt>
    <dgm:pt modelId="{5DEAB000-C4F7-45E4-B59C-DB827F0FA273}" type="sibTrans" cxnId="{B35C6F93-2820-4C77-90B0-4AF7E166002E}">
      <dgm:prSet custT="1"/>
      <dgm:spPr/>
      <dgm:t>
        <a:bodyPr/>
        <a:lstStyle/>
        <a:p>
          <a:endParaRPr lang="zh-CN" altLang="en-US" sz="6000" b="1"/>
        </a:p>
      </dgm:t>
    </dgm:pt>
    <dgm:pt modelId="{EA4E696A-7BDB-4EA1-889C-9AED55FC8737}">
      <dgm:prSet custT="1"/>
      <dgm:spPr/>
      <dgm:t>
        <a:bodyPr/>
        <a:lstStyle/>
        <a:p>
          <a:pPr rtl="0"/>
          <a:r>
            <a:rPr lang="zh-CN" sz="1600" b="1" dirty="0" smtClean="0"/>
            <a:t>通过工具栏里的 “</a:t>
          </a:r>
          <a:r>
            <a:rPr lang="en-US" sz="1600" b="1" dirty="0" smtClean="0"/>
            <a:t>Download”</a:t>
          </a:r>
          <a:r>
            <a:rPr lang="zh-CN" sz="1600" b="1" dirty="0" smtClean="0"/>
            <a:t>按钮将编译通过的程序下载到开发板上</a:t>
          </a:r>
          <a:endParaRPr lang="zh-CN" sz="1600" b="1" dirty="0"/>
        </a:p>
      </dgm:t>
    </dgm:pt>
    <dgm:pt modelId="{1FA7EA3A-69C1-4C58-A0DD-AA44326D64D8}" type="parTrans" cxnId="{7657CCD4-E633-4F3C-8F26-88FF8730F1DC}">
      <dgm:prSet/>
      <dgm:spPr/>
      <dgm:t>
        <a:bodyPr/>
        <a:lstStyle/>
        <a:p>
          <a:endParaRPr lang="zh-CN" altLang="en-US" sz="6000" b="1"/>
        </a:p>
      </dgm:t>
    </dgm:pt>
    <dgm:pt modelId="{F96D6136-D07D-47AB-9DB0-7E3F29099F94}" type="sibTrans" cxnId="{7657CCD4-E633-4F3C-8F26-88FF8730F1DC}">
      <dgm:prSet custT="1"/>
      <dgm:spPr/>
      <dgm:t>
        <a:bodyPr/>
        <a:lstStyle/>
        <a:p>
          <a:endParaRPr lang="zh-CN" altLang="en-US" sz="6000" b="1"/>
        </a:p>
      </dgm:t>
    </dgm:pt>
    <dgm:pt modelId="{43EB17E0-D4BC-44D3-A0DD-E0ED8029FAF2}">
      <dgm:prSet custT="1"/>
      <dgm:spPr/>
      <dgm:t>
        <a:bodyPr/>
        <a:lstStyle/>
        <a:p>
          <a:pPr rtl="0"/>
          <a:r>
            <a:rPr lang="zh-CN" sz="1600" b="1" dirty="0" smtClean="0"/>
            <a:t>通过观察开发板上相应</a:t>
          </a:r>
          <a:r>
            <a:rPr lang="en-US" sz="1600" b="1" dirty="0" smtClean="0"/>
            <a:t>LED</a:t>
          </a:r>
          <a:r>
            <a:rPr lang="zh-CN" sz="1600" b="1" dirty="0" smtClean="0"/>
            <a:t>灯的闪烁情况来验证程序的正确性。</a:t>
          </a:r>
          <a:endParaRPr lang="zh-CN" sz="1600" b="1" dirty="0"/>
        </a:p>
      </dgm:t>
    </dgm:pt>
    <dgm:pt modelId="{A3532F2C-6341-4BB1-B2F4-B97499509090}" type="parTrans" cxnId="{1C6DECA7-1183-4B41-917A-75343DB7F893}">
      <dgm:prSet/>
      <dgm:spPr/>
      <dgm:t>
        <a:bodyPr/>
        <a:lstStyle/>
        <a:p>
          <a:endParaRPr lang="zh-CN" altLang="en-US" sz="6000" b="1"/>
        </a:p>
      </dgm:t>
    </dgm:pt>
    <dgm:pt modelId="{8931D82D-612A-49A6-9DD9-7588024BBC83}" type="sibTrans" cxnId="{1C6DECA7-1183-4B41-917A-75343DB7F893}">
      <dgm:prSet/>
      <dgm:spPr/>
      <dgm:t>
        <a:bodyPr/>
        <a:lstStyle/>
        <a:p>
          <a:endParaRPr lang="zh-CN" altLang="en-US" sz="6000" b="1"/>
        </a:p>
      </dgm:t>
    </dgm:pt>
    <dgm:pt modelId="{2C10ACB3-FBC9-4E24-84AC-E434266A41A3}" type="pres">
      <dgm:prSet presAssocID="{3478583C-477D-4195-A267-83C8A400DB6F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B1FAA71D-2455-4FA3-A16F-5CDD8E979767}" type="pres">
      <dgm:prSet presAssocID="{5AF85C83-45B0-49C7-82BD-6AC9AD3D706C}" presName="node" presStyleLbl="node1" presStyleIdx="0" presStyleCnt="4" custScaleX="103280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3563CD2B-330C-44B3-9F6B-5BC11C91137D}" type="pres">
      <dgm:prSet presAssocID="{37EAA723-8CC1-4619-B3BE-84004FD371B4}" presName="sibTrans" presStyleLbl="sibTrans1D1" presStyleIdx="0" presStyleCnt="3"/>
      <dgm:spPr/>
      <dgm:t>
        <a:bodyPr/>
        <a:lstStyle/>
        <a:p>
          <a:endParaRPr lang="zh-CN" altLang="en-US"/>
        </a:p>
      </dgm:t>
    </dgm:pt>
    <dgm:pt modelId="{4D8360B2-58DE-4055-B9DE-D28378884DA2}" type="pres">
      <dgm:prSet presAssocID="{37EAA723-8CC1-4619-B3BE-84004FD371B4}" presName="connectorText" presStyleLbl="sibTrans1D1" presStyleIdx="0" presStyleCnt="3"/>
      <dgm:spPr/>
      <dgm:t>
        <a:bodyPr/>
        <a:lstStyle/>
        <a:p>
          <a:endParaRPr lang="zh-CN" altLang="en-US"/>
        </a:p>
      </dgm:t>
    </dgm:pt>
    <dgm:pt modelId="{D738A997-9DDB-4A77-8C11-E12670876B9C}" type="pres">
      <dgm:prSet presAssocID="{342B0BE9-D177-4C75-A1FE-CB8620491158}" presName="node" presStyleLbl="node1" presStyleIdx="1" presStyleCnt="4" custScaleX="103280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C8C7A864-74F5-4E40-825B-36238AED466D}" type="pres">
      <dgm:prSet presAssocID="{5DEAB000-C4F7-45E4-B59C-DB827F0FA273}" presName="sibTrans" presStyleLbl="sibTrans1D1" presStyleIdx="1" presStyleCnt="3"/>
      <dgm:spPr/>
      <dgm:t>
        <a:bodyPr/>
        <a:lstStyle/>
        <a:p>
          <a:endParaRPr lang="zh-CN" altLang="en-US"/>
        </a:p>
      </dgm:t>
    </dgm:pt>
    <dgm:pt modelId="{EBD74362-1FF3-4B20-ABA9-93D0A815EE78}" type="pres">
      <dgm:prSet presAssocID="{5DEAB000-C4F7-45E4-B59C-DB827F0FA273}" presName="connectorText" presStyleLbl="sibTrans1D1" presStyleIdx="1" presStyleCnt="3"/>
      <dgm:spPr/>
      <dgm:t>
        <a:bodyPr/>
        <a:lstStyle/>
        <a:p>
          <a:endParaRPr lang="zh-CN" altLang="en-US"/>
        </a:p>
      </dgm:t>
    </dgm:pt>
    <dgm:pt modelId="{3B27A70A-E55D-486C-973D-1806A76604D0}" type="pres">
      <dgm:prSet presAssocID="{EA4E696A-7BDB-4EA1-889C-9AED55FC8737}" presName="node" presStyleLbl="node1" presStyleIdx="2" presStyleCnt="4" custScaleX="103280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DEF6434E-1288-4E5D-97C7-4FC06B2C5EC9}" type="pres">
      <dgm:prSet presAssocID="{F96D6136-D07D-47AB-9DB0-7E3F29099F94}" presName="sibTrans" presStyleLbl="sibTrans1D1" presStyleIdx="2" presStyleCnt="3"/>
      <dgm:spPr/>
      <dgm:t>
        <a:bodyPr/>
        <a:lstStyle/>
        <a:p>
          <a:endParaRPr lang="zh-CN" altLang="en-US"/>
        </a:p>
      </dgm:t>
    </dgm:pt>
    <dgm:pt modelId="{8371A61F-96A6-4C22-B462-E2C028E5D2C2}" type="pres">
      <dgm:prSet presAssocID="{F96D6136-D07D-47AB-9DB0-7E3F29099F94}" presName="connectorText" presStyleLbl="sibTrans1D1" presStyleIdx="2" presStyleCnt="3"/>
      <dgm:spPr/>
      <dgm:t>
        <a:bodyPr/>
        <a:lstStyle/>
        <a:p>
          <a:endParaRPr lang="zh-CN" altLang="en-US"/>
        </a:p>
      </dgm:t>
    </dgm:pt>
    <dgm:pt modelId="{A758E78D-6314-48A4-9ED8-33B0CB366C98}" type="pres">
      <dgm:prSet presAssocID="{43EB17E0-D4BC-44D3-A0DD-E0ED8029FAF2}" presName="node" presStyleLbl="node1" presStyleIdx="3" presStyleCnt="4" custScaleX="103280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2965379F-590F-4AE7-BDF2-9E0C474BB388}" type="presOf" srcId="{3478583C-477D-4195-A267-83C8A400DB6F}" destId="{2C10ACB3-FBC9-4E24-84AC-E434266A41A3}" srcOrd="0" destOrd="0" presId="urn:microsoft.com/office/officeart/2005/8/layout/bProcess3"/>
    <dgm:cxn modelId="{9E3E8E2A-F233-42BE-A805-435F18FCFAFC}" type="presOf" srcId="{5DEAB000-C4F7-45E4-B59C-DB827F0FA273}" destId="{EBD74362-1FF3-4B20-ABA9-93D0A815EE78}" srcOrd="1" destOrd="0" presId="urn:microsoft.com/office/officeart/2005/8/layout/bProcess3"/>
    <dgm:cxn modelId="{82A90A93-C9F2-4125-AFC1-0F805E08DF38}" type="presOf" srcId="{5AF85C83-45B0-49C7-82BD-6AC9AD3D706C}" destId="{B1FAA71D-2455-4FA3-A16F-5CDD8E979767}" srcOrd="0" destOrd="0" presId="urn:microsoft.com/office/officeart/2005/8/layout/bProcess3"/>
    <dgm:cxn modelId="{8B1EA758-713E-4439-AF2A-DC1EFBEC6FAD}" type="presOf" srcId="{37EAA723-8CC1-4619-B3BE-84004FD371B4}" destId="{4D8360B2-58DE-4055-B9DE-D28378884DA2}" srcOrd="1" destOrd="0" presId="urn:microsoft.com/office/officeart/2005/8/layout/bProcess3"/>
    <dgm:cxn modelId="{BBFD8334-D6CA-4066-86C3-ADB0CB8EEB23}" srcId="{3478583C-477D-4195-A267-83C8A400DB6F}" destId="{5AF85C83-45B0-49C7-82BD-6AC9AD3D706C}" srcOrd="0" destOrd="0" parTransId="{32E9734B-7214-46F8-A8EB-6CC63ECF56F2}" sibTransId="{37EAA723-8CC1-4619-B3BE-84004FD371B4}"/>
    <dgm:cxn modelId="{7657CCD4-E633-4F3C-8F26-88FF8730F1DC}" srcId="{3478583C-477D-4195-A267-83C8A400DB6F}" destId="{EA4E696A-7BDB-4EA1-889C-9AED55FC8737}" srcOrd="2" destOrd="0" parTransId="{1FA7EA3A-69C1-4C58-A0DD-AA44326D64D8}" sibTransId="{F96D6136-D07D-47AB-9DB0-7E3F29099F94}"/>
    <dgm:cxn modelId="{45F30C04-D5C8-4877-AC1F-EC41034574D3}" type="presOf" srcId="{F96D6136-D07D-47AB-9DB0-7E3F29099F94}" destId="{8371A61F-96A6-4C22-B462-E2C028E5D2C2}" srcOrd="1" destOrd="0" presId="urn:microsoft.com/office/officeart/2005/8/layout/bProcess3"/>
    <dgm:cxn modelId="{7CD97CB4-F38B-4727-AB09-A90DF25B3886}" type="presOf" srcId="{F96D6136-D07D-47AB-9DB0-7E3F29099F94}" destId="{DEF6434E-1288-4E5D-97C7-4FC06B2C5EC9}" srcOrd="0" destOrd="0" presId="urn:microsoft.com/office/officeart/2005/8/layout/bProcess3"/>
    <dgm:cxn modelId="{B35C6F93-2820-4C77-90B0-4AF7E166002E}" srcId="{3478583C-477D-4195-A267-83C8A400DB6F}" destId="{342B0BE9-D177-4C75-A1FE-CB8620491158}" srcOrd="1" destOrd="0" parTransId="{4DDEC088-A189-4373-A78F-E4FE08969BA8}" sibTransId="{5DEAB000-C4F7-45E4-B59C-DB827F0FA273}"/>
    <dgm:cxn modelId="{1C6DECA7-1183-4B41-917A-75343DB7F893}" srcId="{3478583C-477D-4195-A267-83C8A400DB6F}" destId="{43EB17E0-D4BC-44D3-A0DD-E0ED8029FAF2}" srcOrd="3" destOrd="0" parTransId="{A3532F2C-6341-4BB1-B2F4-B97499509090}" sibTransId="{8931D82D-612A-49A6-9DD9-7588024BBC83}"/>
    <dgm:cxn modelId="{B5E617BF-7EA5-4FC5-B2F3-1C0C70B5DFCA}" type="presOf" srcId="{EA4E696A-7BDB-4EA1-889C-9AED55FC8737}" destId="{3B27A70A-E55D-486C-973D-1806A76604D0}" srcOrd="0" destOrd="0" presId="urn:microsoft.com/office/officeart/2005/8/layout/bProcess3"/>
    <dgm:cxn modelId="{9872C346-7088-4655-829B-5313CF95C029}" type="presOf" srcId="{37EAA723-8CC1-4619-B3BE-84004FD371B4}" destId="{3563CD2B-330C-44B3-9F6B-5BC11C91137D}" srcOrd="0" destOrd="0" presId="urn:microsoft.com/office/officeart/2005/8/layout/bProcess3"/>
    <dgm:cxn modelId="{EA4A6F78-E15B-4EBB-A255-B5045B127358}" type="presOf" srcId="{5DEAB000-C4F7-45E4-B59C-DB827F0FA273}" destId="{C8C7A864-74F5-4E40-825B-36238AED466D}" srcOrd="0" destOrd="0" presId="urn:microsoft.com/office/officeart/2005/8/layout/bProcess3"/>
    <dgm:cxn modelId="{861B2C42-6907-4836-AD2A-6F8A246CC435}" type="presOf" srcId="{342B0BE9-D177-4C75-A1FE-CB8620491158}" destId="{D738A997-9DDB-4A77-8C11-E12670876B9C}" srcOrd="0" destOrd="0" presId="urn:microsoft.com/office/officeart/2005/8/layout/bProcess3"/>
    <dgm:cxn modelId="{B413D8EC-F36F-4263-AB32-979DFA5FD651}" type="presOf" srcId="{43EB17E0-D4BC-44D3-A0DD-E0ED8029FAF2}" destId="{A758E78D-6314-48A4-9ED8-33B0CB366C98}" srcOrd="0" destOrd="0" presId="urn:microsoft.com/office/officeart/2005/8/layout/bProcess3"/>
    <dgm:cxn modelId="{42892024-115E-40B6-BD1C-D236A4A1AE84}" type="presParOf" srcId="{2C10ACB3-FBC9-4E24-84AC-E434266A41A3}" destId="{B1FAA71D-2455-4FA3-A16F-5CDD8E979767}" srcOrd="0" destOrd="0" presId="urn:microsoft.com/office/officeart/2005/8/layout/bProcess3"/>
    <dgm:cxn modelId="{F3C9E7DE-45F7-4705-814D-373FDC399009}" type="presParOf" srcId="{2C10ACB3-FBC9-4E24-84AC-E434266A41A3}" destId="{3563CD2B-330C-44B3-9F6B-5BC11C91137D}" srcOrd="1" destOrd="0" presId="urn:microsoft.com/office/officeart/2005/8/layout/bProcess3"/>
    <dgm:cxn modelId="{DD710B5A-CFBB-488E-8263-36F32B58F5A5}" type="presParOf" srcId="{3563CD2B-330C-44B3-9F6B-5BC11C91137D}" destId="{4D8360B2-58DE-4055-B9DE-D28378884DA2}" srcOrd="0" destOrd="0" presId="urn:microsoft.com/office/officeart/2005/8/layout/bProcess3"/>
    <dgm:cxn modelId="{3946D41D-B9CF-4768-AE7E-F96D5B85CD43}" type="presParOf" srcId="{2C10ACB3-FBC9-4E24-84AC-E434266A41A3}" destId="{D738A997-9DDB-4A77-8C11-E12670876B9C}" srcOrd="2" destOrd="0" presId="urn:microsoft.com/office/officeart/2005/8/layout/bProcess3"/>
    <dgm:cxn modelId="{B4CCBBD6-FF21-45FE-A52E-5FB341992E56}" type="presParOf" srcId="{2C10ACB3-FBC9-4E24-84AC-E434266A41A3}" destId="{C8C7A864-74F5-4E40-825B-36238AED466D}" srcOrd="3" destOrd="0" presId="urn:microsoft.com/office/officeart/2005/8/layout/bProcess3"/>
    <dgm:cxn modelId="{A52B1F5A-3FFF-414A-A04A-A45A0C357EC6}" type="presParOf" srcId="{C8C7A864-74F5-4E40-825B-36238AED466D}" destId="{EBD74362-1FF3-4B20-ABA9-93D0A815EE78}" srcOrd="0" destOrd="0" presId="urn:microsoft.com/office/officeart/2005/8/layout/bProcess3"/>
    <dgm:cxn modelId="{A200A774-8C03-4C4E-8A1F-DFF088E333CD}" type="presParOf" srcId="{2C10ACB3-FBC9-4E24-84AC-E434266A41A3}" destId="{3B27A70A-E55D-486C-973D-1806A76604D0}" srcOrd="4" destOrd="0" presId="urn:microsoft.com/office/officeart/2005/8/layout/bProcess3"/>
    <dgm:cxn modelId="{C9FEB685-725C-4522-BFBC-5BB8AC45EA09}" type="presParOf" srcId="{2C10ACB3-FBC9-4E24-84AC-E434266A41A3}" destId="{DEF6434E-1288-4E5D-97C7-4FC06B2C5EC9}" srcOrd="5" destOrd="0" presId="urn:microsoft.com/office/officeart/2005/8/layout/bProcess3"/>
    <dgm:cxn modelId="{67AB8F22-CB67-4D00-B95A-EE4D351CA971}" type="presParOf" srcId="{DEF6434E-1288-4E5D-97C7-4FC06B2C5EC9}" destId="{8371A61F-96A6-4C22-B462-E2C028E5D2C2}" srcOrd="0" destOrd="0" presId="urn:microsoft.com/office/officeart/2005/8/layout/bProcess3"/>
    <dgm:cxn modelId="{E7D0CB2B-F8F9-4A41-8FEB-F2E65ECB4FD4}" type="presParOf" srcId="{2C10ACB3-FBC9-4E24-84AC-E434266A41A3}" destId="{A758E78D-6314-48A4-9ED8-33B0CB366C98}" srcOrd="6" destOrd="0" presId="urn:microsoft.com/office/officeart/2005/8/layout/bProcess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E26CF03A-A09B-4020-8CA3-90228726561B}" type="doc">
      <dgm:prSet loTypeId="urn:microsoft.com/office/officeart/2005/8/layout/hList1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zh-CN" altLang="en-US"/>
        </a:p>
      </dgm:t>
    </dgm:pt>
    <dgm:pt modelId="{93D40E86-BB79-493F-A85C-A10B62372843}">
      <dgm:prSet custT="1"/>
      <dgm:spPr/>
      <dgm:t>
        <a:bodyPr/>
        <a:lstStyle/>
        <a:p>
          <a:pPr rtl="0"/>
          <a:r>
            <a:rPr lang="zh-CN" altLang="en-US" sz="1400" b="1" dirty="0" smtClean="0"/>
            <a:t>开启系统时钟</a:t>
          </a:r>
          <a:endParaRPr lang="zh-CN" altLang="en-US" sz="1400" b="1" dirty="0"/>
        </a:p>
      </dgm:t>
    </dgm:pt>
    <dgm:pt modelId="{2A07C2EA-0AC0-45C0-B374-696D79DF7128}" type="parTrans" cxnId="{0D112951-556A-4E68-B87D-29C804B45D84}">
      <dgm:prSet/>
      <dgm:spPr/>
      <dgm:t>
        <a:bodyPr/>
        <a:lstStyle/>
        <a:p>
          <a:endParaRPr lang="zh-CN" altLang="en-US" sz="4000" b="1"/>
        </a:p>
      </dgm:t>
    </dgm:pt>
    <dgm:pt modelId="{6927A1AB-184B-469F-8C53-046BFB38C4A8}" type="sibTrans" cxnId="{0D112951-556A-4E68-B87D-29C804B45D84}">
      <dgm:prSet/>
      <dgm:spPr/>
      <dgm:t>
        <a:bodyPr/>
        <a:lstStyle/>
        <a:p>
          <a:endParaRPr lang="zh-CN" altLang="en-US" sz="4000" b="1"/>
        </a:p>
      </dgm:t>
    </dgm:pt>
    <dgm:pt modelId="{8EA85C5E-A8D6-470F-A913-6974BDCDCF47}">
      <dgm:prSet custT="1"/>
      <dgm:spPr/>
      <dgm:t>
        <a:bodyPr/>
        <a:lstStyle/>
        <a:p>
          <a:pPr rtl="0"/>
          <a:r>
            <a:rPr lang="zh-CN" sz="1400" b="1" dirty="0" smtClean="0"/>
            <a:t>在</a:t>
          </a:r>
          <a:r>
            <a:rPr lang="en-US" sz="1400" b="1" dirty="0" smtClean="0"/>
            <a:t>STM32CubeMX</a:t>
          </a:r>
          <a:r>
            <a:rPr lang="zh-CN" sz="1400" b="1" dirty="0" smtClean="0"/>
            <a:t>主界面中的</a:t>
          </a:r>
          <a:r>
            <a:rPr lang="zh-CN" altLang="en-US" sz="1400" b="1" dirty="0" smtClean="0"/>
            <a:t>“</a:t>
          </a:r>
          <a:r>
            <a:rPr lang="en-US" sz="1400" b="1" dirty="0" err="1" smtClean="0"/>
            <a:t>Pinout</a:t>
          </a:r>
          <a:r>
            <a:rPr lang="en-US" sz="1400" b="1" dirty="0" smtClean="0"/>
            <a:t> &amp; Configuration</a:t>
          </a:r>
          <a:r>
            <a:rPr lang="zh-CN" altLang="en-US" sz="1400" b="1" dirty="0" smtClean="0"/>
            <a:t>”</a:t>
          </a:r>
          <a:r>
            <a:rPr lang="zh-CN" sz="1400" b="1" dirty="0" smtClean="0"/>
            <a:t>选项页将</a:t>
          </a:r>
          <a:r>
            <a:rPr lang="en-US" sz="1400" b="1" dirty="0" smtClean="0"/>
            <a:t>RCC</a:t>
          </a:r>
          <a:r>
            <a:rPr lang="zh-CN" sz="1400" b="1" dirty="0" smtClean="0"/>
            <a:t>设置系统外部时钟源为</a:t>
          </a:r>
          <a:r>
            <a:rPr lang="en-US" sz="1400" b="1" dirty="0" smtClean="0"/>
            <a:t>HSE</a:t>
          </a:r>
          <a:r>
            <a:rPr lang="zh-CN" sz="1400" b="1" dirty="0" smtClean="0"/>
            <a:t>，</a:t>
          </a:r>
          <a:r>
            <a:rPr lang="en-US" sz="1400" b="1" dirty="0" smtClean="0"/>
            <a:t>HSE</a:t>
          </a:r>
          <a:r>
            <a:rPr lang="zh-CN" sz="1400" b="1" dirty="0" smtClean="0"/>
            <a:t>选择</a:t>
          </a:r>
          <a:r>
            <a:rPr lang="zh-CN" altLang="en-US" sz="1400" b="1" dirty="0" smtClean="0"/>
            <a:t>“</a:t>
          </a:r>
          <a:r>
            <a:rPr lang="en-US" sz="1400" b="1" dirty="0" smtClean="0"/>
            <a:t>Crystal/Ceramic Resonator</a:t>
          </a:r>
          <a:r>
            <a:rPr lang="zh-CN" altLang="en-US" sz="1400" b="1" dirty="0" smtClean="0"/>
            <a:t>”</a:t>
          </a:r>
          <a:r>
            <a:rPr lang="zh-CN" sz="1400" b="1" dirty="0" smtClean="0"/>
            <a:t>（晶振</a:t>
          </a:r>
          <a:r>
            <a:rPr lang="en-US" sz="1400" b="1" dirty="0" smtClean="0"/>
            <a:t>/</a:t>
          </a:r>
          <a:r>
            <a:rPr lang="zh-CN" sz="1400" b="1" dirty="0" smtClean="0"/>
            <a:t>陶瓷谐振器</a:t>
          </a:r>
          <a:r>
            <a:rPr lang="zh-CN" altLang="en-US" sz="1400" b="1" dirty="0" smtClean="0"/>
            <a:t>）</a:t>
          </a:r>
          <a:endParaRPr lang="zh-CN" sz="1400" b="1" dirty="0"/>
        </a:p>
      </dgm:t>
    </dgm:pt>
    <dgm:pt modelId="{A1691CB7-F69D-4C85-B80D-1A560036D724}" type="parTrans" cxnId="{C59F855A-5AF8-47A2-9C91-23DE8B7F73A6}">
      <dgm:prSet/>
      <dgm:spPr/>
      <dgm:t>
        <a:bodyPr/>
        <a:lstStyle/>
        <a:p>
          <a:endParaRPr lang="zh-CN" altLang="en-US" sz="4000" b="1"/>
        </a:p>
      </dgm:t>
    </dgm:pt>
    <dgm:pt modelId="{1EB755AF-FA2B-4617-9C0A-EDC2EAECA558}" type="sibTrans" cxnId="{C59F855A-5AF8-47A2-9C91-23DE8B7F73A6}">
      <dgm:prSet/>
      <dgm:spPr/>
      <dgm:t>
        <a:bodyPr/>
        <a:lstStyle/>
        <a:p>
          <a:endParaRPr lang="zh-CN" altLang="en-US" sz="4000" b="1"/>
        </a:p>
      </dgm:t>
    </dgm:pt>
    <dgm:pt modelId="{C418A107-61C3-4714-A574-F7EDE76683B4}">
      <dgm:prSet custT="1"/>
      <dgm:spPr/>
      <dgm:t>
        <a:bodyPr/>
        <a:lstStyle/>
        <a:p>
          <a:pPr rtl="0"/>
          <a:r>
            <a:rPr lang="zh-CN" altLang="en-US" sz="1400" b="1" dirty="0" smtClean="0"/>
            <a:t>配置系统时钟树</a:t>
          </a:r>
          <a:endParaRPr lang="zh-CN" altLang="en-US" sz="1400" b="1" dirty="0"/>
        </a:p>
      </dgm:t>
    </dgm:pt>
    <dgm:pt modelId="{8A48FE8A-D0F3-4694-B81F-C5EE0A55D5B4}" type="parTrans" cxnId="{2671D2C9-99F3-44F0-A990-1680B4FE7213}">
      <dgm:prSet/>
      <dgm:spPr/>
      <dgm:t>
        <a:bodyPr/>
        <a:lstStyle/>
        <a:p>
          <a:endParaRPr lang="zh-CN" altLang="en-US" sz="4000" b="1"/>
        </a:p>
      </dgm:t>
    </dgm:pt>
    <dgm:pt modelId="{B095903A-B981-4B29-A0E9-C76728C8EF89}" type="sibTrans" cxnId="{2671D2C9-99F3-44F0-A990-1680B4FE7213}">
      <dgm:prSet/>
      <dgm:spPr/>
      <dgm:t>
        <a:bodyPr/>
        <a:lstStyle/>
        <a:p>
          <a:endParaRPr lang="zh-CN" altLang="en-US" sz="4000" b="1"/>
        </a:p>
      </dgm:t>
    </dgm:pt>
    <dgm:pt modelId="{0572802A-3215-433D-8EA8-DA9A32963592}">
      <dgm:prSet custT="1"/>
      <dgm:spPr/>
      <dgm:t>
        <a:bodyPr/>
        <a:lstStyle/>
        <a:p>
          <a:pPr rtl="0"/>
          <a:r>
            <a:rPr lang="zh-CN" sz="1400" b="1" dirty="0" smtClean="0"/>
            <a:t>将外部的</a:t>
          </a:r>
          <a:r>
            <a:rPr lang="en-US" sz="1400" b="1" dirty="0" smtClean="0"/>
            <a:t>8MHz</a:t>
          </a:r>
          <a:r>
            <a:rPr lang="zh-CN" sz="1400" b="1" dirty="0" smtClean="0"/>
            <a:t>晶振经</a:t>
          </a:r>
          <a:r>
            <a:rPr lang="en-US" sz="1400" b="1" dirty="0" smtClean="0"/>
            <a:t>PLL</a:t>
          </a:r>
          <a:r>
            <a:rPr lang="zh-CN" sz="1400" b="1" dirty="0" smtClean="0"/>
            <a:t>倍频</a:t>
          </a:r>
          <a:r>
            <a:rPr lang="en-US" sz="1400" b="1" dirty="0" smtClean="0"/>
            <a:t>9</a:t>
          </a:r>
          <a:r>
            <a:rPr lang="zh-CN" sz="1400" b="1" dirty="0" smtClean="0"/>
            <a:t>倍得到</a:t>
          </a:r>
          <a:r>
            <a:rPr lang="en-US" sz="1400" b="1" dirty="0" smtClean="0"/>
            <a:t>72MHz</a:t>
          </a:r>
          <a:r>
            <a:rPr lang="zh-CN" sz="1400" b="1" dirty="0" smtClean="0"/>
            <a:t>的系统时钟，然后设置相应外设时钟，如</a:t>
          </a:r>
          <a:r>
            <a:rPr lang="en-US" sz="1400" b="1" dirty="0" smtClean="0"/>
            <a:t>APB1</a:t>
          </a:r>
          <a:r>
            <a:rPr lang="zh-CN" sz="1400" b="1" dirty="0" smtClean="0"/>
            <a:t>为系统时钟的</a:t>
          </a:r>
          <a:r>
            <a:rPr lang="en-US" sz="1400" b="1" dirty="0" smtClean="0"/>
            <a:t>2</a:t>
          </a:r>
          <a:r>
            <a:rPr lang="zh-CN" sz="1400" b="1" dirty="0" smtClean="0"/>
            <a:t>分频为</a:t>
          </a:r>
          <a:r>
            <a:rPr lang="en-US" sz="1400" b="1" dirty="0" smtClean="0"/>
            <a:t>36MHz</a:t>
          </a:r>
          <a:r>
            <a:rPr lang="zh-CN" sz="1400" b="1" dirty="0" smtClean="0"/>
            <a:t>，</a:t>
          </a:r>
          <a:r>
            <a:rPr lang="en-US" sz="1400" b="1" dirty="0" smtClean="0"/>
            <a:t>APB2</a:t>
          </a:r>
          <a:r>
            <a:rPr lang="zh-CN" sz="1400" b="1" dirty="0" smtClean="0"/>
            <a:t>设置为与系统时钟相同</a:t>
          </a:r>
          <a:endParaRPr lang="zh-CN" sz="1400" b="1" dirty="0"/>
        </a:p>
      </dgm:t>
    </dgm:pt>
    <dgm:pt modelId="{C6199BD1-990A-4B5C-AF89-45FDC9EC89BF}" type="parTrans" cxnId="{47DDB047-B8C9-46C0-A6F6-BDBE44485D4F}">
      <dgm:prSet/>
      <dgm:spPr/>
      <dgm:t>
        <a:bodyPr/>
        <a:lstStyle/>
        <a:p>
          <a:endParaRPr lang="zh-CN" altLang="en-US" sz="4000" b="1"/>
        </a:p>
      </dgm:t>
    </dgm:pt>
    <dgm:pt modelId="{2587B59D-8E3D-4B52-9EE8-505100F1A966}" type="sibTrans" cxnId="{47DDB047-B8C9-46C0-A6F6-BDBE44485D4F}">
      <dgm:prSet/>
      <dgm:spPr/>
      <dgm:t>
        <a:bodyPr/>
        <a:lstStyle/>
        <a:p>
          <a:endParaRPr lang="zh-CN" altLang="en-US" sz="4000" b="1"/>
        </a:p>
      </dgm:t>
    </dgm:pt>
    <dgm:pt modelId="{3054D8F1-E38D-41B9-A7BB-56BE139151CC}">
      <dgm:prSet custT="1"/>
      <dgm:spPr/>
      <dgm:t>
        <a:bodyPr/>
        <a:lstStyle/>
        <a:p>
          <a:pPr rtl="0"/>
          <a:r>
            <a:rPr lang="zh-CN" sz="1400" b="1" dirty="0" smtClean="0"/>
            <a:t>在</a:t>
          </a:r>
          <a:r>
            <a:rPr lang="en-US" sz="1400" b="1" dirty="0" smtClean="0"/>
            <a:t>STM32CubeMX</a:t>
          </a:r>
          <a:r>
            <a:rPr lang="zh-CN" sz="1400" b="1" dirty="0" smtClean="0"/>
            <a:t>主界面中的</a:t>
          </a:r>
          <a:r>
            <a:rPr lang="zh-CN" altLang="en-US" sz="1400" b="1" dirty="0" smtClean="0"/>
            <a:t>“</a:t>
          </a:r>
          <a:r>
            <a:rPr lang="en-US" sz="1400" b="1" dirty="0" err="1" smtClean="0"/>
            <a:t>Pinout</a:t>
          </a:r>
          <a:r>
            <a:rPr lang="en-US" sz="1400" b="1" dirty="0" smtClean="0"/>
            <a:t> &amp; Configuration</a:t>
          </a:r>
          <a:r>
            <a:rPr lang="zh-CN" altLang="en-US" sz="1400" b="1" dirty="0" smtClean="0"/>
            <a:t>”</a:t>
          </a:r>
          <a:r>
            <a:rPr lang="zh-CN" sz="1400" b="1" dirty="0" smtClean="0"/>
            <a:t>选项页对片上外设进行功能配置</a:t>
          </a:r>
          <a:r>
            <a:rPr lang="zh-CN" altLang="en-US" sz="1400" b="1" dirty="0" smtClean="0"/>
            <a:t>，如</a:t>
          </a:r>
          <a:r>
            <a:rPr lang="en-US" sz="1400" b="1" dirty="0" smtClean="0"/>
            <a:t>GPIO</a:t>
          </a:r>
          <a:r>
            <a:rPr lang="zh-CN" sz="1400" b="1" dirty="0" smtClean="0"/>
            <a:t>、</a:t>
          </a:r>
          <a:r>
            <a:rPr lang="en-US" sz="1400" b="1" dirty="0" smtClean="0"/>
            <a:t>ADC</a:t>
          </a:r>
          <a:r>
            <a:rPr lang="zh-CN" sz="1400" b="1" dirty="0" smtClean="0"/>
            <a:t>、定时器</a:t>
          </a:r>
          <a:r>
            <a:rPr lang="zh-CN" altLang="en-US" sz="1400" b="1" dirty="0" smtClean="0"/>
            <a:t>、</a:t>
          </a:r>
          <a:r>
            <a:rPr lang="en-US" altLang="zh-CN" sz="1400" b="1" dirty="0" smtClean="0"/>
            <a:t>NVIC</a:t>
          </a:r>
          <a:r>
            <a:rPr lang="zh-CN" sz="1400" b="1" dirty="0" smtClean="0"/>
            <a:t>等</a:t>
          </a:r>
          <a:endParaRPr lang="zh-CN" sz="1400" b="1" dirty="0"/>
        </a:p>
      </dgm:t>
    </dgm:pt>
    <dgm:pt modelId="{48C94C59-51AA-48FE-968D-D508336C3729}" type="parTrans" cxnId="{707B521D-9287-4DC9-AA7A-7909B87E8857}">
      <dgm:prSet/>
      <dgm:spPr/>
      <dgm:t>
        <a:bodyPr/>
        <a:lstStyle/>
        <a:p>
          <a:endParaRPr lang="zh-CN" altLang="en-US" sz="4000" b="1"/>
        </a:p>
      </dgm:t>
    </dgm:pt>
    <dgm:pt modelId="{0EB95326-0561-4A67-BBCA-84E7E97A0189}" type="sibTrans" cxnId="{707B521D-9287-4DC9-AA7A-7909B87E8857}">
      <dgm:prSet/>
      <dgm:spPr/>
      <dgm:t>
        <a:bodyPr/>
        <a:lstStyle/>
        <a:p>
          <a:endParaRPr lang="zh-CN" altLang="en-US" sz="4000" b="1"/>
        </a:p>
      </dgm:t>
    </dgm:pt>
    <dgm:pt modelId="{1D2FB012-59CE-4187-80BD-D4330EE27485}">
      <dgm:prSet custT="1"/>
      <dgm:spPr/>
      <dgm:t>
        <a:bodyPr/>
        <a:lstStyle/>
        <a:p>
          <a:pPr rtl="0"/>
          <a:r>
            <a:rPr lang="en-US" sz="1400" b="1" dirty="0" smtClean="0"/>
            <a:t>STM32CubeMX</a:t>
          </a:r>
          <a:r>
            <a:rPr lang="zh-CN" sz="1400" b="1" dirty="0" smtClean="0"/>
            <a:t>配置完成后，生成工程代码，就可以在</a:t>
          </a:r>
          <a:r>
            <a:rPr lang="en-US" sz="1400" b="1" dirty="0" err="1" smtClean="0"/>
            <a:t>Keil</a:t>
          </a:r>
          <a:r>
            <a:rPr lang="zh-CN" sz="1400" b="1" dirty="0" smtClean="0"/>
            <a:t>软件中编写应用程序，以实现相应功能。</a:t>
          </a:r>
          <a:endParaRPr lang="zh-CN" sz="1400" b="1" dirty="0"/>
        </a:p>
      </dgm:t>
    </dgm:pt>
    <dgm:pt modelId="{2E57092E-3F9E-4148-BDA9-4708C14E311C}" type="parTrans" cxnId="{7B9100EF-2696-44E2-BBF3-4B82DE9E99CB}">
      <dgm:prSet/>
      <dgm:spPr/>
      <dgm:t>
        <a:bodyPr/>
        <a:lstStyle/>
        <a:p>
          <a:endParaRPr lang="zh-CN" altLang="en-US" sz="4000" b="1"/>
        </a:p>
      </dgm:t>
    </dgm:pt>
    <dgm:pt modelId="{46F7C0DC-6187-486E-999B-B500B3E8ADD5}" type="sibTrans" cxnId="{7B9100EF-2696-44E2-BBF3-4B82DE9E99CB}">
      <dgm:prSet/>
      <dgm:spPr/>
      <dgm:t>
        <a:bodyPr/>
        <a:lstStyle/>
        <a:p>
          <a:endParaRPr lang="zh-CN" altLang="en-US" sz="4000" b="1"/>
        </a:p>
      </dgm:t>
    </dgm:pt>
    <dgm:pt modelId="{6016F531-BE6D-4FF1-BBC6-2E315533750D}">
      <dgm:prSet custT="1"/>
      <dgm:spPr/>
      <dgm:t>
        <a:bodyPr/>
        <a:lstStyle/>
        <a:p>
          <a:pPr rtl="0"/>
          <a:r>
            <a:rPr lang="zh-CN" altLang="en-US" sz="1400" b="1" smtClean="0"/>
            <a:t>外设</a:t>
          </a:r>
          <a:r>
            <a:rPr lang="zh-CN" altLang="en-US" sz="1400" b="1" dirty="0" smtClean="0"/>
            <a:t>参数配置</a:t>
          </a:r>
          <a:endParaRPr lang="zh-CN" altLang="en-US" sz="1400" b="1" dirty="0"/>
        </a:p>
      </dgm:t>
    </dgm:pt>
    <dgm:pt modelId="{70241CF3-B70F-41D9-81D7-8FAD94D8D0A2}" type="parTrans" cxnId="{3695D9DD-39C7-427F-8440-454A9E31023C}">
      <dgm:prSet/>
      <dgm:spPr/>
      <dgm:t>
        <a:bodyPr/>
        <a:lstStyle/>
        <a:p>
          <a:endParaRPr lang="zh-CN" altLang="en-US" sz="4000" b="1"/>
        </a:p>
      </dgm:t>
    </dgm:pt>
    <dgm:pt modelId="{C7D00921-9D73-413B-8734-EE0FBB804A9C}" type="sibTrans" cxnId="{3695D9DD-39C7-427F-8440-454A9E31023C}">
      <dgm:prSet/>
      <dgm:spPr/>
      <dgm:t>
        <a:bodyPr/>
        <a:lstStyle/>
        <a:p>
          <a:endParaRPr lang="zh-CN" altLang="en-US" sz="4000" b="1"/>
        </a:p>
      </dgm:t>
    </dgm:pt>
    <dgm:pt modelId="{F2D9B4C0-8D8D-46F1-8847-F20D26049C01}">
      <dgm:prSet custT="1"/>
      <dgm:spPr/>
      <dgm:t>
        <a:bodyPr/>
        <a:lstStyle/>
        <a:p>
          <a:pPr rtl="0"/>
          <a:r>
            <a:rPr lang="zh-CN" altLang="en-US" sz="1400" b="1" dirty="0" smtClean="0"/>
            <a:t>生成工程代码</a:t>
          </a:r>
          <a:endParaRPr lang="zh-CN" altLang="en-US" sz="1400" b="1" dirty="0"/>
        </a:p>
      </dgm:t>
    </dgm:pt>
    <dgm:pt modelId="{399097E4-4539-4E67-B0A2-74E04E73F5A2}" type="parTrans" cxnId="{E07CBE25-9468-4734-BBAC-8F53C56E1890}">
      <dgm:prSet/>
      <dgm:spPr/>
      <dgm:t>
        <a:bodyPr/>
        <a:lstStyle/>
        <a:p>
          <a:endParaRPr lang="zh-CN" altLang="en-US" sz="1600"/>
        </a:p>
      </dgm:t>
    </dgm:pt>
    <dgm:pt modelId="{2D345CAF-E9A0-4C89-9C7A-4C6F74E4C136}" type="sibTrans" cxnId="{E07CBE25-9468-4734-BBAC-8F53C56E1890}">
      <dgm:prSet/>
      <dgm:spPr/>
      <dgm:t>
        <a:bodyPr/>
        <a:lstStyle/>
        <a:p>
          <a:endParaRPr lang="zh-CN" altLang="en-US" sz="1600"/>
        </a:p>
      </dgm:t>
    </dgm:pt>
    <dgm:pt modelId="{67D70F98-ABCE-4A45-8676-1816858360BB}">
      <dgm:prSet custT="1"/>
      <dgm:spPr/>
      <dgm:t>
        <a:bodyPr/>
        <a:lstStyle/>
        <a:p>
          <a:pPr rtl="0"/>
          <a:r>
            <a:rPr lang="zh-CN" altLang="en-US" sz="1400" b="1" dirty="0" smtClean="0"/>
            <a:t>应用程序编写</a:t>
          </a:r>
          <a:endParaRPr lang="zh-CN" altLang="en-US" sz="1400" b="1" dirty="0"/>
        </a:p>
      </dgm:t>
    </dgm:pt>
    <dgm:pt modelId="{06CE9415-8DDA-4A70-AAFC-8B21BEE9038B}" type="sibTrans" cxnId="{301DFF4E-6D7F-496C-88FE-4D07FEFFAF05}">
      <dgm:prSet/>
      <dgm:spPr/>
      <dgm:t>
        <a:bodyPr/>
        <a:lstStyle/>
        <a:p>
          <a:endParaRPr lang="zh-CN" altLang="en-US" sz="4000" b="1"/>
        </a:p>
      </dgm:t>
    </dgm:pt>
    <dgm:pt modelId="{82FABF20-B1C1-4C32-9043-BB4E7B47E094}" type="parTrans" cxnId="{301DFF4E-6D7F-496C-88FE-4D07FEFFAF05}">
      <dgm:prSet/>
      <dgm:spPr/>
      <dgm:t>
        <a:bodyPr/>
        <a:lstStyle/>
        <a:p>
          <a:endParaRPr lang="zh-CN" altLang="en-US" sz="4000" b="1"/>
        </a:p>
      </dgm:t>
    </dgm:pt>
    <dgm:pt modelId="{8ABFFB0D-DC8C-4EB9-9697-9D389C2E9AE0}">
      <dgm:prSet custT="1"/>
      <dgm:spPr/>
      <dgm:t>
        <a:bodyPr/>
        <a:lstStyle/>
        <a:p>
          <a:pPr rtl="0"/>
          <a:r>
            <a:rPr lang="zh-CN" sz="1400" b="1" dirty="0" smtClean="0"/>
            <a:t>设置好工程所要存放的位置及所使用的集成开发环境，就可以生成工程代码</a:t>
          </a:r>
          <a:endParaRPr lang="zh-CN" altLang="en-US" sz="1400" b="1" dirty="0"/>
        </a:p>
      </dgm:t>
    </dgm:pt>
    <dgm:pt modelId="{A54D0727-90B2-425D-810C-308E03CBF6F2}" type="sibTrans" cxnId="{C745BC66-F28E-47AA-9C49-8A374FA8F8DB}">
      <dgm:prSet/>
      <dgm:spPr/>
      <dgm:t>
        <a:bodyPr/>
        <a:lstStyle/>
        <a:p>
          <a:endParaRPr lang="zh-CN" altLang="en-US" sz="1600"/>
        </a:p>
      </dgm:t>
    </dgm:pt>
    <dgm:pt modelId="{4E7FA631-914C-472C-A462-3E8331F5A4E8}" type="parTrans" cxnId="{C745BC66-F28E-47AA-9C49-8A374FA8F8DB}">
      <dgm:prSet/>
      <dgm:spPr/>
      <dgm:t>
        <a:bodyPr/>
        <a:lstStyle/>
        <a:p>
          <a:endParaRPr lang="zh-CN" altLang="en-US" sz="1600"/>
        </a:p>
      </dgm:t>
    </dgm:pt>
    <dgm:pt modelId="{62FE5A5C-CFCA-4371-AE4A-4986F6EFA248}" type="pres">
      <dgm:prSet presAssocID="{E26CF03A-A09B-4020-8CA3-90228726561B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DA167635-CEB5-4A5C-9D4F-351498CD19D6}" type="pres">
      <dgm:prSet presAssocID="{93D40E86-BB79-493F-A85C-A10B62372843}" presName="composite" presStyleCnt="0"/>
      <dgm:spPr/>
    </dgm:pt>
    <dgm:pt modelId="{EE5B50D9-E114-45D6-9988-9CB81F146828}" type="pres">
      <dgm:prSet presAssocID="{93D40E86-BB79-493F-A85C-A10B62372843}" presName="parTx" presStyleLbl="alignNode1" presStyleIdx="0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584C0314-499A-4296-830D-1A2EE3245853}" type="pres">
      <dgm:prSet presAssocID="{93D40E86-BB79-493F-A85C-A10B62372843}" presName="desTx" presStyleLbl="alignAccFollowNode1" presStyleIdx="0" presStyleCnt="5" custScaleY="100000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1CFFBAEB-9852-45E7-BD44-1066E2C56CEC}" type="pres">
      <dgm:prSet presAssocID="{6927A1AB-184B-469F-8C53-046BFB38C4A8}" presName="space" presStyleCnt="0"/>
      <dgm:spPr/>
    </dgm:pt>
    <dgm:pt modelId="{A36B080D-485A-47EB-BC7A-ACFFD0EF3D37}" type="pres">
      <dgm:prSet presAssocID="{C418A107-61C3-4714-A574-F7EDE76683B4}" presName="composite" presStyleCnt="0"/>
      <dgm:spPr/>
    </dgm:pt>
    <dgm:pt modelId="{6A63927C-7A0D-431A-9CEB-77A44942A3B2}" type="pres">
      <dgm:prSet presAssocID="{C418A107-61C3-4714-A574-F7EDE76683B4}" presName="parTx" presStyleLbl="alignNode1" presStyleIdx="1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C68270D5-ACA5-4E8E-A306-07D0E3D33A81}" type="pres">
      <dgm:prSet presAssocID="{C418A107-61C3-4714-A574-F7EDE76683B4}" presName="desTx" presStyleLbl="alignAccFollowNode1" presStyleIdx="1" presStyleCnt="5" custScaleY="100000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328E3E18-F603-468E-A1FF-51B4A6E928E9}" type="pres">
      <dgm:prSet presAssocID="{B095903A-B981-4B29-A0E9-C76728C8EF89}" presName="space" presStyleCnt="0"/>
      <dgm:spPr/>
    </dgm:pt>
    <dgm:pt modelId="{5852E467-5849-4AFC-9939-733A9E0616AB}" type="pres">
      <dgm:prSet presAssocID="{6016F531-BE6D-4FF1-BBC6-2E315533750D}" presName="composite" presStyleCnt="0"/>
      <dgm:spPr/>
    </dgm:pt>
    <dgm:pt modelId="{2490AAF1-3F9F-49C8-B6B1-322EB12BD329}" type="pres">
      <dgm:prSet presAssocID="{6016F531-BE6D-4FF1-BBC6-2E315533750D}" presName="parTx" presStyleLbl="alignNode1" presStyleIdx="2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19ADC815-4988-46AE-AF7E-D67F80F60741}" type="pres">
      <dgm:prSet presAssocID="{6016F531-BE6D-4FF1-BBC6-2E315533750D}" presName="desTx" presStyleLbl="alignAccFollowNode1" presStyleIdx="2" presStyleCnt="5" custScaleY="100000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13CAF331-82B1-4A72-8AE5-54C5DD1CCE5C}" type="pres">
      <dgm:prSet presAssocID="{C7D00921-9D73-413B-8734-EE0FBB804A9C}" presName="space" presStyleCnt="0"/>
      <dgm:spPr/>
    </dgm:pt>
    <dgm:pt modelId="{2AE1ECA2-6FB0-45CF-A379-E6E96ED774DE}" type="pres">
      <dgm:prSet presAssocID="{F2D9B4C0-8D8D-46F1-8847-F20D26049C01}" presName="composite" presStyleCnt="0"/>
      <dgm:spPr/>
    </dgm:pt>
    <dgm:pt modelId="{43C778E5-807A-4DBD-B653-3F680D11EED1}" type="pres">
      <dgm:prSet presAssocID="{F2D9B4C0-8D8D-46F1-8847-F20D26049C01}" presName="parTx" presStyleLbl="alignNode1" presStyleIdx="3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E2B2F66D-09CD-447F-AAF0-2C43E9FBF8A5}" type="pres">
      <dgm:prSet presAssocID="{F2D9B4C0-8D8D-46F1-8847-F20D26049C01}" presName="desTx" presStyleLbl="alignAccFollowNode1" presStyleIdx="3" presStyleCnt="5" custScaleY="100000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9E0FCD58-CD0E-43E3-BA7B-8681F44EDF1C}" type="pres">
      <dgm:prSet presAssocID="{2D345CAF-E9A0-4C89-9C7A-4C6F74E4C136}" presName="space" presStyleCnt="0"/>
      <dgm:spPr/>
    </dgm:pt>
    <dgm:pt modelId="{FAB94D35-87EC-4B1C-B746-ECC027A36558}" type="pres">
      <dgm:prSet presAssocID="{67D70F98-ABCE-4A45-8676-1816858360BB}" presName="composite" presStyleCnt="0"/>
      <dgm:spPr/>
    </dgm:pt>
    <dgm:pt modelId="{C4438116-1DA7-4D0C-B88A-73CEB5B52511}" type="pres">
      <dgm:prSet presAssocID="{67D70F98-ABCE-4A45-8676-1816858360BB}" presName="parTx" presStyleLbl="alignNode1" presStyleIdx="4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DDC3E86D-1BD6-4E9D-B5F9-067D81E5D13B}" type="pres">
      <dgm:prSet presAssocID="{67D70F98-ABCE-4A45-8676-1816858360BB}" presName="desTx" presStyleLbl="alignAccFollowNode1" presStyleIdx="4" presStyleCnt="5" custScaleY="100000" custLinFactNeighborX="540" custLinFactNeighborY="1561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707B521D-9287-4DC9-AA7A-7909B87E8857}" srcId="{6016F531-BE6D-4FF1-BBC6-2E315533750D}" destId="{3054D8F1-E38D-41B9-A7BB-56BE139151CC}" srcOrd="0" destOrd="0" parTransId="{48C94C59-51AA-48FE-968D-D508336C3729}" sibTransId="{0EB95326-0561-4A67-BBCA-84E7E97A0189}"/>
    <dgm:cxn modelId="{2671D2C9-99F3-44F0-A990-1680B4FE7213}" srcId="{E26CF03A-A09B-4020-8CA3-90228726561B}" destId="{C418A107-61C3-4714-A574-F7EDE76683B4}" srcOrd="1" destOrd="0" parTransId="{8A48FE8A-D0F3-4694-B81F-C5EE0A55D5B4}" sibTransId="{B095903A-B981-4B29-A0E9-C76728C8EF89}"/>
    <dgm:cxn modelId="{301DFF4E-6D7F-496C-88FE-4D07FEFFAF05}" srcId="{E26CF03A-A09B-4020-8CA3-90228726561B}" destId="{67D70F98-ABCE-4A45-8676-1816858360BB}" srcOrd="4" destOrd="0" parTransId="{82FABF20-B1C1-4C32-9043-BB4E7B47E094}" sibTransId="{06CE9415-8DDA-4A70-AAFC-8B21BEE9038B}"/>
    <dgm:cxn modelId="{C745BC66-F28E-47AA-9C49-8A374FA8F8DB}" srcId="{F2D9B4C0-8D8D-46F1-8847-F20D26049C01}" destId="{8ABFFB0D-DC8C-4EB9-9697-9D389C2E9AE0}" srcOrd="0" destOrd="0" parTransId="{4E7FA631-914C-472C-A462-3E8331F5A4E8}" sibTransId="{A54D0727-90B2-425D-810C-308E03CBF6F2}"/>
    <dgm:cxn modelId="{7B9100EF-2696-44E2-BBF3-4B82DE9E99CB}" srcId="{67D70F98-ABCE-4A45-8676-1816858360BB}" destId="{1D2FB012-59CE-4187-80BD-D4330EE27485}" srcOrd="0" destOrd="0" parTransId="{2E57092E-3F9E-4148-BDA9-4708C14E311C}" sibTransId="{46F7C0DC-6187-486E-999B-B500B3E8ADD5}"/>
    <dgm:cxn modelId="{3695D9DD-39C7-427F-8440-454A9E31023C}" srcId="{E26CF03A-A09B-4020-8CA3-90228726561B}" destId="{6016F531-BE6D-4FF1-BBC6-2E315533750D}" srcOrd="2" destOrd="0" parTransId="{70241CF3-B70F-41D9-81D7-8FAD94D8D0A2}" sibTransId="{C7D00921-9D73-413B-8734-EE0FBB804A9C}"/>
    <dgm:cxn modelId="{A2D0BF74-F78E-45CF-B5F4-61B9D85A1330}" type="presOf" srcId="{E26CF03A-A09B-4020-8CA3-90228726561B}" destId="{62FE5A5C-CFCA-4371-AE4A-4986F6EFA248}" srcOrd="0" destOrd="0" presId="urn:microsoft.com/office/officeart/2005/8/layout/hList1"/>
    <dgm:cxn modelId="{772D52B2-91B0-4BE3-8274-877AB32762E7}" type="presOf" srcId="{8ABFFB0D-DC8C-4EB9-9697-9D389C2E9AE0}" destId="{E2B2F66D-09CD-447F-AAF0-2C43E9FBF8A5}" srcOrd="0" destOrd="0" presId="urn:microsoft.com/office/officeart/2005/8/layout/hList1"/>
    <dgm:cxn modelId="{C59F855A-5AF8-47A2-9C91-23DE8B7F73A6}" srcId="{93D40E86-BB79-493F-A85C-A10B62372843}" destId="{8EA85C5E-A8D6-470F-A913-6974BDCDCF47}" srcOrd="0" destOrd="0" parTransId="{A1691CB7-F69D-4C85-B80D-1A560036D724}" sibTransId="{1EB755AF-FA2B-4617-9C0A-EDC2EAECA558}"/>
    <dgm:cxn modelId="{004E6654-9D15-4821-883A-FD0A0396CF33}" type="presOf" srcId="{C418A107-61C3-4714-A574-F7EDE76683B4}" destId="{6A63927C-7A0D-431A-9CEB-77A44942A3B2}" srcOrd="0" destOrd="0" presId="urn:microsoft.com/office/officeart/2005/8/layout/hList1"/>
    <dgm:cxn modelId="{1FD8A13C-A0DC-4AD0-8D6C-2CF8A08ADEE3}" type="presOf" srcId="{3054D8F1-E38D-41B9-A7BB-56BE139151CC}" destId="{19ADC815-4988-46AE-AF7E-D67F80F60741}" srcOrd="0" destOrd="0" presId="urn:microsoft.com/office/officeart/2005/8/layout/hList1"/>
    <dgm:cxn modelId="{23BC8CEC-E58A-49DB-BE15-8AE457EEBEF4}" type="presOf" srcId="{6016F531-BE6D-4FF1-BBC6-2E315533750D}" destId="{2490AAF1-3F9F-49C8-B6B1-322EB12BD329}" srcOrd="0" destOrd="0" presId="urn:microsoft.com/office/officeart/2005/8/layout/hList1"/>
    <dgm:cxn modelId="{47DDB047-B8C9-46C0-A6F6-BDBE44485D4F}" srcId="{C418A107-61C3-4714-A574-F7EDE76683B4}" destId="{0572802A-3215-433D-8EA8-DA9A32963592}" srcOrd="0" destOrd="0" parTransId="{C6199BD1-990A-4B5C-AF89-45FDC9EC89BF}" sibTransId="{2587B59D-8E3D-4B52-9EE8-505100F1A966}"/>
    <dgm:cxn modelId="{36573657-3F11-445A-8C4C-876264EC3C4C}" type="presOf" srcId="{1D2FB012-59CE-4187-80BD-D4330EE27485}" destId="{DDC3E86D-1BD6-4E9D-B5F9-067D81E5D13B}" srcOrd="0" destOrd="0" presId="urn:microsoft.com/office/officeart/2005/8/layout/hList1"/>
    <dgm:cxn modelId="{0D112951-556A-4E68-B87D-29C804B45D84}" srcId="{E26CF03A-A09B-4020-8CA3-90228726561B}" destId="{93D40E86-BB79-493F-A85C-A10B62372843}" srcOrd="0" destOrd="0" parTransId="{2A07C2EA-0AC0-45C0-B374-696D79DF7128}" sibTransId="{6927A1AB-184B-469F-8C53-046BFB38C4A8}"/>
    <dgm:cxn modelId="{D9B94E38-D2CE-4ED0-85E8-5B685365B6E3}" type="presOf" srcId="{0572802A-3215-433D-8EA8-DA9A32963592}" destId="{C68270D5-ACA5-4E8E-A306-07D0E3D33A81}" srcOrd="0" destOrd="0" presId="urn:microsoft.com/office/officeart/2005/8/layout/hList1"/>
    <dgm:cxn modelId="{5E5B0ED6-53B7-439F-9F46-7D0B1560EC13}" type="presOf" srcId="{F2D9B4C0-8D8D-46F1-8847-F20D26049C01}" destId="{43C778E5-807A-4DBD-B653-3F680D11EED1}" srcOrd="0" destOrd="0" presId="urn:microsoft.com/office/officeart/2005/8/layout/hList1"/>
    <dgm:cxn modelId="{EA20B933-161B-4732-AA07-9EF9757C5093}" type="presOf" srcId="{8EA85C5E-A8D6-470F-A913-6974BDCDCF47}" destId="{584C0314-499A-4296-830D-1A2EE3245853}" srcOrd="0" destOrd="0" presId="urn:microsoft.com/office/officeart/2005/8/layout/hList1"/>
    <dgm:cxn modelId="{E07CBE25-9468-4734-BBAC-8F53C56E1890}" srcId="{E26CF03A-A09B-4020-8CA3-90228726561B}" destId="{F2D9B4C0-8D8D-46F1-8847-F20D26049C01}" srcOrd="3" destOrd="0" parTransId="{399097E4-4539-4E67-B0A2-74E04E73F5A2}" sibTransId="{2D345CAF-E9A0-4C89-9C7A-4C6F74E4C136}"/>
    <dgm:cxn modelId="{563E7E18-6C97-4542-8CD1-2CF0F9A5C639}" type="presOf" srcId="{93D40E86-BB79-493F-A85C-A10B62372843}" destId="{EE5B50D9-E114-45D6-9988-9CB81F146828}" srcOrd="0" destOrd="0" presId="urn:microsoft.com/office/officeart/2005/8/layout/hList1"/>
    <dgm:cxn modelId="{61E3FF52-C990-4169-8A8F-B3026EA854DE}" type="presOf" srcId="{67D70F98-ABCE-4A45-8676-1816858360BB}" destId="{C4438116-1DA7-4D0C-B88A-73CEB5B52511}" srcOrd="0" destOrd="0" presId="urn:microsoft.com/office/officeart/2005/8/layout/hList1"/>
    <dgm:cxn modelId="{5C653F4C-EEBC-4856-BB02-F5B6C6A66906}" type="presParOf" srcId="{62FE5A5C-CFCA-4371-AE4A-4986F6EFA248}" destId="{DA167635-CEB5-4A5C-9D4F-351498CD19D6}" srcOrd="0" destOrd="0" presId="urn:microsoft.com/office/officeart/2005/8/layout/hList1"/>
    <dgm:cxn modelId="{53FCE829-9D8B-4A58-89CD-01A23D31458D}" type="presParOf" srcId="{DA167635-CEB5-4A5C-9D4F-351498CD19D6}" destId="{EE5B50D9-E114-45D6-9988-9CB81F146828}" srcOrd="0" destOrd="0" presId="urn:microsoft.com/office/officeart/2005/8/layout/hList1"/>
    <dgm:cxn modelId="{E23C217A-2108-4649-86BB-F81032244EBE}" type="presParOf" srcId="{DA167635-CEB5-4A5C-9D4F-351498CD19D6}" destId="{584C0314-499A-4296-830D-1A2EE3245853}" srcOrd="1" destOrd="0" presId="urn:microsoft.com/office/officeart/2005/8/layout/hList1"/>
    <dgm:cxn modelId="{D52ACBC0-E8FA-41B7-91D5-B8119895A701}" type="presParOf" srcId="{62FE5A5C-CFCA-4371-AE4A-4986F6EFA248}" destId="{1CFFBAEB-9852-45E7-BD44-1066E2C56CEC}" srcOrd="1" destOrd="0" presId="urn:microsoft.com/office/officeart/2005/8/layout/hList1"/>
    <dgm:cxn modelId="{C80EEECE-EEB9-4043-BDCC-EBCFE2D49C8C}" type="presParOf" srcId="{62FE5A5C-CFCA-4371-AE4A-4986F6EFA248}" destId="{A36B080D-485A-47EB-BC7A-ACFFD0EF3D37}" srcOrd="2" destOrd="0" presId="urn:microsoft.com/office/officeart/2005/8/layout/hList1"/>
    <dgm:cxn modelId="{78592E66-E47E-4053-84D6-2AD0D69DE0A8}" type="presParOf" srcId="{A36B080D-485A-47EB-BC7A-ACFFD0EF3D37}" destId="{6A63927C-7A0D-431A-9CEB-77A44942A3B2}" srcOrd="0" destOrd="0" presId="urn:microsoft.com/office/officeart/2005/8/layout/hList1"/>
    <dgm:cxn modelId="{33471A0D-5C92-4453-8853-CB6B8A87F679}" type="presParOf" srcId="{A36B080D-485A-47EB-BC7A-ACFFD0EF3D37}" destId="{C68270D5-ACA5-4E8E-A306-07D0E3D33A81}" srcOrd="1" destOrd="0" presId="urn:microsoft.com/office/officeart/2005/8/layout/hList1"/>
    <dgm:cxn modelId="{E7522D2E-24B8-4D48-9D65-20188788C939}" type="presParOf" srcId="{62FE5A5C-CFCA-4371-AE4A-4986F6EFA248}" destId="{328E3E18-F603-468E-A1FF-51B4A6E928E9}" srcOrd="3" destOrd="0" presId="urn:microsoft.com/office/officeart/2005/8/layout/hList1"/>
    <dgm:cxn modelId="{285C891F-0F47-4FA1-95F0-D7D9EDF6CA82}" type="presParOf" srcId="{62FE5A5C-CFCA-4371-AE4A-4986F6EFA248}" destId="{5852E467-5849-4AFC-9939-733A9E0616AB}" srcOrd="4" destOrd="0" presId="urn:microsoft.com/office/officeart/2005/8/layout/hList1"/>
    <dgm:cxn modelId="{54D435D3-D1BD-4121-AE77-5E341A75A3D2}" type="presParOf" srcId="{5852E467-5849-4AFC-9939-733A9E0616AB}" destId="{2490AAF1-3F9F-49C8-B6B1-322EB12BD329}" srcOrd="0" destOrd="0" presId="urn:microsoft.com/office/officeart/2005/8/layout/hList1"/>
    <dgm:cxn modelId="{DB16E537-8C54-408D-AA5E-43AC697B0915}" type="presParOf" srcId="{5852E467-5849-4AFC-9939-733A9E0616AB}" destId="{19ADC815-4988-46AE-AF7E-D67F80F60741}" srcOrd="1" destOrd="0" presId="urn:microsoft.com/office/officeart/2005/8/layout/hList1"/>
    <dgm:cxn modelId="{23FB4ABD-5B7D-4773-A018-1BE8EC26A156}" type="presParOf" srcId="{62FE5A5C-CFCA-4371-AE4A-4986F6EFA248}" destId="{13CAF331-82B1-4A72-8AE5-54C5DD1CCE5C}" srcOrd="5" destOrd="0" presId="urn:microsoft.com/office/officeart/2005/8/layout/hList1"/>
    <dgm:cxn modelId="{A8173C8A-2A3B-4757-B437-D5B7B9B2EE2D}" type="presParOf" srcId="{62FE5A5C-CFCA-4371-AE4A-4986F6EFA248}" destId="{2AE1ECA2-6FB0-45CF-A379-E6E96ED774DE}" srcOrd="6" destOrd="0" presId="urn:microsoft.com/office/officeart/2005/8/layout/hList1"/>
    <dgm:cxn modelId="{8CB4DD6B-2676-409D-9314-BAAFE57E9198}" type="presParOf" srcId="{2AE1ECA2-6FB0-45CF-A379-E6E96ED774DE}" destId="{43C778E5-807A-4DBD-B653-3F680D11EED1}" srcOrd="0" destOrd="0" presId="urn:microsoft.com/office/officeart/2005/8/layout/hList1"/>
    <dgm:cxn modelId="{5A73C33B-EBC8-4A1E-A5B9-9F737417F292}" type="presParOf" srcId="{2AE1ECA2-6FB0-45CF-A379-E6E96ED774DE}" destId="{E2B2F66D-09CD-447F-AAF0-2C43E9FBF8A5}" srcOrd="1" destOrd="0" presId="urn:microsoft.com/office/officeart/2005/8/layout/hList1"/>
    <dgm:cxn modelId="{8AA57308-D896-4744-A264-DE04A03DEE39}" type="presParOf" srcId="{62FE5A5C-CFCA-4371-AE4A-4986F6EFA248}" destId="{9E0FCD58-CD0E-43E3-BA7B-8681F44EDF1C}" srcOrd="7" destOrd="0" presId="urn:microsoft.com/office/officeart/2005/8/layout/hList1"/>
    <dgm:cxn modelId="{ACFBAD06-9747-4C4C-BD9F-58E0EAF5A869}" type="presParOf" srcId="{62FE5A5C-CFCA-4371-AE4A-4986F6EFA248}" destId="{FAB94D35-87EC-4B1C-B746-ECC027A36558}" srcOrd="8" destOrd="0" presId="urn:microsoft.com/office/officeart/2005/8/layout/hList1"/>
    <dgm:cxn modelId="{B303A604-8930-4ADF-AB20-478890BA3C31}" type="presParOf" srcId="{FAB94D35-87EC-4B1C-B746-ECC027A36558}" destId="{C4438116-1DA7-4D0C-B88A-73CEB5B52511}" srcOrd="0" destOrd="0" presId="urn:microsoft.com/office/officeart/2005/8/layout/hList1"/>
    <dgm:cxn modelId="{2BA0F787-E67C-48AA-B552-7D4C43BEE166}" type="presParOf" srcId="{FAB94D35-87EC-4B1C-B746-ECC027A36558}" destId="{DDC3E86D-1BD6-4E9D-B5F9-067D81E5D13B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A02CEBAA-E1A0-4A5E-892A-353144A3ECB1}" type="doc">
      <dgm:prSet loTypeId="urn:microsoft.com/office/officeart/2005/8/layout/hProcess1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13106C34-DDA7-4704-AE3C-0B0E4328523F}">
      <dgm:prSet custT="1"/>
      <dgm:spPr/>
      <dgm:t>
        <a:bodyPr/>
        <a:lstStyle/>
        <a:p>
          <a:pPr rtl="0"/>
          <a:r>
            <a:rPr lang="en-GB" altLang="zh-CN" sz="1600" b="1" dirty="0" smtClean="0"/>
            <a:t>5.1 GPIO</a:t>
          </a:r>
          <a:r>
            <a:rPr lang="zh-CN" altLang="en-US" sz="1600" b="1" dirty="0" smtClean="0"/>
            <a:t>概述</a:t>
          </a:r>
          <a:endParaRPr lang="zh-CN" sz="1600" b="1" dirty="0"/>
        </a:p>
      </dgm:t>
    </dgm:pt>
    <dgm:pt modelId="{5B2484B4-0902-44AE-9451-619122864D26}" type="parTrans" cxnId="{02BAFB49-29A0-4418-8227-F8F120C95367}">
      <dgm:prSet/>
      <dgm:spPr/>
      <dgm:t>
        <a:bodyPr/>
        <a:lstStyle/>
        <a:p>
          <a:endParaRPr lang="zh-CN" altLang="en-US" sz="1600" b="1"/>
        </a:p>
      </dgm:t>
    </dgm:pt>
    <dgm:pt modelId="{09265D00-2571-440C-8A2D-A0D7C0ECA357}" type="sibTrans" cxnId="{02BAFB49-29A0-4418-8227-F8F120C95367}">
      <dgm:prSet/>
      <dgm:spPr/>
      <dgm:t>
        <a:bodyPr/>
        <a:lstStyle/>
        <a:p>
          <a:endParaRPr lang="zh-CN" altLang="en-US" sz="1600" b="1"/>
        </a:p>
      </dgm:t>
    </dgm:pt>
    <dgm:pt modelId="{047B7240-9B3B-4945-ABFC-8AA577225995}">
      <dgm:prSet custT="1"/>
      <dgm:spPr/>
      <dgm:t>
        <a:bodyPr/>
        <a:lstStyle/>
        <a:p>
          <a:pPr rtl="0"/>
          <a:r>
            <a:rPr lang="en-GB" altLang="zh-CN" sz="1600" b="1" dirty="0" smtClean="0"/>
            <a:t>5.2 STM32</a:t>
          </a:r>
          <a:r>
            <a:rPr lang="zh-CN" altLang="en-US" sz="1600" b="1" dirty="0" smtClean="0"/>
            <a:t>的</a:t>
          </a:r>
          <a:r>
            <a:rPr lang="en-GB" altLang="zh-CN" sz="1600" b="1" dirty="0" smtClean="0"/>
            <a:t>GPIO</a:t>
          </a:r>
          <a:r>
            <a:rPr lang="zh-CN" altLang="en-US" sz="1600" b="1" dirty="0" smtClean="0"/>
            <a:t>工作原理</a:t>
          </a:r>
          <a:endParaRPr lang="zh-CN" sz="1600" b="1" dirty="0"/>
        </a:p>
      </dgm:t>
    </dgm:pt>
    <dgm:pt modelId="{30432C7E-5CB4-43B7-ABDA-FDD668F97924}" type="parTrans" cxnId="{8ECEC30A-7947-4089-82B2-F4118177782E}">
      <dgm:prSet/>
      <dgm:spPr/>
      <dgm:t>
        <a:bodyPr/>
        <a:lstStyle/>
        <a:p>
          <a:endParaRPr lang="zh-CN" altLang="en-US" sz="1600" b="1"/>
        </a:p>
      </dgm:t>
    </dgm:pt>
    <dgm:pt modelId="{2AD50ABE-3325-4DD9-8E1F-7ECDCF00ED92}" type="sibTrans" cxnId="{8ECEC30A-7947-4089-82B2-F4118177782E}">
      <dgm:prSet/>
      <dgm:spPr/>
      <dgm:t>
        <a:bodyPr/>
        <a:lstStyle/>
        <a:p>
          <a:endParaRPr lang="zh-CN" altLang="en-US" sz="1600" b="1"/>
        </a:p>
      </dgm:t>
    </dgm:pt>
    <dgm:pt modelId="{C03C3471-A4DA-417B-8393-2DA0F765F0DE}">
      <dgm:prSet custT="1"/>
      <dgm:spPr/>
      <dgm:t>
        <a:bodyPr/>
        <a:lstStyle/>
        <a:p>
          <a:pPr rtl="0"/>
          <a:r>
            <a:rPr lang="en-US" altLang="zh-CN" sz="1600" b="1" dirty="0" smtClean="0"/>
            <a:t>5.3 GPIO</a:t>
          </a:r>
          <a:r>
            <a:rPr lang="zh-CN" altLang="zh-CN" sz="1600" b="1" dirty="0" smtClean="0"/>
            <a:t>模块的标准外设库接口函数及应用</a:t>
          </a:r>
          <a:endParaRPr lang="zh-CN" sz="1600" b="1" dirty="0"/>
        </a:p>
      </dgm:t>
    </dgm:pt>
    <dgm:pt modelId="{1933975E-8B86-46FF-B7C1-099FB70E688A}" type="parTrans" cxnId="{972459DD-7803-4179-A553-DC73E2AA763F}">
      <dgm:prSet/>
      <dgm:spPr/>
      <dgm:t>
        <a:bodyPr/>
        <a:lstStyle/>
        <a:p>
          <a:endParaRPr lang="zh-CN" altLang="en-US" sz="1600" b="1"/>
        </a:p>
      </dgm:t>
    </dgm:pt>
    <dgm:pt modelId="{B2D04BCB-8D1E-44D6-B48A-12C7951CB416}" type="sibTrans" cxnId="{972459DD-7803-4179-A553-DC73E2AA763F}">
      <dgm:prSet/>
      <dgm:spPr/>
      <dgm:t>
        <a:bodyPr/>
        <a:lstStyle/>
        <a:p>
          <a:endParaRPr lang="zh-CN" altLang="en-US" sz="1600" b="1"/>
        </a:p>
      </dgm:t>
    </dgm:pt>
    <dgm:pt modelId="{272A1E72-89D8-435F-ABBC-9FE234A43252}">
      <dgm:prSet custT="1"/>
      <dgm:spPr/>
      <dgm:t>
        <a:bodyPr/>
        <a:lstStyle/>
        <a:p>
          <a:pPr rtl="0"/>
          <a:r>
            <a:rPr lang="en-US" sz="1600" b="1" dirty="0" smtClean="0"/>
            <a:t>5.4 GPIO</a:t>
          </a:r>
          <a:r>
            <a:rPr lang="zh-CN" sz="1600" b="1" dirty="0" smtClean="0"/>
            <a:t>模块的</a:t>
          </a:r>
          <a:r>
            <a:rPr lang="en-US" sz="1600" b="1" dirty="0" smtClean="0"/>
            <a:t>HAL</a:t>
          </a:r>
          <a:r>
            <a:rPr lang="zh-CN" sz="1600" b="1" dirty="0" smtClean="0"/>
            <a:t>库接口函数及应用</a:t>
          </a:r>
          <a:endParaRPr lang="zh-CN" sz="1600" b="1" dirty="0"/>
        </a:p>
      </dgm:t>
    </dgm:pt>
    <dgm:pt modelId="{A0A1EA4B-DAC0-4B94-8B11-139BB9C11FB5}" type="parTrans" cxnId="{954B69F5-7AC8-4D7D-ABDF-192385BA37D4}">
      <dgm:prSet/>
      <dgm:spPr/>
      <dgm:t>
        <a:bodyPr/>
        <a:lstStyle/>
        <a:p>
          <a:endParaRPr lang="zh-CN" altLang="en-US" sz="1600" b="1"/>
        </a:p>
      </dgm:t>
    </dgm:pt>
    <dgm:pt modelId="{61F94D7D-F4DF-43A8-98D1-22E94A9786B6}" type="sibTrans" cxnId="{954B69F5-7AC8-4D7D-ABDF-192385BA37D4}">
      <dgm:prSet/>
      <dgm:spPr/>
      <dgm:t>
        <a:bodyPr/>
        <a:lstStyle/>
        <a:p>
          <a:endParaRPr lang="zh-CN" altLang="en-US" sz="1600" b="1"/>
        </a:p>
      </dgm:t>
    </dgm:pt>
    <dgm:pt modelId="{96772F72-AE47-49C0-A0C2-1DD06A5A15F9}">
      <dgm:prSet custT="1"/>
      <dgm:spPr/>
      <dgm:t>
        <a:bodyPr/>
        <a:lstStyle/>
        <a:p>
          <a:pPr rtl="0"/>
          <a:r>
            <a:rPr lang="en-US" altLang="zh-CN" sz="1600" b="1" dirty="0" smtClean="0"/>
            <a:t>GPIO</a:t>
          </a:r>
          <a:r>
            <a:rPr lang="zh-CN" sz="1600" b="1" dirty="0" smtClean="0"/>
            <a:t>引脚</a:t>
          </a:r>
          <a:endParaRPr lang="zh-CN" altLang="en-US" sz="1600" b="1" dirty="0"/>
        </a:p>
      </dgm:t>
    </dgm:pt>
    <dgm:pt modelId="{99D307A9-AB17-4212-9146-5DBDE43CCFDD}" type="parTrans" cxnId="{7BC5AABE-F7D8-4933-BECE-19DB8E90C553}">
      <dgm:prSet/>
      <dgm:spPr/>
      <dgm:t>
        <a:bodyPr/>
        <a:lstStyle/>
        <a:p>
          <a:endParaRPr lang="zh-CN" altLang="en-US" sz="1600" b="1"/>
        </a:p>
      </dgm:t>
    </dgm:pt>
    <dgm:pt modelId="{8E51BC18-75F4-4486-84A5-9EB337BA7E44}" type="sibTrans" cxnId="{7BC5AABE-F7D8-4933-BECE-19DB8E90C553}">
      <dgm:prSet/>
      <dgm:spPr/>
      <dgm:t>
        <a:bodyPr/>
        <a:lstStyle/>
        <a:p>
          <a:endParaRPr lang="zh-CN" altLang="en-US" sz="1600" b="1"/>
        </a:p>
      </dgm:t>
    </dgm:pt>
    <dgm:pt modelId="{22AC8412-CAAB-442B-A35F-7EF8B97318B1}">
      <dgm:prSet custT="1"/>
      <dgm:spPr/>
      <dgm:t>
        <a:bodyPr/>
        <a:lstStyle/>
        <a:p>
          <a:pPr rtl="0"/>
          <a:r>
            <a:rPr lang="en-US" altLang="zh-CN" sz="1600" b="1" dirty="0" smtClean="0"/>
            <a:t>GPIO</a:t>
          </a:r>
          <a:r>
            <a:rPr lang="zh-CN" altLang="en-US" sz="1600" b="1" dirty="0" smtClean="0"/>
            <a:t>内部结构</a:t>
          </a:r>
          <a:endParaRPr lang="zh-CN" sz="1600" b="1" dirty="0"/>
        </a:p>
      </dgm:t>
    </dgm:pt>
    <dgm:pt modelId="{9EE0CEBB-1AEE-4672-BA03-047C97DCE283}" type="parTrans" cxnId="{26947123-8985-48B0-8FF8-54B9007DC4ED}">
      <dgm:prSet/>
      <dgm:spPr/>
      <dgm:t>
        <a:bodyPr/>
        <a:lstStyle/>
        <a:p>
          <a:endParaRPr lang="zh-CN" altLang="en-US" sz="1600" b="1"/>
        </a:p>
      </dgm:t>
    </dgm:pt>
    <dgm:pt modelId="{B7970A8C-ADD6-4063-AFB1-4D6B7C9E1E9D}" type="sibTrans" cxnId="{26947123-8985-48B0-8FF8-54B9007DC4ED}">
      <dgm:prSet/>
      <dgm:spPr/>
      <dgm:t>
        <a:bodyPr/>
        <a:lstStyle/>
        <a:p>
          <a:endParaRPr lang="zh-CN" altLang="en-US" sz="1600" b="1"/>
        </a:p>
      </dgm:t>
    </dgm:pt>
    <dgm:pt modelId="{B6B919C5-6DAD-447F-8F82-BB32EC2959B6}">
      <dgm:prSet custT="1"/>
      <dgm:spPr/>
      <dgm:t>
        <a:bodyPr/>
        <a:lstStyle/>
        <a:p>
          <a:pPr rtl="0"/>
          <a:r>
            <a:rPr lang="en-US" altLang="zh-CN" sz="1600" b="1" dirty="0" smtClean="0"/>
            <a:t>GPIO</a:t>
          </a:r>
          <a:r>
            <a:rPr lang="zh-CN" altLang="en-US" sz="1600" b="1" dirty="0" smtClean="0"/>
            <a:t>工作模式</a:t>
          </a:r>
          <a:endParaRPr lang="zh-CN" sz="1600" b="1" dirty="0"/>
        </a:p>
      </dgm:t>
    </dgm:pt>
    <dgm:pt modelId="{8EBBEC0D-8B29-417F-8329-277FA0365AFC}" type="parTrans" cxnId="{9FD0DFFA-A996-4A85-96C0-78B7A6F204F1}">
      <dgm:prSet/>
      <dgm:spPr/>
      <dgm:t>
        <a:bodyPr/>
        <a:lstStyle/>
        <a:p>
          <a:endParaRPr lang="zh-CN" altLang="en-US" sz="1600" b="1"/>
        </a:p>
      </dgm:t>
    </dgm:pt>
    <dgm:pt modelId="{75DBD83F-14CB-4D1C-85CC-C8259BC0B6FC}" type="sibTrans" cxnId="{9FD0DFFA-A996-4A85-96C0-78B7A6F204F1}">
      <dgm:prSet/>
      <dgm:spPr/>
      <dgm:t>
        <a:bodyPr/>
        <a:lstStyle/>
        <a:p>
          <a:endParaRPr lang="zh-CN" altLang="en-US" sz="1600" b="1"/>
        </a:p>
      </dgm:t>
    </dgm:pt>
    <dgm:pt modelId="{35435172-3BB6-4ED6-A8DB-3A67681F905C}">
      <dgm:prSet custT="1"/>
      <dgm:spPr/>
      <dgm:t>
        <a:bodyPr/>
        <a:lstStyle/>
        <a:p>
          <a:pPr rtl="0"/>
          <a:r>
            <a:rPr lang="en-US" altLang="zh-CN" sz="1600" b="1" dirty="0" smtClean="0"/>
            <a:t>GPIO</a:t>
          </a:r>
          <a:r>
            <a:rPr lang="zh-CN" altLang="en-US" sz="1600" b="1" dirty="0" smtClean="0"/>
            <a:t>输出速度</a:t>
          </a:r>
          <a:endParaRPr lang="zh-CN" sz="1600" b="1" dirty="0"/>
        </a:p>
      </dgm:t>
    </dgm:pt>
    <dgm:pt modelId="{CDD9A346-6172-43B7-9897-DD6D062027A2}" type="parTrans" cxnId="{B6E2B451-9643-4072-929B-D5A968F6B26B}">
      <dgm:prSet/>
      <dgm:spPr/>
      <dgm:t>
        <a:bodyPr/>
        <a:lstStyle/>
        <a:p>
          <a:endParaRPr lang="zh-CN" altLang="en-US" sz="1600" b="1"/>
        </a:p>
      </dgm:t>
    </dgm:pt>
    <dgm:pt modelId="{BD52D732-2D05-4ED0-8400-2FDEAF181ADA}" type="sibTrans" cxnId="{B6E2B451-9643-4072-929B-D5A968F6B26B}">
      <dgm:prSet/>
      <dgm:spPr/>
      <dgm:t>
        <a:bodyPr/>
        <a:lstStyle/>
        <a:p>
          <a:endParaRPr lang="zh-CN" altLang="en-US" sz="1600" b="1"/>
        </a:p>
      </dgm:t>
    </dgm:pt>
    <dgm:pt modelId="{4D41701B-4E19-4C54-A9E8-039654E33689}">
      <dgm:prSet custT="1"/>
      <dgm:spPr/>
      <dgm:t>
        <a:bodyPr/>
        <a:lstStyle/>
        <a:p>
          <a:pPr rtl="0"/>
          <a:r>
            <a:rPr lang="zh-CN" sz="1600" b="1" dirty="0" smtClean="0"/>
            <a:t>接口函数</a:t>
          </a:r>
          <a:endParaRPr lang="zh-CN" sz="1600" b="1" dirty="0"/>
        </a:p>
      </dgm:t>
    </dgm:pt>
    <dgm:pt modelId="{08A619BC-3239-4AF6-B4B2-1669C9FACF46}" type="parTrans" cxnId="{C8E7FA5C-0477-4A4C-A15D-3CD0C8A5F85D}">
      <dgm:prSet/>
      <dgm:spPr/>
      <dgm:t>
        <a:bodyPr/>
        <a:lstStyle/>
        <a:p>
          <a:endParaRPr lang="zh-CN" altLang="en-US" sz="1600" b="1"/>
        </a:p>
      </dgm:t>
    </dgm:pt>
    <dgm:pt modelId="{B96928D2-2C80-42B7-A164-7A50D57F3B16}" type="sibTrans" cxnId="{C8E7FA5C-0477-4A4C-A15D-3CD0C8A5F85D}">
      <dgm:prSet/>
      <dgm:spPr/>
      <dgm:t>
        <a:bodyPr/>
        <a:lstStyle/>
        <a:p>
          <a:endParaRPr lang="zh-CN" altLang="en-US" sz="1600" b="1"/>
        </a:p>
      </dgm:t>
    </dgm:pt>
    <dgm:pt modelId="{D4F9DDD4-C1B9-4409-B226-C8867ECB3AF0}">
      <dgm:prSet custT="1"/>
      <dgm:spPr/>
      <dgm:t>
        <a:bodyPr/>
        <a:lstStyle/>
        <a:p>
          <a:pPr rtl="0"/>
          <a:r>
            <a:rPr lang="zh-CN" sz="1600" b="1" dirty="0" smtClean="0"/>
            <a:t>应用实例</a:t>
          </a:r>
          <a:endParaRPr lang="zh-CN" sz="1600" b="1" dirty="0"/>
        </a:p>
      </dgm:t>
    </dgm:pt>
    <dgm:pt modelId="{660A3CBD-2529-4EA8-AF2B-2909D622066B}" type="parTrans" cxnId="{59611747-6B14-4A6B-B853-BDCAA303D532}">
      <dgm:prSet/>
      <dgm:spPr/>
      <dgm:t>
        <a:bodyPr/>
        <a:lstStyle/>
        <a:p>
          <a:endParaRPr lang="zh-CN" altLang="en-US" sz="1600" b="1"/>
        </a:p>
      </dgm:t>
    </dgm:pt>
    <dgm:pt modelId="{FE881062-D958-43D5-8A66-81917AE3041F}" type="sibTrans" cxnId="{59611747-6B14-4A6B-B853-BDCAA303D532}">
      <dgm:prSet/>
      <dgm:spPr/>
      <dgm:t>
        <a:bodyPr/>
        <a:lstStyle/>
        <a:p>
          <a:endParaRPr lang="zh-CN" altLang="en-US" sz="1600" b="1"/>
        </a:p>
      </dgm:t>
    </dgm:pt>
    <dgm:pt modelId="{DD1FF239-F601-404F-ABFC-399A955A2D4D}">
      <dgm:prSet custT="1"/>
      <dgm:spPr/>
      <dgm:t>
        <a:bodyPr/>
        <a:lstStyle/>
        <a:p>
          <a:pPr rtl="0"/>
          <a:r>
            <a:rPr lang="zh-CN" altLang="en-US" sz="1600" b="1" dirty="0" smtClean="0"/>
            <a:t>接口函数</a:t>
          </a:r>
          <a:endParaRPr lang="zh-CN" sz="1600" b="1" dirty="0"/>
        </a:p>
      </dgm:t>
    </dgm:pt>
    <dgm:pt modelId="{99AD00EF-F9FE-4FFE-937D-5A2E3B80E4CB}" type="parTrans" cxnId="{8F102FB3-6937-4EB1-A17B-BD72D72466DB}">
      <dgm:prSet/>
      <dgm:spPr/>
      <dgm:t>
        <a:bodyPr/>
        <a:lstStyle/>
        <a:p>
          <a:endParaRPr lang="zh-CN" altLang="en-US" sz="1600" b="1"/>
        </a:p>
      </dgm:t>
    </dgm:pt>
    <dgm:pt modelId="{E2D25E48-1D2B-4E3F-AC19-F09A9E83B436}" type="sibTrans" cxnId="{8F102FB3-6937-4EB1-A17B-BD72D72466DB}">
      <dgm:prSet/>
      <dgm:spPr/>
      <dgm:t>
        <a:bodyPr/>
        <a:lstStyle/>
        <a:p>
          <a:endParaRPr lang="zh-CN" altLang="en-US" sz="1600" b="1"/>
        </a:p>
      </dgm:t>
    </dgm:pt>
    <dgm:pt modelId="{A47AF0FD-F47B-48D7-9CE5-4CC5500269FA}">
      <dgm:prSet custT="1"/>
      <dgm:spPr/>
      <dgm:t>
        <a:bodyPr/>
        <a:lstStyle/>
        <a:p>
          <a:pPr rtl="0"/>
          <a:r>
            <a:rPr lang="zh-CN" altLang="en-US" sz="1600" b="1" dirty="0" smtClean="0"/>
            <a:t>应用实例</a:t>
          </a:r>
          <a:endParaRPr lang="zh-CN" sz="1600" b="1" dirty="0"/>
        </a:p>
      </dgm:t>
    </dgm:pt>
    <dgm:pt modelId="{0FBA812C-C16B-4F72-A83D-5ACE7BB20557}" type="parTrans" cxnId="{903E628F-50EF-483D-ACD2-97A42A2E2C63}">
      <dgm:prSet/>
      <dgm:spPr/>
      <dgm:t>
        <a:bodyPr/>
        <a:lstStyle/>
        <a:p>
          <a:endParaRPr lang="zh-CN" altLang="en-US" sz="1600" b="1"/>
        </a:p>
      </dgm:t>
    </dgm:pt>
    <dgm:pt modelId="{00EDC49D-5F77-4ACA-807A-AB8EB4AD2736}" type="sibTrans" cxnId="{903E628F-50EF-483D-ACD2-97A42A2E2C63}">
      <dgm:prSet/>
      <dgm:spPr/>
      <dgm:t>
        <a:bodyPr/>
        <a:lstStyle/>
        <a:p>
          <a:endParaRPr lang="zh-CN" altLang="en-US" sz="1600" b="1"/>
        </a:p>
      </dgm:t>
    </dgm:pt>
    <dgm:pt modelId="{55B24B94-1831-45A6-B779-D3D5C1C220FE}">
      <dgm:prSet custT="1"/>
      <dgm:spPr/>
      <dgm:t>
        <a:bodyPr/>
        <a:lstStyle/>
        <a:p>
          <a:pPr rtl="0"/>
          <a:r>
            <a:rPr lang="en-US" sz="1600" b="1" dirty="0" smtClean="0"/>
            <a:t>5.5 </a:t>
          </a:r>
          <a:r>
            <a:rPr lang="zh-CN" altLang="en-US" sz="1600" b="1" dirty="0" smtClean="0"/>
            <a:t>编程思想之模块化编程</a:t>
          </a:r>
          <a:endParaRPr lang="zh-CN" sz="1600" b="1" dirty="0"/>
        </a:p>
      </dgm:t>
    </dgm:pt>
    <dgm:pt modelId="{5AC4F004-6FCB-44E6-978B-F28E1563E029}" type="parTrans" cxnId="{E385D88D-21D9-4058-97F7-5571BC00C5E5}">
      <dgm:prSet/>
      <dgm:spPr/>
      <dgm:t>
        <a:bodyPr/>
        <a:lstStyle/>
        <a:p>
          <a:endParaRPr lang="zh-CN" altLang="en-US" sz="1600" b="1"/>
        </a:p>
      </dgm:t>
    </dgm:pt>
    <dgm:pt modelId="{38B8C5C3-62C0-4CB8-90C7-F337B0DE7DE7}" type="sibTrans" cxnId="{E385D88D-21D9-4058-97F7-5571BC00C5E5}">
      <dgm:prSet/>
      <dgm:spPr/>
      <dgm:t>
        <a:bodyPr/>
        <a:lstStyle/>
        <a:p>
          <a:endParaRPr lang="zh-CN" altLang="en-US" sz="1600" b="1"/>
        </a:p>
      </dgm:t>
    </dgm:pt>
    <dgm:pt modelId="{BC94C317-721D-429B-9FBF-8BCC96FAAF4E}" type="pres">
      <dgm:prSet presAssocID="{A02CEBAA-E1A0-4A5E-892A-353144A3ECB1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382E1F9D-5EB7-47F5-9F25-ED0620A839C8}" type="pres">
      <dgm:prSet presAssocID="{A02CEBAA-E1A0-4A5E-892A-353144A3ECB1}" presName="arrow" presStyleLbl="bgShp" presStyleIdx="0" presStyleCnt="1"/>
      <dgm:spPr>
        <a:solidFill>
          <a:schemeClr val="accent5">
            <a:lumMod val="75000"/>
          </a:schemeClr>
        </a:solidFill>
      </dgm:spPr>
      <dgm:t>
        <a:bodyPr/>
        <a:lstStyle/>
        <a:p>
          <a:endParaRPr lang="zh-CN" altLang="en-US"/>
        </a:p>
      </dgm:t>
    </dgm:pt>
    <dgm:pt modelId="{0EC97455-800F-4B6E-BC58-4FE74E805E41}" type="pres">
      <dgm:prSet presAssocID="{A02CEBAA-E1A0-4A5E-892A-353144A3ECB1}" presName="points" presStyleCnt="0"/>
      <dgm:spPr/>
    </dgm:pt>
    <dgm:pt modelId="{5ADC1BFC-505B-4E60-8A9F-1C0BECD98F60}" type="pres">
      <dgm:prSet presAssocID="{13106C34-DDA7-4704-AE3C-0B0E4328523F}" presName="compositeA" presStyleCnt="0"/>
      <dgm:spPr/>
    </dgm:pt>
    <dgm:pt modelId="{2CD93801-4098-4C11-A909-440ECFA383A2}" type="pres">
      <dgm:prSet presAssocID="{13106C34-DDA7-4704-AE3C-0B0E4328523F}" presName="textA" presStyleLbl="revTx" presStyleIdx="0" presStyleCnt="5" custScaleX="21138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D84E3730-E2CA-4A8A-8272-498570DC41F1}" type="pres">
      <dgm:prSet presAssocID="{13106C34-DDA7-4704-AE3C-0B0E4328523F}" presName="circleA" presStyleLbl="node1" presStyleIdx="0" presStyleCnt="5"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endParaRPr lang="zh-CN" altLang="en-US"/>
        </a:p>
      </dgm:t>
    </dgm:pt>
    <dgm:pt modelId="{7C1E2C63-345C-4F58-B1D9-2C57F2705265}" type="pres">
      <dgm:prSet presAssocID="{13106C34-DDA7-4704-AE3C-0B0E4328523F}" presName="spaceA" presStyleCnt="0"/>
      <dgm:spPr/>
    </dgm:pt>
    <dgm:pt modelId="{76785A7F-1334-452E-900A-122869B95075}" type="pres">
      <dgm:prSet presAssocID="{09265D00-2571-440C-8A2D-A0D7C0ECA357}" presName="space" presStyleCnt="0"/>
      <dgm:spPr/>
    </dgm:pt>
    <dgm:pt modelId="{7C62BDFA-9783-4BBC-A320-B4A3410C310A}" type="pres">
      <dgm:prSet presAssocID="{047B7240-9B3B-4945-ABFC-8AA577225995}" presName="compositeB" presStyleCnt="0"/>
      <dgm:spPr/>
    </dgm:pt>
    <dgm:pt modelId="{23C78EED-C1E3-4587-B3A8-671D09A24C60}" type="pres">
      <dgm:prSet presAssocID="{047B7240-9B3B-4945-ABFC-8AA577225995}" presName="textB" presStyleLbl="revTx" presStyleIdx="1" presStyleCnt="5" custScaleX="407178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3BA9797-292D-4BD6-B215-2A2809AF67DB}" type="pres">
      <dgm:prSet presAssocID="{047B7240-9B3B-4945-ABFC-8AA577225995}" presName="circleB" presStyleLbl="node1" presStyleIdx="1" presStyleCnt="5"/>
      <dgm:spPr>
        <a:solidFill>
          <a:schemeClr val="accent4">
            <a:lumMod val="60000"/>
            <a:lumOff val="40000"/>
          </a:schemeClr>
        </a:solidFill>
      </dgm:spPr>
      <dgm:t>
        <a:bodyPr/>
        <a:lstStyle/>
        <a:p>
          <a:endParaRPr lang="zh-CN" altLang="en-US"/>
        </a:p>
      </dgm:t>
    </dgm:pt>
    <dgm:pt modelId="{6C40C7D9-68FA-46D4-B5C5-44435F65B0B0}" type="pres">
      <dgm:prSet presAssocID="{047B7240-9B3B-4945-ABFC-8AA577225995}" presName="spaceB" presStyleCnt="0"/>
      <dgm:spPr/>
    </dgm:pt>
    <dgm:pt modelId="{91BF1774-F22A-4237-B0F6-5F4DB2DE7178}" type="pres">
      <dgm:prSet presAssocID="{2AD50ABE-3325-4DD9-8E1F-7ECDCF00ED92}" presName="space" presStyleCnt="0"/>
      <dgm:spPr/>
    </dgm:pt>
    <dgm:pt modelId="{C3AA8583-53D4-4888-B215-BC7443B4DF05}" type="pres">
      <dgm:prSet presAssocID="{C03C3471-A4DA-417B-8393-2DA0F765F0DE}" presName="compositeA" presStyleCnt="0"/>
      <dgm:spPr/>
    </dgm:pt>
    <dgm:pt modelId="{95967AEE-768E-418B-B9BD-64EC5DFC8B56}" type="pres">
      <dgm:prSet presAssocID="{C03C3471-A4DA-417B-8393-2DA0F765F0DE}" presName="textA" presStyleLbl="revTx" presStyleIdx="2" presStyleCnt="5" custScaleX="252232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98E92A1-2510-464C-AD9E-E715F147210B}" type="pres">
      <dgm:prSet presAssocID="{C03C3471-A4DA-417B-8393-2DA0F765F0DE}" presName="circleA" presStyleLbl="node1" presStyleIdx="2" presStyleCnt="5"/>
      <dgm:spPr>
        <a:solidFill>
          <a:schemeClr val="accent3">
            <a:lumMod val="60000"/>
            <a:lumOff val="40000"/>
          </a:schemeClr>
        </a:solidFill>
      </dgm:spPr>
      <dgm:t>
        <a:bodyPr/>
        <a:lstStyle/>
        <a:p>
          <a:endParaRPr lang="zh-CN" altLang="en-US"/>
        </a:p>
      </dgm:t>
    </dgm:pt>
    <dgm:pt modelId="{E957C6D6-167F-4BDB-A1F6-022D012C34F1}" type="pres">
      <dgm:prSet presAssocID="{C03C3471-A4DA-417B-8393-2DA0F765F0DE}" presName="spaceA" presStyleCnt="0"/>
      <dgm:spPr/>
    </dgm:pt>
    <dgm:pt modelId="{BF3EA0CF-E216-4B58-9EC2-3D3F8BE87733}" type="pres">
      <dgm:prSet presAssocID="{B2D04BCB-8D1E-44D6-B48A-12C7951CB416}" presName="space" presStyleCnt="0"/>
      <dgm:spPr/>
    </dgm:pt>
    <dgm:pt modelId="{5DEFE004-A464-4B43-8312-E782954EAC0D}" type="pres">
      <dgm:prSet presAssocID="{272A1E72-89D8-435F-ABBC-9FE234A43252}" presName="compositeB" presStyleCnt="0"/>
      <dgm:spPr/>
    </dgm:pt>
    <dgm:pt modelId="{4082F6AB-4D37-4274-AD93-F376FDB8CE2A}" type="pres">
      <dgm:prSet presAssocID="{272A1E72-89D8-435F-ABBC-9FE234A43252}" presName="textB" presStyleLbl="revTx" presStyleIdx="3" presStyleCnt="5" custScaleX="287941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1EB4FCD8-5A8B-44A0-8AA0-48927BB94BB4}" type="pres">
      <dgm:prSet presAssocID="{272A1E72-89D8-435F-ABBC-9FE234A43252}" presName="circleB" presStyleLbl="node1" presStyleIdx="3" presStyleCnt="5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endParaRPr lang="zh-CN" altLang="en-US"/>
        </a:p>
      </dgm:t>
    </dgm:pt>
    <dgm:pt modelId="{AD201939-4342-4623-992B-FEA189144ED5}" type="pres">
      <dgm:prSet presAssocID="{272A1E72-89D8-435F-ABBC-9FE234A43252}" presName="spaceB" presStyleCnt="0"/>
      <dgm:spPr/>
    </dgm:pt>
    <dgm:pt modelId="{C9067021-A694-4FE2-BACB-45DD13A21AA2}" type="pres">
      <dgm:prSet presAssocID="{61F94D7D-F4DF-43A8-98D1-22E94A9786B6}" presName="space" presStyleCnt="0"/>
      <dgm:spPr/>
    </dgm:pt>
    <dgm:pt modelId="{DA86F863-DDB4-4886-9084-D15FA1E2163D}" type="pres">
      <dgm:prSet presAssocID="{55B24B94-1831-45A6-B779-D3D5C1C220FE}" presName="compositeA" presStyleCnt="0"/>
      <dgm:spPr/>
    </dgm:pt>
    <dgm:pt modelId="{7798AF7F-9344-44A6-90E6-5D52BC30FA0C}" type="pres">
      <dgm:prSet presAssocID="{55B24B94-1831-45A6-B779-D3D5C1C220FE}" presName="textA" presStyleLbl="revTx" presStyleIdx="4" presStyleCnt="5" custScaleX="20566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1ACC75DE-0ADE-44F8-B472-6C173708942E}" type="pres">
      <dgm:prSet presAssocID="{55B24B94-1831-45A6-B779-D3D5C1C220FE}" presName="circleA" presStyleLbl="node1" presStyleIdx="4" presStyleCnt="5"/>
      <dgm:spPr/>
    </dgm:pt>
    <dgm:pt modelId="{A33CE15D-1AB0-47F1-81D3-AF58F797F5F6}" type="pres">
      <dgm:prSet presAssocID="{55B24B94-1831-45A6-B779-D3D5C1C220FE}" presName="spaceA" presStyleCnt="0"/>
      <dgm:spPr/>
    </dgm:pt>
  </dgm:ptLst>
  <dgm:cxnLst>
    <dgm:cxn modelId="{32ADA1A6-B6FA-4F17-85A5-C2F3A15E0B7F}" type="presOf" srcId="{C03C3471-A4DA-417B-8393-2DA0F765F0DE}" destId="{95967AEE-768E-418B-B9BD-64EC5DFC8B56}" srcOrd="0" destOrd="0" presId="urn:microsoft.com/office/officeart/2005/8/layout/hProcess11"/>
    <dgm:cxn modelId="{CBB0975D-C1B3-4CC0-9F98-EF672D03D13F}" type="presOf" srcId="{22AC8412-CAAB-442B-A35F-7EF8B97318B1}" destId="{23C78EED-C1E3-4587-B3A8-671D09A24C60}" srcOrd="0" destOrd="2" presId="urn:microsoft.com/office/officeart/2005/8/layout/hProcess11"/>
    <dgm:cxn modelId="{B359BDBA-4043-4BE6-ADC6-F6A81A5CF285}" type="presOf" srcId="{A47AF0FD-F47B-48D7-9CE5-4CC5500269FA}" destId="{4082F6AB-4D37-4274-AD93-F376FDB8CE2A}" srcOrd="0" destOrd="2" presId="urn:microsoft.com/office/officeart/2005/8/layout/hProcess11"/>
    <dgm:cxn modelId="{E9B40C8A-8DDD-4FFB-B9D7-1A040A9B4CC8}" type="presOf" srcId="{35435172-3BB6-4ED6-A8DB-3A67681F905C}" destId="{23C78EED-C1E3-4587-B3A8-671D09A24C60}" srcOrd="0" destOrd="4" presId="urn:microsoft.com/office/officeart/2005/8/layout/hProcess11"/>
    <dgm:cxn modelId="{26947123-8985-48B0-8FF8-54B9007DC4ED}" srcId="{047B7240-9B3B-4945-ABFC-8AA577225995}" destId="{22AC8412-CAAB-442B-A35F-7EF8B97318B1}" srcOrd="1" destOrd="0" parTransId="{9EE0CEBB-1AEE-4672-BA03-047C97DCE283}" sibTransId="{B7970A8C-ADD6-4063-AFB1-4D6B7C9E1E9D}"/>
    <dgm:cxn modelId="{9FD0DFFA-A996-4A85-96C0-78B7A6F204F1}" srcId="{047B7240-9B3B-4945-ABFC-8AA577225995}" destId="{B6B919C5-6DAD-447F-8F82-BB32EC2959B6}" srcOrd="2" destOrd="0" parTransId="{8EBBEC0D-8B29-417F-8329-277FA0365AFC}" sibTransId="{75DBD83F-14CB-4D1C-85CC-C8259BC0B6FC}"/>
    <dgm:cxn modelId="{80D1B369-91BC-4DA9-984B-6D93B2298337}" type="presOf" srcId="{4D41701B-4E19-4C54-A9E8-039654E33689}" destId="{95967AEE-768E-418B-B9BD-64EC5DFC8B56}" srcOrd="0" destOrd="1" presId="urn:microsoft.com/office/officeart/2005/8/layout/hProcess11"/>
    <dgm:cxn modelId="{F506BFA2-6949-4D53-ADCF-B54CE19A02F8}" type="presOf" srcId="{96772F72-AE47-49C0-A0C2-1DD06A5A15F9}" destId="{23C78EED-C1E3-4587-B3A8-671D09A24C60}" srcOrd="0" destOrd="1" presId="urn:microsoft.com/office/officeart/2005/8/layout/hProcess11"/>
    <dgm:cxn modelId="{B6E2B451-9643-4072-929B-D5A968F6B26B}" srcId="{047B7240-9B3B-4945-ABFC-8AA577225995}" destId="{35435172-3BB6-4ED6-A8DB-3A67681F905C}" srcOrd="3" destOrd="0" parTransId="{CDD9A346-6172-43B7-9897-DD6D062027A2}" sibTransId="{BD52D732-2D05-4ED0-8400-2FDEAF181ADA}"/>
    <dgm:cxn modelId="{7BC5AABE-F7D8-4933-BECE-19DB8E90C553}" srcId="{047B7240-9B3B-4945-ABFC-8AA577225995}" destId="{96772F72-AE47-49C0-A0C2-1DD06A5A15F9}" srcOrd="0" destOrd="0" parTransId="{99D307A9-AB17-4212-9146-5DBDE43CCFDD}" sibTransId="{8E51BC18-75F4-4486-84A5-9EB337BA7E44}"/>
    <dgm:cxn modelId="{8F102FB3-6937-4EB1-A17B-BD72D72466DB}" srcId="{272A1E72-89D8-435F-ABBC-9FE234A43252}" destId="{DD1FF239-F601-404F-ABFC-399A955A2D4D}" srcOrd="0" destOrd="0" parTransId="{99AD00EF-F9FE-4FFE-937D-5A2E3B80E4CB}" sibTransId="{E2D25E48-1D2B-4E3F-AC19-F09A9E83B436}"/>
    <dgm:cxn modelId="{1E32A047-963E-4A41-B33F-91F366385D63}" type="presOf" srcId="{55B24B94-1831-45A6-B779-D3D5C1C220FE}" destId="{7798AF7F-9344-44A6-90E6-5D52BC30FA0C}" srcOrd="0" destOrd="0" presId="urn:microsoft.com/office/officeart/2005/8/layout/hProcess11"/>
    <dgm:cxn modelId="{7120C7A7-60D4-4DD2-979B-363A5D1B2AA2}" type="presOf" srcId="{047B7240-9B3B-4945-ABFC-8AA577225995}" destId="{23C78EED-C1E3-4587-B3A8-671D09A24C60}" srcOrd="0" destOrd="0" presId="urn:microsoft.com/office/officeart/2005/8/layout/hProcess11"/>
    <dgm:cxn modelId="{02BAFB49-29A0-4418-8227-F8F120C95367}" srcId="{A02CEBAA-E1A0-4A5E-892A-353144A3ECB1}" destId="{13106C34-DDA7-4704-AE3C-0B0E4328523F}" srcOrd="0" destOrd="0" parTransId="{5B2484B4-0902-44AE-9451-619122864D26}" sibTransId="{09265D00-2571-440C-8A2D-A0D7C0ECA357}"/>
    <dgm:cxn modelId="{B5668B11-69A3-4645-8C93-080D5E96EFBD}" type="presOf" srcId="{D4F9DDD4-C1B9-4409-B226-C8867ECB3AF0}" destId="{95967AEE-768E-418B-B9BD-64EC5DFC8B56}" srcOrd="0" destOrd="2" presId="urn:microsoft.com/office/officeart/2005/8/layout/hProcess11"/>
    <dgm:cxn modelId="{903E628F-50EF-483D-ACD2-97A42A2E2C63}" srcId="{272A1E72-89D8-435F-ABBC-9FE234A43252}" destId="{A47AF0FD-F47B-48D7-9CE5-4CC5500269FA}" srcOrd="1" destOrd="0" parTransId="{0FBA812C-C16B-4F72-A83D-5ACE7BB20557}" sibTransId="{00EDC49D-5F77-4ACA-807A-AB8EB4AD2736}"/>
    <dgm:cxn modelId="{957E9F61-D2D3-4FE6-ACB8-7A5AD69589E1}" type="presOf" srcId="{B6B919C5-6DAD-447F-8F82-BB32EC2959B6}" destId="{23C78EED-C1E3-4587-B3A8-671D09A24C60}" srcOrd="0" destOrd="3" presId="urn:microsoft.com/office/officeart/2005/8/layout/hProcess11"/>
    <dgm:cxn modelId="{8BDB6227-FC29-48FD-8169-9E3E34A48F3D}" type="presOf" srcId="{DD1FF239-F601-404F-ABFC-399A955A2D4D}" destId="{4082F6AB-4D37-4274-AD93-F376FDB8CE2A}" srcOrd="0" destOrd="1" presId="urn:microsoft.com/office/officeart/2005/8/layout/hProcess11"/>
    <dgm:cxn modelId="{59611747-6B14-4A6B-B853-BDCAA303D532}" srcId="{C03C3471-A4DA-417B-8393-2DA0F765F0DE}" destId="{D4F9DDD4-C1B9-4409-B226-C8867ECB3AF0}" srcOrd="1" destOrd="0" parTransId="{660A3CBD-2529-4EA8-AF2B-2909D622066B}" sibTransId="{FE881062-D958-43D5-8A66-81917AE3041F}"/>
    <dgm:cxn modelId="{C8E7FA5C-0477-4A4C-A15D-3CD0C8A5F85D}" srcId="{C03C3471-A4DA-417B-8393-2DA0F765F0DE}" destId="{4D41701B-4E19-4C54-A9E8-039654E33689}" srcOrd="0" destOrd="0" parTransId="{08A619BC-3239-4AF6-B4B2-1669C9FACF46}" sibTransId="{B96928D2-2C80-42B7-A164-7A50D57F3B16}"/>
    <dgm:cxn modelId="{E385D88D-21D9-4058-97F7-5571BC00C5E5}" srcId="{A02CEBAA-E1A0-4A5E-892A-353144A3ECB1}" destId="{55B24B94-1831-45A6-B779-D3D5C1C220FE}" srcOrd="4" destOrd="0" parTransId="{5AC4F004-6FCB-44E6-978B-F28E1563E029}" sibTransId="{38B8C5C3-62C0-4CB8-90C7-F337B0DE7DE7}"/>
    <dgm:cxn modelId="{5BF74F12-9CFF-48FF-A77E-94FDC0CCEC30}" type="presOf" srcId="{272A1E72-89D8-435F-ABBC-9FE234A43252}" destId="{4082F6AB-4D37-4274-AD93-F376FDB8CE2A}" srcOrd="0" destOrd="0" presId="urn:microsoft.com/office/officeart/2005/8/layout/hProcess11"/>
    <dgm:cxn modelId="{972459DD-7803-4179-A553-DC73E2AA763F}" srcId="{A02CEBAA-E1A0-4A5E-892A-353144A3ECB1}" destId="{C03C3471-A4DA-417B-8393-2DA0F765F0DE}" srcOrd="2" destOrd="0" parTransId="{1933975E-8B86-46FF-B7C1-099FB70E688A}" sibTransId="{B2D04BCB-8D1E-44D6-B48A-12C7951CB416}"/>
    <dgm:cxn modelId="{F46302E4-0C0D-431A-A372-C804690261BF}" type="presOf" srcId="{13106C34-DDA7-4704-AE3C-0B0E4328523F}" destId="{2CD93801-4098-4C11-A909-440ECFA383A2}" srcOrd="0" destOrd="0" presId="urn:microsoft.com/office/officeart/2005/8/layout/hProcess11"/>
    <dgm:cxn modelId="{954B69F5-7AC8-4D7D-ABDF-192385BA37D4}" srcId="{A02CEBAA-E1A0-4A5E-892A-353144A3ECB1}" destId="{272A1E72-89D8-435F-ABBC-9FE234A43252}" srcOrd="3" destOrd="0" parTransId="{A0A1EA4B-DAC0-4B94-8B11-139BB9C11FB5}" sibTransId="{61F94D7D-F4DF-43A8-98D1-22E94A9786B6}"/>
    <dgm:cxn modelId="{3EAAF3D1-4F8F-49E3-A92A-420DEB102C98}" type="presOf" srcId="{A02CEBAA-E1A0-4A5E-892A-353144A3ECB1}" destId="{BC94C317-721D-429B-9FBF-8BCC96FAAF4E}" srcOrd="0" destOrd="0" presId="urn:microsoft.com/office/officeart/2005/8/layout/hProcess11"/>
    <dgm:cxn modelId="{8ECEC30A-7947-4089-82B2-F4118177782E}" srcId="{A02CEBAA-E1A0-4A5E-892A-353144A3ECB1}" destId="{047B7240-9B3B-4945-ABFC-8AA577225995}" srcOrd="1" destOrd="0" parTransId="{30432C7E-5CB4-43B7-ABDA-FDD668F97924}" sibTransId="{2AD50ABE-3325-4DD9-8E1F-7ECDCF00ED92}"/>
    <dgm:cxn modelId="{8B634E3A-29E6-476C-AC4F-6A160D24E210}" type="presParOf" srcId="{BC94C317-721D-429B-9FBF-8BCC96FAAF4E}" destId="{382E1F9D-5EB7-47F5-9F25-ED0620A839C8}" srcOrd="0" destOrd="0" presId="urn:microsoft.com/office/officeart/2005/8/layout/hProcess11"/>
    <dgm:cxn modelId="{13A0EE36-ED1F-43F2-8773-27A49C5AB783}" type="presParOf" srcId="{BC94C317-721D-429B-9FBF-8BCC96FAAF4E}" destId="{0EC97455-800F-4B6E-BC58-4FE74E805E41}" srcOrd="1" destOrd="0" presId="urn:microsoft.com/office/officeart/2005/8/layout/hProcess11"/>
    <dgm:cxn modelId="{0BCFC5D8-FDD8-47AE-9FD8-A897880BD71F}" type="presParOf" srcId="{0EC97455-800F-4B6E-BC58-4FE74E805E41}" destId="{5ADC1BFC-505B-4E60-8A9F-1C0BECD98F60}" srcOrd="0" destOrd="0" presId="urn:microsoft.com/office/officeart/2005/8/layout/hProcess11"/>
    <dgm:cxn modelId="{AB897117-5CB3-4B74-B422-7A67E59BE6D5}" type="presParOf" srcId="{5ADC1BFC-505B-4E60-8A9F-1C0BECD98F60}" destId="{2CD93801-4098-4C11-A909-440ECFA383A2}" srcOrd="0" destOrd="0" presId="urn:microsoft.com/office/officeart/2005/8/layout/hProcess11"/>
    <dgm:cxn modelId="{6962DD2A-A35F-4418-93D6-B24E13D42037}" type="presParOf" srcId="{5ADC1BFC-505B-4E60-8A9F-1C0BECD98F60}" destId="{D84E3730-E2CA-4A8A-8272-498570DC41F1}" srcOrd="1" destOrd="0" presId="urn:microsoft.com/office/officeart/2005/8/layout/hProcess11"/>
    <dgm:cxn modelId="{2B87DFD6-28F1-4FA9-BAEB-F417D0FEECE0}" type="presParOf" srcId="{5ADC1BFC-505B-4E60-8A9F-1C0BECD98F60}" destId="{7C1E2C63-345C-4F58-B1D9-2C57F2705265}" srcOrd="2" destOrd="0" presId="urn:microsoft.com/office/officeart/2005/8/layout/hProcess11"/>
    <dgm:cxn modelId="{04B56788-33DF-4826-A79F-2E40B37EB529}" type="presParOf" srcId="{0EC97455-800F-4B6E-BC58-4FE74E805E41}" destId="{76785A7F-1334-452E-900A-122869B95075}" srcOrd="1" destOrd="0" presId="urn:microsoft.com/office/officeart/2005/8/layout/hProcess11"/>
    <dgm:cxn modelId="{C1E34C4D-B518-4288-A414-FBAF19613D9A}" type="presParOf" srcId="{0EC97455-800F-4B6E-BC58-4FE74E805E41}" destId="{7C62BDFA-9783-4BBC-A320-B4A3410C310A}" srcOrd="2" destOrd="0" presId="urn:microsoft.com/office/officeart/2005/8/layout/hProcess11"/>
    <dgm:cxn modelId="{1ACB1180-51EA-472B-9F1E-6E7E4DB72967}" type="presParOf" srcId="{7C62BDFA-9783-4BBC-A320-B4A3410C310A}" destId="{23C78EED-C1E3-4587-B3A8-671D09A24C60}" srcOrd="0" destOrd="0" presId="urn:microsoft.com/office/officeart/2005/8/layout/hProcess11"/>
    <dgm:cxn modelId="{5AE69DD7-EF03-40FA-9E3B-DB4D2B261111}" type="presParOf" srcId="{7C62BDFA-9783-4BBC-A320-B4A3410C310A}" destId="{B3BA9797-292D-4BD6-B215-2A2809AF67DB}" srcOrd="1" destOrd="0" presId="urn:microsoft.com/office/officeart/2005/8/layout/hProcess11"/>
    <dgm:cxn modelId="{A713C9A5-BFDD-426F-BB1F-FE55C118A9E6}" type="presParOf" srcId="{7C62BDFA-9783-4BBC-A320-B4A3410C310A}" destId="{6C40C7D9-68FA-46D4-B5C5-44435F65B0B0}" srcOrd="2" destOrd="0" presId="urn:microsoft.com/office/officeart/2005/8/layout/hProcess11"/>
    <dgm:cxn modelId="{AD5A2EC9-8BB2-4634-B4BA-CD4425B1B7BD}" type="presParOf" srcId="{0EC97455-800F-4B6E-BC58-4FE74E805E41}" destId="{91BF1774-F22A-4237-B0F6-5F4DB2DE7178}" srcOrd="3" destOrd="0" presId="urn:microsoft.com/office/officeart/2005/8/layout/hProcess11"/>
    <dgm:cxn modelId="{E46D3007-BD5C-4E79-B6B7-197A7FE93175}" type="presParOf" srcId="{0EC97455-800F-4B6E-BC58-4FE74E805E41}" destId="{C3AA8583-53D4-4888-B215-BC7443B4DF05}" srcOrd="4" destOrd="0" presId="urn:microsoft.com/office/officeart/2005/8/layout/hProcess11"/>
    <dgm:cxn modelId="{F154B29B-292E-4C53-AABC-47FA9B17D75C}" type="presParOf" srcId="{C3AA8583-53D4-4888-B215-BC7443B4DF05}" destId="{95967AEE-768E-418B-B9BD-64EC5DFC8B56}" srcOrd="0" destOrd="0" presId="urn:microsoft.com/office/officeart/2005/8/layout/hProcess11"/>
    <dgm:cxn modelId="{23D18D59-DAB2-42A8-8899-7C2AC6572BCE}" type="presParOf" srcId="{C3AA8583-53D4-4888-B215-BC7443B4DF05}" destId="{698E92A1-2510-464C-AD9E-E715F147210B}" srcOrd="1" destOrd="0" presId="urn:microsoft.com/office/officeart/2005/8/layout/hProcess11"/>
    <dgm:cxn modelId="{642873E5-7430-4A6E-AD29-8104633A39A3}" type="presParOf" srcId="{C3AA8583-53D4-4888-B215-BC7443B4DF05}" destId="{E957C6D6-167F-4BDB-A1F6-022D012C34F1}" srcOrd="2" destOrd="0" presId="urn:microsoft.com/office/officeart/2005/8/layout/hProcess11"/>
    <dgm:cxn modelId="{464FCA47-71B9-4E7E-8314-4A4E5403F78E}" type="presParOf" srcId="{0EC97455-800F-4B6E-BC58-4FE74E805E41}" destId="{BF3EA0CF-E216-4B58-9EC2-3D3F8BE87733}" srcOrd="5" destOrd="0" presId="urn:microsoft.com/office/officeart/2005/8/layout/hProcess11"/>
    <dgm:cxn modelId="{0648F05B-584B-4D37-95E5-2DAF4CF9B505}" type="presParOf" srcId="{0EC97455-800F-4B6E-BC58-4FE74E805E41}" destId="{5DEFE004-A464-4B43-8312-E782954EAC0D}" srcOrd="6" destOrd="0" presId="urn:microsoft.com/office/officeart/2005/8/layout/hProcess11"/>
    <dgm:cxn modelId="{BF4F42BA-0BF8-4CE6-AE3C-E950F5A241E7}" type="presParOf" srcId="{5DEFE004-A464-4B43-8312-E782954EAC0D}" destId="{4082F6AB-4D37-4274-AD93-F376FDB8CE2A}" srcOrd="0" destOrd="0" presId="urn:microsoft.com/office/officeart/2005/8/layout/hProcess11"/>
    <dgm:cxn modelId="{B1C9D1D5-38CA-4C0C-AD79-2CE5CDB28E9E}" type="presParOf" srcId="{5DEFE004-A464-4B43-8312-E782954EAC0D}" destId="{1EB4FCD8-5A8B-44A0-8AA0-48927BB94BB4}" srcOrd="1" destOrd="0" presId="urn:microsoft.com/office/officeart/2005/8/layout/hProcess11"/>
    <dgm:cxn modelId="{1FB17AC1-8385-4317-8B17-2378EFB0348F}" type="presParOf" srcId="{5DEFE004-A464-4B43-8312-E782954EAC0D}" destId="{AD201939-4342-4623-992B-FEA189144ED5}" srcOrd="2" destOrd="0" presId="urn:microsoft.com/office/officeart/2005/8/layout/hProcess11"/>
    <dgm:cxn modelId="{6197A206-D788-458F-9A84-E52BB43671BF}" type="presParOf" srcId="{0EC97455-800F-4B6E-BC58-4FE74E805E41}" destId="{C9067021-A694-4FE2-BACB-45DD13A21AA2}" srcOrd="7" destOrd="0" presId="urn:microsoft.com/office/officeart/2005/8/layout/hProcess11"/>
    <dgm:cxn modelId="{EF52EC3D-A8E1-4E20-9E06-676692E4C767}" type="presParOf" srcId="{0EC97455-800F-4B6E-BC58-4FE74E805E41}" destId="{DA86F863-DDB4-4886-9084-D15FA1E2163D}" srcOrd="8" destOrd="0" presId="urn:microsoft.com/office/officeart/2005/8/layout/hProcess11"/>
    <dgm:cxn modelId="{637B1759-DDA4-47F9-9664-BDE5ACC5E720}" type="presParOf" srcId="{DA86F863-DDB4-4886-9084-D15FA1E2163D}" destId="{7798AF7F-9344-44A6-90E6-5D52BC30FA0C}" srcOrd="0" destOrd="0" presId="urn:microsoft.com/office/officeart/2005/8/layout/hProcess11"/>
    <dgm:cxn modelId="{CCBC6A6F-E613-4E18-A6E9-C89E051DA326}" type="presParOf" srcId="{DA86F863-DDB4-4886-9084-D15FA1E2163D}" destId="{1ACC75DE-0ADE-44F8-B472-6C173708942E}" srcOrd="1" destOrd="0" presId="urn:microsoft.com/office/officeart/2005/8/layout/hProcess11"/>
    <dgm:cxn modelId="{0C1AA9E8-99B8-46D5-9A2D-D42717446086}" type="presParOf" srcId="{DA86F863-DDB4-4886-9084-D15FA1E2163D}" destId="{A33CE15D-1AB0-47F1-81D3-AF58F797F5F6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4B12B0-8ED7-423A-98C2-ACC6EE7F5834}">
      <dsp:nvSpPr>
        <dsp:cNvPr id="0" name=""/>
        <dsp:cNvSpPr/>
      </dsp:nvSpPr>
      <dsp:spPr>
        <a:xfrm rot="10800000">
          <a:off x="360035" y="1247"/>
          <a:ext cx="5616633" cy="458660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02257" tIns="76200" rIns="142240" bIns="76200" numCol="1" spcCol="1270" anchor="ctr" anchorCtr="0">
          <a:noAutofit/>
        </a:bodyPr>
        <a:lstStyle/>
        <a:p>
          <a:pPr marL="0" lvl="0" indent="17780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altLang="zh-CN" sz="2000" b="1" kern="1200" dirty="0" smtClean="0"/>
            <a:t>5.1 GPIO</a:t>
          </a:r>
          <a:r>
            <a:rPr lang="zh-CN" altLang="en-US" sz="2000" b="1" kern="1200" dirty="0" smtClean="0"/>
            <a:t>概述</a:t>
          </a:r>
          <a:endParaRPr lang="zh-CN" sz="2000" b="1" kern="1200" dirty="0"/>
        </a:p>
      </dsp:txBody>
      <dsp:txXfrm rot="10800000">
        <a:off x="474700" y="1247"/>
        <a:ext cx="5501968" cy="458660"/>
      </dsp:txXfrm>
    </dsp:sp>
    <dsp:sp modelId="{BD893DEC-F94E-4CFD-8B1D-44EBE27F01D8}">
      <dsp:nvSpPr>
        <dsp:cNvPr id="0" name=""/>
        <dsp:cNvSpPr/>
      </dsp:nvSpPr>
      <dsp:spPr>
        <a:xfrm>
          <a:off x="288031" y="1247"/>
          <a:ext cx="458660" cy="458660"/>
        </a:xfrm>
        <a:prstGeom prst="ellipse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  <a:ln w="381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8D22E1E6-691D-45DB-B730-1DC2060C8198}">
      <dsp:nvSpPr>
        <dsp:cNvPr id="0" name=""/>
        <dsp:cNvSpPr/>
      </dsp:nvSpPr>
      <dsp:spPr>
        <a:xfrm rot="10800000">
          <a:off x="360035" y="596822"/>
          <a:ext cx="5616633" cy="458660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02257" tIns="76200" rIns="142240" bIns="76200" numCol="1" spcCol="1270" anchor="ctr" anchorCtr="0">
          <a:noAutofit/>
        </a:bodyPr>
        <a:lstStyle/>
        <a:p>
          <a:pPr marL="0" lvl="0" indent="17780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altLang="zh-CN" sz="2000" b="1" kern="1200" dirty="0" smtClean="0"/>
            <a:t>5.2 STM32</a:t>
          </a:r>
          <a:r>
            <a:rPr lang="zh-CN" altLang="en-US" sz="2000" b="1" kern="1200" dirty="0" smtClean="0"/>
            <a:t>的</a:t>
          </a:r>
          <a:r>
            <a:rPr lang="en-GB" altLang="zh-CN" sz="2000" b="1" kern="1200" dirty="0" smtClean="0"/>
            <a:t>GPIO</a:t>
          </a:r>
          <a:r>
            <a:rPr lang="zh-CN" altLang="en-US" sz="2000" b="1" kern="1200" dirty="0" smtClean="0"/>
            <a:t>工作原理</a:t>
          </a:r>
          <a:endParaRPr lang="zh-CN" sz="2000" b="1" kern="1200" dirty="0"/>
        </a:p>
      </dsp:txBody>
      <dsp:txXfrm rot="10800000">
        <a:off x="474700" y="596822"/>
        <a:ext cx="5501968" cy="458660"/>
      </dsp:txXfrm>
    </dsp:sp>
    <dsp:sp modelId="{536BAE9F-688B-43CA-8A61-824EE17C80DA}">
      <dsp:nvSpPr>
        <dsp:cNvPr id="0" name=""/>
        <dsp:cNvSpPr/>
      </dsp:nvSpPr>
      <dsp:spPr>
        <a:xfrm>
          <a:off x="288031" y="596822"/>
          <a:ext cx="458660" cy="458660"/>
        </a:xfrm>
        <a:prstGeom prst="ellipse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  <a:ln w="381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4C9106F8-718B-46E5-8FB7-F18DA0278976}">
      <dsp:nvSpPr>
        <dsp:cNvPr id="0" name=""/>
        <dsp:cNvSpPr/>
      </dsp:nvSpPr>
      <dsp:spPr>
        <a:xfrm rot="10800000">
          <a:off x="360035" y="1192396"/>
          <a:ext cx="5616633" cy="458660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02257" tIns="76200" rIns="142240" bIns="76200" numCol="1" spcCol="1270" anchor="ctr" anchorCtr="0">
          <a:noAutofit/>
        </a:bodyPr>
        <a:lstStyle/>
        <a:p>
          <a:pPr marL="0" lvl="0" indent="17780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2000" b="1" kern="1200" dirty="0" smtClean="0"/>
            <a:t>5.3 GPIO</a:t>
          </a:r>
          <a:r>
            <a:rPr lang="zh-CN" altLang="en-US" sz="2000" b="1" kern="1200" dirty="0" smtClean="0"/>
            <a:t>模块的标准外设库接口函数及应用</a:t>
          </a:r>
          <a:endParaRPr lang="zh-CN" sz="2000" b="1" kern="1200" dirty="0"/>
        </a:p>
      </dsp:txBody>
      <dsp:txXfrm rot="10800000">
        <a:off x="474700" y="1192396"/>
        <a:ext cx="5501968" cy="458660"/>
      </dsp:txXfrm>
    </dsp:sp>
    <dsp:sp modelId="{25EE83B5-9181-4312-AF69-76E7DB3C707E}">
      <dsp:nvSpPr>
        <dsp:cNvPr id="0" name=""/>
        <dsp:cNvSpPr/>
      </dsp:nvSpPr>
      <dsp:spPr>
        <a:xfrm>
          <a:off x="288031" y="1192396"/>
          <a:ext cx="458660" cy="458660"/>
        </a:xfrm>
        <a:prstGeom prst="ellipse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  <a:ln w="381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4C057C8A-0BEF-4994-BBEC-A922A9AF3377}">
      <dsp:nvSpPr>
        <dsp:cNvPr id="0" name=""/>
        <dsp:cNvSpPr/>
      </dsp:nvSpPr>
      <dsp:spPr>
        <a:xfrm rot="10800000">
          <a:off x="360035" y="1787971"/>
          <a:ext cx="5616633" cy="458660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02257" tIns="76200" rIns="142240" bIns="76200" numCol="1" spcCol="1270" anchor="ctr" anchorCtr="0">
          <a:noAutofit/>
        </a:bodyPr>
        <a:lstStyle/>
        <a:p>
          <a:pPr marL="0" lvl="0" indent="17780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 smtClean="0"/>
            <a:t>5.4 GPIO</a:t>
          </a:r>
          <a:r>
            <a:rPr lang="zh-CN" sz="2000" b="1" kern="1200" dirty="0" smtClean="0"/>
            <a:t>模块的</a:t>
          </a:r>
          <a:r>
            <a:rPr lang="en-US" sz="2000" b="1" kern="1200" dirty="0" smtClean="0"/>
            <a:t>HAL</a:t>
          </a:r>
          <a:r>
            <a:rPr lang="zh-CN" sz="2000" b="1" kern="1200" dirty="0" smtClean="0"/>
            <a:t>库接口函数及应用</a:t>
          </a:r>
          <a:endParaRPr lang="zh-CN" sz="2000" b="1" kern="1200" dirty="0"/>
        </a:p>
      </dsp:txBody>
      <dsp:txXfrm rot="10800000">
        <a:off x="474700" y="1787971"/>
        <a:ext cx="5501968" cy="458660"/>
      </dsp:txXfrm>
    </dsp:sp>
    <dsp:sp modelId="{D7D810FA-E05D-46FA-A424-ECECDC4C0C9B}">
      <dsp:nvSpPr>
        <dsp:cNvPr id="0" name=""/>
        <dsp:cNvSpPr/>
      </dsp:nvSpPr>
      <dsp:spPr>
        <a:xfrm>
          <a:off x="288031" y="1787971"/>
          <a:ext cx="458660" cy="458660"/>
        </a:xfrm>
        <a:prstGeom prst="ellipse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  <a:ln w="381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5E1C2B79-8469-428D-8B35-4903B924984C}">
      <dsp:nvSpPr>
        <dsp:cNvPr id="0" name=""/>
        <dsp:cNvSpPr/>
      </dsp:nvSpPr>
      <dsp:spPr>
        <a:xfrm rot="10800000">
          <a:off x="360035" y="2383545"/>
          <a:ext cx="5616633" cy="458660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02257" tIns="76200" rIns="142240" bIns="76200" numCol="1" spcCol="1270" anchor="ctr" anchorCtr="0">
          <a:noAutofit/>
        </a:bodyPr>
        <a:lstStyle/>
        <a:p>
          <a:pPr marL="0" lvl="0" indent="17780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2000" b="1" kern="1200" dirty="0" smtClean="0"/>
            <a:t>5.5 </a:t>
          </a:r>
          <a:r>
            <a:rPr lang="zh-CN" altLang="en-US" sz="2000" b="1" kern="1200" dirty="0" smtClean="0"/>
            <a:t>编程思想之模块化编程</a:t>
          </a:r>
          <a:endParaRPr lang="zh-CN" sz="2000" b="1" kern="1200" dirty="0"/>
        </a:p>
      </dsp:txBody>
      <dsp:txXfrm rot="10800000">
        <a:off x="474700" y="2383545"/>
        <a:ext cx="5501968" cy="458660"/>
      </dsp:txXfrm>
    </dsp:sp>
    <dsp:sp modelId="{C42B3F48-E889-4F99-8655-2711FE20FA83}">
      <dsp:nvSpPr>
        <dsp:cNvPr id="0" name=""/>
        <dsp:cNvSpPr/>
      </dsp:nvSpPr>
      <dsp:spPr>
        <a:xfrm>
          <a:off x="288031" y="2383545"/>
          <a:ext cx="458660" cy="458660"/>
        </a:xfrm>
        <a:prstGeom prst="ellipse">
          <a:avLst/>
        </a:prstGeom>
        <a:blipFill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381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4B12B0-8ED7-423A-98C2-ACC6EE7F5834}">
      <dsp:nvSpPr>
        <dsp:cNvPr id="0" name=""/>
        <dsp:cNvSpPr/>
      </dsp:nvSpPr>
      <dsp:spPr>
        <a:xfrm rot="10800000">
          <a:off x="1217394" y="2370"/>
          <a:ext cx="4213908" cy="623985"/>
        </a:xfrm>
        <a:prstGeom prst="homePlat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75160" tIns="102870" rIns="192024" bIns="102870" numCol="1" spcCol="1270" anchor="ctr" anchorCtr="0">
          <a:noAutofit/>
        </a:bodyPr>
        <a:lstStyle/>
        <a:p>
          <a:pPr marL="0" lvl="0" indent="177800" algn="l" defTabSz="12001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b="1" kern="1200" dirty="0" smtClean="0"/>
            <a:t>5.2.1 </a:t>
          </a:r>
          <a:r>
            <a:rPr lang="en-US" altLang="zh-CN" sz="2700" b="1" kern="1200" dirty="0" smtClean="0"/>
            <a:t>GPIO</a:t>
          </a:r>
          <a:r>
            <a:rPr lang="zh-CN" sz="2700" b="1" kern="1200" dirty="0" smtClean="0"/>
            <a:t>引脚</a:t>
          </a:r>
          <a:endParaRPr lang="zh-CN" sz="2700" b="1" kern="1200" dirty="0"/>
        </a:p>
      </dsp:txBody>
      <dsp:txXfrm rot="10800000">
        <a:off x="1373390" y="2370"/>
        <a:ext cx="4057912" cy="623985"/>
      </dsp:txXfrm>
    </dsp:sp>
    <dsp:sp modelId="{BD893DEC-F94E-4CFD-8B1D-44EBE27F01D8}">
      <dsp:nvSpPr>
        <dsp:cNvPr id="0" name=""/>
        <dsp:cNvSpPr/>
      </dsp:nvSpPr>
      <dsp:spPr>
        <a:xfrm>
          <a:off x="905401" y="2370"/>
          <a:ext cx="623985" cy="623985"/>
        </a:xfrm>
        <a:prstGeom prst="ellipse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8D22E1E6-691D-45DB-B730-1DC2060C8198}">
      <dsp:nvSpPr>
        <dsp:cNvPr id="0" name=""/>
        <dsp:cNvSpPr/>
      </dsp:nvSpPr>
      <dsp:spPr>
        <a:xfrm rot="10800000">
          <a:off x="1217394" y="812620"/>
          <a:ext cx="4213908" cy="623985"/>
        </a:xfrm>
        <a:prstGeom prst="homePlat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75160" tIns="102870" rIns="192024" bIns="102870" numCol="1" spcCol="1270" anchor="ctr" anchorCtr="0">
          <a:noAutofit/>
        </a:bodyPr>
        <a:lstStyle/>
        <a:p>
          <a:pPr marL="0" lvl="0" indent="177800" algn="l" defTabSz="12001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b="1" kern="1200" dirty="0" smtClean="0"/>
            <a:t>5.2.2 GPIO</a:t>
          </a:r>
          <a:r>
            <a:rPr lang="zh-CN" sz="2700" b="1" kern="1200" dirty="0" smtClean="0"/>
            <a:t>内部结构</a:t>
          </a:r>
          <a:endParaRPr lang="zh-CN" sz="2700" b="1" kern="1200" dirty="0"/>
        </a:p>
      </dsp:txBody>
      <dsp:txXfrm rot="10800000">
        <a:off x="1373390" y="812620"/>
        <a:ext cx="4057912" cy="623985"/>
      </dsp:txXfrm>
    </dsp:sp>
    <dsp:sp modelId="{536BAE9F-688B-43CA-8A61-824EE17C80DA}">
      <dsp:nvSpPr>
        <dsp:cNvPr id="0" name=""/>
        <dsp:cNvSpPr/>
      </dsp:nvSpPr>
      <dsp:spPr>
        <a:xfrm>
          <a:off x="905401" y="812620"/>
          <a:ext cx="623985" cy="623985"/>
        </a:xfrm>
        <a:prstGeom prst="ellipse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4C9106F8-718B-46E5-8FB7-F18DA0278976}">
      <dsp:nvSpPr>
        <dsp:cNvPr id="0" name=""/>
        <dsp:cNvSpPr/>
      </dsp:nvSpPr>
      <dsp:spPr>
        <a:xfrm rot="10800000">
          <a:off x="1217394" y="1622871"/>
          <a:ext cx="4213908" cy="623985"/>
        </a:xfrm>
        <a:prstGeom prst="homePlat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75160" tIns="102870" rIns="192024" bIns="102870" numCol="1" spcCol="1270" anchor="ctr" anchorCtr="0">
          <a:noAutofit/>
        </a:bodyPr>
        <a:lstStyle/>
        <a:p>
          <a:pPr marL="0" lvl="0" indent="177800" algn="l" defTabSz="12001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b="1" kern="1200" dirty="0" smtClean="0"/>
            <a:t>5.2.3 GPIO</a:t>
          </a:r>
          <a:r>
            <a:rPr lang="zh-CN" sz="2700" b="1" kern="1200" dirty="0" smtClean="0"/>
            <a:t>工作模式</a:t>
          </a:r>
          <a:endParaRPr lang="zh-CN" sz="2700" b="1" kern="1200" dirty="0"/>
        </a:p>
      </dsp:txBody>
      <dsp:txXfrm rot="10800000">
        <a:off x="1373390" y="1622871"/>
        <a:ext cx="4057912" cy="623985"/>
      </dsp:txXfrm>
    </dsp:sp>
    <dsp:sp modelId="{25EE83B5-9181-4312-AF69-76E7DB3C707E}">
      <dsp:nvSpPr>
        <dsp:cNvPr id="0" name=""/>
        <dsp:cNvSpPr/>
      </dsp:nvSpPr>
      <dsp:spPr>
        <a:xfrm>
          <a:off x="905401" y="1622871"/>
          <a:ext cx="623985" cy="623985"/>
        </a:xfrm>
        <a:prstGeom prst="ellipse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4C057C8A-0BEF-4994-BBEC-A922A9AF3377}">
      <dsp:nvSpPr>
        <dsp:cNvPr id="0" name=""/>
        <dsp:cNvSpPr/>
      </dsp:nvSpPr>
      <dsp:spPr>
        <a:xfrm rot="10800000">
          <a:off x="1217394" y="2433121"/>
          <a:ext cx="4213908" cy="623985"/>
        </a:xfrm>
        <a:prstGeom prst="homePlat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75160" tIns="102870" rIns="192024" bIns="102870" numCol="1" spcCol="1270" anchor="ctr" anchorCtr="0">
          <a:noAutofit/>
        </a:bodyPr>
        <a:lstStyle/>
        <a:p>
          <a:pPr marL="0" lvl="0" indent="177800" algn="l" defTabSz="12001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b="1" kern="1200" dirty="0" smtClean="0"/>
            <a:t>5.2.4 GPIO</a:t>
          </a:r>
          <a:r>
            <a:rPr lang="zh-CN" sz="2700" b="1" kern="1200" dirty="0" smtClean="0"/>
            <a:t>输出速度</a:t>
          </a:r>
          <a:endParaRPr lang="zh-CN" sz="2700" b="1" kern="1200" dirty="0"/>
        </a:p>
      </dsp:txBody>
      <dsp:txXfrm rot="10800000">
        <a:off x="1373390" y="2433121"/>
        <a:ext cx="4057912" cy="623985"/>
      </dsp:txXfrm>
    </dsp:sp>
    <dsp:sp modelId="{D7D810FA-E05D-46FA-A424-ECECDC4C0C9B}">
      <dsp:nvSpPr>
        <dsp:cNvPr id="0" name=""/>
        <dsp:cNvSpPr/>
      </dsp:nvSpPr>
      <dsp:spPr>
        <a:xfrm>
          <a:off x="905401" y="2433121"/>
          <a:ext cx="623985" cy="623985"/>
        </a:xfrm>
        <a:prstGeom prst="ellipse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7A5C8D-ED58-4770-BC05-D33C1157BA83}">
      <dsp:nvSpPr>
        <dsp:cNvPr id="0" name=""/>
        <dsp:cNvSpPr/>
      </dsp:nvSpPr>
      <dsp:spPr>
        <a:xfrm rot="5400000">
          <a:off x="216008" y="604774"/>
          <a:ext cx="646035" cy="1074988"/>
        </a:xfrm>
        <a:prstGeom prst="corner">
          <a:avLst>
            <a:gd name="adj1" fmla="val 16120"/>
            <a:gd name="adj2" fmla="val 1611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9FC770B-1517-48E6-BD12-BFE70406F786}">
      <dsp:nvSpPr>
        <dsp:cNvPr id="0" name=""/>
        <dsp:cNvSpPr/>
      </dsp:nvSpPr>
      <dsp:spPr>
        <a:xfrm>
          <a:off x="108169" y="925964"/>
          <a:ext cx="970505" cy="8507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lvl="0" algn="l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1300" b="1" kern="1200" dirty="0" smtClean="0"/>
            <a:t>左侧连接</a:t>
          </a:r>
          <a:r>
            <a:rPr lang="en-US" sz="1300" b="1" kern="1200" dirty="0" smtClean="0"/>
            <a:t>MCU</a:t>
          </a:r>
          <a:r>
            <a:rPr lang="zh-CN" sz="1300" b="1" kern="1200" dirty="0" smtClean="0"/>
            <a:t>内部</a:t>
          </a:r>
          <a:endParaRPr lang="zh-CN" sz="1300" b="1" kern="1200" dirty="0"/>
        </a:p>
      </dsp:txBody>
      <dsp:txXfrm>
        <a:off x="108169" y="925964"/>
        <a:ext cx="970505" cy="850705"/>
      </dsp:txXfrm>
    </dsp:sp>
    <dsp:sp modelId="{8AE8FED1-A64E-4E03-9162-DF79A4B0D982}">
      <dsp:nvSpPr>
        <dsp:cNvPr id="0" name=""/>
        <dsp:cNvSpPr/>
      </dsp:nvSpPr>
      <dsp:spPr>
        <a:xfrm>
          <a:off x="895560" y="525633"/>
          <a:ext cx="183114" cy="183114"/>
        </a:xfrm>
        <a:prstGeom prst="triangle">
          <a:avLst>
            <a:gd name="adj" fmla="val 100000"/>
          </a:avLst>
        </a:prstGeom>
        <a:solidFill>
          <a:schemeClr val="accent5">
            <a:hueOff val="-2483469"/>
            <a:satOff val="9953"/>
            <a:lumOff val="2157"/>
            <a:alphaOff val="0"/>
          </a:schemeClr>
        </a:solidFill>
        <a:ln w="25400" cap="flat" cmpd="sng" algn="ctr">
          <a:solidFill>
            <a:schemeClr val="accent5">
              <a:hueOff val="-2483469"/>
              <a:satOff val="9953"/>
              <a:lumOff val="2157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CC185B67-7F8B-4C4F-8BDE-86A11DA3E294}">
      <dsp:nvSpPr>
        <dsp:cNvPr id="0" name=""/>
        <dsp:cNvSpPr/>
      </dsp:nvSpPr>
      <dsp:spPr>
        <a:xfrm rot="5400000">
          <a:off x="1404097" y="310781"/>
          <a:ext cx="646035" cy="1074988"/>
        </a:xfrm>
        <a:prstGeom prst="corner">
          <a:avLst>
            <a:gd name="adj1" fmla="val 16120"/>
            <a:gd name="adj2" fmla="val 16110"/>
          </a:avLst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accent5">
              <a:hueOff val="-4966938"/>
              <a:satOff val="19906"/>
              <a:lumOff val="4314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062F1196-8948-487D-BF1B-4DD2BAF3082A}">
      <dsp:nvSpPr>
        <dsp:cNvPr id="0" name=""/>
        <dsp:cNvSpPr/>
      </dsp:nvSpPr>
      <dsp:spPr>
        <a:xfrm>
          <a:off x="1296257" y="631971"/>
          <a:ext cx="970505" cy="8507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lvl="0" algn="l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1300" b="1" kern="1200" dirty="0" smtClean="0"/>
            <a:t>中间部分为</a:t>
          </a:r>
          <a:r>
            <a:rPr lang="en-US" sz="1300" b="1" kern="1200" dirty="0" smtClean="0"/>
            <a:t>GPIO</a:t>
          </a:r>
          <a:r>
            <a:rPr lang="zh-CN" sz="1300" b="1" kern="1200" dirty="0" smtClean="0"/>
            <a:t>引脚的基本电路。</a:t>
          </a:r>
          <a:endParaRPr lang="zh-CN" sz="1300" b="1" kern="1200" dirty="0"/>
        </a:p>
      </dsp:txBody>
      <dsp:txXfrm>
        <a:off x="1296257" y="631971"/>
        <a:ext cx="970505" cy="850705"/>
      </dsp:txXfrm>
    </dsp:sp>
    <dsp:sp modelId="{4CD04B98-3956-403C-A593-966EB2B6E239}">
      <dsp:nvSpPr>
        <dsp:cNvPr id="0" name=""/>
        <dsp:cNvSpPr/>
      </dsp:nvSpPr>
      <dsp:spPr>
        <a:xfrm>
          <a:off x="2083649" y="231639"/>
          <a:ext cx="183114" cy="183114"/>
        </a:xfrm>
        <a:prstGeom prst="triangle">
          <a:avLst>
            <a:gd name="adj" fmla="val 100000"/>
          </a:avLst>
        </a:prstGeom>
        <a:solidFill>
          <a:schemeClr val="accent5">
            <a:hueOff val="-7450407"/>
            <a:satOff val="29858"/>
            <a:lumOff val="6471"/>
            <a:alphaOff val="0"/>
          </a:schemeClr>
        </a:solidFill>
        <a:ln w="25400" cap="flat" cmpd="sng" algn="ctr">
          <a:solidFill>
            <a:schemeClr val="accent5">
              <a:hueOff val="-7450407"/>
              <a:satOff val="29858"/>
              <a:lumOff val="6471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209BEF6D-13A2-4556-A184-BBB39FE41AD3}">
      <dsp:nvSpPr>
        <dsp:cNvPr id="0" name=""/>
        <dsp:cNvSpPr/>
      </dsp:nvSpPr>
      <dsp:spPr>
        <a:xfrm rot="5400000">
          <a:off x="2592185" y="16787"/>
          <a:ext cx="646035" cy="1074988"/>
        </a:xfrm>
        <a:prstGeom prst="corner">
          <a:avLst>
            <a:gd name="adj1" fmla="val 16120"/>
            <a:gd name="adj2" fmla="val 16110"/>
          </a:avLst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accent5">
              <a:hueOff val="-9933876"/>
              <a:satOff val="39811"/>
              <a:lumOff val="8628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47620CA-CBAB-44C3-AA82-0CD774A5DFDF}">
      <dsp:nvSpPr>
        <dsp:cNvPr id="0" name=""/>
        <dsp:cNvSpPr/>
      </dsp:nvSpPr>
      <dsp:spPr>
        <a:xfrm>
          <a:off x="2484346" y="337977"/>
          <a:ext cx="970505" cy="8507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lvl="0" algn="l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1300" b="1" kern="1200" dirty="0" smtClean="0"/>
            <a:t>右侧为</a:t>
          </a:r>
          <a:r>
            <a:rPr lang="en-US" sz="1300" b="1" kern="1200" dirty="0" smtClean="0"/>
            <a:t>MCU</a:t>
          </a:r>
          <a:r>
            <a:rPr lang="zh-CN" sz="1300" b="1" kern="1200" dirty="0" smtClean="0"/>
            <a:t>引出的</a:t>
          </a:r>
          <a:r>
            <a:rPr lang="en-US" sz="1300" b="1" kern="1200" dirty="0" smtClean="0"/>
            <a:t>I/O</a:t>
          </a:r>
          <a:r>
            <a:rPr lang="zh-CN" sz="1300" b="1" kern="1200" dirty="0" smtClean="0"/>
            <a:t>外设引脚</a:t>
          </a:r>
          <a:endParaRPr lang="zh-CN" sz="1300" b="1" kern="1200" dirty="0"/>
        </a:p>
      </dsp:txBody>
      <dsp:txXfrm>
        <a:off x="2484346" y="337977"/>
        <a:ext cx="970505" cy="85070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01B10F-99CC-401B-8903-73C6877A972A}">
      <dsp:nvSpPr>
        <dsp:cNvPr id="0" name=""/>
        <dsp:cNvSpPr/>
      </dsp:nvSpPr>
      <dsp:spPr>
        <a:xfrm>
          <a:off x="7435012" y="1107050"/>
          <a:ext cx="91440" cy="27747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77478"/>
              </a:lnTo>
            </a:path>
          </a:pathLst>
        </a:custGeom>
        <a:noFill/>
        <a:ln w="25400" cap="flat" cmpd="sng" algn="ctr">
          <a:solidFill>
            <a:schemeClr val="accent5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8115082-A4CA-4CE4-B47D-7EA1EE3730BC}">
      <dsp:nvSpPr>
        <dsp:cNvPr id="0" name=""/>
        <dsp:cNvSpPr/>
      </dsp:nvSpPr>
      <dsp:spPr>
        <a:xfrm>
          <a:off x="6268912" y="1107050"/>
          <a:ext cx="91440" cy="27747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77478"/>
              </a:lnTo>
            </a:path>
          </a:pathLst>
        </a:custGeom>
        <a:noFill/>
        <a:ln w="25400" cap="flat" cmpd="sng" algn="ctr">
          <a:solidFill>
            <a:schemeClr val="accent5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7F60057-18BE-49FB-B9D5-60CDE6C3EA6E}">
      <dsp:nvSpPr>
        <dsp:cNvPr id="0" name=""/>
        <dsp:cNvSpPr/>
      </dsp:nvSpPr>
      <dsp:spPr>
        <a:xfrm>
          <a:off x="5102813" y="1107050"/>
          <a:ext cx="91440" cy="27747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77478"/>
              </a:lnTo>
            </a:path>
          </a:pathLst>
        </a:custGeom>
        <a:noFill/>
        <a:ln w="25400" cap="flat" cmpd="sng" algn="ctr">
          <a:solidFill>
            <a:schemeClr val="accent5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9263CF3-86D9-486D-AE83-7D6A65B2A849}">
      <dsp:nvSpPr>
        <dsp:cNvPr id="0" name=""/>
        <dsp:cNvSpPr/>
      </dsp:nvSpPr>
      <dsp:spPr>
        <a:xfrm>
          <a:off x="3399383" y="1107050"/>
          <a:ext cx="583049" cy="27747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9093"/>
              </a:lnTo>
              <a:lnTo>
                <a:pt x="583049" y="189093"/>
              </a:lnTo>
              <a:lnTo>
                <a:pt x="583049" y="277478"/>
              </a:lnTo>
            </a:path>
          </a:pathLst>
        </a:custGeom>
        <a:noFill/>
        <a:ln w="25400" cap="flat" cmpd="sng" algn="ctr">
          <a:solidFill>
            <a:schemeClr val="accent5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DA6DE38-DF7D-4E44-8EBE-E009179EC4ED}">
      <dsp:nvSpPr>
        <dsp:cNvPr id="0" name=""/>
        <dsp:cNvSpPr/>
      </dsp:nvSpPr>
      <dsp:spPr>
        <a:xfrm>
          <a:off x="2816333" y="1107050"/>
          <a:ext cx="583049" cy="277478"/>
        </a:xfrm>
        <a:custGeom>
          <a:avLst/>
          <a:gdLst/>
          <a:ahLst/>
          <a:cxnLst/>
          <a:rect l="0" t="0" r="0" b="0"/>
          <a:pathLst>
            <a:path>
              <a:moveTo>
                <a:pt x="583049" y="0"/>
              </a:moveTo>
              <a:lnTo>
                <a:pt x="583049" y="189093"/>
              </a:lnTo>
              <a:lnTo>
                <a:pt x="0" y="189093"/>
              </a:lnTo>
              <a:lnTo>
                <a:pt x="0" y="277478"/>
              </a:lnTo>
            </a:path>
          </a:pathLst>
        </a:custGeom>
        <a:noFill/>
        <a:ln w="25400" cap="flat" cmpd="sng" algn="ctr">
          <a:solidFill>
            <a:schemeClr val="accent5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7D381B-E7C1-4F4E-BA17-EEB52D2C8AA5}">
      <dsp:nvSpPr>
        <dsp:cNvPr id="0" name=""/>
        <dsp:cNvSpPr/>
      </dsp:nvSpPr>
      <dsp:spPr>
        <a:xfrm>
          <a:off x="1067184" y="1107050"/>
          <a:ext cx="583049" cy="27747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9093"/>
              </a:lnTo>
              <a:lnTo>
                <a:pt x="583049" y="189093"/>
              </a:lnTo>
              <a:lnTo>
                <a:pt x="583049" y="277478"/>
              </a:lnTo>
            </a:path>
          </a:pathLst>
        </a:custGeom>
        <a:noFill/>
        <a:ln w="25400" cap="flat" cmpd="sng" algn="ctr">
          <a:solidFill>
            <a:schemeClr val="accent5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0A6F472-E56D-45FB-BFFA-CBAAAAF88CC6}">
      <dsp:nvSpPr>
        <dsp:cNvPr id="0" name=""/>
        <dsp:cNvSpPr/>
      </dsp:nvSpPr>
      <dsp:spPr>
        <a:xfrm>
          <a:off x="484134" y="1107050"/>
          <a:ext cx="583049" cy="277478"/>
        </a:xfrm>
        <a:custGeom>
          <a:avLst/>
          <a:gdLst/>
          <a:ahLst/>
          <a:cxnLst/>
          <a:rect l="0" t="0" r="0" b="0"/>
          <a:pathLst>
            <a:path>
              <a:moveTo>
                <a:pt x="583049" y="0"/>
              </a:moveTo>
              <a:lnTo>
                <a:pt x="583049" y="189093"/>
              </a:lnTo>
              <a:lnTo>
                <a:pt x="0" y="189093"/>
              </a:lnTo>
              <a:lnTo>
                <a:pt x="0" y="277478"/>
              </a:lnTo>
            </a:path>
          </a:pathLst>
        </a:custGeom>
        <a:noFill/>
        <a:ln w="25400" cap="flat" cmpd="sng" algn="ctr">
          <a:solidFill>
            <a:schemeClr val="accent5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743EF83-417E-4A1D-93B9-E9C51D103401}">
      <dsp:nvSpPr>
        <dsp:cNvPr id="0" name=""/>
        <dsp:cNvSpPr/>
      </dsp:nvSpPr>
      <dsp:spPr>
        <a:xfrm>
          <a:off x="590143" y="501208"/>
          <a:ext cx="954081" cy="60584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EF75DD-10A1-4D60-8536-A02214F442E7}">
      <dsp:nvSpPr>
        <dsp:cNvPr id="0" name=""/>
        <dsp:cNvSpPr/>
      </dsp:nvSpPr>
      <dsp:spPr>
        <a:xfrm>
          <a:off x="696152" y="601917"/>
          <a:ext cx="954081" cy="6058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zh-CN" sz="1200" b="1" kern="1200" dirty="0" smtClean="0"/>
            <a:t>配置寄存器</a:t>
          </a:r>
          <a:r>
            <a:rPr lang="zh-CN" altLang="en-US" sz="1200" b="1" kern="1200" dirty="0" smtClean="0"/>
            <a:t>（</a:t>
          </a:r>
          <a:r>
            <a:rPr lang="en-US" altLang="zh-CN" sz="1200" b="1" kern="1200" dirty="0" smtClean="0"/>
            <a:t>32</a:t>
          </a:r>
          <a:r>
            <a:rPr lang="zh-CN" altLang="en-US" sz="1200" b="1" kern="1200" dirty="0" smtClean="0"/>
            <a:t>位）</a:t>
          </a:r>
          <a:endParaRPr lang="zh-CN" altLang="en-US" sz="1200" b="1" kern="1200" dirty="0"/>
        </a:p>
      </dsp:txBody>
      <dsp:txXfrm>
        <a:off x="713896" y="619661"/>
        <a:ext cx="918593" cy="570353"/>
      </dsp:txXfrm>
    </dsp:sp>
    <dsp:sp modelId="{D8EB8E23-805B-40CB-8662-CF33E471B5CE}">
      <dsp:nvSpPr>
        <dsp:cNvPr id="0" name=""/>
        <dsp:cNvSpPr/>
      </dsp:nvSpPr>
      <dsp:spPr>
        <a:xfrm>
          <a:off x="7093" y="1384529"/>
          <a:ext cx="954081" cy="60584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2D64FA-D755-481D-87DD-3F67BCE6968E}">
      <dsp:nvSpPr>
        <dsp:cNvPr id="0" name=""/>
        <dsp:cNvSpPr/>
      </dsp:nvSpPr>
      <dsp:spPr>
        <a:xfrm>
          <a:off x="113102" y="1485237"/>
          <a:ext cx="954081" cy="6058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200" b="1" kern="1200" dirty="0" err="1" smtClean="0"/>
            <a:t>GPIOx_CRL</a:t>
          </a:r>
          <a:endParaRPr lang="zh-CN" altLang="en-US" sz="1200" b="1" kern="1200" dirty="0"/>
        </a:p>
      </dsp:txBody>
      <dsp:txXfrm>
        <a:off x="130846" y="1502981"/>
        <a:ext cx="918593" cy="570353"/>
      </dsp:txXfrm>
    </dsp:sp>
    <dsp:sp modelId="{24273FF2-B74E-41A2-9B5B-6F2959F84AF1}">
      <dsp:nvSpPr>
        <dsp:cNvPr id="0" name=""/>
        <dsp:cNvSpPr/>
      </dsp:nvSpPr>
      <dsp:spPr>
        <a:xfrm>
          <a:off x="1173193" y="1384529"/>
          <a:ext cx="954081" cy="60584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4BD57B-74EE-4A3D-AEF3-DAE8808DAD01}">
      <dsp:nvSpPr>
        <dsp:cNvPr id="0" name=""/>
        <dsp:cNvSpPr/>
      </dsp:nvSpPr>
      <dsp:spPr>
        <a:xfrm>
          <a:off x="1279202" y="1485237"/>
          <a:ext cx="954081" cy="6058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200" b="1" kern="1200" dirty="0" err="1" smtClean="0"/>
            <a:t>GPIOx_CRH</a:t>
          </a:r>
          <a:endParaRPr lang="zh-CN" altLang="en-US" sz="1200" b="1" kern="1200" dirty="0"/>
        </a:p>
      </dsp:txBody>
      <dsp:txXfrm>
        <a:off x="1296946" y="1502981"/>
        <a:ext cx="918593" cy="570353"/>
      </dsp:txXfrm>
    </dsp:sp>
    <dsp:sp modelId="{906309B8-9575-40BF-A9B7-997A108B81B9}">
      <dsp:nvSpPr>
        <dsp:cNvPr id="0" name=""/>
        <dsp:cNvSpPr/>
      </dsp:nvSpPr>
      <dsp:spPr>
        <a:xfrm>
          <a:off x="2922342" y="501208"/>
          <a:ext cx="954081" cy="60584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BDFB4F-639C-47EB-BF60-3E940D208DB5}">
      <dsp:nvSpPr>
        <dsp:cNvPr id="0" name=""/>
        <dsp:cNvSpPr/>
      </dsp:nvSpPr>
      <dsp:spPr>
        <a:xfrm>
          <a:off x="3028351" y="601917"/>
          <a:ext cx="954081" cy="6058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zh-CN" sz="1200" b="1" kern="1200" dirty="0" smtClean="0"/>
            <a:t>数据寄存器</a:t>
          </a:r>
          <a:r>
            <a:rPr lang="zh-CN" altLang="en-US" sz="1200" b="1" kern="1200" dirty="0" smtClean="0"/>
            <a:t>（</a:t>
          </a:r>
          <a:r>
            <a:rPr lang="en-US" altLang="zh-CN" sz="1200" b="1" kern="1200" dirty="0" smtClean="0"/>
            <a:t>32</a:t>
          </a:r>
          <a:r>
            <a:rPr lang="zh-CN" altLang="en-US" sz="1200" b="1" kern="1200" dirty="0" smtClean="0"/>
            <a:t>位）</a:t>
          </a:r>
          <a:endParaRPr lang="zh-CN" altLang="en-US" sz="1200" b="1" kern="1200" dirty="0"/>
        </a:p>
      </dsp:txBody>
      <dsp:txXfrm>
        <a:off x="3046095" y="619661"/>
        <a:ext cx="918593" cy="570353"/>
      </dsp:txXfrm>
    </dsp:sp>
    <dsp:sp modelId="{25CF8D01-1424-4D2C-A647-436F48AA6832}">
      <dsp:nvSpPr>
        <dsp:cNvPr id="0" name=""/>
        <dsp:cNvSpPr/>
      </dsp:nvSpPr>
      <dsp:spPr>
        <a:xfrm>
          <a:off x="2339292" y="1384529"/>
          <a:ext cx="954081" cy="60584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8E176C-A732-4013-9CA3-480B928FF365}">
      <dsp:nvSpPr>
        <dsp:cNvPr id="0" name=""/>
        <dsp:cNvSpPr/>
      </dsp:nvSpPr>
      <dsp:spPr>
        <a:xfrm>
          <a:off x="2445302" y="1485237"/>
          <a:ext cx="954081" cy="6058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200" b="1" kern="1200" dirty="0" err="1" smtClean="0"/>
            <a:t>GPIOx_IDR</a:t>
          </a:r>
          <a:endParaRPr lang="zh-CN" altLang="en-US" sz="1200" b="1" kern="1200" dirty="0"/>
        </a:p>
      </dsp:txBody>
      <dsp:txXfrm>
        <a:off x="2463046" y="1502981"/>
        <a:ext cx="918593" cy="570353"/>
      </dsp:txXfrm>
    </dsp:sp>
    <dsp:sp modelId="{EF309740-7DC0-4E09-AF40-98F349F7D6A0}">
      <dsp:nvSpPr>
        <dsp:cNvPr id="0" name=""/>
        <dsp:cNvSpPr/>
      </dsp:nvSpPr>
      <dsp:spPr>
        <a:xfrm>
          <a:off x="3505392" y="1384529"/>
          <a:ext cx="954081" cy="60584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AA4431-DB12-4083-A626-8AC3A49E8258}">
      <dsp:nvSpPr>
        <dsp:cNvPr id="0" name=""/>
        <dsp:cNvSpPr/>
      </dsp:nvSpPr>
      <dsp:spPr>
        <a:xfrm>
          <a:off x="3611401" y="1485237"/>
          <a:ext cx="954081" cy="6058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200" b="1" kern="1200" dirty="0" err="1" smtClean="0"/>
            <a:t>GPIOx_ODR</a:t>
          </a:r>
          <a:endParaRPr lang="zh-CN" altLang="en-US" sz="1200" b="1" kern="1200" dirty="0"/>
        </a:p>
      </dsp:txBody>
      <dsp:txXfrm>
        <a:off x="3629145" y="1502981"/>
        <a:ext cx="918593" cy="570353"/>
      </dsp:txXfrm>
    </dsp:sp>
    <dsp:sp modelId="{8AD1F819-4F7D-4F23-BFA2-5A5D7A3E337E}">
      <dsp:nvSpPr>
        <dsp:cNvPr id="0" name=""/>
        <dsp:cNvSpPr/>
      </dsp:nvSpPr>
      <dsp:spPr>
        <a:xfrm>
          <a:off x="4671492" y="501208"/>
          <a:ext cx="954081" cy="60584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326BF6-D426-4849-96BC-21EB4C023D7E}">
      <dsp:nvSpPr>
        <dsp:cNvPr id="0" name=""/>
        <dsp:cNvSpPr/>
      </dsp:nvSpPr>
      <dsp:spPr>
        <a:xfrm>
          <a:off x="4777501" y="601917"/>
          <a:ext cx="954081" cy="6058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zh-CN" sz="1200" b="1" kern="1200" dirty="0" smtClean="0"/>
            <a:t>置位</a:t>
          </a:r>
          <a:r>
            <a:rPr lang="en-US" altLang="zh-CN" sz="1200" b="1" kern="1200" dirty="0" smtClean="0"/>
            <a:t>/</a:t>
          </a:r>
          <a:r>
            <a:rPr lang="zh-CN" altLang="zh-CN" sz="1200" b="1" kern="1200" dirty="0" smtClean="0"/>
            <a:t>复位寄存器</a:t>
          </a:r>
          <a:r>
            <a:rPr lang="zh-CN" altLang="en-US" sz="1200" b="1" kern="1200" dirty="0" smtClean="0"/>
            <a:t>（</a:t>
          </a:r>
          <a:r>
            <a:rPr lang="en-US" altLang="zh-CN" sz="1200" b="1" kern="1200" dirty="0" smtClean="0"/>
            <a:t>16</a:t>
          </a:r>
          <a:r>
            <a:rPr lang="zh-CN" altLang="en-US" sz="1200" b="1" kern="1200" dirty="0" smtClean="0"/>
            <a:t>位）</a:t>
          </a:r>
          <a:endParaRPr lang="zh-CN" altLang="en-US" sz="1200" b="1" kern="1200" dirty="0"/>
        </a:p>
      </dsp:txBody>
      <dsp:txXfrm>
        <a:off x="4795245" y="619661"/>
        <a:ext cx="918593" cy="570353"/>
      </dsp:txXfrm>
    </dsp:sp>
    <dsp:sp modelId="{4A6B9811-AC4D-4225-BABA-FAD18CDC9741}">
      <dsp:nvSpPr>
        <dsp:cNvPr id="0" name=""/>
        <dsp:cNvSpPr/>
      </dsp:nvSpPr>
      <dsp:spPr>
        <a:xfrm>
          <a:off x="4671492" y="1384529"/>
          <a:ext cx="954081" cy="60584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672000-DA60-4F1F-92DC-F3630C6E5F1C}">
      <dsp:nvSpPr>
        <dsp:cNvPr id="0" name=""/>
        <dsp:cNvSpPr/>
      </dsp:nvSpPr>
      <dsp:spPr>
        <a:xfrm>
          <a:off x="4777501" y="1485237"/>
          <a:ext cx="954081" cy="6058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200" b="1" kern="1200" dirty="0" err="1" smtClean="0"/>
            <a:t>GPIOx_BSRR</a:t>
          </a:r>
          <a:endParaRPr lang="zh-CN" altLang="en-US" sz="1200" b="1" kern="1200" dirty="0"/>
        </a:p>
      </dsp:txBody>
      <dsp:txXfrm>
        <a:off x="4795245" y="1502981"/>
        <a:ext cx="918593" cy="570353"/>
      </dsp:txXfrm>
    </dsp:sp>
    <dsp:sp modelId="{3AC90689-36B1-4C3A-9A44-4015D59A649A}">
      <dsp:nvSpPr>
        <dsp:cNvPr id="0" name=""/>
        <dsp:cNvSpPr/>
      </dsp:nvSpPr>
      <dsp:spPr>
        <a:xfrm>
          <a:off x="5837592" y="501208"/>
          <a:ext cx="954081" cy="60584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86F506-5A4A-424B-A9EE-5F06AA0BA80B}">
      <dsp:nvSpPr>
        <dsp:cNvPr id="0" name=""/>
        <dsp:cNvSpPr/>
      </dsp:nvSpPr>
      <dsp:spPr>
        <a:xfrm>
          <a:off x="5943601" y="601917"/>
          <a:ext cx="954081" cy="6058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 b="1" kern="1200" dirty="0" smtClean="0"/>
            <a:t>复位寄存器</a:t>
          </a:r>
          <a:endParaRPr lang="zh-CN" altLang="en-US" sz="1200" b="1" kern="1200" dirty="0"/>
        </a:p>
      </dsp:txBody>
      <dsp:txXfrm>
        <a:off x="5961345" y="619661"/>
        <a:ext cx="918593" cy="570353"/>
      </dsp:txXfrm>
    </dsp:sp>
    <dsp:sp modelId="{A570000E-0346-47BF-BBA9-3ED4B4D31566}">
      <dsp:nvSpPr>
        <dsp:cNvPr id="0" name=""/>
        <dsp:cNvSpPr/>
      </dsp:nvSpPr>
      <dsp:spPr>
        <a:xfrm>
          <a:off x="5837592" y="1384529"/>
          <a:ext cx="954081" cy="60584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ACA50B-C48D-47AD-A4C1-8F90185BB5C3}">
      <dsp:nvSpPr>
        <dsp:cNvPr id="0" name=""/>
        <dsp:cNvSpPr/>
      </dsp:nvSpPr>
      <dsp:spPr>
        <a:xfrm>
          <a:off x="5943601" y="1485237"/>
          <a:ext cx="954081" cy="6058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200" b="1" kern="1200" dirty="0" err="1" smtClean="0"/>
            <a:t>GPIOx_BRR</a:t>
          </a:r>
          <a:endParaRPr lang="zh-CN" altLang="en-US" sz="1200" b="1" kern="1200" dirty="0"/>
        </a:p>
      </dsp:txBody>
      <dsp:txXfrm>
        <a:off x="5961345" y="1502981"/>
        <a:ext cx="918593" cy="570353"/>
      </dsp:txXfrm>
    </dsp:sp>
    <dsp:sp modelId="{FC211F79-E5D2-45B4-A59E-3881D9218BE9}">
      <dsp:nvSpPr>
        <dsp:cNvPr id="0" name=""/>
        <dsp:cNvSpPr/>
      </dsp:nvSpPr>
      <dsp:spPr>
        <a:xfrm>
          <a:off x="7003691" y="501208"/>
          <a:ext cx="954081" cy="60584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27FBEA-5981-4E43-88FE-6B550209CC50}">
      <dsp:nvSpPr>
        <dsp:cNvPr id="0" name=""/>
        <dsp:cNvSpPr/>
      </dsp:nvSpPr>
      <dsp:spPr>
        <a:xfrm>
          <a:off x="7109700" y="601917"/>
          <a:ext cx="954081" cy="6058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zh-CN" sz="1200" b="1" kern="1200" dirty="0" smtClean="0"/>
            <a:t>锁定寄存器</a:t>
          </a:r>
          <a:r>
            <a:rPr lang="zh-CN" altLang="en-US" sz="1200" b="1" kern="1200" dirty="0" smtClean="0"/>
            <a:t>（</a:t>
          </a:r>
          <a:r>
            <a:rPr lang="en-US" altLang="zh-CN" sz="1200" b="1" kern="1200" dirty="0" smtClean="0"/>
            <a:t>32</a:t>
          </a:r>
          <a:r>
            <a:rPr lang="zh-CN" altLang="en-US" sz="1200" b="1" kern="1200" dirty="0" smtClean="0"/>
            <a:t>位）</a:t>
          </a:r>
          <a:endParaRPr lang="zh-CN" altLang="en-US" sz="1200" b="1" kern="1200" dirty="0"/>
        </a:p>
      </dsp:txBody>
      <dsp:txXfrm>
        <a:off x="7127444" y="619661"/>
        <a:ext cx="918593" cy="570353"/>
      </dsp:txXfrm>
    </dsp:sp>
    <dsp:sp modelId="{F1A2F6A3-8EFC-453D-888D-F343823D198A}">
      <dsp:nvSpPr>
        <dsp:cNvPr id="0" name=""/>
        <dsp:cNvSpPr/>
      </dsp:nvSpPr>
      <dsp:spPr>
        <a:xfrm>
          <a:off x="7003691" y="1384529"/>
          <a:ext cx="954081" cy="60584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1892CC-6A94-49F3-B980-650D867D770F}">
      <dsp:nvSpPr>
        <dsp:cNvPr id="0" name=""/>
        <dsp:cNvSpPr/>
      </dsp:nvSpPr>
      <dsp:spPr>
        <a:xfrm>
          <a:off x="7109700" y="1485237"/>
          <a:ext cx="954081" cy="6058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200" b="1" kern="1200" dirty="0" err="1" smtClean="0"/>
            <a:t>GPIOx_LCKR</a:t>
          </a:r>
          <a:endParaRPr lang="zh-CN" altLang="en-US" sz="1200" b="1" kern="1200" dirty="0"/>
        </a:p>
      </dsp:txBody>
      <dsp:txXfrm>
        <a:off x="7127444" y="1502981"/>
        <a:ext cx="918593" cy="57035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9801AA-D9C1-4B82-8B31-1DD2B68FE93D}">
      <dsp:nvSpPr>
        <dsp:cNvPr id="0" name=""/>
        <dsp:cNvSpPr/>
      </dsp:nvSpPr>
      <dsp:spPr>
        <a:xfrm>
          <a:off x="864095" y="1743675"/>
          <a:ext cx="1421636" cy="43263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 b="1" kern="1200" dirty="0" smtClean="0">
              <a:latin typeface="Times New Roman" pitchFamily="18" charset="0"/>
              <a:ea typeface="+mn-ea"/>
              <a:cs typeface="Times New Roman" pitchFamily="18" charset="0"/>
            </a:rPr>
            <a:t>工作模式</a:t>
          </a:r>
          <a:endParaRPr lang="zh-CN" altLang="en-US" sz="1800" b="1" kern="1200" dirty="0">
            <a:latin typeface="Times New Roman" pitchFamily="18" charset="0"/>
            <a:ea typeface="+mn-ea"/>
            <a:cs typeface="Times New Roman" pitchFamily="18" charset="0"/>
          </a:endParaRPr>
        </a:p>
      </dsp:txBody>
      <dsp:txXfrm>
        <a:off x="876766" y="1756346"/>
        <a:ext cx="1396294" cy="407289"/>
      </dsp:txXfrm>
    </dsp:sp>
    <dsp:sp modelId="{4AA70A89-A3A6-4345-832B-CB65B1785775}">
      <dsp:nvSpPr>
        <dsp:cNvPr id="0" name=""/>
        <dsp:cNvSpPr/>
      </dsp:nvSpPr>
      <dsp:spPr>
        <a:xfrm rot="17350740">
          <a:off x="1932021" y="1452531"/>
          <a:ext cx="1053527" cy="19865"/>
        </a:xfrm>
        <a:custGeom>
          <a:avLst/>
          <a:gdLst/>
          <a:ahLst/>
          <a:cxnLst/>
          <a:rect l="0" t="0" r="0" b="0"/>
          <a:pathLst>
            <a:path>
              <a:moveTo>
                <a:pt x="0" y="9932"/>
              </a:moveTo>
              <a:lnTo>
                <a:pt x="1053527" y="9932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800" b="1" kern="1200">
            <a:latin typeface="Times New Roman" pitchFamily="18" charset="0"/>
            <a:ea typeface="+mn-ea"/>
            <a:cs typeface="Times New Roman" pitchFamily="18" charset="0"/>
          </a:endParaRPr>
        </a:p>
      </dsp:txBody>
      <dsp:txXfrm>
        <a:off x="2432447" y="1436126"/>
        <a:ext cx="52676" cy="52676"/>
      </dsp:txXfrm>
    </dsp:sp>
    <dsp:sp modelId="{0EA4A5F4-DCC8-40D1-9160-D41E725559D7}">
      <dsp:nvSpPr>
        <dsp:cNvPr id="0" name=""/>
        <dsp:cNvSpPr/>
      </dsp:nvSpPr>
      <dsp:spPr>
        <a:xfrm>
          <a:off x="2631838" y="748622"/>
          <a:ext cx="1459890" cy="43263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800" b="1" kern="1200" dirty="0" smtClean="0">
              <a:latin typeface="Times New Roman" pitchFamily="18" charset="0"/>
              <a:ea typeface="+mn-ea"/>
              <a:cs typeface="Times New Roman" pitchFamily="18" charset="0"/>
            </a:rPr>
            <a:t>4</a:t>
          </a:r>
          <a:r>
            <a:rPr lang="zh-CN" altLang="zh-CN" sz="1800" b="1" kern="1200" dirty="0" smtClean="0">
              <a:latin typeface="Times New Roman" pitchFamily="18" charset="0"/>
              <a:ea typeface="+mn-ea"/>
              <a:cs typeface="Times New Roman" pitchFamily="18" charset="0"/>
            </a:rPr>
            <a:t>种输出模式</a:t>
          </a:r>
          <a:endParaRPr lang="zh-CN" altLang="en-US" sz="1800" b="1" kern="1200" dirty="0">
            <a:latin typeface="Times New Roman" pitchFamily="18" charset="0"/>
            <a:ea typeface="+mn-ea"/>
            <a:cs typeface="Times New Roman" pitchFamily="18" charset="0"/>
          </a:endParaRPr>
        </a:p>
      </dsp:txBody>
      <dsp:txXfrm>
        <a:off x="2644509" y="761293"/>
        <a:ext cx="1434548" cy="407289"/>
      </dsp:txXfrm>
    </dsp:sp>
    <dsp:sp modelId="{6BBD33CF-2919-4214-90A6-5B45AC236AD7}">
      <dsp:nvSpPr>
        <dsp:cNvPr id="0" name=""/>
        <dsp:cNvSpPr/>
      </dsp:nvSpPr>
      <dsp:spPr>
        <a:xfrm rot="17692822">
          <a:off x="3853460" y="581860"/>
          <a:ext cx="822640" cy="19865"/>
        </a:xfrm>
        <a:custGeom>
          <a:avLst/>
          <a:gdLst/>
          <a:ahLst/>
          <a:cxnLst/>
          <a:rect l="0" t="0" r="0" b="0"/>
          <a:pathLst>
            <a:path>
              <a:moveTo>
                <a:pt x="0" y="9932"/>
              </a:moveTo>
              <a:lnTo>
                <a:pt x="822640" y="9932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800" b="1" kern="1200">
            <a:latin typeface="Times New Roman" pitchFamily="18" charset="0"/>
            <a:ea typeface="+mn-ea"/>
            <a:cs typeface="Times New Roman" pitchFamily="18" charset="0"/>
          </a:endParaRPr>
        </a:p>
      </dsp:txBody>
      <dsp:txXfrm>
        <a:off x="4244215" y="571227"/>
        <a:ext cx="41132" cy="41132"/>
      </dsp:txXfrm>
    </dsp:sp>
    <dsp:sp modelId="{ECB23D1A-FFCF-4F25-8527-305A4A31D111}">
      <dsp:nvSpPr>
        <dsp:cNvPr id="0" name=""/>
        <dsp:cNvSpPr/>
      </dsp:nvSpPr>
      <dsp:spPr>
        <a:xfrm>
          <a:off x="4437834" y="2332"/>
          <a:ext cx="2186902" cy="43263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b="1" kern="1200" dirty="0" smtClean="0">
              <a:latin typeface="Times New Roman" pitchFamily="18" charset="0"/>
              <a:ea typeface="+mn-ea"/>
              <a:cs typeface="Times New Roman" pitchFamily="18" charset="0"/>
            </a:rPr>
            <a:t>推挽输出</a:t>
          </a:r>
          <a:endParaRPr lang="zh-CN" altLang="en-US" sz="2000" b="1" kern="1200" dirty="0">
            <a:latin typeface="Times New Roman" pitchFamily="18" charset="0"/>
            <a:ea typeface="+mn-ea"/>
            <a:cs typeface="Times New Roman" pitchFamily="18" charset="0"/>
          </a:endParaRPr>
        </a:p>
      </dsp:txBody>
      <dsp:txXfrm>
        <a:off x="4450505" y="15003"/>
        <a:ext cx="2161560" cy="407289"/>
      </dsp:txXfrm>
    </dsp:sp>
    <dsp:sp modelId="{FBC75CA1-F94D-4696-8539-D163FCCCBE77}">
      <dsp:nvSpPr>
        <dsp:cNvPr id="0" name=""/>
        <dsp:cNvSpPr/>
      </dsp:nvSpPr>
      <dsp:spPr>
        <a:xfrm rot="19457599">
          <a:off x="4051666" y="830623"/>
          <a:ext cx="426230" cy="19865"/>
        </a:xfrm>
        <a:custGeom>
          <a:avLst/>
          <a:gdLst/>
          <a:ahLst/>
          <a:cxnLst/>
          <a:rect l="0" t="0" r="0" b="0"/>
          <a:pathLst>
            <a:path>
              <a:moveTo>
                <a:pt x="0" y="9932"/>
              </a:moveTo>
              <a:lnTo>
                <a:pt x="426230" y="9932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800" b="1" kern="1200">
            <a:latin typeface="Times New Roman" pitchFamily="18" charset="0"/>
            <a:ea typeface="+mn-ea"/>
            <a:cs typeface="Times New Roman" pitchFamily="18" charset="0"/>
          </a:endParaRPr>
        </a:p>
      </dsp:txBody>
      <dsp:txXfrm>
        <a:off x="4254125" y="829900"/>
        <a:ext cx="21311" cy="21311"/>
      </dsp:txXfrm>
    </dsp:sp>
    <dsp:sp modelId="{67F3B027-A787-47A3-9DCC-F43CADFD675F}">
      <dsp:nvSpPr>
        <dsp:cNvPr id="0" name=""/>
        <dsp:cNvSpPr/>
      </dsp:nvSpPr>
      <dsp:spPr>
        <a:xfrm>
          <a:off x="4437834" y="499858"/>
          <a:ext cx="2186902" cy="43263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zh-CN" sz="2000" b="1" kern="1200" dirty="0" smtClean="0">
              <a:latin typeface="Times New Roman" pitchFamily="18" charset="0"/>
              <a:ea typeface="+mn-ea"/>
              <a:cs typeface="Times New Roman" pitchFamily="18" charset="0"/>
            </a:rPr>
            <a:t>开漏输出</a:t>
          </a:r>
          <a:endParaRPr lang="zh-CN" altLang="zh-CN" sz="2000" b="1" kern="1200" dirty="0">
            <a:latin typeface="Times New Roman" pitchFamily="18" charset="0"/>
            <a:ea typeface="+mn-ea"/>
            <a:cs typeface="Times New Roman" pitchFamily="18" charset="0"/>
          </a:endParaRPr>
        </a:p>
      </dsp:txBody>
      <dsp:txXfrm>
        <a:off x="4450505" y="512529"/>
        <a:ext cx="2161560" cy="407289"/>
      </dsp:txXfrm>
    </dsp:sp>
    <dsp:sp modelId="{3DE14EEC-6C35-4EF3-BA0B-5438FEBC16A0}">
      <dsp:nvSpPr>
        <dsp:cNvPr id="0" name=""/>
        <dsp:cNvSpPr/>
      </dsp:nvSpPr>
      <dsp:spPr>
        <a:xfrm rot="2142401">
          <a:off x="4051666" y="1079386"/>
          <a:ext cx="426230" cy="19865"/>
        </a:xfrm>
        <a:custGeom>
          <a:avLst/>
          <a:gdLst/>
          <a:ahLst/>
          <a:cxnLst/>
          <a:rect l="0" t="0" r="0" b="0"/>
          <a:pathLst>
            <a:path>
              <a:moveTo>
                <a:pt x="0" y="9932"/>
              </a:moveTo>
              <a:lnTo>
                <a:pt x="426230" y="9932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800" b="1" kern="1200">
            <a:latin typeface="Times New Roman" pitchFamily="18" charset="0"/>
            <a:ea typeface="+mn-ea"/>
            <a:cs typeface="Times New Roman" pitchFamily="18" charset="0"/>
          </a:endParaRPr>
        </a:p>
      </dsp:txBody>
      <dsp:txXfrm>
        <a:off x="4254125" y="1078664"/>
        <a:ext cx="21311" cy="21311"/>
      </dsp:txXfrm>
    </dsp:sp>
    <dsp:sp modelId="{1A523B74-D03B-481B-B8A3-F57D5EA187FF}">
      <dsp:nvSpPr>
        <dsp:cNvPr id="0" name=""/>
        <dsp:cNvSpPr/>
      </dsp:nvSpPr>
      <dsp:spPr>
        <a:xfrm>
          <a:off x="4437834" y="997385"/>
          <a:ext cx="2186902" cy="43263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zh-CN" sz="2000" b="1" kern="1200" dirty="0" smtClean="0">
              <a:latin typeface="Times New Roman" pitchFamily="18" charset="0"/>
              <a:ea typeface="+mn-ea"/>
              <a:cs typeface="Times New Roman" pitchFamily="18" charset="0"/>
            </a:rPr>
            <a:t>复用推挽输出</a:t>
          </a:r>
          <a:endParaRPr lang="zh-CN" altLang="zh-CN" sz="2000" b="1" kern="1200" dirty="0">
            <a:latin typeface="Times New Roman" pitchFamily="18" charset="0"/>
            <a:ea typeface="+mn-ea"/>
            <a:cs typeface="Times New Roman" pitchFamily="18" charset="0"/>
          </a:endParaRPr>
        </a:p>
      </dsp:txBody>
      <dsp:txXfrm>
        <a:off x="4450505" y="1010056"/>
        <a:ext cx="2161560" cy="407289"/>
      </dsp:txXfrm>
    </dsp:sp>
    <dsp:sp modelId="{281A6B5A-9E8C-4C5F-BDE4-F4EC8A3E3514}">
      <dsp:nvSpPr>
        <dsp:cNvPr id="0" name=""/>
        <dsp:cNvSpPr/>
      </dsp:nvSpPr>
      <dsp:spPr>
        <a:xfrm rot="3907178">
          <a:off x="3853460" y="1328150"/>
          <a:ext cx="822640" cy="19865"/>
        </a:xfrm>
        <a:custGeom>
          <a:avLst/>
          <a:gdLst/>
          <a:ahLst/>
          <a:cxnLst/>
          <a:rect l="0" t="0" r="0" b="0"/>
          <a:pathLst>
            <a:path>
              <a:moveTo>
                <a:pt x="0" y="9932"/>
              </a:moveTo>
              <a:lnTo>
                <a:pt x="822640" y="9932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800" b="1" kern="1200">
            <a:latin typeface="Times New Roman" pitchFamily="18" charset="0"/>
            <a:ea typeface="+mn-ea"/>
            <a:cs typeface="Times New Roman" pitchFamily="18" charset="0"/>
          </a:endParaRPr>
        </a:p>
      </dsp:txBody>
      <dsp:txXfrm>
        <a:off x="4244215" y="1317517"/>
        <a:ext cx="41132" cy="41132"/>
      </dsp:txXfrm>
    </dsp:sp>
    <dsp:sp modelId="{906E305C-D325-4464-9603-04B6F7871F4C}">
      <dsp:nvSpPr>
        <dsp:cNvPr id="0" name=""/>
        <dsp:cNvSpPr/>
      </dsp:nvSpPr>
      <dsp:spPr>
        <a:xfrm>
          <a:off x="4437834" y="1494912"/>
          <a:ext cx="2186902" cy="43263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800" b="1" kern="1200" dirty="0" smtClean="0">
              <a:latin typeface="Times New Roman" pitchFamily="18" charset="0"/>
              <a:ea typeface="+mn-ea"/>
              <a:cs typeface="Times New Roman" pitchFamily="18" charset="0"/>
            </a:rPr>
            <a:t> </a:t>
          </a:r>
          <a:r>
            <a:rPr lang="zh-CN" altLang="zh-CN" sz="1800" b="1" kern="1200" dirty="0" smtClean="0">
              <a:latin typeface="Times New Roman" pitchFamily="18" charset="0"/>
              <a:ea typeface="+mn-ea"/>
              <a:cs typeface="Times New Roman" pitchFamily="18" charset="0"/>
            </a:rPr>
            <a:t>复用开漏输出</a:t>
          </a:r>
          <a:endParaRPr lang="zh-CN" altLang="zh-CN" sz="1800" b="1" kern="1200" dirty="0">
            <a:latin typeface="Times New Roman" pitchFamily="18" charset="0"/>
            <a:ea typeface="+mn-ea"/>
            <a:cs typeface="Times New Roman" pitchFamily="18" charset="0"/>
          </a:endParaRPr>
        </a:p>
      </dsp:txBody>
      <dsp:txXfrm>
        <a:off x="4450505" y="1507583"/>
        <a:ext cx="2161560" cy="407289"/>
      </dsp:txXfrm>
    </dsp:sp>
    <dsp:sp modelId="{ADD60F7E-F129-4FAA-9717-6BBCD5214DDA}">
      <dsp:nvSpPr>
        <dsp:cNvPr id="0" name=""/>
        <dsp:cNvSpPr/>
      </dsp:nvSpPr>
      <dsp:spPr>
        <a:xfrm rot="4249260">
          <a:off x="1932021" y="2447585"/>
          <a:ext cx="1053527" cy="19865"/>
        </a:xfrm>
        <a:custGeom>
          <a:avLst/>
          <a:gdLst/>
          <a:ahLst/>
          <a:cxnLst/>
          <a:rect l="0" t="0" r="0" b="0"/>
          <a:pathLst>
            <a:path>
              <a:moveTo>
                <a:pt x="0" y="9932"/>
              </a:moveTo>
              <a:lnTo>
                <a:pt x="1053527" y="9932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800" b="1" kern="1200">
            <a:latin typeface="Times New Roman" pitchFamily="18" charset="0"/>
            <a:ea typeface="+mn-ea"/>
            <a:cs typeface="Times New Roman" pitchFamily="18" charset="0"/>
          </a:endParaRPr>
        </a:p>
      </dsp:txBody>
      <dsp:txXfrm>
        <a:off x="2432447" y="2431179"/>
        <a:ext cx="52676" cy="52676"/>
      </dsp:txXfrm>
    </dsp:sp>
    <dsp:sp modelId="{0F98E39D-9477-4FD6-913C-B6D96817538C}">
      <dsp:nvSpPr>
        <dsp:cNvPr id="0" name=""/>
        <dsp:cNvSpPr/>
      </dsp:nvSpPr>
      <dsp:spPr>
        <a:xfrm>
          <a:off x="2631838" y="2738728"/>
          <a:ext cx="1459890" cy="43263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800" b="1" kern="1200" dirty="0" smtClean="0">
              <a:latin typeface="Times New Roman" pitchFamily="18" charset="0"/>
              <a:ea typeface="+mn-ea"/>
              <a:cs typeface="Times New Roman" pitchFamily="18" charset="0"/>
            </a:rPr>
            <a:t>4</a:t>
          </a:r>
          <a:r>
            <a:rPr lang="zh-CN" altLang="zh-CN" sz="1800" b="1" kern="1200" dirty="0" smtClean="0">
              <a:latin typeface="Times New Roman" pitchFamily="18" charset="0"/>
              <a:ea typeface="+mn-ea"/>
              <a:cs typeface="Times New Roman" pitchFamily="18" charset="0"/>
            </a:rPr>
            <a:t>种输入模式</a:t>
          </a:r>
          <a:endParaRPr lang="zh-CN" altLang="en-US" sz="1800" b="1" kern="1200" dirty="0">
            <a:latin typeface="Times New Roman" pitchFamily="18" charset="0"/>
            <a:ea typeface="+mn-ea"/>
            <a:cs typeface="Times New Roman" pitchFamily="18" charset="0"/>
          </a:endParaRPr>
        </a:p>
      </dsp:txBody>
      <dsp:txXfrm>
        <a:off x="2644509" y="2751399"/>
        <a:ext cx="1434548" cy="407289"/>
      </dsp:txXfrm>
    </dsp:sp>
    <dsp:sp modelId="{1A87A03B-87E2-4E67-8D08-2D1AD5866C90}">
      <dsp:nvSpPr>
        <dsp:cNvPr id="0" name=""/>
        <dsp:cNvSpPr/>
      </dsp:nvSpPr>
      <dsp:spPr>
        <a:xfrm rot="17692822">
          <a:off x="3853460" y="2571966"/>
          <a:ext cx="822640" cy="19865"/>
        </a:xfrm>
        <a:custGeom>
          <a:avLst/>
          <a:gdLst/>
          <a:ahLst/>
          <a:cxnLst/>
          <a:rect l="0" t="0" r="0" b="0"/>
          <a:pathLst>
            <a:path>
              <a:moveTo>
                <a:pt x="0" y="9932"/>
              </a:moveTo>
              <a:lnTo>
                <a:pt x="822640" y="9932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800" b="1" kern="1200">
            <a:latin typeface="Times New Roman" pitchFamily="18" charset="0"/>
            <a:ea typeface="+mn-ea"/>
            <a:cs typeface="Times New Roman" pitchFamily="18" charset="0"/>
          </a:endParaRPr>
        </a:p>
      </dsp:txBody>
      <dsp:txXfrm>
        <a:off x="4244215" y="2561333"/>
        <a:ext cx="41132" cy="41132"/>
      </dsp:txXfrm>
    </dsp:sp>
    <dsp:sp modelId="{A983D636-3235-436F-BD62-DDB644BC6864}">
      <dsp:nvSpPr>
        <dsp:cNvPr id="0" name=""/>
        <dsp:cNvSpPr/>
      </dsp:nvSpPr>
      <dsp:spPr>
        <a:xfrm>
          <a:off x="4437834" y="1992438"/>
          <a:ext cx="2186902" cy="43263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zh-CN" sz="1800" b="1" kern="1200" dirty="0" smtClean="0">
              <a:latin typeface="Times New Roman" pitchFamily="18" charset="0"/>
              <a:ea typeface="+mn-ea"/>
              <a:cs typeface="Times New Roman" pitchFamily="18" charset="0"/>
            </a:rPr>
            <a:t>上拉输入</a:t>
          </a:r>
          <a:endParaRPr lang="zh-CN" altLang="zh-CN" sz="1800" b="1" kern="1200" dirty="0">
            <a:latin typeface="Times New Roman" pitchFamily="18" charset="0"/>
            <a:ea typeface="+mn-ea"/>
            <a:cs typeface="Times New Roman" pitchFamily="18" charset="0"/>
          </a:endParaRPr>
        </a:p>
      </dsp:txBody>
      <dsp:txXfrm>
        <a:off x="4450505" y="2005109"/>
        <a:ext cx="2161560" cy="407289"/>
      </dsp:txXfrm>
    </dsp:sp>
    <dsp:sp modelId="{4077A17C-4E0C-4DF4-A91D-92B88CD103A3}">
      <dsp:nvSpPr>
        <dsp:cNvPr id="0" name=""/>
        <dsp:cNvSpPr/>
      </dsp:nvSpPr>
      <dsp:spPr>
        <a:xfrm rot="19457599">
          <a:off x="4051666" y="2820730"/>
          <a:ext cx="426230" cy="19865"/>
        </a:xfrm>
        <a:custGeom>
          <a:avLst/>
          <a:gdLst/>
          <a:ahLst/>
          <a:cxnLst/>
          <a:rect l="0" t="0" r="0" b="0"/>
          <a:pathLst>
            <a:path>
              <a:moveTo>
                <a:pt x="0" y="9932"/>
              </a:moveTo>
              <a:lnTo>
                <a:pt x="426230" y="9932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800" b="1" kern="1200">
            <a:latin typeface="Times New Roman" pitchFamily="18" charset="0"/>
            <a:ea typeface="+mn-ea"/>
            <a:cs typeface="Times New Roman" pitchFamily="18" charset="0"/>
          </a:endParaRPr>
        </a:p>
      </dsp:txBody>
      <dsp:txXfrm>
        <a:off x="4254125" y="2820007"/>
        <a:ext cx="21311" cy="21311"/>
      </dsp:txXfrm>
    </dsp:sp>
    <dsp:sp modelId="{5802D046-5ABB-4471-976F-ED6B844932BF}">
      <dsp:nvSpPr>
        <dsp:cNvPr id="0" name=""/>
        <dsp:cNvSpPr/>
      </dsp:nvSpPr>
      <dsp:spPr>
        <a:xfrm>
          <a:off x="4437834" y="2489965"/>
          <a:ext cx="2186902" cy="43263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zh-CN" sz="1800" b="1" kern="1200" dirty="0" smtClean="0">
              <a:latin typeface="Times New Roman" pitchFamily="18" charset="0"/>
              <a:ea typeface="+mn-ea"/>
              <a:cs typeface="Times New Roman" pitchFamily="18" charset="0"/>
            </a:rPr>
            <a:t>下拉输入</a:t>
          </a:r>
          <a:endParaRPr lang="zh-CN" altLang="zh-CN" sz="1800" b="1" kern="1200" dirty="0">
            <a:latin typeface="Times New Roman" pitchFamily="18" charset="0"/>
            <a:ea typeface="+mn-ea"/>
            <a:cs typeface="Times New Roman" pitchFamily="18" charset="0"/>
          </a:endParaRPr>
        </a:p>
      </dsp:txBody>
      <dsp:txXfrm>
        <a:off x="4450505" y="2502636"/>
        <a:ext cx="2161560" cy="407289"/>
      </dsp:txXfrm>
    </dsp:sp>
    <dsp:sp modelId="{2A2F1687-526D-4F2D-9121-85CCA9346E75}">
      <dsp:nvSpPr>
        <dsp:cNvPr id="0" name=""/>
        <dsp:cNvSpPr/>
      </dsp:nvSpPr>
      <dsp:spPr>
        <a:xfrm rot="2142401">
          <a:off x="4051666" y="3069493"/>
          <a:ext cx="426230" cy="19865"/>
        </a:xfrm>
        <a:custGeom>
          <a:avLst/>
          <a:gdLst/>
          <a:ahLst/>
          <a:cxnLst/>
          <a:rect l="0" t="0" r="0" b="0"/>
          <a:pathLst>
            <a:path>
              <a:moveTo>
                <a:pt x="0" y="9932"/>
              </a:moveTo>
              <a:lnTo>
                <a:pt x="426230" y="9932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800" b="1" kern="1200">
            <a:latin typeface="Times New Roman" pitchFamily="18" charset="0"/>
            <a:ea typeface="+mn-ea"/>
            <a:cs typeface="Times New Roman" pitchFamily="18" charset="0"/>
          </a:endParaRPr>
        </a:p>
      </dsp:txBody>
      <dsp:txXfrm>
        <a:off x="4254125" y="3068770"/>
        <a:ext cx="21311" cy="21311"/>
      </dsp:txXfrm>
    </dsp:sp>
    <dsp:sp modelId="{2CFC73B7-5CF8-4873-BF74-E98CB1CDDB53}">
      <dsp:nvSpPr>
        <dsp:cNvPr id="0" name=""/>
        <dsp:cNvSpPr/>
      </dsp:nvSpPr>
      <dsp:spPr>
        <a:xfrm>
          <a:off x="4437834" y="2987492"/>
          <a:ext cx="2186902" cy="43263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zh-CN" sz="1800" b="1" kern="1200" dirty="0" smtClean="0">
              <a:latin typeface="Times New Roman" pitchFamily="18" charset="0"/>
              <a:ea typeface="+mn-ea"/>
              <a:cs typeface="Times New Roman" pitchFamily="18" charset="0"/>
            </a:rPr>
            <a:t>模拟输入</a:t>
          </a:r>
          <a:endParaRPr lang="zh-CN" altLang="zh-CN" sz="1800" b="1" kern="1200" dirty="0">
            <a:latin typeface="Times New Roman" pitchFamily="18" charset="0"/>
            <a:ea typeface="+mn-ea"/>
            <a:cs typeface="Times New Roman" pitchFamily="18" charset="0"/>
          </a:endParaRPr>
        </a:p>
      </dsp:txBody>
      <dsp:txXfrm>
        <a:off x="4450505" y="3000163"/>
        <a:ext cx="2161560" cy="407289"/>
      </dsp:txXfrm>
    </dsp:sp>
    <dsp:sp modelId="{1F48238A-3A92-4B7F-8B5A-10EC12CF50E0}">
      <dsp:nvSpPr>
        <dsp:cNvPr id="0" name=""/>
        <dsp:cNvSpPr/>
      </dsp:nvSpPr>
      <dsp:spPr>
        <a:xfrm rot="3907178">
          <a:off x="3853460" y="3318256"/>
          <a:ext cx="822640" cy="19865"/>
        </a:xfrm>
        <a:custGeom>
          <a:avLst/>
          <a:gdLst/>
          <a:ahLst/>
          <a:cxnLst/>
          <a:rect l="0" t="0" r="0" b="0"/>
          <a:pathLst>
            <a:path>
              <a:moveTo>
                <a:pt x="0" y="9932"/>
              </a:moveTo>
              <a:lnTo>
                <a:pt x="822640" y="9932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800" b="1" kern="1200">
            <a:latin typeface="Times New Roman" pitchFamily="18" charset="0"/>
            <a:ea typeface="+mn-ea"/>
            <a:cs typeface="Times New Roman" pitchFamily="18" charset="0"/>
          </a:endParaRPr>
        </a:p>
      </dsp:txBody>
      <dsp:txXfrm>
        <a:off x="4244215" y="3307623"/>
        <a:ext cx="41132" cy="41132"/>
      </dsp:txXfrm>
    </dsp:sp>
    <dsp:sp modelId="{B6FD28BD-D259-491C-8A10-4ADAAEF77098}">
      <dsp:nvSpPr>
        <dsp:cNvPr id="0" name=""/>
        <dsp:cNvSpPr/>
      </dsp:nvSpPr>
      <dsp:spPr>
        <a:xfrm>
          <a:off x="4437834" y="3485018"/>
          <a:ext cx="2186902" cy="43263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zh-CN" sz="1800" b="1" kern="1200" dirty="0" smtClean="0">
              <a:latin typeface="Times New Roman" pitchFamily="18" charset="0"/>
              <a:ea typeface="+mn-ea"/>
              <a:cs typeface="Times New Roman" pitchFamily="18" charset="0"/>
            </a:rPr>
            <a:t>浮空输入</a:t>
          </a:r>
          <a:endParaRPr lang="zh-CN" altLang="zh-CN" sz="1800" b="1" kern="1200" dirty="0">
            <a:latin typeface="Times New Roman" pitchFamily="18" charset="0"/>
            <a:ea typeface="+mn-ea"/>
            <a:cs typeface="Times New Roman" pitchFamily="18" charset="0"/>
          </a:endParaRPr>
        </a:p>
      </dsp:txBody>
      <dsp:txXfrm>
        <a:off x="4450505" y="3497689"/>
        <a:ext cx="2161560" cy="40728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4122BD-BEBC-42A9-A2A4-98042DD9C2F4}">
      <dsp:nvSpPr>
        <dsp:cNvPr id="0" name=""/>
        <dsp:cNvSpPr/>
      </dsp:nvSpPr>
      <dsp:spPr>
        <a:xfrm>
          <a:off x="913930" y="259281"/>
          <a:ext cx="3350717" cy="3350717"/>
        </a:xfrm>
        <a:prstGeom prst="pie">
          <a:avLst>
            <a:gd name="adj1" fmla="val 16200000"/>
            <a:gd name="adj2" fmla="val 180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lvl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b="1" kern="1200" dirty="0" smtClean="0"/>
            <a:t>利用外部电路的驱动能力，减少芯片内部的驱动。</a:t>
          </a:r>
          <a:endParaRPr lang="zh-CN" altLang="en-US" sz="1600" b="1" kern="1200" dirty="0"/>
        </a:p>
      </dsp:txBody>
      <dsp:txXfrm>
        <a:off x="2679837" y="969314"/>
        <a:ext cx="1196684" cy="997237"/>
      </dsp:txXfrm>
    </dsp:sp>
    <dsp:sp modelId="{A1EF1277-E600-46B5-94A1-5B800E4928A6}">
      <dsp:nvSpPr>
        <dsp:cNvPr id="0" name=""/>
        <dsp:cNvSpPr/>
      </dsp:nvSpPr>
      <dsp:spPr>
        <a:xfrm>
          <a:off x="844921" y="378950"/>
          <a:ext cx="3350717" cy="3350717"/>
        </a:xfrm>
        <a:prstGeom prst="pie">
          <a:avLst>
            <a:gd name="adj1" fmla="val 1800000"/>
            <a:gd name="adj2" fmla="val 9000000"/>
          </a:avLst>
        </a:prstGeom>
        <a:solidFill>
          <a:schemeClr val="accent4">
            <a:hueOff val="-2232385"/>
            <a:satOff val="13449"/>
            <a:lumOff val="107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lvl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b="1" kern="1200" dirty="0" smtClean="0"/>
            <a:t>无上拉电阻时，只能输出低电平，要输出高电平，则必需外接上拉电阻。</a:t>
          </a:r>
          <a:endParaRPr lang="zh-CN" altLang="en-US" sz="1600" b="1" kern="1200" dirty="0"/>
        </a:p>
      </dsp:txBody>
      <dsp:txXfrm>
        <a:off x="1642711" y="2552927"/>
        <a:ext cx="1795027" cy="877568"/>
      </dsp:txXfrm>
    </dsp:sp>
    <dsp:sp modelId="{2616E5BD-7A91-432A-9DFB-1051CD8FF312}">
      <dsp:nvSpPr>
        <dsp:cNvPr id="0" name=""/>
        <dsp:cNvSpPr/>
      </dsp:nvSpPr>
      <dsp:spPr>
        <a:xfrm>
          <a:off x="775912" y="259281"/>
          <a:ext cx="3350717" cy="3350717"/>
        </a:xfrm>
        <a:prstGeom prst="pie">
          <a:avLst>
            <a:gd name="adj1" fmla="val 9000000"/>
            <a:gd name="adj2" fmla="val 16200000"/>
          </a:avLst>
        </a:prstGeom>
        <a:solidFill>
          <a:schemeClr val="accent4">
            <a:hueOff val="-4464770"/>
            <a:satOff val="26899"/>
            <a:lumOff val="215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lvl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b="1" kern="1200" dirty="0" smtClean="0"/>
            <a:t>开漏输出能够方便的实现 “逻辑与”功能。</a:t>
          </a:r>
          <a:endParaRPr lang="zh-CN" altLang="en-US" sz="1600" b="1" kern="1200" dirty="0"/>
        </a:p>
      </dsp:txBody>
      <dsp:txXfrm>
        <a:off x="1164037" y="969314"/>
        <a:ext cx="1196684" cy="997237"/>
      </dsp:txXfrm>
    </dsp:sp>
    <dsp:sp modelId="{CFFD374E-09D8-4FA4-8ED9-E9555F34D88A}">
      <dsp:nvSpPr>
        <dsp:cNvPr id="0" name=""/>
        <dsp:cNvSpPr/>
      </dsp:nvSpPr>
      <dsp:spPr>
        <a:xfrm>
          <a:off x="706781" y="51856"/>
          <a:ext cx="3765567" cy="3765567"/>
        </a:xfrm>
        <a:prstGeom prst="circularArrow">
          <a:avLst>
            <a:gd name="adj1" fmla="val 5085"/>
            <a:gd name="adj2" fmla="val 327528"/>
            <a:gd name="adj3" fmla="val 1472472"/>
            <a:gd name="adj4" fmla="val 16199432"/>
            <a:gd name="adj5" fmla="val 5932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AC0343-A5D8-40A2-9B53-254E3A56D048}">
      <dsp:nvSpPr>
        <dsp:cNvPr id="0" name=""/>
        <dsp:cNvSpPr/>
      </dsp:nvSpPr>
      <dsp:spPr>
        <a:xfrm>
          <a:off x="637496" y="171312"/>
          <a:ext cx="3765567" cy="3765567"/>
        </a:xfrm>
        <a:prstGeom prst="circularArrow">
          <a:avLst>
            <a:gd name="adj1" fmla="val 5085"/>
            <a:gd name="adj2" fmla="val 327528"/>
            <a:gd name="adj3" fmla="val 8671970"/>
            <a:gd name="adj4" fmla="val 1800502"/>
            <a:gd name="adj5" fmla="val 5932"/>
          </a:avLst>
        </a:prstGeom>
        <a:solidFill>
          <a:schemeClr val="accent4">
            <a:hueOff val="-2232385"/>
            <a:satOff val="13449"/>
            <a:lumOff val="1078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DF7786-2F0B-4F47-9E70-979AD7A18994}">
      <dsp:nvSpPr>
        <dsp:cNvPr id="0" name=""/>
        <dsp:cNvSpPr/>
      </dsp:nvSpPr>
      <dsp:spPr>
        <a:xfrm>
          <a:off x="568210" y="51856"/>
          <a:ext cx="3765567" cy="3765567"/>
        </a:xfrm>
        <a:prstGeom prst="circularArrow">
          <a:avLst>
            <a:gd name="adj1" fmla="val 5085"/>
            <a:gd name="adj2" fmla="val 327528"/>
            <a:gd name="adj3" fmla="val 15873039"/>
            <a:gd name="adj4" fmla="val 9000000"/>
            <a:gd name="adj5" fmla="val 5932"/>
          </a:avLst>
        </a:prstGeom>
        <a:solidFill>
          <a:schemeClr val="accent4">
            <a:hueOff val="-4464770"/>
            <a:satOff val="26899"/>
            <a:lumOff val="2156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8B3BAB-3584-4F11-B7A6-CD8C1B19CE99}">
      <dsp:nvSpPr>
        <dsp:cNvPr id="0" name=""/>
        <dsp:cNvSpPr/>
      </dsp:nvSpPr>
      <dsp:spPr>
        <a:xfrm>
          <a:off x="527098" y="311074"/>
          <a:ext cx="3266282" cy="326628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2000" b="1" kern="1200" dirty="0" smtClean="0"/>
            <a:t>当</a:t>
          </a:r>
          <a:r>
            <a:rPr lang="en-US" sz="2000" b="1" kern="1200" dirty="0" smtClean="0"/>
            <a:t>I/O</a:t>
          </a:r>
          <a:r>
            <a:rPr lang="zh-CN" sz="2000" b="1" kern="1200" dirty="0" smtClean="0"/>
            <a:t>引脚作为复用功能时，可选择复用推挽输出模式或复用开漏输出模式，在选择复用开漏输出模式时，需外接上拉电阻。</a:t>
          </a:r>
          <a:endParaRPr lang="zh-CN" sz="2000" b="1" kern="1200" dirty="0"/>
        </a:p>
      </dsp:txBody>
      <dsp:txXfrm>
        <a:off x="1071479" y="855455"/>
        <a:ext cx="2177521" cy="2177521"/>
      </dsp:txXfrm>
    </dsp:sp>
    <dsp:sp modelId="{57D4D449-2DC4-4A3F-99D4-C0DF3652022D}">
      <dsp:nvSpPr>
        <dsp:cNvPr id="0" name=""/>
        <dsp:cNvSpPr/>
      </dsp:nvSpPr>
      <dsp:spPr>
        <a:xfrm>
          <a:off x="342900" y="108776"/>
          <a:ext cx="3670679" cy="3670679"/>
        </a:xfrm>
        <a:prstGeom prst="circularArrow">
          <a:avLst>
            <a:gd name="adj1" fmla="val 5085"/>
            <a:gd name="adj2" fmla="val 327528"/>
            <a:gd name="adj3" fmla="val 15834581"/>
            <a:gd name="adj4" fmla="val 16237891"/>
            <a:gd name="adj5" fmla="val 5932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193ACF-CDF9-4570-8B78-D9979F55B8A4}">
      <dsp:nvSpPr>
        <dsp:cNvPr id="0" name=""/>
        <dsp:cNvSpPr/>
      </dsp:nvSpPr>
      <dsp:spPr>
        <a:xfrm>
          <a:off x="0" y="1092"/>
          <a:ext cx="7537828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2AA267-9B2C-43A5-984F-53975C68A69E}">
      <dsp:nvSpPr>
        <dsp:cNvPr id="0" name=""/>
        <dsp:cNvSpPr/>
      </dsp:nvSpPr>
      <dsp:spPr>
        <a:xfrm>
          <a:off x="0" y="1092"/>
          <a:ext cx="1820069" cy="7450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1800" b="1" kern="1200" dirty="0" smtClean="0"/>
            <a:t>上拉输入模式（</a:t>
          </a:r>
          <a:r>
            <a:rPr lang="en-US" sz="1800" b="1" kern="1200" dirty="0" smtClean="0"/>
            <a:t>Input Pull-up</a:t>
          </a:r>
          <a:r>
            <a:rPr lang="zh-CN" sz="1800" b="1" kern="1200" dirty="0" smtClean="0"/>
            <a:t>）</a:t>
          </a:r>
          <a:endParaRPr lang="zh-CN" sz="1800" kern="1200" dirty="0"/>
        </a:p>
      </dsp:txBody>
      <dsp:txXfrm>
        <a:off x="0" y="1092"/>
        <a:ext cx="1820069" cy="745066"/>
      </dsp:txXfrm>
    </dsp:sp>
    <dsp:sp modelId="{86274A93-5903-4702-9552-772EAF425DFF}">
      <dsp:nvSpPr>
        <dsp:cNvPr id="0" name=""/>
        <dsp:cNvSpPr/>
      </dsp:nvSpPr>
      <dsp:spPr>
        <a:xfrm>
          <a:off x="1927174" y="34926"/>
          <a:ext cx="5605156" cy="6766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1600" kern="1200" dirty="0" smtClean="0"/>
            <a:t>上拉输入模式，引脚内部有个上拉电阻，通过开关连接到电源</a:t>
          </a:r>
          <a:r>
            <a:rPr lang="en-US" sz="1600" kern="1200" dirty="0" smtClean="0"/>
            <a:t>VDD</a:t>
          </a:r>
          <a:r>
            <a:rPr lang="zh-CN" sz="1600" kern="1200" dirty="0" smtClean="0"/>
            <a:t>，当</a:t>
          </a:r>
          <a:r>
            <a:rPr lang="en-US" sz="1600" kern="1200" dirty="0" smtClean="0"/>
            <a:t>I/O</a:t>
          </a:r>
          <a:r>
            <a:rPr lang="zh-CN" sz="1600" kern="1200" dirty="0" smtClean="0"/>
            <a:t>引脚无输入信号时，默认输入高电平。</a:t>
          </a:r>
          <a:endParaRPr lang="zh-CN" sz="1600" kern="1200" dirty="0"/>
        </a:p>
      </dsp:txBody>
      <dsp:txXfrm>
        <a:off x="1927174" y="34926"/>
        <a:ext cx="5605156" cy="676671"/>
      </dsp:txXfrm>
    </dsp:sp>
    <dsp:sp modelId="{D13ADACA-4562-485B-BD90-DDC501ED7CF0}">
      <dsp:nvSpPr>
        <dsp:cNvPr id="0" name=""/>
        <dsp:cNvSpPr/>
      </dsp:nvSpPr>
      <dsp:spPr>
        <a:xfrm>
          <a:off x="1820069" y="711597"/>
          <a:ext cx="5712261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F37045-EC9F-4592-B5E6-F659B4970D37}">
      <dsp:nvSpPr>
        <dsp:cNvPr id="0" name=""/>
        <dsp:cNvSpPr/>
      </dsp:nvSpPr>
      <dsp:spPr>
        <a:xfrm>
          <a:off x="0" y="746158"/>
          <a:ext cx="7537828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08CDF9-D0A2-4A11-99BF-C1065EF811E1}">
      <dsp:nvSpPr>
        <dsp:cNvPr id="0" name=""/>
        <dsp:cNvSpPr/>
      </dsp:nvSpPr>
      <dsp:spPr>
        <a:xfrm>
          <a:off x="0" y="746158"/>
          <a:ext cx="1921796" cy="7450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1800" b="1" kern="1200" dirty="0" smtClean="0">
              <a:solidFill>
                <a:schemeClr val="accent5">
                  <a:lumMod val="75000"/>
                </a:schemeClr>
              </a:solidFill>
            </a:rPr>
            <a:t>下拉输入模式（</a:t>
          </a:r>
          <a:r>
            <a:rPr lang="en-US" sz="1800" b="1" kern="1200" dirty="0" smtClean="0">
              <a:solidFill>
                <a:schemeClr val="accent5">
                  <a:lumMod val="75000"/>
                </a:schemeClr>
              </a:solidFill>
            </a:rPr>
            <a:t>Input Pull-down</a:t>
          </a:r>
          <a:r>
            <a:rPr lang="zh-CN" sz="1800" b="1" kern="1200" dirty="0" smtClean="0">
              <a:solidFill>
                <a:schemeClr val="accent5">
                  <a:lumMod val="75000"/>
                </a:schemeClr>
              </a:solidFill>
            </a:rPr>
            <a:t>）</a:t>
          </a:r>
          <a:endParaRPr lang="zh-CN" sz="1800" b="1" kern="1200" dirty="0">
            <a:solidFill>
              <a:schemeClr val="accent5">
                <a:lumMod val="75000"/>
              </a:schemeClr>
            </a:solidFill>
          </a:endParaRPr>
        </a:p>
      </dsp:txBody>
      <dsp:txXfrm>
        <a:off x="0" y="746158"/>
        <a:ext cx="1921796" cy="745066"/>
      </dsp:txXfrm>
    </dsp:sp>
    <dsp:sp modelId="{0D89C4F6-B9DD-4D5D-B624-544F3F90A348}">
      <dsp:nvSpPr>
        <dsp:cNvPr id="0" name=""/>
        <dsp:cNvSpPr/>
      </dsp:nvSpPr>
      <dsp:spPr>
        <a:xfrm>
          <a:off x="2027024" y="779992"/>
          <a:ext cx="5506921" cy="6766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1600" kern="1200" dirty="0" smtClean="0"/>
            <a:t>下拉输入模式和上拉输入模式正好相反，当</a:t>
          </a:r>
          <a:r>
            <a:rPr lang="en-US" sz="1600" kern="1200" dirty="0" smtClean="0"/>
            <a:t>I/O</a:t>
          </a:r>
          <a:r>
            <a:rPr lang="zh-CN" sz="1600" kern="1200" dirty="0" smtClean="0"/>
            <a:t>引脚无输入信号时，默认输入低电平。</a:t>
          </a:r>
          <a:endParaRPr lang="zh-CN" sz="1600" kern="1200" dirty="0"/>
        </a:p>
      </dsp:txBody>
      <dsp:txXfrm>
        <a:off x="2027024" y="779992"/>
        <a:ext cx="5506921" cy="676671"/>
      </dsp:txXfrm>
    </dsp:sp>
    <dsp:sp modelId="{4343A4F5-438E-458D-B77F-56057ED78A4D}">
      <dsp:nvSpPr>
        <dsp:cNvPr id="0" name=""/>
        <dsp:cNvSpPr/>
      </dsp:nvSpPr>
      <dsp:spPr>
        <a:xfrm>
          <a:off x="1921796" y="1456663"/>
          <a:ext cx="561214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2E7B9D-08F1-4BB2-8B8D-DFAFC8DBAC4E}">
      <dsp:nvSpPr>
        <dsp:cNvPr id="0" name=""/>
        <dsp:cNvSpPr/>
      </dsp:nvSpPr>
      <dsp:spPr>
        <a:xfrm>
          <a:off x="0" y="1491224"/>
          <a:ext cx="7537828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085B24-F995-4734-88DA-24E9A08B77B3}">
      <dsp:nvSpPr>
        <dsp:cNvPr id="0" name=""/>
        <dsp:cNvSpPr/>
      </dsp:nvSpPr>
      <dsp:spPr>
        <a:xfrm>
          <a:off x="0" y="1491224"/>
          <a:ext cx="1982847" cy="7450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 b="1" kern="1200" dirty="0" smtClean="0">
              <a:solidFill>
                <a:srgbClr val="00B050"/>
              </a:solidFill>
            </a:rPr>
            <a:t>浮空输入模式</a:t>
          </a:r>
          <a:endParaRPr lang="zh-CN" altLang="en-US" sz="1800" b="1" kern="1200" dirty="0">
            <a:solidFill>
              <a:srgbClr val="00B050"/>
            </a:solidFill>
          </a:endParaRPr>
        </a:p>
      </dsp:txBody>
      <dsp:txXfrm>
        <a:off x="0" y="1491224"/>
        <a:ext cx="1982847" cy="745066"/>
      </dsp:txXfrm>
    </dsp:sp>
    <dsp:sp modelId="{AC93868A-FD0A-48A9-88C7-DD9EE2F647CF}">
      <dsp:nvSpPr>
        <dsp:cNvPr id="0" name=""/>
        <dsp:cNvSpPr/>
      </dsp:nvSpPr>
      <dsp:spPr>
        <a:xfrm>
          <a:off x="2086970" y="1525058"/>
          <a:ext cx="5449136" cy="6766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1600" kern="1200" dirty="0" smtClean="0"/>
            <a:t>浮空输入模式下引脚内部既不接上拉电阻也不连接下拉电阻，直接经施密特触发器输入</a:t>
          </a:r>
          <a:r>
            <a:rPr lang="en-US" sz="1600" kern="1200" dirty="0" smtClean="0"/>
            <a:t>I/O</a:t>
          </a:r>
          <a:r>
            <a:rPr lang="zh-CN" sz="1600" kern="1200" dirty="0" smtClean="0"/>
            <a:t>引脚的信号。</a:t>
          </a:r>
          <a:endParaRPr lang="zh-CN" sz="1600" kern="1200" dirty="0"/>
        </a:p>
      </dsp:txBody>
      <dsp:txXfrm>
        <a:off x="2086970" y="1525058"/>
        <a:ext cx="5449136" cy="676671"/>
      </dsp:txXfrm>
    </dsp:sp>
    <dsp:sp modelId="{48D1ADBE-22A8-416C-A6E9-4A0DB820BB90}">
      <dsp:nvSpPr>
        <dsp:cNvPr id="0" name=""/>
        <dsp:cNvSpPr/>
      </dsp:nvSpPr>
      <dsp:spPr>
        <a:xfrm>
          <a:off x="1982847" y="2201729"/>
          <a:ext cx="555325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4B12B0-8ED7-423A-98C2-ACC6EE7F5834}">
      <dsp:nvSpPr>
        <dsp:cNvPr id="0" name=""/>
        <dsp:cNvSpPr/>
      </dsp:nvSpPr>
      <dsp:spPr>
        <a:xfrm rot="10800000">
          <a:off x="536754" y="766"/>
          <a:ext cx="6173648" cy="695858"/>
        </a:xfrm>
        <a:prstGeom prst="homePlate">
          <a:avLst/>
        </a:prstGeom>
        <a:solidFill>
          <a:schemeClr val="accent5">
            <a:shade val="80000"/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06854" tIns="76200" rIns="142240" bIns="76200" numCol="1" spcCol="1270" anchor="ctr" anchorCtr="0">
          <a:noAutofit/>
        </a:bodyPr>
        <a:lstStyle/>
        <a:p>
          <a:pPr marL="0" lvl="0" indent="17780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2000" b="1" kern="1200" dirty="0" smtClean="0"/>
            <a:t>5.3.1 </a:t>
          </a:r>
          <a:r>
            <a:rPr lang="en-US" altLang="zh-CN" sz="2000" b="1" kern="1200" dirty="0" smtClean="0"/>
            <a:t>GPIO</a:t>
          </a:r>
          <a:r>
            <a:rPr lang="zh-CN" altLang="en-US" sz="2000" b="1" kern="1200" dirty="0" smtClean="0"/>
            <a:t>标准</a:t>
          </a:r>
          <a:r>
            <a:rPr lang="zh-CN" altLang="en-US" sz="2000" b="1" kern="1200" dirty="0" smtClean="0"/>
            <a:t>外设</a:t>
          </a:r>
          <a:r>
            <a:rPr lang="zh-CN" altLang="en-US" sz="2000" b="1" kern="1200" dirty="0" smtClean="0"/>
            <a:t>库接口</a:t>
          </a:r>
          <a:r>
            <a:rPr lang="zh-CN" altLang="en-US" sz="2000" b="1" kern="1200" dirty="0" smtClean="0"/>
            <a:t>函数</a:t>
          </a:r>
          <a:endParaRPr lang="zh-CN" sz="2000" kern="1200" dirty="0"/>
        </a:p>
      </dsp:txBody>
      <dsp:txXfrm rot="10800000">
        <a:off x="710718" y="766"/>
        <a:ext cx="5999684" cy="695858"/>
      </dsp:txXfrm>
    </dsp:sp>
    <dsp:sp modelId="{BD893DEC-F94E-4CFD-8B1D-44EBE27F01D8}">
      <dsp:nvSpPr>
        <dsp:cNvPr id="0" name=""/>
        <dsp:cNvSpPr/>
      </dsp:nvSpPr>
      <dsp:spPr>
        <a:xfrm>
          <a:off x="378917" y="766"/>
          <a:ext cx="695858" cy="695858"/>
        </a:xfrm>
        <a:prstGeom prst="ellipse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8D22E1E6-691D-45DB-B730-1DC2060C8198}">
      <dsp:nvSpPr>
        <dsp:cNvPr id="0" name=""/>
        <dsp:cNvSpPr/>
      </dsp:nvSpPr>
      <dsp:spPr>
        <a:xfrm rot="10800000">
          <a:off x="536754" y="871361"/>
          <a:ext cx="6173648" cy="695858"/>
        </a:xfrm>
        <a:prstGeom prst="homePlate">
          <a:avLst/>
        </a:prstGeom>
        <a:solidFill>
          <a:schemeClr val="accent5">
            <a:shade val="80000"/>
            <a:hueOff val="102612"/>
            <a:satOff val="-1119"/>
            <a:lumOff val="12789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06854" tIns="76200" rIns="142240" bIns="76200" numCol="1" spcCol="1270" anchor="ctr" anchorCtr="0">
          <a:noAutofit/>
        </a:bodyPr>
        <a:lstStyle/>
        <a:p>
          <a:pPr marL="0" lvl="0" indent="17780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2000" b="1" kern="1200" dirty="0" smtClean="0"/>
            <a:t>5.3.2 </a:t>
          </a:r>
          <a:r>
            <a:rPr lang="en-US" altLang="zh-CN" sz="2000" b="1" kern="1200" dirty="0" smtClean="0"/>
            <a:t>GPIO</a:t>
          </a:r>
          <a:r>
            <a:rPr lang="zh-CN" altLang="en-US" sz="2000" b="1" kern="1200" dirty="0" smtClean="0"/>
            <a:t>标准外设库应用</a:t>
          </a:r>
          <a:r>
            <a:rPr lang="zh-CN" altLang="en-US" sz="2000" b="1" kern="1200" dirty="0" smtClean="0"/>
            <a:t>实例</a:t>
          </a:r>
          <a:endParaRPr lang="zh-CN" sz="2000" kern="1200" dirty="0"/>
        </a:p>
      </dsp:txBody>
      <dsp:txXfrm rot="10800000">
        <a:off x="710718" y="871361"/>
        <a:ext cx="5999684" cy="695858"/>
      </dsp:txXfrm>
    </dsp:sp>
    <dsp:sp modelId="{536BAE9F-688B-43CA-8A61-824EE17C80DA}">
      <dsp:nvSpPr>
        <dsp:cNvPr id="0" name=""/>
        <dsp:cNvSpPr/>
      </dsp:nvSpPr>
      <dsp:spPr>
        <a:xfrm>
          <a:off x="378917" y="871361"/>
          <a:ext cx="695858" cy="695858"/>
        </a:xfrm>
        <a:prstGeom prst="ellipse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4C9106F8-718B-46E5-8FB7-F18DA0278976}">
      <dsp:nvSpPr>
        <dsp:cNvPr id="0" name=""/>
        <dsp:cNvSpPr/>
      </dsp:nvSpPr>
      <dsp:spPr>
        <a:xfrm rot="10800000">
          <a:off x="536754" y="1741957"/>
          <a:ext cx="6173648" cy="695858"/>
        </a:xfrm>
        <a:prstGeom prst="homePlate">
          <a:avLst/>
        </a:prstGeom>
        <a:solidFill>
          <a:schemeClr val="accent5">
            <a:shade val="80000"/>
            <a:hueOff val="205224"/>
            <a:satOff val="-2238"/>
            <a:lumOff val="25579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06854" tIns="76200" rIns="142240" bIns="76200" numCol="1" spcCol="1270" anchor="ctr" anchorCtr="0">
          <a:noAutofit/>
        </a:bodyPr>
        <a:lstStyle/>
        <a:p>
          <a:pPr marL="0" lvl="0" indent="17780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 smtClean="0"/>
            <a:t>5.3.3 </a:t>
          </a:r>
          <a:r>
            <a:rPr lang="zh-CN" sz="2000" b="1" kern="1200" dirty="0" smtClean="0"/>
            <a:t>基于</a:t>
          </a:r>
          <a:r>
            <a:rPr lang="zh-CN" sz="2000" b="1" kern="1200" dirty="0" smtClean="0"/>
            <a:t>标准外设库开发的一般流程</a:t>
          </a:r>
          <a:endParaRPr lang="zh-CN" sz="2000" kern="1200" dirty="0"/>
        </a:p>
      </dsp:txBody>
      <dsp:txXfrm rot="10800000">
        <a:off x="710718" y="1741957"/>
        <a:ext cx="5999684" cy="695858"/>
      </dsp:txXfrm>
    </dsp:sp>
    <dsp:sp modelId="{25EE83B5-9181-4312-AF69-76E7DB3C707E}">
      <dsp:nvSpPr>
        <dsp:cNvPr id="0" name=""/>
        <dsp:cNvSpPr/>
      </dsp:nvSpPr>
      <dsp:spPr>
        <a:xfrm>
          <a:off x="378917" y="1741957"/>
          <a:ext cx="695858" cy="695858"/>
        </a:xfrm>
        <a:prstGeom prst="ellipse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0C12B9-750C-4B07-9767-FD033525F77E}">
      <dsp:nvSpPr>
        <dsp:cNvPr id="0" name=""/>
        <dsp:cNvSpPr/>
      </dsp:nvSpPr>
      <dsp:spPr>
        <a:xfrm>
          <a:off x="3606" y="1018435"/>
          <a:ext cx="1870785" cy="638070"/>
        </a:xfrm>
        <a:prstGeom prst="roundRect">
          <a:avLst>
            <a:gd name="adj" fmla="val 10000"/>
          </a:avLst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b="1" kern="1200" dirty="0" smtClean="0">
              <a:solidFill>
                <a:schemeClr val="bg1"/>
              </a:solidFill>
            </a:rPr>
            <a:t>代码实现</a:t>
          </a:r>
          <a:endParaRPr lang="zh-CN" altLang="en-US" sz="2400" b="1" kern="1200" dirty="0">
            <a:solidFill>
              <a:schemeClr val="bg1"/>
            </a:solidFill>
          </a:endParaRPr>
        </a:p>
      </dsp:txBody>
      <dsp:txXfrm>
        <a:off x="22294" y="1037123"/>
        <a:ext cx="1833409" cy="600694"/>
      </dsp:txXfrm>
    </dsp:sp>
    <dsp:sp modelId="{B1B54C56-5EB8-4F1E-8FE3-6060E91A52AC}">
      <dsp:nvSpPr>
        <dsp:cNvPr id="0" name=""/>
        <dsp:cNvSpPr/>
      </dsp:nvSpPr>
      <dsp:spPr>
        <a:xfrm rot="17888383">
          <a:off x="1588450" y="838799"/>
          <a:ext cx="1082339" cy="42936"/>
        </a:xfrm>
        <a:custGeom>
          <a:avLst/>
          <a:gdLst/>
          <a:ahLst/>
          <a:cxnLst/>
          <a:rect l="0" t="0" r="0" b="0"/>
          <a:pathLst>
            <a:path>
              <a:moveTo>
                <a:pt x="0" y="21468"/>
              </a:moveTo>
              <a:lnTo>
                <a:pt x="1082339" y="21468"/>
              </a:lnTo>
            </a:path>
          </a:pathLst>
        </a:custGeom>
        <a:noFill/>
        <a:ln w="25400" cap="flat" cmpd="sng" algn="ctr">
          <a:solidFill>
            <a:schemeClr val="accent5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2400" b="1" kern="1200"/>
        </a:p>
      </dsp:txBody>
      <dsp:txXfrm>
        <a:off x="2102562" y="833208"/>
        <a:ext cx="54116" cy="54116"/>
      </dsp:txXfrm>
    </dsp:sp>
    <dsp:sp modelId="{7A958161-BE6C-44E9-BAAC-70D63BB79ABD}">
      <dsp:nvSpPr>
        <dsp:cNvPr id="0" name=""/>
        <dsp:cNvSpPr/>
      </dsp:nvSpPr>
      <dsp:spPr>
        <a:xfrm>
          <a:off x="2384849" y="64028"/>
          <a:ext cx="4302882" cy="638070"/>
        </a:xfrm>
        <a:prstGeom prst="roundRect">
          <a:avLst>
            <a:gd name="adj" fmla="val 10000"/>
          </a:avLst>
        </a:prstGeom>
        <a:solidFill>
          <a:schemeClr val="accent5">
            <a:lumMod val="40000"/>
            <a:lumOff val="60000"/>
          </a:schemeClr>
        </a:solidFill>
        <a:ln w="254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2400" b="1" kern="1200" dirty="0" smtClean="0"/>
            <a:t>新建一个</a:t>
          </a:r>
          <a:r>
            <a:rPr lang="en-US" sz="2400" b="1" kern="1200" dirty="0" err="1" smtClean="0"/>
            <a:t>led.h</a:t>
          </a:r>
          <a:r>
            <a:rPr lang="zh-CN" sz="2400" b="1" kern="1200" dirty="0" smtClean="0"/>
            <a:t>头文件</a:t>
          </a:r>
          <a:endParaRPr lang="zh-CN" altLang="en-US" sz="2400" b="1" kern="1200" dirty="0"/>
        </a:p>
      </dsp:txBody>
      <dsp:txXfrm>
        <a:off x="2403537" y="82716"/>
        <a:ext cx="4265506" cy="600694"/>
      </dsp:txXfrm>
    </dsp:sp>
    <dsp:sp modelId="{4586E78F-EA26-4DFC-BCE3-4C5FF7C9920B}">
      <dsp:nvSpPr>
        <dsp:cNvPr id="0" name=""/>
        <dsp:cNvSpPr/>
      </dsp:nvSpPr>
      <dsp:spPr>
        <a:xfrm>
          <a:off x="1874392" y="1316002"/>
          <a:ext cx="510456" cy="42936"/>
        </a:xfrm>
        <a:custGeom>
          <a:avLst/>
          <a:gdLst/>
          <a:ahLst/>
          <a:cxnLst/>
          <a:rect l="0" t="0" r="0" b="0"/>
          <a:pathLst>
            <a:path>
              <a:moveTo>
                <a:pt x="0" y="21468"/>
              </a:moveTo>
              <a:lnTo>
                <a:pt x="510456" y="21468"/>
              </a:lnTo>
            </a:path>
          </a:pathLst>
        </a:custGeom>
        <a:noFill/>
        <a:ln w="25400" cap="flat" cmpd="sng" algn="ctr">
          <a:solidFill>
            <a:schemeClr val="accent5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2400" b="1" kern="1200"/>
        </a:p>
      </dsp:txBody>
      <dsp:txXfrm>
        <a:off x="2116859" y="1324709"/>
        <a:ext cx="25522" cy="25522"/>
      </dsp:txXfrm>
    </dsp:sp>
    <dsp:sp modelId="{00570D5F-F1F6-438C-81D4-979B2E4DBE20}">
      <dsp:nvSpPr>
        <dsp:cNvPr id="0" name=""/>
        <dsp:cNvSpPr/>
      </dsp:nvSpPr>
      <dsp:spPr>
        <a:xfrm>
          <a:off x="2384849" y="1018435"/>
          <a:ext cx="4302882" cy="638070"/>
        </a:xfrm>
        <a:prstGeom prst="roundRect">
          <a:avLst>
            <a:gd name="adj" fmla="val 10000"/>
          </a:avLst>
        </a:prstGeom>
        <a:solidFill>
          <a:schemeClr val="accent5">
            <a:lumMod val="20000"/>
            <a:lumOff val="80000"/>
          </a:schemeClr>
        </a:solidFill>
        <a:ln w="254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2400" b="1" kern="1200" dirty="0" smtClean="0"/>
            <a:t>新建一个</a:t>
          </a:r>
          <a:r>
            <a:rPr lang="en-US" sz="2400" b="1" kern="1200" dirty="0" err="1" smtClean="0"/>
            <a:t>led.c</a:t>
          </a:r>
          <a:r>
            <a:rPr lang="zh-CN" sz="2400" b="1" kern="1200" dirty="0" smtClean="0"/>
            <a:t>文件</a:t>
          </a:r>
          <a:endParaRPr lang="zh-CN" altLang="en-US" sz="2400" b="1" kern="1200" dirty="0"/>
        </a:p>
      </dsp:txBody>
      <dsp:txXfrm>
        <a:off x="2403537" y="1037123"/>
        <a:ext cx="4265506" cy="600694"/>
      </dsp:txXfrm>
    </dsp:sp>
    <dsp:sp modelId="{5C893CDF-C5ED-4531-A584-6C39A2CA844B}">
      <dsp:nvSpPr>
        <dsp:cNvPr id="0" name=""/>
        <dsp:cNvSpPr/>
      </dsp:nvSpPr>
      <dsp:spPr>
        <a:xfrm rot="3683287">
          <a:off x="1596644" y="1783893"/>
          <a:ext cx="1065952" cy="42936"/>
        </a:xfrm>
        <a:custGeom>
          <a:avLst/>
          <a:gdLst/>
          <a:ahLst/>
          <a:cxnLst/>
          <a:rect l="0" t="0" r="0" b="0"/>
          <a:pathLst>
            <a:path>
              <a:moveTo>
                <a:pt x="0" y="21468"/>
              </a:moveTo>
              <a:lnTo>
                <a:pt x="1065952" y="21468"/>
              </a:lnTo>
            </a:path>
          </a:pathLst>
        </a:custGeom>
        <a:noFill/>
        <a:ln w="25400" cap="flat" cmpd="sng" algn="ctr">
          <a:solidFill>
            <a:schemeClr val="accent5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2400" b="1" kern="1200"/>
        </a:p>
      </dsp:txBody>
      <dsp:txXfrm>
        <a:off x="2102971" y="1778713"/>
        <a:ext cx="53297" cy="53297"/>
      </dsp:txXfrm>
    </dsp:sp>
    <dsp:sp modelId="{10FD211B-4BBA-4567-AC87-84A31007B606}">
      <dsp:nvSpPr>
        <dsp:cNvPr id="0" name=""/>
        <dsp:cNvSpPr/>
      </dsp:nvSpPr>
      <dsp:spPr>
        <a:xfrm>
          <a:off x="2384849" y="1954217"/>
          <a:ext cx="4302882" cy="63807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 dirty="0" err="1" smtClean="0"/>
            <a:t>main.c</a:t>
          </a:r>
          <a:r>
            <a:rPr lang="zh-CN" sz="2400" b="1" kern="1200" dirty="0" smtClean="0"/>
            <a:t>文件</a:t>
          </a:r>
          <a:endParaRPr lang="zh-CN" altLang="en-US" sz="2400" b="1" kern="1200" dirty="0"/>
        </a:p>
      </dsp:txBody>
      <dsp:txXfrm>
        <a:off x="2403537" y="1972905"/>
        <a:ext cx="4265506" cy="600694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1CBDE2-2881-4CDC-82F7-FDD6459FD950}">
      <dsp:nvSpPr>
        <dsp:cNvPr id="0" name=""/>
        <dsp:cNvSpPr/>
      </dsp:nvSpPr>
      <dsp:spPr>
        <a:xfrm>
          <a:off x="-65257" y="43200"/>
          <a:ext cx="3366374" cy="96491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1600" b="1" kern="1200" dirty="0" smtClean="0"/>
            <a:t>代码完成后，</a:t>
          </a:r>
          <a:r>
            <a:rPr lang="zh-CN" altLang="en-US" sz="1600" b="1" kern="1200" dirty="0" smtClean="0"/>
            <a:t>单</a:t>
          </a:r>
          <a:r>
            <a:rPr lang="zh-CN" sz="1600" b="1" kern="1200" dirty="0" smtClean="0"/>
            <a:t>击</a:t>
          </a:r>
          <a:r>
            <a:rPr lang="en-US" altLang="zh-CN" sz="1600" b="1" kern="1200" dirty="0" err="1" smtClean="0"/>
            <a:t>K</a:t>
          </a:r>
          <a:r>
            <a:rPr lang="en-US" sz="1600" b="1" kern="1200" dirty="0" err="1" smtClean="0"/>
            <a:t>eil</a:t>
          </a:r>
          <a:r>
            <a:rPr lang="zh-CN" sz="1600" b="1" kern="1200" dirty="0" smtClean="0"/>
            <a:t>中的编译按钮 进行</a:t>
          </a:r>
          <a:r>
            <a:rPr lang="zh-CN" sz="1600" b="1" kern="1200" dirty="0" smtClean="0">
              <a:solidFill>
                <a:srgbClr val="CD7371"/>
              </a:solidFill>
            </a:rPr>
            <a:t>编译</a:t>
          </a:r>
          <a:r>
            <a:rPr lang="zh-CN" sz="1600" b="1" kern="1200" dirty="0" smtClean="0"/>
            <a:t>；</a:t>
          </a:r>
          <a:endParaRPr lang="zh-CN" sz="1600" kern="1200" dirty="0"/>
        </a:p>
      </dsp:txBody>
      <dsp:txXfrm>
        <a:off x="-36996" y="71461"/>
        <a:ext cx="2163499" cy="908391"/>
      </dsp:txXfrm>
    </dsp:sp>
    <dsp:sp modelId="{DFF8B648-F912-4588-86A3-C319820FEA5D}">
      <dsp:nvSpPr>
        <dsp:cNvPr id="0" name=""/>
        <dsp:cNvSpPr/>
      </dsp:nvSpPr>
      <dsp:spPr>
        <a:xfrm>
          <a:off x="144031" y="1224136"/>
          <a:ext cx="3555395" cy="112332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b="1" kern="1200" dirty="0" smtClean="0"/>
            <a:t>若提示程序有错误，则需认真检查一下代码，找出错误所在，直到编译无错误；</a:t>
          </a:r>
          <a:endParaRPr lang="zh-CN" altLang="en-US" sz="1600" kern="1200" dirty="0"/>
        </a:p>
      </dsp:txBody>
      <dsp:txXfrm>
        <a:off x="176932" y="1257037"/>
        <a:ext cx="2404722" cy="1057522"/>
      </dsp:txXfrm>
    </dsp:sp>
    <dsp:sp modelId="{C161E4B9-9001-40AA-9A32-3AF659D6298C}">
      <dsp:nvSpPr>
        <dsp:cNvPr id="0" name=""/>
        <dsp:cNvSpPr/>
      </dsp:nvSpPr>
      <dsp:spPr>
        <a:xfrm>
          <a:off x="398294" y="2513075"/>
          <a:ext cx="3627402" cy="126734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b="1" kern="1200" dirty="0" smtClean="0"/>
            <a:t>如果提示无错误，就可以通过调试和下载工具，将编译好的可执行文件</a:t>
          </a:r>
          <a:r>
            <a:rPr lang="zh-CN" altLang="en-US" sz="1600" b="1" kern="1200" dirty="0" smtClean="0">
              <a:solidFill>
                <a:srgbClr val="CD7371"/>
              </a:solidFill>
            </a:rPr>
            <a:t>下载</a:t>
          </a:r>
          <a:r>
            <a:rPr lang="zh-CN" altLang="en-US" sz="1600" b="1" kern="1200" dirty="0" smtClean="0"/>
            <a:t>到芯片中，查看并验证实验结果。</a:t>
          </a:r>
          <a:endParaRPr lang="zh-CN" altLang="en-US" sz="1600" kern="1200" dirty="0"/>
        </a:p>
      </dsp:txBody>
      <dsp:txXfrm>
        <a:off x="435413" y="2550194"/>
        <a:ext cx="2446321" cy="1193108"/>
      </dsp:txXfrm>
    </dsp:sp>
    <dsp:sp modelId="{F9FFB100-C388-4774-B119-CD45CB128A6E}">
      <dsp:nvSpPr>
        <dsp:cNvPr id="0" name=""/>
        <dsp:cNvSpPr/>
      </dsp:nvSpPr>
      <dsp:spPr>
        <a:xfrm>
          <a:off x="2570955" y="815849"/>
          <a:ext cx="730161" cy="730161"/>
        </a:xfrm>
        <a:prstGeom prst="downArrow">
          <a:avLst>
            <a:gd name="adj1" fmla="val 55000"/>
            <a:gd name="adj2" fmla="val 45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3600" kern="1200"/>
        </a:p>
      </dsp:txBody>
      <dsp:txXfrm>
        <a:off x="2735241" y="815849"/>
        <a:ext cx="401589" cy="549446"/>
      </dsp:txXfrm>
    </dsp:sp>
    <dsp:sp modelId="{60118BAD-3E74-4C61-AD50-0A7C3DA3F8F0}">
      <dsp:nvSpPr>
        <dsp:cNvPr id="0" name=""/>
        <dsp:cNvSpPr/>
      </dsp:nvSpPr>
      <dsp:spPr>
        <a:xfrm>
          <a:off x="2867988" y="2118906"/>
          <a:ext cx="730161" cy="730161"/>
        </a:xfrm>
        <a:prstGeom prst="downArrow">
          <a:avLst>
            <a:gd name="adj1" fmla="val 55000"/>
            <a:gd name="adj2" fmla="val 45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3600" kern="1200"/>
        </a:p>
      </dsp:txBody>
      <dsp:txXfrm>
        <a:off x="3032274" y="2118906"/>
        <a:ext cx="401589" cy="549446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4B12B0-8ED7-423A-98C2-ACC6EE7F5834}">
      <dsp:nvSpPr>
        <dsp:cNvPr id="0" name=""/>
        <dsp:cNvSpPr/>
      </dsp:nvSpPr>
      <dsp:spPr>
        <a:xfrm rot="10800000">
          <a:off x="723271" y="1855"/>
          <a:ext cx="5651469" cy="693147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05659" tIns="76200" rIns="142240" bIns="76200" numCol="1" spcCol="1270" anchor="ctr" anchorCtr="0">
          <a:noAutofit/>
        </a:bodyPr>
        <a:lstStyle/>
        <a:p>
          <a:pPr marL="0" lvl="0" indent="17780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2000" b="1" kern="1200" dirty="0" smtClean="0"/>
            <a:t>5.4.1 </a:t>
          </a:r>
          <a:r>
            <a:rPr lang="en-US" altLang="zh-CN" sz="2000" b="1" kern="1200" dirty="0" smtClean="0"/>
            <a:t>GPIO</a:t>
          </a:r>
          <a:r>
            <a:rPr lang="zh-CN" altLang="en-US" sz="2000" b="1" kern="1200" dirty="0" smtClean="0"/>
            <a:t>的</a:t>
          </a:r>
          <a:r>
            <a:rPr lang="en-US" altLang="zh-CN" sz="2000" b="1" kern="1200" dirty="0" smtClean="0"/>
            <a:t>HAL</a:t>
          </a:r>
          <a:r>
            <a:rPr lang="zh-CN" altLang="zh-CN" sz="2000" b="1" kern="1200" dirty="0" smtClean="0"/>
            <a:t>库接口</a:t>
          </a:r>
          <a:r>
            <a:rPr lang="zh-CN" altLang="zh-CN" sz="2000" b="1" kern="1200" dirty="0" smtClean="0"/>
            <a:t>函数</a:t>
          </a:r>
          <a:endParaRPr lang="zh-CN" sz="2000" kern="1200" dirty="0"/>
        </a:p>
      </dsp:txBody>
      <dsp:txXfrm rot="10800000">
        <a:off x="896558" y="1855"/>
        <a:ext cx="5478182" cy="693147"/>
      </dsp:txXfrm>
    </dsp:sp>
    <dsp:sp modelId="{BD893DEC-F94E-4CFD-8B1D-44EBE27F01D8}">
      <dsp:nvSpPr>
        <dsp:cNvPr id="0" name=""/>
        <dsp:cNvSpPr/>
      </dsp:nvSpPr>
      <dsp:spPr>
        <a:xfrm>
          <a:off x="357188" y="1855"/>
          <a:ext cx="693147" cy="693147"/>
        </a:xfrm>
        <a:prstGeom prst="ellipse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  <a:ln w="381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8D22E1E6-691D-45DB-B730-1DC2060C8198}">
      <dsp:nvSpPr>
        <dsp:cNvPr id="0" name=""/>
        <dsp:cNvSpPr/>
      </dsp:nvSpPr>
      <dsp:spPr>
        <a:xfrm rot="10800000">
          <a:off x="723271" y="872717"/>
          <a:ext cx="5651469" cy="693147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05659" tIns="76200" rIns="142240" bIns="76200" numCol="1" spcCol="1270" anchor="ctr" anchorCtr="0">
          <a:noAutofit/>
        </a:bodyPr>
        <a:lstStyle/>
        <a:p>
          <a:pPr marL="0" lvl="0" indent="17780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2000" b="1" kern="1200" dirty="0" smtClean="0"/>
            <a:t>5.4.2 GPIO</a:t>
          </a:r>
          <a:r>
            <a:rPr lang="zh-CN" altLang="en-US" sz="2000" b="1" kern="1200" dirty="0" smtClean="0"/>
            <a:t>的</a:t>
          </a:r>
          <a:r>
            <a:rPr lang="en-US" altLang="zh-CN" sz="2000" b="1" kern="1200" dirty="0" smtClean="0"/>
            <a:t> </a:t>
          </a:r>
          <a:r>
            <a:rPr lang="en-US" altLang="zh-CN" sz="2000" b="1" kern="1200" dirty="0" smtClean="0"/>
            <a:t>HAL</a:t>
          </a:r>
          <a:r>
            <a:rPr lang="zh-CN" altLang="en-US" sz="2000" b="1" kern="1200" dirty="0" smtClean="0"/>
            <a:t>库应用</a:t>
          </a:r>
          <a:r>
            <a:rPr lang="zh-CN" altLang="en-US" sz="2000" b="1" kern="1200" dirty="0" smtClean="0"/>
            <a:t>实例</a:t>
          </a:r>
          <a:endParaRPr lang="zh-CN" sz="2000" kern="1200" dirty="0"/>
        </a:p>
      </dsp:txBody>
      <dsp:txXfrm rot="10800000">
        <a:off x="896558" y="872717"/>
        <a:ext cx="5478182" cy="693147"/>
      </dsp:txXfrm>
    </dsp:sp>
    <dsp:sp modelId="{536BAE9F-688B-43CA-8A61-824EE17C80DA}">
      <dsp:nvSpPr>
        <dsp:cNvPr id="0" name=""/>
        <dsp:cNvSpPr/>
      </dsp:nvSpPr>
      <dsp:spPr>
        <a:xfrm>
          <a:off x="357188" y="872717"/>
          <a:ext cx="693147" cy="693147"/>
        </a:xfrm>
        <a:prstGeom prst="ellipse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  <a:ln w="381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DFA4D803-A4D6-48E2-9391-5042EDC90BC7}">
      <dsp:nvSpPr>
        <dsp:cNvPr id="0" name=""/>
        <dsp:cNvSpPr/>
      </dsp:nvSpPr>
      <dsp:spPr>
        <a:xfrm rot="10800000">
          <a:off x="694431" y="1743578"/>
          <a:ext cx="5676580" cy="693147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05659" tIns="76200" rIns="142240" bIns="76200" numCol="1" spcCol="1270" anchor="ctr" anchorCtr="0">
          <a:noAutofit/>
        </a:bodyPr>
        <a:lstStyle/>
        <a:p>
          <a:pPr marL="0" lvl="0" indent="92075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 smtClean="0"/>
            <a:t>  5.4.3 </a:t>
          </a:r>
          <a:r>
            <a:rPr lang="zh-CN" sz="2000" b="1" kern="1200" dirty="0" smtClean="0"/>
            <a:t>基于</a:t>
          </a:r>
          <a:r>
            <a:rPr lang="en-US" sz="2000" b="1" kern="1200" dirty="0" smtClean="0"/>
            <a:t>HAL</a:t>
          </a:r>
          <a:r>
            <a:rPr lang="zh-CN" sz="2000" b="1" kern="1200" dirty="0" smtClean="0"/>
            <a:t>库开发的一般流程</a:t>
          </a:r>
          <a:endParaRPr lang="zh-CN" sz="2000" kern="1200" dirty="0"/>
        </a:p>
      </dsp:txBody>
      <dsp:txXfrm rot="10800000">
        <a:off x="867718" y="1743578"/>
        <a:ext cx="5503293" cy="693147"/>
      </dsp:txXfrm>
    </dsp:sp>
    <dsp:sp modelId="{C06C18F0-AD8E-43A3-A062-56219B7CA638}">
      <dsp:nvSpPr>
        <dsp:cNvPr id="0" name=""/>
        <dsp:cNvSpPr/>
      </dsp:nvSpPr>
      <dsp:spPr>
        <a:xfrm>
          <a:off x="370655" y="1743578"/>
          <a:ext cx="693147" cy="693147"/>
        </a:xfrm>
        <a:prstGeom prst="ellipse">
          <a:avLst/>
        </a:prstGeom>
        <a:blipFill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  <a:ln w="381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04C309-2ABA-4BA0-A4AE-6C0865AC1347}">
      <dsp:nvSpPr>
        <dsp:cNvPr id="0" name=""/>
        <dsp:cNvSpPr/>
      </dsp:nvSpPr>
      <dsp:spPr>
        <a:xfrm>
          <a:off x="0" y="712879"/>
          <a:ext cx="4812196" cy="950506"/>
        </a:xfrm>
        <a:prstGeom prst="notchedRightArrow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5D2E95-0455-4742-9C10-8CD96EE6DBD1}">
      <dsp:nvSpPr>
        <dsp:cNvPr id="0" name=""/>
        <dsp:cNvSpPr/>
      </dsp:nvSpPr>
      <dsp:spPr>
        <a:xfrm>
          <a:off x="2114" y="0"/>
          <a:ext cx="1395724" cy="9505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42240" rIns="142240" bIns="142240" numCol="1" spcCol="1270" anchor="b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 smtClean="0"/>
            <a:t>RCC</a:t>
          </a:r>
          <a:r>
            <a:rPr lang="zh-CN" sz="2000" b="1" kern="1200" dirty="0" smtClean="0"/>
            <a:t>和时钟配置</a:t>
          </a:r>
          <a:endParaRPr lang="zh-CN" altLang="en-US" sz="2000" kern="1200" dirty="0"/>
        </a:p>
      </dsp:txBody>
      <dsp:txXfrm>
        <a:off x="2114" y="0"/>
        <a:ext cx="1395724" cy="950506"/>
      </dsp:txXfrm>
    </dsp:sp>
    <dsp:sp modelId="{60DF79B8-04FA-472E-8968-385966E8E62D}">
      <dsp:nvSpPr>
        <dsp:cNvPr id="0" name=""/>
        <dsp:cNvSpPr/>
      </dsp:nvSpPr>
      <dsp:spPr>
        <a:xfrm>
          <a:off x="581163" y="1069319"/>
          <a:ext cx="237626" cy="237626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031582-7ECE-49FA-A7A9-1D7318590D19}">
      <dsp:nvSpPr>
        <dsp:cNvPr id="0" name=""/>
        <dsp:cNvSpPr/>
      </dsp:nvSpPr>
      <dsp:spPr>
        <a:xfrm>
          <a:off x="1467625" y="1425759"/>
          <a:ext cx="1395724" cy="9505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42240" rIns="142240" bIns="142240" numCol="1" spcCol="1270" anchor="t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 smtClean="0"/>
            <a:t>MCU</a:t>
          </a:r>
          <a:r>
            <a:rPr lang="zh-CN" sz="2000" b="1" kern="1200" dirty="0" smtClean="0"/>
            <a:t>引脚选择</a:t>
          </a:r>
          <a:endParaRPr lang="zh-CN" altLang="en-US" sz="2000" kern="1200" dirty="0"/>
        </a:p>
      </dsp:txBody>
      <dsp:txXfrm>
        <a:off x="1467625" y="1425759"/>
        <a:ext cx="1395724" cy="950506"/>
      </dsp:txXfrm>
    </dsp:sp>
    <dsp:sp modelId="{B0599AA2-C22E-460E-8337-EE0A475D18F0}">
      <dsp:nvSpPr>
        <dsp:cNvPr id="0" name=""/>
        <dsp:cNvSpPr/>
      </dsp:nvSpPr>
      <dsp:spPr>
        <a:xfrm>
          <a:off x="2046674" y="1069319"/>
          <a:ext cx="237626" cy="237626"/>
        </a:xfrm>
        <a:prstGeom prst="ellipse">
          <a:avLst/>
        </a:prstGeom>
        <a:solidFill>
          <a:schemeClr val="accent3">
            <a:hueOff val="5625132"/>
            <a:satOff val="-8440"/>
            <a:lumOff val="-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FEA128-3A4D-43AC-925B-74BE1E0BCFD6}">
      <dsp:nvSpPr>
        <dsp:cNvPr id="0" name=""/>
        <dsp:cNvSpPr/>
      </dsp:nvSpPr>
      <dsp:spPr>
        <a:xfrm>
          <a:off x="2933136" y="0"/>
          <a:ext cx="1395724" cy="9505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42240" rIns="142240" bIns="142240" numCol="1" spcCol="1270" anchor="b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smtClean="0"/>
            <a:t>GPIO</a:t>
          </a:r>
          <a:r>
            <a:rPr lang="zh-CN" sz="2000" b="1" kern="1200" smtClean="0"/>
            <a:t>引脚参数配置</a:t>
          </a:r>
          <a:endParaRPr lang="zh-CN" altLang="en-US" sz="2000" kern="1200" dirty="0"/>
        </a:p>
      </dsp:txBody>
      <dsp:txXfrm>
        <a:off x="2933136" y="0"/>
        <a:ext cx="1395724" cy="950506"/>
      </dsp:txXfrm>
    </dsp:sp>
    <dsp:sp modelId="{E2241CC0-C732-47B4-B756-A71E7037B421}">
      <dsp:nvSpPr>
        <dsp:cNvPr id="0" name=""/>
        <dsp:cNvSpPr/>
      </dsp:nvSpPr>
      <dsp:spPr>
        <a:xfrm>
          <a:off x="3512186" y="1069319"/>
          <a:ext cx="237626" cy="237626"/>
        </a:xfrm>
        <a:prstGeom prst="ellipse">
          <a:avLst/>
        </a:prstGeom>
        <a:solidFill>
          <a:schemeClr val="accent3">
            <a:hueOff val="11250264"/>
            <a:satOff val="-16880"/>
            <a:lumOff val="-274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63CD2B-330C-44B3-9F6B-5BC11C91137D}">
      <dsp:nvSpPr>
        <dsp:cNvPr id="0" name=""/>
        <dsp:cNvSpPr/>
      </dsp:nvSpPr>
      <dsp:spPr>
        <a:xfrm>
          <a:off x="2064398" y="529235"/>
          <a:ext cx="40900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09002" y="45720"/>
              </a:lnTo>
            </a:path>
          </a:pathLst>
        </a:custGeom>
        <a:noFill/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  <a:sp3d z="-25400" prstMaterial="plastic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667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6000" b="1" kern="1200"/>
        </a:p>
      </dsp:txBody>
      <dsp:txXfrm>
        <a:off x="2257909" y="572755"/>
        <a:ext cx="21980" cy="4400"/>
      </dsp:txXfrm>
    </dsp:sp>
    <dsp:sp modelId="{B1FAA71D-2455-4FA3-A16F-5CDD8E979767}">
      <dsp:nvSpPr>
        <dsp:cNvPr id="0" name=""/>
        <dsp:cNvSpPr/>
      </dsp:nvSpPr>
      <dsp:spPr>
        <a:xfrm>
          <a:off x="92190" y="1560"/>
          <a:ext cx="1974008" cy="114679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lvl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b="1" kern="1200" dirty="0" smtClean="0"/>
            <a:t>单</a:t>
          </a:r>
          <a:r>
            <a:rPr lang="zh-CN" sz="1600" b="1" kern="1200" dirty="0" smtClean="0"/>
            <a:t>击 “</a:t>
          </a:r>
          <a:r>
            <a:rPr lang="en-US" sz="1600" b="1" kern="1200" dirty="0" smtClean="0"/>
            <a:t>Build(F7)”</a:t>
          </a:r>
          <a:r>
            <a:rPr lang="zh-CN" sz="1600" b="1" kern="1200" dirty="0" smtClean="0"/>
            <a:t>编译按钮，进行重新编译。</a:t>
          </a:r>
          <a:endParaRPr lang="zh-CN" sz="1600" b="1" kern="1200" dirty="0"/>
        </a:p>
      </dsp:txBody>
      <dsp:txXfrm>
        <a:off x="92190" y="1560"/>
        <a:ext cx="1974008" cy="1146790"/>
      </dsp:txXfrm>
    </dsp:sp>
    <dsp:sp modelId="{C8C7A864-74F5-4E40-825B-36238AED466D}">
      <dsp:nvSpPr>
        <dsp:cNvPr id="0" name=""/>
        <dsp:cNvSpPr/>
      </dsp:nvSpPr>
      <dsp:spPr>
        <a:xfrm>
          <a:off x="1079194" y="1146550"/>
          <a:ext cx="2413611" cy="409002"/>
        </a:xfrm>
        <a:custGeom>
          <a:avLst/>
          <a:gdLst/>
          <a:ahLst/>
          <a:cxnLst/>
          <a:rect l="0" t="0" r="0" b="0"/>
          <a:pathLst>
            <a:path>
              <a:moveTo>
                <a:pt x="2413611" y="0"/>
              </a:moveTo>
              <a:lnTo>
                <a:pt x="2413611" y="221601"/>
              </a:lnTo>
              <a:lnTo>
                <a:pt x="0" y="221601"/>
              </a:lnTo>
              <a:lnTo>
                <a:pt x="0" y="409002"/>
              </a:lnTo>
            </a:path>
          </a:pathLst>
        </a:custGeom>
        <a:noFill/>
        <a:ln w="9525" cap="flat" cmpd="sng" algn="ctr">
          <a:solidFill>
            <a:schemeClr val="accent4">
              <a:hueOff val="-2232385"/>
              <a:satOff val="13449"/>
              <a:lumOff val="1078"/>
              <a:alphaOff val="0"/>
            </a:schemeClr>
          </a:solidFill>
          <a:prstDash val="solid"/>
          <a:tailEnd type="arrow"/>
        </a:ln>
        <a:effectLst/>
        <a:sp3d z="-25400" prstMaterial="plastic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667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6000" b="1" kern="1200"/>
        </a:p>
      </dsp:txBody>
      <dsp:txXfrm>
        <a:off x="2224667" y="1348851"/>
        <a:ext cx="122665" cy="4400"/>
      </dsp:txXfrm>
    </dsp:sp>
    <dsp:sp modelId="{D738A997-9DDB-4A77-8C11-E12670876B9C}">
      <dsp:nvSpPr>
        <dsp:cNvPr id="0" name=""/>
        <dsp:cNvSpPr/>
      </dsp:nvSpPr>
      <dsp:spPr>
        <a:xfrm>
          <a:off x="2505801" y="1560"/>
          <a:ext cx="1974008" cy="1146790"/>
        </a:xfrm>
        <a:prstGeom prst="rect">
          <a:avLst/>
        </a:prstGeom>
        <a:solidFill>
          <a:schemeClr val="accent4">
            <a:hueOff val="-1488257"/>
            <a:satOff val="8966"/>
            <a:lumOff val="719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lvl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1600" b="1" kern="1200" dirty="0" smtClean="0"/>
            <a:t>将开发板通过</a:t>
          </a:r>
          <a:r>
            <a:rPr lang="en-US" sz="1600" b="1" kern="1200" dirty="0" smtClean="0"/>
            <a:t>USB</a:t>
          </a:r>
          <a:r>
            <a:rPr lang="zh-CN" sz="1600" b="1" kern="1200" dirty="0" smtClean="0"/>
            <a:t>线与</a:t>
          </a:r>
          <a:r>
            <a:rPr lang="en-US" sz="1600" b="1" kern="1200" dirty="0" smtClean="0"/>
            <a:t>PC</a:t>
          </a:r>
          <a:r>
            <a:rPr lang="zh-CN" sz="1600" b="1" kern="1200" dirty="0" smtClean="0"/>
            <a:t>机进行连接</a:t>
          </a:r>
          <a:endParaRPr lang="zh-CN" sz="1600" b="1" kern="1200" dirty="0"/>
        </a:p>
      </dsp:txBody>
      <dsp:txXfrm>
        <a:off x="2505801" y="1560"/>
        <a:ext cx="1974008" cy="1146790"/>
      </dsp:txXfrm>
    </dsp:sp>
    <dsp:sp modelId="{DEF6434E-1288-4E5D-97C7-4FC06B2C5EC9}">
      <dsp:nvSpPr>
        <dsp:cNvPr id="0" name=""/>
        <dsp:cNvSpPr/>
      </dsp:nvSpPr>
      <dsp:spPr>
        <a:xfrm>
          <a:off x="2064398" y="2115628"/>
          <a:ext cx="40900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09002" y="45720"/>
              </a:lnTo>
            </a:path>
          </a:pathLst>
        </a:custGeom>
        <a:noFill/>
        <a:ln w="9525" cap="flat" cmpd="sng" algn="ctr">
          <a:solidFill>
            <a:schemeClr val="accent4">
              <a:hueOff val="-4464770"/>
              <a:satOff val="26899"/>
              <a:lumOff val="2156"/>
              <a:alphaOff val="0"/>
            </a:schemeClr>
          </a:solidFill>
          <a:prstDash val="solid"/>
          <a:tailEnd type="arrow"/>
        </a:ln>
        <a:effectLst/>
        <a:sp3d z="-25400" prstMaterial="plastic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667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6000" b="1" kern="1200"/>
        </a:p>
      </dsp:txBody>
      <dsp:txXfrm>
        <a:off x="2257909" y="2159148"/>
        <a:ext cx="21980" cy="4400"/>
      </dsp:txXfrm>
    </dsp:sp>
    <dsp:sp modelId="{3B27A70A-E55D-486C-973D-1806A76604D0}">
      <dsp:nvSpPr>
        <dsp:cNvPr id="0" name=""/>
        <dsp:cNvSpPr/>
      </dsp:nvSpPr>
      <dsp:spPr>
        <a:xfrm>
          <a:off x="92190" y="1587953"/>
          <a:ext cx="1974008" cy="1146790"/>
        </a:xfrm>
        <a:prstGeom prst="rect">
          <a:avLst/>
        </a:prstGeom>
        <a:solidFill>
          <a:schemeClr val="accent4">
            <a:hueOff val="-2976513"/>
            <a:satOff val="17933"/>
            <a:lumOff val="1437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lvl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1600" b="1" kern="1200" dirty="0" smtClean="0"/>
            <a:t>通过工具栏里的 “</a:t>
          </a:r>
          <a:r>
            <a:rPr lang="en-US" sz="1600" b="1" kern="1200" dirty="0" smtClean="0"/>
            <a:t>Download”</a:t>
          </a:r>
          <a:r>
            <a:rPr lang="zh-CN" sz="1600" b="1" kern="1200" dirty="0" smtClean="0"/>
            <a:t>按钮将编译通过的程序下载到开发板上</a:t>
          </a:r>
          <a:endParaRPr lang="zh-CN" sz="1600" b="1" kern="1200" dirty="0"/>
        </a:p>
      </dsp:txBody>
      <dsp:txXfrm>
        <a:off x="92190" y="1587953"/>
        <a:ext cx="1974008" cy="1146790"/>
      </dsp:txXfrm>
    </dsp:sp>
    <dsp:sp modelId="{A758E78D-6314-48A4-9ED8-33B0CB366C98}">
      <dsp:nvSpPr>
        <dsp:cNvPr id="0" name=""/>
        <dsp:cNvSpPr/>
      </dsp:nvSpPr>
      <dsp:spPr>
        <a:xfrm>
          <a:off x="2505801" y="1587953"/>
          <a:ext cx="1974008" cy="1146790"/>
        </a:xfrm>
        <a:prstGeom prst="rect">
          <a:avLst/>
        </a:prstGeom>
        <a:solidFill>
          <a:schemeClr val="accent4">
            <a:hueOff val="-4464770"/>
            <a:satOff val="26899"/>
            <a:lumOff val="2156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lvl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1600" b="1" kern="1200" dirty="0" smtClean="0"/>
            <a:t>通过观察开发板上相应</a:t>
          </a:r>
          <a:r>
            <a:rPr lang="en-US" sz="1600" b="1" kern="1200" dirty="0" smtClean="0"/>
            <a:t>LED</a:t>
          </a:r>
          <a:r>
            <a:rPr lang="zh-CN" sz="1600" b="1" kern="1200" dirty="0" smtClean="0"/>
            <a:t>灯的闪烁情况来验证程序的正确性。</a:t>
          </a:r>
          <a:endParaRPr lang="zh-CN" sz="1600" b="1" kern="1200" dirty="0"/>
        </a:p>
      </dsp:txBody>
      <dsp:txXfrm>
        <a:off x="2505801" y="1587953"/>
        <a:ext cx="1974008" cy="1146790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5B50D9-E114-45D6-9988-9CB81F146828}">
      <dsp:nvSpPr>
        <dsp:cNvPr id="0" name=""/>
        <dsp:cNvSpPr/>
      </dsp:nvSpPr>
      <dsp:spPr>
        <a:xfrm>
          <a:off x="3915" y="7605"/>
          <a:ext cx="1500916" cy="600366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lvl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400" b="1" kern="1200" dirty="0" smtClean="0"/>
            <a:t>开启系统时钟</a:t>
          </a:r>
          <a:endParaRPr lang="zh-CN" altLang="en-US" sz="1400" b="1" kern="1200" dirty="0"/>
        </a:p>
      </dsp:txBody>
      <dsp:txXfrm>
        <a:off x="3915" y="7605"/>
        <a:ext cx="1500916" cy="600366"/>
      </dsp:txXfrm>
    </dsp:sp>
    <dsp:sp modelId="{584C0314-499A-4296-830D-1A2EE3245853}">
      <dsp:nvSpPr>
        <dsp:cNvPr id="0" name=""/>
        <dsp:cNvSpPr/>
      </dsp:nvSpPr>
      <dsp:spPr>
        <a:xfrm>
          <a:off x="3915" y="607972"/>
          <a:ext cx="1500916" cy="2679120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sz="1400" b="1" kern="1200" dirty="0" smtClean="0"/>
            <a:t>在</a:t>
          </a:r>
          <a:r>
            <a:rPr lang="en-US" sz="1400" b="1" kern="1200" dirty="0" smtClean="0"/>
            <a:t>STM32CubeMX</a:t>
          </a:r>
          <a:r>
            <a:rPr lang="zh-CN" sz="1400" b="1" kern="1200" dirty="0" smtClean="0"/>
            <a:t>主界面中的</a:t>
          </a:r>
          <a:r>
            <a:rPr lang="zh-CN" altLang="en-US" sz="1400" b="1" kern="1200" dirty="0" smtClean="0"/>
            <a:t>“</a:t>
          </a:r>
          <a:r>
            <a:rPr lang="en-US" sz="1400" b="1" kern="1200" dirty="0" err="1" smtClean="0"/>
            <a:t>Pinout</a:t>
          </a:r>
          <a:r>
            <a:rPr lang="en-US" sz="1400" b="1" kern="1200" dirty="0" smtClean="0"/>
            <a:t> &amp; Configuration</a:t>
          </a:r>
          <a:r>
            <a:rPr lang="zh-CN" altLang="en-US" sz="1400" b="1" kern="1200" dirty="0" smtClean="0"/>
            <a:t>”</a:t>
          </a:r>
          <a:r>
            <a:rPr lang="zh-CN" sz="1400" b="1" kern="1200" dirty="0" smtClean="0"/>
            <a:t>选项页将</a:t>
          </a:r>
          <a:r>
            <a:rPr lang="en-US" sz="1400" b="1" kern="1200" dirty="0" smtClean="0"/>
            <a:t>RCC</a:t>
          </a:r>
          <a:r>
            <a:rPr lang="zh-CN" sz="1400" b="1" kern="1200" dirty="0" smtClean="0"/>
            <a:t>设置系统外部时钟源为</a:t>
          </a:r>
          <a:r>
            <a:rPr lang="en-US" sz="1400" b="1" kern="1200" dirty="0" smtClean="0"/>
            <a:t>HSE</a:t>
          </a:r>
          <a:r>
            <a:rPr lang="zh-CN" sz="1400" b="1" kern="1200" dirty="0" smtClean="0"/>
            <a:t>，</a:t>
          </a:r>
          <a:r>
            <a:rPr lang="en-US" sz="1400" b="1" kern="1200" dirty="0" smtClean="0"/>
            <a:t>HSE</a:t>
          </a:r>
          <a:r>
            <a:rPr lang="zh-CN" sz="1400" b="1" kern="1200" dirty="0" smtClean="0"/>
            <a:t>选择</a:t>
          </a:r>
          <a:r>
            <a:rPr lang="zh-CN" altLang="en-US" sz="1400" b="1" kern="1200" dirty="0" smtClean="0"/>
            <a:t>“</a:t>
          </a:r>
          <a:r>
            <a:rPr lang="en-US" sz="1400" b="1" kern="1200" dirty="0" smtClean="0"/>
            <a:t>Crystal/Ceramic Resonator</a:t>
          </a:r>
          <a:r>
            <a:rPr lang="zh-CN" altLang="en-US" sz="1400" b="1" kern="1200" dirty="0" smtClean="0"/>
            <a:t>”</a:t>
          </a:r>
          <a:r>
            <a:rPr lang="zh-CN" sz="1400" b="1" kern="1200" dirty="0" smtClean="0"/>
            <a:t>（晶振</a:t>
          </a:r>
          <a:r>
            <a:rPr lang="en-US" sz="1400" b="1" kern="1200" dirty="0" smtClean="0"/>
            <a:t>/</a:t>
          </a:r>
          <a:r>
            <a:rPr lang="zh-CN" sz="1400" b="1" kern="1200" dirty="0" smtClean="0"/>
            <a:t>陶瓷谐振器</a:t>
          </a:r>
          <a:r>
            <a:rPr lang="zh-CN" altLang="en-US" sz="1400" b="1" kern="1200" dirty="0" smtClean="0"/>
            <a:t>）</a:t>
          </a:r>
          <a:endParaRPr lang="zh-CN" sz="1400" b="1" kern="1200" dirty="0"/>
        </a:p>
      </dsp:txBody>
      <dsp:txXfrm>
        <a:off x="3915" y="607972"/>
        <a:ext cx="1500916" cy="2679120"/>
      </dsp:txXfrm>
    </dsp:sp>
    <dsp:sp modelId="{6A63927C-7A0D-431A-9CEB-77A44942A3B2}">
      <dsp:nvSpPr>
        <dsp:cNvPr id="0" name=""/>
        <dsp:cNvSpPr/>
      </dsp:nvSpPr>
      <dsp:spPr>
        <a:xfrm>
          <a:off x="1714960" y="7605"/>
          <a:ext cx="1500916" cy="600366"/>
        </a:xfrm>
        <a:prstGeom prst="rect">
          <a:avLst/>
        </a:prstGeom>
        <a:solidFill>
          <a:schemeClr val="accent4">
            <a:hueOff val="-1116192"/>
            <a:satOff val="6725"/>
            <a:lumOff val="539"/>
            <a:alphaOff val="0"/>
          </a:schemeClr>
        </a:solidFill>
        <a:ln w="25400" cap="flat" cmpd="sng" algn="ctr">
          <a:solidFill>
            <a:schemeClr val="accent4">
              <a:hueOff val="-1116192"/>
              <a:satOff val="6725"/>
              <a:lumOff val="53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lvl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400" b="1" kern="1200" dirty="0" smtClean="0"/>
            <a:t>配置系统时钟树</a:t>
          </a:r>
          <a:endParaRPr lang="zh-CN" altLang="en-US" sz="1400" b="1" kern="1200" dirty="0"/>
        </a:p>
      </dsp:txBody>
      <dsp:txXfrm>
        <a:off x="1714960" y="7605"/>
        <a:ext cx="1500916" cy="600366"/>
      </dsp:txXfrm>
    </dsp:sp>
    <dsp:sp modelId="{C68270D5-ACA5-4E8E-A306-07D0E3D33A81}">
      <dsp:nvSpPr>
        <dsp:cNvPr id="0" name=""/>
        <dsp:cNvSpPr/>
      </dsp:nvSpPr>
      <dsp:spPr>
        <a:xfrm>
          <a:off x="1714960" y="607972"/>
          <a:ext cx="1500916" cy="2679120"/>
        </a:xfrm>
        <a:prstGeom prst="rect">
          <a:avLst/>
        </a:prstGeom>
        <a:solidFill>
          <a:schemeClr val="accent4">
            <a:tint val="40000"/>
            <a:alpha val="90000"/>
            <a:hueOff val="-986426"/>
            <a:satOff val="5539"/>
            <a:lumOff val="352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-986426"/>
              <a:satOff val="5539"/>
              <a:lumOff val="35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sz="1400" b="1" kern="1200" dirty="0" smtClean="0"/>
            <a:t>将外部的</a:t>
          </a:r>
          <a:r>
            <a:rPr lang="en-US" sz="1400" b="1" kern="1200" dirty="0" smtClean="0"/>
            <a:t>8MHz</a:t>
          </a:r>
          <a:r>
            <a:rPr lang="zh-CN" sz="1400" b="1" kern="1200" dirty="0" smtClean="0"/>
            <a:t>晶振经</a:t>
          </a:r>
          <a:r>
            <a:rPr lang="en-US" sz="1400" b="1" kern="1200" dirty="0" smtClean="0"/>
            <a:t>PLL</a:t>
          </a:r>
          <a:r>
            <a:rPr lang="zh-CN" sz="1400" b="1" kern="1200" dirty="0" smtClean="0"/>
            <a:t>倍频</a:t>
          </a:r>
          <a:r>
            <a:rPr lang="en-US" sz="1400" b="1" kern="1200" dirty="0" smtClean="0"/>
            <a:t>9</a:t>
          </a:r>
          <a:r>
            <a:rPr lang="zh-CN" sz="1400" b="1" kern="1200" dirty="0" smtClean="0"/>
            <a:t>倍得到</a:t>
          </a:r>
          <a:r>
            <a:rPr lang="en-US" sz="1400" b="1" kern="1200" dirty="0" smtClean="0"/>
            <a:t>72MHz</a:t>
          </a:r>
          <a:r>
            <a:rPr lang="zh-CN" sz="1400" b="1" kern="1200" dirty="0" smtClean="0"/>
            <a:t>的系统时钟，然后设置相应外设时钟，如</a:t>
          </a:r>
          <a:r>
            <a:rPr lang="en-US" sz="1400" b="1" kern="1200" dirty="0" smtClean="0"/>
            <a:t>APB1</a:t>
          </a:r>
          <a:r>
            <a:rPr lang="zh-CN" sz="1400" b="1" kern="1200" dirty="0" smtClean="0"/>
            <a:t>为系统时钟的</a:t>
          </a:r>
          <a:r>
            <a:rPr lang="en-US" sz="1400" b="1" kern="1200" dirty="0" smtClean="0"/>
            <a:t>2</a:t>
          </a:r>
          <a:r>
            <a:rPr lang="zh-CN" sz="1400" b="1" kern="1200" dirty="0" smtClean="0"/>
            <a:t>分频为</a:t>
          </a:r>
          <a:r>
            <a:rPr lang="en-US" sz="1400" b="1" kern="1200" dirty="0" smtClean="0"/>
            <a:t>36MHz</a:t>
          </a:r>
          <a:r>
            <a:rPr lang="zh-CN" sz="1400" b="1" kern="1200" dirty="0" smtClean="0"/>
            <a:t>，</a:t>
          </a:r>
          <a:r>
            <a:rPr lang="en-US" sz="1400" b="1" kern="1200" dirty="0" smtClean="0"/>
            <a:t>APB2</a:t>
          </a:r>
          <a:r>
            <a:rPr lang="zh-CN" sz="1400" b="1" kern="1200" dirty="0" smtClean="0"/>
            <a:t>设置为与系统时钟相同</a:t>
          </a:r>
          <a:endParaRPr lang="zh-CN" sz="1400" b="1" kern="1200" dirty="0"/>
        </a:p>
      </dsp:txBody>
      <dsp:txXfrm>
        <a:off x="1714960" y="607972"/>
        <a:ext cx="1500916" cy="2679120"/>
      </dsp:txXfrm>
    </dsp:sp>
    <dsp:sp modelId="{2490AAF1-3F9F-49C8-B6B1-322EB12BD329}">
      <dsp:nvSpPr>
        <dsp:cNvPr id="0" name=""/>
        <dsp:cNvSpPr/>
      </dsp:nvSpPr>
      <dsp:spPr>
        <a:xfrm>
          <a:off x="3426005" y="7605"/>
          <a:ext cx="1500916" cy="600366"/>
        </a:xfrm>
        <a:prstGeom prst="rect">
          <a:avLst/>
        </a:prstGeom>
        <a:solidFill>
          <a:schemeClr val="accent4">
            <a:hueOff val="-2232385"/>
            <a:satOff val="13449"/>
            <a:lumOff val="1078"/>
            <a:alphaOff val="0"/>
          </a:schemeClr>
        </a:solidFill>
        <a:ln w="25400" cap="flat" cmpd="sng" algn="ctr">
          <a:solidFill>
            <a:schemeClr val="accent4">
              <a:hueOff val="-2232385"/>
              <a:satOff val="13449"/>
              <a:lumOff val="107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lvl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400" b="1" kern="1200" smtClean="0"/>
            <a:t>外设</a:t>
          </a:r>
          <a:r>
            <a:rPr lang="zh-CN" altLang="en-US" sz="1400" b="1" kern="1200" dirty="0" smtClean="0"/>
            <a:t>参数配置</a:t>
          </a:r>
          <a:endParaRPr lang="zh-CN" altLang="en-US" sz="1400" b="1" kern="1200" dirty="0"/>
        </a:p>
      </dsp:txBody>
      <dsp:txXfrm>
        <a:off x="3426005" y="7605"/>
        <a:ext cx="1500916" cy="600366"/>
      </dsp:txXfrm>
    </dsp:sp>
    <dsp:sp modelId="{19ADC815-4988-46AE-AF7E-D67F80F60741}">
      <dsp:nvSpPr>
        <dsp:cNvPr id="0" name=""/>
        <dsp:cNvSpPr/>
      </dsp:nvSpPr>
      <dsp:spPr>
        <a:xfrm>
          <a:off x="3426005" y="607972"/>
          <a:ext cx="1500916" cy="2679120"/>
        </a:xfrm>
        <a:prstGeom prst="rect">
          <a:avLst/>
        </a:prstGeom>
        <a:solidFill>
          <a:schemeClr val="accent4">
            <a:tint val="40000"/>
            <a:alpha val="90000"/>
            <a:hueOff val="-1972853"/>
            <a:satOff val="11079"/>
            <a:lumOff val="704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-1972853"/>
              <a:satOff val="11079"/>
              <a:lumOff val="70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sz="1400" b="1" kern="1200" dirty="0" smtClean="0"/>
            <a:t>在</a:t>
          </a:r>
          <a:r>
            <a:rPr lang="en-US" sz="1400" b="1" kern="1200" dirty="0" smtClean="0"/>
            <a:t>STM32CubeMX</a:t>
          </a:r>
          <a:r>
            <a:rPr lang="zh-CN" sz="1400" b="1" kern="1200" dirty="0" smtClean="0"/>
            <a:t>主界面中的</a:t>
          </a:r>
          <a:r>
            <a:rPr lang="zh-CN" altLang="en-US" sz="1400" b="1" kern="1200" dirty="0" smtClean="0"/>
            <a:t>“</a:t>
          </a:r>
          <a:r>
            <a:rPr lang="en-US" sz="1400" b="1" kern="1200" dirty="0" err="1" smtClean="0"/>
            <a:t>Pinout</a:t>
          </a:r>
          <a:r>
            <a:rPr lang="en-US" sz="1400" b="1" kern="1200" dirty="0" smtClean="0"/>
            <a:t> &amp; Configuration</a:t>
          </a:r>
          <a:r>
            <a:rPr lang="zh-CN" altLang="en-US" sz="1400" b="1" kern="1200" dirty="0" smtClean="0"/>
            <a:t>”</a:t>
          </a:r>
          <a:r>
            <a:rPr lang="zh-CN" sz="1400" b="1" kern="1200" dirty="0" smtClean="0"/>
            <a:t>选项页对片上外设进行功能配置</a:t>
          </a:r>
          <a:r>
            <a:rPr lang="zh-CN" altLang="en-US" sz="1400" b="1" kern="1200" dirty="0" smtClean="0"/>
            <a:t>，如</a:t>
          </a:r>
          <a:r>
            <a:rPr lang="en-US" sz="1400" b="1" kern="1200" dirty="0" smtClean="0"/>
            <a:t>GPIO</a:t>
          </a:r>
          <a:r>
            <a:rPr lang="zh-CN" sz="1400" b="1" kern="1200" dirty="0" smtClean="0"/>
            <a:t>、</a:t>
          </a:r>
          <a:r>
            <a:rPr lang="en-US" sz="1400" b="1" kern="1200" dirty="0" smtClean="0"/>
            <a:t>ADC</a:t>
          </a:r>
          <a:r>
            <a:rPr lang="zh-CN" sz="1400" b="1" kern="1200" dirty="0" smtClean="0"/>
            <a:t>、定时器</a:t>
          </a:r>
          <a:r>
            <a:rPr lang="zh-CN" altLang="en-US" sz="1400" b="1" kern="1200" dirty="0" smtClean="0"/>
            <a:t>、</a:t>
          </a:r>
          <a:r>
            <a:rPr lang="en-US" altLang="zh-CN" sz="1400" b="1" kern="1200" dirty="0" smtClean="0"/>
            <a:t>NVIC</a:t>
          </a:r>
          <a:r>
            <a:rPr lang="zh-CN" sz="1400" b="1" kern="1200" dirty="0" smtClean="0"/>
            <a:t>等</a:t>
          </a:r>
          <a:endParaRPr lang="zh-CN" sz="1400" b="1" kern="1200" dirty="0"/>
        </a:p>
      </dsp:txBody>
      <dsp:txXfrm>
        <a:off x="3426005" y="607972"/>
        <a:ext cx="1500916" cy="2679120"/>
      </dsp:txXfrm>
    </dsp:sp>
    <dsp:sp modelId="{43C778E5-807A-4DBD-B653-3F680D11EED1}">
      <dsp:nvSpPr>
        <dsp:cNvPr id="0" name=""/>
        <dsp:cNvSpPr/>
      </dsp:nvSpPr>
      <dsp:spPr>
        <a:xfrm>
          <a:off x="5137050" y="7605"/>
          <a:ext cx="1500916" cy="600366"/>
        </a:xfrm>
        <a:prstGeom prst="rect">
          <a:avLst/>
        </a:prstGeom>
        <a:solidFill>
          <a:schemeClr val="accent4">
            <a:hueOff val="-3348577"/>
            <a:satOff val="20174"/>
            <a:lumOff val="1617"/>
            <a:alphaOff val="0"/>
          </a:schemeClr>
        </a:solidFill>
        <a:ln w="25400" cap="flat" cmpd="sng" algn="ctr">
          <a:solidFill>
            <a:schemeClr val="accent4">
              <a:hueOff val="-3348577"/>
              <a:satOff val="20174"/>
              <a:lumOff val="161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lvl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400" b="1" kern="1200" dirty="0" smtClean="0"/>
            <a:t>生成工程代码</a:t>
          </a:r>
          <a:endParaRPr lang="zh-CN" altLang="en-US" sz="1400" b="1" kern="1200" dirty="0"/>
        </a:p>
      </dsp:txBody>
      <dsp:txXfrm>
        <a:off x="5137050" y="7605"/>
        <a:ext cx="1500916" cy="600366"/>
      </dsp:txXfrm>
    </dsp:sp>
    <dsp:sp modelId="{E2B2F66D-09CD-447F-AAF0-2C43E9FBF8A5}">
      <dsp:nvSpPr>
        <dsp:cNvPr id="0" name=""/>
        <dsp:cNvSpPr/>
      </dsp:nvSpPr>
      <dsp:spPr>
        <a:xfrm>
          <a:off x="5137050" y="607972"/>
          <a:ext cx="1500916" cy="2679120"/>
        </a:xfrm>
        <a:prstGeom prst="rect">
          <a:avLst/>
        </a:prstGeom>
        <a:solidFill>
          <a:schemeClr val="accent4">
            <a:tint val="40000"/>
            <a:alpha val="90000"/>
            <a:hueOff val="-2959279"/>
            <a:satOff val="16618"/>
            <a:lumOff val="1056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-2959279"/>
              <a:satOff val="16618"/>
              <a:lumOff val="105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sz="1400" b="1" kern="1200" dirty="0" smtClean="0"/>
            <a:t>设置好工程所要存放的位置及所使用的集成开发环境，就可以生成工程代码</a:t>
          </a:r>
          <a:endParaRPr lang="zh-CN" altLang="en-US" sz="1400" b="1" kern="1200" dirty="0"/>
        </a:p>
      </dsp:txBody>
      <dsp:txXfrm>
        <a:off x="5137050" y="607972"/>
        <a:ext cx="1500916" cy="2679120"/>
      </dsp:txXfrm>
    </dsp:sp>
    <dsp:sp modelId="{C4438116-1DA7-4D0C-B88A-73CEB5B52511}">
      <dsp:nvSpPr>
        <dsp:cNvPr id="0" name=""/>
        <dsp:cNvSpPr/>
      </dsp:nvSpPr>
      <dsp:spPr>
        <a:xfrm>
          <a:off x="6848095" y="7605"/>
          <a:ext cx="1500916" cy="600366"/>
        </a:xfrm>
        <a:prstGeom prst="rect">
          <a:avLst/>
        </a:prstGeom>
        <a:solidFill>
          <a:schemeClr val="accent4">
            <a:hueOff val="-4464770"/>
            <a:satOff val="26899"/>
            <a:lumOff val="2156"/>
            <a:alphaOff val="0"/>
          </a:schemeClr>
        </a:solidFill>
        <a:ln w="25400" cap="flat" cmpd="sng" algn="ctr">
          <a:solidFill>
            <a:schemeClr val="accent4">
              <a:hueOff val="-4464770"/>
              <a:satOff val="26899"/>
              <a:lumOff val="215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lvl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400" b="1" kern="1200" dirty="0" smtClean="0"/>
            <a:t>应用程序编写</a:t>
          </a:r>
          <a:endParaRPr lang="zh-CN" altLang="en-US" sz="1400" b="1" kern="1200" dirty="0"/>
        </a:p>
      </dsp:txBody>
      <dsp:txXfrm>
        <a:off x="6848095" y="7605"/>
        <a:ext cx="1500916" cy="600366"/>
      </dsp:txXfrm>
    </dsp:sp>
    <dsp:sp modelId="{DDC3E86D-1BD6-4E9D-B5F9-067D81E5D13B}">
      <dsp:nvSpPr>
        <dsp:cNvPr id="0" name=""/>
        <dsp:cNvSpPr/>
      </dsp:nvSpPr>
      <dsp:spPr>
        <a:xfrm>
          <a:off x="6852011" y="615577"/>
          <a:ext cx="1500916" cy="2679120"/>
        </a:xfrm>
        <a:prstGeom prst="rect">
          <a:avLst/>
        </a:prstGeom>
        <a:solidFill>
          <a:schemeClr val="accent4">
            <a:tint val="40000"/>
            <a:alpha val="90000"/>
            <a:hueOff val="-3945706"/>
            <a:satOff val="22157"/>
            <a:lumOff val="1408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-3945706"/>
              <a:satOff val="22157"/>
              <a:lumOff val="140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b="1" kern="1200" dirty="0" smtClean="0"/>
            <a:t>STM32CubeMX</a:t>
          </a:r>
          <a:r>
            <a:rPr lang="zh-CN" sz="1400" b="1" kern="1200" dirty="0" smtClean="0"/>
            <a:t>配置完成后，生成工程代码，就可以在</a:t>
          </a:r>
          <a:r>
            <a:rPr lang="en-US" sz="1400" b="1" kern="1200" dirty="0" err="1" smtClean="0"/>
            <a:t>Keil</a:t>
          </a:r>
          <a:r>
            <a:rPr lang="zh-CN" sz="1400" b="1" kern="1200" dirty="0" smtClean="0"/>
            <a:t>软件中编写应用程序，以实现相应功能。</a:t>
          </a:r>
          <a:endParaRPr lang="zh-CN" sz="1400" b="1" kern="1200" dirty="0"/>
        </a:p>
      </dsp:txBody>
      <dsp:txXfrm>
        <a:off x="6852011" y="615577"/>
        <a:ext cx="1500916" cy="2679120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2E1F9D-5EB7-47F5-9F25-ED0620A839C8}">
      <dsp:nvSpPr>
        <dsp:cNvPr id="0" name=""/>
        <dsp:cNvSpPr/>
      </dsp:nvSpPr>
      <dsp:spPr>
        <a:xfrm>
          <a:off x="0" y="853036"/>
          <a:ext cx="8496944" cy="1137381"/>
        </a:xfrm>
        <a:prstGeom prst="notchedRightArrow">
          <a:avLst/>
        </a:prstGeom>
        <a:solidFill>
          <a:schemeClr val="accent5">
            <a:lumMod val="75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D93801-4098-4C11-A909-440ECFA383A2}">
      <dsp:nvSpPr>
        <dsp:cNvPr id="0" name=""/>
        <dsp:cNvSpPr/>
      </dsp:nvSpPr>
      <dsp:spPr>
        <a:xfrm>
          <a:off x="4758" y="0"/>
          <a:ext cx="1166205" cy="11373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b" anchorCtr="0">
          <a:noAutofit/>
        </a:bodyPr>
        <a:lstStyle/>
        <a:p>
          <a:pPr lvl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altLang="zh-CN" sz="1600" b="1" kern="1200" dirty="0" smtClean="0"/>
            <a:t>5.1 GPIO</a:t>
          </a:r>
          <a:r>
            <a:rPr lang="zh-CN" altLang="en-US" sz="1600" b="1" kern="1200" dirty="0" smtClean="0"/>
            <a:t>概述</a:t>
          </a:r>
          <a:endParaRPr lang="zh-CN" sz="1600" b="1" kern="1200" dirty="0"/>
        </a:p>
      </dsp:txBody>
      <dsp:txXfrm>
        <a:off x="4758" y="0"/>
        <a:ext cx="1166205" cy="1137381"/>
      </dsp:txXfrm>
    </dsp:sp>
    <dsp:sp modelId="{D84E3730-E2CA-4A8A-8272-498570DC41F1}">
      <dsp:nvSpPr>
        <dsp:cNvPr id="0" name=""/>
        <dsp:cNvSpPr/>
      </dsp:nvSpPr>
      <dsp:spPr>
        <a:xfrm>
          <a:off x="445688" y="1279554"/>
          <a:ext cx="284345" cy="284345"/>
        </a:xfrm>
        <a:prstGeom prst="ellipse">
          <a:avLst/>
        </a:prstGeom>
        <a:solidFill>
          <a:schemeClr val="accent6">
            <a:lumMod val="40000"/>
            <a:lumOff val="6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C78EED-C1E3-4587-B3A8-671D09A24C60}">
      <dsp:nvSpPr>
        <dsp:cNvPr id="0" name=""/>
        <dsp:cNvSpPr/>
      </dsp:nvSpPr>
      <dsp:spPr>
        <a:xfrm>
          <a:off x="1198549" y="1706072"/>
          <a:ext cx="2246400" cy="11373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t" anchorCtr="1">
          <a:noAutofit/>
        </a:bodyPr>
        <a:lstStyle/>
        <a:p>
          <a:pPr lvl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altLang="zh-CN" sz="1600" b="1" kern="1200" dirty="0" smtClean="0"/>
            <a:t>5.2 STM32</a:t>
          </a:r>
          <a:r>
            <a:rPr lang="zh-CN" altLang="en-US" sz="1600" b="1" kern="1200" dirty="0" smtClean="0"/>
            <a:t>的</a:t>
          </a:r>
          <a:r>
            <a:rPr lang="en-GB" altLang="zh-CN" sz="1600" b="1" kern="1200" dirty="0" smtClean="0"/>
            <a:t>GPIO</a:t>
          </a:r>
          <a:r>
            <a:rPr lang="zh-CN" altLang="en-US" sz="1600" b="1" kern="1200" dirty="0" smtClean="0"/>
            <a:t>工作原理</a:t>
          </a:r>
          <a:endParaRPr lang="zh-CN" sz="1600" b="1" kern="1200" dirty="0"/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altLang="zh-CN" sz="1600" b="1" kern="1200" dirty="0" smtClean="0"/>
            <a:t>GPIO</a:t>
          </a:r>
          <a:r>
            <a:rPr lang="zh-CN" sz="1600" b="1" kern="1200" dirty="0" smtClean="0"/>
            <a:t>引脚</a:t>
          </a:r>
          <a:endParaRPr lang="zh-CN" altLang="en-US" sz="1600" b="1" kern="1200" dirty="0"/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altLang="zh-CN" sz="1600" b="1" kern="1200" dirty="0" smtClean="0"/>
            <a:t>GPIO</a:t>
          </a:r>
          <a:r>
            <a:rPr lang="zh-CN" altLang="en-US" sz="1600" b="1" kern="1200" dirty="0" smtClean="0"/>
            <a:t>内部结构</a:t>
          </a:r>
          <a:endParaRPr lang="zh-CN" sz="1600" b="1" kern="1200" dirty="0"/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altLang="zh-CN" sz="1600" b="1" kern="1200" dirty="0" smtClean="0"/>
            <a:t>GPIO</a:t>
          </a:r>
          <a:r>
            <a:rPr lang="zh-CN" altLang="en-US" sz="1600" b="1" kern="1200" dirty="0" smtClean="0"/>
            <a:t>工作模式</a:t>
          </a:r>
          <a:endParaRPr lang="zh-CN" sz="1600" b="1" kern="1200" dirty="0"/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altLang="zh-CN" sz="1600" b="1" kern="1200" dirty="0" smtClean="0"/>
            <a:t>GPIO</a:t>
          </a:r>
          <a:r>
            <a:rPr lang="zh-CN" altLang="en-US" sz="1600" b="1" kern="1200" dirty="0" smtClean="0"/>
            <a:t>输出速度</a:t>
          </a:r>
          <a:endParaRPr lang="zh-CN" sz="1600" b="1" kern="1200" dirty="0"/>
        </a:p>
      </dsp:txBody>
      <dsp:txXfrm>
        <a:off x="1198549" y="1706072"/>
        <a:ext cx="2246400" cy="1137381"/>
      </dsp:txXfrm>
    </dsp:sp>
    <dsp:sp modelId="{B3BA9797-292D-4BD6-B215-2A2809AF67DB}">
      <dsp:nvSpPr>
        <dsp:cNvPr id="0" name=""/>
        <dsp:cNvSpPr/>
      </dsp:nvSpPr>
      <dsp:spPr>
        <a:xfrm>
          <a:off x="2179576" y="1279554"/>
          <a:ext cx="284345" cy="284345"/>
        </a:xfrm>
        <a:prstGeom prst="ellipse">
          <a:avLst/>
        </a:prstGeom>
        <a:solidFill>
          <a:schemeClr val="accent4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967AEE-768E-418B-B9BD-64EC5DFC8B56}">
      <dsp:nvSpPr>
        <dsp:cNvPr id="0" name=""/>
        <dsp:cNvSpPr/>
      </dsp:nvSpPr>
      <dsp:spPr>
        <a:xfrm>
          <a:off x="3472534" y="0"/>
          <a:ext cx="1391563" cy="11373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b" anchorCtr="1">
          <a:noAutofit/>
        </a:bodyPr>
        <a:lstStyle/>
        <a:p>
          <a:pPr lvl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600" b="1" kern="1200" dirty="0" smtClean="0"/>
            <a:t>5.3 GPIO</a:t>
          </a:r>
          <a:r>
            <a:rPr lang="zh-CN" altLang="zh-CN" sz="1600" b="1" kern="1200" dirty="0" smtClean="0"/>
            <a:t>模块的标准外设库接口函数及应用</a:t>
          </a:r>
          <a:endParaRPr lang="zh-CN" sz="1600" b="1" kern="1200" dirty="0"/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sz="1600" b="1" kern="1200" dirty="0" smtClean="0"/>
            <a:t>接口函数</a:t>
          </a:r>
          <a:endParaRPr lang="zh-CN" sz="1600" b="1" kern="1200" dirty="0"/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sz="1600" b="1" kern="1200" dirty="0" smtClean="0"/>
            <a:t>应用实例</a:t>
          </a:r>
          <a:endParaRPr lang="zh-CN" sz="1600" b="1" kern="1200" dirty="0"/>
        </a:p>
      </dsp:txBody>
      <dsp:txXfrm>
        <a:off x="3472534" y="0"/>
        <a:ext cx="1391563" cy="1137381"/>
      </dsp:txXfrm>
    </dsp:sp>
    <dsp:sp modelId="{698E92A1-2510-464C-AD9E-E715F147210B}">
      <dsp:nvSpPr>
        <dsp:cNvPr id="0" name=""/>
        <dsp:cNvSpPr/>
      </dsp:nvSpPr>
      <dsp:spPr>
        <a:xfrm>
          <a:off x="4026143" y="1279554"/>
          <a:ext cx="284345" cy="284345"/>
        </a:xfrm>
        <a:prstGeom prst="ellipse">
          <a:avLst/>
        </a:prstGeom>
        <a:solidFill>
          <a:schemeClr val="accent3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82F6AB-4D37-4274-AD93-F376FDB8CE2A}">
      <dsp:nvSpPr>
        <dsp:cNvPr id="0" name=""/>
        <dsp:cNvSpPr/>
      </dsp:nvSpPr>
      <dsp:spPr>
        <a:xfrm>
          <a:off x="4891682" y="1706072"/>
          <a:ext cx="1588569" cy="11373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t" anchorCtr="1">
          <a:noAutofit/>
        </a:bodyPr>
        <a:lstStyle/>
        <a:p>
          <a:pPr lvl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/>
            <a:t>5.4 GPIO</a:t>
          </a:r>
          <a:r>
            <a:rPr lang="zh-CN" sz="1600" b="1" kern="1200" dirty="0" smtClean="0"/>
            <a:t>模块的</a:t>
          </a:r>
          <a:r>
            <a:rPr lang="en-US" sz="1600" b="1" kern="1200" dirty="0" smtClean="0"/>
            <a:t>HAL</a:t>
          </a:r>
          <a:r>
            <a:rPr lang="zh-CN" sz="1600" b="1" kern="1200" dirty="0" smtClean="0"/>
            <a:t>库接口函数及应用</a:t>
          </a:r>
          <a:endParaRPr lang="zh-CN" sz="1600" b="1" kern="1200" dirty="0"/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1600" b="1" kern="1200" dirty="0" smtClean="0"/>
            <a:t>接口函数</a:t>
          </a:r>
          <a:endParaRPr lang="zh-CN" sz="1600" b="1" kern="1200" dirty="0"/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1600" b="1" kern="1200" dirty="0" smtClean="0"/>
            <a:t>应用实例</a:t>
          </a:r>
          <a:endParaRPr lang="zh-CN" sz="1600" b="1" kern="1200" dirty="0"/>
        </a:p>
      </dsp:txBody>
      <dsp:txXfrm>
        <a:off x="4891682" y="1706072"/>
        <a:ext cx="1588569" cy="1137381"/>
      </dsp:txXfrm>
    </dsp:sp>
    <dsp:sp modelId="{1EB4FCD8-5A8B-44A0-8AA0-48927BB94BB4}">
      <dsp:nvSpPr>
        <dsp:cNvPr id="0" name=""/>
        <dsp:cNvSpPr/>
      </dsp:nvSpPr>
      <dsp:spPr>
        <a:xfrm>
          <a:off x="5543794" y="1279554"/>
          <a:ext cx="284345" cy="284345"/>
        </a:xfrm>
        <a:prstGeom prst="ellipse">
          <a:avLst/>
        </a:prstGeom>
        <a:solidFill>
          <a:schemeClr val="accent2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98AF7F-9344-44A6-90E6-5D52BC30FA0C}">
      <dsp:nvSpPr>
        <dsp:cNvPr id="0" name=""/>
        <dsp:cNvSpPr/>
      </dsp:nvSpPr>
      <dsp:spPr>
        <a:xfrm>
          <a:off x="6507837" y="0"/>
          <a:ext cx="1134653" cy="11373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b" anchorCtr="0">
          <a:noAutofit/>
        </a:bodyPr>
        <a:lstStyle/>
        <a:p>
          <a:pPr lvl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/>
            <a:t>5.5 </a:t>
          </a:r>
          <a:r>
            <a:rPr lang="zh-CN" altLang="en-US" sz="1600" b="1" kern="1200" dirty="0" smtClean="0"/>
            <a:t>编程思想之模块化编程</a:t>
          </a:r>
          <a:endParaRPr lang="zh-CN" sz="1600" b="1" kern="1200" dirty="0"/>
        </a:p>
      </dsp:txBody>
      <dsp:txXfrm>
        <a:off x="6507837" y="0"/>
        <a:ext cx="1134653" cy="1137381"/>
      </dsp:txXfrm>
    </dsp:sp>
    <dsp:sp modelId="{1ACC75DE-0ADE-44F8-B472-6C173708942E}">
      <dsp:nvSpPr>
        <dsp:cNvPr id="0" name=""/>
        <dsp:cNvSpPr/>
      </dsp:nvSpPr>
      <dsp:spPr>
        <a:xfrm>
          <a:off x="6932991" y="1279554"/>
          <a:ext cx="284345" cy="28434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3#1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3#1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9/3/layout/StepUpProcess">
  <dgm:title val=""/>
  <dgm:desc val=""/>
  <dgm:catLst>
    <dgm:cat type="process" pri="13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b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b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onstrLst>
      <dgm:constr type="alignOff" forName="rootnode" val="1"/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-0.765"/>
      <dgm:constr type="w" for="ch" forName="sibTrans" refType="w" fact="0.103"/>
      <dgm:constr type="h" for="ch" forName="sibTrans" refType="h" fact="0.103"/>
    </dgm:constrLst>
    <dgm:forEach name="nodesForEach" axis="ch" ptType="node">
      <dgm:layoutNode name="composite">
        <dgm:alg type="composite">
          <dgm:param type="ar" val="0.861"/>
        </dgm:alg>
        <dgm:shape xmlns:r="http://schemas.openxmlformats.org/officeDocument/2006/relationships" r:blip="">
          <dgm:adjLst/>
        </dgm:shape>
        <dgm:choose name="Name3">
          <dgm:if name="Name4" func="var" arg="dir" op="equ" val="norm">
            <dgm:constrLst>
              <dgm:constr type="l" for="ch" forName="LShape" refType="w" fact="0"/>
              <dgm:constr type="t" for="ch" forName="LShape" refType="h" fact="0.2347"/>
              <dgm:constr type="w" for="ch" forName="LShape" refType="w" fact="0.998"/>
              <dgm:constr type="h" for="ch" forName="LShape" refType="h" fact="0.5164"/>
              <dgm:constr type="r" for="ch" forName="ParentText" refType="w"/>
              <dgm:constr type="t" for="ch" forName="ParentText" refType="h" fact="0.32"/>
              <dgm:constr type="w" for="ch" forName="ParentText" refType="w" fact="0.901"/>
              <dgm:constr type="h" for="ch" forName="ParentText" refType="h" fact="0.68"/>
              <dgm:constr type="l" for="ch" forName="Triangle" refType="w" fact="0.83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if>
          <dgm:else name="Name5">
            <dgm:constrLst>
              <dgm:constr type="l" for="ch" forName="LShape" refType="w" fact="0.002"/>
              <dgm:constr type="t" for="ch" forName="LShape" refType="h" fact="0.2347"/>
              <dgm:constr type="w" for="ch" forName="LShape" refType="w"/>
              <dgm:constr type="h" for="ch" forName="LShape" refType="h" fact="0.5164"/>
              <dgm:constr type="l" for="ch" forName="ParentText" refType="w" fact="0"/>
              <dgm:constr type="t" for="ch" forName="ParentText" refType="h" fact="0.32"/>
              <dgm:constr type="w" for="ch" forName="ParentText" refType="w" fact="0.902"/>
              <dgm:constr type="h" for="ch" forName="ParentText" refType="h" fact="0.68"/>
              <dgm:constr type="l" for="ch" forName="Triangle" refType="w" fact="0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else>
        </dgm:choose>
        <dgm:layoutNode name="LShape" styleLbl="alignNode1">
          <dgm:alg type="sp"/>
          <dgm:choose name="Name6">
            <dgm:if name="Name7" func="var" arg="dir" op="equ" val="norm">
              <dgm:shape xmlns:r="http://schemas.openxmlformats.org/officeDocument/2006/relationships" rot="90" type="corner" r:blip="">
                <dgm:adjLst>
                  <dgm:adj idx="1" val="0.1612"/>
                  <dgm:adj idx="2" val="0.1611"/>
                </dgm:adjLst>
              </dgm:shape>
            </dgm:if>
            <dgm:else name="Name8">
              <dgm:shape xmlns:r="http://schemas.openxmlformats.org/officeDocument/2006/relationships" rot="180" type="corner" r:blip="">
                <dgm:adjLst>
                  <dgm:adj idx="1" val="0.1612"/>
                  <dgm:adj idx="2" val="0.1611"/>
                </dgm:adjLst>
              </dgm:shape>
            </dgm:else>
          </dgm:choose>
          <dgm:presOf/>
        </dgm:layoutNode>
        <dgm:layoutNode name="ParentText" styleLbl="revTx">
          <dgm:varLst>
            <dgm:chMax val="0"/>
            <dgm:chPref val="0"/>
            <dgm:bulletEnabled val="1"/>
          </dgm:varLst>
          <dgm:alg type="tx">
            <dgm:param type="parTxLTRAlign" val="l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9">
          <dgm:if name="Name10" axis="followSib" ptType="node" func="cnt" op="gte" val="1">
            <dgm:layoutNode name="Triangle" styleLbl="alignNode1">
              <dgm:alg type="sp"/>
              <dgm:choose name="Name11">
                <dgm:if name="Name12" func="var" arg="dir" op="equ" val="norm">
                  <dgm:shape xmlns:r="http://schemas.openxmlformats.org/officeDocument/2006/relationships" type="triangle" r:blip="">
                    <dgm:adjLst>
                      <dgm:adj idx="1" val="1"/>
                    </dgm:adjLst>
                  </dgm:shape>
                </dgm:if>
                <dgm:else name="Name13">
                  <dgm:shape xmlns:r="http://schemas.openxmlformats.org/officeDocument/2006/relationships" rot="90" type="triangle" r:blip="">
                    <dgm:adjLst>
                      <dgm:adj idx="1" val="1"/>
                    </dgm:adjLst>
                  </dgm:shape>
                </dgm:else>
              </dgm:choose>
              <dgm:presOf/>
            </dgm:layoutNode>
          </dgm:if>
          <dgm:else name="Name14"/>
        </dgm:choose>
      </dgm:layoutNode>
      <dgm:forEach name="sibTransForEach" axis="followSib" ptType="sibTrans" cnt="1">
        <dgm:layoutNode name="sibTrans">
          <dgm:alg type="composite">
            <dgm:param type="ar" val="0.861"/>
          </dgm:alg>
          <dgm:constrLst>
            <dgm:constr type="w" for="ch" forName="space" refType="w"/>
            <dgm:constr type="h" for="ch" forName="space" refType="w"/>
          </dgm:constrLst>
          <dgm:layoutNode name="space" styleLbl="alignNode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cycle8">
  <dgm:title val=""/>
  <dgm:desc val=""/>
  <dgm:catLst>
    <dgm:cat type="cycle" pri="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"/>
          <dgm:constr type="t" for="ch" forName="dummy1a" refType="h" fact="0.08"/>
          <dgm:constr type="l" for="ch" forName="dummy1b" refType="w" fact="0.5"/>
          <dgm:constr type="t" for="ch" forName="dummy1b" refType="h" fact="0.08"/>
          <dgm:constr type="l" for="ch" forName="wedge1Tx" refType="w" fact="0.22"/>
          <dgm:constr type="t" for="ch" forName="wedge1Tx" refType="h" fact="0.22"/>
          <dgm:constr type="w" for="ch" forName="wedge1Tx" refType="w" fact="0.56"/>
          <dgm:constr type="h" for="ch" forName="wedge1Tx" refType="h" fact="0.56"/>
          <dgm:constr type="h" for="ch" forName="arrowWedge1single" refType="w" fact="0.08"/>
          <dgm:constr type="diam" for="ch" forName="arrowWedge1single" refType="w" fact="0.84"/>
          <dgm:constr type="l" for="ch" forName="arrowWedge1single" refType="w" fact="0.5"/>
          <dgm:constr type="t" for="ch" forName="arrowWedge1single" refType="w" fact="0.5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2"/>
          <dgm:constr type="t" for="ch" forName="dummy1a" refType="h" fact="0.08"/>
          <dgm:constr type="l" for="ch" forName="dummy1b" refType="w" fact="0.52"/>
          <dgm:constr type="t" for="ch" forName="dummy1b" refType="h" fact="0.92"/>
          <dgm:constr type="l" for="ch" forName="wedge1Tx" refType="w" fact="0.559"/>
          <dgm:constr type="t" for="ch" forName="wedge1Tx" refType="h" fact="0.3"/>
          <dgm:constr type="w" for="ch" forName="wedge1Tx" refType="w" fact="0.3"/>
          <dgm:constr type="h" for="ch" forName="wedge1Tx" refType="h" fact="0.4"/>
          <dgm:constr type="l" for="ch" forName="wedge2" refType="w" fact="0.06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48"/>
          <dgm:constr type="t" for="ch" forName="dummy2a" refType="h" fact="0.92"/>
          <dgm:constr type="l" for="ch" forName="dummy2b" refType="w" fact="0.48"/>
          <dgm:constr type="t" for="ch" forName="dummy2b" refType="h" fact="0.08"/>
          <dgm:constr type="r" for="ch" forName="wedge2Tx" refType="w" fact="0.441"/>
          <dgm:constr type="t" for="ch" forName="wedge2Tx" refType="h" fact="0.3"/>
          <dgm:constr type="w" for="ch" forName="wedge2Tx" refType="w" fact="0.3"/>
          <dgm:constr type="h" for="ch" forName="wedge2Tx" refType="h" fact="0.4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primFontSz" for="ch" ptType="node" op="equ"/>
        </dgm:constrLst>
      </dgm:if>
      <dgm:if name="Name3" axis="ch" ptType="node" func="cnt" op="equ" val="3">
        <dgm:constrLst>
          <dgm:constr type="l" for="ch" forName="wedge1" refType="w" fact="0.0973"/>
          <dgm:constr type="t" for="ch" forName="wedge1" refType="w" fact="0.07"/>
          <dgm:constr type="w" for="ch" forName="wedge1" refType="w" fact="0.84"/>
          <dgm:constr type="h" for="ch" forName="wedge1" refType="h" fact="0.84"/>
          <dgm:constr type="l" for="ch" forName="dummy1a" refType="w" fact="0.5173"/>
          <dgm:constr type="t" for="ch" forName="dummy1a" refType="h" fact="0.07"/>
          <dgm:constr type="l" for="ch" forName="dummy1b" refType="w" fact="0.8811"/>
          <dgm:constr type="t" for="ch" forName="dummy1b" refType="h" fact="0.7"/>
          <dgm:constr type="l" for="ch" forName="wedge1Tx" refType="w" fact="0.54"/>
          <dgm:constr type="t" for="ch" forName="wedge1Tx" refType="h" fact="0.248"/>
          <dgm:constr type="w" for="ch" forName="wedge1Tx" refType="w" fact="0.3"/>
          <dgm:constr type="h" for="ch" forName="wedge1Tx" refType="h" fact="0.25"/>
          <dgm:constr type="l" for="ch" forName="wedge2" refType="w" fact="0.08"/>
          <dgm:constr type="t" for="ch" forName="wedge2" refType="w" fact="0.1"/>
          <dgm:constr type="w" for="ch" forName="wedge2" refType="w" fact="0.84"/>
          <dgm:constr type="h" for="ch" forName="wedge2" refType="h" fact="0.84"/>
          <dgm:constr type="l" for="ch" forName="dummy2a" refType="w" fact="0.8637"/>
          <dgm:constr type="t" for="ch" forName="dummy2a" refType="h" fact="0.73"/>
          <dgm:constr type="l" for="ch" forName="dummy2b" refType="w" fact="0.1363"/>
          <dgm:constr type="t" for="ch" forName="dummy2b" refType="h" fact="0.73"/>
          <dgm:constr type="l" for="ch" forName="wedge2Tx" refType="w" fact="0.28"/>
          <dgm:constr type="t" for="ch" forName="wedge2Tx" refType="h" fact="0.645"/>
          <dgm:constr type="w" for="ch" forName="wedge2Tx" refType="w" fact="0.45"/>
          <dgm:constr type="h" for="ch" forName="wedge2Tx" refType="h" fact="0.22"/>
          <dgm:constr type="l" for="ch" forName="wedge3" refType="w" fact="0.0627"/>
          <dgm:constr type="t" for="ch" forName="wedge3" refType="w" fact="0.07"/>
          <dgm:constr type="w" for="ch" forName="wedge3" refType="w" fact="0.84"/>
          <dgm:constr type="h" for="ch" forName="wedge3" refType="h" fact="0.84"/>
          <dgm:constr type="l" for="ch" forName="dummy3a" refType="w" fact="0.1189"/>
          <dgm:constr type="t" for="ch" forName="dummy3a" refType="h" fact="0.7"/>
          <dgm:constr type="l" for="ch" forName="dummy3b" refType="w" fact="0.4827"/>
          <dgm:constr type="t" for="ch" forName="dummy3b" refType="h" fact="0.07"/>
          <dgm:constr type="r" for="ch" forName="wedge3Tx" refType="w" fact="0.46"/>
          <dgm:constr type="t" for="ch" forName="wedge3Tx" refType="h" fact="0.248"/>
          <dgm:constr type="w" for="ch" forName="wedge3Tx" refType="w" fact="0.3"/>
          <dgm:constr type="h" for="ch" forName="wedge3Tx" refType="h" fact="0.25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primFontSz" for="ch" ptType="node" op="equ"/>
        </dgm:constrLst>
      </dgm:if>
      <dgm:if name="Name4" axis="ch" ptType="node" func="cnt" op="equ" val="4">
        <dgm:constrLst>
          <dgm:constr type="l" for="ch" forName="wedge1" refType="w" fact="0.0941"/>
          <dgm:constr type="t" for="ch" forName="wedge1" refType="w" fact="0.0659"/>
          <dgm:constr type="w" for="ch" forName="wedge1" refType="w" fact="0.84"/>
          <dgm:constr type="h" for="ch" forName="wedge1" refType="h" fact="0.84"/>
          <dgm:constr type="l" for="ch" forName="dummy1a" refType="w" fact="0.5141"/>
          <dgm:constr type="t" for="ch" forName="dummy1a" refType="h" fact="0.0659"/>
          <dgm:constr type="l" for="ch" forName="dummy1b" refType="w" fact="0.9341"/>
          <dgm:constr type="t" for="ch" forName="dummy1b" refType="h" fact="0.4859"/>
          <dgm:constr type="l" for="ch" forName="wedge1Tx" refType="w" fact="0.54"/>
          <dgm:constr type="t" for="ch" forName="wedge1Tx" refType="h" fact="0.24"/>
          <dgm:constr type="w" for="ch" forName="wedge1Tx" refType="w" fact="0.31"/>
          <dgm:constr type="h" for="ch" forName="wedge1Tx" refType="h" fact="0.23"/>
          <dgm:constr type="l" for="ch" forName="wedge2" refType="w" fact="0.0941"/>
          <dgm:constr type="t" for="ch" forName="wedge2" refType="w" fact="0.0941"/>
          <dgm:constr type="w" for="ch" forName="wedge2" refType="w" fact="0.84"/>
          <dgm:constr type="h" for="ch" forName="wedge2" refType="h" fact="0.84"/>
          <dgm:constr type="l" for="ch" forName="dummy2a" refType="w" fact="0.9341"/>
          <dgm:constr type="t" for="ch" forName="dummy2a" refType="h" fact="0.5141"/>
          <dgm:constr type="l" for="ch" forName="dummy2b" refType="w" fact="0.5141"/>
          <dgm:constr type="t" for="ch" forName="dummy2b" refType="h" fact="0.9341"/>
          <dgm:constr type="l" for="ch" forName="wedge2Tx" refType="w" fact="0.54"/>
          <dgm:constr type="t" for="ch" forName="wedge2Tx" refType="h" fact="0.53"/>
          <dgm:constr type="w" for="ch" forName="wedge2Tx" refType="w" fact="0.31"/>
          <dgm:constr type="h" for="ch" forName="wedge2Tx" refType="h" fact="0.23"/>
          <dgm:constr type="l" for="ch" forName="wedge3" refType="w" fact="0.0659"/>
          <dgm:constr type="t" for="ch" forName="wedge3" refType="w" fact="0.0941"/>
          <dgm:constr type="w" for="ch" forName="wedge3" refType="w" fact="0.84"/>
          <dgm:constr type="h" for="ch" forName="wedge3" refType="h" fact="0.84"/>
          <dgm:constr type="l" for="ch" forName="dummy3a" refType="w" fact="0.4859"/>
          <dgm:constr type="t" for="ch" forName="dummy3a" refType="h" fact="0.9341"/>
          <dgm:constr type="l" for="ch" forName="dummy3b" refType="w" fact="0.0659"/>
          <dgm:constr type="t" for="ch" forName="dummy3b" refType="h" fact="0.5141"/>
          <dgm:constr type="r" for="ch" forName="wedge3Tx" refType="w" fact="0.46"/>
          <dgm:constr type="t" for="ch" forName="wedge3Tx" refType="h" fact="0.53"/>
          <dgm:constr type="w" for="ch" forName="wedge3Tx" refType="w" fact="0.31"/>
          <dgm:constr type="h" for="ch" forName="wedge3Tx" refType="h" fact="0.23"/>
          <dgm:constr type="l" for="ch" forName="wedge4" refType="w" fact="0.0659"/>
          <dgm:constr type="t" for="ch" forName="wedge4" refType="h" fact="0.0659"/>
          <dgm:constr type="w" for="ch" forName="wedge4" refType="w" fact="0.84"/>
          <dgm:constr type="h" for="ch" forName="wedge4" refType="h" fact="0.84"/>
          <dgm:constr type="l" for="ch" forName="dummy4a" refType="w" fact="0.0659"/>
          <dgm:constr type="t" for="ch" forName="dummy4a" refType="h" fact="0.4859"/>
          <dgm:constr type="l" for="ch" forName="dummy4b" refType="w" fact="0.4859"/>
          <dgm:constr type="t" for="ch" forName="dummy4b" refType="h" fact="0.0659"/>
          <dgm:constr type="r" for="ch" forName="wedge4Tx" refType="w" fact="0.46"/>
          <dgm:constr type="t" for="ch" forName="wedge4Tx" refType="h" fact="0.24"/>
          <dgm:constr type="w" for="ch" forName="wedge4Tx" refType="w" fact="0.31"/>
          <dgm:constr type="h" for="ch" forName="wedge4Tx" refType="h" fact="0.23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primFontSz" for="ch" ptType="node" op="equ"/>
        </dgm:constrLst>
      </dgm:if>
      <dgm:if name="Name5" axis="ch" ptType="node" func="cnt" op="equ" val="5">
        <dgm:constrLst>
          <dgm:constr type="l" for="ch" forName="wedge1" refType="w" fact="0.0918"/>
          <dgm:constr type="t" for="ch" forName="wedge1" refType="w" fact="0.0638"/>
          <dgm:constr type="w" for="ch" forName="wedge1" refType="w" fact="0.84"/>
          <dgm:constr type="h" for="ch" forName="wedge1" refType="h" fact="0.84"/>
          <dgm:constr type="l" for="ch" forName="dummy1a" refType="w" fact="0.5118"/>
          <dgm:constr type="t" for="ch" forName="dummy1a" refType="h" fact="0.0638"/>
          <dgm:constr type="l" for="ch" forName="dummy1b" refType="w" fact="0.9112"/>
          <dgm:constr type="t" for="ch" forName="dummy1b" refType="h" fact="0.354"/>
          <dgm:constr type="l" for="ch" forName="wedge1Tx" refType="w" fact="0.53"/>
          <dgm:constr type="t" for="ch" forName="wedge1Tx" refType="h" fact="0.205"/>
          <dgm:constr type="w" for="ch" forName="wedge1Tx" refType="w" fact="0.27"/>
          <dgm:constr type="h" for="ch" forName="wedge1Tx" refType="h" fact="0.18"/>
          <dgm:constr type="l" for="ch" forName="wedge2" refType="w" fact="0.099"/>
          <dgm:constr type="t" for="ch" forName="wedge2" refType="w" fact="0.0862"/>
          <dgm:constr type="w" for="ch" forName="wedge2" refType="w" fact="0.84"/>
          <dgm:constr type="h" for="ch" forName="wedge2" refType="h" fact="0.84"/>
          <dgm:constr type="l" for="ch" forName="dummy2a" refType="w" fact="0.9185"/>
          <dgm:constr type="t" for="ch" forName="dummy2a" refType="h" fact="0.3764"/>
          <dgm:constr type="l" for="ch" forName="dummy2b" refType="w" fact="0.7659"/>
          <dgm:constr type="t" for="ch" forName="dummy2b" refType="h" fact="0.846"/>
          <dgm:constr type="l" for="ch" forName="wedge2Tx" refType="w" fact="0.64"/>
          <dgm:constr type="t" for="ch" forName="wedge2Tx" refType="h" fact="0.47"/>
          <dgm:constr type="w" for="ch" forName="wedge2Tx" refType="w" fact="0.25"/>
          <dgm:constr type="h" for="ch" forName="wedge2Tx" refType="h" fact="0.2"/>
          <dgm:constr type="l" for="ch" forName="wedge3" refType="w" fact="0.08"/>
          <dgm:constr type="t" for="ch" forName="wedge3" refType="w" fact="0.1"/>
          <dgm:constr type="w" for="ch" forName="wedge3" refType="w" fact="0.84"/>
          <dgm:constr type="h" for="ch" forName="wedge3" refType="h" fact="0.84"/>
          <dgm:constr type="l" for="ch" forName="dummy3a" refType="w" fact="0.7469"/>
          <dgm:constr type="t" for="ch" forName="dummy3a" refType="h" fact="0.8598"/>
          <dgm:constr type="l" for="ch" forName="dummy3b" refType="w" fact="0.2531"/>
          <dgm:constr type="t" for="ch" forName="dummy3b" refType="h" fact="0.8598"/>
          <dgm:constr type="l" for="ch" forName="wedge3Tx" refType="w" fact="0.38"/>
          <dgm:constr type="t" for="ch" forName="wedge3Tx" refType="h" fact="0.69"/>
          <dgm:constr type="w" for="ch" forName="wedge3Tx" refType="w" fact="0.24"/>
          <dgm:constr type="h" for="ch" forName="wedge3Tx" refType="h" fact="0.22"/>
          <dgm:constr type="l" for="ch" forName="wedge4" refType="w" fact="0.061"/>
          <dgm:constr type="t" for="ch" forName="wedge4" refType="h" fact="0.0862"/>
          <dgm:constr type="w" for="ch" forName="wedge4" refType="w" fact="0.84"/>
          <dgm:constr type="h" for="ch" forName="wedge4" refType="h" fact="0.84"/>
          <dgm:constr type="l" for="ch" forName="dummy4a" refType="w" fact="0.2341"/>
          <dgm:constr type="t" for="ch" forName="dummy4a" refType="h" fact="0.846"/>
          <dgm:constr type="l" for="ch" forName="dummy4b" refType="w" fact="0.0815"/>
          <dgm:constr type="t" for="ch" forName="dummy4b" refType="h" fact="0.3764"/>
          <dgm:constr type="r" for="ch" forName="wedge4Tx" refType="w" fact="0.36"/>
          <dgm:constr type="t" for="ch" forName="wedge4Tx" refType="h" fact="0.47"/>
          <dgm:constr type="w" for="ch" forName="wedge4Tx" refType="w" fact="0.25"/>
          <dgm:constr type="h" for="ch" forName="wedge4Tx" refType="h" fact="0.2"/>
          <dgm:constr type="l" for="ch" forName="wedge5" refType="w" fact="0.0682"/>
          <dgm:constr type="t" for="ch" forName="wedge5" refType="h" fact="0.0638"/>
          <dgm:constr type="w" for="ch" forName="wedge5" refType="w" fact="0.84"/>
          <dgm:constr type="h" for="ch" forName="wedge5" refType="h" fact="0.84"/>
          <dgm:constr type="l" for="ch" forName="dummy5a" refType="w" fact="0.0888"/>
          <dgm:constr type="t" for="ch" forName="dummy5a" refType="h" fact="0.354"/>
          <dgm:constr type="l" for="ch" forName="dummy5b" refType="w" fact="0.4882"/>
          <dgm:constr type="t" for="ch" forName="dummy5b" refType="h" fact="0.0638"/>
          <dgm:constr type="r" for="ch" forName="wedge5Tx" refType="w" fact="0.47"/>
          <dgm:constr type="t" for="ch" forName="wedge5Tx" refType="h" fact="0.205"/>
          <dgm:constr type="w" for="ch" forName="wedge5Tx" refType="w" fact="0.27"/>
          <dgm:constr type="h" for="ch" forName="wedge5Tx" refType="h" fact="0.18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primFontSz" for="ch" ptType="node" op="equ"/>
        </dgm:constrLst>
      </dgm:if>
      <dgm:if name="Name6" axis="ch" ptType="node" func="cnt" op="equ" val="6">
        <dgm:constrLst>
          <dgm:constr type="l" for="ch" forName="wedge1" refType="w" fact="0.09"/>
          <dgm:constr type="t" for="ch" forName="wedge1" refType="w" fact="0.0627"/>
          <dgm:constr type="w" for="ch" forName="wedge1" refType="w" fact="0.84"/>
          <dgm:constr type="h" for="ch" forName="wedge1" refType="h" fact="0.84"/>
          <dgm:constr type="l" for="ch" forName="dummy1a" refType="w" fact="0.51"/>
          <dgm:constr type="t" for="ch" forName="dummy1a" refType="h" fact="0.0627"/>
          <dgm:constr type="l" for="ch" forName="dummy1b" refType="w" fact="0.8737"/>
          <dgm:constr type="t" for="ch" forName="dummy1b" refType="h" fact="0.2727"/>
          <dgm:constr type="l" for="ch" forName="wedge1Tx" refType="w" fact="0.53"/>
          <dgm:constr type="t" for="ch" forName="wedge1Tx" refType="h" fact="0.17"/>
          <dgm:constr type="w" for="ch" forName="wedge1Tx" refType="w" fact="0.22"/>
          <dgm:constr type="h" for="ch" forName="wedge1Tx" refType="h" fact="0.17"/>
          <dgm:constr type="l" for="ch" forName="wedge2" refType="w" fact="0.1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8837"/>
          <dgm:constr type="t" for="ch" forName="dummy2a" refType="h" fact="0.29"/>
          <dgm:constr type="l" for="ch" forName="dummy2b" refType="w" fact="0.8837"/>
          <dgm:constr type="t" for="ch" forName="dummy2b" refType="h" fact="0.71"/>
          <dgm:constr type="l" for="ch" forName="wedge2Tx" refType="w" fact="0.67"/>
          <dgm:constr type="t" for="ch" forName="wedge2Tx" refType="h" fact="0.42"/>
          <dgm:constr type="w" for="ch" forName="wedge2Tx" refType="w" fact="0.23"/>
          <dgm:constr type="h" for="ch" forName="wedge2Tx" refType="h" fact="0.165"/>
          <dgm:constr type="l" for="ch" forName="wedge3" refType="w" fact="0.09"/>
          <dgm:constr type="t" for="ch" forName="wedge3" refType="w" fact="0.0973"/>
          <dgm:constr type="w" for="ch" forName="wedge3" refType="w" fact="0.84"/>
          <dgm:constr type="h" for="ch" forName="wedge3" refType="h" fact="0.84"/>
          <dgm:constr type="l" for="ch" forName="dummy3a" refType="w" fact="0.8737"/>
          <dgm:constr type="t" for="ch" forName="dummy3a" refType="h" fact="0.7273"/>
          <dgm:constr type="l" for="ch" forName="dummy3b" refType="w" fact="0.51"/>
          <dgm:constr type="t" for="ch" forName="dummy3b" refType="h" fact="0.9373"/>
          <dgm:constr type="l" for="ch" forName="wedge3Tx" refType="w" fact="0.53"/>
          <dgm:constr type="t" for="ch" forName="wedge3Tx" refType="h" fact="0.665"/>
          <dgm:constr type="w" for="ch" forName="wedge3Tx" refType="w" fact="0.22"/>
          <dgm:constr type="h" for="ch" forName="wedge3Tx" refType="h" fact="0.17"/>
          <dgm:constr type="l" for="ch" forName="wedge4" refType="w" fact="0.07"/>
          <dgm:constr type="t" for="ch" forName="wedge4" refType="h" fact="0.0973"/>
          <dgm:constr type="w" for="ch" forName="wedge4" refType="w" fact="0.84"/>
          <dgm:constr type="h" for="ch" forName="wedge4" refType="h" fact="0.84"/>
          <dgm:constr type="l" for="ch" forName="dummy4a" refType="w" fact="0.49"/>
          <dgm:constr type="t" for="ch" forName="dummy4a" refType="h" fact="0.9373"/>
          <dgm:constr type="l" for="ch" forName="dummy4b" refType="w" fact="0.1263"/>
          <dgm:constr type="t" for="ch" forName="dummy4b" refType="h" fact="0.7273"/>
          <dgm:constr type="r" for="ch" forName="wedge4Tx" refType="w" fact="0.47"/>
          <dgm:constr type="t" for="ch" forName="wedge4Tx" refType="h" fact="0.665"/>
          <dgm:constr type="w" for="ch" forName="wedge4Tx" refType="w" fact="0.22"/>
          <dgm:constr type="h" for="ch" forName="wedge4Tx" refType="h" fact="0.17"/>
          <dgm:constr type="l" for="ch" forName="wedge5" refType="w" fact="0.06"/>
          <dgm:constr type="t" for="ch" forName="wedge5" refType="h" fact="0.08"/>
          <dgm:constr type="w" for="ch" forName="wedge5" refType="w" fact="0.84"/>
          <dgm:constr type="h" for="ch" forName="wedge5" refType="h" fact="0.84"/>
          <dgm:constr type="l" for="ch" forName="dummy5a" refType="w" fact="0.1163"/>
          <dgm:constr type="t" for="ch" forName="dummy5a" refType="h" fact="0.71"/>
          <dgm:constr type="l" for="ch" forName="dummy5b" refType="w" fact="0.1163"/>
          <dgm:constr type="t" for="ch" forName="dummy5b" refType="h" fact="0.29"/>
          <dgm:constr type="r" for="ch" forName="wedge5Tx" refType="w" fact="0.33"/>
          <dgm:constr type="t" for="ch" forName="wedge5Tx" refType="h" fact="0.42"/>
          <dgm:constr type="w" for="ch" forName="wedge5Tx" refType="w" fact="0.23"/>
          <dgm:constr type="h" for="ch" forName="wedge5Tx" refType="h" fact="0.165"/>
          <dgm:constr type="l" for="ch" forName="wedge6" refType="w" fact="0.07"/>
          <dgm:constr type="t" for="ch" forName="wedge6" refType="h" fact="0.0627"/>
          <dgm:constr type="w" for="ch" forName="wedge6" refType="w" fact="0.84"/>
          <dgm:constr type="h" for="ch" forName="wedge6" refType="h" fact="0.84"/>
          <dgm:constr type="l" for="ch" forName="dummy6a" refType="w" fact="0.1263"/>
          <dgm:constr type="t" for="ch" forName="dummy6a" refType="h" fact="0.2727"/>
          <dgm:constr type="l" for="ch" forName="dummy6b" refType="w" fact="0.49"/>
          <dgm:constr type="t" for="ch" forName="dummy6b" refType="h" fact="0.0627"/>
          <dgm:constr type="r" for="ch" forName="wedge6Tx" refType="w" fact="0.47"/>
          <dgm:constr type="t" for="ch" forName="wedge6Tx" refType="h" fact="0.17"/>
          <dgm:constr type="w" for="ch" forName="wedge6Tx" refType="w" fact="0.22"/>
          <dgm:constr type="h" for="ch" forName="wedge6Tx" refType="h" fact="0.17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primFontSz" for="ch" ptType="node" op="equ"/>
        </dgm:constrLst>
      </dgm:if>
      <dgm:else name="Name7">
        <dgm:constrLst>
          <dgm:constr type="l" for="ch" forName="wedge1" refType="w" fact="0.0887"/>
          <dgm:constr type="t" for="ch" forName="wedge1" refType="w" fact="0.062"/>
          <dgm:constr type="w" for="ch" forName="wedge1" refType="w" fact="0.84"/>
          <dgm:constr type="h" for="ch" forName="wedge1" refType="h" fact="0.84"/>
          <dgm:constr type="l" for="ch" forName="dummy1a" refType="w" fact="0.5087"/>
          <dgm:constr type="t" for="ch" forName="dummy1a" refType="h" fact="0.062"/>
          <dgm:constr type="l" for="ch" forName="dummy1b" refType="w" fact="0.837"/>
          <dgm:constr type="t" for="ch" forName="dummy1b" refType="h" fact="0.2201"/>
          <dgm:constr type="l" for="ch" forName="wedge1Tx" refType="w" fact="0.53"/>
          <dgm:constr type="t" for="ch" forName="wedge1Tx" refType="h" fact="0.14"/>
          <dgm:constr type="w" for="ch" forName="wedge1Tx" refType="w" fact="0.2"/>
          <dgm:constr type="h" for="ch" forName="wedge1Tx" refType="h" fact="0.16"/>
          <dgm:constr type="l" for="ch" forName="wedge2" refType="w" fact="0.0995"/>
          <dgm:constr type="t" for="ch" forName="wedge2" refType="w" fact="0.0755"/>
          <dgm:constr type="w" for="ch" forName="wedge2" refType="w" fact="0.84"/>
          <dgm:constr type="h" for="ch" forName="wedge2" refType="h" fact="0.84"/>
          <dgm:constr type="l" for="ch" forName="dummy2a" refType="w" fact="0.8479"/>
          <dgm:constr type="t" for="ch" forName="dummy2a" refType="h" fact="0.2337"/>
          <dgm:constr type="l" for="ch" forName="dummy2b" refType="w" fact="0.929"/>
          <dgm:constr type="t" for="ch" forName="dummy2b" refType="h" fact="0.589"/>
          <dgm:constr type="l" for="ch" forName="wedge2Tx" refType="w" fact="0.67"/>
          <dgm:constr type="t" for="ch" forName="wedge2Tx" refType="h" fact="0.38"/>
          <dgm:constr type="w" for="ch" forName="wedge2Tx" refType="w" fact="0.23"/>
          <dgm:constr type="h" for="ch" forName="wedge2Tx" refType="h" fact="0.14"/>
          <dgm:constr type="l" for="ch" forName="wedge3" refType="w" fact="0.0956"/>
          <dgm:constr type="t" for="ch" forName="wedge3" refType="w" fact="0.0925"/>
          <dgm:constr type="w" for="ch" forName="wedge3" refType="w" fact="0.84"/>
          <dgm:constr type="h" for="ch" forName="wedge3" refType="h" fact="0.84"/>
          <dgm:constr type="l" for="ch" forName="dummy3a" refType="w" fact="0.9251"/>
          <dgm:constr type="t" for="ch" forName="dummy3a" refType="h" fact="0.6059"/>
          <dgm:constr type="l" for="ch" forName="dummy3b" refType="w" fact="0.6979"/>
          <dgm:constr type="t" for="ch" forName="dummy3b" refType="h" fact="0.8909"/>
          <dgm:constr type="l" for="ch" forName="wedge3Tx" refType="w" fact="0.635"/>
          <dgm:constr type="t" for="ch" forName="wedge3Tx" refType="h" fact="0.59"/>
          <dgm:constr type="w" for="ch" forName="wedge3Tx" refType="w" fact="0.2"/>
          <dgm:constr type="h" for="ch" forName="wedge3Tx" refType="h" fact="0.155"/>
          <dgm:constr type="l" for="ch" forName="wedge4" refType="w" fact="0.08"/>
          <dgm:constr type="t" for="ch" forName="wedge4" refType="h" fact="0.1"/>
          <dgm:constr type="w" for="ch" forName="wedge4" refType="w" fact="0.84"/>
          <dgm:constr type="h" for="ch" forName="wedge4" refType="h" fact="0.84"/>
          <dgm:constr type="l" for="ch" forName="dummy4a" refType="w" fact="0.6822"/>
          <dgm:constr type="t" for="ch" forName="dummy4a" refType="h" fact="0.8984"/>
          <dgm:constr type="l" for="ch" forName="dummy4b" refType="w" fact="0.3178"/>
          <dgm:constr type="t" for="ch" forName="dummy4b" refType="h" fact="0.8984"/>
          <dgm:constr type="l" for="ch" forName="wedge4Tx" refType="w" fact="0.4025"/>
          <dgm:constr type="t" for="ch" forName="wedge4Tx" refType="h" fact="0.76"/>
          <dgm:constr type="w" for="ch" forName="wedge4Tx" refType="w" fact="0.195"/>
          <dgm:constr type="h" for="ch" forName="wedge4Tx" refType="h" fact="0.14"/>
          <dgm:constr type="l" for="ch" forName="wedge5" refType="w" fact="0.0644"/>
          <dgm:constr type="t" for="ch" forName="wedge5" refType="h" fact="0.0925"/>
          <dgm:constr type="w" for="ch" forName="wedge5" refType="w" fact="0.84"/>
          <dgm:constr type="h" for="ch" forName="wedge5" refType="h" fact="0.84"/>
          <dgm:constr type="l" for="ch" forName="dummy5a" refType="w" fact="0.3021"/>
          <dgm:constr type="t" for="ch" forName="dummy5a" refType="h" fact="0.8909"/>
          <dgm:constr type="l" for="ch" forName="dummy5b" refType="w" fact="0.0749"/>
          <dgm:constr type="t" for="ch" forName="dummy5b" refType="h" fact="0.6059"/>
          <dgm:constr type="r" for="ch" forName="wedge5Tx" refType="w" fact="0.365"/>
          <dgm:constr type="t" for="ch" forName="wedge5Tx" refType="h" fact="0.59"/>
          <dgm:constr type="w" for="ch" forName="wedge5Tx" refType="w" fact="0.2"/>
          <dgm:constr type="h" for="ch" forName="wedge5Tx" refType="h" fact="0.155"/>
          <dgm:constr type="l" for="ch" forName="wedge6" refType="w" fact="0.0605"/>
          <dgm:constr type="t" for="ch" forName="wedge6" refType="h" fact="0.0755"/>
          <dgm:constr type="w" for="ch" forName="wedge6" refType="w" fact="0.84"/>
          <dgm:constr type="h" for="ch" forName="wedge6" refType="h" fact="0.84"/>
          <dgm:constr type="l" for="ch" forName="dummy6a" refType="w" fact="0.071"/>
          <dgm:constr type="t" for="ch" forName="dummy6a" refType="h" fact="0.589"/>
          <dgm:constr type="l" for="ch" forName="dummy6b" refType="w" fact="0.1521"/>
          <dgm:constr type="t" for="ch" forName="dummy6b" refType="h" fact="0.2337"/>
          <dgm:constr type="r" for="ch" forName="wedge6Tx" refType="w" fact="0.33"/>
          <dgm:constr type="t" for="ch" forName="wedge6Tx" refType="h" fact="0.38"/>
          <dgm:constr type="w" for="ch" forName="wedge6Tx" refType="w" fact="0.23"/>
          <dgm:constr type="h" for="ch" forName="wedge6Tx" refType="h" fact="0.14"/>
          <dgm:constr type="l" for="ch" forName="wedge7" refType="w" fact="0.0713"/>
          <dgm:constr type="t" for="ch" forName="wedge7" refType="h" fact="0.062"/>
          <dgm:constr type="w" for="ch" forName="wedge7" refType="w" fact="0.84"/>
          <dgm:constr type="h" for="ch" forName="wedge7" refType="h" fact="0.84"/>
          <dgm:constr type="l" for="ch" forName="dummy7a" refType="w" fact="0.163"/>
          <dgm:constr type="t" for="ch" forName="dummy7a" refType="h" fact="0.2201"/>
          <dgm:constr type="l" for="ch" forName="dummy7b" refType="w" fact="0.4913"/>
          <dgm:constr type="t" for="ch" forName="dummy7b" refType="h" fact="0.062"/>
          <dgm:constr type="r" for="ch" forName="wedge7Tx" refType="w" fact="0.47"/>
          <dgm:constr type="t" for="ch" forName="wedge7Tx" refType="h" fact="0.14"/>
          <dgm:constr type="w" for="ch" forName="wedge7Tx" refType="w" fact="0.2"/>
          <dgm:constr type="h" for="ch" forName="wedge7Tx" refType="h" fact="0.16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h" for="ch" forName="arrowWedge7" refType="w" fact="0.08"/>
          <dgm:constr type="diam" for="ch" forName="arrowWedge7" refType="w" fact="0.84"/>
          <dgm:constr type="l" for="ch" forName="arrowWedge7" refType="w" fact="0.5"/>
          <dgm:constr type="t" for="ch" forName="arrowWedge7" refType="w" fact="0.5"/>
          <dgm:constr type="primFontSz" for="ch" ptType="node" op="equ"/>
        </dgm:constrLst>
      </dgm:else>
    </dgm:choose>
    <dgm:ruleLst/>
    <dgm:choose name="Name8">
      <dgm:if name="Name9" axis="ch" ptType="node" func="cnt" op="gte" val="1">
        <dgm:layoutNode name="wedge1">
          <dgm:alg type="sp"/>
          <dgm:choose name="Name10">
            <dgm:if name="Name11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12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13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14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15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16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17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18">
            <dgm:if name="Name19" func="var" arg="dir" op="equ" val="norm">
              <dgm:presOf axis="ch desOrSelf" ptType="node node" st="1 1" cnt="1 0"/>
            </dgm:if>
            <dgm:else name="Name20">
              <dgm:choose name="Name21">
                <dgm:if name="Name22" axis="ch" ptType="node" func="cnt" op="equ" val="1">
                  <dgm:presOf axis="ch desOrSelf" ptType="node node" st="1 1" cnt="1 0"/>
                </dgm:if>
                <dgm:if name="Name23" axis="ch" ptType="node" func="cnt" op="equ" val="2">
                  <dgm:presOf axis="ch desOrSelf" ptType="node node" st="2 1" cnt="1 0"/>
                </dgm:if>
                <dgm:if name="Name24" axis="ch" ptType="node" func="cnt" op="equ" val="3">
                  <dgm:presOf axis="ch desOrSelf" ptType="node node" st="3 1" cnt="1 0"/>
                </dgm:if>
                <dgm:if name="Name25" axis="ch" ptType="node" func="cnt" op="equ" val="4">
                  <dgm:presOf axis="ch desOrSelf" ptType="node node" st="4 1" cnt="1 0"/>
                </dgm:if>
                <dgm:if name="Name26" axis="ch" ptType="node" func="cnt" op="equ" val="5">
                  <dgm:presOf axis="ch desOrSelf" ptType="node node" st="5 1" cnt="1 0"/>
                </dgm:if>
                <dgm:if name="Name27" axis="ch" ptType="node" func="cnt" op="equ" val="6">
                  <dgm:presOf axis="ch desOrSelf" ptType="node node" st="6 1" cnt="1 0"/>
                </dgm:if>
                <dgm:else name="Name28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dummy1a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1b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29">
            <dgm:if name="Name30" func="var" arg="dir" op="equ" val="norm">
              <dgm:presOf axis="ch desOrSelf" ptType="node node" st="1 1" cnt="1 0"/>
            </dgm:if>
            <dgm:else name="Name31">
              <dgm:choose name="Name32">
                <dgm:if name="Name33" axis="ch" ptType="node" func="cnt" op="equ" val="1">
                  <dgm:presOf axis="ch desOrSelf" ptType="node node" st="1 1" cnt="1 0"/>
                </dgm:if>
                <dgm:if name="Name34" axis="ch" ptType="node" func="cnt" op="equ" val="2">
                  <dgm:presOf axis="ch desOrSelf" ptType="node node" st="2 1" cnt="1 0"/>
                </dgm:if>
                <dgm:if name="Name35" axis="ch" ptType="node" func="cnt" op="equ" val="3">
                  <dgm:presOf axis="ch desOrSelf" ptType="node node" st="3 1" cnt="1 0"/>
                </dgm:if>
                <dgm:if name="Name36" axis="ch" ptType="node" func="cnt" op="equ" val="4">
                  <dgm:presOf axis="ch desOrSelf" ptType="node node" st="4 1" cnt="1 0"/>
                </dgm:if>
                <dgm:if name="Name37" axis="ch" ptType="node" func="cnt" op="equ" val="5">
                  <dgm:presOf axis="ch desOrSelf" ptType="node node" st="5 1" cnt="1 0"/>
                </dgm:if>
                <dgm:if name="Name38" axis="ch" ptType="node" func="cnt" op="equ" val="6">
                  <dgm:presOf axis="ch desOrSelf" ptType="node node" st="6 1" cnt="1 0"/>
                </dgm:if>
                <dgm:else name="Name39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40"/>
    </dgm:choose>
    <dgm:choose name="Name41">
      <dgm:if name="Name42" axis="ch" ptType="node" func="cnt" op="gte" val="2">
        <dgm:layoutNode name="wedge2">
          <dgm:alg type="sp"/>
          <dgm:choose name="Name43">
            <dgm:if name="Name44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45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46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47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48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49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50">
            <dgm:if name="Name51" func="var" arg="dir" op="equ" val="norm">
              <dgm:presOf axis="ch desOrSelf" ptType="node node" st="2 1" cnt="1 0"/>
            </dgm:if>
            <dgm:else name="Name52">
              <dgm:choose name="Name53">
                <dgm:if name="Name54" axis="ch" ptType="node" func="cnt" op="equ" val="2">
                  <dgm:presOf axis="ch desOrSelf" ptType="node node" st="1 1" cnt="1 0"/>
                </dgm:if>
                <dgm:if name="Name55" axis="ch" ptType="node" func="cnt" op="equ" val="3">
                  <dgm:presOf axis="ch desOrSelf" ptType="node node" st="2 1" cnt="1 0"/>
                </dgm:if>
                <dgm:if name="Name56" axis="ch" ptType="node" func="cnt" op="equ" val="4">
                  <dgm:presOf axis="ch desOrSelf" ptType="node node" st="3 1" cnt="1 0"/>
                </dgm:if>
                <dgm:if name="Name57" axis="ch" ptType="node" func="cnt" op="equ" val="5">
                  <dgm:presOf axis="ch desOrSelf" ptType="node node" st="4 1" cnt="1 0"/>
                </dgm:if>
                <dgm:if name="Name58" axis="ch" ptType="node" func="cnt" op="equ" val="6">
                  <dgm:presOf axis="ch desOrSelf" ptType="node node" st="5 1" cnt="1 0"/>
                </dgm:if>
                <dgm:else name="Name59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dummy2a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2b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60">
            <dgm:if name="Name61" func="var" arg="dir" op="equ" val="norm">
              <dgm:presOf axis="ch desOrSelf" ptType="node node" st="2 1" cnt="1 0"/>
            </dgm:if>
            <dgm:else name="Name62">
              <dgm:choose name="Name63">
                <dgm:if name="Name64" axis="ch" ptType="node" func="cnt" op="equ" val="2">
                  <dgm:presOf axis="ch desOrSelf" ptType="node node" st="1 1" cnt="1 0"/>
                </dgm:if>
                <dgm:if name="Name65" axis="ch" ptType="node" func="cnt" op="equ" val="3">
                  <dgm:presOf axis="ch desOrSelf" ptType="node node" st="2 1" cnt="1 0"/>
                </dgm:if>
                <dgm:if name="Name66" axis="ch" ptType="node" func="cnt" op="equ" val="4">
                  <dgm:presOf axis="ch desOrSelf" ptType="node node" st="3 1" cnt="1 0"/>
                </dgm:if>
                <dgm:if name="Name67" axis="ch" ptType="node" func="cnt" op="equ" val="5">
                  <dgm:presOf axis="ch desOrSelf" ptType="node node" st="4 1" cnt="1 0"/>
                </dgm:if>
                <dgm:if name="Name68" axis="ch" ptType="node" func="cnt" op="equ" val="6">
                  <dgm:presOf axis="ch desOrSelf" ptType="node node" st="5 1" cnt="1 0"/>
                </dgm:if>
                <dgm:else name="Name69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70"/>
    </dgm:choose>
    <dgm:choose name="Name71">
      <dgm:if name="Name72" axis="ch" ptType="node" func="cnt" op="gte" val="3">
        <dgm:layoutNode name="wedge3">
          <dgm:alg type="sp"/>
          <dgm:choose name="Name73">
            <dgm:if name="Name74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75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76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77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78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79">
            <dgm:if name="Name80" func="var" arg="dir" op="equ" val="norm">
              <dgm:presOf axis="ch desOrSelf" ptType="node node" st="3 1" cnt="1 0"/>
            </dgm:if>
            <dgm:else name="Name81">
              <dgm:choose name="Name82">
                <dgm:if name="Name83" axis="ch" ptType="node" func="cnt" op="equ" val="3">
                  <dgm:presOf axis="ch desOrSelf" ptType="node node" st="1 1" cnt="1 0"/>
                </dgm:if>
                <dgm:if name="Name84" axis="ch" ptType="node" func="cnt" op="equ" val="4">
                  <dgm:presOf axis="ch desOrSelf" ptType="node node" st="2 1" cnt="1 0"/>
                </dgm:if>
                <dgm:if name="Name85" axis="ch" ptType="node" func="cnt" op="equ" val="5">
                  <dgm:presOf axis="ch desOrSelf" ptType="node node" st="3 1" cnt="1 0"/>
                </dgm:if>
                <dgm:if name="Name86" axis="ch" ptType="node" func="cnt" op="equ" val="6">
                  <dgm:presOf axis="ch desOrSelf" ptType="node node" st="4 1" cnt="1 0"/>
                </dgm:if>
                <dgm:else name="Name87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dummy3a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3b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88">
            <dgm:if name="Name89" func="var" arg="dir" op="equ" val="norm">
              <dgm:presOf axis="ch desOrSelf" ptType="node node" st="3 1" cnt="1 0"/>
            </dgm:if>
            <dgm:else name="Name90">
              <dgm:choose name="Name91">
                <dgm:if name="Name92" axis="ch" ptType="node" func="cnt" op="equ" val="3">
                  <dgm:presOf axis="ch desOrSelf" ptType="node node" st="1 1" cnt="1 0"/>
                </dgm:if>
                <dgm:if name="Name93" axis="ch" ptType="node" func="cnt" op="equ" val="4">
                  <dgm:presOf axis="ch desOrSelf" ptType="node node" st="2 1" cnt="1 0"/>
                </dgm:if>
                <dgm:if name="Name94" axis="ch" ptType="node" func="cnt" op="equ" val="5">
                  <dgm:presOf axis="ch desOrSelf" ptType="node node" st="3 1" cnt="1 0"/>
                </dgm:if>
                <dgm:if name="Name95" axis="ch" ptType="node" func="cnt" op="equ" val="6">
                  <dgm:presOf axis="ch desOrSelf" ptType="node node" st="4 1" cnt="1 0"/>
                </dgm:if>
                <dgm:else name="Name96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97"/>
    </dgm:choose>
    <dgm:choose name="Name98">
      <dgm:if name="Name99" axis="ch" ptType="node" func="cnt" op="gte" val="4">
        <dgm:layoutNode name="wedge4">
          <dgm:alg type="sp"/>
          <dgm:choose name="Name100">
            <dgm:if name="Name101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02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03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04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05">
            <dgm:if name="Name106" func="var" arg="dir" op="equ" val="norm">
              <dgm:presOf axis="ch desOrSelf" ptType="node node" st="4 1" cnt="1 0"/>
            </dgm:if>
            <dgm:else name="Name107">
              <dgm:choose name="Name108">
                <dgm:if name="Name109" axis="ch" ptType="node" func="cnt" op="equ" val="4">
                  <dgm:presOf axis="ch desOrSelf" ptType="node node" st="1 1" cnt="1 0"/>
                </dgm:if>
                <dgm:if name="Name110" axis="ch" ptType="node" func="cnt" op="equ" val="5">
                  <dgm:presOf axis="ch desOrSelf" ptType="node node" st="2 1" cnt="1 0"/>
                </dgm:if>
                <dgm:if name="Name111" axis="ch" ptType="node" func="cnt" op="equ" val="6">
                  <dgm:presOf axis="ch desOrSelf" ptType="node node" st="3 1" cnt="1 0"/>
                </dgm:if>
                <dgm:else name="Name112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dummy4a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4b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13">
            <dgm:if name="Name114" func="var" arg="dir" op="equ" val="norm">
              <dgm:presOf axis="ch desOrSelf" ptType="node node" st="4 1" cnt="1 0"/>
            </dgm:if>
            <dgm:else name="Name115">
              <dgm:choose name="Name116">
                <dgm:if name="Name117" axis="ch" ptType="node" func="cnt" op="equ" val="4">
                  <dgm:presOf axis="ch desOrSelf" ptType="node node" st="1 1" cnt="1 0"/>
                </dgm:if>
                <dgm:if name="Name118" axis="ch" ptType="node" func="cnt" op="equ" val="5">
                  <dgm:presOf axis="ch desOrSelf" ptType="node node" st="2 1" cnt="1 0"/>
                </dgm:if>
                <dgm:if name="Name119" axis="ch" ptType="node" func="cnt" op="equ" val="6">
                  <dgm:presOf axis="ch desOrSelf" ptType="node node" st="3 1" cnt="1 0"/>
                </dgm:if>
                <dgm:else name="Name120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21"/>
    </dgm:choose>
    <dgm:choose name="Name122">
      <dgm:if name="Name123" axis="ch" ptType="node" func="cnt" op="gte" val="5">
        <dgm:layoutNode name="wedge5">
          <dgm:alg type="sp"/>
          <dgm:choose name="Name124">
            <dgm:if name="Name125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26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27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28">
            <dgm:if name="Name129" func="var" arg="dir" op="equ" val="norm">
              <dgm:presOf axis="ch desOrSelf" ptType="node node" st="5 1" cnt="1 0"/>
            </dgm:if>
            <dgm:else name="Name130">
              <dgm:choose name="Name131">
                <dgm:if name="Name132" axis="ch" ptType="node" func="cnt" op="equ" val="5">
                  <dgm:presOf axis="ch desOrSelf" ptType="node node" st="1 1" cnt="1 0"/>
                </dgm:if>
                <dgm:if name="Name133" axis="ch" ptType="node" func="cnt" op="equ" val="6">
                  <dgm:presOf axis="ch desOrSelf" ptType="node node" st="2 1" cnt="1 0"/>
                </dgm:if>
                <dgm:else name="Name134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dummy5a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5b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35">
            <dgm:if name="Name136" func="var" arg="dir" op="equ" val="norm">
              <dgm:presOf axis="ch desOrSelf" ptType="node node" st="5 1" cnt="1 0"/>
            </dgm:if>
            <dgm:else name="Name137">
              <dgm:choose name="Name138">
                <dgm:if name="Name139" axis="ch" ptType="node" func="cnt" op="equ" val="5">
                  <dgm:presOf axis="ch desOrSelf" ptType="node node" st="1 1" cnt="1 0"/>
                </dgm:if>
                <dgm:if name="Name140" axis="ch" ptType="node" func="cnt" op="equ" val="6">
                  <dgm:presOf axis="ch desOrSelf" ptType="node node" st="2 1" cnt="1 0"/>
                </dgm:if>
                <dgm:else name="Name141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42"/>
    </dgm:choose>
    <dgm:choose name="Name143">
      <dgm:if name="Name144" axis="ch" ptType="node" func="cnt" op="gte" val="6">
        <dgm:layoutNode name="wedge6">
          <dgm:alg type="sp"/>
          <dgm:choose name="Name145">
            <dgm:if name="Name146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47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48">
            <dgm:if name="Name149" func="var" arg="dir" op="equ" val="norm">
              <dgm:presOf axis="ch desOrSelf" ptType="node node" st="6 1" cnt="1 0"/>
            </dgm:if>
            <dgm:else name="Name150">
              <dgm:choose name="Name151">
                <dgm:if name="Name152" axis="ch" ptType="node" func="cnt" op="equ" val="6">
                  <dgm:presOf axis="ch desOrSelf" ptType="node node" st="1 1" cnt="1 0"/>
                </dgm:if>
                <dgm:else name="Name153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dummy6a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6b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4">
            <dgm:if name="Name155" func="var" arg="dir" op="equ" val="norm">
              <dgm:presOf axis="ch desOrSelf" ptType="node node" st="6 1" cnt="1 0"/>
            </dgm:if>
            <dgm:else name="Name156">
              <dgm:choose name="Name157">
                <dgm:if name="Name158" axis="ch" ptType="node" func="cnt" op="equ" val="6">
                  <dgm:presOf axis="ch desOrSelf" ptType="node node" st="1 1" cnt="1 0"/>
                </dgm:if>
                <dgm:else name="Name159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0"/>
    </dgm:choose>
    <dgm:choose name="Name161">
      <dgm:if name="Name162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63">
            <dgm:if name="Name164" func="var" arg="dir" op="equ" val="norm">
              <dgm:presOf axis="ch desOrSelf" ptType="node node" st="7 1" cnt="1 0"/>
            </dgm:if>
            <dgm:else name="Name165">
              <dgm:presOf axis="ch desOrSelf" ptType="node node" st="1 1" cnt="1 0"/>
            </dgm:else>
          </dgm:choose>
          <dgm:constrLst/>
          <dgm:ruleLst/>
        </dgm:layoutNode>
        <dgm:layoutNode name="dummy7a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7b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6">
            <dgm:if name="Name167" func="var" arg="dir" op="equ" val="norm">
              <dgm:presOf axis="ch desOrSelf" ptType="node node" st="7 1" cnt="1 0"/>
            </dgm:if>
            <dgm:else name="Name168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9"/>
    </dgm:choose>
    <dgm:choose name="Name170">
      <dgm:if name="Name171" axis="ch" ptType="node" func="cnt" op="equ" val="1">
        <dgm:forEach name="Name172" axis="ch" ptType="sibTrans" hideLastTrans="0" cnt="1">
          <dgm:layoutNode name="arrowWedge1single" styleLbl="fgSibTrans2D1">
            <dgm:choose name="Name173">
              <dgm:if name="Name174" func="var" arg="dir" op="equ" val="norm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arr"/>
                  <dgm:param type="endSty" val="noArr"/>
                </dgm:alg>
              </dgm:if>
              <dgm:else name="Name175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noArr"/>
                  <dgm:param type="endSty" val="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if name="Name176" axis="ch" ptType="node" func="cnt" op="gte" val="2">
        <dgm:forEach name="Name177" axis="ch" ptType="sibTrans" hideLastTrans="0" cnt="1">
          <dgm:layoutNode name="arrowWedge1" styleLbl="fgSibTrans2D1">
            <dgm:choose name="Name178">
              <dgm:if name="Name179" func="var" arg="dir" op="equ" val="norm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noArr"/>
                  <dgm:param type="endSty" val="arr"/>
                </dgm:alg>
              </dgm:if>
              <dgm:else name="Name180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arr"/>
                  <dgm:param type="endSty" val="no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else name="Name181"/>
    </dgm:choose>
    <dgm:forEach name="Name182" axis="ch" ptType="sibTrans" hideLastTrans="0" st="2" cnt="1">
      <dgm:layoutNode name="arrowWedge2" styleLbl="fgSibTrans2D1">
        <dgm:choose name="Name183">
          <dgm:if name="Name184" func="var" arg="dir" op="equ" val="norm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5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86" axis="ch" ptType="sibTrans" hideLastTrans="0" st="3" cnt="1">
      <dgm:layoutNode name="arrowWedge3" styleLbl="fgSibTrans2D1">
        <dgm:choose name="Name187">
          <dgm:if name="Name188" func="var" arg="dir" op="equ" val="norm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9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0" axis="ch" ptType="sibTrans" hideLastTrans="0" st="4" cnt="1">
      <dgm:layoutNode name="arrowWedge4" styleLbl="fgSibTrans2D1">
        <dgm:choose name="Name191">
          <dgm:if name="Name192" func="var" arg="dir" op="equ" val="norm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3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4" axis="ch" ptType="sibTrans" hideLastTrans="0" st="5" cnt="1">
      <dgm:layoutNode name="arrowWedge5" styleLbl="fgSibTrans2D1">
        <dgm:choose name="Name195">
          <dgm:if name="Name196" func="var" arg="dir" op="equ" val="norm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7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8" axis="ch" ptType="sibTrans" hideLastTrans="0" st="6" cnt="1">
      <dgm:layoutNode name="arrowWedge6" styleLbl="fgSibTrans2D1">
        <dgm:choose name="Name199">
          <dgm:if name="Name200" func="var" arg="dir" op="equ" val="norm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1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202" axis="ch" ptType="sibTrans" hideLastTrans="0" st="7" cnt="1">
      <dgm:layoutNode name="arrowWedge7" styleLbl="fgSibTrans2D1">
        <dgm:choose name="Name203">
          <dgm:if name="Name204" func="var" arg="dir" op="equ" val="norm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5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cycle8">
  <dgm:title val=""/>
  <dgm:desc val=""/>
  <dgm:catLst>
    <dgm:cat type="cycle" pri="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"/>
          <dgm:constr type="t" for="ch" forName="dummy1a" refType="h" fact="0.08"/>
          <dgm:constr type="l" for="ch" forName="dummy1b" refType="w" fact="0.5"/>
          <dgm:constr type="t" for="ch" forName="dummy1b" refType="h" fact="0.08"/>
          <dgm:constr type="l" for="ch" forName="wedge1Tx" refType="w" fact="0.22"/>
          <dgm:constr type="t" for="ch" forName="wedge1Tx" refType="h" fact="0.22"/>
          <dgm:constr type="w" for="ch" forName="wedge1Tx" refType="w" fact="0.56"/>
          <dgm:constr type="h" for="ch" forName="wedge1Tx" refType="h" fact="0.56"/>
          <dgm:constr type="h" for="ch" forName="arrowWedge1single" refType="w" fact="0.08"/>
          <dgm:constr type="diam" for="ch" forName="arrowWedge1single" refType="w" fact="0.84"/>
          <dgm:constr type="l" for="ch" forName="arrowWedge1single" refType="w" fact="0.5"/>
          <dgm:constr type="t" for="ch" forName="arrowWedge1single" refType="w" fact="0.5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2"/>
          <dgm:constr type="t" for="ch" forName="dummy1a" refType="h" fact="0.08"/>
          <dgm:constr type="l" for="ch" forName="dummy1b" refType="w" fact="0.52"/>
          <dgm:constr type="t" for="ch" forName="dummy1b" refType="h" fact="0.92"/>
          <dgm:constr type="l" for="ch" forName="wedge1Tx" refType="w" fact="0.559"/>
          <dgm:constr type="t" for="ch" forName="wedge1Tx" refType="h" fact="0.3"/>
          <dgm:constr type="w" for="ch" forName="wedge1Tx" refType="w" fact="0.3"/>
          <dgm:constr type="h" for="ch" forName="wedge1Tx" refType="h" fact="0.4"/>
          <dgm:constr type="l" for="ch" forName="wedge2" refType="w" fact="0.06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48"/>
          <dgm:constr type="t" for="ch" forName="dummy2a" refType="h" fact="0.92"/>
          <dgm:constr type="l" for="ch" forName="dummy2b" refType="w" fact="0.48"/>
          <dgm:constr type="t" for="ch" forName="dummy2b" refType="h" fact="0.08"/>
          <dgm:constr type="r" for="ch" forName="wedge2Tx" refType="w" fact="0.441"/>
          <dgm:constr type="t" for="ch" forName="wedge2Tx" refType="h" fact="0.3"/>
          <dgm:constr type="w" for="ch" forName="wedge2Tx" refType="w" fact="0.3"/>
          <dgm:constr type="h" for="ch" forName="wedge2Tx" refType="h" fact="0.4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primFontSz" for="ch" ptType="node" op="equ"/>
        </dgm:constrLst>
      </dgm:if>
      <dgm:if name="Name3" axis="ch" ptType="node" func="cnt" op="equ" val="3">
        <dgm:constrLst>
          <dgm:constr type="l" for="ch" forName="wedge1" refType="w" fact="0.0973"/>
          <dgm:constr type="t" for="ch" forName="wedge1" refType="w" fact="0.07"/>
          <dgm:constr type="w" for="ch" forName="wedge1" refType="w" fact="0.84"/>
          <dgm:constr type="h" for="ch" forName="wedge1" refType="h" fact="0.84"/>
          <dgm:constr type="l" for="ch" forName="dummy1a" refType="w" fact="0.5173"/>
          <dgm:constr type="t" for="ch" forName="dummy1a" refType="h" fact="0.07"/>
          <dgm:constr type="l" for="ch" forName="dummy1b" refType="w" fact="0.8811"/>
          <dgm:constr type="t" for="ch" forName="dummy1b" refType="h" fact="0.7"/>
          <dgm:constr type="l" for="ch" forName="wedge1Tx" refType="w" fact="0.54"/>
          <dgm:constr type="t" for="ch" forName="wedge1Tx" refType="h" fact="0.248"/>
          <dgm:constr type="w" for="ch" forName="wedge1Tx" refType="w" fact="0.3"/>
          <dgm:constr type="h" for="ch" forName="wedge1Tx" refType="h" fact="0.25"/>
          <dgm:constr type="l" for="ch" forName="wedge2" refType="w" fact="0.08"/>
          <dgm:constr type="t" for="ch" forName="wedge2" refType="w" fact="0.1"/>
          <dgm:constr type="w" for="ch" forName="wedge2" refType="w" fact="0.84"/>
          <dgm:constr type="h" for="ch" forName="wedge2" refType="h" fact="0.84"/>
          <dgm:constr type="l" for="ch" forName="dummy2a" refType="w" fact="0.8637"/>
          <dgm:constr type="t" for="ch" forName="dummy2a" refType="h" fact="0.73"/>
          <dgm:constr type="l" for="ch" forName="dummy2b" refType="w" fact="0.1363"/>
          <dgm:constr type="t" for="ch" forName="dummy2b" refType="h" fact="0.73"/>
          <dgm:constr type="l" for="ch" forName="wedge2Tx" refType="w" fact="0.28"/>
          <dgm:constr type="t" for="ch" forName="wedge2Tx" refType="h" fact="0.645"/>
          <dgm:constr type="w" for="ch" forName="wedge2Tx" refType="w" fact="0.45"/>
          <dgm:constr type="h" for="ch" forName="wedge2Tx" refType="h" fact="0.22"/>
          <dgm:constr type="l" for="ch" forName="wedge3" refType="w" fact="0.0627"/>
          <dgm:constr type="t" for="ch" forName="wedge3" refType="w" fact="0.07"/>
          <dgm:constr type="w" for="ch" forName="wedge3" refType="w" fact="0.84"/>
          <dgm:constr type="h" for="ch" forName="wedge3" refType="h" fact="0.84"/>
          <dgm:constr type="l" for="ch" forName="dummy3a" refType="w" fact="0.1189"/>
          <dgm:constr type="t" for="ch" forName="dummy3a" refType="h" fact="0.7"/>
          <dgm:constr type="l" for="ch" forName="dummy3b" refType="w" fact="0.4827"/>
          <dgm:constr type="t" for="ch" forName="dummy3b" refType="h" fact="0.07"/>
          <dgm:constr type="r" for="ch" forName="wedge3Tx" refType="w" fact="0.46"/>
          <dgm:constr type="t" for="ch" forName="wedge3Tx" refType="h" fact="0.248"/>
          <dgm:constr type="w" for="ch" forName="wedge3Tx" refType="w" fact="0.3"/>
          <dgm:constr type="h" for="ch" forName="wedge3Tx" refType="h" fact="0.25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primFontSz" for="ch" ptType="node" op="equ"/>
        </dgm:constrLst>
      </dgm:if>
      <dgm:if name="Name4" axis="ch" ptType="node" func="cnt" op="equ" val="4">
        <dgm:constrLst>
          <dgm:constr type="l" for="ch" forName="wedge1" refType="w" fact="0.0941"/>
          <dgm:constr type="t" for="ch" forName="wedge1" refType="w" fact="0.0659"/>
          <dgm:constr type="w" for="ch" forName="wedge1" refType="w" fact="0.84"/>
          <dgm:constr type="h" for="ch" forName="wedge1" refType="h" fact="0.84"/>
          <dgm:constr type="l" for="ch" forName="dummy1a" refType="w" fact="0.5141"/>
          <dgm:constr type="t" for="ch" forName="dummy1a" refType="h" fact="0.0659"/>
          <dgm:constr type="l" for="ch" forName="dummy1b" refType="w" fact="0.9341"/>
          <dgm:constr type="t" for="ch" forName="dummy1b" refType="h" fact="0.4859"/>
          <dgm:constr type="l" for="ch" forName="wedge1Tx" refType="w" fact="0.54"/>
          <dgm:constr type="t" for="ch" forName="wedge1Tx" refType="h" fact="0.24"/>
          <dgm:constr type="w" for="ch" forName="wedge1Tx" refType="w" fact="0.31"/>
          <dgm:constr type="h" for="ch" forName="wedge1Tx" refType="h" fact="0.23"/>
          <dgm:constr type="l" for="ch" forName="wedge2" refType="w" fact="0.0941"/>
          <dgm:constr type="t" for="ch" forName="wedge2" refType="w" fact="0.0941"/>
          <dgm:constr type="w" for="ch" forName="wedge2" refType="w" fact="0.84"/>
          <dgm:constr type="h" for="ch" forName="wedge2" refType="h" fact="0.84"/>
          <dgm:constr type="l" for="ch" forName="dummy2a" refType="w" fact="0.9341"/>
          <dgm:constr type="t" for="ch" forName="dummy2a" refType="h" fact="0.5141"/>
          <dgm:constr type="l" for="ch" forName="dummy2b" refType="w" fact="0.5141"/>
          <dgm:constr type="t" for="ch" forName="dummy2b" refType="h" fact="0.9341"/>
          <dgm:constr type="l" for="ch" forName="wedge2Tx" refType="w" fact="0.54"/>
          <dgm:constr type="t" for="ch" forName="wedge2Tx" refType="h" fact="0.53"/>
          <dgm:constr type="w" for="ch" forName="wedge2Tx" refType="w" fact="0.31"/>
          <dgm:constr type="h" for="ch" forName="wedge2Tx" refType="h" fact="0.23"/>
          <dgm:constr type="l" for="ch" forName="wedge3" refType="w" fact="0.0659"/>
          <dgm:constr type="t" for="ch" forName="wedge3" refType="w" fact="0.0941"/>
          <dgm:constr type="w" for="ch" forName="wedge3" refType="w" fact="0.84"/>
          <dgm:constr type="h" for="ch" forName="wedge3" refType="h" fact="0.84"/>
          <dgm:constr type="l" for="ch" forName="dummy3a" refType="w" fact="0.4859"/>
          <dgm:constr type="t" for="ch" forName="dummy3a" refType="h" fact="0.9341"/>
          <dgm:constr type="l" for="ch" forName="dummy3b" refType="w" fact="0.0659"/>
          <dgm:constr type="t" for="ch" forName="dummy3b" refType="h" fact="0.5141"/>
          <dgm:constr type="r" for="ch" forName="wedge3Tx" refType="w" fact="0.46"/>
          <dgm:constr type="t" for="ch" forName="wedge3Tx" refType="h" fact="0.53"/>
          <dgm:constr type="w" for="ch" forName="wedge3Tx" refType="w" fact="0.31"/>
          <dgm:constr type="h" for="ch" forName="wedge3Tx" refType="h" fact="0.23"/>
          <dgm:constr type="l" for="ch" forName="wedge4" refType="w" fact="0.0659"/>
          <dgm:constr type="t" for="ch" forName="wedge4" refType="h" fact="0.0659"/>
          <dgm:constr type="w" for="ch" forName="wedge4" refType="w" fact="0.84"/>
          <dgm:constr type="h" for="ch" forName="wedge4" refType="h" fact="0.84"/>
          <dgm:constr type="l" for="ch" forName="dummy4a" refType="w" fact="0.0659"/>
          <dgm:constr type="t" for="ch" forName="dummy4a" refType="h" fact="0.4859"/>
          <dgm:constr type="l" for="ch" forName="dummy4b" refType="w" fact="0.4859"/>
          <dgm:constr type="t" for="ch" forName="dummy4b" refType="h" fact="0.0659"/>
          <dgm:constr type="r" for="ch" forName="wedge4Tx" refType="w" fact="0.46"/>
          <dgm:constr type="t" for="ch" forName="wedge4Tx" refType="h" fact="0.24"/>
          <dgm:constr type="w" for="ch" forName="wedge4Tx" refType="w" fact="0.31"/>
          <dgm:constr type="h" for="ch" forName="wedge4Tx" refType="h" fact="0.23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primFontSz" for="ch" ptType="node" op="equ"/>
        </dgm:constrLst>
      </dgm:if>
      <dgm:if name="Name5" axis="ch" ptType="node" func="cnt" op="equ" val="5">
        <dgm:constrLst>
          <dgm:constr type="l" for="ch" forName="wedge1" refType="w" fact="0.0918"/>
          <dgm:constr type="t" for="ch" forName="wedge1" refType="w" fact="0.0638"/>
          <dgm:constr type="w" for="ch" forName="wedge1" refType="w" fact="0.84"/>
          <dgm:constr type="h" for="ch" forName="wedge1" refType="h" fact="0.84"/>
          <dgm:constr type="l" for="ch" forName="dummy1a" refType="w" fact="0.5118"/>
          <dgm:constr type="t" for="ch" forName="dummy1a" refType="h" fact="0.0638"/>
          <dgm:constr type="l" for="ch" forName="dummy1b" refType="w" fact="0.9112"/>
          <dgm:constr type="t" for="ch" forName="dummy1b" refType="h" fact="0.354"/>
          <dgm:constr type="l" for="ch" forName="wedge1Tx" refType="w" fact="0.53"/>
          <dgm:constr type="t" for="ch" forName="wedge1Tx" refType="h" fact="0.205"/>
          <dgm:constr type="w" for="ch" forName="wedge1Tx" refType="w" fact="0.27"/>
          <dgm:constr type="h" for="ch" forName="wedge1Tx" refType="h" fact="0.18"/>
          <dgm:constr type="l" for="ch" forName="wedge2" refType="w" fact="0.099"/>
          <dgm:constr type="t" for="ch" forName="wedge2" refType="w" fact="0.0862"/>
          <dgm:constr type="w" for="ch" forName="wedge2" refType="w" fact="0.84"/>
          <dgm:constr type="h" for="ch" forName="wedge2" refType="h" fact="0.84"/>
          <dgm:constr type="l" for="ch" forName="dummy2a" refType="w" fact="0.9185"/>
          <dgm:constr type="t" for="ch" forName="dummy2a" refType="h" fact="0.3764"/>
          <dgm:constr type="l" for="ch" forName="dummy2b" refType="w" fact="0.7659"/>
          <dgm:constr type="t" for="ch" forName="dummy2b" refType="h" fact="0.846"/>
          <dgm:constr type="l" for="ch" forName="wedge2Tx" refType="w" fact="0.64"/>
          <dgm:constr type="t" for="ch" forName="wedge2Tx" refType="h" fact="0.47"/>
          <dgm:constr type="w" for="ch" forName="wedge2Tx" refType="w" fact="0.25"/>
          <dgm:constr type="h" for="ch" forName="wedge2Tx" refType="h" fact="0.2"/>
          <dgm:constr type="l" for="ch" forName="wedge3" refType="w" fact="0.08"/>
          <dgm:constr type="t" for="ch" forName="wedge3" refType="w" fact="0.1"/>
          <dgm:constr type="w" for="ch" forName="wedge3" refType="w" fact="0.84"/>
          <dgm:constr type="h" for="ch" forName="wedge3" refType="h" fact="0.84"/>
          <dgm:constr type="l" for="ch" forName="dummy3a" refType="w" fact="0.7469"/>
          <dgm:constr type="t" for="ch" forName="dummy3a" refType="h" fact="0.8598"/>
          <dgm:constr type="l" for="ch" forName="dummy3b" refType="w" fact="0.2531"/>
          <dgm:constr type="t" for="ch" forName="dummy3b" refType="h" fact="0.8598"/>
          <dgm:constr type="l" for="ch" forName="wedge3Tx" refType="w" fact="0.38"/>
          <dgm:constr type="t" for="ch" forName="wedge3Tx" refType="h" fact="0.69"/>
          <dgm:constr type="w" for="ch" forName="wedge3Tx" refType="w" fact="0.24"/>
          <dgm:constr type="h" for="ch" forName="wedge3Tx" refType="h" fact="0.22"/>
          <dgm:constr type="l" for="ch" forName="wedge4" refType="w" fact="0.061"/>
          <dgm:constr type="t" for="ch" forName="wedge4" refType="h" fact="0.0862"/>
          <dgm:constr type="w" for="ch" forName="wedge4" refType="w" fact="0.84"/>
          <dgm:constr type="h" for="ch" forName="wedge4" refType="h" fact="0.84"/>
          <dgm:constr type="l" for="ch" forName="dummy4a" refType="w" fact="0.2341"/>
          <dgm:constr type="t" for="ch" forName="dummy4a" refType="h" fact="0.846"/>
          <dgm:constr type="l" for="ch" forName="dummy4b" refType="w" fact="0.0815"/>
          <dgm:constr type="t" for="ch" forName="dummy4b" refType="h" fact="0.3764"/>
          <dgm:constr type="r" for="ch" forName="wedge4Tx" refType="w" fact="0.36"/>
          <dgm:constr type="t" for="ch" forName="wedge4Tx" refType="h" fact="0.47"/>
          <dgm:constr type="w" for="ch" forName="wedge4Tx" refType="w" fact="0.25"/>
          <dgm:constr type="h" for="ch" forName="wedge4Tx" refType="h" fact="0.2"/>
          <dgm:constr type="l" for="ch" forName="wedge5" refType="w" fact="0.0682"/>
          <dgm:constr type="t" for="ch" forName="wedge5" refType="h" fact="0.0638"/>
          <dgm:constr type="w" for="ch" forName="wedge5" refType="w" fact="0.84"/>
          <dgm:constr type="h" for="ch" forName="wedge5" refType="h" fact="0.84"/>
          <dgm:constr type="l" for="ch" forName="dummy5a" refType="w" fact="0.0888"/>
          <dgm:constr type="t" for="ch" forName="dummy5a" refType="h" fact="0.354"/>
          <dgm:constr type="l" for="ch" forName="dummy5b" refType="w" fact="0.4882"/>
          <dgm:constr type="t" for="ch" forName="dummy5b" refType="h" fact="0.0638"/>
          <dgm:constr type="r" for="ch" forName="wedge5Tx" refType="w" fact="0.47"/>
          <dgm:constr type="t" for="ch" forName="wedge5Tx" refType="h" fact="0.205"/>
          <dgm:constr type="w" for="ch" forName="wedge5Tx" refType="w" fact="0.27"/>
          <dgm:constr type="h" for="ch" forName="wedge5Tx" refType="h" fact="0.18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primFontSz" for="ch" ptType="node" op="equ"/>
        </dgm:constrLst>
      </dgm:if>
      <dgm:if name="Name6" axis="ch" ptType="node" func="cnt" op="equ" val="6">
        <dgm:constrLst>
          <dgm:constr type="l" for="ch" forName="wedge1" refType="w" fact="0.09"/>
          <dgm:constr type="t" for="ch" forName="wedge1" refType="w" fact="0.0627"/>
          <dgm:constr type="w" for="ch" forName="wedge1" refType="w" fact="0.84"/>
          <dgm:constr type="h" for="ch" forName="wedge1" refType="h" fact="0.84"/>
          <dgm:constr type="l" for="ch" forName="dummy1a" refType="w" fact="0.51"/>
          <dgm:constr type="t" for="ch" forName="dummy1a" refType="h" fact="0.0627"/>
          <dgm:constr type="l" for="ch" forName="dummy1b" refType="w" fact="0.8737"/>
          <dgm:constr type="t" for="ch" forName="dummy1b" refType="h" fact="0.2727"/>
          <dgm:constr type="l" for="ch" forName="wedge1Tx" refType="w" fact="0.53"/>
          <dgm:constr type="t" for="ch" forName="wedge1Tx" refType="h" fact="0.17"/>
          <dgm:constr type="w" for="ch" forName="wedge1Tx" refType="w" fact="0.22"/>
          <dgm:constr type="h" for="ch" forName="wedge1Tx" refType="h" fact="0.17"/>
          <dgm:constr type="l" for="ch" forName="wedge2" refType="w" fact="0.1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8837"/>
          <dgm:constr type="t" for="ch" forName="dummy2a" refType="h" fact="0.29"/>
          <dgm:constr type="l" for="ch" forName="dummy2b" refType="w" fact="0.8837"/>
          <dgm:constr type="t" for="ch" forName="dummy2b" refType="h" fact="0.71"/>
          <dgm:constr type="l" for="ch" forName="wedge2Tx" refType="w" fact="0.67"/>
          <dgm:constr type="t" for="ch" forName="wedge2Tx" refType="h" fact="0.42"/>
          <dgm:constr type="w" for="ch" forName="wedge2Tx" refType="w" fact="0.23"/>
          <dgm:constr type="h" for="ch" forName="wedge2Tx" refType="h" fact="0.165"/>
          <dgm:constr type="l" for="ch" forName="wedge3" refType="w" fact="0.09"/>
          <dgm:constr type="t" for="ch" forName="wedge3" refType="w" fact="0.0973"/>
          <dgm:constr type="w" for="ch" forName="wedge3" refType="w" fact="0.84"/>
          <dgm:constr type="h" for="ch" forName="wedge3" refType="h" fact="0.84"/>
          <dgm:constr type="l" for="ch" forName="dummy3a" refType="w" fact="0.8737"/>
          <dgm:constr type="t" for="ch" forName="dummy3a" refType="h" fact="0.7273"/>
          <dgm:constr type="l" for="ch" forName="dummy3b" refType="w" fact="0.51"/>
          <dgm:constr type="t" for="ch" forName="dummy3b" refType="h" fact="0.9373"/>
          <dgm:constr type="l" for="ch" forName="wedge3Tx" refType="w" fact="0.53"/>
          <dgm:constr type="t" for="ch" forName="wedge3Tx" refType="h" fact="0.665"/>
          <dgm:constr type="w" for="ch" forName="wedge3Tx" refType="w" fact="0.22"/>
          <dgm:constr type="h" for="ch" forName="wedge3Tx" refType="h" fact="0.17"/>
          <dgm:constr type="l" for="ch" forName="wedge4" refType="w" fact="0.07"/>
          <dgm:constr type="t" for="ch" forName="wedge4" refType="h" fact="0.0973"/>
          <dgm:constr type="w" for="ch" forName="wedge4" refType="w" fact="0.84"/>
          <dgm:constr type="h" for="ch" forName="wedge4" refType="h" fact="0.84"/>
          <dgm:constr type="l" for="ch" forName="dummy4a" refType="w" fact="0.49"/>
          <dgm:constr type="t" for="ch" forName="dummy4a" refType="h" fact="0.9373"/>
          <dgm:constr type="l" for="ch" forName="dummy4b" refType="w" fact="0.1263"/>
          <dgm:constr type="t" for="ch" forName="dummy4b" refType="h" fact="0.7273"/>
          <dgm:constr type="r" for="ch" forName="wedge4Tx" refType="w" fact="0.47"/>
          <dgm:constr type="t" for="ch" forName="wedge4Tx" refType="h" fact="0.665"/>
          <dgm:constr type="w" for="ch" forName="wedge4Tx" refType="w" fact="0.22"/>
          <dgm:constr type="h" for="ch" forName="wedge4Tx" refType="h" fact="0.17"/>
          <dgm:constr type="l" for="ch" forName="wedge5" refType="w" fact="0.06"/>
          <dgm:constr type="t" for="ch" forName="wedge5" refType="h" fact="0.08"/>
          <dgm:constr type="w" for="ch" forName="wedge5" refType="w" fact="0.84"/>
          <dgm:constr type="h" for="ch" forName="wedge5" refType="h" fact="0.84"/>
          <dgm:constr type="l" for="ch" forName="dummy5a" refType="w" fact="0.1163"/>
          <dgm:constr type="t" for="ch" forName="dummy5a" refType="h" fact="0.71"/>
          <dgm:constr type="l" for="ch" forName="dummy5b" refType="w" fact="0.1163"/>
          <dgm:constr type="t" for="ch" forName="dummy5b" refType="h" fact="0.29"/>
          <dgm:constr type="r" for="ch" forName="wedge5Tx" refType="w" fact="0.33"/>
          <dgm:constr type="t" for="ch" forName="wedge5Tx" refType="h" fact="0.42"/>
          <dgm:constr type="w" for="ch" forName="wedge5Tx" refType="w" fact="0.23"/>
          <dgm:constr type="h" for="ch" forName="wedge5Tx" refType="h" fact="0.165"/>
          <dgm:constr type="l" for="ch" forName="wedge6" refType="w" fact="0.07"/>
          <dgm:constr type="t" for="ch" forName="wedge6" refType="h" fact="0.0627"/>
          <dgm:constr type="w" for="ch" forName="wedge6" refType="w" fact="0.84"/>
          <dgm:constr type="h" for="ch" forName="wedge6" refType="h" fact="0.84"/>
          <dgm:constr type="l" for="ch" forName="dummy6a" refType="w" fact="0.1263"/>
          <dgm:constr type="t" for="ch" forName="dummy6a" refType="h" fact="0.2727"/>
          <dgm:constr type="l" for="ch" forName="dummy6b" refType="w" fact="0.49"/>
          <dgm:constr type="t" for="ch" forName="dummy6b" refType="h" fact="0.0627"/>
          <dgm:constr type="r" for="ch" forName="wedge6Tx" refType="w" fact="0.47"/>
          <dgm:constr type="t" for="ch" forName="wedge6Tx" refType="h" fact="0.17"/>
          <dgm:constr type="w" for="ch" forName="wedge6Tx" refType="w" fact="0.22"/>
          <dgm:constr type="h" for="ch" forName="wedge6Tx" refType="h" fact="0.17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primFontSz" for="ch" ptType="node" op="equ"/>
        </dgm:constrLst>
      </dgm:if>
      <dgm:else name="Name7">
        <dgm:constrLst>
          <dgm:constr type="l" for="ch" forName="wedge1" refType="w" fact="0.0887"/>
          <dgm:constr type="t" for="ch" forName="wedge1" refType="w" fact="0.062"/>
          <dgm:constr type="w" for="ch" forName="wedge1" refType="w" fact="0.84"/>
          <dgm:constr type="h" for="ch" forName="wedge1" refType="h" fact="0.84"/>
          <dgm:constr type="l" for="ch" forName="dummy1a" refType="w" fact="0.5087"/>
          <dgm:constr type="t" for="ch" forName="dummy1a" refType="h" fact="0.062"/>
          <dgm:constr type="l" for="ch" forName="dummy1b" refType="w" fact="0.837"/>
          <dgm:constr type="t" for="ch" forName="dummy1b" refType="h" fact="0.2201"/>
          <dgm:constr type="l" for="ch" forName="wedge1Tx" refType="w" fact="0.53"/>
          <dgm:constr type="t" for="ch" forName="wedge1Tx" refType="h" fact="0.14"/>
          <dgm:constr type="w" for="ch" forName="wedge1Tx" refType="w" fact="0.2"/>
          <dgm:constr type="h" for="ch" forName="wedge1Tx" refType="h" fact="0.16"/>
          <dgm:constr type="l" for="ch" forName="wedge2" refType="w" fact="0.0995"/>
          <dgm:constr type="t" for="ch" forName="wedge2" refType="w" fact="0.0755"/>
          <dgm:constr type="w" for="ch" forName="wedge2" refType="w" fact="0.84"/>
          <dgm:constr type="h" for="ch" forName="wedge2" refType="h" fact="0.84"/>
          <dgm:constr type="l" for="ch" forName="dummy2a" refType="w" fact="0.8479"/>
          <dgm:constr type="t" for="ch" forName="dummy2a" refType="h" fact="0.2337"/>
          <dgm:constr type="l" for="ch" forName="dummy2b" refType="w" fact="0.929"/>
          <dgm:constr type="t" for="ch" forName="dummy2b" refType="h" fact="0.589"/>
          <dgm:constr type="l" for="ch" forName="wedge2Tx" refType="w" fact="0.67"/>
          <dgm:constr type="t" for="ch" forName="wedge2Tx" refType="h" fact="0.38"/>
          <dgm:constr type="w" for="ch" forName="wedge2Tx" refType="w" fact="0.23"/>
          <dgm:constr type="h" for="ch" forName="wedge2Tx" refType="h" fact="0.14"/>
          <dgm:constr type="l" for="ch" forName="wedge3" refType="w" fact="0.0956"/>
          <dgm:constr type="t" for="ch" forName="wedge3" refType="w" fact="0.0925"/>
          <dgm:constr type="w" for="ch" forName="wedge3" refType="w" fact="0.84"/>
          <dgm:constr type="h" for="ch" forName="wedge3" refType="h" fact="0.84"/>
          <dgm:constr type="l" for="ch" forName="dummy3a" refType="w" fact="0.9251"/>
          <dgm:constr type="t" for="ch" forName="dummy3a" refType="h" fact="0.6059"/>
          <dgm:constr type="l" for="ch" forName="dummy3b" refType="w" fact="0.6979"/>
          <dgm:constr type="t" for="ch" forName="dummy3b" refType="h" fact="0.8909"/>
          <dgm:constr type="l" for="ch" forName="wedge3Tx" refType="w" fact="0.635"/>
          <dgm:constr type="t" for="ch" forName="wedge3Tx" refType="h" fact="0.59"/>
          <dgm:constr type="w" for="ch" forName="wedge3Tx" refType="w" fact="0.2"/>
          <dgm:constr type="h" for="ch" forName="wedge3Tx" refType="h" fact="0.155"/>
          <dgm:constr type="l" for="ch" forName="wedge4" refType="w" fact="0.08"/>
          <dgm:constr type="t" for="ch" forName="wedge4" refType="h" fact="0.1"/>
          <dgm:constr type="w" for="ch" forName="wedge4" refType="w" fact="0.84"/>
          <dgm:constr type="h" for="ch" forName="wedge4" refType="h" fact="0.84"/>
          <dgm:constr type="l" for="ch" forName="dummy4a" refType="w" fact="0.6822"/>
          <dgm:constr type="t" for="ch" forName="dummy4a" refType="h" fact="0.8984"/>
          <dgm:constr type="l" for="ch" forName="dummy4b" refType="w" fact="0.3178"/>
          <dgm:constr type="t" for="ch" forName="dummy4b" refType="h" fact="0.8984"/>
          <dgm:constr type="l" for="ch" forName="wedge4Tx" refType="w" fact="0.4025"/>
          <dgm:constr type="t" for="ch" forName="wedge4Tx" refType="h" fact="0.76"/>
          <dgm:constr type="w" for="ch" forName="wedge4Tx" refType="w" fact="0.195"/>
          <dgm:constr type="h" for="ch" forName="wedge4Tx" refType="h" fact="0.14"/>
          <dgm:constr type="l" for="ch" forName="wedge5" refType="w" fact="0.0644"/>
          <dgm:constr type="t" for="ch" forName="wedge5" refType="h" fact="0.0925"/>
          <dgm:constr type="w" for="ch" forName="wedge5" refType="w" fact="0.84"/>
          <dgm:constr type="h" for="ch" forName="wedge5" refType="h" fact="0.84"/>
          <dgm:constr type="l" for="ch" forName="dummy5a" refType="w" fact="0.3021"/>
          <dgm:constr type="t" for="ch" forName="dummy5a" refType="h" fact="0.8909"/>
          <dgm:constr type="l" for="ch" forName="dummy5b" refType="w" fact="0.0749"/>
          <dgm:constr type="t" for="ch" forName="dummy5b" refType="h" fact="0.6059"/>
          <dgm:constr type="r" for="ch" forName="wedge5Tx" refType="w" fact="0.365"/>
          <dgm:constr type="t" for="ch" forName="wedge5Tx" refType="h" fact="0.59"/>
          <dgm:constr type="w" for="ch" forName="wedge5Tx" refType="w" fact="0.2"/>
          <dgm:constr type="h" for="ch" forName="wedge5Tx" refType="h" fact="0.155"/>
          <dgm:constr type="l" for="ch" forName="wedge6" refType="w" fact="0.0605"/>
          <dgm:constr type="t" for="ch" forName="wedge6" refType="h" fact="0.0755"/>
          <dgm:constr type="w" for="ch" forName="wedge6" refType="w" fact="0.84"/>
          <dgm:constr type="h" for="ch" forName="wedge6" refType="h" fact="0.84"/>
          <dgm:constr type="l" for="ch" forName="dummy6a" refType="w" fact="0.071"/>
          <dgm:constr type="t" for="ch" forName="dummy6a" refType="h" fact="0.589"/>
          <dgm:constr type="l" for="ch" forName="dummy6b" refType="w" fact="0.1521"/>
          <dgm:constr type="t" for="ch" forName="dummy6b" refType="h" fact="0.2337"/>
          <dgm:constr type="r" for="ch" forName="wedge6Tx" refType="w" fact="0.33"/>
          <dgm:constr type="t" for="ch" forName="wedge6Tx" refType="h" fact="0.38"/>
          <dgm:constr type="w" for="ch" forName="wedge6Tx" refType="w" fact="0.23"/>
          <dgm:constr type="h" for="ch" forName="wedge6Tx" refType="h" fact="0.14"/>
          <dgm:constr type="l" for="ch" forName="wedge7" refType="w" fact="0.0713"/>
          <dgm:constr type="t" for="ch" forName="wedge7" refType="h" fact="0.062"/>
          <dgm:constr type="w" for="ch" forName="wedge7" refType="w" fact="0.84"/>
          <dgm:constr type="h" for="ch" forName="wedge7" refType="h" fact="0.84"/>
          <dgm:constr type="l" for="ch" forName="dummy7a" refType="w" fact="0.163"/>
          <dgm:constr type="t" for="ch" forName="dummy7a" refType="h" fact="0.2201"/>
          <dgm:constr type="l" for="ch" forName="dummy7b" refType="w" fact="0.4913"/>
          <dgm:constr type="t" for="ch" forName="dummy7b" refType="h" fact="0.062"/>
          <dgm:constr type="r" for="ch" forName="wedge7Tx" refType="w" fact="0.47"/>
          <dgm:constr type="t" for="ch" forName="wedge7Tx" refType="h" fact="0.14"/>
          <dgm:constr type="w" for="ch" forName="wedge7Tx" refType="w" fact="0.2"/>
          <dgm:constr type="h" for="ch" forName="wedge7Tx" refType="h" fact="0.16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h" for="ch" forName="arrowWedge7" refType="w" fact="0.08"/>
          <dgm:constr type="diam" for="ch" forName="arrowWedge7" refType="w" fact="0.84"/>
          <dgm:constr type="l" for="ch" forName="arrowWedge7" refType="w" fact="0.5"/>
          <dgm:constr type="t" for="ch" forName="arrowWedge7" refType="w" fact="0.5"/>
          <dgm:constr type="primFontSz" for="ch" ptType="node" op="equ"/>
        </dgm:constrLst>
      </dgm:else>
    </dgm:choose>
    <dgm:ruleLst/>
    <dgm:choose name="Name8">
      <dgm:if name="Name9" axis="ch" ptType="node" func="cnt" op="gte" val="1">
        <dgm:layoutNode name="wedge1">
          <dgm:alg type="sp"/>
          <dgm:choose name="Name10">
            <dgm:if name="Name11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12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13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14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15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16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17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18">
            <dgm:if name="Name19" func="var" arg="dir" op="equ" val="norm">
              <dgm:presOf axis="ch desOrSelf" ptType="node node" st="1 1" cnt="1 0"/>
            </dgm:if>
            <dgm:else name="Name20">
              <dgm:choose name="Name21">
                <dgm:if name="Name22" axis="ch" ptType="node" func="cnt" op="equ" val="1">
                  <dgm:presOf axis="ch desOrSelf" ptType="node node" st="1 1" cnt="1 0"/>
                </dgm:if>
                <dgm:if name="Name23" axis="ch" ptType="node" func="cnt" op="equ" val="2">
                  <dgm:presOf axis="ch desOrSelf" ptType="node node" st="2 1" cnt="1 0"/>
                </dgm:if>
                <dgm:if name="Name24" axis="ch" ptType="node" func="cnt" op="equ" val="3">
                  <dgm:presOf axis="ch desOrSelf" ptType="node node" st="3 1" cnt="1 0"/>
                </dgm:if>
                <dgm:if name="Name25" axis="ch" ptType="node" func="cnt" op="equ" val="4">
                  <dgm:presOf axis="ch desOrSelf" ptType="node node" st="4 1" cnt="1 0"/>
                </dgm:if>
                <dgm:if name="Name26" axis="ch" ptType="node" func="cnt" op="equ" val="5">
                  <dgm:presOf axis="ch desOrSelf" ptType="node node" st="5 1" cnt="1 0"/>
                </dgm:if>
                <dgm:if name="Name27" axis="ch" ptType="node" func="cnt" op="equ" val="6">
                  <dgm:presOf axis="ch desOrSelf" ptType="node node" st="6 1" cnt="1 0"/>
                </dgm:if>
                <dgm:else name="Name28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dummy1a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1b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29">
            <dgm:if name="Name30" func="var" arg="dir" op="equ" val="norm">
              <dgm:presOf axis="ch desOrSelf" ptType="node node" st="1 1" cnt="1 0"/>
            </dgm:if>
            <dgm:else name="Name31">
              <dgm:choose name="Name32">
                <dgm:if name="Name33" axis="ch" ptType="node" func="cnt" op="equ" val="1">
                  <dgm:presOf axis="ch desOrSelf" ptType="node node" st="1 1" cnt="1 0"/>
                </dgm:if>
                <dgm:if name="Name34" axis="ch" ptType="node" func="cnt" op="equ" val="2">
                  <dgm:presOf axis="ch desOrSelf" ptType="node node" st="2 1" cnt="1 0"/>
                </dgm:if>
                <dgm:if name="Name35" axis="ch" ptType="node" func="cnt" op="equ" val="3">
                  <dgm:presOf axis="ch desOrSelf" ptType="node node" st="3 1" cnt="1 0"/>
                </dgm:if>
                <dgm:if name="Name36" axis="ch" ptType="node" func="cnt" op="equ" val="4">
                  <dgm:presOf axis="ch desOrSelf" ptType="node node" st="4 1" cnt="1 0"/>
                </dgm:if>
                <dgm:if name="Name37" axis="ch" ptType="node" func="cnt" op="equ" val="5">
                  <dgm:presOf axis="ch desOrSelf" ptType="node node" st="5 1" cnt="1 0"/>
                </dgm:if>
                <dgm:if name="Name38" axis="ch" ptType="node" func="cnt" op="equ" val="6">
                  <dgm:presOf axis="ch desOrSelf" ptType="node node" st="6 1" cnt="1 0"/>
                </dgm:if>
                <dgm:else name="Name39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40"/>
    </dgm:choose>
    <dgm:choose name="Name41">
      <dgm:if name="Name42" axis="ch" ptType="node" func="cnt" op="gte" val="2">
        <dgm:layoutNode name="wedge2">
          <dgm:alg type="sp"/>
          <dgm:choose name="Name43">
            <dgm:if name="Name44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45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46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47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48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49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50">
            <dgm:if name="Name51" func="var" arg="dir" op="equ" val="norm">
              <dgm:presOf axis="ch desOrSelf" ptType="node node" st="2 1" cnt="1 0"/>
            </dgm:if>
            <dgm:else name="Name52">
              <dgm:choose name="Name53">
                <dgm:if name="Name54" axis="ch" ptType="node" func="cnt" op="equ" val="2">
                  <dgm:presOf axis="ch desOrSelf" ptType="node node" st="1 1" cnt="1 0"/>
                </dgm:if>
                <dgm:if name="Name55" axis="ch" ptType="node" func="cnt" op="equ" val="3">
                  <dgm:presOf axis="ch desOrSelf" ptType="node node" st="2 1" cnt="1 0"/>
                </dgm:if>
                <dgm:if name="Name56" axis="ch" ptType="node" func="cnt" op="equ" val="4">
                  <dgm:presOf axis="ch desOrSelf" ptType="node node" st="3 1" cnt="1 0"/>
                </dgm:if>
                <dgm:if name="Name57" axis="ch" ptType="node" func="cnt" op="equ" val="5">
                  <dgm:presOf axis="ch desOrSelf" ptType="node node" st="4 1" cnt="1 0"/>
                </dgm:if>
                <dgm:if name="Name58" axis="ch" ptType="node" func="cnt" op="equ" val="6">
                  <dgm:presOf axis="ch desOrSelf" ptType="node node" st="5 1" cnt="1 0"/>
                </dgm:if>
                <dgm:else name="Name59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dummy2a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2b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60">
            <dgm:if name="Name61" func="var" arg="dir" op="equ" val="norm">
              <dgm:presOf axis="ch desOrSelf" ptType="node node" st="2 1" cnt="1 0"/>
            </dgm:if>
            <dgm:else name="Name62">
              <dgm:choose name="Name63">
                <dgm:if name="Name64" axis="ch" ptType="node" func="cnt" op="equ" val="2">
                  <dgm:presOf axis="ch desOrSelf" ptType="node node" st="1 1" cnt="1 0"/>
                </dgm:if>
                <dgm:if name="Name65" axis="ch" ptType="node" func="cnt" op="equ" val="3">
                  <dgm:presOf axis="ch desOrSelf" ptType="node node" st="2 1" cnt="1 0"/>
                </dgm:if>
                <dgm:if name="Name66" axis="ch" ptType="node" func="cnt" op="equ" val="4">
                  <dgm:presOf axis="ch desOrSelf" ptType="node node" st="3 1" cnt="1 0"/>
                </dgm:if>
                <dgm:if name="Name67" axis="ch" ptType="node" func="cnt" op="equ" val="5">
                  <dgm:presOf axis="ch desOrSelf" ptType="node node" st="4 1" cnt="1 0"/>
                </dgm:if>
                <dgm:if name="Name68" axis="ch" ptType="node" func="cnt" op="equ" val="6">
                  <dgm:presOf axis="ch desOrSelf" ptType="node node" st="5 1" cnt="1 0"/>
                </dgm:if>
                <dgm:else name="Name69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70"/>
    </dgm:choose>
    <dgm:choose name="Name71">
      <dgm:if name="Name72" axis="ch" ptType="node" func="cnt" op="gte" val="3">
        <dgm:layoutNode name="wedge3">
          <dgm:alg type="sp"/>
          <dgm:choose name="Name73">
            <dgm:if name="Name74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75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76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77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78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79">
            <dgm:if name="Name80" func="var" arg="dir" op="equ" val="norm">
              <dgm:presOf axis="ch desOrSelf" ptType="node node" st="3 1" cnt="1 0"/>
            </dgm:if>
            <dgm:else name="Name81">
              <dgm:choose name="Name82">
                <dgm:if name="Name83" axis="ch" ptType="node" func="cnt" op="equ" val="3">
                  <dgm:presOf axis="ch desOrSelf" ptType="node node" st="1 1" cnt="1 0"/>
                </dgm:if>
                <dgm:if name="Name84" axis="ch" ptType="node" func="cnt" op="equ" val="4">
                  <dgm:presOf axis="ch desOrSelf" ptType="node node" st="2 1" cnt="1 0"/>
                </dgm:if>
                <dgm:if name="Name85" axis="ch" ptType="node" func="cnt" op="equ" val="5">
                  <dgm:presOf axis="ch desOrSelf" ptType="node node" st="3 1" cnt="1 0"/>
                </dgm:if>
                <dgm:if name="Name86" axis="ch" ptType="node" func="cnt" op="equ" val="6">
                  <dgm:presOf axis="ch desOrSelf" ptType="node node" st="4 1" cnt="1 0"/>
                </dgm:if>
                <dgm:else name="Name87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dummy3a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3b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88">
            <dgm:if name="Name89" func="var" arg="dir" op="equ" val="norm">
              <dgm:presOf axis="ch desOrSelf" ptType="node node" st="3 1" cnt="1 0"/>
            </dgm:if>
            <dgm:else name="Name90">
              <dgm:choose name="Name91">
                <dgm:if name="Name92" axis="ch" ptType="node" func="cnt" op="equ" val="3">
                  <dgm:presOf axis="ch desOrSelf" ptType="node node" st="1 1" cnt="1 0"/>
                </dgm:if>
                <dgm:if name="Name93" axis="ch" ptType="node" func="cnt" op="equ" val="4">
                  <dgm:presOf axis="ch desOrSelf" ptType="node node" st="2 1" cnt="1 0"/>
                </dgm:if>
                <dgm:if name="Name94" axis="ch" ptType="node" func="cnt" op="equ" val="5">
                  <dgm:presOf axis="ch desOrSelf" ptType="node node" st="3 1" cnt="1 0"/>
                </dgm:if>
                <dgm:if name="Name95" axis="ch" ptType="node" func="cnt" op="equ" val="6">
                  <dgm:presOf axis="ch desOrSelf" ptType="node node" st="4 1" cnt="1 0"/>
                </dgm:if>
                <dgm:else name="Name96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97"/>
    </dgm:choose>
    <dgm:choose name="Name98">
      <dgm:if name="Name99" axis="ch" ptType="node" func="cnt" op="gte" val="4">
        <dgm:layoutNode name="wedge4">
          <dgm:alg type="sp"/>
          <dgm:choose name="Name100">
            <dgm:if name="Name101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02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03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04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05">
            <dgm:if name="Name106" func="var" arg="dir" op="equ" val="norm">
              <dgm:presOf axis="ch desOrSelf" ptType="node node" st="4 1" cnt="1 0"/>
            </dgm:if>
            <dgm:else name="Name107">
              <dgm:choose name="Name108">
                <dgm:if name="Name109" axis="ch" ptType="node" func="cnt" op="equ" val="4">
                  <dgm:presOf axis="ch desOrSelf" ptType="node node" st="1 1" cnt="1 0"/>
                </dgm:if>
                <dgm:if name="Name110" axis="ch" ptType="node" func="cnt" op="equ" val="5">
                  <dgm:presOf axis="ch desOrSelf" ptType="node node" st="2 1" cnt="1 0"/>
                </dgm:if>
                <dgm:if name="Name111" axis="ch" ptType="node" func="cnt" op="equ" val="6">
                  <dgm:presOf axis="ch desOrSelf" ptType="node node" st="3 1" cnt="1 0"/>
                </dgm:if>
                <dgm:else name="Name112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dummy4a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4b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13">
            <dgm:if name="Name114" func="var" arg="dir" op="equ" val="norm">
              <dgm:presOf axis="ch desOrSelf" ptType="node node" st="4 1" cnt="1 0"/>
            </dgm:if>
            <dgm:else name="Name115">
              <dgm:choose name="Name116">
                <dgm:if name="Name117" axis="ch" ptType="node" func="cnt" op="equ" val="4">
                  <dgm:presOf axis="ch desOrSelf" ptType="node node" st="1 1" cnt="1 0"/>
                </dgm:if>
                <dgm:if name="Name118" axis="ch" ptType="node" func="cnt" op="equ" val="5">
                  <dgm:presOf axis="ch desOrSelf" ptType="node node" st="2 1" cnt="1 0"/>
                </dgm:if>
                <dgm:if name="Name119" axis="ch" ptType="node" func="cnt" op="equ" val="6">
                  <dgm:presOf axis="ch desOrSelf" ptType="node node" st="3 1" cnt="1 0"/>
                </dgm:if>
                <dgm:else name="Name120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21"/>
    </dgm:choose>
    <dgm:choose name="Name122">
      <dgm:if name="Name123" axis="ch" ptType="node" func="cnt" op="gte" val="5">
        <dgm:layoutNode name="wedge5">
          <dgm:alg type="sp"/>
          <dgm:choose name="Name124">
            <dgm:if name="Name125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26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27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28">
            <dgm:if name="Name129" func="var" arg="dir" op="equ" val="norm">
              <dgm:presOf axis="ch desOrSelf" ptType="node node" st="5 1" cnt="1 0"/>
            </dgm:if>
            <dgm:else name="Name130">
              <dgm:choose name="Name131">
                <dgm:if name="Name132" axis="ch" ptType="node" func="cnt" op="equ" val="5">
                  <dgm:presOf axis="ch desOrSelf" ptType="node node" st="1 1" cnt="1 0"/>
                </dgm:if>
                <dgm:if name="Name133" axis="ch" ptType="node" func="cnt" op="equ" val="6">
                  <dgm:presOf axis="ch desOrSelf" ptType="node node" st="2 1" cnt="1 0"/>
                </dgm:if>
                <dgm:else name="Name134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dummy5a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5b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35">
            <dgm:if name="Name136" func="var" arg="dir" op="equ" val="norm">
              <dgm:presOf axis="ch desOrSelf" ptType="node node" st="5 1" cnt="1 0"/>
            </dgm:if>
            <dgm:else name="Name137">
              <dgm:choose name="Name138">
                <dgm:if name="Name139" axis="ch" ptType="node" func="cnt" op="equ" val="5">
                  <dgm:presOf axis="ch desOrSelf" ptType="node node" st="1 1" cnt="1 0"/>
                </dgm:if>
                <dgm:if name="Name140" axis="ch" ptType="node" func="cnt" op="equ" val="6">
                  <dgm:presOf axis="ch desOrSelf" ptType="node node" st="2 1" cnt="1 0"/>
                </dgm:if>
                <dgm:else name="Name141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42"/>
    </dgm:choose>
    <dgm:choose name="Name143">
      <dgm:if name="Name144" axis="ch" ptType="node" func="cnt" op="gte" val="6">
        <dgm:layoutNode name="wedge6">
          <dgm:alg type="sp"/>
          <dgm:choose name="Name145">
            <dgm:if name="Name146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47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48">
            <dgm:if name="Name149" func="var" arg="dir" op="equ" val="norm">
              <dgm:presOf axis="ch desOrSelf" ptType="node node" st="6 1" cnt="1 0"/>
            </dgm:if>
            <dgm:else name="Name150">
              <dgm:choose name="Name151">
                <dgm:if name="Name152" axis="ch" ptType="node" func="cnt" op="equ" val="6">
                  <dgm:presOf axis="ch desOrSelf" ptType="node node" st="1 1" cnt="1 0"/>
                </dgm:if>
                <dgm:else name="Name153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dummy6a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6b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4">
            <dgm:if name="Name155" func="var" arg="dir" op="equ" val="norm">
              <dgm:presOf axis="ch desOrSelf" ptType="node node" st="6 1" cnt="1 0"/>
            </dgm:if>
            <dgm:else name="Name156">
              <dgm:choose name="Name157">
                <dgm:if name="Name158" axis="ch" ptType="node" func="cnt" op="equ" val="6">
                  <dgm:presOf axis="ch desOrSelf" ptType="node node" st="1 1" cnt="1 0"/>
                </dgm:if>
                <dgm:else name="Name159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0"/>
    </dgm:choose>
    <dgm:choose name="Name161">
      <dgm:if name="Name162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63">
            <dgm:if name="Name164" func="var" arg="dir" op="equ" val="norm">
              <dgm:presOf axis="ch desOrSelf" ptType="node node" st="7 1" cnt="1 0"/>
            </dgm:if>
            <dgm:else name="Name165">
              <dgm:presOf axis="ch desOrSelf" ptType="node node" st="1 1" cnt="1 0"/>
            </dgm:else>
          </dgm:choose>
          <dgm:constrLst/>
          <dgm:ruleLst/>
        </dgm:layoutNode>
        <dgm:layoutNode name="dummy7a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7b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6">
            <dgm:if name="Name167" func="var" arg="dir" op="equ" val="norm">
              <dgm:presOf axis="ch desOrSelf" ptType="node node" st="7 1" cnt="1 0"/>
            </dgm:if>
            <dgm:else name="Name168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9"/>
    </dgm:choose>
    <dgm:choose name="Name170">
      <dgm:if name="Name171" axis="ch" ptType="node" func="cnt" op="equ" val="1">
        <dgm:forEach name="Name172" axis="ch" ptType="sibTrans" hideLastTrans="0" cnt="1">
          <dgm:layoutNode name="arrowWedge1single" styleLbl="fgSibTrans2D1">
            <dgm:choose name="Name173">
              <dgm:if name="Name174" func="var" arg="dir" op="equ" val="norm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arr"/>
                  <dgm:param type="endSty" val="noArr"/>
                </dgm:alg>
              </dgm:if>
              <dgm:else name="Name175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noArr"/>
                  <dgm:param type="endSty" val="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if name="Name176" axis="ch" ptType="node" func="cnt" op="gte" val="2">
        <dgm:forEach name="Name177" axis="ch" ptType="sibTrans" hideLastTrans="0" cnt="1">
          <dgm:layoutNode name="arrowWedge1" styleLbl="fgSibTrans2D1">
            <dgm:choose name="Name178">
              <dgm:if name="Name179" func="var" arg="dir" op="equ" val="norm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noArr"/>
                  <dgm:param type="endSty" val="arr"/>
                </dgm:alg>
              </dgm:if>
              <dgm:else name="Name180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arr"/>
                  <dgm:param type="endSty" val="no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else name="Name181"/>
    </dgm:choose>
    <dgm:forEach name="Name182" axis="ch" ptType="sibTrans" hideLastTrans="0" st="2" cnt="1">
      <dgm:layoutNode name="arrowWedge2" styleLbl="fgSibTrans2D1">
        <dgm:choose name="Name183">
          <dgm:if name="Name184" func="var" arg="dir" op="equ" val="norm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5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86" axis="ch" ptType="sibTrans" hideLastTrans="0" st="3" cnt="1">
      <dgm:layoutNode name="arrowWedge3" styleLbl="fgSibTrans2D1">
        <dgm:choose name="Name187">
          <dgm:if name="Name188" func="var" arg="dir" op="equ" val="norm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9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0" axis="ch" ptType="sibTrans" hideLastTrans="0" st="4" cnt="1">
      <dgm:layoutNode name="arrowWedge4" styleLbl="fgSibTrans2D1">
        <dgm:choose name="Name191">
          <dgm:if name="Name192" func="var" arg="dir" op="equ" val="norm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3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4" axis="ch" ptType="sibTrans" hideLastTrans="0" st="5" cnt="1">
      <dgm:layoutNode name="arrowWedge5" styleLbl="fgSibTrans2D1">
        <dgm:choose name="Name195">
          <dgm:if name="Name196" func="var" arg="dir" op="equ" val="norm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7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8" axis="ch" ptType="sibTrans" hideLastTrans="0" st="6" cnt="1">
      <dgm:layoutNode name="arrowWedge6" styleLbl="fgSibTrans2D1">
        <dgm:choose name="Name199">
          <dgm:if name="Name200" func="var" arg="dir" op="equ" val="norm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1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202" axis="ch" ptType="sibTrans" hideLastTrans="0" st="7" cnt="1">
      <dgm:layoutNode name="arrowWedge7" styleLbl="fgSibTrans2D1">
        <dgm:choose name="Name203">
          <dgm:if name="Name204" func="var" arg="dir" op="equ" val="norm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5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3#1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3#1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3d6">
  <dgm:title val=""/>
  <dgm:desc val=""/>
  <dgm:catLst>
    <dgm:cat type="3D" pri="11600"/>
  </dgm:catLst>
  <dgm:scene3d>
    <a:camera prst="perspectiveRelaxedModerately" zoom="92000"/>
    <a:lightRig rig="balanced" dir="t">
      <a:rot lat="0" lon="0" rev="12700000"/>
    </a:lightRig>
  </dgm:scene3d>
  <dgm:styleLbl name="node0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0080"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54000"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54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25400" prstMaterial="plastic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75000" prstMaterial="plastic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2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3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4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fgAcc1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0400" extrusionH="12700" prstMaterial="plastic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0080"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image" Target="../media/image8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4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9B75F8-F665-47F5-9F1B-1750F29F1993}" type="datetimeFigureOut">
              <a:rPr lang="zh-CN" altLang="en-US" smtClean="0"/>
              <a:pPr/>
              <a:t>2020/6/16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C9018E-597F-42E6-A78B-4790A7F9869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81527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61885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61885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61885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61885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61885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61885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61885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61885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61885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61885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55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61885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56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61885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57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61885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58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618855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67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618855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68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618855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69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618855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70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618855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71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618855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72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618855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73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618855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74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61885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6325E833-01A2-4376-8CC2-6FA6AA5AF896}" type="datetimeFigureOut">
              <a:rPr lang="zh-CN" altLang="en-US" smtClean="0"/>
              <a:pPr/>
              <a:t>2020/6/16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31840" y="4731990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0F272DE8-DC03-45DD-9AEF-459A9358B4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62464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6325E833-01A2-4376-8CC2-6FA6AA5AF896}" type="datetimeFigureOut">
              <a:rPr lang="zh-CN" altLang="en-US" smtClean="0"/>
              <a:pPr/>
              <a:t>2020/6/16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0F272DE8-DC03-45DD-9AEF-459A9358B4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74939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6325E833-01A2-4376-8CC2-6FA6AA5AF896}" type="datetimeFigureOut">
              <a:rPr lang="zh-CN" altLang="en-US" smtClean="0"/>
              <a:pPr/>
              <a:t>2020/6/16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0F272DE8-DC03-45DD-9AEF-459A9358B4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9701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900114"/>
            <a:ext cx="4038600" cy="2545556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900114"/>
            <a:ext cx="4038600" cy="2545556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6325E833-01A2-4376-8CC2-6FA6AA5AF896}" type="datetimeFigureOut">
              <a:rPr lang="zh-CN" altLang="en-US" smtClean="0"/>
              <a:pPr/>
              <a:t>2020/6/16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0F272DE8-DC03-45DD-9AEF-459A9358B4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39066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6325E833-01A2-4376-8CC2-6FA6AA5AF896}" type="datetimeFigureOut">
              <a:rPr lang="zh-CN" altLang="en-US" smtClean="0"/>
              <a:pPr/>
              <a:t>2020/6/16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0F272DE8-DC03-45DD-9AEF-459A9358B4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6454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6325E833-01A2-4376-8CC2-6FA6AA5AF896}" type="datetimeFigureOut">
              <a:rPr lang="zh-CN" altLang="en-US" smtClean="0"/>
              <a:pPr/>
              <a:t>2020/6/16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0F272DE8-DC03-45DD-9AEF-459A9358B4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4674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6325E833-01A2-4376-8CC2-6FA6AA5AF896}" type="datetimeFigureOut">
              <a:rPr lang="zh-CN" altLang="en-US" smtClean="0"/>
              <a:pPr/>
              <a:t>2020/6/16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0F272DE8-DC03-45DD-9AEF-459A9358B4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90771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6325E833-01A2-4376-8CC2-6FA6AA5AF896}" type="datetimeFigureOut">
              <a:rPr lang="zh-CN" altLang="en-US" smtClean="0"/>
              <a:pPr/>
              <a:t>2020/6/16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0F272DE8-DC03-45DD-9AEF-459A9358B4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8512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6325E833-01A2-4376-8CC2-6FA6AA5AF896}" type="datetimeFigureOut">
              <a:rPr lang="zh-CN" altLang="en-US" smtClean="0"/>
              <a:pPr/>
              <a:t>2020/6/16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0F272DE8-DC03-45DD-9AEF-459A9358B4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37346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6325E833-01A2-4376-8CC2-6FA6AA5AF896}" type="datetimeFigureOut">
              <a:rPr lang="zh-CN" altLang="en-US" smtClean="0"/>
              <a:pPr/>
              <a:t>2020/6/16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0F272DE8-DC03-45DD-9AEF-459A9358B4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09137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6325E833-01A2-4376-8CC2-6FA6AA5AF896}" type="datetimeFigureOut">
              <a:rPr lang="zh-CN" altLang="en-US" smtClean="0"/>
              <a:pPr/>
              <a:t>2020/6/16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0F272DE8-DC03-45DD-9AEF-459A9358B4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81544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5020022"/>
            <a:ext cx="9144000" cy="123478"/>
          </a:xfrm>
          <a:prstGeom prst="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 userDrawn="1"/>
        </p:nvSpPr>
        <p:spPr>
          <a:xfrm>
            <a:off x="9036496" y="1275606"/>
            <a:ext cx="107504" cy="2592288"/>
          </a:xfrm>
          <a:prstGeom prst="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75028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3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9.e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8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8.xml"/><Relationship Id="rId3" Type="http://schemas.openxmlformats.org/officeDocument/2006/relationships/oleObject" Target="../embeddings/oleObject5.bin"/><Relationship Id="rId7" Type="http://schemas.openxmlformats.org/officeDocument/2006/relationships/diagramQuickStyle" Target="../diagrams/quickStyle8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diagramLayout" Target="../diagrams/layout8.xml"/><Relationship Id="rId5" Type="http://schemas.openxmlformats.org/officeDocument/2006/relationships/diagramData" Target="../diagrams/data8.xml"/><Relationship Id="rId4" Type="http://schemas.openxmlformats.org/officeDocument/2006/relationships/image" Target="../media/image10.emf"/><Relationship Id="rId9" Type="http://schemas.microsoft.com/office/2007/relationships/diagramDrawing" Target="../diagrams/drawing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11.em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16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17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7" Type="http://schemas.openxmlformats.org/officeDocument/2006/relationships/image" Target="../media/image18.png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19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26.e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27.emf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3.xml"/><Relationship Id="rId7" Type="http://schemas.microsoft.com/office/2007/relationships/diagramDrawing" Target="../diagrams/drawing1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3.xml"/><Relationship Id="rId5" Type="http://schemas.openxmlformats.org/officeDocument/2006/relationships/diagramQuickStyle" Target="../diagrams/quickStyle13.xml"/><Relationship Id="rId4" Type="http://schemas.openxmlformats.org/officeDocument/2006/relationships/diagramLayout" Target="../diagrams/layout1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4.xml"/><Relationship Id="rId3" Type="http://schemas.openxmlformats.org/officeDocument/2006/relationships/image" Target="../media/image41.jpeg"/><Relationship Id="rId7" Type="http://schemas.openxmlformats.org/officeDocument/2006/relationships/diagramColors" Target="../diagrams/colors14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4.xml"/><Relationship Id="rId5" Type="http://schemas.openxmlformats.org/officeDocument/2006/relationships/diagramLayout" Target="../diagrams/layout14.xml"/><Relationship Id="rId4" Type="http://schemas.openxmlformats.org/officeDocument/2006/relationships/diagramData" Target="../diagrams/data14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5.xml"/><Relationship Id="rId7" Type="http://schemas.microsoft.com/office/2007/relationships/diagramDrawing" Target="../diagrams/drawing15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5.xml"/><Relationship Id="rId5" Type="http://schemas.openxmlformats.org/officeDocument/2006/relationships/diagramQuickStyle" Target="../diagrams/quickStyle15.xml"/><Relationship Id="rId4" Type="http://schemas.openxmlformats.org/officeDocument/2006/relationships/diagramLayout" Target="../diagrams/layout15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42.emf"/><Relationship Id="rId4" Type="http://schemas.openxmlformats.org/officeDocument/2006/relationships/oleObject" Target="../embeddings/oleObject12.bin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6.xml"/><Relationship Id="rId7" Type="http://schemas.microsoft.com/office/2007/relationships/diagramDrawing" Target="../diagrams/drawing16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6.xml"/><Relationship Id="rId5" Type="http://schemas.openxmlformats.org/officeDocument/2006/relationships/diagramQuickStyle" Target="../diagrams/quickStyle16.xml"/><Relationship Id="rId4" Type="http://schemas.openxmlformats.org/officeDocument/2006/relationships/diagramLayout" Target="../diagrams/layout16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1779662"/>
            <a:ext cx="2843808" cy="1368152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1202167" y="2211710"/>
            <a:ext cx="142539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  <a:latin typeface="华文隶书" pitchFamily="2" charset="-122"/>
                <a:ea typeface="华文隶书" pitchFamily="2" charset="-122"/>
              </a:rPr>
              <a:t>第</a:t>
            </a:r>
            <a:r>
              <a:rPr lang="en-US" altLang="zh-CN" sz="3600" b="1" dirty="0">
                <a:solidFill>
                  <a:schemeClr val="bg1"/>
                </a:solidFill>
                <a:latin typeface="华文隶书" pitchFamily="2" charset="-122"/>
                <a:ea typeface="华文隶书" pitchFamily="2" charset="-122"/>
              </a:rPr>
              <a:t>5</a:t>
            </a:r>
            <a:r>
              <a:rPr lang="zh-CN" altLang="en-US" sz="3600" b="1" dirty="0">
                <a:solidFill>
                  <a:schemeClr val="bg1"/>
                </a:solidFill>
                <a:latin typeface="华文隶书" pitchFamily="2" charset="-122"/>
                <a:ea typeface="华文隶书" pitchFamily="2" charset="-122"/>
              </a:rPr>
              <a:t>章 </a:t>
            </a:r>
            <a:endParaRPr lang="zh-CN" altLang="en-US" sz="3600" dirty="0">
              <a:solidFill>
                <a:schemeClr val="bg1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2843808" y="1779662"/>
            <a:ext cx="5148064" cy="13681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2843808" y="2210013"/>
            <a:ext cx="5148064" cy="64633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3600" b="1" dirty="0">
                <a:solidFill>
                  <a:schemeClr val="accent1">
                    <a:lumMod val="75000"/>
                  </a:schemeClr>
                </a:solidFill>
                <a:latin typeface="华文隶书" pitchFamily="2" charset="-122"/>
                <a:ea typeface="华文隶书" pitchFamily="2" charset="-122"/>
              </a:rPr>
              <a:t>通用输入输出</a:t>
            </a:r>
            <a:r>
              <a:rPr lang="en-US" altLang="zh-CN" sz="3600" b="1" dirty="0">
                <a:solidFill>
                  <a:schemeClr val="accent1">
                    <a:lumMod val="75000"/>
                  </a:schemeClr>
                </a:solidFill>
                <a:latin typeface="华文隶书" pitchFamily="2" charset="-122"/>
                <a:ea typeface="华文隶书" pitchFamily="2" charset="-122"/>
              </a:rPr>
              <a:t>GPIO</a:t>
            </a:r>
            <a:r>
              <a:rPr lang="zh-CN" altLang="en-US" sz="3600" b="1" dirty="0">
                <a:solidFill>
                  <a:schemeClr val="accent1">
                    <a:lumMod val="75000"/>
                  </a:schemeClr>
                </a:solidFill>
                <a:latin typeface="华文隶书" pitchFamily="2" charset="-122"/>
                <a:ea typeface="华文隶书" pitchFamily="2" charset="-122"/>
              </a:rPr>
              <a:t>模块</a:t>
            </a:r>
            <a:endParaRPr lang="zh-CN" altLang="zh-CN" sz="3600" b="1" dirty="0">
              <a:solidFill>
                <a:schemeClr val="accent1">
                  <a:lumMod val="75000"/>
                </a:schemeClr>
              </a:solidFill>
              <a:latin typeface="华文隶书" pitchFamily="2" charset="-122"/>
              <a:ea typeface="华文隶书" pitchFamily="2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7991872" y="1779662"/>
            <a:ext cx="1152128" cy="1368152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菱形 12"/>
          <p:cNvSpPr/>
          <p:nvPr/>
        </p:nvSpPr>
        <p:spPr>
          <a:xfrm>
            <a:off x="7812360" y="4155926"/>
            <a:ext cx="936104" cy="581892"/>
          </a:xfrm>
          <a:prstGeom prst="diamond">
            <a:avLst/>
          </a:prstGeom>
          <a:solidFill>
            <a:schemeClr val="bg1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菱形 13"/>
          <p:cNvSpPr/>
          <p:nvPr/>
        </p:nvSpPr>
        <p:spPr>
          <a:xfrm>
            <a:off x="7344308" y="4136372"/>
            <a:ext cx="936104" cy="581892"/>
          </a:xfrm>
          <a:prstGeom prst="diamon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3275856" y="1784578"/>
            <a:ext cx="1914862" cy="97743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十字箭头标注 10"/>
          <p:cNvSpPr/>
          <p:nvPr/>
        </p:nvSpPr>
        <p:spPr>
          <a:xfrm>
            <a:off x="395536" y="339502"/>
            <a:ext cx="1296144" cy="720080"/>
          </a:xfrm>
          <a:prstGeom prst="quadArrowCallout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zh-CN" sz="1200" b="1" dirty="0" smtClean="0"/>
              <a:t>STM32</a:t>
            </a:r>
            <a:endParaRPr lang="zh-CN" altLang="en-US" sz="1200" b="1" dirty="0"/>
          </a:p>
        </p:txBody>
      </p:sp>
      <p:sp>
        <p:nvSpPr>
          <p:cNvPr id="18" name="矩形 17"/>
          <p:cNvSpPr/>
          <p:nvPr/>
        </p:nvSpPr>
        <p:spPr>
          <a:xfrm>
            <a:off x="5508104" y="3050071"/>
            <a:ext cx="1914862" cy="97743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99271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" y="339503"/>
            <a:ext cx="2987823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11582" y="381893"/>
            <a:ext cx="333628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本章知识与能力要求</a:t>
            </a:r>
          </a:p>
        </p:txBody>
      </p:sp>
      <p:sp>
        <p:nvSpPr>
          <p:cNvPr id="5" name="矩形 4"/>
          <p:cNvSpPr/>
          <p:nvPr/>
        </p:nvSpPr>
        <p:spPr>
          <a:xfrm>
            <a:off x="1510496" y="1131590"/>
            <a:ext cx="6768752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46088" lvl="0" indent="-446088">
              <a:lnSpc>
                <a:spcPct val="125000"/>
              </a:lnSpc>
              <a:buClr>
                <a:schemeClr val="accent5">
                  <a:lumMod val="60000"/>
                  <a:lumOff val="40000"/>
                </a:schemeClr>
              </a:buClr>
              <a:buFont typeface="Wingdings" pitchFamily="2" charset="2"/>
              <a:buChar char="u"/>
            </a:pPr>
            <a:r>
              <a:rPr lang="zh-CN" altLang="zh-CN" sz="2000" b="1" dirty="0">
                <a:ea typeface="华文楷体" pitchFamily="2" charset="-122"/>
                <a:cs typeface="Times New Roman" pitchFamily="18" charset="0"/>
              </a:rPr>
              <a:t>了解</a:t>
            </a:r>
            <a:r>
              <a:rPr lang="en-US" altLang="zh-CN" sz="2000" b="1" dirty="0">
                <a:ea typeface="华文楷体" pitchFamily="2" charset="-122"/>
                <a:cs typeface="Times New Roman" pitchFamily="18" charset="0"/>
              </a:rPr>
              <a:t>GPIO</a:t>
            </a:r>
            <a:r>
              <a:rPr lang="zh-CN" altLang="zh-CN" sz="2000" b="1" dirty="0">
                <a:ea typeface="华文楷体" pitchFamily="2" charset="-122"/>
                <a:cs typeface="Times New Roman" pitchFamily="18" charset="0"/>
              </a:rPr>
              <a:t>的基本概念；</a:t>
            </a:r>
          </a:p>
          <a:p>
            <a:pPr marL="446088" lvl="0" indent="-446088">
              <a:lnSpc>
                <a:spcPct val="125000"/>
              </a:lnSpc>
              <a:buClr>
                <a:schemeClr val="accent5">
                  <a:lumMod val="60000"/>
                  <a:lumOff val="40000"/>
                </a:schemeClr>
              </a:buClr>
              <a:buFont typeface="Wingdings" pitchFamily="2" charset="2"/>
              <a:buChar char="u"/>
            </a:pPr>
            <a:r>
              <a:rPr lang="zh-CN" altLang="zh-CN" sz="2000" b="1" dirty="0">
                <a:ea typeface="华文楷体" pitchFamily="2" charset="-122"/>
                <a:cs typeface="Times New Roman" pitchFamily="18" charset="0"/>
              </a:rPr>
              <a:t>理解</a:t>
            </a:r>
            <a:r>
              <a:rPr lang="en-US" altLang="zh-CN" sz="2000" b="1" dirty="0">
                <a:ea typeface="华文楷体" pitchFamily="2" charset="-122"/>
                <a:cs typeface="Times New Roman" pitchFamily="18" charset="0"/>
              </a:rPr>
              <a:t>STM32F103</a:t>
            </a:r>
            <a:r>
              <a:rPr lang="zh-CN" altLang="zh-CN" sz="2000" b="1" dirty="0">
                <a:ea typeface="华文楷体" pitchFamily="2" charset="-122"/>
                <a:cs typeface="Times New Roman" pitchFamily="18" charset="0"/>
              </a:rPr>
              <a:t>微控制器</a:t>
            </a:r>
            <a:r>
              <a:rPr lang="en-US" altLang="zh-CN" sz="2000" b="1" dirty="0">
                <a:ea typeface="华文楷体" pitchFamily="2" charset="-122"/>
                <a:cs typeface="Times New Roman" pitchFamily="18" charset="0"/>
              </a:rPr>
              <a:t>GPIO</a:t>
            </a:r>
            <a:r>
              <a:rPr lang="zh-CN" altLang="zh-CN" sz="2000" b="1" dirty="0">
                <a:ea typeface="华文楷体" pitchFamily="2" charset="-122"/>
                <a:cs typeface="Times New Roman" pitchFamily="18" charset="0"/>
              </a:rPr>
              <a:t>的内部结构、工作模式和使用特性；</a:t>
            </a:r>
          </a:p>
          <a:p>
            <a:pPr marL="446088" lvl="0" indent="-446088">
              <a:lnSpc>
                <a:spcPct val="125000"/>
              </a:lnSpc>
              <a:buClr>
                <a:schemeClr val="accent5">
                  <a:lumMod val="60000"/>
                  <a:lumOff val="40000"/>
                </a:schemeClr>
              </a:buClr>
              <a:buFont typeface="Wingdings" pitchFamily="2" charset="2"/>
              <a:buChar char="u"/>
            </a:pPr>
            <a:r>
              <a:rPr lang="zh-CN" altLang="zh-CN" sz="2000" b="1" dirty="0">
                <a:ea typeface="华文楷体" pitchFamily="2" charset="-122"/>
                <a:cs typeface="Times New Roman" pitchFamily="18" charset="0"/>
              </a:rPr>
              <a:t>理解</a:t>
            </a:r>
            <a:r>
              <a:rPr lang="en-US" altLang="zh-CN" sz="2000" b="1" dirty="0">
                <a:ea typeface="华文楷体" pitchFamily="2" charset="-122"/>
                <a:cs typeface="Times New Roman" pitchFamily="18" charset="0"/>
              </a:rPr>
              <a:t>GPIO</a:t>
            </a:r>
            <a:r>
              <a:rPr lang="zh-CN" altLang="zh-CN" sz="2000" b="1" dirty="0">
                <a:ea typeface="华文楷体" pitchFamily="2" charset="-122"/>
                <a:cs typeface="Times New Roman" pitchFamily="18" charset="0"/>
              </a:rPr>
              <a:t>的输入输出模式；</a:t>
            </a:r>
          </a:p>
          <a:p>
            <a:pPr marL="446088" lvl="0" indent="-446088">
              <a:lnSpc>
                <a:spcPct val="125000"/>
              </a:lnSpc>
              <a:buClr>
                <a:schemeClr val="accent5">
                  <a:lumMod val="60000"/>
                  <a:lumOff val="40000"/>
                </a:schemeClr>
              </a:buClr>
              <a:buFont typeface="Wingdings" pitchFamily="2" charset="2"/>
              <a:buChar char="u"/>
            </a:pPr>
            <a:r>
              <a:rPr lang="zh-CN" altLang="zh-CN" sz="2000" b="1" dirty="0">
                <a:ea typeface="华文楷体" pitchFamily="2" charset="-122"/>
                <a:cs typeface="Times New Roman" pitchFamily="18" charset="0"/>
              </a:rPr>
              <a:t>熟悉</a:t>
            </a:r>
            <a:r>
              <a:rPr lang="en-US" altLang="zh-CN" sz="2000" b="1" dirty="0">
                <a:ea typeface="华文楷体" pitchFamily="2" charset="-122"/>
                <a:cs typeface="Times New Roman" pitchFamily="18" charset="0"/>
              </a:rPr>
              <a:t>STM32F103</a:t>
            </a:r>
            <a:r>
              <a:rPr lang="zh-CN" altLang="zh-CN" sz="2000" b="1" dirty="0">
                <a:ea typeface="华文楷体" pitchFamily="2" charset="-122"/>
                <a:cs typeface="Times New Roman" pitchFamily="18" charset="0"/>
              </a:rPr>
              <a:t>微控制器</a:t>
            </a:r>
            <a:r>
              <a:rPr lang="en-US" altLang="zh-CN" sz="2000" b="1" dirty="0">
                <a:ea typeface="华文楷体" pitchFamily="2" charset="-122"/>
                <a:cs typeface="Times New Roman" pitchFamily="18" charset="0"/>
              </a:rPr>
              <a:t>GPIO</a:t>
            </a:r>
            <a:r>
              <a:rPr lang="zh-CN" altLang="zh-CN" sz="2000" b="1" dirty="0">
                <a:ea typeface="华文楷体" pitchFamily="2" charset="-122"/>
                <a:cs typeface="Times New Roman" pitchFamily="18" charset="0"/>
              </a:rPr>
              <a:t>相关的标准外设库函数和</a:t>
            </a:r>
            <a:r>
              <a:rPr lang="en-US" altLang="zh-CN" sz="2000" b="1" dirty="0">
                <a:ea typeface="华文楷体" pitchFamily="2" charset="-122"/>
                <a:cs typeface="Times New Roman" pitchFamily="18" charset="0"/>
              </a:rPr>
              <a:t>HAL</a:t>
            </a:r>
            <a:r>
              <a:rPr lang="zh-CN" altLang="zh-CN" sz="2000" b="1" dirty="0">
                <a:ea typeface="华文楷体" pitchFamily="2" charset="-122"/>
                <a:cs typeface="Times New Roman" pitchFamily="18" charset="0"/>
              </a:rPr>
              <a:t>库函数；</a:t>
            </a:r>
          </a:p>
          <a:p>
            <a:pPr marL="446088" lvl="0" indent="-446088">
              <a:lnSpc>
                <a:spcPct val="125000"/>
              </a:lnSpc>
              <a:buClr>
                <a:schemeClr val="accent5">
                  <a:lumMod val="60000"/>
                  <a:lumOff val="40000"/>
                </a:schemeClr>
              </a:buClr>
              <a:buFont typeface="Wingdings" pitchFamily="2" charset="2"/>
              <a:buChar char="u"/>
            </a:pPr>
            <a:r>
              <a:rPr lang="zh-CN" altLang="en-US" sz="2000" b="1" dirty="0" smtClean="0">
                <a:ea typeface="华文楷体" pitchFamily="2" charset="-122"/>
                <a:cs typeface="Times New Roman" pitchFamily="18" charset="0"/>
              </a:rPr>
              <a:t>掌握</a:t>
            </a:r>
            <a:r>
              <a:rPr lang="zh-CN" altLang="en-US" sz="2000" b="1" dirty="0">
                <a:ea typeface="华文楷体" pitchFamily="2" charset="-122"/>
                <a:cs typeface="Times New Roman" pitchFamily="18" charset="0"/>
              </a:rPr>
              <a:t>基于标准外设库实现</a:t>
            </a:r>
            <a:r>
              <a:rPr lang="en-US" altLang="zh-CN" sz="2000" b="1" dirty="0">
                <a:ea typeface="华文楷体" pitchFamily="2" charset="-122"/>
                <a:cs typeface="Times New Roman" pitchFamily="18" charset="0"/>
              </a:rPr>
              <a:t>LED</a:t>
            </a:r>
            <a:r>
              <a:rPr lang="zh-CN" altLang="en-US" sz="2000" b="1" dirty="0">
                <a:ea typeface="华文楷体" pitchFamily="2" charset="-122"/>
                <a:cs typeface="Times New Roman" pitchFamily="18" charset="0"/>
              </a:rPr>
              <a:t>灯闪烁的方法；</a:t>
            </a:r>
          </a:p>
          <a:p>
            <a:pPr marL="446088" lvl="0" indent="-446088">
              <a:lnSpc>
                <a:spcPct val="125000"/>
              </a:lnSpc>
              <a:buClr>
                <a:schemeClr val="accent5">
                  <a:lumMod val="60000"/>
                  <a:lumOff val="40000"/>
                </a:schemeClr>
              </a:buClr>
              <a:buFont typeface="Wingdings" pitchFamily="2" charset="2"/>
              <a:buChar char="u"/>
            </a:pPr>
            <a:r>
              <a:rPr lang="zh-CN" altLang="en-US" sz="2000" b="1" dirty="0" smtClean="0">
                <a:ea typeface="华文楷体" pitchFamily="2" charset="-122"/>
                <a:cs typeface="Times New Roman" pitchFamily="18" charset="0"/>
              </a:rPr>
              <a:t>掌握</a:t>
            </a:r>
            <a:r>
              <a:rPr lang="zh-CN" altLang="en-US" sz="2000" b="1" dirty="0">
                <a:ea typeface="华文楷体" pitchFamily="2" charset="-122"/>
                <a:cs typeface="Times New Roman" pitchFamily="18" charset="0"/>
              </a:rPr>
              <a:t>基于</a:t>
            </a:r>
            <a:r>
              <a:rPr lang="en-US" altLang="zh-CN" sz="2000" b="1" dirty="0">
                <a:ea typeface="华文楷体" pitchFamily="2" charset="-122"/>
                <a:cs typeface="Times New Roman" pitchFamily="18" charset="0"/>
              </a:rPr>
              <a:t>HAL</a:t>
            </a:r>
            <a:r>
              <a:rPr lang="zh-CN" altLang="en-US" sz="2000" b="1" dirty="0">
                <a:ea typeface="华文楷体" pitchFamily="2" charset="-122"/>
                <a:cs typeface="Times New Roman" pitchFamily="18" charset="0"/>
              </a:rPr>
              <a:t>库实现</a:t>
            </a:r>
            <a:r>
              <a:rPr lang="en-US" altLang="zh-CN" sz="2000" b="1" dirty="0">
                <a:ea typeface="华文楷体" pitchFamily="2" charset="-122"/>
                <a:cs typeface="Times New Roman" pitchFamily="18" charset="0"/>
              </a:rPr>
              <a:t>LED</a:t>
            </a:r>
            <a:r>
              <a:rPr lang="zh-CN" altLang="en-US" sz="2000" b="1" dirty="0">
                <a:ea typeface="华文楷体" pitchFamily="2" charset="-122"/>
                <a:cs typeface="Times New Roman" pitchFamily="18" charset="0"/>
              </a:rPr>
              <a:t>灯闪烁的方法</a:t>
            </a:r>
            <a:r>
              <a:rPr lang="zh-CN" altLang="en-US" sz="2000" b="1" dirty="0" smtClean="0">
                <a:ea typeface="华文楷体" pitchFamily="2" charset="-122"/>
                <a:cs typeface="Times New Roman" pitchFamily="18" charset="0"/>
              </a:rPr>
              <a:t>。</a:t>
            </a:r>
            <a:endParaRPr lang="zh-CN" altLang="zh-CN" sz="2000" b="1" dirty="0">
              <a:ea typeface="华文楷体" pitchFamily="2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6208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内容占位符 9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66129343"/>
              </p:ext>
            </p:extLst>
          </p:nvPr>
        </p:nvGraphicFramePr>
        <p:xfrm>
          <a:off x="1475656" y="1419622"/>
          <a:ext cx="6336704" cy="28434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矩形 4"/>
          <p:cNvSpPr/>
          <p:nvPr/>
        </p:nvSpPr>
        <p:spPr>
          <a:xfrm>
            <a:off x="1" y="339503"/>
            <a:ext cx="4370336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35496" y="353678"/>
            <a:ext cx="433484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第</a:t>
            </a:r>
            <a:r>
              <a:rPr lang="en-US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5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章 通用输入输出</a:t>
            </a:r>
            <a:r>
              <a:rPr lang="en-US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GPIO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模块</a:t>
            </a:r>
            <a:endParaRPr lang="zh-CN" altLang="zh-CN" sz="2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10092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1" y="339503"/>
            <a:ext cx="2627783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251520" y="381893"/>
            <a:ext cx="214994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5.1 GPIO</a:t>
            </a:r>
            <a:r>
              <a:rPr lang="zh-CN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概述</a:t>
            </a: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3918856"/>
              </p:ext>
            </p:extLst>
          </p:nvPr>
        </p:nvGraphicFramePr>
        <p:xfrm>
          <a:off x="539552" y="1059582"/>
          <a:ext cx="2809875" cy="177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9" name="Visio" r:id="rId3" imgW="1932393" imgH="1217720" progId="Visio.Drawing.11">
                  <p:embed/>
                </p:oleObj>
              </mc:Choice>
              <mc:Fallback>
                <p:oleObj name="Visio" r:id="rId3" imgW="1932393" imgH="1217720" progId="Visio.Drawing.11">
                  <p:embed/>
                  <p:pic>
                    <p:nvPicPr>
                      <p:cNvPr id="0" name="Picture 18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552" y="1059582"/>
                        <a:ext cx="2809875" cy="1771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/>
          <p:nvPr/>
        </p:nvSpPr>
        <p:spPr>
          <a:xfrm>
            <a:off x="3851920" y="987574"/>
            <a:ext cx="4572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 smtClean="0"/>
              <a:t>      GPIO</a:t>
            </a:r>
            <a:r>
              <a:rPr lang="zh-CN" altLang="zh-CN" b="1" dirty="0"/>
              <a:t>端口内部是由一个个寄存器组成，一个引脚对应一个寄存器或多个引脚对应一个多位的寄存器</a:t>
            </a:r>
            <a:r>
              <a:rPr lang="zh-CN" altLang="zh-CN" b="1" dirty="0" smtClean="0"/>
              <a:t>，</a:t>
            </a:r>
            <a:r>
              <a:rPr lang="zh-CN" altLang="en-US" b="1" dirty="0" smtClean="0"/>
              <a:t>改变寄存器中的数据</a:t>
            </a:r>
            <a:r>
              <a:rPr lang="zh-CN" altLang="zh-CN" b="1" dirty="0" smtClean="0"/>
              <a:t>就</a:t>
            </a:r>
            <a:r>
              <a:rPr lang="zh-CN" altLang="zh-CN" b="1" dirty="0"/>
              <a:t>可以改变外设的工作方式。</a:t>
            </a: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2891862"/>
              </p:ext>
            </p:extLst>
          </p:nvPr>
        </p:nvGraphicFramePr>
        <p:xfrm>
          <a:off x="6084168" y="2517164"/>
          <a:ext cx="2491730" cy="22907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0" name="Visio" r:id="rId5" imgW="1768660" imgH="1630271" progId="Visio.Drawing.11">
                  <p:embed/>
                </p:oleObj>
              </mc:Choice>
              <mc:Fallback>
                <p:oleObj name="Visio" r:id="rId5" imgW="1768660" imgH="1630271" progId="Visio.Drawing.11">
                  <p:embed/>
                  <p:pic>
                    <p:nvPicPr>
                      <p:cNvPr id="0" name="Picture 18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4168" y="2517164"/>
                        <a:ext cx="2491730" cy="229078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/>
          <p:cNvSpPr/>
          <p:nvPr/>
        </p:nvSpPr>
        <p:spPr>
          <a:xfrm>
            <a:off x="827584" y="3363838"/>
            <a:ext cx="4932040" cy="11310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GB" altLang="zh-CN" b="1" dirty="0" smtClean="0"/>
              <a:t>    </a:t>
            </a:r>
            <a:r>
              <a:rPr lang="zh-CN" altLang="zh-CN" b="1" dirty="0" smtClean="0"/>
              <a:t>与</a:t>
            </a:r>
            <a:r>
              <a:rPr lang="en-US" altLang="zh-CN" b="1" dirty="0"/>
              <a:t>51</a:t>
            </a:r>
            <a:r>
              <a:rPr lang="zh-CN" altLang="zh-CN" b="1" dirty="0"/>
              <a:t>单片机相比，</a:t>
            </a:r>
            <a:r>
              <a:rPr lang="en-US" altLang="zh-CN" b="1" dirty="0"/>
              <a:t>STM32</a:t>
            </a:r>
            <a:r>
              <a:rPr lang="zh-CN" altLang="zh-CN" b="1" dirty="0"/>
              <a:t>拥有更多的</a:t>
            </a:r>
            <a:r>
              <a:rPr lang="en-US" altLang="zh-CN" b="1" dirty="0"/>
              <a:t>I/O</a:t>
            </a:r>
            <a:r>
              <a:rPr lang="zh-CN" altLang="zh-CN" b="1" dirty="0"/>
              <a:t>引脚，其驱动能力更强，控制方式更多更灵活，功能也更强大。</a:t>
            </a:r>
          </a:p>
        </p:txBody>
      </p:sp>
    </p:spTree>
    <p:extLst>
      <p:ext uri="{BB962C8B-B14F-4D97-AF65-F5344CB8AC3E}">
        <p14:creationId xmlns:p14="http://schemas.microsoft.com/office/powerpoint/2010/main" val="457881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内容占位符 9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08157993"/>
              </p:ext>
            </p:extLst>
          </p:nvPr>
        </p:nvGraphicFramePr>
        <p:xfrm>
          <a:off x="1331640" y="1347614"/>
          <a:ext cx="6336704" cy="30594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矩形 4"/>
          <p:cNvSpPr/>
          <p:nvPr/>
        </p:nvSpPr>
        <p:spPr>
          <a:xfrm>
            <a:off x="1" y="339503"/>
            <a:ext cx="4181182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35496" y="381893"/>
            <a:ext cx="41456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5.2 STM32</a:t>
            </a:r>
            <a:r>
              <a:rPr lang="zh-CN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en-US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GPIO</a:t>
            </a:r>
            <a:r>
              <a:rPr lang="zh-CN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工作原理</a:t>
            </a:r>
          </a:p>
        </p:txBody>
      </p:sp>
    </p:spTree>
    <p:extLst>
      <p:ext uri="{BB962C8B-B14F-4D97-AF65-F5344CB8AC3E}">
        <p14:creationId xmlns:p14="http://schemas.microsoft.com/office/powerpoint/2010/main" val="1247951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" y="339503"/>
            <a:ext cx="3563887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25188" y="339503"/>
            <a:ext cx="32946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5.2.1 STM32F103</a:t>
            </a:r>
            <a:r>
              <a:rPr lang="zh-CN" altLang="zh-CN" sz="2400" b="1" dirty="0">
                <a:solidFill>
                  <a:schemeClr val="bg1"/>
                </a:solidFill>
              </a:rPr>
              <a:t>引脚图</a:t>
            </a:r>
          </a:p>
        </p:txBody>
      </p:sp>
      <p:pic>
        <p:nvPicPr>
          <p:cNvPr id="6" name="图片 5"/>
          <p:cNvPicPr/>
          <p:nvPr/>
        </p:nvPicPr>
        <p:blipFill>
          <a:blip r:embed="rId2"/>
          <a:stretch>
            <a:fillRect/>
          </a:stretch>
        </p:blipFill>
        <p:spPr>
          <a:xfrm>
            <a:off x="395536" y="1225097"/>
            <a:ext cx="3337475" cy="3145899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4014706" y="405993"/>
            <a:ext cx="4824536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 smtClean="0"/>
              <a:t>        STM32F103ZET6</a:t>
            </a:r>
            <a:r>
              <a:rPr lang="zh-CN" altLang="zh-CN" b="1" dirty="0"/>
              <a:t>一共有</a:t>
            </a:r>
            <a:r>
              <a:rPr lang="en-US" altLang="zh-CN" b="1" dirty="0"/>
              <a:t>144</a:t>
            </a:r>
            <a:r>
              <a:rPr lang="zh-CN" altLang="zh-CN" b="1" dirty="0"/>
              <a:t>个引脚，这些引脚共分为六大类：</a:t>
            </a:r>
          </a:p>
          <a:p>
            <a:pPr marL="285750" indent="-285750">
              <a:buClr>
                <a:srgbClr val="00B0F0"/>
              </a:buClr>
              <a:buFont typeface="华文楷体" pitchFamily="2" charset="-122"/>
              <a:buChar char="&amp;"/>
            </a:pPr>
            <a:r>
              <a:rPr lang="zh-CN" altLang="zh-CN" b="1" dirty="0" smtClean="0">
                <a:solidFill>
                  <a:srgbClr val="CD7371"/>
                </a:solidFill>
              </a:rPr>
              <a:t>电源引脚</a:t>
            </a:r>
            <a:r>
              <a:rPr lang="zh-CN" altLang="en-US" b="1" dirty="0" smtClean="0"/>
              <a:t>：</a:t>
            </a:r>
            <a:r>
              <a:rPr lang="en-US" altLang="zh-CN" b="1" dirty="0" smtClean="0"/>
              <a:t>V</a:t>
            </a:r>
            <a:r>
              <a:rPr lang="en-US" altLang="zh-CN" sz="1000" b="1" dirty="0" smtClean="0"/>
              <a:t>DD</a:t>
            </a:r>
            <a:r>
              <a:rPr lang="zh-CN" altLang="zh-CN" b="1" dirty="0" smtClean="0"/>
              <a:t>、</a:t>
            </a:r>
            <a:r>
              <a:rPr lang="en-US" altLang="zh-CN" b="1" dirty="0" smtClean="0"/>
              <a:t>V</a:t>
            </a:r>
            <a:r>
              <a:rPr lang="en-US" altLang="zh-CN" sz="1100" b="1" dirty="0" smtClean="0"/>
              <a:t>SS</a:t>
            </a:r>
            <a:r>
              <a:rPr lang="zh-CN" altLang="zh-CN" b="1" dirty="0" smtClean="0"/>
              <a:t>、</a:t>
            </a:r>
            <a:r>
              <a:rPr lang="en-US" altLang="zh-CN" b="1" dirty="0" smtClean="0"/>
              <a:t>V</a:t>
            </a:r>
            <a:r>
              <a:rPr lang="en-US" altLang="zh-CN" sz="1050" b="1" dirty="0" smtClean="0"/>
              <a:t>REF+</a:t>
            </a:r>
            <a:r>
              <a:rPr lang="zh-CN" altLang="en-US" b="1" dirty="0" smtClean="0"/>
              <a:t>、</a:t>
            </a:r>
            <a:r>
              <a:rPr lang="en-US" altLang="zh-CN" b="1" dirty="0" smtClean="0"/>
              <a:t>V</a:t>
            </a:r>
            <a:r>
              <a:rPr lang="en-US" altLang="zh-CN" sz="1050" b="1" dirty="0"/>
              <a:t>REF-</a:t>
            </a:r>
            <a:r>
              <a:rPr lang="zh-CN" altLang="zh-CN" b="1" dirty="0" smtClean="0"/>
              <a:t>、</a:t>
            </a:r>
            <a:r>
              <a:rPr lang="en-US" altLang="zh-CN" b="1" dirty="0" smtClean="0"/>
              <a:t>V</a:t>
            </a:r>
            <a:r>
              <a:rPr lang="en-US" altLang="zh-CN" sz="1050" b="1" dirty="0"/>
              <a:t>DDA</a:t>
            </a:r>
            <a:r>
              <a:rPr lang="zh-CN" altLang="en-US" b="1" dirty="0" smtClean="0"/>
              <a:t>、</a:t>
            </a:r>
            <a:r>
              <a:rPr lang="en-US" altLang="zh-CN" b="1" dirty="0" smtClean="0"/>
              <a:t>V</a:t>
            </a:r>
            <a:r>
              <a:rPr lang="en-US" altLang="zh-CN" sz="1050" b="1" dirty="0"/>
              <a:t>SSA</a:t>
            </a:r>
            <a:r>
              <a:rPr lang="zh-CN" altLang="en-US" b="1" dirty="0" smtClean="0"/>
              <a:t>、、</a:t>
            </a:r>
            <a:r>
              <a:rPr lang="en-US" altLang="zh-CN" b="1" dirty="0" smtClean="0"/>
              <a:t>V</a:t>
            </a:r>
            <a:r>
              <a:rPr lang="en-US" altLang="zh-CN" sz="1050" b="1" dirty="0"/>
              <a:t>BAT</a:t>
            </a:r>
            <a:r>
              <a:rPr lang="zh-CN" altLang="en-US" b="1" dirty="0" smtClean="0"/>
              <a:t>；</a:t>
            </a:r>
            <a:endParaRPr lang="en-US" altLang="zh-CN" b="1" dirty="0" smtClean="0"/>
          </a:p>
          <a:p>
            <a:pPr marL="285750" indent="-285750">
              <a:buClr>
                <a:srgbClr val="00B0F0"/>
              </a:buClr>
              <a:buFont typeface="华文楷体" pitchFamily="2" charset="-122"/>
              <a:buChar char="&amp;"/>
            </a:pPr>
            <a:r>
              <a:rPr lang="zh-CN" altLang="zh-CN" b="1" dirty="0">
                <a:solidFill>
                  <a:srgbClr val="CD7371"/>
                </a:solidFill>
              </a:rPr>
              <a:t>晶振引脚</a:t>
            </a:r>
            <a:r>
              <a:rPr lang="zh-CN" altLang="en-US" b="1" dirty="0" smtClean="0"/>
              <a:t>：</a:t>
            </a:r>
            <a:r>
              <a:rPr lang="en-US" altLang="zh-CN" b="1" dirty="0" smtClean="0"/>
              <a:t>PC14</a:t>
            </a:r>
            <a:r>
              <a:rPr lang="zh-CN" altLang="zh-CN" b="1" dirty="0" smtClean="0"/>
              <a:t>、</a:t>
            </a:r>
            <a:r>
              <a:rPr lang="en-US" altLang="zh-CN" b="1" dirty="0" smtClean="0"/>
              <a:t>PC15</a:t>
            </a:r>
            <a:r>
              <a:rPr lang="zh-CN" altLang="zh-CN" b="1" dirty="0" smtClean="0"/>
              <a:t>和</a:t>
            </a:r>
            <a:r>
              <a:rPr lang="en-US" altLang="zh-CN" b="1" dirty="0" smtClean="0"/>
              <a:t>OSC_IN</a:t>
            </a:r>
            <a:r>
              <a:rPr lang="zh-CN" altLang="zh-CN" b="1" dirty="0" smtClean="0"/>
              <a:t>、</a:t>
            </a:r>
            <a:r>
              <a:rPr lang="en-US" altLang="zh-CN" b="1" dirty="0" smtClean="0"/>
              <a:t>OSC_OUT</a:t>
            </a:r>
          </a:p>
          <a:p>
            <a:pPr marL="285750" indent="-285750">
              <a:buClr>
                <a:srgbClr val="00B0F0"/>
              </a:buClr>
              <a:buFont typeface="华文楷体" pitchFamily="2" charset="-122"/>
              <a:buChar char="&amp;"/>
            </a:pPr>
            <a:r>
              <a:rPr lang="zh-CN" altLang="zh-CN" b="1" dirty="0">
                <a:solidFill>
                  <a:srgbClr val="CD7371"/>
                </a:solidFill>
              </a:rPr>
              <a:t>复位引脚</a:t>
            </a:r>
            <a:r>
              <a:rPr lang="zh-CN" altLang="en-US" b="1" dirty="0" smtClean="0"/>
              <a:t>：</a:t>
            </a:r>
            <a:r>
              <a:rPr lang="en-US" altLang="zh-CN" b="1" dirty="0" smtClean="0"/>
              <a:t>NRST</a:t>
            </a:r>
            <a:r>
              <a:rPr lang="zh-CN" altLang="zh-CN" b="1" dirty="0" smtClean="0"/>
              <a:t>。</a:t>
            </a:r>
          </a:p>
          <a:p>
            <a:pPr marL="285750" indent="-285750">
              <a:buClr>
                <a:srgbClr val="00B0F0"/>
              </a:buClr>
              <a:buFont typeface="华文楷体" pitchFamily="2" charset="-122"/>
              <a:buChar char="&amp;"/>
            </a:pPr>
            <a:r>
              <a:rPr lang="en-US" altLang="zh-CN" b="1" dirty="0">
                <a:solidFill>
                  <a:srgbClr val="CD7371"/>
                </a:solidFill>
              </a:rPr>
              <a:t>BOOT</a:t>
            </a:r>
            <a:r>
              <a:rPr lang="zh-CN" altLang="zh-CN" b="1" dirty="0">
                <a:solidFill>
                  <a:srgbClr val="CD7371"/>
                </a:solidFill>
              </a:rPr>
              <a:t>引脚</a:t>
            </a:r>
            <a:r>
              <a:rPr lang="zh-CN" altLang="en-US" b="1" dirty="0" smtClean="0"/>
              <a:t>：</a:t>
            </a:r>
            <a:r>
              <a:rPr lang="en-US" altLang="zh-CN" b="1" dirty="0" smtClean="0"/>
              <a:t>BOOT0</a:t>
            </a:r>
            <a:r>
              <a:rPr lang="zh-CN" altLang="en-US" b="1" dirty="0" smtClean="0"/>
              <a:t>、</a:t>
            </a:r>
            <a:r>
              <a:rPr lang="en-US" altLang="zh-CN" b="1" dirty="0" smtClean="0"/>
              <a:t>BOOT1</a:t>
            </a:r>
            <a:r>
              <a:rPr lang="zh-CN" altLang="en-US" b="1" dirty="0" smtClean="0"/>
              <a:t>；</a:t>
            </a:r>
            <a:endParaRPr lang="en-US" altLang="zh-CN" b="1" dirty="0" smtClean="0"/>
          </a:p>
          <a:p>
            <a:pPr marL="285750" indent="-285750">
              <a:buClr>
                <a:srgbClr val="00B0F0"/>
              </a:buClr>
              <a:buFont typeface="华文楷体" pitchFamily="2" charset="-122"/>
              <a:buChar char="&amp;"/>
            </a:pPr>
            <a:r>
              <a:rPr lang="zh-CN" altLang="zh-CN" b="1" dirty="0">
                <a:solidFill>
                  <a:srgbClr val="CD7371"/>
                </a:solidFill>
              </a:rPr>
              <a:t>程序下载引脚</a:t>
            </a:r>
            <a:r>
              <a:rPr lang="zh-CN" altLang="en-US" b="1" dirty="0" smtClean="0"/>
              <a:t>：</a:t>
            </a:r>
            <a:r>
              <a:rPr lang="en-US" altLang="zh-CN" b="1" dirty="0" smtClean="0"/>
              <a:t>PA13</a:t>
            </a:r>
            <a:r>
              <a:rPr lang="zh-CN" altLang="zh-CN" b="1" dirty="0"/>
              <a:t>、</a:t>
            </a:r>
            <a:r>
              <a:rPr lang="en-US" altLang="zh-CN" b="1" dirty="0"/>
              <a:t>PA14</a:t>
            </a:r>
            <a:r>
              <a:rPr lang="zh-CN" altLang="zh-CN" b="1" dirty="0"/>
              <a:t>、</a:t>
            </a:r>
            <a:r>
              <a:rPr lang="en-US" altLang="zh-CN" b="1" dirty="0"/>
              <a:t>PA15</a:t>
            </a:r>
            <a:r>
              <a:rPr lang="zh-CN" altLang="zh-CN" b="1" dirty="0"/>
              <a:t>、</a:t>
            </a:r>
            <a:r>
              <a:rPr lang="en-US" altLang="zh-CN" b="1" dirty="0"/>
              <a:t>PB3</a:t>
            </a:r>
            <a:r>
              <a:rPr lang="zh-CN" altLang="zh-CN" b="1" dirty="0"/>
              <a:t>和</a:t>
            </a:r>
            <a:r>
              <a:rPr lang="en-US" altLang="zh-CN" b="1" dirty="0" smtClean="0"/>
              <a:t>PB4</a:t>
            </a:r>
          </a:p>
          <a:p>
            <a:pPr marL="285750" indent="-285750">
              <a:buClr>
                <a:srgbClr val="00B0F0"/>
              </a:buClr>
              <a:buFont typeface="华文楷体" pitchFamily="2" charset="-122"/>
              <a:buChar char="&amp;"/>
            </a:pPr>
            <a:r>
              <a:rPr lang="en-US" altLang="zh-CN" b="1" dirty="0">
                <a:solidFill>
                  <a:srgbClr val="CD7371"/>
                </a:solidFill>
              </a:rPr>
              <a:t>GPIO</a:t>
            </a:r>
            <a:r>
              <a:rPr lang="zh-CN" altLang="zh-CN" b="1" dirty="0">
                <a:solidFill>
                  <a:srgbClr val="CD7371"/>
                </a:solidFill>
              </a:rPr>
              <a:t>引脚</a:t>
            </a:r>
            <a:r>
              <a:rPr lang="zh-CN" altLang="en-US" b="1" dirty="0" smtClean="0"/>
              <a:t>：</a:t>
            </a:r>
            <a:r>
              <a:rPr lang="zh-CN" altLang="zh-CN" b="1" dirty="0" smtClean="0"/>
              <a:t>共有</a:t>
            </a:r>
            <a:r>
              <a:rPr lang="en-US" altLang="zh-CN" b="1" dirty="0"/>
              <a:t>7</a:t>
            </a:r>
            <a:r>
              <a:rPr lang="zh-CN" altLang="zh-CN" b="1" dirty="0"/>
              <a:t>组</a:t>
            </a:r>
            <a:r>
              <a:rPr lang="en-US" altLang="zh-CN" b="1" dirty="0"/>
              <a:t>GPIO</a:t>
            </a:r>
            <a:r>
              <a:rPr lang="zh-CN" altLang="zh-CN" b="1" dirty="0"/>
              <a:t>，分别为：</a:t>
            </a:r>
          </a:p>
          <a:p>
            <a:pPr marL="361950"/>
            <a:r>
              <a:rPr lang="en-US" altLang="zh-CN" b="1" dirty="0">
                <a:solidFill>
                  <a:schemeClr val="accent5">
                    <a:lumMod val="75000"/>
                  </a:schemeClr>
                </a:solidFill>
              </a:rPr>
              <a:t>PA</a:t>
            </a:r>
            <a:r>
              <a:rPr lang="zh-CN" altLang="zh-CN" b="1" dirty="0">
                <a:solidFill>
                  <a:schemeClr val="accent5">
                    <a:lumMod val="75000"/>
                  </a:schemeClr>
                </a:solidFill>
              </a:rPr>
              <a:t>组</a:t>
            </a:r>
            <a:r>
              <a:rPr lang="zh-CN" altLang="zh-CN" b="1" dirty="0"/>
              <a:t>：</a:t>
            </a:r>
            <a:r>
              <a:rPr lang="en-US" altLang="zh-CN" b="1" dirty="0"/>
              <a:t>PA0~PA15</a:t>
            </a:r>
            <a:r>
              <a:rPr lang="zh-CN" altLang="zh-CN" b="1" dirty="0" smtClean="0"/>
              <a:t>；</a:t>
            </a:r>
            <a:r>
              <a:rPr lang="en-US" altLang="zh-CN" b="1" dirty="0" smtClean="0"/>
              <a:t>  </a:t>
            </a:r>
            <a:r>
              <a:rPr lang="en-US" altLang="zh-CN" b="1" dirty="0">
                <a:solidFill>
                  <a:schemeClr val="accent5">
                    <a:lumMod val="75000"/>
                  </a:schemeClr>
                </a:solidFill>
              </a:rPr>
              <a:t>PB</a:t>
            </a:r>
            <a:r>
              <a:rPr lang="zh-CN" altLang="zh-CN" b="1" dirty="0">
                <a:solidFill>
                  <a:schemeClr val="accent5">
                    <a:lumMod val="75000"/>
                  </a:schemeClr>
                </a:solidFill>
              </a:rPr>
              <a:t>组</a:t>
            </a:r>
            <a:r>
              <a:rPr lang="zh-CN" altLang="zh-CN" b="1" dirty="0"/>
              <a:t>：</a:t>
            </a:r>
            <a:r>
              <a:rPr lang="en-US" altLang="zh-CN" b="1" dirty="0"/>
              <a:t>PB0~ PB15</a:t>
            </a:r>
            <a:r>
              <a:rPr lang="zh-CN" altLang="zh-CN" b="1" dirty="0"/>
              <a:t>；</a:t>
            </a:r>
          </a:p>
          <a:p>
            <a:pPr marL="361950"/>
            <a:r>
              <a:rPr lang="en-US" altLang="zh-CN" b="1" dirty="0">
                <a:solidFill>
                  <a:schemeClr val="accent5">
                    <a:lumMod val="75000"/>
                  </a:schemeClr>
                </a:solidFill>
              </a:rPr>
              <a:t>PC</a:t>
            </a:r>
            <a:r>
              <a:rPr lang="zh-CN" altLang="zh-CN" b="1" dirty="0">
                <a:solidFill>
                  <a:schemeClr val="accent5">
                    <a:lumMod val="75000"/>
                  </a:schemeClr>
                </a:solidFill>
              </a:rPr>
              <a:t>组</a:t>
            </a:r>
            <a:r>
              <a:rPr lang="zh-CN" altLang="zh-CN" b="1" dirty="0"/>
              <a:t>：</a:t>
            </a:r>
            <a:r>
              <a:rPr lang="en-US" altLang="zh-CN" b="1" dirty="0"/>
              <a:t>PC0~ PC15</a:t>
            </a:r>
            <a:r>
              <a:rPr lang="zh-CN" altLang="zh-CN" b="1" dirty="0" smtClean="0"/>
              <a:t>；</a:t>
            </a:r>
            <a:r>
              <a:rPr lang="en-US" altLang="zh-CN" b="1" dirty="0" smtClean="0"/>
              <a:t> </a:t>
            </a:r>
            <a:r>
              <a:rPr lang="en-US" altLang="zh-CN" b="1" dirty="0">
                <a:solidFill>
                  <a:schemeClr val="accent5">
                    <a:lumMod val="75000"/>
                  </a:schemeClr>
                </a:solidFill>
              </a:rPr>
              <a:t>PD</a:t>
            </a:r>
            <a:r>
              <a:rPr lang="zh-CN" altLang="zh-CN" b="1" dirty="0">
                <a:solidFill>
                  <a:schemeClr val="accent5">
                    <a:lumMod val="75000"/>
                  </a:schemeClr>
                </a:solidFill>
              </a:rPr>
              <a:t>组</a:t>
            </a:r>
            <a:r>
              <a:rPr lang="zh-CN" altLang="zh-CN" b="1" dirty="0"/>
              <a:t>：</a:t>
            </a:r>
            <a:r>
              <a:rPr lang="en-US" altLang="zh-CN" b="1" dirty="0"/>
              <a:t>PD0~ PD15</a:t>
            </a:r>
            <a:r>
              <a:rPr lang="zh-CN" altLang="zh-CN" b="1" dirty="0"/>
              <a:t>；</a:t>
            </a:r>
          </a:p>
          <a:p>
            <a:pPr marL="361950"/>
            <a:r>
              <a:rPr lang="en-US" altLang="zh-CN" b="1" dirty="0">
                <a:solidFill>
                  <a:schemeClr val="accent5">
                    <a:lumMod val="75000"/>
                  </a:schemeClr>
                </a:solidFill>
              </a:rPr>
              <a:t>PE</a:t>
            </a:r>
            <a:r>
              <a:rPr lang="zh-CN" altLang="zh-CN" b="1" dirty="0">
                <a:solidFill>
                  <a:schemeClr val="accent5">
                    <a:lumMod val="75000"/>
                  </a:schemeClr>
                </a:solidFill>
              </a:rPr>
              <a:t>组</a:t>
            </a:r>
            <a:r>
              <a:rPr lang="zh-CN" altLang="zh-CN" b="1" dirty="0"/>
              <a:t>：</a:t>
            </a:r>
            <a:r>
              <a:rPr lang="en-US" altLang="zh-CN" b="1" dirty="0"/>
              <a:t>PE0~PE15</a:t>
            </a:r>
            <a:r>
              <a:rPr lang="zh-CN" altLang="zh-CN" b="1" dirty="0" smtClean="0"/>
              <a:t>；</a:t>
            </a:r>
            <a:r>
              <a:rPr lang="en-US" altLang="zh-CN" b="1" dirty="0" smtClean="0"/>
              <a:t>   </a:t>
            </a:r>
            <a:r>
              <a:rPr lang="en-US" altLang="zh-CN" b="1" dirty="0" smtClean="0">
                <a:solidFill>
                  <a:schemeClr val="accent5">
                    <a:lumMod val="75000"/>
                  </a:schemeClr>
                </a:solidFill>
              </a:rPr>
              <a:t>PF</a:t>
            </a:r>
            <a:r>
              <a:rPr lang="zh-CN" altLang="zh-CN" b="1" dirty="0">
                <a:solidFill>
                  <a:schemeClr val="accent5">
                    <a:lumMod val="75000"/>
                  </a:schemeClr>
                </a:solidFill>
              </a:rPr>
              <a:t>组</a:t>
            </a:r>
            <a:r>
              <a:rPr lang="zh-CN" altLang="zh-CN" b="1" dirty="0"/>
              <a:t>：</a:t>
            </a:r>
            <a:r>
              <a:rPr lang="en-US" altLang="zh-CN" b="1" dirty="0"/>
              <a:t>PF0~PF15</a:t>
            </a:r>
            <a:r>
              <a:rPr lang="zh-CN" altLang="zh-CN" b="1" dirty="0"/>
              <a:t>；</a:t>
            </a:r>
          </a:p>
          <a:p>
            <a:pPr marL="361950"/>
            <a:r>
              <a:rPr lang="en-US" altLang="zh-CN" b="1" dirty="0">
                <a:solidFill>
                  <a:schemeClr val="accent5">
                    <a:lumMod val="75000"/>
                  </a:schemeClr>
                </a:solidFill>
              </a:rPr>
              <a:t>PG</a:t>
            </a:r>
            <a:r>
              <a:rPr lang="zh-CN" altLang="zh-CN" b="1" dirty="0">
                <a:solidFill>
                  <a:schemeClr val="accent5">
                    <a:lumMod val="75000"/>
                  </a:schemeClr>
                </a:solidFill>
              </a:rPr>
              <a:t>组</a:t>
            </a:r>
            <a:r>
              <a:rPr lang="zh-CN" altLang="zh-CN" b="1" dirty="0"/>
              <a:t>：</a:t>
            </a:r>
            <a:r>
              <a:rPr lang="en-US" altLang="zh-CN" b="1" dirty="0"/>
              <a:t>PG0~PG15</a:t>
            </a:r>
            <a:r>
              <a:rPr lang="zh-CN" altLang="zh-CN" b="1" dirty="0"/>
              <a:t>；</a:t>
            </a:r>
          </a:p>
        </p:txBody>
      </p:sp>
      <p:sp>
        <p:nvSpPr>
          <p:cNvPr id="8" name="矩形 7"/>
          <p:cNvSpPr/>
          <p:nvPr/>
        </p:nvSpPr>
        <p:spPr>
          <a:xfrm>
            <a:off x="1619672" y="4653310"/>
            <a:ext cx="55263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b="1" dirty="0">
                <a:latin typeface="华文楷体" pitchFamily="2" charset="-122"/>
                <a:ea typeface="华文楷体" pitchFamily="2" charset="-122"/>
              </a:rPr>
              <a:t>大多数引脚还通过复用技术兼具其他专用</a:t>
            </a:r>
            <a:r>
              <a:rPr lang="zh-CN" altLang="zh-CN" b="1" dirty="0" smtClean="0">
                <a:latin typeface="华文楷体" pitchFamily="2" charset="-122"/>
                <a:ea typeface="华文楷体" pitchFamily="2" charset="-122"/>
              </a:rPr>
              <a:t>功能</a:t>
            </a:r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。</a:t>
            </a:r>
            <a:endParaRPr lang="zh-CN" altLang="en-US" b="1" dirty="0">
              <a:latin typeface="华文楷体" pitchFamily="2" charset="-122"/>
              <a:ea typeface="华文楷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23692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" y="339503"/>
            <a:ext cx="2987823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25188" y="339503"/>
            <a:ext cx="27703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5.2.2 GPIO</a:t>
            </a:r>
            <a:r>
              <a:rPr lang="zh-CN" altLang="en-US" sz="2400" b="1" dirty="0">
                <a:solidFill>
                  <a:schemeClr val="bg1"/>
                </a:solidFill>
              </a:rPr>
              <a:t>内部结构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pic>
        <p:nvPicPr>
          <p:cNvPr id="6" name="图片 5" descr="C:\Users\Administrator\Desktop\截图01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51920" y="860904"/>
            <a:ext cx="5023098" cy="288861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" name="图示 8"/>
          <p:cNvGraphicFramePr/>
          <p:nvPr>
            <p:extLst>
              <p:ext uri="{D42A27DB-BD31-4B8C-83A1-F6EECF244321}">
                <p14:modId xmlns:p14="http://schemas.microsoft.com/office/powerpoint/2010/main" val="759069676"/>
              </p:ext>
            </p:extLst>
          </p:nvPr>
        </p:nvGraphicFramePr>
        <p:xfrm>
          <a:off x="251520" y="2075984"/>
          <a:ext cx="3456384" cy="20079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矩形 7"/>
          <p:cNvSpPr/>
          <p:nvPr/>
        </p:nvSpPr>
        <p:spPr>
          <a:xfrm>
            <a:off x="3824093" y="4237576"/>
            <a:ext cx="50405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ea typeface="+mj-ea"/>
              </a:rPr>
              <a:t>STM32F103</a:t>
            </a:r>
            <a:r>
              <a:rPr lang="zh-CN" altLang="zh-CN" b="1" dirty="0">
                <a:ea typeface="+mj-ea"/>
              </a:rPr>
              <a:t>系列微控制器</a:t>
            </a:r>
            <a:r>
              <a:rPr lang="en-US" altLang="zh-CN" b="1" dirty="0">
                <a:ea typeface="+mj-ea"/>
              </a:rPr>
              <a:t>GPIO</a:t>
            </a:r>
            <a:r>
              <a:rPr lang="zh-CN" altLang="zh-CN" b="1" dirty="0">
                <a:ea typeface="+mj-ea"/>
              </a:rPr>
              <a:t>端口的基本结构</a:t>
            </a:r>
            <a:endParaRPr lang="en-US" altLang="zh-CN" b="1" dirty="0"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508929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" y="339503"/>
            <a:ext cx="2987823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6" name="矩形 5"/>
          <p:cNvSpPr/>
          <p:nvPr/>
        </p:nvSpPr>
        <p:spPr>
          <a:xfrm>
            <a:off x="125188" y="339503"/>
            <a:ext cx="27703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5.2.2 GPIO</a:t>
            </a:r>
            <a:r>
              <a:rPr lang="zh-CN" altLang="en-US" sz="2400" b="1" dirty="0">
                <a:solidFill>
                  <a:schemeClr val="bg1"/>
                </a:solidFill>
              </a:rPr>
              <a:t>内部结构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3797538" y="2352140"/>
            <a:ext cx="774462" cy="39662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/>
              <a:t>GPIO</a:t>
            </a:r>
            <a:endParaRPr lang="zh-CN" altLang="en-US" b="1" dirty="0"/>
          </a:p>
        </p:txBody>
      </p:sp>
      <p:sp>
        <p:nvSpPr>
          <p:cNvPr id="10" name="矩形 9"/>
          <p:cNvSpPr/>
          <p:nvPr/>
        </p:nvSpPr>
        <p:spPr>
          <a:xfrm>
            <a:off x="5227091" y="606235"/>
            <a:ext cx="702396" cy="39662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/>
              <a:t>PA</a:t>
            </a:r>
            <a:r>
              <a:rPr lang="zh-CN" altLang="en-US" b="1" dirty="0" smtClean="0"/>
              <a:t>组</a:t>
            </a:r>
            <a:endParaRPr lang="zh-CN" altLang="en-US" b="1" dirty="0"/>
          </a:p>
        </p:txBody>
      </p:sp>
      <p:sp>
        <p:nvSpPr>
          <p:cNvPr id="11" name="矩形 10"/>
          <p:cNvSpPr/>
          <p:nvPr/>
        </p:nvSpPr>
        <p:spPr>
          <a:xfrm>
            <a:off x="5227091" y="1172676"/>
            <a:ext cx="702396" cy="39662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/>
              <a:t>PB</a:t>
            </a:r>
            <a:r>
              <a:rPr lang="zh-CN" altLang="en-US" b="1" dirty="0" smtClean="0"/>
              <a:t>组</a:t>
            </a:r>
            <a:endParaRPr lang="zh-CN" altLang="en-US" b="1" dirty="0"/>
          </a:p>
        </p:txBody>
      </p:sp>
      <p:sp>
        <p:nvSpPr>
          <p:cNvPr id="12" name="矩形 11"/>
          <p:cNvSpPr/>
          <p:nvPr/>
        </p:nvSpPr>
        <p:spPr>
          <a:xfrm>
            <a:off x="5235984" y="1742497"/>
            <a:ext cx="702396" cy="39662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/>
              <a:t>PC</a:t>
            </a:r>
            <a:r>
              <a:rPr lang="zh-CN" altLang="en-US" b="1" dirty="0" smtClean="0"/>
              <a:t>组</a:t>
            </a:r>
            <a:endParaRPr lang="zh-CN" altLang="en-US" b="1" dirty="0"/>
          </a:p>
        </p:txBody>
      </p:sp>
      <p:sp>
        <p:nvSpPr>
          <p:cNvPr id="13" name="矩形 12"/>
          <p:cNvSpPr/>
          <p:nvPr/>
        </p:nvSpPr>
        <p:spPr>
          <a:xfrm>
            <a:off x="5235984" y="2308938"/>
            <a:ext cx="702396" cy="396621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/>
              <a:t>PD</a:t>
            </a:r>
            <a:r>
              <a:rPr lang="zh-CN" altLang="en-US" b="1" dirty="0" smtClean="0"/>
              <a:t>组</a:t>
            </a:r>
            <a:endParaRPr lang="zh-CN" altLang="en-US" b="1" dirty="0"/>
          </a:p>
        </p:txBody>
      </p:sp>
      <p:sp>
        <p:nvSpPr>
          <p:cNvPr id="14" name="矩形 13"/>
          <p:cNvSpPr/>
          <p:nvPr/>
        </p:nvSpPr>
        <p:spPr>
          <a:xfrm>
            <a:off x="5227091" y="2909048"/>
            <a:ext cx="702396" cy="39662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/>
              <a:t>PE</a:t>
            </a:r>
            <a:r>
              <a:rPr lang="zh-CN" altLang="en-US" b="1" dirty="0" smtClean="0"/>
              <a:t>组</a:t>
            </a:r>
            <a:endParaRPr lang="zh-CN" altLang="en-US" b="1" dirty="0"/>
          </a:p>
        </p:txBody>
      </p:sp>
      <p:sp>
        <p:nvSpPr>
          <p:cNvPr id="15" name="矩形 14"/>
          <p:cNvSpPr/>
          <p:nvPr/>
        </p:nvSpPr>
        <p:spPr>
          <a:xfrm>
            <a:off x="5227091" y="3496753"/>
            <a:ext cx="702396" cy="39662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/>
              <a:t>PF</a:t>
            </a:r>
            <a:r>
              <a:rPr lang="zh-CN" altLang="en-US" b="1" dirty="0" smtClean="0"/>
              <a:t>组</a:t>
            </a:r>
            <a:endParaRPr lang="zh-CN" altLang="en-US" b="1" dirty="0"/>
          </a:p>
        </p:txBody>
      </p:sp>
      <p:sp>
        <p:nvSpPr>
          <p:cNvPr id="16" name="矩形 15"/>
          <p:cNvSpPr/>
          <p:nvPr/>
        </p:nvSpPr>
        <p:spPr>
          <a:xfrm>
            <a:off x="5235984" y="4066574"/>
            <a:ext cx="702396" cy="39662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/>
              <a:t>PG</a:t>
            </a:r>
            <a:r>
              <a:rPr lang="zh-CN" altLang="en-US" b="1" dirty="0" smtClean="0"/>
              <a:t>组</a:t>
            </a:r>
            <a:endParaRPr lang="zh-CN" altLang="en-US" b="1" dirty="0"/>
          </a:p>
        </p:txBody>
      </p:sp>
      <p:sp>
        <p:nvSpPr>
          <p:cNvPr id="17" name="左大括号 16"/>
          <p:cNvSpPr/>
          <p:nvPr/>
        </p:nvSpPr>
        <p:spPr>
          <a:xfrm>
            <a:off x="4716016" y="750251"/>
            <a:ext cx="296925" cy="3600400"/>
          </a:xfrm>
          <a:prstGeom prst="leftBrace">
            <a:avLst>
              <a:gd name="adj1" fmla="val 48917"/>
              <a:gd name="adj2" fmla="val 50000"/>
            </a:avLst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7150989" y="606838"/>
            <a:ext cx="1354853" cy="39662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/>
              <a:t>PA0</a:t>
            </a:r>
            <a:r>
              <a:rPr lang="zh-CN" altLang="en-US" b="1" dirty="0" smtClean="0"/>
              <a:t>～</a:t>
            </a:r>
            <a:r>
              <a:rPr lang="en-US" altLang="zh-CN" b="1" dirty="0" smtClean="0"/>
              <a:t>PA15</a:t>
            </a:r>
            <a:endParaRPr lang="zh-CN" altLang="en-US" b="1" dirty="0"/>
          </a:p>
        </p:txBody>
      </p:sp>
      <p:sp>
        <p:nvSpPr>
          <p:cNvPr id="19" name="矩形 18"/>
          <p:cNvSpPr/>
          <p:nvPr/>
        </p:nvSpPr>
        <p:spPr>
          <a:xfrm>
            <a:off x="7150989" y="1166190"/>
            <a:ext cx="1354853" cy="39662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/>
              <a:t>PB0</a:t>
            </a:r>
            <a:r>
              <a:rPr lang="zh-CN" altLang="en-US" b="1" dirty="0" smtClean="0"/>
              <a:t>～</a:t>
            </a:r>
            <a:r>
              <a:rPr lang="en-US" altLang="zh-CN" b="1" dirty="0" smtClean="0"/>
              <a:t>PB15</a:t>
            </a:r>
            <a:endParaRPr lang="zh-CN" altLang="en-US" b="1" dirty="0"/>
          </a:p>
        </p:txBody>
      </p:sp>
      <p:sp>
        <p:nvSpPr>
          <p:cNvPr id="20" name="矩形 19"/>
          <p:cNvSpPr/>
          <p:nvPr/>
        </p:nvSpPr>
        <p:spPr>
          <a:xfrm>
            <a:off x="7164288" y="1743081"/>
            <a:ext cx="1354853" cy="39662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/>
              <a:t>PC0</a:t>
            </a:r>
            <a:r>
              <a:rPr lang="zh-CN" altLang="en-US" b="1" dirty="0" smtClean="0"/>
              <a:t>～</a:t>
            </a:r>
            <a:r>
              <a:rPr lang="en-US" altLang="zh-CN" b="1" dirty="0" smtClean="0"/>
              <a:t>PC15</a:t>
            </a:r>
            <a:endParaRPr lang="zh-CN" altLang="en-US" b="1" dirty="0"/>
          </a:p>
        </p:txBody>
      </p:sp>
      <p:sp>
        <p:nvSpPr>
          <p:cNvPr id="21" name="矩形 20"/>
          <p:cNvSpPr/>
          <p:nvPr/>
        </p:nvSpPr>
        <p:spPr>
          <a:xfrm>
            <a:off x="7164288" y="2307538"/>
            <a:ext cx="1354853" cy="396621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/>
              <a:t>PD0</a:t>
            </a:r>
            <a:r>
              <a:rPr lang="zh-CN" altLang="en-US" b="1" dirty="0" smtClean="0"/>
              <a:t>～</a:t>
            </a:r>
            <a:r>
              <a:rPr lang="en-US" altLang="zh-CN" b="1" dirty="0" smtClean="0"/>
              <a:t>PD15</a:t>
            </a:r>
            <a:endParaRPr lang="zh-CN" altLang="en-US" b="1" dirty="0"/>
          </a:p>
        </p:txBody>
      </p:sp>
      <p:sp>
        <p:nvSpPr>
          <p:cNvPr id="22" name="矩形 21"/>
          <p:cNvSpPr/>
          <p:nvPr/>
        </p:nvSpPr>
        <p:spPr>
          <a:xfrm>
            <a:off x="7164288" y="2907102"/>
            <a:ext cx="1354853" cy="39662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/>
              <a:t>PE0</a:t>
            </a:r>
            <a:r>
              <a:rPr lang="zh-CN" altLang="en-US" b="1" dirty="0" smtClean="0"/>
              <a:t>～</a:t>
            </a:r>
            <a:r>
              <a:rPr lang="en-US" altLang="zh-CN" b="1" dirty="0" smtClean="0"/>
              <a:t>PE15</a:t>
            </a:r>
            <a:endParaRPr lang="zh-CN" altLang="en-US" b="1" dirty="0"/>
          </a:p>
        </p:txBody>
      </p:sp>
      <p:sp>
        <p:nvSpPr>
          <p:cNvPr id="23" name="矩形 22"/>
          <p:cNvSpPr/>
          <p:nvPr/>
        </p:nvSpPr>
        <p:spPr>
          <a:xfrm>
            <a:off x="7164288" y="3501894"/>
            <a:ext cx="1354853" cy="39662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/>
              <a:t>PF0</a:t>
            </a:r>
            <a:r>
              <a:rPr lang="zh-CN" altLang="en-US" b="1" dirty="0" smtClean="0"/>
              <a:t>～</a:t>
            </a:r>
            <a:r>
              <a:rPr lang="en-US" altLang="zh-CN" b="1" dirty="0" smtClean="0"/>
              <a:t>PF15</a:t>
            </a:r>
            <a:endParaRPr lang="zh-CN" altLang="en-US" b="1" dirty="0"/>
          </a:p>
        </p:txBody>
      </p:sp>
      <p:sp>
        <p:nvSpPr>
          <p:cNvPr id="24" name="矩形 23"/>
          <p:cNvSpPr/>
          <p:nvPr/>
        </p:nvSpPr>
        <p:spPr>
          <a:xfrm>
            <a:off x="7177587" y="4075702"/>
            <a:ext cx="1354853" cy="39662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/>
              <a:t>PG0</a:t>
            </a:r>
            <a:r>
              <a:rPr lang="zh-CN" altLang="en-US" b="1" dirty="0" smtClean="0"/>
              <a:t>～</a:t>
            </a:r>
            <a:r>
              <a:rPr lang="en-US" altLang="zh-CN" b="1" dirty="0" smtClean="0"/>
              <a:t>PG15</a:t>
            </a:r>
            <a:endParaRPr lang="zh-CN" altLang="en-US" b="1" dirty="0"/>
          </a:p>
        </p:txBody>
      </p:sp>
      <p:cxnSp>
        <p:nvCxnSpPr>
          <p:cNvPr id="26" name="直接连接符 25"/>
          <p:cNvCxnSpPr>
            <a:stCxn id="10" idx="3"/>
            <a:endCxn id="18" idx="1"/>
          </p:cNvCxnSpPr>
          <p:nvPr/>
        </p:nvCxnSpPr>
        <p:spPr>
          <a:xfrm>
            <a:off x="5929487" y="804546"/>
            <a:ext cx="1221502" cy="603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088208" y="514482"/>
            <a:ext cx="9423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16</a:t>
            </a:r>
            <a:r>
              <a:rPr lang="zh-CN" altLang="en-US" sz="14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个引脚</a:t>
            </a:r>
            <a:endParaRPr lang="zh-CN" altLang="en-US" sz="14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28" name="直接连接符 27"/>
          <p:cNvCxnSpPr>
            <a:stCxn id="11" idx="3"/>
            <a:endCxn id="19" idx="1"/>
          </p:cNvCxnSpPr>
          <p:nvPr/>
        </p:nvCxnSpPr>
        <p:spPr>
          <a:xfrm flipV="1">
            <a:off x="5929487" y="1364501"/>
            <a:ext cx="1221502" cy="6486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088208" y="1090546"/>
            <a:ext cx="9423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16</a:t>
            </a:r>
            <a:r>
              <a:rPr lang="zh-CN" altLang="en-US" sz="14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个引脚</a:t>
            </a:r>
            <a:endParaRPr lang="zh-CN" altLang="en-US" sz="14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30" name="直接连接符 29"/>
          <p:cNvCxnSpPr>
            <a:stCxn id="12" idx="3"/>
            <a:endCxn id="20" idx="1"/>
          </p:cNvCxnSpPr>
          <p:nvPr/>
        </p:nvCxnSpPr>
        <p:spPr>
          <a:xfrm>
            <a:off x="5938380" y="1940808"/>
            <a:ext cx="1225908" cy="584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097467" y="1671086"/>
            <a:ext cx="9423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16</a:t>
            </a:r>
            <a:r>
              <a:rPr lang="zh-CN" altLang="en-US" sz="14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个引脚</a:t>
            </a:r>
            <a:endParaRPr lang="zh-CN" altLang="en-US" sz="14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32" name="直接连接符 31"/>
          <p:cNvCxnSpPr>
            <a:stCxn id="13" idx="3"/>
            <a:endCxn id="21" idx="1"/>
          </p:cNvCxnSpPr>
          <p:nvPr/>
        </p:nvCxnSpPr>
        <p:spPr>
          <a:xfrm flipV="1">
            <a:off x="5938380" y="2505849"/>
            <a:ext cx="1225908" cy="1400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084168" y="2211675"/>
            <a:ext cx="9423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16</a:t>
            </a:r>
            <a:r>
              <a:rPr lang="zh-CN" altLang="en-US" sz="14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个引脚</a:t>
            </a:r>
            <a:endParaRPr lang="zh-CN" altLang="en-US" sz="14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34" name="直接连接符 33"/>
          <p:cNvCxnSpPr>
            <a:stCxn id="14" idx="3"/>
            <a:endCxn id="22" idx="1"/>
          </p:cNvCxnSpPr>
          <p:nvPr/>
        </p:nvCxnSpPr>
        <p:spPr>
          <a:xfrm flipV="1">
            <a:off x="5929487" y="3105413"/>
            <a:ext cx="1234801" cy="1946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097467" y="2787774"/>
            <a:ext cx="9423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16</a:t>
            </a:r>
            <a:r>
              <a:rPr lang="zh-CN" altLang="en-US" sz="14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个引脚</a:t>
            </a:r>
            <a:endParaRPr lang="zh-CN" altLang="en-US" sz="14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36" name="直接连接符 35"/>
          <p:cNvCxnSpPr>
            <a:stCxn id="15" idx="3"/>
            <a:endCxn id="23" idx="1"/>
          </p:cNvCxnSpPr>
          <p:nvPr/>
        </p:nvCxnSpPr>
        <p:spPr>
          <a:xfrm>
            <a:off x="5929487" y="3695064"/>
            <a:ext cx="1234801" cy="5141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097467" y="3348005"/>
            <a:ext cx="9423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16</a:t>
            </a:r>
            <a:r>
              <a:rPr lang="zh-CN" altLang="en-US" sz="14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个引脚</a:t>
            </a:r>
            <a:endParaRPr lang="zh-CN" altLang="en-US" sz="14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38" name="直接连接符 37"/>
          <p:cNvCxnSpPr>
            <a:stCxn id="16" idx="3"/>
            <a:endCxn id="24" idx="1"/>
          </p:cNvCxnSpPr>
          <p:nvPr/>
        </p:nvCxnSpPr>
        <p:spPr>
          <a:xfrm>
            <a:off x="5938380" y="4264885"/>
            <a:ext cx="1239207" cy="9128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084168" y="3939902"/>
            <a:ext cx="9423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16</a:t>
            </a:r>
            <a:r>
              <a:rPr lang="zh-CN" altLang="en-US" sz="14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个引脚</a:t>
            </a:r>
            <a:endParaRPr lang="zh-CN" altLang="en-US" sz="14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539552" y="1308525"/>
            <a:ext cx="324036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400" b="1" dirty="0" smtClean="0">
                <a:latin typeface="Times New Roman" pitchFamily="18" charset="0"/>
                <a:cs typeface="Times New Roman" pitchFamily="18" charset="0"/>
              </a:rPr>
              <a:t>    STM32F103</a:t>
            </a:r>
            <a:r>
              <a:rPr lang="zh-CN" altLang="zh-CN" sz="2400" b="1" dirty="0">
                <a:latin typeface="Times New Roman" pitchFamily="18" charset="0"/>
                <a:cs typeface="Times New Roman" pitchFamily="18" charset="0"/>
              </a:rPr>
              <a:t>系列微控制器共有</a:t>
            </a:r>
            <a:r>
              <a:rPr lang="en-US" altLang="zh-CN" sz="2400" b="1" dirty="0">
                <a:solidFill>
                  <a:srgbClr val="CD7371"/>
                </a:solidFill>
                <a:latin typeface="Times New Roman" pitchFamily="18" charset="0"/>
                <a:cs typeface="Times New Roman" pitchFamily="18" charset="0"/>
              </a:rPr>
              <a:t>7</a:t>
            </a:r>
            <a:r>
              <a:rPr lang="zh-CN" altLang="zh-CN" sz="2400" b="1" dirty="0">
                <a:solidFill>
                  <a:srgbClr val="CD7371"/>
                </a:solidFill>
                <a:latin typeface="Times New Roman" pitchFamily="18" charset="0"/>
                <a:cs typeface="Times New Roman" pitchFamily="18" charset="0"/>
              </a:rPr>
              <a:t>组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GPIO</a:t>
            </a:r>
            <a:r>
              <a:rPr lang="zh-CN" altLang="zh-CN" sz="2400" b="1" dirty="0">
                <a:latin typeface="Times New Roman" pitchFamily="18" charset="0"/>
                <a:cs typeface="Times New Roman" pitchFamily="18" charset="0"/>
              </a:rPr>
              <a:t>端口，每一组端口包括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16</a:t>
            </a:r>
            <a:r>
              <a:rPr lang="zh-CN" altLang="zh-CN" sz="2400" b="1" dirty="0">
                <a:latin typeface="Times New Roman" pitchFamily="18" charset="0"/>
                <a:cs typeface="Times New Roman" pitchFamily="18" charset="0"/>
              </a:rPr>
              <a:t>个引脚，如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PA</a:t>
            </a:r>
            <a:r>
              <a:rPr lang="zh-CN" altLang="zh-CN" sz="2400" b="1" dirty="0">
                <a:latin typeface="Times New Roman" pitchFamily="18" charset="0"/>
                <a:cs typeface="Times New Roman" pitchFamily="18" charset="0"/>
              </a:rPr>
              <a:t>组端口，包括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PA0~PA15</a:t>
            </a:r>
            <a:r>
              <a:rPr lang="zh-CN" altLang="zh-CN" sz="2400" b="1" dirty="0">
                <a:latin typeface="Times New Roman" pitchFamily="18" charset="0"/>
                <a:cs typeface="Times New Roman" pitchFamily="18" charset="0"/>
              </a:rPr>
              <a:t>共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16</a:t>
            </a:r>
            <a:r>
              <a:rPr lang="zh-CN" altLang="zh-CN" sz="2400" b="1" dirty="0">
                <a:latin typeface="Times New Roman" pitchFamily="18" charset="0"/>
                <a:cs typeface="Times New Roman" pitchFamily="18" charset="0"/>
              </a:rPr>
              <a:t>个</a:t>
            </a:r>
            <a:r>
              <a:rPr lang="zh-CN" altLang="zh-CN" sz="2400" b="1" dirty="0" smtClean="0">
                <a:latin typeface="Times New Roman" pitchFamily="18" charset="0"/>
                <a:cs typeface="Times New Roman" pitchFamily="18" charset="0"/>
              </a:rPr>
              <a:t>引脚</a:t>
            </a:r>
            <a:r>
              <a:rPr lang="zh-CN" altLang="en-US" sz="2400" b="1" dirty="0" smtClean="0">
                <a:latin typeface="Times New Roman" pitchFamily="18" charset="0"/>
                <a:cs typeface="Times New Roman" pitchFamily="18" charset="0"/>
              </a:rPr>
              <a:t>。</a:t>
            </a:r>
            <a:endParaRPr lang="zh-CN" alt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6652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" y="339503"/>
            <a:ext cx="2987823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25188" y="339503"/>
            <a:ext cx="27703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5.2.2 GPIO</a:t>
            </a:r>
            <a:r>
              <a:rPr lang="zh-CN" altLang="en-US" sz="2400" b="1" dirty="0">
                <a:solidFill>
                  <a:schemeClr val="bg1"/>
                </a:solidFill>
              </a:rPr>
              <a:t>内部结构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graphicFrame>
        <p:nvGraphicFramePr>
          <p:cNvPr id="7" name="图示 6"/>
          <p:cNvGraphicFramePr/>
          <p:nvPr>
            <p:extLst>
              <p:ext uri="{D42A27DB-BD31-4B8C-83A1-F6EECF244321}">
                <p14:modId xmlns:p14="http://schemas.microsoft.com/office/powerpoint/2010/main" val="3350373464"/>
              </p:ext>
            </p:extLst>
          </p:nvPr>
        </p:nvGraphicFramePr>
        <p:xfrm>
          <a:off x="467544" y="1059582"/>
          <a:ext cx="8070876" cy="25922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矩形 7"/>
          <p:cNvSpPr/>
          <p:nvPr/>
        </p:nvSpPr>
        <p:spPr>
          <a:xfrm>
            <a:off x="611560" y="3851360"/>
            <a:ext cx="813690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 smtClean="0"/>
              <a:t>      </a:t>
            </a:r>
            <a:r>
              <a:rPr lang="zh-CN" altLang="zh-CN" sz="2000" b="1" dirty="0" smtClean="0"/>
              <a:t>每</a:t>
            </a:r>
            <a:r>
              <a:rPr lang="zh-CN" altLang="zh-CN" sz="2000" b="1" dirty="0"/>
              <a:t>组</a:t>
            </a:r>
            <a:r>
              <a:rPr lang="en-US" altLang="zh-CN" sz="2000" b="1" dirty="0"/>
              <a:t>GPIO</a:t>
            </a:r>
            <a:r>
              <a:rPr lang="zh-CN" altLang="zh-CN" sz="2000" b="1" dirty="0"/>
              <a:t>端口</a:t>
            </a:r>
            <a:r>
              <a:rPr lang="en-US" altLang="zh-CN" sz="2000" b="1" dirty="0"/>
              <a:t>(</a:t>
            </a:r>
            <a:r>
              <a:rPr lang="en-US" altLang="zh-CN" sz="2000" b="1" dirty="0" err="1"/>
              <a:t>Px</a:t>
            </a:r>
            <a:r>
              <a:rPr lang="en-US" altLang="zh-CN" sz="2000" b="1" dirty="0"/>
              <a:t>)</a:t>
            </a:r>
            <a:r>
              <a:rPr lang="zh-CN" altLang="zh-CN" sz="2000" b="1" dirty="0"/>
              <a:t>都由</a:t>
            </a:r>
            <a:r>
              <a:rPr lang="en-US" altLang="zh-CN" sz="2000" b="1" dirty="0"/>
              <a:t>7</a:t>
            </a:r>
            <a:r>
              <a:rPr lang="zh-CN" altLang="zh-CN" sz="2000" b="1" dirty="0"/>
              <a:t>个寄存器组成，负责控制该端口的</a:t>
            </a:r>
            <a:r>
              <a:rPr lang="en-US" altLang="zh-CN" sz="2000" b="1" dirty="0"/>
              <a:t>16</a:t>
            </a:r>
            <a:r>
              <a:rPr lang="zh-CN" altLang="zh-CN" sz="2000" b="1" dirty="0"/>
              <a:t>个引脚</a:t>
            </a:r>
            <a:r>
              <a:rPr lang="en-US" altLang="zh-CN" sz="2000" b="1" dirty="0"/>
              <a:t>Px0 ~ </a:t>
            </a:r>
            <a:r>
              <a:rPr lang="en-US" altLang="zh-CN" sz="2000" b="1" dirty="0" smtClean="0"/>
              <a:t>Px15</a:t>
            </a:r>
            <a:r>
              <a:rPr lang="zh-CN" altLang="en-US" sz="2000" b="1" dirty="0" smtClean="0"/>
              <a:t>。</a:t>
            </a:r>
            <a:endParaRPr lang="zh-CN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052534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" y="339503"/>
            <a:ext cx="2987823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5" name="矩形 4"/>
          <p:cNvSpPr/>
          <p:nvPr/>
        </p:nvSpPr>
        <p:spPr>
          <a:xfrm>
            <a:off x="125188" y="339503"/>
            <a:ext cx="27703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5.2.3 GPIO</a:t>
            </a:r>
            <a:r>
              <a:rPr lang="zh-CN" altLang="en-US" sz="2400" b="1" dirty="0">
                <a:solidFill>
                  <a:schemeClr val="bg1"/>
                </a:solidFill>
              </a:rPr>
              <a:t>工作模式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graphicFrame>
        <p:nvGraphicFramePr>
          <p:cNvPr id="6" name="图示 5"/>
          <p:cNvGraphicFramePr/>
          <p:nvPr>
            <p:extLst>
              <p:ext uri="{D42A27DB-BD31-4B8C-83A1-F6EECF244321}">
                <p14:modId xmlns:p14="http://schemas.microsoft.com/office/powerpoint/2010/main" val="505716400"/>
              </p:ext>
            </p:extLst>
          </p:nvPr>
        </p:nvGraphicFramePr>
        <p:xfrm>
          <a:off x="251520" y="771550"/>
          <a:ext cx="7488832" cy="39199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03748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5220072" y="483518"/>
            <a:ext cx="3528391" cy="148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000" b="1" dirty="0" smtClean="0"/>
              <a:t>      </a:t>
            </a:r>
            <a:r>
              <a:rPr lang="zh-CN" altLang="zh-CN" b="1" dirty="0" smtClean="0"/>
              <a:t>推挽结构一般指两个</a:t>
            </a:r>
            <a:r>
              <a:rPr lang="en-US" altLang="zh-CN" b="1" dirty="0" smtClean="0"/>
              <a:t>MOS</a:t>
            </a:r>
            <a:r>
              <a:rPr lang="zh-CN" altLang="zh-CN" b="1" dirty="0" smtClean="0"/>
              <a:t>管受互补信号的控制，按互补对称的方式连接，任意时刻总是一个三极管导通，另一个截止</a:t>
            </a:r>
            <a:r>
              <a:rPr lang="zh-CN" altLang="en-US" b="1" dirty="0" smtClean="0"/>
              <a:t>。</a:t>
            </a:r>
            <a:endParaRPr lang="zh-CN" altLang="en-US" b="1" dirty="0"/>
          </a:p>
        </p:txBody>
      </p:sp>
      <p:sp>
        <p:nvSpPr>
          <p:cNvPr id="5" name="矩形 4"/>
          <p:cNvSpPr/>
          <p:nvPr/>
        </p:nvSpPr>
        <p:spPr>
          <a:xfrm>
            <a:off x="1" y="339503"/>
            <a:ext cx="4612313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25188" y="339503"/>
            <a:ext cx="448712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推挽输出模式（</a:t>
            </a:r>
            <a:r>
              <a:rPr lang="en-US" altLang="zh-CN" sz="2400" b="1" dirty="0">
                <a:solidFill>
                  <a:schemeClr val="bg1"/>
                </a:solidFill>
              </a:rPr>
              <a:t>Push-Pull</a:t>
            </a:r>
            <a:r>
              <a:rPr lang="zh-CN" altLang="en-US" sz="2400" b="1" dirty="0">
                <a:solidFill>
                  <a:schemeClr val="bg1"/>
                </a:solidFill>
              </a:rPr>
              <a:t>，</a:t>
            </a:r>
            <a:r>
              <a:rPr lang="en-US" altLang="zh-CN" sz="2400" b="1" dirty="0">
                <a:solidFill>
                  <a:schemeClr val="bg1"/>
                </a:solidFill>
              </a:rPr>
              <a:t>PP</a:t>
            </a:r>
            <a:r>
              <a:rPr lang="zh-CN" altLang="en-US" sz="2400" b="1" dirty="0">
                <a:solidFill>
                  <a:schemeClr val="bg1"/>
                </a:solidFill>
              </a:rPr>
              <a:t>）</a:t>
            </a:r>
          </a:p>
        </p:txBody>
      </p:sp>
      <p:sp>
        <p:nvSpPr>
          <p:cNvPr id="8" name="矩形 7"/>
          <p:cNvSpPr/>
          <p:nvPr/>
        </p:nvSpPr>
        <p:spPr>
          <a:xfrm>
            <a:off x="660346" y="4083918"/>
            <a:ext cx="782330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 smtClean="0">
                <a:solidFill>
                  <a:srgbClr val="CD7371"/>
                </a:solidFill>
              </a:rPr>
              <a:t>    </a:t>
            </a:r>
            <a:r>
              <a:rPr lang="zh-CN" altLang="zh-CN" b="1" dirty="0" smtClean="0">
                <a:solidFill>
                  <a:srgbClr val="CD7371"/>
                </a:solidFill>
              </a:rPr>
              <a:t>使用</a:t>
            </a:r>
            <a:r>
              <a:rPr lang="zh-CN" altLang="zh-CN" b="1" dirty="0">
                <a:solidFill>
                  <a:srgbClr val="CD7371"/>
                </a:solidFill>
              </a:rPr>
              <a:t>推挽输出模式的目的：增大输出电流，即增加输出引脚的驱动能力，提高电路的负载能力和提高开关的速度。</a:t>
            </a: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3160086"/>
              </p:ext>
            </p:extLst>
          </p:nvPr>
        </p:nvGraphicFramePr>
        <p:xfrm>
          <a:off x="700660" y="1014583"/>
          <a:ext cx="4091782" cy="14613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37" name="Visio" r:id="rId3" imgW="3471316" imgH="1240704" progId="Visio.Drawing.11">
                  <p:embed/>
                </p:oleObj>
              </mc:Choice>
              <mc:Fallback>
                <p:oleObj name="Visio" r:id="rId3" imgW="3471316" imgH="1240704" progId="Visio.Drawing.11">
                  <p:embed/>
                  <p:pic>
                    <p:nvPicPr>
                      <p:cNvPr id="0" name="Picture 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0660" y="1014583"/>
                        <a:ext cx="4091782" cy="146135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8191647"/>
              </p:ext>
            </p:extLst>
          </p:nvPr>
        </p:nvGraphicFramePr>
        <p:xfrm>
          <a:off x="755760" y="2499742"/>
          <a:ext cx="4032264" cy="14400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38" name="Visio" r:id="rId5" imgW="3463753" imgH="1240704" progId="Visio.Drawing.11">
                  <p:embed/>
                </p:oleObj>
              </mc:Choice>
              <mc:Fallback>
                <p:oleObj name="Visio" r:id="rId5" imgW="3463753" imgH="1240704" progId="Visio.Drawing.11">
                  <p:embed/>
                  <p:pic>
                    <p:nvPicPr>
                      <p:cNvPr id="0" name="Picture 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760" y="2499742"/>
                        <a:ext cx="4032264" cy="144009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标注 12"/>
          <p:cNvSpPr/>
          <p:nvPr/>
        </p:nvSpPr>
        <p:spPr>
          <a:xfrm>
            <a:off x="5514796" y="2139702"/>
            <a:ext cx="3096344" cy="650534"/>
          </a:xfrm>
          <a:prstGeom prst="wedgeRectCallout">
            <a:avLst>
              <a:gd name="adj1" fmla="val -92693"/>
              <a:gd name="adj2" fmla="val -78953"/>
            </a:avLst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dirty="0"/>
              <a:t>推挽模式下，</a:t>
            </a:r>
            <a:r>
              <a:rPr lang="en-US" altLang="zh-CN" dirty="0"/>
              <a:t>I/O</a:t>
            </a:r>
            <a:r>
              <a:rPr lang="zh-CN" altLang="en-US" dirty="0"/>
              <a:t>引脚输出高电平时，</a:t>
            </a:r>
            <a:r>
              <a:rPr lang="en-US" altLang="zh-CN" dirty="0"/>
              <a:t>P-MOS</a:t>
            </a:r>
            <a:r>
              <a:rPr lang="zh-CN" altLang="en-US" dirty="0"/>
              <a:t>导通</a:t>
            </a:r>
          </a:p>
        </p:txBody>
      </p:sp>
      <p:sp>
        <p:nvSpPr>
          <p:cNvPr id="14" name="矩形标注 13"/>
          <p:cNvSpPr/>
          <p:nvPr/>
        </p:nvSpPr>
        <p:spPr>
          <a:xfrm>
            <a:off x="5525846" y="3079448"/>
            <a:ext cx="3096344" cy="650534"/>
          </a:xfrm>
          <a:prstGeom prst="wedgeRectCallout">
            <a:avLst>
              <a:gd name="adj1" fmla="val -92693"/>
              <a:gd name="adj2" fmla="val 32189"/>
            </a:avLst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dirty="0"/>
              <a:t>推挽模式下，</a:t>
            </a:r>
            <a:r>
              <a:rPr lang="en-US" altLang="zh-CN" dirty="0"/>
              <a:t>I/O</a:t>
            </a:r>
            <a:r>
              <a:rPr lang="zh-CN" altLang="en-US" dirty="0"/>
              <a:t>引脚</a:t>
            </a:r>
            <a:r>
              <a:rPr lang="zh-CN" altLang="en-US" dirty="0" smtClean="0"/>
              <a:t>输出</a:t>
            </a:r>
            <a:r>
              <a:rPr lang="zh-CN" altLang="en-US" dirty="0"/>
              <a:t>低电平</a:t>
            </a:r>
            <a:r>
              <a:rPr lang="zh-CN" altLang="en-US" dirty="0" smtClean="0"/>
              <a:t>时，</a:t>
            </a:r>
            <a:r>
              <a:rPr lang="en-US" altLang="zh-CN" dirty="0" smtClean="0"/>
              <a:t>N-MOS</a:t>
            </a:r>
            <a:r>
              <a:rPr lang="zh-CN" altLang="en-US" dirty="0"/>
              <a:t>导通</a:t>
            </a:r>
          </a:p>
        </p:txBody>
      </p:sp>
    </p:spTree>
    <p:extLst>
      <p:ext uri="{BB962C8B-B14F-4D97-AF65-F5344CB8AC3E}">
        <p14:creationId xmlns:p14="http://schemas.microsoft.com/office/powerpoint/2010/main" val="259694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930630" y="1275305"/>
            <a:ext cx="2926764" cy="31366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b="1" dirty="0" smtClean="0"/>
              <a:t>       漏极</a:t>
            </a:r>
            <a:r>
              <a:rPr lang="zh-CN" altLang="en-US" sz="2000" b="1" dirty="0"/>
              <a:t>开路（</a:t>
            </a:r>
            <a:r>
              <a:rPr lang="en-US" altLang="zh-CN" sz="2000" b="1" dirty="0"/>
              <a:t>OD</a:t>
            </a:r>
            <a:r>
              <a:rPr lang="zh-CN" altLang="en-US" sz="2000" b="1" dirty="0"/>
              <a:t>）输出与集电极开路输出十分相似，即只有下拉</a:t>
            </a:r>
            <a:r>
              <a:rPr lang="en-US" altLang="zh-CN" sz="2000" b="1" dirty="0"/>
              <a:t>MOS</a:t>
            </a:r>
            <a:r>
              <a:rPr lang="zh-CN" altLang="en-US" sz="2000" b="1" dirty="0"/>
              <a:t>管没有上拉</a:t>
            </a:r>
            <a:r>
              <a:rPr lang="en-US" altLang="zh-CN" sz="2000" b="1" dirty="0"/>
              <a:t>MOS</a:t>
            </a:r>
            <a:r>
              <a:rPr lang="zh-CN" altLang="en-US" sz="2000" b="1" dirty="0"/>
              <a:t>管，</a:t>
            </a:r>
            <a:r>
              <a:rPr lang="en-US" altLang="zh-CN" sz="2000" b="1" dirty="0"/>
              <a:t>MOS</a:t>
            </a:r>
            <a:r>
              <a:rPr lang="zh-CN" altLang="en-US" sz="2000" b="1" dirty="0"/>
              <a:t>管的漏极直接与</a:t>
            </a:r>
            <a:r>
              <a:rPr lang="en-US" altLang="zh-CN" sz="2000" b="1" dirty="0"/>
              <a:t>I/O</a:t>
            </a:r>
            <a:r>
              <a:rPr lang="zh-CN" altLang="en-US" sz="2000" b="1" dirty="0"/>
              <a:t>引脚相连，不与电源连接，处于悬空状态，称之为漏极开路。</a:t>
            </a:r>
          </a:p>
        </p:txBody>
      </p:sp>
      <p:sp>
        <p:nvSpPr>
          <p:cNvPr id="5" name="矩形 4"/>
          <p:cNvSpPr/>
          <p:nvPr/>
        </p:nvSpPr>
        <p:spPr>
          <a:xfrm>
            <a:off x="1" y="339503"/>
            <a:ext cx="4788023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35496" y="339502"/>
            <a:ext cx="48490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开漏输出模式（</a:t>
            </a:r>
            <a:r>
              <a:rPr lang="en-GB" altLang="zh-CN" sz="2400" b="1" dirty="0">
                <a:solidFill>
                  <a:schemeClr val="bg1"/>
                </a:solidFill>
              </a:rPr>
              <a:t>Open-Drain</a:t>
            </a:r>
            <a:r>
              <a:rPr lang="zh-CN" altLang="en-GB" sz="2400" b="1" dirty="0">
                <a:solidFill>
                  <a:schemeClr val="bg1"/>
                </a:solidFill>
              </a:rPr>
              <a:t>，</a:t>
            </a:r>
            <a:r>
              <a:rPr lang="en-GB" altLang="zh-CN" sz="2400" b="1" dirty="0">
                <a:solidFill>
                  <a:schemeClr val="bg1"/>
                </a:solidFill>
              </a:rPr>
              <a:t>OD</a:t>
            </a:r>
            <a:r>
              <a:rPr lang="zh-CN" altLang="en-GB" sz="2400" b="1" dirty="0">
                <a:solidFill>
                  <a:schemeClr val="bg1"/>
                </a:solidFill>
              </a:rPr>
              <a:t>）</a:t>
            </a:r>
            <a:endParaRPr lang="zh-CN" altLang="en-US" sz="2400" b="1" dirty="0">
              <a:solidFill>
                <a:schemeClr val="bg1"/>
              </a:solidFill>
            </a:endParaRPr>
          </a:p>
        </p:txBody>
      </p:sp>
      <p:graphicFrame>
        <p:nvGraphicFramePr>
          <p:cNvPr id="3" name="图示 2"/>
          <p:cNvGraphicFramePr/>
          <p:nvPr>
            <p:extLst>
              <p:ext uri="{D42A27DB-BD31-4B8C-83A1-F6EECF244321}">
                <p14:modId xmlns:p14="http://schemas.microsoft.com/office/powerpoint/2010/main" val="3214665398"/>
              </p:ext>
            </p:extLst>
          </p:nvPr>
        </p:nvGraphicFramePr>
        <p:xfrm>
          <a:off x="4103440" y="631193"/>
          <a:ext cx="5040560" cy="39889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644008" y="4515966"/>
            <a:ext cx="3744416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zh-CN" sz="2400" b="1" dirty="0">
                <a:solidFill>
                  <a:srgbClr val="CD7371"/>
                </a:solidFill>
              </a:rPr>
              <a:t>开漏输出模式的应用</a:t>
            </a:r>
            <a:r>
              <a:rPr lang="zh-CN" altLang="zh-CN" sz="2400" b="1" dirty="0" smtClean="0">
                <a:solidFill>
                  <a:srgbClr val="CD7371"/>
                </a:solidFill>
              </a:rPr>
              <a:t>场合</a:t>
            </a:r>
            <a:endParaRPr lang="zh-CN" altLang="zh-CN" sz="2400" b="1" dirty="0">
              <a:solidFill>
                <a:srgbClr val="CD737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7731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" y="339503"/>
            <a:ext cx="6228183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6" name="矩形 5"/>
          <p:cNvSpPr/>
          <p:nvPr/>
        </p:nvSpPr>
        <p:spPr>
          <a:xfrm>
            <a:off x="35496" y="339502"/>
            <a:ext cx="629928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复用功能输出模式（</a:t>
            </a:r>
            <a:r>
              <a:rPr lang="en-GB" altLang="zh-CN" sz="2400" b="1" dirty="0">
                <a:solidFill>
                  <a:schemeClr val="bg1"/>
                </a:solidFill>
              </a:rPr>
              <a:t>Alternate Function</a:t>
            </a:r>
            <a:r>
              <a:rPr lang="zh-CN" altLang="en-GB" sz="2400" b="1" dirty="0">
                <a:solidFill>
                  <a:schemeClr val="bg1"/>
                </a:solidFill>
              </a:rPr>
              <a:t>，</a:t>
            </a:r>
            <a:r>
              <a:rPr lang="en-GB" altLang="zh-CN" sz="2400" b="1" dirty="0">
                <a:solidFill>
                  <a:schemeClr val="bg1"/>
                </a:solidFill>
              </a:rPr>
              <a:t>AF</a:t>
            </a:r>
            <a:r>
              <a:rPr lang="zh-CN" altLang="en-GB" sz="2400" b="1" dirty="0">
                <a:solidFill>
                  <a:schemeClr val="bg1"/>
                </a:solidFill>
              </a:rPr>
              <a:t>）</a:t>
            </a:r>
            <a:endParaRPr lang="zh-CN" altLang="en-US" sz="2400" b="1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571472" y="1142990"/>
            <a:ext cx="4257143" cy="35548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000" b="1" dirty="0" smtClean="0">
                <a:latin typeface="Times New Roman" pitchFamily="18" charset="0"/>
                <a:cs typeface="Times New Roman" pitchFamily="18" charset="0"/>
              </a:rPr>
              <a:t>        STM32F103</a:t>
            </a:r>
            <a:r>
              <a:rPr lang="zh-CN" altLang="zh-CN" sz="2000" b="1" dirty="0">
                <a:latin typeface="Times New Roman" pitchFamily="18" charset="0"/>
                <a:cs typeface="Times New Roman" pitchFamily="18" charset="0"/>
              </a:rPr>
              <a:t>系列微控制器有</a:t>
            </a:r>
            <a:r>
              <a:rPr lang="en-US" altLang="zh-CN" sz="2000" b="1" dirty="0">
                <a:latin typeface="Times New Roman" pitchFamily="18" charset="0"/>
                <a:cs typeface="Times New Roman" pitchFamily="18" charset="0"/>
              </a:rPr>
              <a:t>144</a:t>
            </a:r>
            <a:r>
              <a:rPr lang="zh-CN" altLang="zh-CN" sz="2000" b="1" dirty="0">
                <a:latin typeface="Times New Roman" pitchFamily="18" charset="0"/>
                <a:cs typeface="Times New Roman" pitchFamily="18" charset="0"/>
              </a:rPr>
              <a:t>个引脚，其中的</a:t>
            </a:r>
            <a:r>
              <a:rPr lang="en-US" altLang="zh-CN" sz="2000" b="1" dirty="0">
                <a:latin typeface="Times New Roman" pitchFamily="18" charset="0"/>
                <a:cs typeface="Times New Roman" pitchFamily="18" charset="0"/>
              </a:rPr>
              <a:t>GPIO</a:t>
            </a:r>
            <a:r>
              <a:rPr lang="zh-CN" altLang="zh-CN" sz="2000" b="1" dirty="0">
                <a:latin typeface="Times New Roman" pitchFamily="18" charset="0"/>
                <a:cs typeface="Times New Roman" pitchFamily="18" charset="0"/>
              </a:rPr>
              <a:t>引脚除了作为通用输入</a:t>
            </a:r>
            <a:r>
              <a:rPr lang="en-US" altLang="zh-CN" sz="2000" b="1" dirty="0">
                <a:latin typeface="Times New Roman" pitchFamily="18" charset="0"/>
                <a:cs typeface="Times New Roman" pitchFamily="18" charset="0"/>
              </a:rPr>
              <a:t>/</a:t>
            </a:r>
            <a:r>
              <a:rPr lang="zh-CN" altLang="zh-CN" sz="2000" b="1" dirty="0">
                <a:latin typeface="Times New Roman" pitchFamily="18" charset="0"/>
                <a:cs typeface="Times New Roman" pitchFamily="18" charset="0"/>
              </a:rPr>
              <a:t>输出引脚使用外，还可以作为片上外设（如串口、</a:t>
            </a:r>
            <a:r>
              <a:rPr lang="en-US" altLang="zh-CN" sz="2000" b="1" dirty="0">
                <a:latin typeface="Times New Roman" pitchFamily="18" charset="0"/>
                <a:cs typeface="Times New Roman" pitchFamily="18" charset="0"/>
              </a:rPr>
              <a:t>ADC</a:t>
            </a:r>
            <a:r>
              <a:rPr lang="zh-CN" altLang="zh-CN" sz="2000" b="1" dirty="0">
                <a:latin typeface="Times New Roman" pitchFamily="18" charset="0"/>
                <a:cs typeface="Times New Roman" pitchFamily="18" charset="0"/>
              </a:rPr>
              <a:t>、</a:t>
            </a:r>
            <a:r>
              <a:rPr lang="en-US" altLang="zh-CN" sz="2000" b="1" dirty="0">
                <a:latin typeface="Times New Roman" pitchFamily="18" charset="0"/>
                <a:cs typeface="Times New Roman" pitchFamily="18" charset="0"/>
              </a:rPr>
              <a:t>IIC</a:t>
            </a:r>
            <a:r>
              <a:rPr lang="zh-CN" altLang="zh-CN" sz="2000" b="1" dirty="0">
                <a:latin typeface="Times New Roman" pitchFamily="18" charset="0"/>
                <a:cs typeface="Times New Roman" pitchFamily="18" charset="0"/>
              </a:rPr>
              <a:t>等）的</a:t>
            </a:r>
            <a:r>
              <a:rPr lang="en-US" altLang="zh-CN" sz="2000" b="1" dirty="0">
                <a:latin typeface="Times New Roman" pitchFamily="18" charset="0"/>
                <a:cs typeface="Times New Roman" pitchFamily="18" charset="0"/>
              </a:rPr>
              <a:t>I/O</a:t>
            </a:r>
            <a:r>
              <a:rPr lang="zh-CN" altLang="zh-CN" sz="2000" b="1" dirty="0">
                <a:latin typeface="Times New Roman" pitchFamily="18" charset="0"/>
                <a:cs typeface="Times New Roman" pitchFamily="18" charset="0"/>
              </a:rPr>
              <a:t>引脚，即一个引脚可以作为多个外设引脚使用，称为复用</a:t>
            </a:r>
            <a:r>
              <a:rPr lang="en-US" altLang="zh-CN" sz="2000" b="1" dirty="0">
                <a:latin typeface="Times New Roman" pitchFamily="18" charset="0"/>
                <a:cs typeface="Times New Roman" pitchFamily="18" charset="0"/>
              </a:rPr>
              <a:t>I/O</a:t>
            </a:r>
            <a:r>
              <a:rPr lang="zh-CN" altLang="zh-CN" sz="2000" b="1" dirty="0">
                <a:latin typeface="Times New Roman" pitchFamily="18" charset="0"/>
                <a:cs typeface="Times New Roman" pitchFamily="18" charset="0"/>
              </a:rPr>
              <a:t>端口</a:t>
            </a:r>
            <a:r>
              <a:rPr lang="en-US" altLang="zh-CN" sz="2000" b="1" dirty="0">
                <a:latin typeface="Times New Roman" pitchFamily="18" charset="0"/>
                <a:cs typeface="Times New Roman" pitchFamily="18" charset="0"/>
              </a:rPr>
              <a:t>AFIO</a:t>
            </a:r>
            <a:r>
              <a:rPr lang="zh-CN" altLang="zh-CN" sz="2000" b="1" dirty="0">
                <a:latin typeface="Times New Roman" pitchFamily="18" charset="0"/>
                <a:cs typeface="Times New Roman" pitchFamily="18" charset="0"/>
              </a:rPr>
              <a:t>（</a:t>
            </a:r>
            <a:r>
              <a:rPr lang="en-US" altLang="zh-CN" sz="2000" b="1" dirty="0">
                <a:latin typeface="Times New Roman" pitchFamily="18" charset="0"/>
                <a:cs typeface="Times New Roman" pitchFamily="18" charset="0"/>
              </a:rPr>
              <a:t>Alternate Function I/O</a:t>
            </a:r>
            <a:r>
              <a:rPr lang="zh-CN" altLang="zh-CN" sz="2000" b="1" dirty="0">
                <a:latin typeface="Times New Roman" pitchFamily="18" charset="0"/>
                <a:cs typeface="Times New Roman" pitchFamily="18" charset="0"/>
              </a:rPr>
              <a:t>），但一个引脚某一时刻</a:t>
            </a:r>
            <a:r>
              <a:rPr lang="zh-CN" altLang="zh-CN" sz="2000" b="1" dirty="0">
                <a:solidFill>
                  <a:srgbClr val="CD7371"/>
                </a:solidFill>
                <a:latin typeface="Times New Roman" pitchFamily="18" charset="0"/>
                <a:cs typeface="Times New Roman" pitchFamily="18" charset="0"/>
              </a:rPr>
              <a:t>只能使用复用功能中的一个</a:t>
            </a:r>
            <a:r>
              <a:rPr lang="zh-CN" altLang="zh-CN" sz="2000" b="1" dirty="0" smtClean="0">
                <a:latin typeface="Times New Roman" pitchFamily="18" charset="0"/>
                <a:cs typeface="Times New Roman" pitchFamily="18" charset="0"/>
              </a:rPr>
              <a:t>。</a:t>
            </a:r>
            <a:endParaRPr lang="zh-CN" altLang="zh-CN" sz="2000" b="1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8" name="图示 7"/>
          <p:cNvGraphicFramePr/>
          <p:nvPr>
            <p:extLst>
              <p:ext uri="{D42A27DB-BD31-4B8C-83A1-F6EECF244321}">
                <p14:modId xmlns:p14="http://schemas.microsoft.com/office/powerpoint/2010/main" val="1862888604"/>
              </p:ext>
            </p:extLst>
          </p:nvPr>
        </p:nvGraphicFramePr>
        <p:xfrm>
          <a:off x="4572000" y="915566"/>
          <a:ext cx="4320480" cy="38884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73447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" y="339503"/>
            <a:ext cx="1691679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35496" y="339502"/>
            <a:ext cx="14911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 smtClean="0">
                <a:solidFill>
                  <a:schemeClr val="bg1"/>
                </a:solidFill>
              </a:rPr>
              <a:t> 输入模式</a:t>
            </a:r>
            <a:endParaRPr lang="zh-CN" altLang="en-US" sz="2400" b="1" dirty="0">
              <a:solidFill>
                <a:schemeClr val="bg1"/>
              </a:solidFill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0637621"/>
              </p:ext>
            </p:extLst>
          </p:nvPr>
        </p:nvGraphicFramePr>
        <p:xfrm>
          <a:off x="2051720" y="3075806"/>
          <a:ext cx="5485466" cy="19442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83" name="Visio" r:id="rId3" imgW="3765869" imgH="1333368" progId="Visio.Drawing.11">
                  <p:embed/>
                </p:oleObj>
              </mc:Choice>
              <mc:Fallback>
                <p:oleObj name="Visio" r:id="rId3" imgW="3765869" imgH="1333368" progId="Visio.Drawing.11">
                  <p:embed/>
                  <p:pic>
                    <p:nvPicPr>
                      <p:cNvPr id="0" name="Picture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720" y="3075806"/>
                        <a:ext cx="5485466" cy="19442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图示 8"/>
          <p:cNvGraphicFramePr/>
          <p:nvPr>
            <p:extLst>
              <p:ext uri="{D42A27DB-BD31-4B8C-83A1-F6EECF244321}">
                <p14:modId xmlns:p14="http://schemas.microsoft.com/office/powerpoint/2010/main" val="1021696111"/>
              </p:ext>
            </p:extLst>
          </p:nvPr>
        </p:nvGraphicFramePr>
        <p:xfrm>
          <a:off x="971600" y="860026"/>
          <a:ext cx="7537829" cy="22373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2265512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" y="339503"/>
            <a:ext cx="2411759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35496" y="339502"/>
            <a:ext cx="210987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 smtClean="0">
                <a:solidFill>
                  <a:schemeClr val="bg1"/>
                </a:solidFill>
              </a:rPr>
              <a:t> 模拟输入模式</a:t>
            </a:r>
            <a:endParaRPr lang="zh-CN" altLang="en-US" sz="2400" b="1" dirty="0">
              <a:solidFill>
                <a:schemeClr val="bg1"/>
              </a:solidFill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611560" y="3075806"/>
            <a:ext cx="6192687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 smtClean="0"/>
              <a:t>      模拟输入</a:t>
            </a:r>
            <a:r>
              <a:rPr lang="zh-CN" altLang="en-US" sz="2000" b="1" dirty="0"/>
              <a:t>模式下，施密特触发器关闭，既不接上拉电阻也不连接下拉电阻，引脚信号连接到芯片内部的片上外设，其典型应用是</a:t>
            </a:r>
            <a:r>
              <a:rPr lang="en-US" altLang="zh-CN" sz="2000" b="1" dirty="0"/>
              <a:t>A/D</a:t>
            </a:r>
            <a:r>
              <a:rPr lang="zh-CN" altLang="en-US" sz="2000" b="1" dirty="0"/>
              <a:t>模拟输入，对外部信号进行采集。</a:t>
            </a: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6860042"/>
              </p:ext>
            </p:extLst>
          </p:nvPr>
        </p:nvGraphicFramePr>
        <p:xfrm>
          <a:off x="2699792" y="987574"/>
          <a:ext cx="5810565" cy="24482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07" name="Visio" r:id="rId3" imgW="3389844" imgH="1423656" progId="Visio.Drawing.11">
                  <p:embed/>
                </p:oleObj>
              </mc:Choice>
              <mc:Fallback>
                <p:oleObj name="Visio" r:id="rId3" imgW="3389844" imgH="1423656" progId="Visio.Drawing.11">
                  <p:embed/>
                  <p:pic>
                    <p:nvPicPr>
                      <p:cNvPr id="0" name="Picture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9792" y="987574"/>
                        <a:ext cx="5810565" cy="244827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63581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" y="339503"/>
            <a:ext cx="3131839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35496" y="339502"/>
            <a:ext cx="283923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 smtClean="0">
                <a:solidFill>
                  <a:schemeClr val="bg1"/>
                </a:solidFill>
              </a:rPr>
              <a:t> </a:t>
            </a:r>
            <a:r>
              <a:rPr lang="en-GB" altLang="zh-CN" sz="2400" b="1" dirty="0">
                <a:solidFill>
                  <a:schemeClr val="bg1"/>
                </a:solidFill>
              </a:rPr>
              <a:t>5.2.4 GPIO</a:t>
            </a:r>
            <a:r>
              <a:rPr lang="zh-CN" altLang="en-US" sz="2400" b="1" dirty="0">
                <a:solidFill>
                  <a:schemeClr val="bg1"/>
                </a:solidFill>
              </a:rPr>
              <a:t>输出速度</a:t>
            </a:r>
          </a:p>
        </p:txBody>
      </p:sp>
      <p:sp>
        <p:nvSpPr>
          <p:cNvPr id="2" name="椭圆 1"/>
          <p:cNvSpPr/>
          <p:nvPr/>
        </p:nvSpPr>
        <p:spPr>
          <a:xfrm>
            <a:off x="1043608" y="1131590"/>
            <a:ext cx="3888432" cy="1357048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2000" b="1" dirty="0">
                <a:latin typeface="Times New Roman" pitchFamily="18" charset="0"/>
                <a:cs typeface="Times New Roman" pitchFamily="18" charset="0"/>
              </a:rPr>
              <a:t>输出速度并不是输出信号的速度，而是指</a:t>
            </a:r>
            <a:r>
              <a:rPr lang="en-US" altLang="zh-CN" sz="2000" b="1" dirty="0">
                <a:latin typeface="Times New Roman" pitchFamily="18" charset="0"/>
                <a:cs typeface="Times New Roman" pitchFamily="18" charset="0"/>
              </a:rPr>
              <a:t>I/O</a:t>
            </a:r>
            <a:r>
              <a:rPr lang="zh-CN" altLang="zh-CN" sz="2000" b="1" dirty="0">
                <a:latin typeface="Times New Roman" pitchFamily="18" charset="0"/>
                <a:cs typeface="Times New Roman" pitchFamily="18" charset="0"/>
              </a:rPr>
              <a:t>口驱动电路的响应速度。</a:t>
            </a:r>
            <a:endParaRPr lang="zh-CN" alt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椭圆 2"/>
          <p:cNvSpPr/>
          <p:nvPr/>
        </p:nvSpPr>
        <p:spPr>
          <a:xfrm rot="21411556">
            <a:off x="4574523" y="601481"/>
            <a:ext cx="3960440" cy="1836204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2000" b="1" dirty="0">
                <a:latin typeface="Times New Roman" pitchFamily="18" charset="0"/>
                <a:cs typeface="Times New Roman" pitchFamily="18" charset="0"/>
              </a:rPr>
              <a:t>STM32F103</a:t>
            </a:r>
            <a:r>
              <a:rPr lang="zh-CN" altLang="zh-CN" sz="2000" b="1" dirty="0">
                <a:latin typeface="Times New Roman" pitchFamily="18" charset="0"/>
                <a:cs typeface="Times New Roman" pitchFamily="18" charset="0"/>
              </a:rPr>
              <a:t>系列微控制器的</a:t>
            </a:r>
            <a:r>
              <a:rPr lang="en-US" altLang="zh-CN" sz="2000" b="1" dirty="0">
                <a:latin typeface="Times New Roman" pitchFamily="18" charset="0"/>
                <a:cs typeface="Times New Roman" pitchFamily="18" charset="0"/>
              </a:rPr>
              <a:t>I/O</a:t>
            </a:r>
            <a:r>
              <a:rPr lang="zh-CN" altLang="zh-CN" sz="2000" b="1" dirty="0">
                <a:latin typeface="Times New Roman" pitchFamily="18" charset="0"/>
                <a:cs typeface="Times New Roman" pitchFamily="18" charset="0"/>
              </a:rPr>
              <a:t>引脚的输出速度有</a:t>
            </a:r>
            <a:r>
              <a:rPr lang="en-US" altLang="zh-CN" sz="2000" b="1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zh-CN" altLang="zh-CN" sz="2000" b="1" dirty="0">
                <a:latin typeface="Times New Roman" pitchFamily="18" charset="0"/>
                <a:cs typeface="Times New Roman" pitchFamily="18" charset="0"/>
              </a:rPr>
              <a:t>种选择：</a:t>
            </a:r>
            <a:r>
              <a:rPr lang="en-US" altLang="zh-CN" sz="2000" b="1" dirty="0">
                <a:latin typeface="Times New Roman" pitchFamily="18" charset="0"/>
                <a:cs typeface="Times New Roman" pitchFamily="18" charset="0"/>
              </a:rPr>
              <a:t>2MHz</a:t>
            </a:r>
            <a:r>
              <a:rPr lang="zh-CN" altLang="zh-CN" sz="2000" b="1" dirty="0">
                <a:latin typeface="Times New Roman" pitchFamily="18" charset="0"/>
                <a:cs typeface="Times New Roman" pitchFamily="18" charset="0"/>
              </a:rPr>
              <a:t>、</a:t>
            </a:r>
            <a:r>
              <a:rPr lang="en-US" altLang="zh-CN" sz="2000" b="1" dirty="0">
                <a:latin typeface="Times New Roman" pitchFamily="18" charset="0"/>
                <a:cs typeface="Times New Roman" pitchFamily="18" charset="0"/>
              </a:rPr>
              <a:t>10MHz</a:t>
            </a:r>
            <a:r>
              <a:rPr lang="zh-CN" altLang="zh-CN" sz="2000" b="1" dirty="0">
                <a:latin typeface="Times New Roman" pitchFamily="18" charset="0"/>
                <a:cs typeface="Times New Roman" pitchFamily="18" charset="0"/>
              </a:rPr>
              <a:t>和</a:t>
            </a:r>
            <a:r>
              <a:rPr lang="en-US" altLang="zh-CN" sz="2000" b="1" dirty="0">
                <a:latin typeface="Times New Roman" pitchFamily="18" charset="0"/>
                <a:cs typeface="Times New Roman" pitchFamily="18" charset="0"/>
              </a:rPr>
              <a:t>50MHz</a:t>
            </a:r>
            <a:r>
              <a:rPr lang="zh-CN" altLang="zh-CN" sz="2000" b="1" dirty="0">
                <a:latin typeface="Times New Roman" pitchFamily="18" charset="0"/>
                <a:cs typeface="Times New Roman" pitchFamily="18" charset="0"/>
              </a:rPr>
              <a:t>。</a:t>
            </a:r>
          </a:p>
        </p:txBody>
      </p:sp>
      <p:sp>
        <p:nvSpPr>
          <p:cNvPr id="4" name="椭圆 3"/>
          <p:cNvSpPr/>
          <p:nvPr/>
        </p:nvSpPr>
        <p:spPr>
          <a:xfrm>
            <a:off x="2787263" y="2211710"/>
            <a:ext cx="4289553" cy="1944216"/>
          </a:xfrm>
          <a:prstGeom prst="ellips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2000" b="1" dirty="0">
                <a:latin typeface="Times New Roman" pitchFamily="18" charset="0"/>
                <a:cs typeface="Times New Roman" pitchFamily="18" charset="0"/>
              </a:rPr>
              <a:t>实际开发中，需要结合系统实际情况选择合适的响应速度，以确保信号的稳定性和降低功耗等。</a:t>
            </a:r>
            <a:endParaRPr lang="zh-CN" alt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92109" y="4155926"/>
            <a:ext cx="842493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 smtClean="0"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lang="zh-CN" altLang="zh-CN" b="1" dirty="0" smtClean="0">
                <a:latin typeface="Times New Roman" pitchFamily="18" charset="0"/>
                <a:cs typeface="Times New Roman" pitchFamily="18" charset="0"/>
              </a:rPr>
              <a:t>一般常用</a:t>
            </a:r>
            <a:r>
              <a:rPr lang="zh-CN" altLang="zh-CN" b="1" dirty="0">
                <a:latin typeface="Times New Roman" pitchFamily="18" charset="0"/>
                <a:cs typeface="Times New Roman" pitchFamily="18" charset="0"/>
              </a:rPr>
              <a:t>的外设如</a:t>
            </a:r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LED</a:t>
            </a:r>
            <a:r>
              <a:rPr lang="zh-CN" altLang="zh-CN" b="1" dirty="0">
                <a:latin typeface="Times New Roman" pitchFamily="18" charset="0"/>
                <a:cs typeface="Times New Roman" pitchFamily="18" charset="0"/>
              </a:rPr>
              <a:t>、蜂鸣器等建议采用</a:t>
            </a:r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2MHz</a:t>
            </a:r>
            <a:r>
              <a:rPr lang="zh-CN" altLang="zh-CN" b="1" dirty="0">
                <a:latin typeface="Times New Roman" pitchFamily="18" charset="0"/>
                <a:cs typeface="Times New Roman" pitchFamily="18" charset="0"/>
              </a:rPr>
              <a:t>的输出速度，而用作</a:t>
            </a:r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IIC</a:t>
            </a:r>
            <a:r>
              <a:rPr lang="zh-CN" altLang="zh-CN" b="1" dirty="0">
                <a:latin typeface="Times New Roman" pitchFamily="18" charset="0"/>
                <a:cs typeface="Times New Roman" pitchFamily="18" charset="0"/>
              </a:rPr>
              <a:t>、</a:t>
            </a:r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SPI</a:t>
            </a:r>
            <a:r>
              <a:rPr lang="zh-CN" altLang="zh-CN" b="1" dirty="0">
                <a:latin typeface="Times New Roman" pitchFamily="18" charset="0"/>
                <a:cs typeface="Times New Roman" pitchFamily="18" charset="0"/>
              </a:rPr>
              <a:t>等复用功能的输出引脚时，则尽量选择高响应速度如</a:t>
            </a:r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10MHz</a:t>
            </a:r>
            <a:r>
              <a:rPr lang="zh-CN" altLang="zh-CN" b="1" dirty="0">
                <a:latin typeface="Times New Roman" pitchFamily="18" charset="0"/>
                <a:cs typeface="Times New Roman" pitchFamily="18" charset="0"/>
              </a:rPr>
              <a:t>或</a:t>
            </a:r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50MHz</a:t>
            </a:r>
            <a:r>
              <a:rPr lang="zh-CN" altLang="zh-CN" b="1" dirty="0">
                <a:latin typeface="Times New Roman" pitchFamily="18" charset="0"/>
                <a:cs typeface="Times New Roman" pitchFamily="18" charset="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652571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" y="339503"/>
            <a:ext cx="6072197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35496" y="339502"/>
            <a:ext cx="606929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5.3 GPIO</a:t>
            </a:r>
            <a:r>
              <a:rPr lang="zh-CN" altLang="en-US" sz="2400" b="1" dirty="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模块的标准外设库接口函数及应用</a:t>
            </a:r>
          </a:p>
        </p:txBody>
      </p:sp>
      <p:graphicFrame>
        <p:nvGraphicFramePr>
          <p:cNvPr id="6" name="内容占位符 9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90637232"/>
              </p:ext>
            </p:extLst>
          </p:nvPr>
        </p:nvGraphicFramePr>
        <p:xfrm>
          <a:off x="1357290" y="1571618"/>
          <a:ext cx="7247158" cy="24385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" y="339503"/>
            <a:ext cx="4571999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35496" y="339502"/>
            <a:ext cx="438613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 smtClean="0">
                <a:solidFill>
                  <a:schemeClr val="bg1"/>
                </a:solidFill>
              </a:rPr>
              <a:t> </a:t>
            </a:r>
            <a:r>
              <a:rPr lang="en-US" altLang="zh-CN" sz="2400" b="1" dirty="0">
                <a:solidFill>
                  <a:schemeClr val="bg1"/>
                </a:solidFill>
              </a:rPr>
              <a:t>5.3.1 </a:t>
            </a:r>
            <a:r>
              <a:rPr lang="en-US" altLang="zh-CN" sz="2400" b="1" dirty="0">
                <a:solidFill>
                  <a:schemeClr val="bg1"/>
                </a:solidFill>
              </a:rPr>
              <a:t>GPIO</a:t>
            </a:r>
            <a:r>
              <a:rPr lang="zh-CN" altLang="en-US" sz="2400" b="1" dirty="0">
                <a:solidFill>
                  <a:schemeClr val="bg1"/>
                </a:solidFill>
              </a:rPr>
              <a:t>标准外设库接口函数</a:t>
            </a:r>
            <a:endParaRPr lang="zh-CN" altLang="en-US" sz="2400" b="1" dirty="0">
              <a:solidFill>
                <a:schemeClr val="bg1"/>
              </a:solidFill>
            </a:endParaRPr>
          </a:p>
        </p:txBody>
      </p:sp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857224" y="1000114"/>
          <a:ext cx="7643866" cy="3875510"/>
        </p:xfrm>
        <a:graphic>
          <a:graphicData uri="http://schemas.openxmlformats.org/drawingml/2006/table">
            <a:tbl>
              <a:tblPr>
                <a:tableStyleId>{22838BEF-8BB2-4498-84A7-C5851F593DF1}</a:tableStyleId>
              </a:tblPr>
              <a:tblGrid>
                <a:gridCol w="1143008"/>
                <a:gridCol w="2286016"/>
                <a:gridCol w="4214842"/>
              </a:tblGrid>
              <a:tr h="35719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 dirty="0"/>
                        <a:t>类型</a:t>
                      </a:r>
                      <a:endParaRPr lang="zh-CN" sz="18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59264" marR="59264" marT="0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 dirty="0"/>
                        <a:t>函数原型</a:t>
                      </a:r>
                      <a:endParaRPr lang="zh-CN" sz="18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59264" marR="59264" marT="0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 dirty="0"/>
                        <a:t>功能描述</a:t>
                      </a:r>
                      <a:endParaRPr lang="zh-CN" sz="18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59264" marR="59264" marT="0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325936">
                <a:tc rowSpan="4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100" dirty="0"/>
                        <a:t>初始化及</a:t>
                      </a:r>
                      <a:endParaRPr lang="zh-CN" sz="1600" b="1" kern="100" dirty="0"/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100" dirty="0"/>
                        <a:t>复位函数</a:t>
                      </a:r>
                      <a:endParaRPr lang="zh-CN" sz="16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59264" marR="59264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 dirty="0" err="1"/>
                        <a:t>GPIO_Init</a:t>
                      </a:r>
                      <a:r>
                        <a:rPr lang="en-US" sz="1400" b="1" kern="100" dirty="0"/>
                        <a:t>()</a:t>
                      </a:r>
                      <a:endParaRPr lang="zh-CN" sz="16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59264" marR="59264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b="1" kern="100" dirty="0"/>
                        <a:t>根据</a:t>
                      </a:r>
                      <a:r>
                        <a:rPr lang="en-US" sz="1400" b="1" kern="100" dirty="0"/>
                        <a:t>GPIO</a:t>
                      </a:r>
                      <a:r>
                        <a:rPr lang="zh-CN" sz="1400" b="1" kern="100" dirty="0"/>
                        <a:t>初始化结构参数初始化</a:t>
                      </a:r>
                      <a:r>
                        <a:rPr lang="en-US" sz="1400" b="1" kern="100" dirty="0" err="1"/>
                        <a:t>GPIOx</a:t>
                      </a:r>
                      <a:r>
                        <a:rPr lang="zh-CN" sz="1400" b="1" kern="100" dirty="0"/>
                        <a:t>外设寄存器</a:t>
                      </a:r>
                      <a:endParaRPr lang="zh-CN" sz="16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59264" marR="59264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4556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 dirty="0" err="1"/>
                        <a:t>GPIO_DeInit</a:t>
                      </a:r>
                      <a:r>
                        <a:rPr lang="en-US" sz="1400" b="1" kern="100" dirty="0"/>
                        <a:t>()</a:t>
                      </a:r>
                      <a:endParaRPr lang="zh-CN" sz="16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59264" marR="59264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b="1" kern="100" dirty="0"/>
                        <a:t>将</a:t>
                      </a:r>
                      <a:r>
                        <a:rPr lang="en-US" sz="1400" b="1" kern="100" dirty="0" err="1"/>
                        <a:t>GPIOx</a:t>
                      </a:r>
                      <a:r>
                        <a:rPr lang="zh-CN" sz="1400" b="1" kern="100" dirty="0"/>
                        <a:t>外设寄存器恢复为默认复位值</a:t>
                      </a:r>
                      <a:endParaRPr lang="zh-CN" sz="16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59264" marR="59264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4556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 dirty="0" err="1"/>
                        <a:t>GPIO_StructInit</a:t>
                      </a:r>
                      <a:r>
                        <a:rPr lang="en-US" sz="1400" b="1" kern="100" dirty="0"/>
                        <a:t>()</a:t>
                      </a:r>
                      <a:endParaRPr lang="zh-CN" sz="16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59264" marR="59264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 dirty="0"/>
                        <a:t>GPIO</a:t>
                      </a:r>
                      <a:r>
                        <a:rPr lang="zh-CN" sz="1400" b="1" kern="100" dirty="0"/>
                        <a:t>结构体初始化</a:t>
                      </a:r>
                      <a:endParaRPr lang="zh-CN" sz="16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59264" marR="59264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4556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 dirty="0" err="1"/>
                        <a:t>GPIO_AFIODeInit</a:t>
                      </a:r>
                      <a:r>
                        <a:rPr lang="en-US" sz="1400" b="1" kern="100" dirty="0"/>
                        <a:t>()</a:t>
                      </a:r>
                      <a:endParaRPr lang="zh-CN" sz="16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59264" marR="59264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b="1" kern="100" dirty="0"/>
                        <a:t>取消所有的复用功能</a:t>
                      </a:r>
                      <a:endParaRPr lang="zh-CN" sz="16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59264" marR="59264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45568">
                <a:tc rowSpan="8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100" dirty="0"/>
                        <a:t>引脚功能</a:t>
                      </a:r>
                      <a:endParaRPr lang="zh-CN" sz="1600" b="1" kern="100" dirty="0"/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100" dirty="0"/>
                        <a:t>操作函数</a:t>
                      </a:r>
                      <a:endParaRPr lang="zh-CN" sz="16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59264" marR="59264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 dirty="0" err="1"/>
                        <a:t>GPIO_Write</a:t>
                      </a:r>
                      <a:r>
                        <a:rPr lang="en-US" sz="1400" b="1" kern="100" dirty="0"/>
                        <a:t>()</a:t>
                      </a:r>
                      <a:endParaRPr lang="zh-CN" sz="16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59264" marR="59264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b="1" kern="100" dirty="0"/>
                        <a:t>置位或复位选定的</a:t>
                      </a:r>
                      <a:r>
                        <a:rPr lang="en-US" sz="1400" b="1" kern="100" dirty="0"/>
                        <a:t>GPIO</a:t>
                      </a:r>
                      <a:r>
                        <a:rPr lang="zh-CN" sz="1400" b="1" kern="100" dirty="0"/>
                        <a:t>数据端口</a:t>
                      </a:r>
                      <a:endParaRPr lang="zh-CN" sz="16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59264" marR="59264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24556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 dirty="0" err="1"/>
                        <a:t>GPIO_WriteBit</a:t>
                      </a:r>
                      <a:r>
                        <a:rPr lang="en-US" sz="1400" b="1" kern="100" dirty="0"/>
                        <a:t>()</a:t>
                      </a:r>
                      <a:endParaRPr lang="zh-CN" sz="16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59264" marR="59264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b="1" kern="100" dirty="0"/>
                        <a:t>置位或复位选定的</a:t>
                      </a:r>
                      <a:r>
                        <a:rPr lang="en-US" sz="1400" b="1" kern="100" dirty="0"/>
                        <a:t>GPIO</a:t>
                      </a:r>
                      <a:r>
                        <a:rPr lang="zh-CN" sz="1400" b="1" kern="100" dirty="0"/>
                        <a:t>端口引脚</a:t>
                      </a:r>
                      <a:endParaRPr lang="zh-CN" sz="16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59264" marR="59264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24556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 dirty="0" err="1"/>
                        <a:t>GPIO_SetBits</a:t>
                      </a:r>
                      <a:r>
                        <a:rPr lang="en-US" sz="1400" b="1" kern="100" dirty="0"/>
                        <a:t>()</a:t>
                      </a:r>
                      <a:endParaRPr lang="zh-CN" sz="16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59264" marR="59264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b="1" kern="100" dirty="0"/>
                        <a:t>置位选定的</a:t>
                      </a:r>
                      <a:r>
                        <a:rPr lang="en-US" sz="1400" b="1" kern="100" dirty="0"/>
                        <a:t>GPIO</a:t>
                      </a:r>
                      <a:r>
                        <a:rPr lang="zh-CN" sz="1400" b="1" kern="100" dirty="0"/>
                        <a:t>端口引脚</a:t>
                      </a:r>
                      <a:endParaRPr lang="zh-CN" sz="16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59264" marR="59264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24556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 dirty="0" err="1"/>
                        <a:t>GPIO_ResetBits</a:t>
                      </a:r>
                      <a:r>
                        <a:rPr lang="en-US" sz="1400" b="1" kern="100" dirty="0"/>
                        <a:t>()</a:t>
                      </a:r>
                      <a:endParaRPr lang="zh-CN" sz="16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59264" marR="59264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b="1" kern="100" dirty="0"/>
                        <a:t>复位选定的</a:t>
                      </a:r>
                      <a:r>
                        <a:rPr lang="en-US" sz="1400" b="1" kern="100" dirty="0"/>
                        <a:t>GPIO</a:t>
                      </a:r>
                      <a:r>
                        <a:rPr lang="zh-CN" sz="1400" b="1" kern="100" dirty="0"/>
                        <a:t>端口引脚</a:t>
                      </a:r>
                      <a:endParaRPr lang="zh-CN" sz="16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59264" marR="59264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24556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 dirty="0" err="1"/>
                        <a:t>GPIO_ReadInputData</a:t>
                      </a:r>
                      <a:r>
                        <a:rPr lang="en-US" sz="1400" b="1" kern="100" dirty="0"/>
                        <a:t>()</a:t>
                      </a:r>
                      <a:endParaRPr lang="zh-CN" sz="16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59264" marR="59264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b="1" kern="100" dirty="0"/>
                        <a:t>读取选定的</a:t>
                      </a:r>
                      <a:r>
                        <a:rPr lang="en-US" sz="1400" b="1" kern="100" dirty="0"/>
                        <a:t>GPIO</a:t>
                      </a:r>
                      <a:r>
                        <a:rPr lang="zh-CN" sz="1400" b="1" kern="100" dirty="0"/>
                        <a:t>输入端口数据</a:t>
                      </a:r>
                      <a:endParaRPr lang="zh-CN" sz="16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59264" marR="59264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24556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 dirty="0" err="1"/>
                        <a:t>GPIO_ReadInputDataBit</a:t>
                      </a:r>
                      <a:r>
                        <a:rPr lang="en-US" sz="1400" b="1" kern="100" dirty="0"/>
                        <a:t>()</a:t>
                      </a:r>
                      <a:endParaRPr lang="zh-CN" sz="16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59264" marR="59264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b="1" kern="100" dirty="0"/>
                        <a:t>读取选定的</a:t>
                      </a:r>
                      <a:r>
                        <a:rPr lang="en-US" sz="1400" b="1" kern="100" dirty="0"/>
                        <a:t>GPIO</a:t>
                      </a:r>
                      <a:r>
                        <a:rPr lang="zh-CN" sz="1400" b="1" kern="100" dirty="0"/>
                        <a:t>输入端口引脚数据</a:t>
                      </a:r>
                      <a:endParaRPr lang="zh-CN" sz="16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59264" marR="59264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24556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/>
                        <a:t>GPIO_ReadOutputDataBit()</a:t>
                      </a:r>
                      <a:endParaRPr lang="zh-CN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59264" marR="59264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b="1" kern="100" dirty="0"/>
                        <a:t>读取选定的</a:t>
                      </a:r>
                      <a:r>
                        <a:rPr lang="en-US" sz="1400" b="1" kern="100" dirty="0"/>
                        <a:t>GPIO</a:t>
                      </a:r>
                      <a:r>
                        <a:rPr lang="zh-CN" sz="1400" b="1" kern="100" dirty="0"/>
                        <a:t>输出端口数据</a:t>
                      </a:r>
                      <a:endParaRPr lang="zh-CN" sz="16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59264" marR="59264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24556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/>
                        <a:t>GPIO_ReadOutputData()</a:t>
                      </a:r>
                      <a:endParaRPr lang="zh-CN" sz="16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59264" marR="59264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b="1" kern="100" dirty="0"/>
                        <a:t>读取选定的</a:t>
                      </a:r>
                      <a:r>
                        <a:rPr lang="en-US" sz="1400" b="1" kern="100" dirty="0"/>
                        <a:t>GPIO</a:t>
                      </a:r>
                      <a:r>
                        <a:rPr lang="zh-CN" sz="1400" b="1" kern="100" dirty="0"/>
                        <a:t>输出端口引脚数据</a:t>
                      </a:r>
                      <a:endParaRPr lang="zh-CN" sz="16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59264" marR="59264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245568"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100" dirty="0"/>
                        <a:t>外部中断</a:t>
                      </a:r>
                      <a:endParaRPr lang="zh-CN" sz="1600" b="1" kern="100" dirty="0"/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100" dirty="0"/>
                        <a:t>处理函数</a:t>
                      </a:r>
                      <a:endParaRPr lang="zh-CN" sz="16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59264" marR="59264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 dirty="0" err="1"/>
                        <a:t>GPIO_EXTILineConfig</a:t>
                      </a:r>
                      <a:r>
                        <a:rPr lang="en-US" sz="1400" b="1" kern="100" dirty="0"/>
                        <a:t>();</a:t>
                      </a:r>
                      <a:endParaRPr lang="zh-CN" sz="16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59264" marR="59264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b="1" kern="100" dirty="0"/>
                        <a:t>外设端口作为中断线号输入</a:t>
                      </a:r>
                      <a:endParaRPr lang="zh-CN" sz="16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59264" marR="59264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4556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 dirty="0" err="1"/>
                        <a:t>GPIO_EventOutputConfig</a:t>
                      </a:r>
                      <a:r>
                        <a:rPr lang="en-US" sz="1400" b="1" kern="100" dirty="0"/>
                        <a:t>()</a:t>
                      </a:r>
                      <a:endParaRPr lang="zh-CN" sz="16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59264" marR="59264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b="1" kern="100" dirty="0"/>
                        <a:t>事件输出</a:t>
                      </a:r>
                      <a:endParaRPr lang="zh-CN" sz="16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59264" marR="59264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2571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500034" y="1500180"/>
            <a:ext cx="2643206" cy="27853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sz="2000" b="1" dirty="0" smtClean="0"/>
              <a:t>     GPIO</a:t>
            </a:r>
            <a:r>
              <a:rPr lang="zh-CN" altLang="en-US" sz="2000" b="1" dirty="0" smtClean="0"/>
              <a:t>的标准外设库接口函数的源码在源文件</a:t>
            </a:r>
            <a:r>
              <a:rPr lang="en-US" sz="2000" b="1" dirty="0" smtClean="0">
                <a:solidFill>
                  <a:srgbClr val="CD7371"/>
                </a:solidFill>
              </a:rPr>
              <a:t>stm32f10x_gpio.c</a:t>
            </a:r>
            <a:r>
              <a:rPr lang="zh-CN" altLang="en-US" sz="2000" b="1" dirty="0" smtClean="0"/>
              <a:t>中，其对应的头文件</a:t>
            </a:r>
            <a:r>
              <a:rPr lang="en-US" sz="2000" b="1" dirty="0" smtClean="0">
                <a:solidFill>
                  <a:srgbClr val="CD7371"/>
                </a:solidFill>
              </a:rPr>
              <a:t>stm32f10x_gpio.h</a:t>
            </a:r>
            <a:r>
              <a:rPr lang="zh-CN" altLang="en-US" sz="2000" b="1" dirty="0" smtClean="0"/>
              <a:t>声明了</a:t>
            </a:r>
            <a:r>
              <a:rPr lang="en-US" sz="2000" b="1" dirty="0" smtClean="0"/>
              <a:t>GPIO</a:t>
            </a:r>
            <a:r>
              <a:rPr lang="zh-CN" altLang="en-US" sz="2000" b="1" dirty="0" smtClean="0"/>
              <a:t>所有的库函数，共</a:t>
            </a:r>
            <a:r>
              <a:rPr lang="en-US" sz="2000" b="1" dirty="0" smtClean="0">
                <a:solidFill>
                  <a:srgbClr val="CD7371"/>
                </a:solidFill>
              </a:rPr>
              <a:t>18</a:t>
            </a:r>
            <a:r>
              <a:rPr lang="zh-CN" altLang="en-US" sz="2000" b="1" dirty="0" smtClean="0"/>
              <a:t>种。</a:t>
            </a:r>
            <a:endParaRPr lang="zh-CN" altLang="en-US" sz="2000" b="1" dirty="0"/>
          </a:p>
        </p:txBody>
      </p:sp>
      <p:pic>
        <p:nvPicPr>
          <p:cNvPr id="6" name="图片 5" descr="C:\Users\DELL\Desktop\Snipaste_2019-01-30_23-42-32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0430" y="1142990"/>
            <a:ext cx="5500726" cy="342902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矩形 6"/>
          <p:cNvSpPr/>
          <p:nvPr/>
        </p:nvSpPr>
        <p:spPr>
          <a:xfrm>
            <a:off x="1" y="339503"/>
            <a:ext cx="4571999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35496" y="339502"/>
            <a:ext cx="438613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 smtClean="0">
                <a:solidFill>
                  <a:schemeClr val="bg1"/>
                </a:solidFill>
              </a:rPr>
              <a:t> </a:t>
            </a:r>
            <a:r>
              <a:rPr lang="en-US" altLang="zh-CN" sz="2400" b="1" dirty="0">
                <a:solidFill>
                  <a:schemeClr val="bg1"/>
                </a:solidFill>
              </a:rPr>
              <a:t>5.3.1 </a:t>
            </a:r>
            <a:r>
              <a:rPr lang="en-US" altLang="zh-CN" sz="2400" b="1" dirty="0">
                <a:solidFill>
                  <a:schemeClr val="bg1"/>
                </a:solidFill>
              </a:rPr>
              <a:t>GPIO</a:t>
            </a:r>
            <a:r>
              <a:rPr lang="zh-CN" altLang="en-US" sz="2400" b="1" dirty="0">
                <a:solidFill>
                  <a:schemeClr val="bg1"/>
                </a:solidFill>
              </a:rPr>
              <a:t>标准外设库接口函数</a:t>
            </a:r>
            <a:endParaRPr lang="zh-CN" altLang="en-US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2571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6072198" y="1214428"/>
            <a:ext cx="2643206" cy="31366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b="1" dirty="0" smtClean="0"/>
              <a:t>如果想要查看具体的函数定义实现，可在</a:t>
            </a:r>
            <a:r>
              <a:rPr lang="en-US" sz="2000" b="1" dirty="0" err="1" smtClean="0"/>
              <a:t>keil</a:t>
            </a:r>
            <a:r>
              <a:rPr lang="en-US" sz="2000" b="1" dirty="0" smtClean="0"/>
              <a:t> 5</a:t>
            </a:r>
            <a:r>
              <a:rPr lang="zh-CN" altLang="en-US" sz="2000" b="1" dirty="0" smtClean="0"/>
              <a:t>工程中将光标放在想要查看的函数上，然后</a:t>
            </a:r>
            <a:r>
              <a:rPr lang="zh-CN" altLang="en-US" sz="2000" b="1" dirty="0" smtClean="0">
                <a:solidFill>
                  <a:srgbClr val="CD7371"/>
                </a:solidFill>
              </a:rPr>
              <a:t>右键选择“</a:t>
            </a:r>
            <a:r>
              <a:rPr lang="en-US" sz="2000" b="1" dirty="0" smtClean="0">
                <a:solidFill>
                  <a:srgbClr val="CD7371"/>
                </a:solidFill>
              </a:rPr>
              <a:t>Go To Definition of…”，</a:t>
            </a:r>
            <a:r>
              <a:rPr lang="zh-CN" altLang="en-US" sz="2000" b="1" dirty="0" smtClean="0"/>
              <a:t>即可跳转到相应函数的函数体中</a:t>
            </a:r>
            <a:endParaRPr lang="zh-CN" altLang="en-US" sz="2000" b="1" dirty="0"/>
          </a:p>
        </p:txBody>
      </p:sp>
      <p:pic>
        <p:nvPicPr>
          <p:cNvPr id="7" name="图片 6" descr="C:\Users\DELL\Desktop\Snipaste_2019-01-30_23-50-22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158" y="1285866"/>
            <a:ext cx="5500726" cy="3000396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矩形 7"/>
          <p:cNvSpPr/>
          <p:nvPr/>
        </p:nvSpPr>
        <p:spPr>
          <a:xfrm>
            <a:off x="1" y="339503"/>
            <a:ext cx="4571999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35496" y="339502"/>
            <a:ext cx="438613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 smtClean="0">
                <a:solidFill>
                  <a:schemeClr val="bg1"/>
                </a:solidFill>
              </a:rPr>
              <a:t> </a:t>
            </a:r>
            <a:r>
              <a:rPr lang="en-US" altLang="zh-CN" sz="2400" b="1" dirty="0">
                <a:solidFill>
                  <a:schemeClr val="bg1"/>
                </a:solidFill>
              </a:rPr>
              <a:t>5.3.1 </a:t>
            </a:r>
            <a:r>
              <a:rPr lang="en-US" altLang="zh-CN" sz="2400" b="1" dirty="0">
                <a:solidFill>
                  <a:schemeClr val="bg1"/>
                </a:solidFill>
              </a:rPr>
              <a:t>GPIO</a:t>
            </a:r>
            <a:r>
              <a:rPr lang="zh-CN" altLang="en-US" sz="2400" b="1" dirty="0">
                <a:solidFill>
                  <a:schemeClr val="bg1"/>
                </a:solidFill>
              </a:rPr>
              <a:t>标准外设库接口函数</a:t>
            </a:r>
            <a:endParaRPr lang="zh-CN" altLang="en-US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2571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5552184" y="776180"/>
            <a:ext cx="2928958" cy="39010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b="1" dirty="0" smtClean="0"/>
              <a:t>       </a:t>
            </a:r>
            <a:r>
              <a:rPr lang="en-US" b="1" dirty="0" err="1" smtClean="0"/>
              <a:t>GPIO_Init</a:t>
            </a:r>
            <a:r>
              <a:rPr lang="en-US" b="1" dirty="0" smtClean="0"/>
              <a:t>()</a:t>
            </a:r>
            <a:r>
              <a:rPr lang="zh-CN" altLang="en-US" b="1" dirty="0" smtClean="0"/>
              <a:t>函数用于初始化</a:t>
            </a:r>
            <a:r>
              <a:rPr lang="en-US" b="1" dirty="0" smtClean="0"/>
              <a:t>GPIO</a:t>
            </a:r>
            <a:r>
              <a:rPr lang="zh-CN" altLang="en-US" b="1" dirty="0" smtClean="0"/>
              <a:t>，有两个输入参数：</a:t>
            </a:r>
            <a:endParaRPr lang="en-US" altLang="zh-CN" b="1" dirty="0" smtClean="0"/>
          </a:p>
          <a:p>
            <a:pPr>
              <a:lnSpc>
                <a:spcPct val="125000"/>
              </a:lnSpc>
              <a:buClr>
                <a:srgbClr val="CD7371"/>
              </a:buClr>
              <a:buFont typeface="Wingdings" pitchFamily="2" charset="2"/>
              <a:buChar char="Ø"/>
            </a:pPr>
            <a:r>
              <a:rPr lang="zh-CN" altLang="en-US" b="1" dirty="0" smtClean="0"/>
              <a:t>第一个参数用于指定</a:t>
            </a:r>
            <a:r>
              <a:rPr lang="en-US" b="1" dirty="0" smtClean="0"/>
              <a:t>GPIO</a:t>
            </a:r>
            <a:r>
              <a:rPr lang="zh-CN" altLang="en-US" b="1" dirty="0" smtClean="0"/>
              <a:t>的具体端口</a:t>
            </a:r>
            <a:r>
              <a:rPr lang="en-US" b="1" dirty="0" smtClean="0"/>
              <a:t>x</a:t>
            </a:r>
            <a:r>
              <a:rPr lang="zh-CN" altLang="en-US" b="1" dirty="0" smtClean="0"/>
              <a:t>（</a:t>
            </a:r>
            <a:r>
              <a:rPr lang="en-US" b="1" dirty="0" smtClean="0"/>
              <a:t>x=A,B,C,D,E</a:t>
            </a:r>
            <a:r>
              <a:rPr lang="zh-CN" altLang="en-US" b="1" dirty="0" smtClean="0"/>
              <a:t>）</a:t>
            </a:r>
            <a:endParaRPr lang="en-US" altLang="zh-CN" b="1" dirty="0" smtClean="0"/>
          </a:p>
          <a:p>
            <a:pPr>
              <a:lnSpc>
                <a:spcPct val="125000"/>
              </a:lnSpc>
              <a:buClr>
                <a:srgbClr val="CD7371"/>
              </a:buClr>
              <a:buFont typeface="Wingdings" pitchFamily="2" charset="2"/>
              <a:buChar char="Ø"/>
            </a:pPr>
            <a:r>
              <a:rPr lang="zh-CN" altLang="en-US" b="1" dirty="0" smtClean="0"/>
              <a:t>第二个参数根据</a:t>
            </a:r>
            <a:r>
              <a:rPr lang="en-US" b="1" dirty="0" err="1" smtClean="0"/>
              <a:t>GPIO_InitStruct</a:t>
            </a:r>
            <a:r>
              <a:rPr lang="zh-CN" altLang="en-US" b="1" dirty="0" smtClean="0"/>
              <a:t>结构体变量中指定的参数初始化</a:t>
            </a:r>
            <a:r>
              <a:rPr lang="en-US" b="1" dirty="0" smtClean="0"/>
              <a:t>GPIO</a:t>
            </a:r>
            <a:r>
              <a:rPr lang="zh-CN" altLang="en-US" b="1" dirty="0" smtClean="0"/>
              <a:t>，</a:t>
            </a:r>
            <a:r>
              <a:rPr lang="en-US" b="1" dirty="0" err="1" smtClean="0"/>
              <a:t>GPIO_InitStruct</a:t>
            </a:r>
            <a:r>
              <a:rPr lang="zh-CN" altLang="en-US" b="1" dirty="0" smtClean="0"/>
              <a:t>是指向</a:t>
            </a:r>
            <a:r>
              <a:rPr lang="en-US" b="1" dirty="0" err="1" smtClean="0"/>
              <a:t>GPIO_InitTypeDef</a:t>
            </a:r>
            <a:r>
              <a:rPr lang="zh-CN" altLang="en-US" b="1" dirty="0" smtClean="0"/>
              <a:t>结构体的指针。</a:t>
            </a:r>
            <a:endParaRPr lang="zh-CN" altLang="en-US" b="1" dirty="0"/>
          </a:p>
        </p:txBody>
      </p:sp>
      <p:pic>
        <p:nvPicPr>
          <p:cNvPr id="6" name="图片 5" descr="C:\Users\DELL\Desktop\Snipaste_2019-01-30_23-54-17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158" y="1214428"/>
            <a:ext cx="4643470" cy="3143272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矩形 9"/>
          <p:cNvSpPr/>
          <p:nvPr/>
        </p:nvSpPr>
        <p:spPr>
          <a:xfrm>
            <a:off x="1857356" y="4500576"/>
            <a:ext cx="240482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err="1" smtClean="0"/>
              <a:t>GPIO_Init</a:t>
            </a:r>
            <a:r>
              <a:rPr lang="en-US" sz="2000" b="1" dirty="0" smtClean="0"/>
              <a:t>()</a:t>
            </a:r>
            <a:r>
              <a:rPr lang="zh-CN" altLang="en-US" sz="2000" b="1" dirty="0" smtClean="0"/>
              <a:t>函数源码</a:t>
            </a:r>
            <a:endParaRPr lang="zh-CN" altLang="en-US" sz="2000" b="1" dirty="0"/>
          </a:p>
        </p:txBody>
      </p:sp>
      <p:sp>
        <p:nvSpPr>
          <p:cNvPr id="8" name="矩形 7"/>
          <p:cNvSpPr/>
          <p:nvPr/>
        </p:nvSpPr>
        <p:spPr>
          <a:xfrm>
            <a:off x="1" y="339503"/>
            <a:ext cx="4571999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35496" y="339502"/>
            <a:ext cx="438613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 smtClean="0">
                <a:solidFill>
                  <a:schemeClr val="bg1"/>
                </a:solidFill>
              </a:rPr>
              <a:t> </a:t>
            </a:r>
            <a:r>
              <a:rPr lang="en-US" altLang="zh-CN" sz="2400" b="1" dirty="0">
                <a:solidFill>
                  <a:schemeClr val="bg1"/>
                </a:solidFill>
              </a:rPr>
              <a:t>5.3.1 </a:t>
            </a:r>
            <a:r>
              <a:rPr lang="en-US" altLang="zh-CN" sz="2400" b="1" dirty="0">
                <a:solidFill>
                  <a:schemeClr val="bg1"/>
                </a:solidFill>
              </a:rPr>
              <a:t>GPIO</a:t>
            </a:r>
            <a:r>
              <a:rPr lang="zh-CN" altLang="en-US" sz="2400" b="1" dirty="0">
                <a:solidFill>
                  <a:schemeClr val="bg1"/>
                </a:solidFill>
              </a:rPr>
              <a:t>标准外设库接口函数</a:t>
            </a:r>
            <a:endParaRPr lang="zh-CN" altLang="en-US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2571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C:\Users\DELL\Desktop\Snipaste_2019-01-31_00-03-50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20" y="1000114"/>
            <a:ext cx="5429288" cy="171451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" name="表格 11"/>
          <p:cNvGraphicFramePr>
            <a:graphicFrameLocks noGrp="1"/>
          </p:cNvGraphicFramePr>
          <p:nvPr/>
        </p:nvGraphicFramePr>
        <p:xfrm>
          <a:off x="4643438" y="2714626"/>
          <a:ext cx="4178939" cy="2247906"/>
        </p:xfrm>
        <a:graphic>
          <a:graphicData uri="http://schemas.openxmlformats.org/drawingml/2006/table">
            <a:tbl>
              <a:tblPr/>
              <a:tblGrid>
                <a:gridCol w="2089102"/>
                <a:gridCol w="2089837"/>
              </a:tblGrid>
              <a:tr h="26670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b="1" kern="100" dirty="0" err="1">
                          <a:latin typeface="Times New Roman"/>
                          <a:ea typeface="宋体"/>
                          <a:cs typeface="Times New Roman"/>
                        </a:rPr>
                        <a:t>GPIO_InitTypeDef</a:t>
                      </a:r>
                      <a:r>
                        <a:rPr lang="zh-CN" sz="1100" b="1" kern="100" dirty="0">
                          <a:latin typeface="Times New Roman"/>
                          <a:ea typeface="宋体"/>
                          <a:cs typeface="Times New Roman"/>
                        </a:rPr>
                        <a:t>结构体成员</a:t>
                      </a:r>
                      <a:endParaRPr lang="zh-CN" sz="1400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00" b="1" kern="100" dirty="0">
                          <a:latin typeface="Times New Roman"/>
                          <a:ea typeface="宋体"/>
                          <a:cs typeface="Times New Roman"/>
                        </a:rPr>
                        <a:t>取值范围</a:t>
                      </a:r>
                      <a:endParaRPr lang="zh-CN" sz="1100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100" dirty="0" err="1">
                          <a:latin typeface="Times New Roman"/>
                          <a:ea typeface="宋体"/>
                          <a:cs typeface="Times New Roman"/>
                        </a:rPr>
                        <a:t>GPIO_Pin</a:t>
                      </a:r>
                      <a:endParaRPr lang="zh-CN" sz="1400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latin typeface="Times New Roman"/>
                          <a:ea typeface="宋体"/>
                          <a:cs typeface="Times New Roman"/>
                        </a:rPr>
                        <a:t>GPIO_Pin_0 ~ GPIO_Pin_15</a:t>
                      </a:r>
                      <a:endParaRPr lang="zh-CN" sz="1100" kern="100" dirty="0">
                        <a:latin typeface="Times New Roman"/>
                        <a:ea typeface="宋体"/>
                        <a:cs typeface="Times New Roman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000" kern="100" dirty="0" err="1">
                          <a:latin typeface="Times New Roman"/>
                          <a:ea typeface="宋体"/>
                          <a:cs typeface="Times New Roman"/>
                        </a:rPr>
                        <a:t>GPIO_Pin_All</a:t>
                      </a:r>
                      <a:endParaRPr lang="zh-CN" sz="1100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100" dirty="0" err="1">
                          <a:latin typeface="Times New Roman"/>
                          <a:ea typeface="宋体"/>
                          <a:cs typeface="Times New Roman"/>
                        </a:rPr>
                        <a:t>GPIO_Speed</a:t>
                      </a:r>
                      <a:endParaRPr lang="zh-CN" sz="1400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latin typeface="Times New Roman"/>
                          <a:ea typeface="宋体"/>
                          <a:cs typeface="Times New Roman"/>
                        </a:rPr>
                        <a:t>GPIO_Speed_10MHz</a:t>
                      </a:r>
                      <a:endParaRPr lang="zh-CN" sz="1100" kern="100" dirty="0">
                        <a:latin typeface="Times New Roman"/>
                        <a:ea typeface="宋体"/>
                        <a:cs typeface="Times New Roman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latin typeface="Times New Roman"/>
                          <a:ea typeface="宋体"/>
                          <a:cs typeface="Times New Roman"/>
                        </a:rPr>
                        <a:t>GPIO_Speed_2MHz</a:t>
                      </a:r>
                      <a:endParaRPr lang="zh-CN" sz="1100" kern="100" dirty="0">
                        <a:latin typeface="Times New Roman"/>
                        <a:ea typeface="宋体"/>
                        <a:cs typeface="Times New Roman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latin typeface="Times New Roman"/>
                          <a:ea typeface="宋体"/>
                          <a:cs typeface="Times New Roman"/>
                        </a:rPr>
                        <a:t>GPIO_Speed_50MHz</a:t>
                      </a:r>
                      <a:endParaRPr lang="zh-CN" sz="1100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100" dirty="0" err="1">
                          <a:latin typeface="Times New Roman"/>
                          <a:ea typeface="宋体"/>
                          <a:cs typeface="Times New Roman"/>
                        </a:rPr>
                        <a:t>GPIO_Mode</a:t>
                      </a:r>
                      <a:endParaRPr lang="zh-CN" sz="1400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000" kern="100" dirty="0" err="1">
                          <a:latin typeface="Times New Roman"/>
                          <a:ea typeface="宋体"/>
                          <a:cs typeface="Times New Roman"/>
                        </a:rPr>
                        <a:t>GPIO_Mode_AIN</a:t>
                      </a:r>
                      <a:endParaRPr lang="zh-CN" sz="1100" kern="100" dirty="0">
                        <a:latin typeface="Times New Roman"/>
                        <a:ea typeface="宋体"/>
                        <a:cs typeface="Times New Roman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000" kern="100" dirty="0" err="1">
                          <a:latin typeface="Times New Roman"/>
                          <a:ea typeface="宋体"/>
                          <a:cs typeface="Times New Roman"/>
                        </a:rPr>
                        <a:t>GPIO_Mode_IN_FLOATING</a:t>
                      </a:r>
                      <a:endParaRPr lang="zh-CN" sz="1100" kern="100" dirty="0">
                        <a:latin typeface="Times New Roman"/>
                        <a:ea typeface="宋体"/>
                        <a:cs typeface="Times New Roman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000" kern="100" dirty="0" err="1">
                          <a:latin typeface="Times New Roman"/>
                          <a:ea typeface="宋体"/>
                          <a:cs typeface="Times New Roman"/>
                        </a:rPr>
                        <a:t>GPIO_Mode_IPD</a:t>
                      </a:r>
                      <a:endParaRPr lang="zh-CN" sz="1100" kern="100" dirty="0">
                        <a:latin typeface="Times New Roman"/>
                        <a:ea typeface="宋体"/>
                        <a:cs typeface="Times New Roman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000" kern="100" dirty="0" err="1">
                          <a:latin typeface="Times New Roman"/>
                          <a:ea typeface="宋体"/>
                          <a:cs typeface="Times New Roman"/>
                        </a:rPr>
                        <a:t>GPIO_Mode_IPU</a:t>
                      </a:r>
                      <a:endParaRPr lang="zh-CN" sz="1100" kern="100" dirty="0">
                        <a:latin typeface="Times New Roman"/>
                        <a:ea typeface="宋体"/>
                        <a:cs typeface="Times New Roman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000" kern="100" dirty="0" err="1">
                          <a:latin typeface="Times New Roman"/>
                          <a:ea typeface="宋体"/>
                          <a:cs typeface="Times New Roman"/>
                        </a:rPr>
                        <a:t>GPIO_Mode_Out_OD</a:t>
                      </a:r>
                      <a:endParaRPr lang="zh-CN" sz="1100" kern="100" dirty="0">
                        <a:latin typeface="Times New Roman"/>
                        <a:ea typeface="宋体"/>
                        <a:cs typeface="Times New Roman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000" kern="100" dirty="0" err="1">
                          <a:latin typeface="Times New Roman"/>
                          <a:ea typeface="宋体"/>
                          <a:cs typeface="Times New Roman"/>
                        </a:rPr>
                        <a:t>GPIO_Mode_Out_PP</a:t>
                      </a:r>
                      <a:endParaRPr lang="zh-CN" sz="1100" kern="100" dirty="0">
                        <a:latin typeface="Times New Roman"/>
                        <a:ea typeface="宋体"/>
                        <a:cs typeface="Times New Roman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000" kern="100" dirty="0" err="1">
                          <a:latin typeface="Times New Roman"/>
                          <a:ea typeface="宋体"/>
                          <a:cs typeface="Times New Roman"/>
                        </a:rPr>
                        <a:t>GPIO_Mode_AF_OD</a:t>
                      </a:r>
                      <a:endParaRPr lang="zh-CN" sz="1100" kern="100" dirty="0">
                        <a:latin typeface="Times New Roman"/>
                        <a:ea typeface="宋体"/>
                        <a:cs typeface="Times New Roman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000" kern="100" dirty="0" err="1">
                          <a:latin typeface="Times New Roman"/>
                          <a:ea typeface="宋体"/>
                          <a:cs typeface="Times New Roman"/>
                        </a:rPr>
                        <a:t>GPIO_Mode_AF_PP</a:t>
                      </a:r>
                      <a:endParaRPr lang="zh-CN" sz="1100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矩形 12"/>
          <p:cNvSpPr/>
          <p:nvPr/>
        </p:nvSpPr>
        <p:spPr>
          <a:xfrm>
            <a:off x="928662" y="3286130"/>
            <a:ext cx="335758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chemeClr val="accent5">
                    <a:lumMod val="75000"/>
                  </a:schemeClr>
                </a:solidFill>
              </a:rPr>
              <a:t>      GPIO</a:t>
            </a:r>
            <a:r>
              <a:rPr lang="zh-CN" altLang="en-US" b="1" dirty="0" smtClean="0">
                <a:solidFill>
                  <a:schemeClr val="accent5">
                    <a:lumMod val="75000"/>
                  </a:schemeClr>
                </a:solidFill>
              </a:rPr>
              <a:t>的配置参数，如具体的</a:t>
            </a:r>
            <a:r>
              <a:rPr lang="en-US" b="1" dirty="0" smtClean="0">
                <a:solidFill>
                  <a:schemeClr val="accent5">
                    <a:lumMod val="75000"/>
                  </a:schemeClr>
                </a:solidFill>
              </a:rPr>
              <a:t>GPIO</a:t>
            </a:r>
            <a:r>
              <a:rPr lang="zh-CN" altLang="en-US" b="1" dirty="0" smtClean="0">
                <a:solidFill>
                  <a:schemeClr val="accent5">
                    <a:lumMod val="75000"/>
                  </a:schemeClr>
                </a:solidFill>
              </a:rPr>
              <a:t>引脚、输出速度、</a:t>
            </a:r>
            <a:r>
              <a:rPr lang="en-US" b="1" dirty="0" smtClean="0">
                <a:solidFill>
                  <a:schemeClr val="accent5">
                    <a:lumMod val="75000"/>
                  </a:schemeClr>
                </a:solidFill>
              </a:rPr>
              <a:t>GPIO</a:t>
            </a:r>
            <a:r>
              <a:rPr lang="zh-CN" altLang="en-US" b="1" dirty="0" smtClean="0">
                <a:solidFill>
                  <a:schemeClr val="accent5">
                    <a:lumMod val="75000"/>
                  </a:schemeClr>
                </a:solidFill>
              </a:rPr>
              <a:t>引脚的工作模式等。</a:t>
            </a:r>
            <a:endParaRPr lang="zh-CN" altLang="en-US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5786446" y="1428742"/>
            <a:ext cx="307183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      </a:t>
            </a:r>
            <a:r>
              <a:rPr lang="en-US" b="1" dirty="0" err="1" smtClean="0"/>
              <a:t>GPIO_InitTypeDef</a:t>
            </a:r>
            <a:r>
              <a:rPr lang="zh-CN" altLang="en-US" b="1" dirty="0" smtClean="0"/>
              <a:t>结构体定义在</a:t>
            </a:r>
            <a:r>
              <a:rPr lang="en-US" b="1" dirty="0" smtClean="0">
                <a:solidFill>
                  <a:srgbClr val="CD7371"/>
                </a:solidFill>
              </a:rPr>
              <a:t>stm32f10x_gpio.h</a:t>
            </a:r>
            <a:endParaRPr lang="zh-CN" altLang="en-US" b="1" dirty="0">
              <a:solidFill>
                <a:srgbClr val="CD7371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1" y="339503"/>
            <a:ext cx="4571999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35496" y="339502"/>
            <a:ext cx="438613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 smtClean="0">
                <a:solidFill>
                  <a:schemeClr val="bg1"/>
                </a:solidFill>
              </a:rPr>
              <a:t> </a:t>
            </a:r>
            <a:r>
              <a:rPr lang="en-US" altLang="zh-CN" sz="2400" b="1" dirty="0">
                <a:solidFill>
                  <a:schemeClr val="bg1"/>
                </a:solidFill>
              </a:rPr>
              <a:t>5.3.1 </a:t>
            </a:r>
            <a:r>
              <a:rPr lang="en-US" altLang="zh-CN" sz="2400" b="1" dirty="0">
                <a:solidFill>
                  <a:schemeClr val="bg1"/>
                </a:solidFill>
              </a:rPr>
              <a:t>GPIO</a:t>
            </a:r>
            <a:r>
              <a:rPr lang="zh-CN" altLang="en-US" sz="2400" b="1" dirty="0">
                <a:solidFill>
                  <a:schemeClr val="bg1"/>
                </a:solidFill>
              </a:rPr>
              <a:t>标准外设库接口函数</a:t>
            </a:r>
            <a:endParaRPr lang="zh-CN" altLang="en-US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2571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" y="339503"/>
            <a:ext cx="4500561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35497" y="339503"/>
            <a:ext cx="43924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solidFill>
                  <a:schemeClr val="bg1"/>
                </a:solidFill>
              </a:rPr>
              <a:t> </a:t>
            </a:r>
            <a:r>
              <a:rPr lang="en-US" altLang="zh-CN" sz="2400" b="1" dirty="0">
                <a:solidFill>
                  <a:schemeClr val="bg1"/>
                </a:solidFill>
              </a:rPr>
              <a:t>5.3.2 </a:t>
            </a:r>
            <a:r>
              <a:rPr lang="en-US" altLang="zh-CN" sz="2400" b="1" dirty="0">
                <a:solidFill>
                  <a:schemeClr val="bg1"/>
                </a:solidFill>
              </a:rPr>
              <a:t>GPIO</a:t>
            </a:r>
            <a:r>
              <a:rPr lang="zh-CN" altLang="en-US" sz="2400" b="1" dirty="0">
                <a:solidFill>
                  <a:schemeClr val="bg1"/>
                </a:solidFill>
              </a:rPr>
              <a:t>标准外设库应用实例</a:t>
            </a:r>
            <a:endParaRPr lang="zh-CN" altLang="en-US" sz="2400" b="1" dirty="0" smtClean="0">
              <a:solidFill>
                <a:schemeClr val="bg1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071538" y="1643056"/>
            <a:ext cx="2786082" cy="278537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b="1" dirty="0" smtClean="0"/>
              <a:t>        采用基于标准外设库设计方式，利用单个</a:t>
            </a:r>
            <a:r>
              <a:rPr lang="en-US" sz="2000" b="1" dirty="0" smtClean="0"/>
              <a:t>GPIO</a:t>
            </a:r>
            <a:r>
              <a:rPr lang="zh-CN" altLang="en-US" sz="2000" b="1" dirty="0" smtClean="0"/>
              <a:t>引脚输出高低电平控制发光二极管，并按一定时间间隔改变</a:t>
            </a:r>
            <a:r>
              <a:rPr lang="en-US" sz="2000" b="1" dirty="0" smtClean="0"/>
              <a:t>I/O</a:t>
            </a:r>
            <a:r>
              <a:rPr lang="zh-CN" altLang="en-US" sz="2000" b="1" dirty="0" smtClean="0"/>
              <a:t>口电平，实现灯光闪烁效果。</a:t>
            </a:r>
            <a:endParaRPr lang="zh-CN" altLang="en-US" sz="2000" b="1" dirty="0"/>
          </a:p>
        </p:txBody>
      </p:sp>
      <p:sp>
        <p:nvSpPr>
          <p:cNvPr id="11" name="矩形 10"/>
          <p:cNvSpPr/>
          <p:nvPr/>
        </p:nvSpPr>
        <p:spPr>
          <a:xfrm>
            <a:off x="571472" y="1357304"/>
            <a:ext cx="928694" cy="571504"/>
          </a:xfrm>
          <a:prstGeom prst="rect">
            <a:avLst/>
          </a:prstGeom>
          <a:gradFill flip="none" rotWithShape="1">
            <a:gsLst>
              <a:gs pos="0">
                <a:schemeClr val="accent5">
                  <a:shade val="51000"/>
                  <a:satMod val="130000"/>
                </a:schemeClr>
              </a:gs>
              <a:gs pos="80000">
                <a:schemeClr val="accent5">
                  <a:shade val="93000"/>
                  <a:satMod val="130000"/>
                </a:schemeClr>
              </a:gs>
              <a:gs pos="100000">
                <a:schemeClr val="accent5">
                  <a:shade val="94000"/>
                  <a:satMod val="135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 smtClean="0"/>
              <a:t>功能</a:t>
            </a:r>
            <a:endParaRPr lang="zh-CN" altLang="en-US" sz="2000" b="1" dirty="0"/>
          </a:p>
        </p:txBody>
      </p:sp>
      <p:sp>
        <p:nvSpPr>
          <p:cNvPr id="16" name="矩形 15"/>
          <p:cNvSpPr/>
          <p:nvPr/>
        </p:nvSpPr>
        <p:spPr>
          <a:xfrm>
            <a:off x="4788024" y="1829073"/>
            <a:ext cx="3744416" cy="2071702"/>
          </a:xfrm>
          <a:prstGeom prst="rect">
            <a:avLst/>
          </a:prstGeom>
          <a:noFill/>
          <a:ln>
            <a:solidFill>
              <a:schemeClr val="accent5">
                <a:lumMod val="40000"/>
                <a:lumOff val="6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4500562" y="1428742"/>
            <a:ext cx="1143008" cy="71438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 smtClean="0">
                <a:solidFill>
                  <a:schemeClr val="tx1"/>
                </a:solidFill>
              </a:rPr>
              <a:t>硬件</a:t>
            </a:r>
            <a:endParaRPr lang="en-US" altLang="zh-CN" sz="2000" b="1" dirty="0" smtClean="0">
              <a:solidFill>
                <a:schemeClr val="tx1"/>
              </a:solidFill>
            </a:endParaRPr>
          </a:p>
          <a:p>
            <a:pPr algn="ctr"/>
            <a:r>
              <a:rPr lang="zh-CN" altLang="en-US" sz="2000" b="1" dirty="0" smtClean="0">
                <a:solidFill>
                  <a:schemeClr val="tx1"/>
                </a:solidFill>
              </a:rPr>
              <a:t>设计</a:t>
            </a:r>
            <a:endParaRPr lang="zh-CN" altLang="en-US" sz="2000" b="1" dirty="0">
              <a:solidFill>
                <a:schemeClr val="tx1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500562" y="4071948"/>
            <a:ext cx="42148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/>
              <a:t>     改变限流电阻</a:t>
            </a:r>
            <a:r>
              <a:rPr lang="en-US" b="1" dirty="0" smtClean="0"/>
              <a:t>R1</a:t>
            </a:r>
            <a:r>
              <a:rPr lang="zh-CN" altLang="en-US" b="1" dirty="0" smtClean="0"/>
              <a:t>的值可改变发光二极管的亮度，一般选用</a:t>
            </a:r>
            <a:r>
              <a:rPr lang="en-US" b="1" dirty="0" smtClean="0"/>
              <a:t>400 </a:t>
            </a:r>
            <a:r>
              <a:rPr lang="zh-CN" altLang="en-US" b="1" dirty="0" smtClean="0"/>
              <a:t>～</a:t>
            </a:r>
            <a:r>
              <a:rPr lang="en-US" b="1" dirty="0" smtClean="0"/>
              <a:t>1K </a:t>
            </a:r>
            <a:r>
              <a:rPr lang="zh-CN" altLang="en-US" b="1" dirty="0" smtClean="0"/>
              <a:t>电阻。</a:t>
            </a:r>
            <a:endParaRPr lang="zh-CN" altLang="en-US" b="1" dirty="0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2841266"/>
              </p:ext>
            </p:extLst>
          </p:nvPr>
        </p:nvGraphicFramePr>
        <p:xfrm>
          <a:off x="4860032" y="2143122"/>
          <a:ext cx="3541212" cy="15259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16" name="Visio" r:id="rId3" imgW="1910112" imgH="828820" progId="Visio.Drawing.11">
                  <p:embed/>
                </p:oleObj>
              </mc:Choice>
              <mc:Fallback>
                <p:oleObj name="Visio" r:id="rId3" imgW="1910112" imgH="828820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0032" y="2143122"/>
                        <a:ext cx="3541212" cy="152598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52571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/>
          <p:cNvSpPr txBox="1"/>
          <p:nvPr/>
        </p:nvSpPr>
        <p:spPr>
          <a:xfrm>
            <a:off x="5715008" y="1643056"/>
            <a:ext cx="2428892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 smtClean="0"/>
              <a:t>    主流程图由两部分构成：</a:t>
            </a:r>
            <a:endParaRPr lang="en-US" altLang="zh-CN" sz="2000" b="1" dirty="0" smtClean="0"/>
          </a:p>
          <a:p>
            <a:pPr>
              <a:lnSpc>
                <a:spcPct val="150000"/>
              </a:lnSpc>
              <a:buClr>
                <a:srgbClr val="CD7371"/>
              </a:buClr>
              <a:buFont typeface="Wingdings" pitchFamily="2" charset="2"/>
              <a:buChar char="Ø"/>
            </a:pPr>
            <a:r>
              <a:rPr lang="zh-CN" altLang="en-US" sz="2000" b="1" dirty="0" smtClean="0"/>
              <a:t>  初始化函数部分；</a:t>
            </a:r>
            <a:endParaRPr lang="en-US" altLang="zh-CN" sz="2000" b="1" dirty="0" smtClean="0"/>
          </a:p>
          <a:p>
            <a:pPr>
              <a:lnSpc>
                <a:spcPct val="150000"/>
              </a:lnSpc>
              <a:buClr>
                <a:srgbClr val="CD7371"/>
              </a:buClr>
              <a:buFont typeface="Wingdings" pitchFamily="2" charset="2"/>
              <a:buChar char="Ø"/>
            </a:pPr>
            <a:r>
              <a:rPr lang="zh-CN" altLang="en-US" sz="2000" b="1" dirty="0" smtClean="0"/>
              <a:t>  一个无限循环功能部分。</a:t>
            </a:r>
          </a:p>
        </p:txBody>
      </p:sp>
      <p:graphicFrame>
        <p:nvGraphicFramePr>
          <p:cNvPr id="37891" name="Object 3"/>
          <p:cNvGraphicFramePr>
            <a:graphicFrameLocks noChangeAspect="1"/>
          </p:cNvGraphicFramePr>
          <p:nvPr/>
        </p:nvGraphicFramePr>
        <p:xfrm>
          <a:off x="857224" y="1500180"/>
          <a:ext cx="4326444" cy="27860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11" name="Visio" r:id="rId3" imgW="3176431" imgH="2048229" progId="Visio.Drawing.11">
                  <p:embed/>
                </p:oleObj>
              </mc:Choice>
              <mc:Fallback>
                <p:oleObj name="Visio" r:id="rId3" imgW="3176431" imgH="2048229" progId="Visio.Drawing.11">
                  <p:embed/>
                  <p:pic>
                    <p:nvPicPr>
                      <p:cNvPr id="0" name="Picture 7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7224" y="1500180"/>
                        <a:ext cx="4326444" cy="278608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/>
          <p:cNvSpPr/>
          <p:nvPr/>
        </p:nvSpPr>
        <p:spPr>
          <a:xfrm>
            <a:off x="1" y="339503"/>
            <a:ext cx="4500561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35497" y="339503"/>
            <a:ext cx="43924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solidFill>
                  <a:schemeClr val="bg1"/>
                </a:solidFill>
              </a:rPr>
              <a:t> </a:t>
            </a:r>
            <a:r>
              <a:rPr lang="en-US" altLang="zh-CN" sz="2400" b="1" dirty="0">
                <a:solidFill>
                  <a:schemeClr val="bg1"/>
                </a:solidFill>
              </a:rPr>
              <a:t>5.3.2 </a:t>
            </a:r>
            <a:r>
              <a:rPr lang="en-US" altLang="zh-CN" sz="2400" b="1" dirty="0">
                <a:solidFill>
                  <a:schemeClr val="bg1"/>
                </a:solidFill>
              </a:rPr>
              <a:t>GPIO</a:t>
            </a:r>
            <a:r>
              <a:rPr lang="zh-CN" altLang="en-US" sz="2400" b="1" dirty="0">
                <a:solidFill>
                  <a:schemeClr val="bg1"/>
                </a:solidFill>
              </a:rPr>
              <a:t>标准外设库应用实例</a:t>
            </a:r>
            <a:endParaRPr lang="zh-CN" altLang="en-US" sz="2400" b="1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2571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图示 6"/>
          <p:cNvGraphicFramePr/>
          <p:nvPr>
            <p:extLst>
              <p:ext uri="{D42A27DB-BD31-4B8C-83A1-F6EECF244321}">
                <p14:modId xmlns:p14="http://schemas.microsoft.com/office/powerpoint/2010/main" val="948718390"/>
              </p:ext>
            </p:extLst>
          </p:nvPr>
        </p:nvGraphicFramePr>
        <p:xfrm>
          <a:off x="1071538" y="1347614"/>
          <a:ext cx="6691338" cy="26749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矩形 5"/>
          <p:cNvSpPr/>
          <p:nvPr/>
        </p:nvSpPr>
        <p:spPr>
          <a:xfrm>
            <a:off x="1" y="339503"/>
            <a:ext cx="4500561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35497" y="339503"/>
            <a:ext cx="43924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solidFill>
                  <a:schemeClr val="bg1"/>
                </a:solidFill>
              </a:rPr>
              <a:t> </a:t>
            </a:r>
            <a:r>
              <a:rPr lang="en-US" altLang="zh-CN" sz="2400" b="1" dirty="0">
                <a:solidFill>
                  <a:schemeClr val="bg1"/>
                </a:solidFill>
              </a:rPr>
              <a:t>5.3.2 </a:t>
            </a:r>
            <a:r>
              <a:rPr lang="en-US" altLang="zh-CN" sz="2400" b="1" dirty="0">
                <a:solidFill>
                  <a:schemeClr val="bg1"/>
                </a:solidFill>
              </a:rPr>
              <a:t>GPIO</a:t>
            </a:r>
            <a:r>
              <a:rPr lang="zh-CN" altLang="en-US" sz="2400" b="1" dirty="0">
                <a:solidFill>
                  <a:schemeClr val="bg1"/>
                </a:solidFill>
              </a:rPr>
              <a:t>标准外设库应用实例</a:t>
            </a:r>
            <a:endParaRPr lang="zh-CN" altLang="en-US" sz="2400" b="1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2571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928662" y="2214560"/>
            <a:ext cx="3357586" cy="1754326"/>
          </a:xfrm>
          <a:prstGeom prst="rect">
            <a:avLst/>
          </a:prstGeom>
          <a:ln w="28575">
            <a:solidFill>
              <a:schemeClr val="accent4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 smtClean="0"/>
              <a:t>      用于存放</a:t>
            </a:r>
            <a:r>
              <a:rPr lang="en-US" sz="2400" b="1" dirty="0" err="1" smtClean="0"/>
              <a:t>led.c</a:t>
            </a:r>
            <a:r>
              <a:rPr lang="zh-CN" altLang="en-US" sz="2400" b="1" dirty="0" smtClean="0"/>
              <a:t>文件的管脚定义、全局变量声明和函数声明等内容。</a:t>
            </a:r>
            <a:endParaRPr lang="zh-CN" altLang="en-US" sz="2400" b="1" dirty="0" smtClean="0">
              <a:solidFill>
                <a:schemeClr val="bg1"/>
              </a:solidFill>
            </a:endParaRPr>
          </a:p>
        </p:txBody>
      </p:sp>
      <p:sp>
        <p:nvSpPr>
          <p:cNvPr id="3789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4786314" y="1500180"/>
            <a:ext cx="3929090" cy="2246769"/>
          </a:xfrm>
          <a:prstGeom prst="rect">
            <a:avLst/>
          </a:prstGeom>
          <a:noFill/>
          <a:ln w="1905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#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ifndef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__LED_H</a:t>
            </a:r>
            <a:endParaRPr lang="zh-CN" altLang="en-US" sz="2000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#define __LED_H</a:t>
            </a:r>
            <a:endParaRPr lang="zh-CN" altLang="en-US" sz="2000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 </a:t>
            </a:r>
            <a:endParaRPr lang="zh-CN" altLang="en-US" sz="2000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#include "stm32f10x.h"</a:t>
            </a:r>
            <a:endParaRPr lang="zh-CN" altLang="en-US" sz="2000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void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LED_Init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(void); //</a:t>
            </a:r>
            <a:r>
              <a:rPr lang="zh-CN" altLang="en-US" sz="2000" b="1" dirty="0" smtClean="0">
                <a:latin typeface="Times New Roman" pitchFamily="18" charset="0"/>
                <a:cs typeface="Times New Roman" pitchFamily="18" charset="0"/>
              </a:rPr>
              <a:t>函数声明</a:t>
            </a:r>
          </a:p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 </a:t>
            </a:r>
            <a:endParaRPr lang="zh-CN" altLang="en-US" sz="2000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#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endif</a:t>
            </a:r>
            <a:endParaRPr lang="zh-CN" alt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28596" y="1500180"/>
            <a:ext cx="1755609" cy="583108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err="1" smtClean="0"/>
              <a:t>led.h</a:t>
            </a:r>
            <a:r>
              <a:rPr lang="zh-CN" altLang="en-US" sz="2400" b="1" dirty="0" smtClean="0"/>
              <a:t>头文件</a:t>
            </a:r>
            <a:endParaRPr lang="en-US" altLang="zh-CN" sz="2400" dirty="0" smtClean="0"/>
          </a:p>
        </p:txBody>
      </p:sp>
      <p:sp>
        <p:nvSpPr>
          <p:cNvPr id="8" name="矩形 7"/>
          <p:cNvSpPr/>
          <p:nvPr/>
        </p:nvSpPr>
        <p:spPr>
          <a:xfrm>
            <a:off x="1" y="339503"/>
            <a:ext cx="4500561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35497" y="339503"/>
            <a:ext cx="43924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solidFill>
                  <a:schemeClr val="bg1"/>
                </a:solidFill>
              </a:rPr>
              <a:t> </a:t>
            </a:r>
            <a:r>
              <a:rPr lang="en-US" altLang="zh-CN" sz="2400" b="1" dirty="0">
                <a:solidFill>
                  <a:schemeClr val="bg1"/>
                </a:solidFill>
              </a:rPr>
              <a:t>5.3.2 </a:t>
            </a:r>
            <a:r>
              <a:rPr lang="en-US" altLang="zh-CN" sz="2400" b="1" dirty="0">
                <a:solidFill>
                  <a:schemeClr val="bg1"/>
                </a:solidFill>
              </a:rPr>
              <a:t>GPIO</a:t>
            </a:r>
            <a:r>
              <a:rPr lang="zh-CN" altLang="en-US" sz="2400" b="1" dirty="0">
                <a:solidFill>
                  <a:schemeClr val="bg1"/>
                </a:solidFill>
              </a:rPr>
              <a:t>标准外设库应用实例</a:t>
            </a:r>
            <a:endParaRPr lang="zh-CN" altLang="en-US" sz="2400" b="1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2571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3000364" y="1000115"/>
            <a:ext cx="5643602" cy="4000528"/>
          </a:xfrm>
          <a:prstGeom prst="rect">
            <a:avLst/>
          </a:prstGeom>
          <a:noFill/>
          <a:ln w="1905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 dirty="0" smtClean="0"/>
              <a:t>#include "</a:t>
            </a:r>
            <a:r>
              <a:rPr lang="en-US" sz="1600" b="1" dirty="0" err="1" smtClean="0"/>
              <a:t>led.h</a:t>
            </a:r>
            <a:r>
              <a:rPr lang="en-US" sz="1600" b="1" dirty="0" smtClean="0"/>
              <a:t>"</a:t>
            </a:r>
            <a:endParaRPr lang="zh-CN" altLang="en-US" sz="1600" b="1" dirty="0" smtClean="0"/>
          </a:p>
          <a:p>
            <a:r>
              <a:rPr lang="en-US" sz="1600" b="1" dirty="0" smtClean="0"/>
              <a:t>void </a:t>
            </a:r>
            <a:r>
              <a:rPr lang="en-US" sz="1600" b="1" dirty="0" err="1" smtClean="0"/>
              <a:t>LED_Init</a:t>
            </a:r>
            <a:r>
              <a:rPr lang="en-US" sz="1600" b="1" dirty="0" smtClean="0"/>
              <a:t>(void)</a:t>
            </a:r>
            <a:endParaRPr lang="zh-CN" altLang="en-US" sz="1600" b="1" dirty="0" smtClean="0"/>
          </a:p>
          <a:p>
            <a:r>
              <a:rPr lang="en-US" sz="1600" b="1" dirty="0" smtClean="0"/>
              <a:t>{</a:t>
            </a:r>
            <a:endParaRPr lang="zh-CN" altLang="en-US" sz="1600" b="1" dirty="0" smtClean="0"/>
          </a:p>
          <a:p>
            <a:r>
              <a:rPr lang="en-US" sz="1600" b="1" dirty="0" smtClean="0"/>
              <a:t>     </a:t>
            </a:r>
            <a:r>
              <a:rPr lang="en-US" sz="1600" b="1" dirty="0" err="1" smtClean="0"/>
              <a:t>GPIO_InitTypeDef</a:t>
            </a:r>
            <a:r>
              <a:rPr lang="en-US" sz="1600" b="1" dirty="0" smtClean="0"/>
              <a:t> </a:t>
            </a:r>
            <a:r>
              <a:rPr lang="en-US" sz="1600" b="1" dirty="0" err="1" smtClean="0"/>
              <a:t>GPIO_InitStructure</a:t>
            </a:r>
            <a:r>
              <a:rPr lang="en-US" sz="1600" b="1" dirty="0" smtClean="0"/>
              <a:t>;</a:t>
            </a:r>
          </a:p>
          <a:p>
            <a:r>
              <a:rPr lang="en-US" sz="1600" b="1" dirty="0" smtClean="0">
                <a:solidFill>
                  <a:schemeClr val="accent5">
                    <a:lumMod val="75000"/>
                  </a:schemeClr>
                </a:solidFill>
              </a:rPr>
              <a:t>                //</a:t>
            </a:r>
            <a:r>
              <a:rPr lang="zh-CN" altLang="en-US" sz="1600" b="1" dirty="0" smtClean="0">
                <a:solidFill>
                  <a:schemeClr val="accent5">
                    <a:lumMod val="75000"/>
                  </a:schemeClr>
                </a:solidFill>
              </a:rPr>
              <a:t>定义一个</a:t>
            </a:r>
            <a:r>
              <a:rPr lang="en-US" sz="1600" b="1" dirty="0" err="1" smtClean="0">
                <a:solidFill>
                  <a:schemeClr val="accent5">
                    <a:lumMod val="75000"/>
                  </a:schemeClr>
                </a:solidFill>
              </a:rPr>
              <a:t>GPIO_InitTypeDef</a:t>
            </a:r>
            <a:r>
              <a:rPr lang="zh-CN" altLang="en-US" sz="1600" b="1" dirty="0" smtClean="0">
                <a:solidFill>
                  <a:schemeClr val="accent5">
                    <a:lumMod val="75000"/>
                  </a:schemeClr>
                </a:solidFill>
              </a:rPr>
              <a:t>类型的结构体变量</a:t>
            </a:r>
          </a:p>
          <a:p>
            <a:r>
              <a:rPr lang="en-US" sz="1600" b="1" dirty="0" smtClean="0"/>
              <a:t>     RCC_APB2PeriphClockCmd(RCC_APB2Periph_GPIOB,ENABLE);</a:t>
            </a:r>
          </a:p>
          <a:p>
            <a:r>
              <a:rPr lang="en-US" sz="1600" b="1" dirty="0" smtClean="0"/>
              <a:t>               </a:t>
            </a:r>
            <a:r>
              <a:rPr lang="en-US" sz="1600" b="1" dirty="0" smtClean="0">
                <a:solidFill>
                  <a:schemeClr val="accent5">
                    <a:lumMod val="75000"/>
                  </a:schemeClr>
                </a:solidFill>
              </a:rPr>
              <a:t>//</a:t>
            </a:r>
            <a:r>
              <a:rPr lang="zh-CN" altLang="en-US" sz="1600" b="1" dirty="0" smtClean="0">
                <a:solidFill>
                  <a:schemeClr val="accent5">
                    <a:lumMod val="75000"/>
                  </a:schemeClr>
                </a:solidFill>
              </a:rPr>
              <a:t>开启</a:t>
            </a:r>
            <a:r>
              <a:rPr lang="en-US" sz="1600" b="1" dirty="0" smtClean="0">
                <a:solidFill>
                  <a:schemeClr val="accent5">
                    <a:lumMod val="75000"/>
                  </a:schemeClr>
                </a:solidFill>
              </a:rPr>
              <a:t>GPIOB</a:t>
            </a:r>
            <a:r>
              <a:rPr lang="zh-CN" altLang="en-US" sz="1600" b="1" dirty="0" smtClean="0">
                <a:solidFill>
                  <a:schemeClr val="accent5">
                    <a:lumMod val="75000"/>
                  </a:schemeClr>
                </a:solidFill>
              </a:rPr>
              <a:t>的时钟</a:t>
            </a:r>
          </a:p>
          <a:p>
            <a:r>
              <a:rPr lang="en-US" sz="1600" b="1" dirty="0" smtClean="0"/>
              <a:t>     </a:t>
            </a:r>
            <a:r>
              <a:rPr lang="en-US" sz="1600" b="1" dirty="0" err="1" smtClean="0"/>
              <a:t>PIO_InitStructure.GPIO_Pin</a:t>
            </a:r>
            <a:r>
              <a:rPr lang="en-US" sz="1600" b="1" dirty="0" smtClean="0"/>
              <a:t> = GPIO_Pin_5;</a:t>
            </a:r>
          </a:p>
          <a:p>
            <a:r>
              <a:rPr lang="en-US" sz="1600" b="1" dirty="0" smtClean="0"/>
              <a:t>              </a:t>
            </a:r>
            <a:r>
              <a:rPr lang="en-US" sz="1600" b="1" dirty="0" smtClean="0">
                <a:solidFill>
                  <a:schemeClr val="accent5">
                    <a:lumMod val="75000"/>
                  </a:schemeClr>
                </a:solidFill>
              </a:rPr>
              <a:t>//</a:t>
            </a:r>
            <a:r>
              <a:rPr lang="zh-CN" altLang="en-US" sz="1600" b="1" dirty="0" smtClean="0">
                <a:solidFill>
                  <a:schemeClr val="accent5">
                    <a:lumMod val="75000"/>
                  </a:schemeClr>
                </a:solidFill>
              </a:rPr>
              <a:t>选择要使用的</a:t>
            </a:r>
            <a:r>
              <a:rPr lang="en-US" sz="1600" b="1" dirty="0" smtClean="0">
                <a:solidFill>
                  <a:schemeClr val="accent5">
                    <a:lumMod val="75000"/>
                  </a:schemeClr>
                </a:solidFill>
              </a:rPr>
              <a:t>I/O</a:t>
            </a:r>
            <a:r>
              <a:rPr lang="zh-CN" altLang="en-US" sz="1600" b="1" dirty="0" smtClean="0">
                <a:solidFill>
                  <a:schemeClr val="accent5">
                    <a:lumMod val="75000"/>
                  </a:schemeClr>
                </a:solidFill>
              </a:rPr>
              <a:t>引脚，此处选择</a:t>
            </a:r>
            <a:r>
              <a:rPr lang="en-US" sz="1600" b="1" dirty="0" smtClean="0">
                <a:solidFill>
                  <a:schemeClr val="accent5">
                    <a:lumMod val="75000"/>
                  </a:schemeClr>
                </a:solidFill>
              </a:rPr>
              <a:t>PB5</a:t>
            </a:r>
            <a:r>
              <a:rPr lang="zh-CN" altLang="en-US" sz="1600" b="1" dirty="0" smtClean="0">
                <a:solidFill>
                  <a:schemeClr val="accent5">
                    <a:lumMod val="75000"/>
                  </a:schemeClr>
                </a:solidFill>
              </a:rPr>
              <a:t>引脚</a:t>
            </a:r>
          </a:p>
          <a:p>
            <a:r>
              <a:rPr lang="en-US" sz="1600" b="1" dirty="0" smtClean="0"/>
              <a:t>    </a:t>
            </a:r>
            <a:r>
              <a:rPr lang="en-US" sz="1600" b="1" dirty="0" err="1" smtClean="0"/>
              <a:t>GPIO_InitStructure.GPIO_Mode</a:t>
            </a:r>
            <a:r>
              <a:rPr lang="en-US" sz="1600" b="1" dirty="0" smtClean="0"/>
              <a:t> = </a:t>
            </a:r>
            <a:r>
              <a:rPr lang="en-US" sz="1600" b="1" dirty="0" err="1" smtClean="0"/>
              <a:t>GPIO_Mode_Out_PP</a:t>
            </a:r>
            <a:r>
              <a:rPr lang="en-US" sz="1600" b="1" dirty="0" smtClean="0"/>
              <a:t>;</a:t>
            </a:r>
          </a:p>
          <a:p>
            <a:r>
              <a:rPr lang="en-US" sz="1600" b="1" dirty="0" smtClean="0"/>
              <a:t>             </a:t>
            </a:r>
            <a:r>
              <a:rPr lang="en-US" sz="1600" b="1" dirty="0" smtClean="0">
                <a:solidFill>
                  <a:schemeClr val="accent5">
                    <a:lumMod val="75000"/>
                  </a:schemeClr>
                </a:solidFill>
              </a:rPr>
              <a:t>//</a:t>
            </a:r>
            <a:r>
              <a:rPr lang="zh-CN" altLang="en-US" sz="1600" b="1" dirty="0" smtClean="0">
                <a:solidFill>
                  <a:schemeClr val="accent5">
                    <a:lumMod val="75000"/>
                  </a:schemeClr>
                </a:solidFill>
              </a:rPr>
              <a:t>设置引脚输出模式为推挽输出</a:t>
            </a:r>
          </a:p>
          <a:p>
            <a:r>
              <a:rPr lang="en-US" sz="1600" b="1" dirty="0" smtClean="0"/>
              <a:t>    </a:t>
            </a:r>
            <a:r>
              <a:rPr lang="en-US" sz="1600" b="1" dirty="0" err="1" smtClean="0"/>
              <a:t>GPIO_InitStructure.GPIO_Speed</a:t>
            </a:r>
            <a:r>
              <a:rPr lang="en-US" sz="1600" b="1" dirty="0" smtClean="0"/>
              <a:t> = GPIO_Speed_50MHz;</a:t>
            </a:r>
          </a:p>
          <a:p>
            <a:r>
              <a:rPr lang="en-US" sz="1600" b="1" dirty="0" smtClean="0">
                <a:solidFill>
                  <a:schemeClr val="accent5">
                    <a:lumMod val="75000"/>
                  </a:schemeClr>
                </a:solidFill>
              </a:rPr>
              <a:t>            //</a:t>
            </a:r>
            <a:r>
              <a:rPr lang="zh-CN" altLang="en-US" sz="1600" b="1" dirty="0" smtClean="0">
                <a:solidFill>
                  <a:schemeClr val="accent5">
                    <a:lumMod val="75000"/>
                  </a:schemeClr>
                </a:solidFill>
              </a:rPr>
              <a:t>设置引脚的输出速度为</a:t>
            </a:r>
            <a:r>
              <a:rPr lang="en-US" sz="1600" b="1" dirty="0" smtClean="0">
                <a:solidFill>
                  <a:schemeClr val="accent5">
                    <a:lumMod val="75000"/>
                  </a:schemeClr>
                </a:solidFill>
              </a:rPr>
              <a:t>50MHz</a:t>
            </a:r>
            <a:endParaRPr lang="zh-CN" altLang="en-US" sz="1600" b="1" dirty="0" smtClean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sz="1600" b="1" dirty="0" smtClean="0"/>
              <a:t>     </a:t>
            </a:r>
            <a:r>
              <a:rPr lang="en-US" sz="1600" b="1" dirty="0" err="1" smtClean="0"/>
              <a:t>GPIO_Init</a:t>
            </a:r>
            <a:r>
              <a:rPr lang="en-US" sz="1600" b="1" dirty="0" smtClean="0"/>
              <a:t>(</a:t>
            </a:r>
            <a:r>
              <a:rPr lang="en-US" sz="1600" b="1" dirty="0" err="1" smtClean="0"/>
              <a:t>GPIOB,&amp;GPIO_InitStructure</a:t>
            </a:r>
            <a:r>
              <a:rPr lang="en-US" sz="1600" b="1" dirty="0" smtClean="0"/>
              <a:t>);</a:t>
            </a:r>
          </a:p>
          <a:p>
            <a:r>
              <a:rPr lang="en-US" sz="1600" b="1" dirty="0" smtClean="0"/>
              <a:t>            </a:t>
            </a:r>
            <a:r>
              <a:rPr lang="en-US" sz="1600" b="1" dirty="0" smtClean="0">
                <a:solidFill>
                  <a:schemeClr val="accent5">
                    <a:lumMod val="75000"/>
                  </a:schemeClr>
                </a:solidFill>
              </a:rPr>
              <a:t>//</a:t>
            </a:r>
            <a:r>
              <a:rPr lang="zh-CN" altLang="en-US" sz="1600" b="1" dirty="0" smtClean="0">
                <a:solidFill>
                  <a:schemeClr val="accent5">
                    <a:lumMod val="75000"/>
                  </a:schemeClr>
                </a:solidFill>
              </a:rPr>
              <a:t>调用初始化库函数初始化</a:t>
            </a:r>
            <a:r>
              <a:rPr lang="en-US" sz="1600" b="1" dirty="0" smtClean="0">
                <a:solidFill>
                  <a:schemeClr val="accent5">
                    <a:lumMod val="75000"/>
                  </a:schemeClr>
                </a:solidFill>
              </a:rPr>
              <a:t>GPIOB</a:t>
            </a:r>
            <a:r>
              <a:rPr lang="zh-CN" altLang="en-US" sz="1600" b="1" dirty="0" smtClean="0">
                <a:solidFill>
                  <a:schemeClr val="accent5">
                    <a:lumMod val="75000"/>
                  </a:schemeClr>
                </a:solidFill>
              </a:rPr>
              <a:t>端口</a:t>
            </a:r>
          </a:p>
          <a:p>
            <a:r>
              <a:rPr lang="en-US" sz="1600" b="1" dirty="0" smtClean="0"/>
              <a:t>}</a:t>
            </a:r>
            <a:endParaRPr lang="zh-CN" altLang="en-US" sz="1600" b="1" dirty="0" smtClean="0"/>
          </a:p>
        </p:txBody>
      </p:sp>
      <p:sp>
        <p:nvSpPr>
          <p:cNvPr id="40961" name="Rectangle 1"/>
          <p:cNvSpPr>
            <a:spLocks noChangeArrowheads="1"/>
          </p:cNvSpPr>
          <p:nvPr/>
        </p:nvSpPr>
        <p:spPr bwMode="auto">
          <a:xfrm>
            <a:off x="357158" y="2082696"/>
            <a:ext cx="2486650" cy="163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2667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新建一个</a:t>
            </a:r>
            <a:r>
              <a:rPr kumimoji="0" lang="en-US" altLang="zh-CN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led.c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文件：</a:t>
            </a:r>
          </a:p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用于</a:t>
            </a:r>
            <a:r>
              <a:rPr kumimoji="0" lang="en-US" altLang="zh-CN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GPIO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端口初始化操作，即硬件驱动程序的编写。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rPr>
              <a:t> </a:t>
            </a:r>
          </a:p>
        </p:txBody>
      </p:sp>
      <p:sp>
        <p:nvSpPr>
          <p:cNvPr id="8" name="矩形 7"/>
          <p:cNvSpPr/>
          <p:nvPr/>
        </p:nvSpPr>
        <p:spPr>
          <a:xfrm>
            <a:off x="1" y="339503"/>
            <a:ext cx="4500561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35497" y="339503"/>
            <a:ext cx="43924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solidFill>
                  <a:schemeClr val="bg1"/>
                </a:solidFill>
              </a:rPr>
              <a:t> </a:t>
            </a:r>
            <a:r>
              <a:rPr lang="en-US" altLang="zh-CN" sz="2400" b="1" dirty="0">
                <a:solidFill>
                  <a:schemeClr val="bg1"/>
                </a:solidFill>
              </a:rPr>
              <a:t>5.3.2 </a:t>
            </a:r>
            <a:r>
              <a:rPr lang="en-US" altLang="zh-CN" sz="2400" b="1" dirty="0">
                <a:solidFill>
                  <a:schemeClr val="bg1"/>
                </a:solidFill>
              </a:rPr>
              <a:t>GPIO</a:t>
            </a:r>
            <a:r>
              <a:rPr lang="zh-CN" altLang="en-US" sz="2400" b="1" dirty="0">
                <a:solidFill>
                  <a:schemeClr val="bg1"/>
                </a:solidFill>
              </a:rPr>
              <a:t>标准外设库应用实例</a:t>
            </a:r>
            <a:endParaRPr lang="zh-CN" altLang="en-US" sz="2400" b="1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2571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467544" y="1372874"/>
            <a:ext cx="3606532" cy="3077766"/>
          </a:xfrm>
          <a:prstGeom prst="rect">
            <a:avLst/>
          </a:prstGeom>
          <a:noFill/>
          <a:ln w="1905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 dirty="0"/>
              <a:t>#include "stm32f10x.h"</a:t>
            </a:r>
          </a:p>
          <a:p>
            <a:r>
              <a:rPr lang="en-US" sz="1600" b="1" dirty="0"/>
              <a:t>#include "</a:t>
            </a:r>
            <a:r>
              <a:rPr lang="en-US" sz="1600" b="1" dirty="0" err="1"/>
              <a:t>led.h</a:t>
            </a:r>
            <a:r>
              <a:rPr lang="en-US" sz="1600" b="1" dirty="0"/>
              <a:t>"</a:t>
            </a:r>
          </a:p>
          <a:p>
            <a:r>
              <a:rPr lang="en-US" sz="1400" b="1" dirty="0" smtClean="0">
                <a:solidFill>
                  <a:schemeClr val="accent5">
                    <a:lumMod val="75000"/>
                  </a:schemeClr>
                </a:solidFill>
              </a:rPr>
              <a:t>/*</a:t>
            </a:r>
            <a:r>
              <a:rPr lang="zh-CN" altLang="en-US" sz="1400" b="1" dirty="0">
                <a:solidFill>
                  <a:schemeClr val="accent5">
                    <a:lumMod val="75000"/>
                  </a:schemeClr>
                </a:solidFill>
              </a:rPr>
              <a:t>函数名：</a:t>
            </a: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Delay</a:t>
            </a:r>
          </a:p>
          <a:p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*</a:t>
            </a:r>
            <a:r>
              <a:rPr lang="zh-CN" altLang="en-US" sz="1400" b="1" dirty="0">
                <a:solidFill>
                  <a:schemeClr val="accent5">
                    <a:lumMod val="75000"/>
                  </a:schemeClr>
                </a:solidFill>
              </a:rPr>
              <a:t>功能描述：不精确的延时，延时时间</a:t>
            </a:r>
            <a:r>
              <a:rPr lang="en-US" altLang="zh-CN" sz="1400" b="1" dirty="0">
                <a:solidFill>
                  <a:schemeClr val="accent5">
                    <a:lumMod val="75000"/>
                  </a:schemeClr>
                </a:solidFill>
              </a:rPr>
              <a:t>= </a:t>
            </a:r>
            <a:r>
              <a:rPr lang="en-US" sz="1400" b="1" dirty="0" err="1">
                <a:solidFill>
                  <a:schemeClr val="accent5">
                    <a:lumMod val="75000"/>
                  </a:schemeClr>
                </a:solidFill>
              </a:rPr>
              <a:t>nCount</a:t>
            </a: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/72000，</a:t>
            </a:r>
            <a:r>
              <a:rPr lang="zh-CN" altLang="en-US" sz="1400" b="1" dirty="0">
                <a:solidFill>
                  <a:schemeClr val="accent5">
                    <a:lumMod val="75000"/>
                  </a:schemeClr>
                </a:solidFill>
              </a:rPr>
              <a:t>单位为</a:t>
            </a: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ms，72MHz</a:t>
            </a:r>
            <a:r>
              <a:rPr lang="zh-CN" altLang="en-US" sz="1400" b="1" dirty="0">
                <a:solidFill>
                  <a:schemeClr val="accent5">
                    <a:lumMod val="75000"/>
                  </a:schemeClr>
                </a:solidFill>
              </a:rPr>
              <a:t>为</a:t>
            </a: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STM32</a:t>
            </a:r>
            <a:r>
              <a:rPr lang="zh-CN" altLang="en-US" sz="1400" b="1" dirty="0">
                <a:solidFill>
                  <a:schemeClr val="accent5">
                    <a:lumMod val="75000"/>
                  </a:schemeClr>
                </a:solidFill>
              </a:rPr>
              <a:t>主频</a:t>
            </a:r>
          </a:p>
          <a:p>
            <a:r>
              <a:rPr lang="zh-CN" altLang="en-US" sz="1400" b="1" dirty="0">
                <a:solidFill>
                  <a:schemeClr val="accent5">
                    <a:lumMod val="75000"/>
                  </a:schemeClr>
                </a:solidFill>
              </a:rPr>
              <a:t>*输入参数：</a:t>
            </a:r>
            <a:r>
              <a:rPr lang="en-US" sz="1400" b="1" dirty="0" err="1">
                <a:solidFill>
                  <a:schemeClr val="accent5">
                    <a:lumMod val="75000"/>
                  </a:schemeClr>
                </a:solidFill>
              </a:rPr>
              <a:t>nCount</a:t>
            </a:r>
            <a:endParaRPr lang="en-US" sz="1400" b="1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*</a:t>
            </a:r>
            <a:r>
              <a:rPr lang="zh-CN" altLang="en-US" sz="1400" b="1" dirty="0">
                <a:solidFill>
                  <a:schemeClr val="accent5">
                    <a:lumMod val="75000"/>
                  </a:schemeClr>
                </a:solidFill>
              </a:rPr>
              <a:t>输出参数：无</a:t>
            </a:r>
          </a:p>
          <a:p>
            <a:r>
              <a:rPr lang="zh-CN" altLang="en-US" sz="1400" b="1" dirty="0">
                <a:solidFill>
                  <a:schemeClr val="accent5">
                    <a:lumMod val="75000"/>
                  </a:schemeClr>
                </a:solidFill>
              </a:rPr>
              <a:t>*</a:t>
            </a:r>
            <a:r>
              <a:rPr lang="en-US" altLang="zh-CN" sz="1400" b="1" dirty="0">
                <a:solidFill>
                  <a:schemeClr val="accent5">
                    <a:lumMod val="75000"/>
                  </a:schemeClr>
                </a:solidFill>
              </a:rPr>
              <a:t>/</a:t>
            </a:r>
          </a:p>
          <a:p>
            <a:r>
              <a:rPr lang="en-US" sz="1600" b="1" dirty="0"/>
              <a:t>void Delay(__IO u32 </a:t>
            </a:r>
            <a:r>
              <a:rPr lang="en-US" sz="1600" b="1" dirty="0" err="1"/>
              <a:t>nCount</a:t>
            </a:r>
            <a:r>
              <a:rPr lang="en-US" sz="1600" b="1" dirty="0"/>
              <a:t>)</a:t>
            </a:r>
          </a:p>
          <a:p>
            <a:r>
              <a:rPr lang="en-US" sz="1600" b="1" dirty="0"/>
              <a:t>{</a:t>
            </a:r>
          </a:p>
          <a:p>
            <a:r>
              <a:rPr lang="en-US" sz="1600" b="1" dirty="0" smtClean="0"/>
              <a:t>      for</a:t>
            </a:r>
            <a:r>
              <a:rPr lang="en-US" sz="1600" b="1" dirty="0"/>
              <a:t>(;</a:t>
            </a:r>
            <a:r>
              <a:rPr lang="en-US" sz="1600" b="1" dirty="0" err="1"/>
              <a:t>nCount</a:t>
            </a:r>
            <a:r>
              <a:rPr lang="en-US" sz="1600" b="1" dirty="0"/>
              <a:t> !=0;nCount--);</a:t>
            </a:r>
          </a:p>
          <a:p>
            <a:r>
              <a:rPr lang="en-US" sz="1600" b="1" dirty="0"/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55976" y="1203597"/>
            <a:ext cx="4464496" cy="3416320"/>
          </a:xfrm>
          <a:prstGeom prst="rect">
            <a:avLst/>
          </a:prstGeom>
          <a:noFill/>
          <a:ln w="1905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 dirty="0" err="1"/>
              <a:t>int</a:t>
            </a:r>
            <a:r>
              <a:rPr lang="en-US" sz="1600" b="1" dirty="0"/>
              <a:t> main(void)</a:t>
            </a:r>
          </a:p>
          <a:p>
            <a:r>
              <a:rPr lang="en-US" sz="1600" b="1" dirty="0"/>
              <a:t>{</a:t>
            </a:r>
          </a:p>
          <a:p>
            <a:r>
              <a:rPr lang="en-US" sz="1600" b="1" dirty="0"/>
              <a:t> </a:t>
            </a:r>
            <a:r>
              <a:rPr lang="en-US" sz="1600" b="1" dirty="0" smtClean="0"/>
              <a:t>     </a:t>
            </a:r>
            <a:r>
              <a:rPr lang="en-US" sz="1600" b="1" dirty="0" err="1" smtClean="0"/>
              <a:t>LED_Init</a:t>
            </a:r>
            <a:r>
              <a:rPr lang="en-US" sz="1600" b="1" dirty="0"/>
              <a:t>();</a:t>
            </a:r>
          </a:p>
          <a:p>
            <a:r>
              <a:rPr lang="en-US" sz="1600" b="1" dirty="0" smtClean="0"/>
              <a:t>      while(1</a:t>
            </a:r>
            <a:r>
              <a:rPr lang="en-US" sz="1600" b="1" dirty="0"/>
              <a:t>)</a:t>
            </a:r>
          </a:p>
          <a:p>
            <a:r>
              <a:rPr lang="en-US" sz="1600" b="1" dirty="0" smtClean="0"/>
              <a:t>      {   </a:t>
            </a:r>
            <a:r>
              <a:rPr lang="en-US" sz="1600" b="1" dirty="0" err="1"/>
              <a:t>GPIO_SetBits</a:t>
            </a:r>
            <a:r>
              <a:rPr lang="en-US" sz="1600" b="1" dirty="0"/>
              <a:t>(GPIOB,GPIO_Pin_5); </a:t>
            </a:r>
            <a:endParaRPr lang="en-US" sz="1600" b="1" dirty="0" smtClean="0"/>
          </a:p>
          <a:p>
            <a:r>
              <a:rPr lang="en-US" sz="1200" b="1" dirty="0" smtClean="0">
                <a:solidFill>
                  <a:schemeClr val="accent5">
                    <a:lumMod val="75000"/>
                  </a:schemeClr>
                </a:solidFill>
              </a:rPr>
              <a:t>              //</a:t>
            </a:r>
            <a:r>
              <a:rPr lang="zh-CN" altLang="en-US" sz="1200" b="1" dirty="0">
                <a:solidFill>
                  <a:schemeClr val="accent5">
                    <a:lumMod val="75000"/>
                  </a:schemeClr>
                </a:solidFill>
              </a:rPr>
              <a:t>调用</a:t>
            </a:r>
            <a:r>
              <a:rPr lang="en-US" sz="1200" b="1" dirty="0" err="1">
                <a:solidFill>
                  <a:schemeClr val="accent5">
                    <a:lumMod val="75000"/>
                  </a:schemeClr>
                </a:solidFill>
              </a:rPr>
              <a:t>GPIO_SetBits</a:t>
            </a:r>
            <a:r>
              <a:rPr lang="zh-CN" altLang="en-US" sz="1200" b="1" dirty="0">
                <a:solidFill>
                  <a:schemeClr val="accent5">
                    <a:lumMod val="75000"/>
                  </a:schemeClr>
                </a:solidFill>
              </a:rPr>
              <a:t>函数，将</a:t>
            </a: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PB5</a:t>
            </a:r>
            <a:r>
              <a:rPr lang="zh-CN" altLang="en-US" sz="1200" b="1" dirty="0">
                <a:solidFill>
                  <a:schemeClr val="accent5">
                    <a:lumMod val="75000"/>
                  </a:schemeClr>
                </a:solidFill>
              </a:rPr>
              <a:t>置为高电平，熄灭</a:t>
            </a: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LED</a:t>
            </a:r>
          </a:p>
          <a:p>
            <a:r>
              <a:rPr lang="en-US" sz="1600" b="1" dirty="0" smtClean="0"/>
              <a:t>           Delay(720000</a:t>
            </a:r>
            <a:r>
              <a:rPr lang="en-US" sz="1600" b="1" dirty="0"/>
              <a:t>);   </a:t>
            </a:r>
            <a:endParaRPr lang="en-US" sz="1600" b="1" dirty="0" smtClean="0"/>
          </a:p>
          <a:p>
            <a:r>
              <a:rPr lang="en-US" sz="1600" b="1" dirty="0"/>
              <a:t> </a:t>
            </a:r>
            <a:r>
              <a:rPr lang="en-US" sz="1600" b="1" dirty="0" smtClean="0"/>
              <a:t>          </a:t>
            </a:r>
            <a:r>
              <a:rPr lang="en-US" sz="1200" b="1" dirty="0" smtClean="0">
                <a:solidFill>
                  <a:schemeClr val="accent5">
                    <a:lumMod val="75000"/>
                  </a:schemeClr>
                </a:solidFill>
              </a:rPr>
              <a:t>//</a:t>
            </a:r>
            <a:r>
              <a:rPr lang="zh-CN" altLang="en-US" sz="1200" b="1" dirty="0">
                <a:solidFill>
                  <a:schemeClr val="accent5">
                    <a:lumMod val="75000"/>
                  </a:schemeClr>
                </a:solidFill>
              </a:rPr>
              <a:t>调用延迟函数，延迟</a:t>
            </a:r>
            <a:r>
              <a:rPr lang="en-US" altLang="zh-CN" sz="1200" b="1" dirty="0" smtClean="0">
                <a:solidFill>
                  <a:schemeClr val="accent5">
                    <a:lumMod val="75000"/>
                  </a:schemeClr>
                </a:solidFill>
              </a:rPr>
              <a:t>10</a:t>
            </a:r>
            <a:r>
              <a:rPr lang="en-US" sz="1200" b="1" dirty="0" smtClean="0">
                <a:solidFill>
                  <a:schemeClr val="accent5">
                    <a:lumMod val="75000"/>
                  </a:schemeClr>
                </a:solidFill>
              </a:rPr>
              <a:t>ms</a:t>
            </a:r>
            <a:r>
              <a:rPr lang="en-US" sz="1600" b="1" dirty="0" smtClean="0"/>
              <a:t>  </a:t>
            </a:r>
          </a:p>
          <a:p>
            <a:r>
              <a:rPr lang="en-US" sz="1600" b="1" dirty="0"/>
              <a:t> </a:t>
            </a:r>
            <a:r>
              <a:rPr lang="en-US" sz="1600" b="1" dirty="0" smtClean="0"/>
              <a:t>          </a:t>
            </a:r>
            <a:r>
              <a:rPr lang="en-US" sz="1600" b="1" dirty="0" err="1" smtClean="0"/>
              <a:t>GPIO_ResetBits</a:t>
            </a:r>
            <a:r>
              <a:rPr lang="en-US" sz="1600" b="1" dirty="0" smtClean="0"/>
              <a:t>(GPIOB,GPIO_Pin_5</a:t>
            </a:r>
            <a:r>
              <a:rPr lang="en-US" sz="1600" b="1" dirty="0"/>
              <a:t>); </a:t>
            </a:r>
            <a:endParaRPr lang="en-US" sz="1600" b="1" dirty="0" smtClean="0"/>
          </a:p>
          <a:p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1200" b="1" dirty="0" smtClean="0">
                <a:solidFill>
                  <a:schemeClr val="accent5">
                    <a:lumMod val="75000"/>
                  </a:schemeClr>
                </a:solidFill>
              </a:rPr>
              <a:t>              //</a:t>
            </a:r>
            <a:r>
              <a:rPr lang="zh-CN" altLang="en-US" sz="1200" b="1" dirty="0">
                <a:solidFill>
                  <a:schemeClr val="accent5">
                    <a:lumMod val="75000"/>
                  </a:schemeClr>
                </a:solidFill>
              </a:rPr>
              <a:t>调用</a:t>
            </a:r>
            <a:r>
              <a:rPr lang="en-US" sz="1200" b="1" dirty="0" err="1">
                <a:solidFill>
                  <a:schemeClr val="accent5">
                    <a:lumMod val="75000"/>
                  </a:schemeClr>
                </a:solidFill>
              </a:rPr>
              <a:t>GPIO_ReSetBits</a:t>
            </a:r>
            <a:r>
              <a:rPr lang="zh-CN" altLang="en-US" sz="1200" b="1" dirty="0">
                <a:solidFill>
                  <a:schemeClr val="accent5">
                    <a:lumMod val="75000"/>
                  </a:schemeClr>
                </a:solidFill>
              </a:rPr>
              <a:t>函数，将</a:t>
            </a: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PB5</a:t>
            </a:r>
            <a:r>
              <a:rPr lang="zh-CN" altLang="en-US" sz="1200" b="1" dirty="0">
                <a:solidFill>
                  <a:schemeClr val="accent5">
                    <a:lumMod val="75000"/>
                  </a:schemeClr>
                </a:solidFill>
              </a:rPr>
              <a:t>置为低电平，点亮</a:t>
            </a:r>
            <a:r>
              <a:rPr lang="en-US" sz="1200" b="1" dirty="0" smtClean="0">
                <a:solidFill>
                  <a:schemeClr val="accent5">
                    <a:lumMod val="75000"/>
                  </a:schemeClr>
                </a:solidFill>
              </a:rPr>
              <a:t>LED</a:t>
            </a:r>
          </a:p>
          <a:p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1200" b="1" dirty="0" smtClean="0">
                <a:solidFill>
                  <a:schemeClr val="accent5">
                    <a:lumMod val="75000"/>
                  </a:schemeClr>
                </a:solidFill>
              </a:rPr>
              <a:t>             </a:t>
            </a:r>
            <a:r>
              <a:rPr lang="en-US" sz="1600" b="1" dirty="0" smtClean="0"/>
              <a:t>Delay(720000</a:t>
            </a:r>
            <a:r>
              <a:rPr lang="en-US" sz="1600" b="1" dirty="0"/>
              <a:t>);	 </a:t>
            </a:r>
            <a:endParaRPr lang="en-US" sz="1600" b="1" dirty="0" smtClean="0"/>
          </a:p>
          <a:p>
            <a:r>
              <a:rPr lang="en-US" sz="1600" b="1" dirty="0"/>
              <a:t> </a:t>
            </a:r>
            <a:r>
              <a:rPr lang="en-US" sz="1600" b="1" dirty="0" smtClean="0"/>
              <a:t>          </a:t>
            </a: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//</a:t>
            </a:r>
            <a:r>
              <a:rPr lang="zh-CN" altLang="en-US" sz="1200" b="1" dirty="0">
                <a:solidFill>
                  <a:schemeClr val="accent5">
                    <a:lumMod val="75000"/>
                  </a:schemeClr>
                </a:solidFill>
              </a:rPr>
              <a:t>调用延迟函数，延迟</a:t>
            </a:r>
            <a:r>
              <a:rPr lang="en-US" altLang="zh-CN" sz="1200" b="1" dirty="0" smtClean="0">
                <a:solidFill>
                  <a:schemeClr val="accent5">
                    <a:lumMod val="75000"/>
                  </a:schemeClr>
                </a:solidFill>
              </a:rPr>
              <a:t>10</a:t>
            </a:r>
            <a:r>
              <a:rPr lang="en-US" sz="1200" b="1" dirty="0" smtClean="0">
                <a:solidFill>
                  <a:schemeClr val="accent5">
                    <a:lumMod val="75000"/>
                  </a:schemeClr>
                </a:solidFill>
              </a:rPr>
              <a:t>ms</a:t>
            </a:r>
          </a:p>
          <a:p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1200" b="1" dirty="0" smtClean="0">
                <a:solidFill>
                  <a:schemeClr val="accent5">
                    <a:lumMod val="75000"/>
                  </a:schemeClr>
                </a:solidFill>
              </a:rPr>
              <a:t>       </a:t>
            </a:r>
            <a:r>
              <a:rPr lang="en-US" sz="1600" b="1" dirty="0" smtClean="0"/>
              <a:t>}</a:t>
            </a:r>
            <a:endParaRPr lang="en-US" sz="1600" b="1" dirty="0"/>
          </a:p>
          <a:p>
            <a:r>
              <a:rPr lang="en-US" sz="1600" b="1" dirty="0" smtClean="0"/>
              <a:t>} </a:t>
            </a:r>
            <a:endParaRPr lang="en-US" sz="1600" b="1" dirty="0"/>
          </a:p>
        </p:txBody>
      </p:sp>
      <p:sp>
        <p:nvSpPr>
          <p:cNvPr id="2" name="矩形 1"/>
          <p:cNvSpPr/>
          <p:nvPr/>
        </p:nvSpPr>
        <p:spPr>
          <a:xfrm>
            <a:off x="5220072" y="444020"/>
            <a:ext cx="19848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altLang="zh-CN" b="1" dirty="0" err="1">
                <a:solidFill>
                  <a:srgbClr val="C00000"/>
                </a:solidFill>
              </a:rPr>
              <a:t>main.c</a:t>
            </a:r>
            <a:r>
              <a:rPr lang="zh-CN" altLang="en-US" b="1" dirty="0">
                <a:solidFill>
                  <a:srgbClr val="C00000"/>
                </a:solidFill>
              </a:rPr>
              <a:t>文件的代码</a:t>
            </a:r>
          </a:p>
        </p:txBody>
      </p:sp>
      <p:sp>
        <p:nvSpPr>
          <p:cNvPr id="8" name="矩形 7"/>
          <p:cNvSpPr/>
          <p:nvPr/>
        </p:nvSpPr>
        <p:spPr>
          <a:xfrm>
            <a:off x="1" y="339503"/>
            <a:ext cx="4500561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35497" y="339503"/>
            <a:ext cx="43924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solidFill>
                  <a:schemeClr val="bg1"/>
                </a:solidFill>
              </a:rPr>
              <a:t> </a:t>
            </a:r>
            <a:r>
              <a:rPr lang="en-US" altLang="zh-CN" sz="2400" b="1" dirty="0">
                <a:solidFill>
                  <a:schemeClr val="bg1"/>
                </a:solidFill>
              </a:rPr>
              <a:t>5.3.2 </a:t>
            </a:r>
            <a:r>
              <a:rPr lang="en-US" altLang="zh-CN" sz="2400" b="1" dirty="0">
                <a:solidFill>
                  <a:schemeClr val="bg1"/>
                </a:solidFill>
              </a:rPr>
              <a:t>GPIO</a:t>
            </a:r>
            <a:r>
              <a:rPr lang="zh-CN" altLang="en-US" sz="2400" b="1" dirty="0">
                <a:solidFill>
                  <a:schemeClr val="bg1"/>
                </a:solidFill>
              </a:rPr>
              <a:t>标准外设库应用实例</a:t>
            </a:r>
            <a:endParaRPr lang="zh-CN" altLang="en-US" sz="2400" b="1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2402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3" name="图示 2"/>
          <p:cNvGraphicFramePr/>
          <p:nvPr>
            <p:extLst>
              <p:ext uri="{D42A27DB-BD31-4B8C-83A1-F6EECF244321}">
                <p14:modId xmlns:p14="http://schemas.microsoft.com/office/powerpoint/2010/main" val="1861765994"/>
              </p:ext>
            </p:extLst>
          </p:nvPr>
        </p:nvGraphicFramePr>
        <p:xfrm>
          <a:off x="251520" y="1131590"/>
          <a:ext cx="3960440" cy="37444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9" name="图片 8" descr="C:\Users\Administrator\Desktop\Snipaste_2019-03-13_09-41-25.png"/>
          <p:cNvPicPr/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7984" y="1347614"/>
            <a:ext cx="4326255" cy="291211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矩形 7"/>
          <p:cNvSpPr/>
          <p:nvPr/>
        </p:nvSpPr>
        <p:spPr>
          <a:xfrm>
            <a:off x="1" y="339503"/>
            <a:ext cx="4500561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35497" y="339503"/>
            <a:ext cx="43924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solidFill>
                  <a:schemeClr val="bg1"/>
                </a:solidFill>
              </a:rPr>
              <a:t> </a:t>
            </a:r>
            <a:r>
              <a:rPr lang="en-US" altLang="zh-CN" sz="2400" b="1" dirty="0">
                <a:solidFill>
                  <a:schemeClr val="bg1"/>
                </a:solidFill>
              </a:rPr>
              <a:t>5.3.2 </a:t>
            </a:r>
            <a:r>
              <a:rPr lang="en-US" altLang="zh-CN" sz="2400" b="1" dirty="0">
                <a:solidFill>
                  <a:schemeClr val="bg1"/>
                </a:solidFill>
              </a:rPr>
              <a:t>GPIO</a:t>
            </a:r>
            <a:r>
              <a:rPr lang="zh-CN" altLang="en-US" sz="2400" b="1" dirty="0">
                <a:solidFill>
                  <a:schemeClr val="bg1"/>
                </a:solidFill>
              </a:rPr>
              <a:t>标准外设库应用实例</a:t>
            </a:r>
            <a:endParaRPr lang="zh-CN" altLang="en-US" sz="2400" b="1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2943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2" y="339503"/>
            <a:ext cx="5436094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89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35496" y="339503"/>
            <a:ext cx="54006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solidFill>
                  <a:schemeClr val="bg1"/>
                </a:solidFill>
              </a:rPr>
              <a:t> </a:t>
            </a:r>
            <a:r>
              <a:rPr lang="en-US" altLang="zh-CN" sz="2400" b="1" dirty="0">
                <a:solidFill>
                  <a:schemeClr val="bg1"/>
                </a:solidFill>
              </a:rPr>
              <a:t>5.3.3 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基于</a:t>
            </a:r>
            <a:r>
              <a:rPr lang="zh-CN" altLang="en-US" sz="2400" b="1" dirty="0">
                <a:solidFill>
                  <a:schemeClr val="bg1"/>
                </a:solidFill>
              </a:rPr>
              <a:t>标准外设库开发的一般流程</a:t>
            </a:r>
            <a:endParaRPr lang="zh-CN" altLang="en-US" sz="2400" b="1" dirty="0" smtClean="0">
              <a:solidFill>
                <a:schemeClr val="bg1"/>
              </a:solidFill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9462258"/>
              </p:ext>
            </p:extLst>
          </p:nvPr>
        </p:nvGraphicFramePr>
        <p:xfrm>
          <a:off x="539552" y="845507"/>
          <a:ext cx="2902675" cy="41708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30" name="Visio" r:id="rId3" imgW="2464443" imgH="3555850" progId="Visio.Drawing.11">
                  <p:embed/>
                </p:oleObj>
              </mc:Choice>
              <mc:Fallback>
                <p:oleObj name="Visio" r:id="rId3" imgW="2464443" imgH="3555850" progId="Visio.Drawing.11">
                  <p:embed/>
                  <p:pic>
                    <p:nvPicPr>
                      <p:cNvPr id="0" name="Picture 7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552" y="845507"/>
                        <a:ext cx="2902675" cy="417083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下箭头 5"/>
          <p:cNvSpPr/>
          <p:nvPr/>
        </p:nvSpPr>
        <p:spPr>
          <a:xfrm>
            <a:off x="3707904" y="1131590"/>
            <a:ext cx="1080120" cy="3816424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4089208" y="1347614"/>
            <a:ext cx="288032" cy="288032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5024660" y="1131590"/>
            <a:ext cx="1275530" cy="61206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b="1" dirty="0"/>
              <a:t>开启相应外设时钟</a:t>
            </a:r>
            <a:endParaRPr lang="zh-CN" altLang="zh-CN" dirty="0"/>
          </a:p>
        </p:txBody>
      </p:sp>
      <p:sp>
        <p:nvSpPr>
          <p:cNvPr id="14" name="椭圆 13"/>
          <p:cNvSpPr/>
          <p:nvPr/>
        </p:nvSpPr>
        <p:spPr>
          <a:xfrm>
            <a:off x="4085931" y="1995686"/>
            <a:ext cx="288032" cy="288032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5021383" y="1851670"/>
            <a:ext cx="1278808" cy="576064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b="1" dirty="0" smtClean="0"/>
              <a:t>确定</a:t>
            </a:r>
            <a:endParaRPr lang="en-US" altLang="zh-CN" b="1" dirty="0" smtClean="0"/>
          </a:p>
          <a:p>
            <a:pPr algn="ctr"/>
            <a:r>
              <a:rPr lang="zh-CN" altLang="zh-CN" b="1" dirty="0" smtClean="0"/>
              <a:t>功能</a:t>
            </a:r>
            <a:r>
              <a:rPr lang="zh-CN" altLang="zh-CN" b="1" dirty="0"/>
              <a:t>引脚</a:t>
            </a:r>
            <a:endParaRPr lang="zh-CN" altLang="zh-CN" dirty="0"/>
          </a:p>
        </p:txBody>
      </p:sp>
      <p:sp>
        <p:nvSpPr>
          <p:cNvPr id="16" name="椭圆 15"/>
          <p:cNvSpPr/>
          <p:nvPr/>
        </p:nvSpPr>
        <p:spPr>
          <a:xfrm>
            <a:off x="4085931" y="2665022"/>
            <a:ext cx="288032" cy="288032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5021382" y="2521006"/>
            <a:ext cx="1278809" cy="57606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b="1" dirty="0" smtClean="0"/>
              <a:t>初始化</a:t>
            </a:r>
            <a:endParaRPr lang="en-US" altLang="zh-CN" b="1" dirty="0" smtClean="0"/>
          </a:p>
          <a:p>
            <a:pPr algn="ctr"/>
            <a:r>
              <a:rPr lang="zh-CN" altLang="zh-CN" b="1" dirty="0" smtClean="0"/>
              <a:t>外设</a:t>
            </a:r>
            <a:r>
              <a:rPr lang="zh-CN" altLang="zh-CN" b="1" dirty="0"/>
              <a:t>硬件</a:t>
            </a:r>
            <a:endParaRPr lang="zh-CN" altLang="zh-CN" dirty="0"/>
          </a:p>
        </p:txBody>
      </p:sp>
      <p:sp>
        <p:nvSpPr>
          <p:cNvPr id="18" name="椭圆 17"/>
          <p:cNvSpPr/>
          <p:nvPr/>
        </p:nvSpPr>
        <p:spPr>
          <a:xfrm>
            <a:off x="4085930" y="3363838"/>
            <a:ext cx="288032" cy="288032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5021382" y="3219822"/>
            <a:ext cx="1278808" cy="57606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b="1" dirty="0"/>
              <a:t>应用功能实现</a:t>
            </a:r>
            <a:endParaRPr lang="zh-CN" altLang="zh-CN" dirty="0"/>
          </a:p>
        </p:txBody>
      </p:sp>
      <p:sp>
        <p:nvSpPr>
          <p:cNvPr id="20" name="椭圆 19"/>
          <p:cNvSpPr/>
          <p:nvPr/>
        </p:nvSpPr>
        <p:spPr>
          <a:xfrm>
            <a:off x="4085930" y="4033174"/>
            <a:ext cx="288032" cy="288032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5021381" y="3889158"/>
            <a:ext cx="1278809" cy="91484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b="1" dirty="0"/>
              <a:t>若有中断，编写中断服务函数</a:t>
            </a:r>
            <a:endParaRPr lang="zh-CN" altLang="zh-CN" dirty="0"/>
          </a:p>
        </p:txBody>
      </p:sp>
      <p:sp>
        <p:nvSpPr>
          <p:cNvPr id="22" name="矩形 21"/>
          <p:cNvSpPr/>
          <p:nvPr/>
        </p:nvSpPr>
        <p:spPr>
          <a:xfrm>
            <a:off x="6804247" y="1347614"/>
            <a:ext cx="1872208" cy="5040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zh-CN" sz="1600" b="1" dirty="0">
                <a:solidFill>
                  <a:schemeClr val="tx1"/>
                </a:solidFill>
              </a:rPr>
              <a:t>开启相应外设时钟</a:t>
            </a:r>
            <a:endParaRPr lang="zh-CN" altLang="zh-CN" sz="1600" dirty="0">
              <a:solidFill>
                <a:schemeClr val="tx1"/>
              </a:solidFill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6804248" y="2283718"/>
            <a:ext cx="1872208" cy="100811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zh-CN" sz="1600" b="1" dirty="0">
                <a:solidFill>
                  <a:schemeClr val="tx1"/>
                </a:solidFill>
              </a:rPr>
              <a:t>配置外设功能参数，调用初始化函数，初始化外设相关的参数</a:t>
            </a:r>
            <a:endParaRPr lang="zh-CN" altLang="zh-CN" sz="1600" dirty="0">
              <a:solidFill>
                <a:schemeClr val="tx1"/>
              </a:solidFill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6804247" y="3711401"/>
            <a:ext cx="1872208" cy="57606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1600" b="1" dirty="0">
                <a:solidFill>
                  <a:schemeClr val="tx1"/>
                </a:solidFill>
              </a:rPr>
              <a:t>使能相应的外设</a:t>
            </a:r>
            <a:endParaRPr lang="zh-CN" altLang="zh-CN" sz="1600" dirty="0">
              <a:solidFill>
                <a:schemeClr val="tx1"/>
              </a:solidFill>
            </a:endParaRPr>
          </a:p>
        </p:txBody>
      </p:sp>
      <p:sp>
        <p:nvSpPr>
          <p:cNvPr id="13" name="左大括号 12"/>
          <p:cNvSpPr/>
          <p:nvPr/>
        </p:nvSpPr>
        <p:spPr>
          <a:xfrm>
            <a:off x="6372199" y="1635646"/>
            <a:ext cx="360040" cy="2304256"/>
          </a:xfrm>
          <a:prstGeom prst="leftBrace">
            <a:avLst>
              <a:gd name="adj1" fmla="val 43771"/>
              <a:gd name="adj2" fmla="val 50000"/>
            </a:avLst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下箭头 26"/>
          <p:cNvSpPr/>
          <p:nvPr/>
        </p:nvSpPr>
        <p:spPr>
          <a:xfrm>
            <a:off x="7596336" y="3392190"/>
            <a:ext cx="144016" cy="288032"/>
          </a:xfrm>
          <a:prstGeom prst="downArrow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下箭头 28"/>
          <p:cNvSpPr/>
          <p:nvPr/>
        </p:nvSpPr>
        <p:spPr>
          <a:xfrm>
            <a:off x="7596335" y="1923678"/>
            <a:ext cx="144016" cy="288032"/>
          </a:xfrm>
          <a:prstGeom prst="downArrow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930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" y="339503"/>
            <a:ext cx="5333740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35496" y="339502"/>
            <a:ext cx="529824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5.4 GPIO</a:t>
            </a:r>
            <a:r>
              <a:rPr lang="zh-CN" altLang="en-US" sz="2400" b="1" dirty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模块的</a:t>
            </a:r>
            <a:r>
              <a:rPr lang="en-US" altLang="zh-CN" sz="2400" b="1" dirty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HAL</a:t>
            </a:r>
            <a:r>
              <a:rPr lang="zh-CN" altLang="en-US" sz="2400" b="1" dirty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库接口函数及应用</a:t>
            </a:r>
            <a:endParaRPr lang="zh-CN" altLang="en-US" sz="2400" b="1" dirty="0" smtClean="0">
              <a:solidFill>
                <a:schemeClr val="bg1"/>
              </a:solidFill>
              <a:latin typeface="黑体" pitchFamily="49" charset="-122"/>
              <a:ea typeface="黑体" pitchFamily="49" charset="-122"/>
            </a:endParaRPr>
          </a:p>
        </p:txBody>
      </p:sp>
      <p:graphicFrame>
        <p:nvGraphicFramePr>
          <p:cNvPr id="6" name="内容占位符 9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04229680"/>
              </p:ext>
            </p:extLst>
          </p:nvPr>
        </p:nvGraphicFramePr>
        <p:xfrm>
          <a:off x="1357290" y="1571618"/>
          <a:ext cx="7098012" cy="24385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69092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339503"/>
            <a:ext cx="4067943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35496" y="339502"/>
            <a:ext cx="39677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 smtClean="0">
                <a:solidFill>
                  <a:schemeClr val="bg1"/>
                </a:solidFill>
              </a:rPr>
              <a:t> </a:t>
            </a:r>
            <a:r>
              <a:rPr lang="en-US" altLang="zh-CN" sz="2400" b="1" dirty="0">
                <a:solidFill>
                  <a:schemeClr val="bg1"/>
                </a:solidFill>
              </a:rPr>
              <a:t>5.4.1 </a:t>
            </a:r>
            <a:r>
              <a:rPr lang="en-US" altLang="zh-CN" sz="2400" b="1" dirty="0" smtClean="0">
                <a:solidFill>
                  <a:schemeClr val="bg1"/>
                </a:solidFill>
              </a:rPr>
              <a:t>GPIO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的</a:t>
            </a:r>
            <a:r>
              <a:rPr lang="en-US" altLang="zh-CN" sz="2400" b="1" dirty="0" smtClean="0">
                <a:solidFill>
                  <a:schemeClr val="bg1"/>
                </a:solidFill>
              </a:rPr>
              <a:t>HAL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库接口</a:t>
            </a:r>
            <a:r>
              <a:rPr lang="zh-CN" altLang="en-US" sz="2400" b="1" dirty="0">
                <a:solidFill>
                  <a:schemeClr val="bg1"/>
                </a:solidFill>
              </a:rPr>
              <a:t>函数</a:t>
            </a:r>
            <a:endParaRPr lang="zh-CN" altLang="en-US" sz="2400" b="1" dirty="0" smtClean="0">
              <a:solidFill>
                <a:schemeClr val="bg1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5868144" y="1275606"/>
            <a:ext cx="2808312" cy="27853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sz="2000" b="1" dirty="0" smtClean="0"/>
              <a:t>     </a:t>
            </a:r>
            <a:r>
              <a:rPr lang="en-US" altLang="zh-CN" sz="2000" b="1" dirty="0"/>
              <a:t>GPIO</a:t>
            </a:r>
            <a:r>
              <a:rPr lang="zh-CN" altLang="en-US" sz="2000" b="1" dirty="0"/>
              <a:t>的</a:t>
            </a:r>
            <a:r>
              <a:rPr lang="en-US" altLang="zh-CN" sz="2000" b="1" dirty="0"/>
              <a:t>HAL</a:t>
            </a:r>
            <a:r>
              <a:rPr lang="zh-CN" altLang="en-US" sz="2000" b="1" dirty="0"/>
              <a:t>库接口函数的源码在源文件</a:t>
            </a:r>
            <a:r>
              <a:rPr lang="en-US" altLang="zh-CN" sz="2000" b="1" dirty="0"/>
              <a:t>stm32f1xx_hal_gpio.c</a:t>
            </a:r>
            <a:r>
              <a:rPr lang="zh-CN" altLang="en-US" sz="2000" b="1" dirty="0"/>
              <a:t>中，其对应的头文件</a:t>
            </a:r>
            <a:r>
              <a:rPr lang="en-US" altLang="zh-CN" sz="2000" b="1" dirty="0"/>
              <a:t>stm32f1xx_hal_gpio.h</a:t>
            </a:r>
            <a:r>
              <a:rPr lang="zh-CN" altLang="en-US" sz="2000" b="1" dirty="0"/>
              <a:t>声明了</a:t>
            </a:r>
            <a:r>
              <a:rPr lang="en-US" altLang="zh-CN" sz="2000" b="1" dirty="0"/>
              <a:t>GPIO</a:t>
            </a:r>
            <a:r>
              <a:rPr lang="zh-CN" altLang="en-US" sz="2000" b="1" dirty="0"/>
              <a:t>所有的库函数，共</a:t>
            </a:r>
            <a:r>
              <a:rPr lang="en-US" altLang="zh-CN" sz="2000" b="1" dirty="0">
                <a:solidFill>
                  <a:srgbClr val="CD7371"/>
                </a:solidFill>
              </a:rPr>
              <a:t>8</a:t>
            </a:r>
            <a:r>
              <a:rPr lang="zh-CN" altLang="en-US" sz="2000" b="1" dirty="0" smtClean="0"/>
              <a:t>种。</a:t>
            </a:r>
            <a:endParaRPr lang="zh-CN" altLang="en-US" sz="2000" b="1" dirty="0"/>
          </a:p>
        </p:txBody>
      </p:sp>
      <p:pic>
        <p:nvPicPr>
          <p:cNvPr id="7" name="图片 6" descr="F:\教材编写2019-8-刘\第5章图片\2019-08-16_110726.pn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285766"/>
            <a:ext cx="5328591" cy="295586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12205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339503"/>
            <a:ext cx="4139951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35496" y="339502"/>
            <a:ext cx="39677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 smtClean="0">
                <a:solidFill>
                  <a:schemeClr val="bg1"/>
                </a:solidFill>
              </a:rPr>
              <a:t> </a:t>
            </a:r>
            <a:r>
              <a:rPr lang="en-US" altLang="zh-CN" sz="2400" b="1" dirty="0">
                <a:solidFill>
                  <a:schemeClr val="bg1"/>
                </a:solidFill>
              </a:rPr>
              <a:t>5.4.1 GPIO</a:t>
            </a:r>
            <a:r>
              <a:rPr lang="zh-CN" altLang="en-US" sz="2400" b="1" dirty="0">
                <a:solidFill>
                  <a:schemeClr val="bg1"/>
                </a:solidFill>
              </a:rPr>
              <a:t>的</a:t>
            </a:r>
            <a:r>
              <a:rPr lang="en-US" altLang="zh-CN" sz="2400" b="1" dirty="0">
                <a:solidFill>
                  <a:schemeClr val="bg1"/>
                </a:solidFill>
              </a:rPr>
              <a:t>HAL</a:t>
            </a:r>
            <a:r>
              <a:rPr lang="zh-CN" altLang="en-US" sz="2400" b="1" dirty="0">
                <a:solidFill>
                  <a:schemeClr val="bg1"/>
                </a:solidFill>
              </a:rPr>
              <a:t>库接口函数</a:t>
            </a: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1046789"/>
              </p:ext>
            </p:extLst>
          </p:nvPr>
        </p:nvGraphicFramePr>
        <p:xfrm>
          <a:off x="899592" y="1203598"/>
          <a:ext cx="7416824" cy="331236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96144"/>
                <a:gridCol w="2592288"/>
                <a:gridCol w="3528392"/>
              </a:tblGrid>
              <a:tr h="51905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effectLst/>
                        </a:rPr>
                        <a:t>类型</a:t>
                      </a:r>
                      <a:endParaRPr lang="zh-CN" sz="1800" b="1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effectLst/>
                        </a:rPr>
                        <a:t>函数原型</a:t>
                      </a:r>
                      <a:endParaRPr lang="zh-CN" sz="1800" b="1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effectLst/>
                        </a:rPr>
                        <a:t>功能描述</a:t>
                      </a:r>
                      <a:endParaRPr lang="zh-CN" sz="1800" b="1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349164"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100" dirty="0">
                          <a:effectLst/>
                        </a:rPr>
                        <a:t>初始化及复位函数</a:t>
                      </a:r>
                      <a:endParaRPr lang="zh-CN" sz="1800" b="1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HAL_GPIO_Init()</a:t>
                      </a:r>
                      <a:endParaRPr lang="zh-CN" sz="18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GPIO</a:t>
                      </a:r>
                      <a:r>
                        <a:rPr lang="zh-CN" sz="1400" b="1" kern="100" dirty="0">
                          <a:effectLst/>
                        </a:rPr>
                        <a:t>初始化函数</a:t>
                      </a:r>
                      <a:endParaRPr lang="zh-CN" sz="1800" b="1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349164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 dirty="0" err="1">
                          <a:effectLst/>
                        </a:rPr>
                        <a:t>HAL_GPIO_DeInit</a:t>
                      </a:r>
                      <a:r>
                        <a:rPr lang="en-US" sz="1400" b="1" kern="100" dirty="0">
                          <a:effectLst/>
                        </a:rPr>
                        <a:t>()</a:t>
                      </a:r>
                      <a:endParaRPr lang="zh-CN" sz="1800" b="1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b="1" kern="100" dirty="0">
                          <a:effectLst/>
                        </a:rPr>
                        <a:t>复位选定的端口引脚到初始状态</a:t>
                      </a:r>
                      <a:endParaRPr lang="zh-CN" sz="1800" b="1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349164">
                <a:tc rowSpan="6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100">
                          <a:effectLst/>
                        </a:rPr>
                        <a:t>引脚功能</a:t>
                      </a:r>
                      <a:endParaRPr lang="zh-CN" sz="1800" b="1" kern="10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100">
                          <a:effectLst/>
                        </a:rPr>
                        <a:t>操作函数</a:t>
                      </a:r>
                      <a:endParaRPr lang="zh-CN" sz="18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 dirty="0" err="1">
                          <a:effectLst/>
                        </a:rPr>
                        <a:t>HAL_GPIO_ReadPin</a:t>
                      </a:r>
                      <a:r>
                        <a:rPr lang="en-US" sz="1400" b="1" kern="100" dirty="0">
                          <a:effectLst/>
                        </a:rPr>
                        <a:t>()</a:t>
                      </a:r>
                      <a:endParaRPr lang="zh-CN" sz="1800" b="1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b="1" kern="100" dirty="0">
                          <a:effectLst/>
                        </a:rPr>
                        <a:t>读取选定的端口引脚的电平状态</a:t>
                      </a:r>
                      <a:endParaRPr lang="zh-CN" sz="1800" b="1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349164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 dirty="0" err="1">
                          <a:effectLst/>
                        </a:rPr>
                        <a:t>HAL_GPIO_WritePin</a:t>
                      </a:r>
                      <a:r>
                        <a:rPr lang="en-US" sz="1400" b="1" kern="100" dirty="0">
                          <a:effectLst/>
                        </a:rPr>
                        <a:t>()</a:t>
                      </a:r>
                      <a:endParaRPr lang="zh-CN" sz="1800" b="1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b="1" kern="100" dirty="0">
                          <a:effectLst/>
                        </a:rPr>
                        <a:t>设置选定的端口引脚输出高电平或低电平</a:t>
                      </a:r>
                      <a:endParaRPr lang="zh-CN" sz="1800" b="1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349164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HAL_GPIO_TogglePin()</a:t>
                      </a:r>
                      <a:endParaRPr lang="zh-CN" sz="18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b="1" kern="100" dirty="0">
                          <a:effectLst/>
                        </a:rPr>
                        <a:t>设置选定端口引脚的电平状态翻转</a:t>
                      </a:r>
                      <a:endParaRPr lang="zh-CN" sz="1800" b="1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349164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HAL_GPIO_LockPin()</a:t>
                      </a:r>
                      <a:endParaRPr lang="zh-CN" sz="18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b="1" kern="100" dirty="0">
                          <a:effectLst/>
                        </a:rPr>
                        <a:t>当端口引脚电平状态改变时保持锁定时的值</a:t>
                      </a:r>
                      <a:endParaRPr lang="zh-CN" sz="1800" b="1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349164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HAL_GPIO_EXTI_IRQHandler()</a:t>
                      </a:r>
                      <a:endParaRPr lang="zh-CN" sz="18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b="1" kern="100" dirty="0">
                          <a:effectLst/>
                        </a:rPr>
                        <a:t>外部中断处理函数</a:t>
                      </a:r>
                      <a:endParaRPr lang="zh-CN" sz="1800" b="1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349164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HAL_GPIO_EXTI_Callback()</a:t>
                      </a:r>
                      <a:endParaRPr lang="zh-CN" sz="18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b="1" kern="100" dirty="0">
                          <a:effectLst/>
                        </a:rPr>
                        <a:t>中断回调函数</a:t>
                      </a:r>
                      <a:endParaRPr lang="zh-CN" sz="1800" b="1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405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3571868" y="1000114"/>
            <a:ext cx="5293252" cy="3785652"/>
          </a:xfrm>
          <a:prstGeom prst="rect">
            <a:avLst/>
          </a:prstGeom>
          <a:noFill/>
          <a:ln w="1905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 dirty="0" err="1"/>
              <a:t>GPIO_PinState</a:t>
            </a:r>
            <a:r>
              <a:rPr lang="en-US" sz="1600" b="1" dirty="0"/>
              <a:t> </a:t>
            </a:r>
            <a:r>
              <a:rPr lang="en-US" sz="1600" b="1" dirty="0" err="1">
                <a:solidFill>
                  <a:srgbClr val="C00000"/>
                </a:solidFill>
              </a:rPr>
              <a:t>HAL_GPIO_ReadPin</a:t>
            </a:r>
            <a:r>
              <a:rPr lang="en-US" sz="1600" b="1" dirty="0">
                <a:solidFill>
                  <a:srgbClr val="C00000"/>
                </a:solidFill>
              </a:rPr>
              <a:t>(</a:t>
            </a:r>
            <a:r>
              <a:rPr lang="en-US" sz="1600" b="1" dirty="0" err="1">
                <a:solidFill>
                  <a:srgbClr val="C00000"/>
                </a:solidFill>
              </a:rPr>
              <a:t>GPIO_TypeDef</a:t>
            </a:r>
            <a:r>
              <a:rPr lang="en-US" sz="1600" b="1" dirty="0">
                <a:solidFill>
                  <a:srgbClr val="C00000"/>
                </a:solidFill>
              </a:rPr>
              <a:t> *</a:t>
            </a:r>
            <a:r>
              <a:rPr lang="en-US" sz="1600" b="1" dirty="0" err="1">
                <a:solidFill>
                  <a:srgbClr val="C00000"/>
                </a:solidFill>
              </a:rPr>
              <a:t>GPIOx</a:t>
            </a:r>
            <a:r>
              <a:rPr lang="en-US" sz="1600" b="1" dirty="0">
                <a:solidFill>
                  <a:srgbClr val="C00000"/>
                </a:solidFill>
              </a:rPr>
              <a:t>, uint16_t </a:t>
            </a:r>
            <a:r>
              <a:rPr lang="en-US" sz="1600" b="1" dirty="0" err="1">
                <a:solidFill>
                  <a:srgbClr val="C00000"/>
                </a:solidFill>
              </a:rPr>
              <a:t>GPIO_Pin</a:t>
            </a:r>
            <a:r>
              <a:rPr lang="en-US" sz="1600" b="1" dirty="0">
                <a:solidFill>
                  <a:srgbClr val="C00000"/>
                </a:solidFill>
              </a:rPr>
              <a:t>)</a:t>
            </a:r>
          </a:p>
          <a:p>
            <a:r>
              <a:rPr lang="en-US" sz="1600" b="1" dirty="0"/>
              <a:t>{</a:t>
            </a:r>
          </a:p>
          <a:p>
            <a:r>
              <a:rPr lang="en-US" sz="1600" b="1" dirty="0"/>
              <a:t>  </a:t>
            </a:r>
            <a:r>
              <a:rPr lang="en-US" sz="1600" b="1" dirty="0" err="1">
                <a:solidFill>
                  <a:srgbClr val="D38583"/>
                </a:solidFill>
              </a:rPr>
              <a:t>GPIO_PinState</a:t>
            </a:r>
            <a:r>
              <a:rPr lang="en-US" sz="1600" b="1" dirty="0"/>
              <a:t> </a:t>
            </a:r>
            <a:r>
              <a:rPr lang="en-US" sz="1600" b="1" dirty="0" err="1"/>
              <a:t>bitstatus</a:t>
            </a:r>
            <a:r>
              <a:rPr lang="en-US" sz="1600" b="1" dirty="0"/>
              <a:t>;</a:t>
            </a:r>
          </a:p>
          <a:p>
            <a:endParaRPr lang="en-US" sz="1600" b="1" dirty="0"/>
          </a:p>
          <a:p>
            <a:r>
              <a:rPr lang="en-US" sz="1600" b="1" dirty="0"/>
              <a:t>  if ((</a:t>
            </a:r>
            <a:r>
              <a:rPr lang="en-US" sz="1600" b="1" dirty="0" err="1"/>
              <a:t>GPIOx</a:t>
            </a:r>
            <a:r>
              <a:rPr lang="en-US" sz="1600" b="1" dirty="0"/>
              <a:t>-&gt;IDR &amp; </a:t>
            </a:r>
            <a:r>
              <a:rPr lang="en-US" sz="1600" b="1" dirty="0" err="1"/>
              <a:t>GPIO_Pin</a:t>
            </a:r>
            <a:r>
              <a:rPr lang="en-US" sz="1600" b="1" dirty="0"/>
              <a:t>) != (uint32_t)GPIO_PIN_RESET)</a:t>
            </a:r>
          </a:p>
          <a:p>
            <a:r>
              <a:rPr lang="en-US" sz="1600" b="1" dirty="0"/>
              <a:t>  {</a:t>
            </a:r>
          </a:p>
          <a:p>
            <a:r>
              <a:rPr lang="en-US" sz="1600" b="1" dirty="0"/>
              <a:t>    </a:t>
            </a:r>
            <a:r>
              <a:rPr lang="en-US" sz="1600" b="1" dirty="0" smtClean="0"/>
              <a:t>    </a:t>
            </a:r>
            <a:r>
              <a:rPr lang="en-US" sz="1600" b="1" dirty="0" err="1"/>
              <a:t>bitstatus</a:t>
            </a:r>
            <a:r>
              <a:rPr lang="en-US" sz="1600" b="1" dirty="0"/>
              <a:t> = GPIO_PIN_SET;</a:t>
            </a:r>
          </a:p>
          <a:p>
            <a:r>
              <a:rPr lang="en-US" sz="1600" b="1" dirty="0"/>
              <a:t>  }</a:t>
            </a:r>
          </a:p>
          <a:p>
            <a:r>
              <a:rPr lang="en-US" sz="1600" b="1" dirty="0"/>
              <a:t>  else</a:t>
            </a:r>
          </a:p>
          <a:p>
            <a:r>
              <a:rPr lang="en-US" sz="1600" b="1" dirty="0"/>
              <a:t>  {</a:t>
            </a:r>
          </a:p>
          <a:p>
            <a:r>
              <a:rPr lang="en-US" sz="1600" b="1" dirty="0"/>
              <a:t>    </a:t>
            </a:r>
            <a:r>
              <a:rPr lang="en-US" sz="1600" b="1" dirty="0" smtClean="0"/>
              <a:t>    </a:t>
            </a:r>
            <a:r>
              <a:rPr lang="en-US" sz="1600" b="1" dirty="0" err="1" smtClean="0"/>
              <a:t>bitstatus</a:t>
            </a:r>
            <a:r>
              <a:rPr lang="en-US" sz="1600" b="1" dirty="0" smtClean="0"/>
              <a:t> </a:t>
            </a:r>
            <a:r>
              <a:rPr lang="en-US" sz="1600" b="1" dirty="0"/>
              <a:t>= GPIO_PIN_RESET;</a:t>
            </a:r>
          </a:p>
          <a:p>
            <a:r>
              <a:rPr lang="en-US" sz="1600" b="1" dirty="0"/>
              <a:t>  }</a:t>
            </a:r>
          </a:p>
          <a:p>
            <a:r>
              <a:rPr lang="en-US" sz="1600" b="1" dirty="0"/>
              <a:t>  return </a:t>
            </a:r>
            <a:r>
              <a:rPr lang="en-US" sz="1600" b="1" dirty="0" err="1"/>
              <a:t>bitstatus</a:t>
            </a:r>
            <a:r>
              <a:rPr lang="en-US" sz="1600" b="1" dirty="0"/>
              <a:t>;</a:t>
            </a:r>
          </a:p>
          <a:p>
            <a:r>
              <a:rPr lang="en-US" sz="1600" b="1" dirty="0"/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8596" y="1428742"/>
            <a:ext cx="3071834" cy="1793440"/>
          </a:xfrm>
          <a:prstGeom prst="rect">
            <a:avLst/>
          </a:prstGeom>
          <a:noFill/>
          <a:ln w="1905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/>
              <a:t>       读取</a:t>
            </a:r>
            <a:r>
              <a:rPr lang="zh-CN" altLang="en-US" b="1" dirty="0"/>
              <a:t>输入数据寄存器</a:t>
            </a:r>
            <a:r>
              <a:rPr lang="en-US" altLang="zh-CN" b="1" dirty="0"/>
              <a:t>IDR</a:t>
            </a:r>
            <a:r>
              <a:rPr lang="zh-CN" altLang="en-US" b="1" dirty="0"/>
              <a:t>的值与指定引脚进行按位与操作，结果若不为</a:t>
            </a:r>
            <a:r>
              <a:rPr lang="en-US" altLang="zh-CN" b="1" dirty="0"/>
              <a:t>0</a:t>
            </a:r>
            <a:r>
              <a:rPr lang="zh-CN" altLang="en-US" b="1" dirty="0"/>
              <a:t>，则返回高电平；结果若为</a:t>
            </a:r>
            <a:r>
              <a:rPr lang="en-US" altLang="zh-CN" b="1" dirty="0"/>
              <a:t>0</a:t>
            </a:r>
            <a:r>
              <a:rPr lang="zh-CN" altLang="en-US" b="1" dirty="0"/>
              <a:t>，则返回低电平</a:t>
            </a:r>
            <a:r>
              <a:rPr lang="zh-CN" altLang="en-US" b="1" dirty="0" smtClean="0"/>
              <a:t>。</a:t>
            </a:r>
            <a:endParaRPr lang="zh-CN" altLang="en-US" b="1" dirty="0"/>
          </a:p>
        </p:txBody>
      </p:sp>
      <p:sp>
        <p:nvSpPr>
          <p:cNvPr id="2" name="矩形 1"/>
          <p:cNvSpPr/>
          <p:nvPr/>
        </p:nvSpPr>
        <p:spPr>
          <a:xfrm>
            <a:off x="5364088" y="442933"/>
            <a:ext cx="295232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solidFill>
                  <a:schemeClr val="accent5">
                    <a:lumMod val="75000"/>
                  </a:schemeClr>
                </a:solidFill>
              </a:rPr>
              <a:t>引脚功能操作函数</a:t>
            </a:r>
            <a:endParaRPr lang="zh-CN" altLang="en-US" sz="24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142844" y="928676"/>
            <a:ext cx="17315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accent5">
                    <a:lumMod val="75000"/>
                  </a:schemeClr>
                </a:solidFill>
              </a:rPr>
              <a:t>源码解析：</a:t>
            </a:r>
            <a:endParaRPr lang="zh-CN" altLang="en-US" sz="24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28596" y="3357568"/>
            <a:ext cx="3071834" cy="1477328"/>
          </a:xfrm>
          <a:prstGeom prst="rect">
            <a:avLst/>
          </a:prstGeom>
          <a:noFill/>
          <a:ln w="1905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 smtClean="0"/>
              <a:t>      </a:t>
            </a:r>
            <a:r>
              <a:rPr lang="en-US" altLang="zh-CN" b="1" dirty="0" err="1" smtClean="0"/>
              <a:t>GPIOx</a:t>
            </a:r>
            <a:r>
              <a:rPr lang="zh-CN" altLang="en-US" b="1" dirty="0"/>
              <a:t>为引脚的端口号，取值为</a:t>
            </a:r>
            <a:r>
              <a:rPr lang="en-US" altLang="zh-CN" b="1" dirty="0"/>
              <a:t>GPIOA~GPIOG</a:t>
            </a:r>
            <a:r>
              <a:rPr lang="zh-CN" altLang="en-US" b="1" dirty="0"/>
              <a:t>，表示指向</a:t>
            </a:r>
            <a:r>
              <a:rPr lang="en-US" altLang="zh-CN" b="1" dirty="0"/>
              <a:t>GPIO</a:t>
            </a:r>
            <a:r>
              <a:rPr lang="zh-CN" altLang="en-US" b="1" dirty="0"/>
              <a:t>结构体的指针，用于访问端口引脚的寄存器。</a:t>
            </a:r>
          </a:p>
        </p:txBody>
      </p:sp>
      <p:sp>
        <p:nvSpPr>
          <p:cNvPr id="13" name="矩形 12"/>
          <p:cNvSpPr/>
          <p:nvPr/>
        </p:nvSpPr>
        <p:spPr>
          <a:xfrm>
            <a:off x="0" y="339503"/>
            <a:ext cx="4139951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35496" y="339502"/>
            <a:ext cx="39677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 smtClean="0">
                <a:solidFill>
                  <a:schemeClr val="bg1"/>
                </a:solidFill>
              </a:rPr>
              <a:t> </a:t>
            </a:r>
            <a:r>
              <a:rPr lang="en-US" altLang="zh-CN" sz="2400" b="1" dirty="0">
                <a:solidFill>
                  <a:schemeClr val="bg1"/>
                </a:solidFill>
              </a:rPr>
              <a:t>5.4.1 GPIO</a:t>
            </a:r>
            <a:r>
              <a:rPr lang="zh-CN" altLang="en-US" sz="2400" b="1" dirty="0">
                <a:solidFill>
                  <a:schemeClr val="bg1"/>
                </a:solidFill>
              </a:rPr>
              <a:t>的</a:t>
            </a:r>
            <a:r>
              <a:rPr lang="en-US" altLang="zh-CN" sz="2400" b="1" dirty="0">
                <a:solidFill>
                  <a:schemeClr val="bg1"/>
                </a:solidFill>
              </a:rPr>
              <a:t>HAL</a:t>
            </a:r>
            <a:r>
              <a:rPr lang="zh-CN" altLang="en-US" sz="2400" b="1" dirty="0">
                <a:solidFill>
                  <a:schemeClr val="bg1"/>
                </a:solidFill>
              </a:rPr>
              <a:t>库接口函数</a:t>
            </a:r>
          </a:p>
        </p:txBody>
      </p:sp>
    </p:spTree>
    <p:extLst>
      <p:ext uri="{BB962C8B-B14F-4D97-AF65-F5344CB8AC3E}">
        <p14:creationId xmlns:p14="http://schemas.microsoft.com/office/powerpoint/2010/main" val="664905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500034" y="1071552"/>
            <a:ext cx="3222104" cy="1100942"/>
          </a:xfrm>
          <a:prstGeom prst="rect">
            <a:avLst/>
          </a:prstGeom>
          <a:noFill/>
          <a:ln w="1905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 err="1" smtClean="0"/>
              <a:t>GPIO_Pin</a:t>
            </a:r>
            <a:r>
              <a:rPr lang="zh-CN" altLang="en-US" b="1" dirty="0" smtClean="0"/>
              <a:t>为常量</a:t>
            </a:r>
            <a:endParaRPr lang="en-US" altLang="zh-CN" b="1" dirty="0" smtClean="0"/>
          </a:p>
          <a:p>
            <a:pPr>
              <a:lnSpc>
                <a:spcPct val="125000"/>
              </a:lnSpc>
            </a:pPr>
            <a:r>
              <a:rPr lang="en-US" altLang="zh-CN" b="1" dirty="0" smtClean="0"/>
              <a:t>GPIO_Pin_0</a:t>
            </a:r>
            <a:r>
              <a:rPr lang="zh-CN" altLang="en-US" b="1" dirty="0" smtClean="0"/>
              <a:t>表示</a:t>
            </a:r>
            <a:r>
              <a:rPr lang="en-US" altLang="zh-CN" b="1" dirty="0" smtClean="0"/>
              <a:t>0x0001</a:t>
            </a:r>
            <a:r>
              <a:rPr lang="zh-CN" altLang="en-US" b="1" dirty="0" smtClean="0"/>
              <a:t>；</a:t>
            </a:r>
            <a:r>
              <a:rPr lang="en-US" altLang="zh-CN" b="1" dirty="0" smtClean="0"/>
              <a:t>GPIO_Pin_15</a:t>
            </a:r>
            <a:r>
              <a:rPr lang="zh-CN" altLang="en-US" b="1" dirty="0" smtClean="0"/>
              <a:t>表示</a:t>
            </a:r>
            <a:r>
              <a:rPr lang="en-US" altLang="zh-CN" b="1" dirty="0" smtClean="0"/>
              <a:t>0x8000</a:t>
            </a:r>
            <a:r>
              <a:rPr lang="zh-CN" altLang="en-US" b="1" dirty="0" smtClean="0"/>
              <a:t>。</a:t>
            </a:r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4036632"/>
              </p:ext>
            </p:extLst>
          </p:nvPr>
        </p:nvGraphicFramePr>
        <p:xfrm>
          <a:off x="5072066" y="414878"/>
          <a:ext cx="3571900" cy="4389120"/>
        </p:xfrm>
        <a:graphic>
          <a:graphicData uri="http://schemas.openxmlformats.org/drawingml/2006/table">
            <a:tbl>
              <a:tblPr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tableStyleId>{7DF18680-E054-41AD-8BC1-D1AEF772440D}</a:tableStyleId>
              </a:tblPr>
              <a:tblGrid>
                <a:gridCol w="1566703"/>
                <a:gridCol w="2005197"/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 dirty="0"/>
                        <a:t>引脚号</a:t>
                      </a:r>
                      <a:endParaRPr lang="zh-CN" sz="20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25400" h="25400" prst="angle"/>
                      <a:lightRig rig="flood" dir="t"/>
                    </a:cell3D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 dirty="0"/>
                        <a:t>引脚定义寄存器地址</a:t>
                      </a:r>
                      <a:endParaRPr lang="zh-CN" sz="20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25400" h="25400" prst="angle"/>
                      <a:lightRig rig="flood" dir="t"/>
                    </a:cell3D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155575" algn="just">
                        <a:spcAft>
                          <a:spcPts val="0"/>
                        </a:spcAft>
                      </a:pPr>
                      <a:r>
                        <a:rPr lang="en-US" sz="1600" kern="100"/>
                        <a:t>GPIO_PIN_0                 </a:t>
                      </a:r>
                      <a:endParaRPr lang="zh-CN" sz="20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25400" h="25400" prst="angle"/>
                      <a:lightRig rig="flood" dir="t"/>
                    </a:cell3D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154305" algn="just">
                        <a:spcAft>
                          <a:spcPts val="0"/>
                        </a:spcAft>
                      </a:pPr>
                      <a:r>
                        <a:rPr lang="en-US" sz="1600" kern="100"/>
                        <a:t>((uint16_t) 0x0001</a:t>
                      </a:r>
                      <a:endParaRPr lang="zh-CN" sz="20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25400" h="25400" prst="angle"/>
                      <a:lightRig rig="flood" dir="t"/>
                    </a:cell3D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155575" algn="just">
                        <a:spcAft>
                          <a:spcPts val="0"/>
                        </a:spcAft>
                      </a:pPr>
                      <a:r>
                        <a:rPr lang="en-US" sz="1600" kern="100" dirty="0"/>
                        <a:t>GPIO_PIN_1                 </a:t>
                      </a:r>
                      <a:endParaRPr lang="zh-CN" sz="2000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25400" h="25400" prst="angle"/>
                      <a:lightRig rig="flood" dir="t"/>
                    </a:cell3D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154305" algn="just">
                        <a:spcAft>
                          <a:spcPts val="0"/>
                        </a:spcAft>
                      </a:pPr>
                      <a:r>
                        <a:rPr lang="en-US" sz="1600" kern="100"/>
                        <a:t>(uint16_t) 0x0002</a:t>
                      </a:r>
                      <a:endParaRPr lang="zh-CN" sz="20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25400" h="25400" prst="angle"/>
                      <a:lightRig rig="flood" dir="t"/>
                    </a:cell3D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155575" algn="just">
                        <a:spcAft>
                          <a:spcPts val="0"/>
                        </a:spcAft>
                      </a:pPr>
                      <a:r>
                        <a:rPr lang="en-US" sz="1600" kern="100" dirty="0"/>
                        <a:t>GPIO_PIN_2                 </a:t>
                      </a:r>
                      <a:endParaRPr lang="zh-CN" sz="2000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25400" h="25400" prst="angle"/>
                      <a:lightRig rig="flood" dir="t"/>
                    </a:cell3D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154305" algn="just">
                        <a:spcAft>
                          <a:spcPts val="0"/>
                        </a:spcAft>
                      </a:pPr>
                      <a:r>
                        <a:rPr lang="en-US" sz="1600" kern="100"/>
                        <a:t>0x0004</a:t>
                      </a:r>
                      <a:endParaRPr lang="zh-CN" sz="20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25400" h="25400" prst="angle"/>
                      <a:lightRig rig="flood" dir="t"/>
                    </a:cell3D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155575" algn="just">
                        <a:spcAft>
                          <a:spcPts val="0"/>
                        </a:spcAft>
                      </a:pPr>
                      <a:r>
                        <a:rPr lang="en-US" sz="1600" kern="100"/>
                        <a:t>GPIO_PIN_3                 </a:t>
                      </a:r>
                      <a:endParaRPr lang="zh-CN" sz="20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25400" h="25400" prst="angle"/>
                      <a:lightRig rig="flood" dir="t"/>
                    </a:cell3D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154305" algn="just">
                        <a:spcAft>
                          <a:spcPts val="0"/>
                        </a:spcAft>
                      </a:pPr>
                      <a:r>
                        <a:rPr lang="en-US" sz="1600" kern="100" dirty="0"/>
                        <a:t>0x0008</a:t>
                      </a:r>
                      <a:endParaRPr lang="zh-CN" sz="2000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25400" h="25400" prst="angle"/>
                      <a:lightRig rig="flood" dir="t"/>
                    </a:cell3D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155575" algn="just">
                        <a:spcAft>
                          <a:spcPts val="0"/>
                        </a:spcAft>
                      </a:pPr>
                      <a:r>
                        <a:rPr lang="en-US" sz="1600" kern="100" dirty="0"/>
                        <a:t>GPIO_PIN_4                 </a:t>
                      </a:r>
                      <a:endParaRPr lang="zh-CN" sz="2000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25400" h="25400" prst="angle"/>
                      <a:lightRig rig="flood" dir="t"/>
                    </a:cell3D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154305" algn="just">
                        <a:spcAft>
                          <a:spcPts val="0"/>
                        </a:spcAft>
                      </a:pPr>
                      <a:r>
                        <a:rPr lang="en-US" sz="1600" kern="100" dirty="0"/>
                        <a:t>0x0010</a:t>
                      </a:r>
                      <a:endParaRPr lang="zh-CN" sz="2000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25400" h="25400" prst="angle"/>
                      <a:lightRig rig="flood" dir="t"/>
                    </a:cell3D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155575" algn="just">
                        <a:spcAft>
                          <a:spcPts val="0"/>
                        </a:spcAft>
                      </a:pPr>
                      <a:r>
                        <a:rPr lang="en-US" sz="1600" kern="100" dirty="0"/>
                        <a:t>GPIO_PIN_5                 </a:t>
                      </a:r>
                      <a:endParaRPr lang="zh-CN" sz="2000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25400" h="25400" prst="angle"/>
                      <a:lightRig rig="flood" dir="t"/>
                    </a:cell3D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154305" algn="just">
                        <a:spcAft>
                          <a:spcPts val="0"/>
                        </a:spcAft>
                      </a:pPr>
                      <a:r>
                        <a:rPr lang="en-US" sz="1600" kern="100"/>
                        <a:t>0x0020</a:t>
                      </a:r>
                      <a:endParaRPr lang="zh-CN" sz="20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25400" h="25400" prst="angle"/>
                      <a:lightRig rig="flood" dir="t"/>
                    </a:cell3D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155575" algn="just">
                        <a:spcAft>
                          <a:spcPts val="0"/>
                        </a:spcAft>
                      </a:pPr>
                      <a:r>
                        <a:rPr lang="en-US" sz="1600" kern="100"/>
                        <a:t>GPIO_PIN_6                 </a:t>
                      </a:r>
                      <a:endParaRPr lang="zh-CN" sz="20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25400" h="25400" prst="angle"/>
                      <a:lightRig rig="flood" dir="t"/>
                    </a:cell3D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154305" algn="just">
                        <a:spcAft>
                          <a:spcPts val="0"/>
                        </a:spcAft>
                      </a:pPr>
                      <a:r>
                        <a:rPr lang="en-US" sz="1600" kern="100" dirty="0"/>
                        <a:t>0x0040</a:t>
                      </a:r>
                      <a:endParaRPr lang="zh-CN" sz="2000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25400" h="25400" prst="angle"/>
                      <a:lightRig rig="flood" dir="t"/>
                    </a:cell3D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155575" algn="just">
                        <a:spcAft>
                          <a:spcPts val="0"/>
                        </a:spcAft>
                      </a:pPr>
                      <a:r>
                        <a:rPr lang="en-US" sz="1600" kern="100"/>
                        <a:t>GPIO_PIN_7                 </a:t>
                      </a:r>
                      <a:endParaRPr lang="zh-CN" sz="20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25400" h="25400" prst="angle"/>
                      <a:lightRig rig="flood" dir="t"/>
                    </a:cell3D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154305" algn="just">
                        <a:spcAft>
                          <a:spcPts val="0"/>
                        </a:spcAft>
                      </a:pPr>
                      <a:r>
                        <a:rPr lang="en-US" sz="1600" kern="100" dirty="0"/>
                        <a:t>0x0080</a:t>
                      </a:r>
                      <a:endParaRPr lang="zh-CN" sz="2000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25400" h="25400" prst="angle"/>
                      <a:lightRig rig="flood" dir="t"/>
                    </a:cell3D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155575" algn="just">
                        <a:spcAft>
                          <a:spcPts val="0"/>
                        </a:spcAft>
                      </a:pPr>
                      <a:r>
                        <a:rPr lang="en-US" sz="1600" kern="100"/>
                        <a:t>GPIO_PIN_8                 </a:t>
                      </a:r>
                      <a:endParaRPr lang="zh-CN" sz="20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25400" h="25400" prst="angle"/>
                      <a:lightRig rig="flood" dir="t"/>
                    </a:cell3D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228600" indent="154305" algn="just">
                        <a:spcAft>
                          <a:spcPts val="0"/>
                        </a:spcAft>
                      </a:pPr>
                      <a:r>
                        <a:rPr lang="en-US" sz="1600" kern="100" dirty="0"/>
                        <a:t>0x0100</a:t>
                      </a:r>
                      <a:endParaRPr lang="zh-CN" sz="2000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25400" h="25400" prst="angle"/>
                      <a:lightRig rig="flood" dir="t"/>
                    </a:cell3D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155575" algn="just">
                        <a:spcAft>
                          <a:spcPts val="0"/>
                        </a:spcAft>
                      </a:pPr>
                      <a:r>
                        <a:rPr lang="en-US" sz="1600" kern="100"/>
                        <a:t>GPIO_PIN_9                 </a:t>
                      </a:r>
                      <a:endParaRPr lang="zh-CN" sz="20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25400" h="25400" prst="angle"/>
                      <a:lightRig rig="flood" dir="t"/>
                    </a:cell3D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154305" algn="just">
                        <a:spcAft>
                          <a:spcPts val="0"/>
                        </a:spcAft>
                      </a:pPr>
                      <a:r>
                        <a:rPr lang="en-US" sz="1600" kern="100" dirty="0"/>
                        <a:t>0x0200</a:t>
                      </a:r>
                      <a:endParaRPr lang="zh-CN" sz="2000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25400" h="25400" prst="angle"/>
                      <a:lightRig rig="flood" dir="t"/>
                    </a:cell3D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155575" algn="just">
                        <a:spcAft>
                          <a:spcPts val="0"/>
                        </a:spcAft>
                      </a:pPr>
                      <a:r>
                        <a:rPr lang="en-US" sz="1600" kern="100"/>
                        <a:t>GPIO_PIN_10                 </a:t>
                      </a:r>
                      <a:endParaRPr lang="zh-CN" sz="20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25400" h="25400" prst="angle"/>
                      <a:lightRig rig="flood" dir="t"/>
                    </a:cell3D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154305" algn="just">
                        <a:spcAft>
                          <a:spcPts val="0"/>
                        </a:spcAft>
                      </a:pPr>
                      <a:r>
                        <a:rPr lang="en-US" sz="1600" kern="100" dirty="0"/>
                        <a:t>0x0400</a:t>
                      </a:r>
                      <a:endParaRPr lang="zh-CN" sz="2000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25400" h="25400" prst="angle"/>
                      <a:lightRig rig="flood" dir="t"/>
                    </a:cell3D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155575" algn="just">
                        <a:spcAft>
                          <a:spcPts val="0"/>
                        </a:spcAft>
                      </a:pPr>
                      <a:r>
                        <a:rPr lang="en-US" sz="1600" kern="100"/>
                        <a:t>GPIO_PIN_11                 </a:t>
                      </a:r>
                      <a:endParaRPr lang="zh-CN" sz="20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25400" h="25400" prst="angle"/>
                      <a:lightRig rig="flood" dir="t"/>
                    </a:cell3D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154305" algn="just">
                        <a:spcAft>
                          <a:spcPts val="0"/>
                        </a:spcAft>
                      </a:pPr>
                      <a:r>
                        <a:rPr lang="en-US" sz="1600" kern="100"/>
                        <a:t>0x080</a:t>
                      </a:r>
                      <a:endParaRPr lang="zh-CN" sz="20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25400" h="25400" prst="angle"/>
                      <a:lightRig rig="flood" dir="t"/>
                    </a:cell3D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155575" algn="just">
                        <a:spcAft>
                          <a:spcPts val="0"/>
                        </a:spcAft>
                      </a:pPr>
                      <a:r>
                        <a:rPr lang="en-US" sz="1600" kern="100"/>
                        <a:t>GPIO_PIN_12                 </a:t>
                      </a:r>
                      <a:endParaRPr lang="zh-CN" sz="20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25400" h="25400" prst="angle"/>
                      <a:lightRig rig="flood" dir="t"/>
                    </a:cell3D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154305" algn="just">
                        <a:spcAft>
                          <a:spcPts val="0"/>
                        </a:spcAft>
                      </a:pPr>
                      <a:r>
                        <a:rPr lang="en-US" sz="1600" kern="100"/>
                        <a:t>0x1000</a:t>
                      </a:r>
                      <a:endParaRPr lang="zh-CN" sz="20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25400" h="25400" prst="angle"/>
                      <a:lightRig rig="flood" dir="t"/>
                    </a:cell3D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155575" algn="just">
                        <a:spcAft>
                          <a:spcPts val="0"/>
                        </a:spcAft>
                      </a:pPr>
                      <a:r>
                        <a:rPr lang="en-US" sz="1600" kern="100"/>
                        <a:t>GPIO_PIN_13                 </a:t>
                      </a:r>
                      <a:endParaRPr lang="zh-CN" sz="20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25400" h="25400" prst="angle"/>
                      <a:lightRig rig="flood" dir="t"/>
                    </a:cell3D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154305" algn="just">
                        <a:spcAft>
                          <a:spcPts val="0"/>
                        </a:spcAft>
                      </a:pPr>
                      <a:r>
                        <a:rPr lang="en-US" sz="1600" kern="100"/>
                        <a:t>0x2000</a:t>
                      </a:r>
                      <a:endParaRPr lang="zh-CN" sz="20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25400" h="25400" prst="angle"/>
                      <a:lightRig rig="flood" dir="t"/>
                    </a:cell3D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155575" algn="just">
                        <a:spcAft>
                          <a:spcPts val="0"/>
                        </a:spcAft>
                      </a:pPr>
                      <a:r>
                        <a:rPr lang="en-US" sz="1600" kern="100"/>
                        <a:t>GPIO_PIN_14</a:t>
                      </a:r>
                      <a:endParaRPr lang="zh-CN" sz="20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25400" h="25400" prst="angle"/>
                      <a:lightRig rig="flood" dir="t"/>
                    </a:cell3D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154305" algn="just">
                        <a:spcAft>
                          <a:spcPts val="0"/>
                        </a:spcAft>
                      </a:pPr>
                      <a:r>
                        <a:rPr lang="en-US" sz="1600" kern="100"/>
                        <a:t>0x4000</a:t>
                      </a:r>
                      <a:endParaRPr lang="zh-CN" sz="20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25400" h="25400" prst="angle"/>
                      <a:lightRig rig="flood" dir="t"/>
                    </a:cell3D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155575" algn="just">
                        <a:spcAft>
                          <a:spcPts val="0"/>
                        </a:spcAft>
                      </a:pPr>
                      <a:r>
                        <a:rPr lang="en-US" sz="1600" kern="100"/>
                        <a:t>GPIO_PIN_15</a:t>
                      </a:r>
                      <a:endParaRPr lang="zh-CN" sz="20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25400" h="25400" prst="angle"/>
                      <a:lightRig rig="flood" dir="t"/>
                    </a:cell3D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154305" algn="just">
                        <a:spcAft>
                          <a:spcPts val="0"/>
                        </a:spcAft>
                      </a:pPr>
                      <a:r>
                        <a:rPr lang="en-US" sz="1600" kern="100"/>
                        <a:t>0x8000</a:t>
                      </a:r>
                      <a:endParaRPr lang="zh-CN" sz="20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25400" h="25400" prst="angle"/>
                      <a:lightRig rig="flood" dir="t"/>
                    </a:cell3D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155575" algn="just">
                        <a:spcAft>
                          <a:spcPts val="0"/>
                        </a:spcAft>
                      </a:pPr>
                      <a:r>
                        <a:rPr lang="en-US" sz="1600" kern="100"/>
                        <a:t>GPIO_PIN_All</a:t>
                      </a:r>
                      <a:endParaRPr lang="zh-CN" sz="20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25400" h="25400" prst="angle"/>
                      <a:lightRig rig="flood" dir="t"/>
                    </a:cell3D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154305" algn="just">
                        <a:spcAft>
                          <a:spcPts val="0"/>
                        </a:spcAft>
                      </a:pPr>
                      <a:r>
                        <a:rPr lang="en-US" sz="1600" kern="100" dirty="0"/>
                        <a:t>0xFFFF</a:t>
                      </a:r>
                      <a:endParaRPr lang="zh-CN" sz="2000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25400" h="25400" prst="angle"/>
                      <a:lightRig rig="flood" dir="t"/>
                    </a:cell3D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08545" name="Rectangle 1"/>
          <p:cNvSpPr>
            <a:spLocks noChangeArrowheads="1"/>
          </p:cNvSpPr>
          <p:nvPr/>
        </p:nvSpPr>
        <p:spPr bwMode="auto">
          <a:xfrm>
            <a:off x="714348" y="2357436"/>
            <a:ext cx="3643338" cy="2431435"/>
          </a:xfrm>
          <a:prstGeom prst="rect">
            <a:avLst/>
          </a:prstGeom>
          <a:noFill/>
          <a:ln w="19050">
            <a:solidFill>
              <a:schemeClr val="accent4">
                <a:lumMod val="60000"/>
                <a:lumOff val="4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2667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GPIO_PinState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表示引脚电平状态，为枚举变量，</a:t>
            </a:r>
            <a:endParaRPr kumimoji="0" lang="zh-CN" altLang="en-US" sz="11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 dirty="0" err="1" smtClean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typedef</a:t>
            </a:r>
            <a:r>
              <a:rPr kumimoji="0" lang="en-US" altLang="zh-CN" sz="1600" b="1" i="0" u="none" strike="noStrike" cap="none" normalizeH="0" baseline="0" dirty="0" smtClean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 </a:t>
            </a:r>
            <a:r>
              <a:rPr kumimoji="0" lang="en-US" altLang="zh-CN" sz="1600" b="1" i="0" u="none" strike="noStrike" cap="none" normalizeH="0" baseline="0" dirty="0" err="1" smtClean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enum</a:t>
            </a:r>
            <a:endParaRPr kumimoji="0" lang="en-US" altLang="zh-CN" sz="1100" b="1" i="0" u="none" strike="noStrike" cap="none" normalizeH="0" baseline="0" dirty="0" smtClean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 dirty="0" smtClean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{</a:t>
            </a:r>
            <a:endParaRPr kumimoji="0" lang="en-US" altLang="zh-CN" sz="1100" b="1" i="0" u="none" strike="noStrike" cap="none" normalizeH="0" baseline="0" dirty="0" smtClean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 dirty="0" smtClean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  GPIO_PIN_RESET = 0u,</a:t>
            </a:r>
            <a:endParaRPr kumimoji="0" lang="en-US" altLang="zh-CN" sz="1100" b="1" i="0" u="none" strike="noStrike" cap="none" normalizeH="0" baseline="0" dirty="0" smtClean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 dirty="0" smtClean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  GPIO_PIN_SET</a:t>
            </a:r>
            <a:endParaRPr kumimoji="0" lang="en-US" altLang="zh-CN" sz="1100" b="1" i="0" u="none" strike="noStrike" cap="none" normalizeH="0" baseline="0" dirty="0" smtClean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 dirty="0" smtClean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} </a:t>
            </a:r>
            <a:r>
              <a:rPr kumimoji="0" lang="en-US" altLang="zh-CN" sz="1600" b="1" i="0" u="none" strike="noStrike" cap="none" normalizeH="0" baseline="0" dirty="0" err="1" smtClean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GPIO_PinState</a:t>
            </a:r>
            <a:r>
              <a:rPr kumimoji="0" lang="en-US" altLang="zh-CN" sz="1600" b="1" i="0" u="none" strike="noStrike" cap="none" normalizeH="0" baseline="0" dirty="0" smtClean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;</a:t>
            </a:r>
            <a:endParaRPr kumimoji="0" lang="en-US" altLang="zh-CN" b="1" i="0" u="none" strike="noStrike" cap="none" normalizeH="0" baseline="0" dirty="0" smtClean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0" marR="0" lvl="0" indent="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取值范围为</a:t>
            </a: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GPIO_PIN_SET =1 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或者</a:t>
            </a: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GPIO_PIN_RESET = 0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。</a:t>
            </a:r>
            <a:r>
              <a:rPr kumimoji="0" lang="zh-CN" altLang="en-US" sz="11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rPr>
              <a:t> </a:t>
            </a:r>
            <a:endParaRPr kumimoji="0" lang="zh-CN" altLang="en-US" sz="4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0" y="339503"/>
            <a:ext cx="4139951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35496" y="339502"/>
            <a:ext cx="39677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 smtClean="0">
                <a:solidFill>
                  <a:schemeClr val="bg1"/>
                </a:solidFill>
              </a:rPr>
              <a:t> </a:t>
            </a:r>
            <a:r>
              <a:rPr lang="en-US" altLang="zh-CN" sz="2400" b="1" dirty="0">
                <a:solidFill>
                  <a:schemeClr val="bg1"/>
                </a:solidFill>
              </a:rPr>
              <a:t>5.4.1 GPIO</a:t>
            </a:r>
            <a:r>
              <a:rPr lang="zh-CN" altLang="en-US" sz="2400" b="1" dirty="0">
                <a:solidFill>
                  <a:schemeClr val="bg1"/>
                </a:solidFill>
              </a:rPr>
              <a:t>的</a:t>
            </a:r>
            <a:r>
              <a:rPr lang="en-US" altLang="zh-CN" sz="2400" b="1" dirty="0">
                <a:solidFill>
                  <a:schemeClr val="bg1"/>
                </a:solidFill>
              </a:rPr>
              <a:t>HAL</a:t>
            </a:r>
            <a:r>
              <a:rPr lang="zh-CN" altLang="en-US" sz="2400" b="1" dirty="0">
                <a:solidFill>
                  <a:schemeClr val="bg1"/>
                </a:solidFill>
              </a:rPr>
              <a:t>库接口函数</a:t>
            </a:r>
          </a:p>
        </p:txBody>
      </p:sp>
    </p:spTree>
    <p:extLst>
      <p:ext uri="{BB962C8B-B14F-4D97-AF65-F5344CB8AC3E}">
        <p14:creationId xmlns:p14="http://schemas.microsoft.com/office/powerpoint/2010/main" val="664905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281775" y="1578533"/>
            <a:ext cx="4434242" cy="3046988"/>
          </a:xfrm>
          <a:prstGeom prst="rect">
            <a:avLst/>
          </a:prstGeom>
          <a:noFill/>
          <a:ln w="1905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 dirty="0"/>
              <a:t>void </a:t>
            </a:r>
            <a:r>
              <a:rPr lang="en-US" sz="1600" b="1" dirty="0" err="1">
                <a:solidFill>
                  <a:srgbClr val="C00000"/>
                </a:solidFill>
              </a:rPr>
              <a:t>HAL_GPIO_WritePin</a:t>
            </a:r>
            <a:r>
              <a:rPr lang="en-US" sz="1600" b="1" dirty="0">
                <a:solidFill>
                  <a:srgbClr val="C00000"/>
                </a:solidFill>
              </a:rPr>
              <a:t>(</a:t>
            </a:r>
            <a:r>
              <a:rPr lang="en-US" sz="1600" b="1" dirty="0" err="1">
                <a:solidFill>
                  <a:srgbClr val="C00000"/>
                </a:solidFill>
              </a:rPr>
              <a:t>GPIO_TypeDef</a:t>
            </a:r>
            <a:r>
              <a:rPr lang="en-US" sz="1600" b="1" dirty="0">
                <a:solidFill>
                  <a:srgbClr val="C00000"/>
                </a:solidFill>
              </a:rPr>
              <a:t> *</a:t>
            </a:r>
            <a:r>
              <a:rPr lang="en-US" sz="1600" b="1" dirty="0" err="1">
                <a:solidFill>
                  <a:srgbClr val="C00000"/>
                </a:solidFill>
              </a:rPr>
              <a:t>GPIOx</a:t>
            </a:r>
            <a:r>
              <a:rPr lang="en-US" sz="1600" b="1" dirty="0">
                <a:solidFill>
                  <a:srgbClr val="C00000"/>
                </a:solidFill>
              </a:rPr>
              <a:t>, uint16_t </a:t>
            </a:r>
            <a:r>
              <a:rPr lang="en-US" sz="1600" b="1" dirty="0" err="1">
                <a:solidFill>
                  <a:srgbClr val="C00000"/>
                </a:solidFill>
              </a:rPr>
              <a:t>GPIO_Pin</a:t>
            </a:r>
            <a:r>
              <a:rPr lang="en-US" sz="1600" b="1" dirty="0">
                <a:solidFill>
                  <a:srgbClr val="C00000"/>
                </a:solidFill>
              </a:rPr>
              <a:t>, </a:t>
            </a:r>
            <a:r>
              <a:rPr lang="en-US" sz="1600" b="1" dirty="0" err="1">
                <a:solidFill>
                  <a:srgbClr val="C00000"/>
                </a:solidFill>
              </a:rPr>
              <a:t>GPIO_PinState</a:t>
            </a:r>
            <a:r>
              <a:rPr lang="en-US" sz="1600" b="1" dirty="0">
                <a:solidFill>
                  <a:srgbClr val="C00000"/>
                </a:solidFill>
              </a:rPr>
              <a:t> </a:t>
            </a:r>
            <a:r>
              <a:rPr lang="en-US" sz="1600" b="1" dirty="0" err="1">
                <a:solidFill>
                  <a:srgbClr val="C00000"/>
                </a:solidFill>
              </a:rPr>
              <a:t>PinState</a:t>
            </a:r>
            <a:r>
              <a:rPr lang="en-US" sz="1600" b="1" dirty="0">
                <a:solidFill>
                  <a:srgbClr val="C00000"/>
                </a:solidFill>
              </a:rPr>
              <a:t>)</a:t>
            </a:r>
          </a:p>
          <a:p>
            <a:r>
              <a:rPr lang="en-US" sz="1600" b="1" dirty="0"/>
              <a:t>{</a:t>
            </a:r>
          </a:p>
          <a:p>
            <a:r>
              <a:rPr lang="en-US" sz="1600" b="1" dirty="0"/>
              <a:t>  if (</a:t>
            </a:r>
            <a:r>
              <a:rPr lang="en-US" sz="1600" b="1" dirty="0" err="1"/>
              <a:t>PinState</a:t>
            </a:r>
            <a:r>
              <a:rPr lang="en-US" sz="1600" b="1" dirty="0"/>
              <a:t> != GPIO_PIN_RESET)</a:t>
            </a:r>
          </a:p>
          <a:p>
            <a:r>
              <a:rPr lang="en-US" sz="1600" b="1" dirty="0"/>
              <a:t>  {</a:t>
            </a:r>
          </a:p>
          <a:p>
            <a:r>
              <a:rPr lang="en-US" sz="1600" b="1" dirty="0"/>
              <a:t>    </a:t>
            </a:r>
            <a:r>
              <a:rPr lang="en-US" sz="1600" b="1" dirty="0" err="1"/>
              <a:t>GPIOx</a:t>
            </a:r>
            <a:r>
              <a:rPr lang="en-US" sz="1600" b="1" dirty="0"/>
              <a:t>-&gt;BSRR = </a:t>
            </a:r>
            <a:r>
              <a:rPr lang="en-US" sz="1600" b="1" dirty="0" err="1"/>
              <a:t>GPIO_Pin</a:t>
            </a:r>
            <a:r>
              <a:rPr lang="en-US" sz="1600" b="1" dirty="0"/>
              <a:t>;</a:t>
            </a:r>
          </a:p>
          <a:p>
            <a:r>
              <a:rPr lang="en-US" sz="1600" b="1" dirty="0"/>
              <a:t>  }</a:t>
            </a:r>
          </a:p>
          <a:p>
            <a:r>
              <a:rPr lang="en-US" sz="1600" b="1" dirty="0"/>
              <a:t>  else</a:t>
            </a:r>
          </a:p>
          <a:p>
            <a:r>
              <a:rPr lang="en-US" sz="1600" b="1" dirty="0"/>
              <a:t>  {</a:t>
            </a:r>
          </a:p>
          <a:p>
            <a:r>
              <a:rPr lang="en-US" sz="1600" b="1" dirty="0"/>
              <a:t>    </a:t>
            </a:r>
            <a:r>
              <a:rPr lang="en-US" sz="1600" b="1" dirty="0" err="1"/>
              <a:t>GPIOx</a:t>
            </a:r>
            <a:r>
              <a:rPr lang="en-US" sz="1600" b="1" dirty="0"/>
              <a:t>-&gt;BSRR = (uint32_t)</a:t>
            </a:r>
            <a:r>
              <a:rPr lang="en-US" sz="1600" b="1" dirty="0" err="1"/>
              <a:t>GPIO_Pin</a:t>
            </a:r>
            <a:r>
              <a:rPr lang="en-US" sz="1600" b="1" dirty="0"/>
              <a:t> &lt;&lt; 16U;</a:t>
            </a:r>
          </a:p>
          <a:p>
            <a:r>
              <a:rPr lang="en-US" sz="1600" b="1" dirty="0"/>
              <a:t>  }</a:t>
            </a:r>
          </a:p>
          <a:p>
            <a:r>
              <a:rPr lang="en-US" sz="1600" b="1" dirty="0"/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04048" y="1094304"/>
            <a:ext cx="3816424" cy="3554819"/>
          </a:xfrm>
          <a:prstGeom prst="rect">
            <a:avLst/>
          </a:prstGeom>
          <a:noFill/>
          <a:ln w="1905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 smtClean="0"/>
              <a:t>         </a:t>
            </a:r>
            <a:r>
              <a:rPr lang="zh-CN" altLang="zh-CN" b="1" dirty="0" smtClean="0"/>
              <a:t>将</a:t>
            </a:r>
            <a:r>
              <a:rPr lang="zh-CN" altLang="zh-CN" b="1" dirty="0"/>
              <a:t>指定引脚的电平状态写入置位</a:t>
            </a:r>
            <a:r>
              <a:rPr lang="en-US" altLang="zh-CN" b="1" dirty="0"/>
              <a:t>/</a:t>
            </a:r>
            <a:r>
              <a:rPr lang="zh-CN" altLang="zh-CN" b="1" dirty="0"/>
              <a:t>复位寄存器</a:t>
            </a:r>
            <a:r>
              <a:rPr lang="en-US" altLang="zh-CN" b="1" dirty="0"/>
              <a:t>BSRR</a:t>
            </a:r>
            <a:r>
              <a:rPr lang="zh-CN" altLang="zh-CN" b="1" dirty="0"/>
              <a:t>中，该寄存器为</a:t>
            </a:r>
            <a:r>
              <a:rPr lang="en-US" altLang="zh-CN" b="1" dirty="0"/>
              <a:t>32</a:t>
            </a:r>
            <a:r>
              <a:rPr lang="zh-CN" altLang="zh-CN" b="1" dirty="0"/>
              <a:t>位，其中高</a:t>
            </a:r>
            <a:r>
              <a:rPr lang="en-US" altLang="zh-CN" b="1" dirty="0"/>
              <a:t>16</a:t>
            </a:r>
            <a:r>
              <a:rPr lang="zh-CN" altLang="zh-CN" b="1" dirty="0"/>
              <a:t>位控制端口</a:t>
            </a:r>
            <a:r>
              <a:rPr lang="en-US" altLang="zh-CN" b="1" dirty="0"/>
              <a:t>16</a:t>
            </a:r>
            <a:r>
              <a:rPr lang="zh-CN" altLang="zh-CN" b="1" dirty="0"/>
              <a:t>个引脚（</a:t>
            </a:r>
            <a:r>
              <a:rPr lang="en-US" altLang="zh-CN" b="1" dirty="0"/>
              <a:t>0~15</a:t>
            </a:r>
            <a:r>
              <a:rPr lang="zh-CN" altLang="zh-CN" b="1" dirty="0"/>
              <a:t>）输出低电平，低</a:t>
            </a:r>
            <a:r>
              <a:rPr lang="en-US" altLang="zh-CN" b="1" dirty="0"/>
              <a:t>16</a:t>
            </a:r>
            <a:r>
              <a:rPr lang="zh-CN" altLang="zh-CN" b="1" dirty="0"/>
              <a:t>位控制端口</a:t>
            </a:r>
            <a:r>
              <a:rPr lang="en-US" altLang="zh-CN" b="1" dirty="0"/>
              <a:t>16</a:t>
            </a:r>
            <a:r>
              <a:rPr lang="zh-CN" altLang="zh-CN" b="1" dirty="0"/>
              <a:t>个引脚输出高电平。若设置的引脚电平状态不等于低电平，则将该引脚设置的状态位写入</a:t>
            </a:r>
            <a:r>
              <a:rPr lang="en-US" altLang="zh-CN" b="1" dirty="0"/>
              <a:t>BSRR</a:t>
            </a:r>
            <a:r>
              <a:rPr lang="zh-CN" altLang="zh-CN" b="1" dirty="0"/>
              <a:t>寄存器对应的低</a:t>
            </a:r>
            <a:r>
              <a:rPr lang="en-US" altLang="zh-CN" b="1" dirty="0"/>
              <a:t>16</a:t>
            </a:r>
            <a:r>
              <a:rPr lang="zh-CN" altLang="zh-CN" b="1" dirty="0"/>
              <a:t>位，否则，将该</a:t>
            </a:r>
            <a:r>
              <a:rPr lang="en-US" altLang="zh-CN" b="1" dirty="0" err="1"/>
              <a:t>GPIO_Pin</a:t>
            </a:r>
            <a:r>
              <a:rPr lang="zh-CN" altLang="zh-CN" b="1" dirty="0"/>
              <a:t>左移</a:t>
            </a:r>
            <a:r>
              <a:rPr lang="en-US" altLang="zh-CN" b="1" dirty="0"/>
              <a:t>16</a:t>
            </a:r>
            <a:r>
              <a:rPr lang="zh-CN" altLang="zh-CN" b="1" dirty="0"/>
              <a:t>位写入</a:t>
            </a:r>
            <a:r>
              <a:rPr lang="en-US" altLang="zh-CN" b="1" dirty="0"/>
              <a:t>BSRR</a:t>
            </a:r>
            <a:r>
              <a:rPr lang="zh-CN" altLang="zh-CN" b="1" dirty="0"/>
              <a:t>寄存器对应的高</a:t>
            </a:r>
            <a:r>
              <a:rPr lang="en-US" altLang="zh-CN" b="1" dirty="0"/>
              <a:t>16</a:t>
            </a:r>
            <a:r>
              <a:rPr lang="zh-CN" altLang="zh-CN" b="1" dirty="0"/>
              <a:t>位中。</a:t>
            </a:r>
            <a:endParaRPr lang="zh-CN" altLang="en-US" b="1" dirty="0"/>
          </a:p>
        </p:txBody>
      </p:sp>
      <p:sp>
        <p:nvSpPr>
          <p:cNvPr id="2" name="矩形 1"/>
          <p:cNvSpPr/>
          <p:nvPr/>
        </p:nvSpPr>
        <p:spPr>
          <a:xfrm>
            <a:off x="323528" y="1074714"/>
            <a:ext cx="262254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 smtClean="0">
                <a:solidFill>
                  <a:schemeClr val="accent5">
                    <a:lumMod val="75000"/>
                  </a:schemeClr>
                </a:solidFill>
              </a:rPr>
              <a:t>函数源码</a:t>
            </a:r>
            <a:endParaRPr lang="zh-CN" altLang="en-US" sz="20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6372200" y="573033"/>
            <a:ext cx="11144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</a:rPr>
              <a:t>源码</a:t>
            </a:r>
            <a:r>
              <a:rPr lang="zh-CN" altLang="en-US" b="1" dirty="0" smtClean="0">
                <a:solidFill>
                  <a:schemeClr val="accent5">
                    <a:lumMod val="75000"/>
                  </a:schemeClr>
                </a:solidFill>
              </a:rPr>
              <a:t>解析</a:t>
            </a:r>
            <a:endParaRPr lang="zh-CN" alt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0" y="339503"/>
            <a:ext cx="4139951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35496" y="339502"/>
            <a:ext cx="39677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 smtClean="0">
                <a:solidFill>
                  <a:schemeClr val="bg1"/>
                </a:solidFill>
              </a:rPr>
              <a:t> </a:t>
            </a:r>
            <a:r>
              <a:rPr lang="en-US" altLang="zh-CN" sz="2400" b="1" dirty="0">
                <a:solidFill>
                  <a:schemeClr val="bg1"/>
                </a:solidFill>
              </a:rPr>
              <a:t>5.4.1 GPIO</a:t>
            </a:r>
            <a:r>
              <a:rPr lang="zh-CN" altLang="en-US" sz="2400" b="1" dirty="0">
                <a:solidFill>
                  <a:schemeClr val="bg1"/>
                </a:solidFill>
              </a:rPr>
              <a:t>的</a:t>
            </a:r>
            <a:r>
              <a:rPr lang="en-US" altLang="zh-CN" sz="2400" b="1" dirty="0">
                <a:solidFill>
                  <a:schemeClr val="bg1"/>
                </a:solidFill>
              </a:rPr>
              <a:t>HAL</a:t>
            </a:r>
            <a:r>
              <a:rPr lang="zh-CN" altLang="en-US" sz="2400" b="1" dirty="0">
                <a:solidFill>
                  <a:schemeClr val="bg1"/>
                </a:solidFill>
              </a:rPr>
              <a:t>库接口函数</a:t>
            </a:r>
          </a:p>
        </p:txBody>
      </p:sp>
    </p:spTree>
    <p:extLst>
      <p:ext uri="{BB962C8B-B14F-4D97-AF65-F5344CB8AC3E}">
        <p14:creationId xmlns:p14="http://schemas.microsoft.com/office/powerpoint/2010/main" val="1174651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5024677" y="503910"/>
            <a:ext cx="385765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 smtClean="0">
                <a:solidFill>
                  <a:schemeClr val="accent5">
                    <a:lumMod val="75000"/>
                  </a:schemeClr>
                </a:solidFill>
              </a:rPr>
              <a:t>置位</a:t>
            </a:r>
            <a:r>
              <a:rPr lang="en-US" sz="2000" b="1" dirty="0" smtClean="0">
                <a:solidFill>
                  <a:schemeClr val="accent5">
                    <a:lumMod val="75000"/>
                  </a:schemeClr>
                </a:solidFill>
              </a:rPr>
              <a:t>/</a:t>
            </a:r>
            <a:r>
              <a:rPr lang="zh-CN" altLang="en-US" sz="2000" b="1" dirty="0" smtClean="0">
                <a:solidFill>
                  <a:schemeClr val="accent5">
                    <a:lumMod val="75000"/>
                  </a:schemeClr>
                </a:solidFill>
              </a:rPr>
              <a:t>复位寄存器</a:t>
            </a:r>
            <a:r>
              <a:rPr lang="en-US" sz="2000" b="1" dirty="0" err="1" smtClean="0">
                <a:solidFill>
                  <a:schemeClr val="accent5">
                    <a:lumMod val="75000"/>
                  </a:schemeClr>
                </a:solidFill>
              </a:rPr>
              <a:t>GPIOx_BSRR</a:t>
            </a:r>
            <a:endParaRPr lang="zh-CN" altLang="en-US" sz="20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9" name="图片 8" descr="F:\教材编写2019-8-刘\第5章图片\2019-08-17_090458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20" y="1357304"/>
            <a:ext cx="4714908" cy="2643206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矩形 11"/>
          <p:cNvSpPr/>
          <p:nvPr/>
        </p:nvSpPr>
        <p:spPr>
          <a:xfrm>
            <a:off x="1071538" y="4429138"/>
            <a:ext cx="707236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 smtClean="0"/>
              <a:t>     </a:t>
            </a:r>
            <a:r>
              <a:rPr lang="en-US" sz="1600" b="1" dirty="0" err="1" smtClean="0"/>
              <a:t>GPIOx_BSRR</a:t>
            </a:r>
            <a:r>
              <a:rPr lang="zh-CN" altLang="en-US" sz="1600" b="1" dirty="0" smtClean="0"/>
              <a:t>寄存器的高</a:t>
            </a:r>
            <a:r>
              <a:rPr lang="en-US" sz="1600" b="1" dirty="0" smtClean="0"/>
              <a:t>16</a:t>
            </a:r>
            <a:r>
              <a:rPr lang="zh-CN" altLang="en-US" sz="1600" b="1" dirty="0" smtClean="0"/>
              <a:t>位称为</a:t>
            </a:r>
            <a:r>
              <a:rPr lang="zh-CN" altLang="en-US" sz="1600" b="1" dirty="0" smtClean="0">
                <a:solidFill>
                  <a:srgbClr val="D38583"/>
                </a:solidFill>
              </a:rPr>
              <a:t>清除</a:t>
            </a:r>
            <a:r>
              <a:rPr lang="zh-CN" altLang="en-US" sz="1600" b="1" dirty="0" smtClean="0"/>
              <a:t>寄存器，低</a:t>
            </a:r>
            <a:r>
              <a:rPr lang="en-US" sz="1600" b="1" dirty="0" smtClean="0"/>
              <a:t>16</a:t>
            </a:r>
            <a:r>
              <a:rPr lang="zh-CN" altLang="en-US" sz="1600" b="1" dirty="0" smtClean="0"/>
              <a:t>位称为</a:t>
            </a:r>
            <a:r>
              <a:rPr lang="zh-CN" altLang="en-US" sz="1600" b="1" dirty="0" smtClean="0">
                <a:solidFill>
                  <a:srgbClr val="D38583"/>
                </a:solidFill>
              </a:rPr>
              <a:t>置位</a:t>
            </a:r>
            <a:r>
              <a:rPr lang="zh-CN" altLang="en-US" sz="1600" b="1" dirty="0" smtClean="0"/>
              <a:t>寄存器。</a:t>
            </a:r>
            <a:endParaRPr lang="zh-CN" altLang="en-US" sz="1600" b="1" dirty="0"/>
          </a:p>
        </p:txBody>
      </p:sp>
      <p:sp>
        <p:nvSpPr>
          <p:cNvPr id="13" name="矩形 12"/>
          <p:cNvSpPr/>
          <p:nvPr/>
        </p:nvSpPr>
        <p:spPr>
          <a:xfrm>
            <a:off x="5500694" y="1000114"/>
            <a:ext cx="3214710" cy="33547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buClr>
                <a:schemeClr val="accent5">
                  <a:lumMod val="75000"/>
                </a:schemeClr>
              </a:buClr>
              <a:buFont typeface="Wingdings" pitchFamily="2" charset="2"/>
              <a:buChar char="u"/>
            </a:pPr>
            <a:r>
              <a:rPr lang="zh-CN" altLang="en-US" sz="1600" b="1" dirty="0" smtClean="0"/>
              <a:t> 对</a:t>
            </a:r>
            <a:r>
              <a:rPr lang="en-US" sz="1600" b="1" dirty="0" err="1" smtClean="0"/>
              <a:t>GPIOx_BSRR</a:t>
            </a:r>
            <a:r>
              <a:rPr lang="zh-CN" altLang="en-US" sz="1600" b="1" dirty="0" smtClean="0"/>
              <a:t>的低</a:t>
            </a:r>
            <a:r>
              <a:rPr lang="en-US" sz="1600" b="1" dirty="0" smtClean="0"/>
              <a:t>16</a:t>
            </a:r>
            <a:r>
              <a:rPr lang="zh-CN" altLang="en-US" sz="1600" b="1" dirty="0" smtClean="0"/>
              <a:t>位的某位置“</a:t>
            </a:r>
            <a:r>
              <a:rPr lang="en-US" sz="1600" b="1" dirty="0" smtClean="0"/>
              <a:t>1</a:t>
            </a:r>
            <a:r>
              <a:rPr lang="zh-CN" altLang="en-US" sz="1600" b="1" dirty="0" smtClean="0"/>
              <a:t>”，则对应的</a:t>
            </a:r>
            <a:r>
              <a:rPr lang="en-US" sz="1600" b="1" dirty="0" smtClean="0"/>
              <a:t>I/O</a:t>
            </a:r>
            <a:r>
              <a:rPr lang="zh-CN" altLang="en-US" sz="1600" b="1" dirty="0" smtClean="0"/>
              <a:t>端口引脚输出高电平“</a:t>
            </a:r>
            <a:r>
              <a:rPr lang="en-US" sz="1600" b="1" dirty="0" smtClean="0"/>
              <a:t>1</a:t>
            </a:r>
            <a:r>
              <a:rPr lang="zh-CN" altLang="en-US" sz="1600" b="1" dirty="0" smtClean="0"/>
              <a:t>”；</a:t>
            </a:r>
          </a:p>
          <a:p>
            <a:pPr>
              <a:spcBef>
                <a:spcPts val="800"/>
              </a:spcBef>
              <a:buClr>
                <a:schemeClr val="accent5">
                  <a:lumMod val="75000"/>
                </a:schemeClr>
              </a:buClr>
              <a:buFont typeface="Wingdings" pitchFamily="2" charset="2"/>
              <a:buChar char="u"/>
            </a:pPr>
            <a:r>
              <a:rPr lang="zh-CN" altLang="en-US" sz="1600" b="1" dirty="0" smtClean="0"/>
              <a:t> 对</a:t>
            </a:r>
            <a:r>
              <a:rPr lang="en-US" sz="1600" b="1" dirty="0" err="1" smtClean="0"/>
              <a:t>GPIOx_BSRR</a:t>
            </a:r>
            <a:r>
              <a:rPr lang="zh-CN" altLang="en-US" sz="1600" b="1" dirty="0" smtClean="0"/>
              <a:t>的低</a:t>
            </a:r>
            <a:r>
              <a:rPr lang="en-US" sz="1600" b="1" dirty="0" smtClean="0"/>
              <a:t>16</a:t>
            </a:r>
            <a:r>
              <a:rPr lang="zh-CN" altLang="en-US" sz="1600" b="1" dirty="0" smtClean="0"/>
              <a:t>位的某位置“</a:t>
            </a:r>
            <a:r>
              <a:rPr lang="en-US" sz="1600" b="1" dirty="0" smtClean="0"/>
              <a:t>0</a:t>
            </a:r>
            <a:r>
              <a:rPr lang="zh-CN" altLang="en-US" sz="1600" b="1" dirty="0" smtClean="0"/>
              <a:t>”，则对应的</a:t>
            </a:r>
            <a:r>
              <a:rPr lang="en-US" sz="1600" b="1" dirty="0" smtClean="0"/>
              <a:t>I/O</a:t>
            </a:r>
            <a:r>
              <a:rPr lang="zh-CN" altLang="en-US" sz="1600" b="1" dirty="0" smtClean="0"/>
              <a:t>端口引脚状态不变；</a:t>
            </a:r>
          </a:p>
          <a:p>
            <a:pPr>
              <a:spcBef>
                <a:spcPts val="800"/>
              </a:spcBef>
              <a:buClr>
                <a:schemeClr val="accent5">
                  <a:lumMod val="75000"/>
                </a:schemeClr>
              </a:buClr>
              <a:buFont typeface="Wingdings" pitchFamily="2" charset="2"/>
              <a:buChar char="u"/>
            </a:pPr>
            <a:r>
              <a:rPr lang="zh-CN" altLang="en-US" sz="1600" b="1" dirty="0" smtClean="0"/>
              <a:t> 对</a:t>
            </a:r>
            <a:r>
              <a:rPr lang="en-US" sz="1600" b="1" dirty="0" err="1" smtClean="0"/>
              <a:t>GPIOx_BSRR</a:t>
            </a:r>
            <a:r>
              <a:rPr lang="zh-CN" altLang="en-US" sz="1600" b="1" dirty="0" smtClean="0"/>
              <a:t>的高</a:t>
            </a:r>
            <a:r>
              <a:rPr lang="en-US" sz="1600" b="1" dirty="0" smtClean="0"/>
              <a:t>16</a:t>
            </a:r>
            <a:r>
              <a:rPr lang="zh-CN" altLang="en-US" sz="1600" b="1" dirty="0" smtClean="0"/>
              <a:t>位的某位置“</a:t>
            </a:r>
            <a:r>
              <a:rPr lang="en-US" sz="1600" b="1" dirty="0" smtClean="0"/>
              <a:t>1</a:t>
            </a:r>
            <a:r>
              <a:rPr lang="zh-CN" altLang="en-US" sz="1600" b="1" dirty="0" smtClean="0"/>
              <a:t>”，则对应的</a:t>
            </a:r>
            <a:r>
              <a:rPr lang="en-US" sz="1600" b="1" dirty="0" smtClean="0"/>
              <a:t>I/O</a:t>
            </a:r>
            <a:r>
              <a:rPr lang="zh-CN" altLang="en-US" sz="1600" b="1" dirty="0" smtClean="0"/>
              <a:t>端口引脚输出低电平“</a:t>
            </a:r>
            <a:r>
              <a:rPr lang="en-US" sz="1600" b="1" dirty="0" smtClean="0"/>
              <a:t>0</a:t>
            </a:r>
            <a:r>
              <a:rPr lang="zh-CN" altLang="en-US" sz="1600" b="1" dirty="0" smtClean="0"/>
              <a:t>”；</a:t>
            </a:r>
          </a:p>
          <a:p>
            <a:pPr>
              <a:spcBef>
                <a:spcPts val="800"/>
              </a:spcBef>
              <a:buClr>
                <a:schemeClr val="accent5">
                  <a:lumMod val="75000"/>
                </a:schemeClr>
              </a:buClr>
              <a:buFont typeface="Wingdings" pitchFamily="2" charset="2"/>
              <a:buChar char="u"/>
            </a:pPr>
            <a:r>
              <a:rPr lang="zh-CN" altLang="en-US" sz="1600" b="1" dirty="0" smtClean="0"/>
              <a:t> 对</a:t>
            </a:r>
            <a:r>
              <a:rPr lang="en-US" sz="1600" b="1" dirty="0" err="1" smtClean="0"/>
              <a:t>GPIOx_BSRR</a:t>
            </a:r>
            <a:r>
              <a:rPr lang="zh-CN" altLang="en-US" sz="1600" b="1" dirty="0" smtClean="0"/>
              <a:t>的高</a:t>
            </a:r>
            <a:r>
              <a:rPr lang="en-US" sz="1600" b="1" dirty="0" smtClean="0"/>
              <a:t>16</a:t>
            </a:r>
            <a:r>
              <a:rPr lang="zh-CN" altLang="en-US" sz="1600" b="1" dirty="0" smtClean="0"/>
              <a:t>位的某位置“</a:t>
            </a:r>
            <a:r>
              <a:rPr lang="en-US" sz="1600" b="1" dirty="0" smtClean="0"/>
              <a:t>0</a:t>
            </a:r>
            <a:r>
              <a:rPr lang="zh-CN" altLang="en-US" sz="1600" b="1" dirty="0" smtClean="0"/>
              <a:t>”，则对应的</a:t>
            </a:r>
            <a:r>
              <a:rPr lang="en-US" sz="1600" b="1" dirty="0" smtClean="0"/>
              <a:t>I/O</a:t>
            </a:r>
            <a:r>
              <a:rPr lang="zh-CN" altLang="en-US" sz="1600" b="1" dirty="0" smtClean="0"/>
              <a:t>端口引脚状态不变；</a:t>
            </a:r>
            <a:endParaRPr lang="zh-CN" altLang="en-US" sz="1600" b="1" dirty="0"/>
          </a:p>
        </p:txBody>
      </p:sp>
      <p:sp>
        <p:nvSpPr>
          <p:cNvPr id="11" name="矩形 10"/>
          <p:cNvSpPr/>
          <p:nvPr/>
        </p:nvSpPr>
        <p:spPr>
          <a:xfrm>
            <a:off x="0" y="339503"/>
            <a:ext cx="4139951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35496" y="339502"/>
            <a:ext cx="39677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 smtClean="0">
                <a:solidFill>
                  <a:schemeClr val="bg1"/>
                </a:solidFill>
              </a:rPr>
              <a:t> </a:t>
            </a:r>
            <a:r>
              <a:rPr lang="en-US" altLang="zh-CN" sz="2400" b="1" dirty="0">
                <a:solidFill>
                  <a:schemeClr val="bg1"/>
                </a:solidFill>
              </a:rPr>
              <a:t>5.4.1 GPIO</a:t>
            </a:r>
            <a:r>
              <a:rPr lang="zh-CN" altLang="en-US" sz="2400" b="1" dirty="0">
                <a:solidFill>
                  <a:schemeClr val="bg1"/>
                </a:solidFill>
              </a:rPr>
              <a:t>的</a:t>
            </a:r>
            <a:r>
              <a:rPr lang="en-US" altLang="zh-CN" sz="2400" b="1" dirty="0">
                <a:solidFill>
                  <a:schemeClr val="bg1"/>
                </a:solidFill>
              </a:rPr>
              <a:t>HAL</a:t>
            </a:r>
            <a:r>
              <a:rPr lang="zh-CN" altLang="en-US" sz="2400" b="1" dirty="0">
                <a:solidFill>
                  <a:schemeClr val="bg1"/>
                </a:solidFill>
              </a:rPr>
              <a:t>库接口函数</a:t>
            </a:r>
          </a:p>
        </p:txBody>
      </p:sp>
    </p:spTree>
    <p:extLst>
      <p:ext uri="{BB962C8B-B14F-4D97-AF65-F5344CB8AC3E}">
        <p14:creationId xmlns:p14="http://schemas.microsoft.com/office/powerpoint/2010/main" val="1174651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4283968" y="1171060"/>
            <a:ext cx="4464496" cy="3046988"/>
          </a:xfrm>
          <a:prstGeom prst="rect">
            <a:avLst/>
          </a:prstGeom>
          <a:noFill/>
          <a:ln w="1905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 dirty="0"/>
              <a:t>void </a:t>
            </a:r>
            <a:r>
              <a:rPr lang="en-US" sz="1600" b="1" dirty="0" err="1">
                <a:solidFill>
                  <a:srgbClr val="C00000"/>
                </a:solidFill>
              </a:rPr>
              <a:t>HAL_GPIO_TogglePin</a:t>
            </a:r>
            <a:r>
              <a:rPr lang="en-US" sz="1600" b="1" dirty="0">
                <a:solidFill>
                  <a:srgbClr val="C00000"/>
                </a:solidFill>
              </a:rPr>
              <a:t>(</a:t>
            </a:r>
            <a:r>
              <a:rPr lang="en-US" sz="1600" b="1" dirty="0" err="1">
                <a:solidFill>
                  <a:srgbClr val="C00000"/>
                </a:solidFill>
              </a:rPr>
              <a:t>GPIO_TypeDef</a:t>
            </a:r>
            <a:r>
              <a:rPr lang="en-US" sz="1600" b="1" dirty="0">
                <a:solidFill>
                  <a:srgbClr val="C00000"/>
                </a:solidFill>
              </a:rPr>
              <a:t> *</a:t>
            </a:r>
            <a:r>
              <a:rPr lang="en-US" sz="1600" b="1" dirty="0" err="1">
                <a:solidFill>
                  <a:srgbClr val="C00000"/>
                </a:solidFill>
              </a:rPr>
              <a:t>GPIOx</a:t>
            </a:r>
            <a:r>
              <a:rPr lang="en-US" sz="1600" b="1" dirty="0">
                <a:solidFill>
                  <a:srgbClr val="C00000"/>
                </a:solidFill>
              </a:rPr>
              <a:t>, uint16_t </a:t>
            </a:r>
            <a:r>
              <a:rPr lang="en-US" sz="1600" b="1" dirty="0" err="1">
                <a:solidFill>
                  <a:srgbClr val="C00000"/>
                </a:solidFill>
              </a:rPr>
              <a:t>GPIO_Pin</a:t>
            </a:r>
            <a:r>
              <a:rPr lang="en-US" sz="1600" b="1" dirty="0">
                <a:solidFill>
                  <a:srgbClr val="C00000"/>
                </a:solidFill>
              </a:rPr>
              <a:t>)</a:t>
            </a:r>
          </a:p>
          <a:p>
            <a:r>
              <a:rPr lang="en-US" sz="1600" b="1" dirty="0"/>
              <a:t>{</a:t>
            </a:r>
          </a:p>
          <a:p>
            <a:pPr lvl="1"/>
            <a:r>
              <a:rPr lang="en-US" sz="1600" b="1" dirty="0"/>
              <a:t>if ((</a:t>
            </a:r>
            <a:r>
              <a:rPr lang="en-US" sz="1600" b="1" dirty="0" err="1"/>
              <a:t>GPIOx</a:t>
            </a:r>
            <a:r>
              <a:rPr lang="en-US" sz="1600" b="1" dirty="0"/>
              <a:t>-&gt;ODR &amp; </a:t>
            </a:r>
            <a:r>
              <a:rPr lang="en-US" sz="1600" b="1" dirty="0" err="1"/>
              <a:t>GPIO_Pin</a:t>
            </a:r>
            <a:r>
              <a:rPr lang="en-US" sz="1600" b="1" dirty="0"/>
              <a:t>) != 0x00u)</a:t>
            </a:r>
          </a:p>
          <a:p>
            <a:pPr lvl="1"/>
            <a:r>
              <a:rPr lang="en-US" sz="1600" b="1" dirty="0"/>
              <a:t>{</a:t>
            </a:r>
          </a:p>
          <a:p>
            <a:pPr lvl="2"/>
            <a:r>
              <a:rPr lang="en-US" sz="1600" b="1" dirty="0" err="1"/>
              <a:t>GPIOx</a:t>
            </a:r>
            <a:r>
              <a:rPr lang="en-US" sz="1600" b="1" dirty="0"/>
              <a:t>-&gt;BRR = (uint32_t)</a:t>
            </a:r>
            <a:r>
              <a:rPr lang="en-US" sz="1600" b="1" dirty="0" err="1"/>
              <a:t>GPIO_Pin</a:t>
            </a:r>
            <a:r>
              <a:rPr lang="en-US" sz="1600" b="1" dirty="0"/>
              <a:t>;</a:t>
            </a:r>
          </a:p>
          <a:p>
            <a:pPr lvl="1"/>
            <a:r>
              <a:rPr lang="en-US" sz="1600" b="1" dirty="0"/>
              <a:t>}</a:t>
            </a:r>
          </a:p>
          <a:p>
            <a:pPr lvl="1"/>
            <a:r>
              <a:rPr lang="en-US" sz="1600" b="1" dirty="0"/>
              <a:t>else</a:t>
            </a:r>
          </a:p>
          <a:p>
            <a:pPr lvl="1"/>
            <a:r>
              <a:rPr lang="en-US" sz="1600" b="1" dirty="0"/>
              <a:t>{</a:t>
            </a:r>
          </a:p>
          <a:p>
            <a:pPr lvl="2"/>
            <a:r>
              <a:rPr lang="en-US" sz="1600" b="1" dirty="0" err="1"/>
              <a:t>GPIOx</a:t>
            </a:r>
            <a:r>
              <a:rPr lang="en-US" sz="1600" b="1" dirty="0"/>
              <a:t>-&gt;BSRR = (uint32_t)</a:t>
            </a:r>
            <a:r>
              <a:rPr lang="en-US" sz="1600" b="1" dirty="0" err="1"/>
              <a:t>GPIO_Pin</a:t>
            </a:r>
            <a:r>
              <a:rPr lang="en-US" sz="1600" b="1" dirty="0"/>
              <a:t>;</a:t>
            </a:r>
          </a:p>
          <a:p>
            <a:pPr lvl="1"/>
            <a:r>
              <a:rPr lang="en-US" sz="1600" b="1" dirty="0"/>
              <a:t>}</a:t>
            </a:r>
          </a:p>
          <a:p>
            <a:r>
              <a:rPr lang="en-US" sz="1600" b="1" dirty="0"/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9832" y="1427100"/>
            <a:ext cx="3412088" cy="3208571"/>
          </a:xfrm>
          <a:prstGeom prst="rect">
            <a:avLst/>
          </a:prstGeom>
          <a:noFill/>
          <a:ln w="1905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/>
              <a:t>      读出</a:t>
            </a:r>
            <a:r>
              <a:rPr lang="zh-CN" altLang="en-US" b="1" dirty="0"/>
              <a:t>输出数据寄存器</a:t>
            </a:r>
            <a:r>
              <a:rPr lang="en-US" altLang="zh-CN" b="1" dirty="0"/>
              <a:t>ODR</a:t>
            </a:r>
            <a:r>
              <a:rPr lang="zh-CN" altLang="en-US" b="1" dirty="0"/>
              <a:t>的值与指定引脚进行按位与操作，结果若为真，表明原来为高电平，则写入</a:t>
            </a:r>
            <a:r>
              <a:rPr lang="en-US" altLang="zh-CN" b="1" dirty="0"/>
              <a:t>BRR</a:t>
            </a:r>
            <a:r>
              <a:rPr lang="zh-CN" altLang="en-US" b="1" dirty="0"/>
              <a:t>寄存器（</a:t>
            </a:r>
            <a:r>
              <a:rPr lang="en-US" altLang="zh-CN" b="1" dirty="0"/>
              <a:t>BRR</a:t>
            </a:r>
            <a:r>
              <a:rPr lang="zh-CN" altLang="en-US" b="1" dirty="0"/>
              <a:t>寄存器写入“</a:t>
            </a:r>
            <a:r>
              <a:rPr lang="en-US" altLang="zh-CN" b="1" dirty="0"/>
              <a:t>1”</a:t>
            </a:r>
            <a:r>
              <a:rPr lang="zh-CN" altLang="en-US" b="1" dirty="0"/>
              <a:t>有效，写入“</a:t>
            </a:r>
            <a:r>
              <a:rPr lang="en-US" altLang="zh-CN" b="1" dirty="0"/>
              <a:t>0”</a:t>
            </a:r>
            <a:r>
              <a:rPr lang="zh-CN" altLang="en-US" b="1" dirty="0"/>
              <a:t>不影响</a:t>
            </a:r>
            <a:r>
              <a:rPr lang="en-US" altLang="zh-CN" b="1" dirty="0"/>
              <a:t>ODR</a:t>
            </a:r>
            <a:r>
              <a:rPr lang="zh-CN" altLang="en-US" b="1" dirty="0"/>
              <a:t>的状态）；若结果为假，表明原来为低电平，则控制</a:t>
            </a:r>
            <a:r>
              <a:rPr lang="en-US" altLang="zh-CN" b="1" dirty="0"/>
              <a:t>BSRR</a:t>
            </a:r>
            <a:r>
              <a:rPr lang="zh-CN" altLang="en-US" b="1" dirty="0"/>
              <a:t>寄存器低</a:t>
            </a:r>
            <a:r>
              <a:rPr lang="en-US" altLang="zh-CN" b="1" dirty="0"/>
              <a:t>16</a:t>
            </a:r>
            <a:r>
              <a:rPr lang="zh-CN" altLang="en-US" b="1" dirty="0"/>
              <a:t>位部分做置位（置“</a:t>
            </a:r>
            <a:r>
              <a:rPr lang="en-US" altLang="zh-CN" b="1" dirty="0"/>
              <a:t>1”</a:t>
            </a:r>
            <a:r>
              <a:rPr lang="zh-CN" altLang="en-US" b="1" dirty="0"/>
              <a:t>）</a:t>
            </a:r>
            <a:r>
              <a:rPr lang="zh-CN" altLang="en-US" b="1" dirty="0" smtClean="0"/>
              <a:t>操作。</a:t>
            </a:r>
            <a:endParaRPr lang="zh-CN" altLang="en-US" b="1" dirty="0"/>
          </a:p>
        </p:txBody>
      </p:sp>
      <p:sp>
        <p:nvSpPr>
          <p:cNvPr id="2" name="矩形 1"/>
          <p:cNvSpPr/>
          <p:nvPr/>
        </p:nvSpPr>
        <p:spPr>
          <a:xfrm>
            <a:off x="5868144" y="657658"/>
            <a:ext cx="262254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 smtClean="0">
                <a:solidFill>
                  <a:schemeClr val="accent5">
                    <a:lumMod val="75000"/>
                  </a:schemeClr>
                </a:solidFill>
              </a:rPr>
              <a:t>函数源码</a:t>
            </a:r>
            <a:endParaRPr lang="zh-CN" altLang="en-US" sz="20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179512" y="1057768"/>
            <a:ext cx="13468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</a:rPr>
              <a:t>源码解析：</a:t>
            </a:r>
            <a:endParaRPr lang="zh-CN" alt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0" y="339503"/>
            <a:ext cx="4139951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35496" y="339502"/>
            <a:ext cx="39677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 smtClean="0">
                <a:solidFill>
                  <a:schemeClr val="bg1"/>
                </a:solidFill>
              </a:rPr>
              <a:t> </a:t>
            </a:r>
            <a:r>
              <a:rPr lang="en-US" altLang="zh-CN" sz="2400" b="1" dirty="0">
                <a:solidFill>
                  <a:schemeClr val="bg1"/>
                </a:solidFill>
              </a:rPr>
              <a:t>5.4.1 GPIO</a:t>
            </a:r>
            <a:r>
              <a:rPr lang="zh-CN" altLang="en-US" sz="2400" b="1" dirty="0">
                <a:solidFill>
                  <a:schemeClr val="bg1"/>
                </a:solidFill>
              </a:rPr>
              <a:t>的</a:t>
            </a:r>
            <a:r>
              <a:rPr lang="en-US" altLang="zh-CN" sz="2400" b="1" dirty="0">
                <a:solidFill>
                  <a:schemeClr val="bg1"/>
                </a:solidFill>
              </a:rPr>
              <a:t>HAL</a:t>
            </a:r>
            <a:r>
              <a:rPr lang="zh-CN" altLang="en-US" sz="2400" b="1" dirty="0">
                <a:solidFill>
                  <a:schemeClr val="bg1"/>
                </a:solidFill>
              </a:rPr>
              <a:t>库接口函数</a:t>
            </a:r>
          </a:p>
        </p:txBody>
      </p:sp>
    </p:spTree>
    <p:extLst>
      <p:ext uri="{BB962C8B-B14F-4D97-AF65-F5344CB8AC3E}">
        <p14:creationId xmlns:p14="http://schemas.microsoft.com/office/powerpoint/2010/main" val="2555635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5148064" y="489733"/>
            <a:ext cx="385765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 smtClean="0">
                <a:solidFill>
                  <a:schemeClr val="accent5">
                    <a:lumMod val="75000"/>
                  </a:schemeClr>
                </a:solidFill>
              </a:rPr>
              <a:t>数据输出寄存器</a:t>
            </a:r>
            <a:r>
              <a:rPr lang="en-US" sz="2000" b="1" dirty="0" err="1" smtClean="0">
                <a:solidFill>
                  <a:schemeClr val="accent5">
                    <a:lumMod val="75000"/>
                  </a:schemeClr>
                </a:solidFill>
              </a:rPr>
              <a:t>GPIOx_ODR</a:t>
            </a:r>
            <a:endParaRPr lang="zh-CN" altLang="en-US" sz="20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928662" y="4286262"/>
            <a:ext cx="707236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1600" b="1" dirty="0" smtClean="0"/>
              <a:t>     </a:t>
            </a:r>
            <a:r>
              <a:rPr lang="en-US" altLang="en-US" sz="1600" b="1" dirty="0" err="1" smtClean="0"/>
              <a:t>GPIOx_ODR</a:t>
            </a:r>
            <a:r>
              <a:rPr lang="zh-CN" altLang="en-US" sz="1600" b="1" dirty="0" smtClean="0"/>
              <a:t>数据输出寄存器的高</a:t>
            </a:r>
            <a:r>
              <a:rPr lang="en-US" altLang="en-US" sz="1600" b="1" dirty="0" smtClean="0"/>
              <a:t>16</a:t>
            </a:r>
            <a:r>
              <a:rPr lang="zh-CN" altLang="en-US" sz="1600" b="1" dirty="0" smtClean="0"/>
              <a:t>位为保留位，没有用到；低</a:t>
            </a:r>
            <a:r>
              <a:rPr lang="en-US" altLang="en-US" sz="1600" b="1" dirty="0" smtClean="0"/>
              <a:t>16</a:t>
            </a:r>
            <a:r>
              <a:rPr lang="zh-CN" altLang="en-US" sz="1600" b="1" dirty="0" smtClean="0"/>
              <a:t>位对应</a:t>
            </a:r>
            <a:r>
              <a:rPr lang="en-US" altLang="en-US" sz="1600" b="1" dirty="0" smtClean="0"/>
              <a:t>I/O</a:t>
            </a:r>
            <a:r>
              <a:rPr lang="zh-CN" altLang="en-US" sz="1600" b="1" dirty="0" smtClean="0"/>
              <a:t>端口相应的引脚，可进行置位或复位操作。</a:t>
            </a:r>
          </a:p>
        </p:txBody>
      </p:sp>
      <p:pic>
        <p:nvPicPr>
          <p:cNvPr id="10" name="图片 9" descr="F:\教材编写2019-8-刘\第5章图片\2019-08-17_091825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728" y="1071552"/>
            <a:ext cx="6357982" cy="321471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矩形 7"/>
          <p:cNvSpPr/>
          <p:nvPr/>
        </p:nvSpPr>
        <p:spPr>
          <a:xfrm>
            <a:off x="0" y="339503"/>
            <a:ext cx="4139951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35496" y="339502"/>
            <a:ext cx="39677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 smtClean="0">
                <a:solidFill>
                  <a:schemeClr val="bg1"/>
                </a:solidFill>
              </a:rPr>
              <a:t> </a:t>
            </a:r>
            <a:r>
              <a:rPr lang="en-US" altLang="zh-CN" sz="2400" b="1" dirty="0">
                <a:solidFill>
                  <a:schemeClr val="bg1"/>
                </a:solidFill>
              </a:rPr>
              <a:t>5.4.1 GPIO</a:t>
            </a:r>
            <a:r>
              <a:rPr lang="zh-CN" altLang="en-US" sz="2400" b="1" dirty="0">
                <a:solidFill>
                  <a:schemeClr val="bg1"/>
                </a:solidFill>
              </a:rPr>
              <a:t>的</a:t>
            </a:r>
            <a:r>
              <a:rPr lang="en-US" altLang="zh-CN" sz="2400" b="1" dirty="0">
                <a:solidFill>
                  <a:schemeClr val="bg1"/>
                </a:solidFill>
              </a:rPr>
              <a:t>HAL</a:t>
            </a:r>
            <a:r>
              <a:rPr lang="zh-CN" altLang="en-US" sz="2400" b="1" dirty="0">
                <a:solidFill>
                  <a:schemeClr val="bg1"/>
                </a:solidFill>
              </a:rPr>
              <a:t>库接口函数</a:t>
            </a:r>
          </a:p>
        </p:txBody>
      </p:sp>
    </p:spTree>
    <p:extLst>
      <p:ext uri="{BB962C8B-B14F-4D97-AF65-F5344CB8AC3E}">
        <p14:creationId xmlns:p14="http://schemas.microsoft.com/office/powerpoint/2010/main" val="1174651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5220072" y="443449"/>
            <a:ext cx="385765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 smtClean="0">
                <a:solidFill>
                  <a:schemeClr val="accent5">
                    <a:lumMod val="75000"/>
                  </a:schemeClr>
                </a:solidFill>
              </a:rPr>
              <a:t>端口位清除寄存器</a:t>
            </a:r>
            <a:r>
              <a:rPr lang="en-US" sz="2000" b="1" dirty="0" err="1" smtClean="0">
                <a:solidFill>
                  <a:schemeClr val="accent5">
                    <a:lumMod val="75000"/>
                  </a:schemeClr>
                </a:solidFill>
              </a:rPr>
              <a:t>GPIOx_BRR</a:t>
            </a:r>
            <a:endParaRPr lang="zh-CN" altLang="en-US" sz="20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9" name="图片 8" descr="F:\教材编写2019-8-刘\第5章图片\2019-08-17_092849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20" y="1571618"/>
            <a:ext cx="5278262" cy="2506673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矩形 12"/>
          <p:cNvSpPr/>
          <p:nvPr/>
        </p:nvSpPr>
        <p:spPr>
          <a:xfrm>
            <a:off x="5786446" y="1142990"/>
            <a:ext cx="3214710" cy="33445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buClr>
                <a:schemeClr val="accent5">
                  <a:lumMod val="75000"/>
                </a:schemeClr>
              </a:buClr>
            </a:pPr>
            <a:r>
              <a:rPr lang="zh-CN" altLang="en-US" b="1" dirty="0" smtClean="0"/>
              <a:t>      端口位清除寄存器</a:t>
            </a:r>
            <a:r>
              <a:rPr lang="en-US" altLang="zh-CN" b="1" dirty="0" err="1" smtClean="0"/>
              <a:t>GPIOx_BRR</a:t>
            </a:r>
            <a:r>
              <a:rPr lang="zh-CN" altLang="en-US" b="1" dirty="0" smtClean="0"/>
              <a:t>可以对端口数据输出寄存器</a:t>
            </a:r>
            <a:r>
              <a:rPr lang="en-US" altLang="zh-CN" b="1" dirty="0" err="1" smtClean="0"/>
              <a:t>GPIOx_ODR</a:t>
            </a:r>
            <a:r>
              <a:rPr lang="zh-CN" altLang="en-US" b="1" dirty="0" smtClean="0"/>
              <a:t>中的每位进行</a:t>
            </a:r>
            <a:r>
              <a:rPr lang="zh-CN" altLang="en-US" b="1" dirty="0" smtClean="0">
                <a:solidFill>
                  <a:srgbClr val="D38583"/>
                </a:solidFill>
              </a:rPr>
              <a:t>复位</a:t>
            </a:r>
            <a:r>
              <a:rPr lang="zh-CN" altLang="en-US" b="1" dirty="0" smtClean="0"/>
              <a:t>操作，即</a:t>
            </a:r>
            <a:r>
              <a:rPr lang="en-US" altLang="zh-CN" b="1" dirty="0" err="1" smtClean="0"/>
              <a:t>GPIOx_BRR</a:t>
            </a:r>
            <a:r>
              <a:rPr lang="zh-CN" altLang="en-US" b="1" dirty="0" smtClean="0">
                <a:solidFill>
                  <a:srgbClr val="D38583"/>
                </a:solidFill>
              </a:rPr>
              <a:t>只能改变引脚状态为低电平。</a:t>
            </a:r>
          </a:p>
          <a:p>
            <a:pPr>
              <a:spcBef>
                <a:spcPts val="800"/>
              </a:spcBef>
              <a:buClr>
                <a:schemeClr val="accent5">
                  <a:lumMod val="75000"/>
                </a:schemeClr>
              </a:buClr>
              <a:buFont typeface="Wingdings" pitchFamily="2" charset="2"/>
              <a:buChar char="u"/>
            </a:pPr>
            <a:r>
              <a:rPr lang="zh-CN" altLang="en-US" b="1" dirty="0" smtClean="0"/>
              <a:t>对</a:t>
            </a:r>
            <a:r>
              <a:rPr lang="en-US" altLang="zh-CN" b="1" dirty="0" err="1" smtClean="0"/>
              <a:t>GPIOx_BRR</a:t>
            </a:r>
            <a:r>
              <a:rPr lang="zh-CN" altLang="en-US" b="1" dirty="0" smtClean="0"/>
              <a:t>的低</a:t>
            </a:r>
            <a:r>
              <a:rPr lang="en-US" altLang="zh-CN" b="1" dirty="0" smtClean="0"/>
              <a:t>16</a:t>
            </a:r>
            <a:r>
              <a:rPr lang="zh-CN" altLang="en-US" b="1" dirty="0" smtClean="0"/>
              <a:t>位的某位置“</a:t>
            </a:r>
            <a:r>
              <a:rPr lang="en-US" altLang="zh-CN" b="1" dirty="0" smtClean="0"/>
              <a:t>1</a:t>
            </a:r>
            <a:r>
              <a:rPr lang="zh-CN" altLang="en-US" b="1" dirty="0" smtClean="0"/>
              <a:t>”，则对应的</a:t>
            </a:r>
            <a:r>
              <a:rPr lang="en-US" altLang="zh-CN" b="1" dirty="0" smtClean="0"/>
              <a:t>I/O</a:t>
            </a:r>
            <a:r>
              <a:rPr lang="zh-CN" altLang="en-US" b="1" dirty="0" smtClean="0"/>
              <a:t>端口引脚置输出低电平“</a:t>
            </a:r>
            <a:r>
              <a:rPr lang="en-US" altLang="zh-CN" b="1" dirty="0" smtClean="0"/>
              <a:t>0</a:t>
            </a:r>
            <a:r>
              <a:rPr lang="zh-CN" altLang="en-US" b="1" dirty="0" smtClean="0"/>
              <a:t>”；</a:t>
            </a:r>
          </a:p>
          <a:p>
            <a:pPr>
              <a:spcBef>
                <a:spcPts val="800"/>
              </a:spcBef>
              <a:buClr>
                <a:schemeClr val="accent5">
                  <a:lumMod val="75000"/>
                </a:schemeClr>
              </a:buClr>
              <a:buFont typeface="Wingdings" pitchFamily="2" charset="2"/>
              <a:buChar char="u"/>
            </a:pPr>
            <a:r>
              <a:rPr lang="zh-CN" altLang="en-US" b="1" dirty="0" smtClean="0"/>
              <a:t>对</a:t>
            </a:r>
            <a:r>
              <a:rPr lang="en-US" altLang="zh-CN" b="1" dirty="0" err="1" smtClean="0"/>
              <a:t>GPIOx_BRR</a:t>
            </a:r>
            <a:r>
              <a:rPr lang="zh-CN" altLang="en-US" b="1" dirty="0" smtClean="0"/>
              <a:t>的低</a:t>
            </a:r>
            <a:r>
              <a:rPr lang="en-US" altLang="zh-CN" b="1" dirty="0" smtClean="0"/>
              <a:t>16</a:t>
            </a:r>
            <a:r>
              <a:rPr lang="zh-CN" altLang="en-US" b="1" dirty="0" smtClean="0"/>
              <a:t>位的某位置“</a:t>
            </a:r>
            <a:r>
              <a:rPr lang="en-US" altLang="zh-CN" b="1" dirty="0" smtClean="0"/>
              <a:t>0</a:t>
            </a:r>
            <a:r>
              <a:rPr lang="zh-CN" altLang="en-US" b="1" dirty="0" smtClean="0"/>
              <a:t>”，则对应的</a:t>
            </a:r>
            <a:r>
              <a:rPr lang="en-US" altLang="zh-CN" b="1" dirty="0" smtClean="0"/>
              <a:t>I/O</a:t>
            </a:r>
            <a:r>
              <a:rPr lang="zh-CN" altLang="en-US" b="1" dirty="0" smtClean="0"/>
              <a:t>端口引脚状态不变。</a:t>
            </a:r>
            <a:endParaRPr lang="zh-CN" altLang="en-US" b="1" dirty="0"/>
          </a:p>
        </p:txBody>
      </p:sp>
      <p:sp>
        <p:nvSpPr>
          <p:cNvPr id="8" name="矩形 7"/>
          <p:cNvSpPr/>
          <p:nvPr/>
        </p:nvSpPr>
        <p:spPr>
          <a:xfrm>
            <a:off x="0" y="339503"/>
            <a:ext cx="4139951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35496" y="339502"/>
            <a:ext cx="39677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 smtClean="0">
                <a:solidFill>
                  <a:schemeClr val="bg1"/>
                </a:solidFill>
              </a:rPr>
              <a:t> </a:t>
            </a:r>
            <a:r>
              <a:rPr lang="en-US" altLang="zh-CN" sz="2400" b="1" dirty="0">
                <a:solidFill>
                  <a:schemeClr val="bg1"/>
                </a:solidFill>
              </a:rPr>
              <a:t>5.4.1 GPIO</a:t>
            </a:r>
            <a:r>
              <a:rPr lang="zh-CN" altLang="en-US" sz="2400" b="1" dirty="0">
                <a:solidFill>
                  <a:schemeClr val="bg1"/>
                </a:solidFill>
              </a:rPr>
              <a:t>的</a:t>
            </a:r>
            <a:r>
              <a:rPr lang="en-US" altLang="zh-CN" sz="2400" b="1" dirty="0">
                <a:solidFill>
                  <a:schemeClr val="bg1"/>
                </a:solidFill>
              </a:rPr>
              <a:t>HAL</a:t>
            </a:r>
            <a:r>
              <a:rPr lang="zh-CN" altLang="en-US" sz="2400" b="1" dirty="0">
                <a:solidFill>
                  <a:schemeClr val="bg1"/>
                </a:solidFill>
              </a:rPr>
              <a:t>库接口函数</a:t>
            </a:r>
          </a:p>
        </p:txBody>
      </p:sp>
    </p:spTree>
    <p:extLst>
      <p:ext uri="{BB962C8B-B14F-4D97-AF65-F5344CB8AC3E}">
        <p14:creationId xmlns:p14="http://schemas.microsoft.com/office/powerpoint/2010/main" val="1174651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642910" y="1500180"/>
            <a:ext cx="300039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 smtClean="0"/>
              <a:t>      将</a:t>
            </a:r>
            <a:r>
              <a:rPr lang="en-US" b="1" dirty="0" smtClean="0"/>
              <a:t>PB5</a:t>
            </a:r>
            <a:r>
              <a:rPr lang="zh-CN" altLang="en-US" b="1" dirty="0" smtClean="0"/>
              <a:t>置为低电平，即将</a:t>
            </a:r>
            <a:r>
              <a:rPr lang="en-US" b="1" dirty="0" smtClean="0"/>
              <a:t>GPIOB_ODR</a:t>
            </a:r>
            <a:r>
              <a:rPr lang="zh-CN" altLang="en-US" b="1" dirty="0" smtClean="0"/>
              <a:t>寄存器的第</a:t>
            </a:r>
            <a:r>
              <a:rPr lang="en-US" b="1" dirty="0" smtClean="0"/>
              <a:t>5</a:t>
            </a:r>
            <a:r>
              <a:rPr lang="zh-CN" altLang="en-US" b="1" dirty="0" smtClean="0"/>
              <a:t>位</a:t>
            </a:r>
            <a:r>
              <a:rPr lang="en-US" b="1" dirty="0" smtClean="0"/>
              <a:t>ODR5</a:t>
            </a:r>
            <a:r>
              <a:rPr lang="zh-CN" altLang="en-US" b="1" dirty="0" smtClean="0"/>
              <a:t>置“</a:t>
            </a:r>
            <a:r>
              <a:rPr lang="en-US" b="1" dirty="0" smtClean="0"/>
              <a:t>0</a:t>
            </a:r>
            <a:r>
              <a:rPr lang="zh-CN" altLang="en-US" b="1" dirty="0" smtClean="0"/>
              <a:t>”（注：寄存器的位数为</a:t>
            </a:r>
            <a:r>
              <a:rPr lang="en-US" b="1" dirty="0" smtClean="0"/>
              <a:t>0~15</a:t>
            </a:r>
            <a:r>
              <a:rPr lang="zh-CN" altLang="en-US" b="1" dirty="0" smtClean="0"/>
              <a:t>），则可以有</a:t>
            </a:r>
            <a:r>
              <a:rPr lang="zh-CN" altLang="en-US" b="1" dirty="0" smtClean="0">
                <a:solidFill>
                  <a:srgbClr val="D38583"/>
                </a:solidFill>
              </a:rPr>
              <a:t>三种方式</a:t>
            </a:r>
            <a:r>
              <a:rPr lang="zh-CN" altLang="en-US" b="1" dirty="0" smtClean="0"/>
              <a:t>实现：</a:t>
            </a:r>
            <a:endParaRPr lang="zh-CN" altLang="en-US" b="1" dirty="0"/>
          </a:p>
        </p:txBody>
      </p:sp>
      <p:sp>
        <p:nvSpPr>
          <p:cNvPr id="10" name="矩形 9"/>
          <p:cNvSpPr/>
          <p:nvPr/>
        </p:nvSpPr>
        <p:spPr>
          <a:xfrm>
            <a:off x="500034" y="1071552"/>
            <a:ext cx="649537" cy="369332"/>
          </a:xfrm>
          <a:prstGeom prst="rect">
            <a:avLst/>
          </a:prstGeom>
          <a:effectLst>
            <a:outerShdw blurRad="40000" dist="23000" dir="5400000" rotWithShape="0">
              <a:srgbClr val="000000">
                <a:alpha val="35000"/>
              </a:srgbClr>
            </a:outerShdw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zh-CN" altLang="en-US" b="1" dirty="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举例</a:t>
            </a:r>
            <a:endParaRPr lang="zh-CN" altLang="en-US" b="1" dirty="0">
              <a:solidFill>
                <a:schemeClr val="bg1"/>
              </a:solidFill>
              <a:latin typeface="黑体" pitchFamily="49" charset="-122"/>
              <a:ea typeface="黑体" pitchFamily="49" charset="-122"/>
            </a:endParaRPr>
          </a:p>
        </p:txBody>
      </p:sp>
      <p:graphicFrame>
        <p:nvGraphicFramePr>
          <p:cNvPr id="12" name="表格 11"/>
          <p:cNvGraphicFramePr>
            <a:graphicFrameLocks noGrp="1"/>
          </p:cNvGraphicFramePr>
          <p:nvPr/>
        </p:nvGraphicFramePr>
        <p:xfrm>
          <a:off x="3929058" y="1785932"/>
          <a:ext cx="4929227" cy="304800"/>
        </p:xfrm>
        <a:graphic>
          <a:graphicData uri="http://schemas.openxmlformats.org/drawingml/2006/table">
            <a:tbl>
              <a:tblPr/>
              <a:tblGrid>
                <a:gridCol w="580189"/>
                <a:gridCol w="271346"/>
                <a:gridCol w="272028"/>
                <a:gridCol w="272028"/>
                <a:gridCol w="271346"/>
                <a:gridCol w="272028"/>
                <a:gridCol w="272028"/>
                <a:gridCol w="271346"/>
                <a:gridCol w="272028"/>
                <a:gridCol w="272028"/>
                <a:gridCol w="271346"/>
                <a:gridCol w="272028"/>
                <a:gridCol w="272028"/>
                <a:gridCol w="271346"/>
                <a:gridCol w="272028"/>
                <a:gridCol w="272028"/>
                <a:gridCol w="272028"/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latin typeface="Times New Roman"/>
                          <a:ea typeface="宋体"/>
                          <a:cs typeface="Times New Roman"/>
                        </a:rPr>
                        <a:t>位</a:t>
                      </a:r>
                      <a:endParaRPr lang="zh-CN" sz="1100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latin typeface="Times New Roman"/>
                          <a:ea typeface="宋体"/>
                          <a:cs typeface="Times New Roman"/>
                        </a:rPr>
                        <a:t>15</a:t>
                      </a:r>
                      <a:endParaRPr lang="zh-CN" sz="11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latin typeface="Times New Roman"/>
                          <a:ea typeface="宋体"/>
                          <a:cs typeface="Times New Roman"/>
                        </a:rPr>
                        <a:t>14</a:t>
                      </a:r>
                      <a:endParaRPr lang="zh-CN" sz="11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latin typeface="Times New Roman"/>
                          <a:ea typeface="宋体"/>
                          <a:cs typeface="Times New Roman"/>
                        </a:rPr>
                        <a:t>13</a:t>
                      </a:r>
                      <a:endParaRPr lang="zh-CN" sz="11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latin typeface="Times New Roman"/>
                          <a:ea typeface="宋体"/>
                          <a:cs typeface="Times New Roman"/>
                        </a:rPr>
                        <a:t>12</a:t>
                      </a:r>
                      <a:endParaRPr lang="zh-CN" sz="11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latin typeface="Times New Roman"/>
                          <a:ea typeface="宋体"/>
                          <a:cs typeface="Times New Roman"/>
                        </a:rPr>
                        <a:t>11</a:t>
                      </a:r>
                      <a:endParaRPr lang="zh-CN" sz="11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latin typeface="Times New Roman"/>
                          <a:ea typeface="宋体"/>
                          <a:cs typeface="Times New Roman"/>
                        </a:rPr>
                        <a:t>10</a:t>
                      </a:r>
                      <a:endParaRPr lang="zh-CN" sz="11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latin typeface="Times New Roman"/>
                          <a:ea typeface="宋体"/>
                          <a:cs typeface="Times New Roman"/>
                        </a:rPr>
                        <a:t>9</a:t>
                      </a:r>
                      <a:endParaRPr lang="zh-CN" sz="11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latin typeface="Times New Roman"/>
                          <a:ea typeface="宋体"/>
                          <a:cs typeface="Times New Roman"/>
                        </a:rPr>
                        <a:t>8</a:t>
                      </a:r>
                      <a:endParaRPr lang="zh-CN" sz="11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latin typeface="Times New Roman"/>
                          <a:ea typeface="宋体"/>
                          <a:cs typeface="Times New Roman"/>
                        </a:rPr>
                        <a:t>7</a:t>
                      </a:r>
                      <a:endParaRPr lang="zh-CN" sz="11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latin typeface="Times New Roman"/>
                          <a:ea typeface="宋体"/>
                          <a:cs typeface="Times New Roman"/>
                        </a:rPr>
                        <a:t>6</a:t>
                      </a:r>
                      <a:endParaRPr lang="zh-CN" sz="11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b="1" kern="100">
                          <a:latin typeface="Times New Roman"/>
                          <a:ea typeface="宋体"/>
                          <a:cs typeface="Times New Roman"/>
                        </a:rPr>
                        <a:t>5</a:t>
                      </a:r>
                      <a:endParaRPr lang="zh-CN" sz="11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latin typeface="Times New Roman"/>
                          <a:ea typeface="宋体"/>
                          <a:cs typeface="Times New Roman"/>
                        </a:rPr>
                        <a:t>4</a:t>
                      </a:r>
                      <a:endParaRPr lang="zh-CN" sz="11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latin typeface="Times New Roman"/>
                          <a:ea typeface="宋体"/>
                          <a:cs typeface="Times New Roman"/>
                        </a:rPr>
                        <a:t>3</a:t>
                      </a:r>
                      <a:endParaRPr lang="zh-CN" sz="11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latin typeface="Times New Roman"/>
                          <a:ea typeface="宋体"/>
                          <a:cs typeface="Times New Roman"/>
                        </a:rPr>
                        <a:t>2</a:t>
                      </a:r>
                      <a:endParaRPr lang="zh-CN" sz="11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latin typeface="Times New Roman"/>
                          <a:ea typeface="宋体"/>
                          <a:cs typeface="Times New Roman"/>
                        </a:rPr>
                        <a:t>1</a:t>
                      </a:r>
                      <a:endParaRPr lang="zh-CN" sz="11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latin typeface="Times New Roman"/>
                          <a:ea typeface="宋体"/>
                          <a:cs typeface="Times New Roman"/>
                        </a:rPr>
                        <a:t>0</a:t>
                      </a:r>
                      <a:endParaRPr lang="zh-CN" sz="11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00" kern="100">
                          <a:latin typeface="Times New Roman"/>
                          <a:ea typeface="宋体"/>
                          <a:cs typeface="Times New Roman"/>
                        </a:rPr>
                        <a:t>0x0020</a:t>
                      </a:r>
                      <a:endParaRPr lang="zh-CN" sz="11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latin typeface="Times New Roman"/>
                          <a:ea typeface="宋体"/>
                          <a:cs typeface="Times New Roman"/>
                        </a:rPr>
                        <a:t>1</a:t>
                      </a:r>
                      <a:endParaRPr lang="zh-CN" sz="11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latin typeface="Times New Roman"/>
                          <a:ea typeface="宋体"/>
                          <a:cs typeface="Times New Roman"/>
                        </a:rPr>
                        <a:t>1</a:t>
                      </a:r>
                      <a:endParaRPr lang="zh-CN" sz="1100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latin typeface="Times New Roman"/>
                          <a:ea typeface="宋体"/>
                          <a:cs typeface="Times New Roman"/>
                        </a:rPr>
                        <a:t>1</a:t>
                      </a:r>
                      <a:endParaRPr lang="zh-CN" sz="11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latin typeface="Times New Roman"/>
                          <a:ea typeface="宋体"/>
                          <a:cs typeface="Times New Roman"/>
                        </a:rPr>
                        <a:t>1</a:t>
                      </a:r>
                      <a:endParaRPr lang="zh-CN" sz="11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latin typeface="Times New Roman"/>
                          <a:ea typeface="宋体"/>
                          <a:cs typeface="Times New Roman"/>
                        </a:rPr>
                        <a:t>1</a:t>
                      </a:r>
                      <a:endParaRPr lang="zh-CN" sz="11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latin typeface="Times New Roman"/>
                          <a:ea typeface="宋体"/>
                          <a:cs typeface="Times New Roman"/>
                        </a:rPr>
                        <a:t>1</a:t>
                      </a:r>
                      <a:endParaRPr lang="zh-CN" sz="11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latin typeface="Times New Roman"/>
                          <a:ea typeface="宋体"/>
                          <a:cs typeface="Times New Roman"/>
                        </a:rPr>
                        <a:t>1</a:t>
                      </a:r>
                      <a:endParaRPr lang="zh-CN" sz="11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latin typeface="Times New Roman"/>
                          <a:ea typeface="宋体"/>
                          <a:cs typeface="Times New Roman"/>
                        </a:rPr>
                        <a:t>1</a:t>
                      </a:r>
                      <a:endParaRPr lang="zh-CN" sz="11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latin typeface="Times New Roman"/>
                          <a:ea typeface="宋体"/>
                          <a:cs typeface="Times New Roman"/>
                        </a:rPr>
                        <a:t>1</a:t>
                      </a:r>
                      <a:endParaRPr lang="zh-CN" sz="11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latin typeface="Times New Roman"/>
                          <a:ea typeface="宋体"/>
                          <a:cs typeface="Times New Roman"/>
                        </a:rPr>
                        <a:t>1</a:t>
                      </a:r>
                      <a:endParaRPr lang="zh-CN" sz="11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b="1" kern="100" dirty="0">
                          <a:latin typeface="Times New Roman"/>
                          <a:ea typeface="宋体"/>
                          <a:cs typeface="Times New Roman"/>
                        </a:rPr>
                        <a:t>0</a:t>
                      </a:r>
                      <a:endParaRPr lang="zh-CN" sz="1100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latin typeface="Times New Roman"/>
                          <a:ea typeface="宋体"/>
                          <a:cs typeface="Times New Roman"/>
                        </a:rPr>
                        <a:t>1</a:t>
                      </a:r>
                      <a:endParaRPr lang="zh-CN" sz="11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latin typeface="Times New Roman"/>
                          <a:ea typeface="宋体"/>
                          <a:cs typeface="Times New Roman"/>
                        </a:rPr>
                        <a:t>1</a:t>
                      </a:r>
                      <a:endParaRPr lang="zh-CN" sz="11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latin typeface="Times New Roman"/>
                          <a:ea typeface="宋体"/>
                          <a:cs typeface="Times New Roman"/>
                        </a:rPr>
                        <a:t>1</a:t>
                      </a:r>
                      <a:endParaRPr lang="zh-CN" sz="11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latin typeface="Times New Roman"/>
                          <a:ea typeface="宋体"/>
                          <a:cs typeface="Times New Roman"/>
                        </a:rPr>
                        <a:t>1</a:t>
                      </a:r>
                      <a:endParaRPr lang="zh-CN" sz="11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latin typeface="Times New Roman"/>
                          <a:ea typeface="宋体"/>
                          <a:cs typeface="Times New Roman"/>
                        </a:rPr>
                        <a:t>1</a:t>
                      </a:r>
                      <a:endParaRPr lang="zh-CN" sz="1100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4" name="表格 13"/>
          <p:cNvGraphicFramePr>
            <a:graphicFrameLocks noGrp="1"/>
          </p:cNvGraphicFramePr>
          <p:nvPr/>
        </p:nvGraphicFramePr>
        <p:xfrm>
          <a:off x="1643042" y="4500576"/>
          <a:ext cx="5214975" cy="320040"/>
        </p:xfrm>
        <a:graphic>
          <a:graphicData uri="http://schemas.openxmlformats.org/drawingml/2006/table">
            <a:tbl>
              <a:tblPr/>
              <a:tblGrid>
                <a:gridCol w="609964"/>
                <a:gridCol w="287678"/>
                <a:gridCol w="287678"/>
                <a:gridCol w="287678"/>
                <a:gridCol w="287678"/>
                <a:gridCol w="287678"/>
                <a:gridCol w="288399"/>
                <a:gridCol w="287678"/>
                <a:gridCol w="287678"/>
                <a:gridCol w="287678"/>
                <a:gridCol w="287678"/>
                <a:gridCol w="288399"/>
                <a:gridCol w="287678"/>
                <a:gridCol w="287678"/>
                <a:gridCol w="287678"/>
                <a:gridCol w="287678"/>
                <a:gridCol w="288399"/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 dirty="0">
                          <a:latin typeface="Times New Roman"/>
                          <a:ea typeface="宋体"/>
                          <a:cs typeface="Times New Roman"/>
                        </a:rPr>
                        <a:t>位</a:t>
                      </a:r>
                      <a:endParaRPr lang="zh-CN" sz="1200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latin typeface="Times New Roman"/>
                          <a:ea typeface="宋体"/>
                          <a:cs typeface="Times New Roman"/>
                        </a:rPr>
                        <a:t>15</a:t>
                      </a:r>
                      <a:endParaRPr lang="zh-CN" sz="12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latin typeface="Times New Roman"/>
                          <a:ea typeface="宋体"/>
                          <a:cs typeface="Times New Roman"/>
                        </a:rPr>
                        <a:t>14</a:t>
                      </a:r>
                      <a:endParaRPr lang="zh-CN" sz="12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latin typeface="Times New Roman"/>
                          <a:ea typeface="宋体"/>
                          <a:cs typeface="Times New Roman"/>
                        </a:rPr>
                        <a:t>13</a:t>
                      </a:r>
                      <a:endParaRPr lang="zh-CN" sz="12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latin typeface="Times New Roman"/>
                          <a:ea typeface="宋体"/>
                          <a:cs typeface="Times New Roman"/>
                        </a:rPr>
                        <a:t>12</a:t>
                      </a:r>
                      <a:endParaRPr lang="zh-CN" sz="12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latin typeface="Times New Roman"/>
                          <a:ea typeface="宋体"/>
                          <a:cs typeface="Times New Roman"/>
                        </a:rPr>
                        <a:t>11</a:t>
                      </a:r>
                      <a:endParaRPr lang="zh-CN" sz="12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latin typeface="Times New Roman"/>
                          <a:ea typeface="宋体"/>
                          <a:cs typeface="Times New Roman"/>
                        </a:rPr>
                        <a:t>10</a:t>
                      </a:r>
                      <a:endParaRPr lang="zh-CN" sz="12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latin typeface="Times New Roman"/>
                          <a:ea typeface="宋体"/>
                          <a:cs typeface="Times New Roman"/>
                        </a:rPr>
                        <a:t>9</a:t>
                      </a:r>
                      <a:endParaRPr lang="zh-CN" sz="12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latin typeface="Times New Roman"/>
                          <a:ea typeface="宋体"/>
                          <a:cs typeface="Times New Roman"/>
                        </a:rPr>
                        <a:t>8</a:t>
                      </a:r>
                      <a:endParaRPr lang="zh-CN" sz="12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latin typeface="Times New Roman"/>
                          <a:ea typeface="宋体"/>
                          <a:cs typeface="Times New Roman"/>
                        </a:rPr>
                        <a:t>7</a:t>
                      </a:r>
                      <a:endParaRPr lang="zh-CN" sz="12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latin typeface="Times New Roman"/>
                          <a:ea typeface="宋体"/>
                          <a:cs typeface="Times New Roman"/>
                        </a:rPr>
                        <a:t>6</a:t>
                      </a:r>
                      <a:endParaRPr lang="zh-CN" sz="12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b="1" kern="100">
                          <a:latin typeface="Times New Roman"/>
                          <a:ea typeface="宋体"/>
                          <a:cs typeface="Times New Roman"/>
                        </a:rPr>
                        <a:t>5</a:t>
                      </a:r>
                      <a:endParaRPr lang="zh-CN" sz="12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latin typeface="Times New Roman"/>
                          <a:ea typeface="宋体"/>
                          <a:cs typeface="Times New Roman"/>
                        </a:rPr>
                        <a:t>4</a:t>
                      </a:r>
                      <a:endParaRPr lang="zh-CN" sz="12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latin typeface="Times New Roman"/>
                          <a:ea typeface="宋体"/>
                          <a:cs typeface="Times New Roman"/>
                        </a:rPr>
                        <a:t>3</a:t>
                      </a:r>
                      <a:endParaRPr lang="zh-CN" sz="12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latin typeface="Times New Roman"/>
                          <a:ea typeface="宋体"/>
                          <a:cs typeface="Times New Roman"/>
                        </a:rPr>
                        <a:t>2</a:t>
                      </a:r>
                      <a:endParaRPr lang="zh-CN" sz="12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latin typeface="Times New Roman"/>
                          <a:ea typeface="宋体"/>
                          <a:cs typeface="Times New Roman"/>
                        </a:rPr>
                        <a:t>1</a:t>
                      </a:r>
                      <a:endParaRPr lang="zh-CN" sz="12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latin typeface="Times New Roman"/>
                          <a:ea typeface="宋体"/>
                          <a:cs typeface="Times New Roman"/>
                        </a:rPr>
                        <a:t>0</a:t>
                      </a:r>
                      <a:endParaRPr lang="zh-CN" sz="12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latin typeface="Times New Roman"/>
                          <a:ea typeface="宋体"/>
                          <a:cs typeface="Times New Roman"/>
                        </a:rPr>
                        <a:t>0x0020</a:t>
                      </a:r>
                      <a:endParaRPr lang="zh-CN" sz="12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latin typeface="Times New Roman"/>
                          <a:ea typeface="宋体"/>
                          <a:cs typeface="Times New Roman"/>
                        </a:rPr>
                        <a:t>0</a:t>
                      </a:r>
                      <a:endParaRPr lang="zh-CN" sz="12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latin typeface="Times New Roman"/>
                          <a:ea typeface="宋体"/>
                          <a:cs typeface="Times New Roman"/>
                        </a:rPr>
                        <a:t>0</a:t>
                      </a:r>
                      <a:endParaRPr lang="zh-CN" sz="12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latin typeface="Times New Roman"/>
                          <a:ea typeface="宋体"/>
                          <a:cs typeface="Times New Roman"/>
                        </a:rPr>
                        <a:t>0</a:t>
                      </a:r>
                      <a:endParaRPr lang="zh-CN" sz="12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latin typeface="Times New Roman"/>
                          <a:ea typeface="宋体"/>
                          <a:cs typeface="Times New Roman"/>
                        </a:rPr>
                        <a:t>0</a:t>
                      </a:r>
                      <a:endParaRPr lang="zh-CN" sz="12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latin typeface="Times New Roman"/>
                          <a:ea typeface="宋体"/>
                          <a:cs typeface="Times New Roman"/>
                        </a:rPr>
                        <a:t>0</a:t>
                      </a:r>
                      <a:endParaRPr lang="zh-CN" sz="12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latin typeface="Times New Roman"/>
                          <a:ea typeface="宋体"/>
                          <a:cs typeface="Times New Roman"/>
                        </a:rPr>
                        <a:t>0</a:t>
                      </a:r>
                      <a:endParaRPr lang="zh-CN" sz="12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latin typeface="Times New Roman"/>
                          <a:ea typeface="宋体"/>
                          <a:cs typeface="Times New Roman"/>
                        </a:rPr>
                        <a:t>0</a:t>
                      </a:r>
                      <a:endParaRPr lang="zh-CN" sz="12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latin typeface="Times New Roman"/>
                          <a:ea typeface="宋体"/>
                          <a:cs typeface="Times New Roman"/>
                        </a:rPr>
                        <a:t>0</a:t>
                      </a:r>
                      <a:endParaRPr lang="zh-CN" sz="12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latin typeface="Times New Roman"/>
                          <a:ea typeface="宋体"/>
                          <a:cs typeface="Times New Roman"/>
                        </a:rPr>
                        <a:t>0</a:t>
                      </a:r>
                      <a:endParaRPr lang="zh-CN" sz="12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latin typeface="Times New Roman"/>
                          <a:ea typeface="宋体"/>
                          <a:cs typeface="Times New Roman"/>
                        </a:rPr>
                        <a:t>0</a:t>
                      </a:r>
                      <a:endParaRPr lang="zh-CN" sz="1200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b="1" kern="100">
                          <a:latin typeface="Times New Roman"/>
                          <a:ea typeface="宋体"/>
                          <a:cs typeface="Times New Roman"/>
                        </a:rPr>
                        <a:t>1</a:t>
                      </a:r>
                      <a:endParaRPr lang="zh-CN" sz="12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latin typeface="Times New Roman"/>
                          <a:ea typeface="宋体"/>
                          <a:cs typeface="Times New Roman"/>
                        </a:rPr>
                        <a:t>0</a:t>
                      </a:r>
                      <a:endParaRPr lang="zh-CN" sz="1200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latin typeface="Times New Roman"/>
                          <a:ea typeface="宋体"/>
                          <a:cs typeface="Times New Roman"/>
                        </a:rPr>
                        <a:t>0</a:t>
                      </a:r>
                      <a:endParaRPr lang="zh-CN" sz="12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latin typeface="Times New Roman"/>
                          <a:ea typeface="宋体"/>
                          <a:cs typeface="Times New Roman"/>
                        </a:rPr>
                        <a:t>0</a:t>
                      </a:r>
                      <a:endParaRPr lang="zh-CN" sz="12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latin typeface="Times New Roman"/>
                          <a:ea typeface="宋体"/>
                          <a:cs typeface="Times New Roman"/>
                        </a:rPr>
                        <a:t>0</a:t>
                      </a:r>
                      <a:endParaRPr lang="zh-CN" sz="12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latin typeface="Times New Roman"/>
                          <a:ea typeface="宋体"/>
                          <a:cs typeface="Times New Roman"/>
                        </a:rPr>
                        <a:t>0</a:t>
                      </a:r>
                      <a:endParaRPr lang="zh-CN" sz="1200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9809" name="Rectangle 1"/>
          <p:cNvSpPr>
            <a:spLocks noChangeArrowheads="1"/>
          </p:cNvSpPr>
          <p:nvPr/>
        </p:nvSpPr>
        <p:spPr bwMode="auto">
          <a:xfrm>
            <a:off x="857224" y="3714758"/>
            <a:ext cx="4714752" cy="584775"/>
          </a:xfrm>
          <a:prstGeom prst="rect">
            <a:avLst/>
          </a:prstGeom>
          <a:ln w="1905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marR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zh-CN" altLang="en-US" sz="16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操作</a:t>
            </a:r>
            <a:r>
              <a:rPr lang="en-US" altLang="zh-CN" sz="1600" b="1" dirty="0" err="1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GPIOx_BRR</a:t>
            </a:r>
            <a:r>
              <a:rPr lang="zh-CN" altLang="en-US" sz="16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寄存器</a:t>
            </a:r>
          </a:p>
          <a:p>
            <a:pPr marR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6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GPIOB-&gt;BRR = 0x0020</a:t>
            </a:r>
            <a:r>
              <a:rPr lang="zh-CN" altLang="en-US" sz="16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（</a:t>
            </a:r>
            <a:r>
              <a:rPr lang="en-US" altLang="zh-CN" sz="16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0000 0000 0010 0000</a:t>
            </a:r>
            <a:r>
              <a:rPr lang="zh-CN" altLang="en-US" sz="16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）；</a:t>
            </a:r>
          </a:p>
        </p:txBody>
      </p:sp>
      <p:sp>
        <p:nvSpPr>
          <p:cNvPr id="15" name="矩形 14"/>
          <p:cNvSpPr/>
          <p:nvPr/>
        </p:nvSpPr>
        <p:spPr>
          <a:xfrm>
            <a:off x="4429124" y="1071552"/>
            <a:ext cx="4500562" cy="584775"/>
          </a:xfrm>
          <a:prstGeom prst="rect">
            <a:avLst/>
          </a:prstGeom>
          <a:ln w="1905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操作</a:t>
            </a:r>
            <a:r>
              <a:rPr lang="en-US" altLang="zh-CN" sz="1600" b="1" dirty="0" err="1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GPIOx_ODR</a:t>
            </a:r>
            <a:r>
              <a:rPr lang="zh-CN" altLang="en-US" sz="16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寄存器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GPIOB-&gt;ODR = 0xffef</a:t>
            </a:r>
            <a:r>
              <a:rPr lang="zh-CN" altLang="en-US" sz="16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（</a:t>
            </a:r>
            <a:r>
              <a:rPr lang="en-US" altLang="zh-CN" sz="16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1111 1111 1101 1111</a:t>
            </a:r>
            <a:r>
              <a:rPr lang="zh-CN" altLang="en-US" sz="16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）；</a:t>
            </a:r>
          </a:p>
        </p:txBody>
      </p:sp>
      <p:sp>
        <p:nvSpPr>
          <p:cNvPr id="16" name="椭圆 15"/>
          <p:cNvSpPr/>
          <p:nvPr/>
        </p:nvSpPr>
        <p:spPr>
          <a:xfrm>
            <a:off x="7812360" y="642924"/>
            <a:ext cx="1214446" cy="428628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 smtClean="0"/>
              <a:t>方法一</a:t>
            </a:r>
          </a:p>
        </p:txBody>
      </p:sp>
      <p:sp>
        <p:nvSpPr>
          <p:cNvPr id="17" name="矩形 16"/>
          <p:cNvSpPr/>
          <p:nvPr/>
        </p:nvSpPr>
        <p:spPr>
          <a:xfrm>
            <a:off x="4714876" y="2643188"/>
            <a:ext cx="4143372" cy="861774"/>
          </a:xfrm>
          <a:prstGeom prst="rect">
            <a:avLst/>
          </a:prstGeom>
          <a:ln w="1905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操作</a:t>
            </a:r>
            <a:r>
              <a:rPr lang="en-US" altLang="zh-CN" sz="1600" b="1" dirty="0" err="1" smtClean="0">
                <a:latin typeface="Arial" pitchFamily="34" charset="0"/>
                <a:ea typeface="宋体" pitchFamily="2" charset="-122"/>
                <a:cs typeface="Times New Roman" pitchFamily="18" charset="0"/>
              </a:rPr>
              <a:t>GPIOx_BSRR</a:t>
            </a:r>
            <a:r>
              <a:rPr lang="zh-CN" altLang="en-US" sz="16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寄存器</a:t>
            </a:r>
            <a:endParaRPr lang="zh-CN" altLang="en-US" sz="800" dirty="0" smtClean="0"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 smtClean="0">
                <a:latin typeface="Arial" pitchFamily="34" charset="0"/>
                <a:ea typeface="宋体" pitchFamily="2" charset="-122"/>
                <a:cs typeface="Times New Roman" pitchFamily="18" charset="0"/>
              </a:rPr>
              <a:t>GPIOB-&gt;BSRR = 0x00200000</a:t>
            </a:r>
            <a:r>
              <a:rPr lang="zh-CN" altLang="en-US" sz="1600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（</a:t>
            </a:r>
            <a:r>
              <a:rPr lang="en-US" altLang="zh-CN" sz="1600" dirty="0" smtClean="0">
                <a:latin typeface="Arial" pitchFamily="34" charset="0"/>
                <a:ea typeface="宋体" pitchFamily="2" charset="-122"/>
                <a:cs typeface="Times New Roman" pitchFamily="18" charset="0"/>
              </a:rPr>
              <a:t>0000 0000 0010 0000 0000 0000 0000 0000</a:t>
            </a:r>
            <a:r>
              <a:rPr lang="zh-CN" altLang="en-US" sz="1600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）；</a:t>
            </a:r>
            <a:endParaRPr lang="zh-CN" altLang="en-US" sz="800" dirty="0" smtClean="0"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4143372" y="2214560"/>
            <a:ext cx="1214446" cy="428628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 smtClean="0"/>
              <a:t>方法二</a:t>
            </a:r>
          </a:p>
        </p:txBody>
      </p:sp>
      <p:sp>
        <p:nvSpPr>
          <p:cNvPr id="19" name="椭圆 18"/>
          <p:cNvSpPr/>
          <p:nvPr/>
        </p:nvSpPr>
        <p:spPr>
          <a:xfrm>
            <a:off x="428596" y="3286130"/>
            <a:ext cx="1214446" cy="428628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 smtClean="0"/>
              <a:t>方法三</a:t>
            </a:r>
          </a:p>
        </p:txBody>
      </p:sp>
      <p:sp>
        <p:nvSpPr>
          <p:cNvPr id="22" name="矩形 21"/>
          <p:cNvSpPr/>
          <p:nvPr/>
        </p:nvSpPr>
        <p:spPr>
          <a:xfrm>
            <a:off x="0" y="339503"/>
            <a:ext cx="4139951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35496" y="339502"/>
            <a:ext cx="39677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 smtClean="0">
                <a:solidFill>
                  <a:schemeClr val="bg1"/>
                </a:solidFill>
              </a:rPr>
              <a:t> </a:t>
            </a:r>
            <a:r>
              <a:rPr lang="en-US" altLang="zh-CN" sz="2400" b="1" dirty="0">
                <a:solidFill>
                  <a:schemeClr val="bg1"/>
                </a:solidFill>
              </a:rPr>
              <a:t>5.4.1 GPIO</a:t>
            </a:r>
            <a:r>
              <a:rPr lang="zh-CN" altLang="en-US" sz="2400" b="1" dirty="0">
                <a:solidFill>
                  <a:schemeClr val="bg1"/>
                </a:solidFill>
              </a:rPr>
              <a:t>的</a:t>
            </a:r>
            <a:r>
              <a:rPr lang="en-US" altLang="zh-CN" sz="2400" b="1" dirty="0">
                <a:solidFill>
                  <a:schemeClr val="bg1"/>
                </a:solidFill>
              </a:rPr>
              <a:t>HAL</a:t>
            </a:r>
            <a:r>
              <a:rPr lang="zh-CN" altLang="en-US" sz="2400" b="1" dirty="0">
                <a:solidFill>
                  <a:schemeClr val="bg1"/>
                </a:solidFill>
              </a:rPr>
              <a:t>库接口函数</a:t>
            </a:r>
          </a:p>
        </p:txBody>
      </p:sp>
    </p:spTree>
    <p:extLst>
      <p:ext uri="{BB962C8B-B14F-4D97-AF65-F5344CB8AC3E}">
        <p14:creationId xmlns:p14="http://schemas.microsoft.com/office/powerpoint/2010/main" val="1174651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1071538" y="1643056"/>
            <a:ext cx="2996406" cy="2400657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b="1" dirty="0" smtClean="0"/>
              <a:t>        采用</a:t>
            </a:r>
            <a:r>
              <a:rPr lang="zh-CN" altLang="en-US" sz="2000" b="1" dirty="0"/>
              <a:t>基于</a:t>
            </a:r>
            <a:r>
              <a:rPr lang="en-US" altLang="zh-CN" sz="2000" b="1" dirty="0"/>
              <a:t>HAL</a:t>
            </a:r>
            <a:r>
              <a:rPr lang="zh-CN" altLang="en-US" sz="2000" b="1" dirty="0"/>
              <a:t>库设计方式，</a:t>
            </a:r>
            <a:r>
              <a:rPr lang="zh-CN" altLang="en-US" sz="2000" b="1" dirty="0" smtClean="0"/>
              <a:t>利用两个</a:t>
            </a:r>
            <a:r>
              <a:rPr lang="en-US" altLang="zh-CN" sz="2000" b="1" dirty="0"/>
              <a:t>GPIO</a:t>
            </a:r>
            <a:r>
              <a:rPr lang="zh-CN" altLang="en-US" sz="2000" b="1" dirty="0"/>
              <a:t>引脚输出高低电平控制发光二极管，并按一定时间间隔改变</a:t>
            </a:r>
            <a:r>
              <a:rPr lang="en-US" altLang="zh-CN" sz="2000" b="1" dirty="0"/>
              <a:t>IO</a:t>
            </a:r>
            <a:r>
              <a:rPr lang="zh-CN" altLang="en-US" sz="2000" b="1" dirty="0"/>
              <a:t>口电平，实现灯光闪烁效果。</a:t>
            </a:r>
          </a:p>
        </p:txBody>
      </p:sp>
      <p:sp>
        <p:nvSpPr>
          <p:cNvPr id="11" name="矩形 10"/>
          <p:cNvSpPr/>
          <p:nvPr/>
        </p:nvSpPr>
        <p:spPr>
          <a:xfrm>
            <a:off x="571472" y="1357304"/>
            <a:ext cx="928694" cy="571504"/>
          </a:xfrm>
          <a:prstGeom prst="rect">
            <a:avLst/>
          </a:prstGeom>
          <a:gradFill flip="none" rotWithShape="1">
            <a:gsLst>
              <a:gs pos="0">
                <a:schemeClr val="accent5">
                  <a:shade val="51000"/>
                  <a:satMod val="130000"/>
                </a:schemeClr>
              </a:gs>
              <a:gs pos="80000">
                <a:schemeClr val="accent5">
                  <a:shade val="93000"/>
                  <a:satMod val="130000"/>
                </a:schemeClr>
              </a:gs>
              <a:gs pos="100000">
                <a:schemeClr val="accent5">
                  <a:shade val="94000"/>
                  <a:satMod val="135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 smtClean="0"/>
              <a:t>功能</a:t>
            </a:r>
            <a:endParaRPr lang="zh-CN" altLang="en-US" sz="2000" b="1" dirty="0"/>
          </a:p>
        </p:txBody>
      </p:sp>
      <p:sp>
        <p:nvSpPr>
          <p:cNvPr id="16" name="矩形 15"/>
          <p:cNvSpPr/>
          <p:nvPr/>
        </p:nvSpPr>
        <p:spPr>
          <a:xfrm>
            <a:off x="4716016" y="1344764"/>
            <a:ext cx="3999388" cy="2523130"/>
          </a:xfrm>
          <a:prstGeom prst="rect">
            <a:avLst/>
          </a:prstGeom>
          <a:noFill/>
          <a:ln>
            <a:solidFill>
              <a:schemeClr val="accent5">
                <a:lumMod val="40000"/>
                <a:lumOff val="6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4500562" y="987574"/>
            <a:ext cx="1143008" cy="71438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 smtClean="0">
                <a:solidFill>
                  <a:schemeClr val="tx1"/>
                </a:solidFill>
              </a:rPr>
              <a:t>硬件</a:t>
            </a:r>
            <a:endParaRPr lang="en-US" altLang="zh-CN" sz="2000" b="1" dirty="0" smtClean="0">
              <a:solidFill>
                <a:schemeClr val="tx1"/>
              </a:solidFill>
            </a:endParaRPr>
          </a:p>
          <a:p>
            <a:pPr algn="ctr"/>
            <a:r>
              <a:rPr lang="zh-CN" altLang="en-US" sz="2000" b="1" dirty="0" smtClean="0">
                <a:solidFill>
                  <a:schemeClr val="tx1"/>
                </a:solidFill>
              </a:rPr>
              <a:t>设计</a:t>
            </a:r>
            <a:endParaRPr lang="zh-CN" altLang="en-US" sz="2000" b="1" dirty="0">
              <a:solidFill>
                <a:schemeClr val="tx1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500562" y="4071948"/>
            <a:ext cx="42148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/>
              <a:t>       当引脚输出</a:t>
            </a:r>
            <a:r>
              <a:rPr lang="zh-CN" altLang="en-US" b="1" dirty="0"/>
              <a:t>为低电平时，</a:t>
            </a:r>
            <a:r>
              <a:rPr lang="en-US" altLang="zh-CN" b="1" dirty="0"/>
              <a:t>LED</a:t>
            </a:r>
            <a:r>
              <a:rPr lang="zh-CN" altLang="en-US" b="1" dirty="0"/>
              <a:t>灯亮，</a:t>
            </a:r>
            <a:r>
              <a:rPr lang="zh-CN" altLang="en-US" b="1" dirty="0" smtClean="0"/>
              <a:t>当</a:t>
            </a:r>
            <a:r>
              <a:rPr lang="zh-CN" altLang="en-US" b="1" dirty="0"/>
              <a:t>引脚</a:t>
            </a:r>
            <a:r>
              <a:rPr lang="zh-CN" altLang="en-US" b="1" dirty="0" smtClean="0"/>
              <a:t>输出</a:t>
            </a:r>
            <a:r>
              <a:rPr lang="zh-CN" altLang="en-US" b="1" dirty="0"/>
              <a:t>为高电平时，</a:t>
            </a:r>
            <a:r>
              <a:rPr lang="en-US" altLang="zh-CN" b="1" dirty="0"/>
              <a:t>LED</a:t>
            </a:r>
            <a:r>
              <a:rPr lang="zh-CN" altLang="en-US" b="1" dirty="0"/>
              <a:t>灯灭。</a:t>
            </a: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1" y="339503"/>
            <a:ext cx="4067943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35496" y="339503"/>
            <a:ext cx="396044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solidFill>
                  <a:schemeClr val="bg1"/>
                </a:solidFill>
              </a:rPr>
              <a:t> </a:t>
            </a:r>
            <a:r>
              <a:rPr lang="en-US" altLang="zh-CN" sz="2400" b="1" dirty="0" smtClean="0">
                <a:solidFill>
                  <a:schemeClr val="bg1"/>
                </a:solidFill>
              </a:rPr>
              <a:t>5.4.2 </a:t>
            </a:r>
            <a:r>
              <a:rPr lang="en-US" altLang="zh-CN" sz="2400" b="1" dirty="0" smtClean="0">
                <a:solidFill>
                  <a:schemeClr val="bg1"/>
                </a:solidFill>
              </a:rPr>
              <a:t>GPIO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的</a:t>
            </a:r>
            <a:r>
              <a:rPr lang="en-US" altLang="zh-CN" sz="2400" b="1" dirty="0" smtClean="0">
                <a:solidFill>
                  <a:schemeClr val="bg1"/>
                </a:solidFill>
              </a:rPr>
              <a:t>HAL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库应用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实例</a:t>
            </a:r>
          </a:p>
        </p:txBody>
      </p:sp>
      <p:sp>
        <p:nvSpPr>
          <p:cNvPr id="4" name="Rectangle 6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3388952"/>
              </p:ext>
            </p:extLst>
          </p:nvPr>
        </p:nvGraphicFramePr>
        <p:xfrm>
          <a:off x="5004048" y="1851670"/>
          <a:ext cx="3532382" cy="18528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30" name="Visio" r:id="rId3" imgW="1899647" imgH="992692" progId="Visio.Drawing.11">
                  <p:embed/>
                </p:oleObj>
              </mc:Choice>
              <mc:Fallback>
                <p:oleObj name="Visio" r:id="rId3" imgW="1899647" imgH="992692" progId="Visio.Drawing.11">
                  <p:embed/>
                  <p:pic>
                    <p:nvPicPr>
                      <p:cNvPr id="0" name="Object 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4048" y="1851670"/>
                        <a:ext cx="3532382" cy="185283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55852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/>
          <p:cNvSpPr txBox="1"/>
          <p:nvPr/>
        </p:nvSpPr>
        <p:spPr>
          <a:xfrm>
            <a:off x="683568" y="1419622"/>
            <a:ext cx="460851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/>
              <a:t>基于</a:t>
            </a:r>
            <a:r>
              <a:rPr lang="en-US" altLang="zh-CN" sz="2000" b="1" dirty="0"/>
              <a:t>HAL</a:t>
            </a:r>
            <a:r>
              <a:rPr lang="zh-CN" altLang="en-US" sz="2000" b="1" dirty="0"/>
              <a:t>库的软件设计流程如</a:t>
            </a:r>
            <a:r>
              <a:rPr lang="zh-CN" altLang="en-US" sz="2000" b="1" dirty="0" smtClean="0"/>
              <a:t>图所示：</a:t>
            </a:r>
            <a:endParaRPr lang="en-US" altLang="zh-CN" sz="2000" b="1" dirty="0" smtClean="0"/>
          </a:p>
          <a:p>
            <a:pPr marL="800100" lvl="1" indent="-342900">
              <a:lnSpc>
                <a:spcPct val="150000"/>
              </a:lnSpc>
              <a:buClr>
                <a:schemeClr val="accent5">
                  <a:lumMod val="75000"/>
                </a:schemeClr>
              </a:buClr>
              <a:buFont typeface="Wingdings" pitchFamily="2" charset="2"/>
              <a:buChar char="Ø"/>
            </a:pPr>
            <a:r>
              <a:rPr lang="zh-CN" altLang="en-US" sz="2000" b="1" dirty="0" smtClean="0"/>
              <a:t>建立</a:t>
            </a:r>
            <a:r>
              <a:rPr lang="en-US" altLang="zh-CN" sz="2000" b="1" dirty="0"/>
              <a:t>STM32CubeMX</a:t>
            </a:r>
            <a:r>
              <a:rPr lang="zh-CN" altLang="en-US" sz="2000" b="1" dirty="0" smtClean="0"/>
              <a:t>工程；</a:t>
            </a:r>
            <a:endParaRPr lang="en-US" altLang="zh-CN" sz="2000" b="1" dirty="0" smtClean="0"/>
          </a:p>
          <a:p>
            <a:pPr marL="800100" lvl="1" indent="-342900">
              <a:lnSpc>
                <a:spcPct val="150000"/>
              </a:lnSpc>
              <a:buClr>
                <a:schemeClr val="accent5">
                  <a:lumMod val="75000"/>
                </a:schemeClr>
              </a:buClr>
              <a:buFont typeface="Wingdings" pitchFamily="2" charset="2"/>
              <a:buChar char="Ø"/>
            </a:pPr>
            <a:r>
              <a:rPr lang="zh-CN" altLang="en-US" sz="2000" b="1" dirty="0" smtClean="0"/>
              <a:t>进行</a:t>
            </a:r>
            <a:r>
              <a:rPr lang="zh-CN" altLang="en-US" sz="2000" b="1" dirty="0"/>
              <a:t>功能参数</a:t>
            </a:r>
            <a:r>
              <a:rPr lang="zh-CN" altLang="en-US" sz="2000" b="1" dirty="0" smtClean="0"/>
              <a:t>配置；</a:t>
            </a:r>
            <a:endParaRPr lang="en-US" altLang="zh-CN" sz="2000" b="1" dirty="0" smtClean="0"/>
          </a:p>
          <a:p>
            <a:pPr marL="800100" lvl="1" indent="-342900">
              <a:lnSpc>
                <a:spcPct val="150000"/>
              </a:lnSpc>
              <a:buClr>
                <a:schemeClr val="accent5">
                  <a:lumMod val="75000"/>
                </a:schemeClr>
              </a:buClr>
              <a:buFont typeface="Wingdings" pitchFamily="2" charset="2"/>
              <a:buChar char="Ø"/>
            </a:pPr>
            <a:r>
              <a:rPr lang="zh-CN" altLang="en-US" sz="2000" b="1" dirty="0" smtClean="0"/>
              <a:t>生成</a:t>
            </a:r>
            <a:r>
              <a:rPr lang="zh-CN" altLang="en-US" sz="2000" b="1" dirty="0"/>
              <a:t>工程</a:t>
            </a:r>
            <a:r>
              <a:rPr lang="zh-CN" altLang="en-US" sz="2000" b="1" dirty="0" smtClean="0"/>
              <a:t>代码</a:t>
            </a:r>
            <a:r>
              <a:rPr lang="en-GB" altLang="zh-CN" sz="2000" b="1" dirty="0" smtClean="0"/>
              <a:t>;</a:t>
            </a:r>
            <a:endParaRPr lang="en-US" altLang="zh-CN" sz="2000" b="1" dirty="0" smtClean="0"/>
          </a:p>
          <a:p>
            <a:pPr marL="800100" lvl="1" indent="-342900">
              <a:lnSpc>
                <a:spcPct val="150000"/>
              </a:lnSpc>
              <a:buClr>
                <a:schemeClr val="accent5">
                  <a:lumMod val="75000"/>
                </a:schemeClr>
              </a:buClr>
              <a:buFont typeface="Wingdings" pitchFamily="2" charset="2"/>
              <a:buChar char="Ø"/>
            </a:pPr>
            <a:r>
              <a:rPr lang="zh-CN" altLang="en-US" sz="2000" b="1" dirty="0" smtClean="0"/>
              <a:t>修改</a:t>
            </a:r>
            <a:r>
              <a:rPr lang="zh-CN" altLang="en-US" sz="2000" b="1" dirty="0"/>
              <a:t>代码完成应用程序</a:t>
            </a:r>
            <a:r>
              <a:rPr lang="zh-CN" altLang="en-US" sz="2000" b="1" dirty="0" smtClean="0"/>
              <a:t>设计</a:t>
            </a:r>
            <a:r>
              <a:rPr lang="en-GB" altLang="zh-CN" sz="2000" b="1" dirty="0" smtClean="0"/>
              <a:t>;</a:t>
            </a:r>
            <a:endParaRPr lang="en-US" altLang="zh-CN" sz="2000" b="1" dirty="0" smtClean="0"/>
          </a:p>
          <a:p>
            <a:pPr marL="800100" lvl="1" indent="-342900">
              <a:lnSpc>
                <a:spcPct val="150000"/>
              </a:lnSpc>
              <a:buClr>
                <a:schemeClr val="accent5">
                  <a:lumMod val="75000"/>
                </a:schemeClr>
              </a:buClr>
              <a:buFont typeface="Wingdings" pitchFamily="2" charset="2"/>
              <a:buChar char="Ø"/>
            </a:pPr>
            <a:r>
              <a:rPr lang="zh-CN" altLang="en-US" sz="2000" b="1" dirty="0" smtClean="0"/>
              <a:t>下载</a:t>
            </a:r>
            <a:r>
              <a:rPr lang="zh-CN" altLang="en-US" sz="2000" b="1" dirty="0"/>
              <a:t>到开发板测试。</a:t>
            </a:r>
            <a:endParaRPr lang="zh-CN" altLang="en-US" sz="2000" b="1" dirty="0" smtClean="0"/>
          </a:p>
        </p:txBody>
      </p:sp>
      <p:sp>
        <p:nvSpPr>
          <p:cNvPr id="3789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9739756"/>
              </p:ext>
            </p:extLst>
          </p:nvPr>
        </p:nvGraphicFramePr>
        <p:xfrm>
          <a:off x="6072198" y="714362"/>
          <a:ext cx="2376264" cy="39507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73" name="Visio" r:id="rId3" imgW="1555300" imgH="2579714" progId="Visio.Drawing.11">
                  <p:embed/>
                </p:oleObj>
              </mc:Choice>
              <mc:Fallback>
                <p:oleObj name="Visio" r:id="rId3" imgW="1555300" imgH="2579714" progId="Visio.Drawing.11">
                  <p:embed/>
                  <p:pic>
                    <p:nvPicPr>
                      <p:cNvPr id="0" name="Picture 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72198" y="714362"/>
                        <a:ext cx="2376264" cy="395072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/>
          <p:cNvSpPr/>
          <p:nvPr/>
        </p:nvSpPr>
        <p:spPr>
          <a:xfrm>
            <a:off x="35496" y="339503"/>
            <a:ext cx="635141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solidFill>
                  <a:schemeClr val="bg1"/>
                </a:solidFill>
              </a:rPr>
              <a:t> </a:t>
            </a:r>
            <a:r>
              <a:rPr lang="en-US" altLang="zh-CN" sz="2400" b="1" dirty="0">
                <a:solidFill>
                  <a:schemeClr val="bg1"/>
                </a:solidFill>
              </a:rPr>
              <a:t>5.4.2 </a:t>
            </a:r>
            <a:r>
              <a:rPr lang="zh-CN" altLang="en-US" sz="2400" b="1" dirty="0">
                <a:solidFill>
                  <a:schemeClr val="bg1"/>
                </a:solidFill>
              </a:rPr>
              <a:t>应用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实例</a:t>
            </a:r>
            <a:r>
              <a:rPr lang="en-US" altLang="zh-CN" sz="2400" b="1" dirty="0" smtClean="0">
                <a:solidFill>
                  <a:schemeClr val="bg1"/>
                </a:solidFill>
              </a:rPr>
              <a:t>——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基于</a:t>
            </a:r>
            <a:r>
              <a:rPr lang="en-US" altLang="zh-CN" sz="2400" b="1" dirty="0">
                <a:solidFill>
                  <a:schemeClr val="bg1"/>
                </a:solidFill>
              </a:rPr>
              <a:t>HAL</a:t>
            </a:r>
            <a:r>
              <a:rPr lang="zh-CN" altLang="en-US" sz="2400" b="1" dirty="0">
                <a:solidFill>
                  <a:schemeClr val="bg1"/>
                </a:solidFill>
              </a:rPr>
              <a:t>库实现</a:t>
            </a:r>
            <a:r>
              <a:rPr lang="en-US" altLang="zh-CN" sz="2400" b="1" dirty="0">
                <a:solidFill>
                  <a:schemeClr val="bg1"/>
                </a:solidFill>
              </a:rPr>
              <a:t>LED</a:t>
            </a:r>
            <a:r>
              <a:rPr lang="zh-CN" altLang="en-US" sz="2400" b="1" dirty="0">
                <a:solidFill>
                  <a:schemeClr val="bg1"/>
                </a:solidFill>
              </a:rPr>
              <a:t>闪烁</a:t>
            </a:r>
            <a:endParaRPr lang="zh-CN" altLang="en-US" sz="2400" b="1" dirty="0" smtClean="0">
              <a:solidFill>
                <a:schemeClr val="bg1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" y="339503"/>
            <a:ext cx="4067943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5496" y="339503"/>
            <a:ext cx="396044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solidFill>
                  <a:schemeClr val="bg1"/>
                </a:solidFill>
              </a:rPr>
              <a:t> </a:t>
            </a:r>
            <a:r>
              <a:rPr lang="en-US" altLang="zh-CN" sz="2400" b="1" dirty="0" smtClean="0">
                <a:solidFill>
                  <a:schemeClr val="bg1"/>
                </a:solidFill>
              </a:rPr>
              <a:t>5.4.2 </a:t>
            </a:r>
            <a:r>
              <a:rPr lang="en-US" altLang="zh-CN" sz="2400" b="1" dirty="0" smtClean="0">
                <a:solidFill>
                  <a:schemeClr val="bg1"/>
                </a:solidFill>
              </a:rPr>
              <a:t>GPIO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的</a:t>
            </a:r>
            <a:r>
              <a:rPr lang="en-US" altLang="zh-CN" sz="2400" b="1" dirty="0" smtClean="0">
                <a:solidFill>
                  <a:schemeClr val="bg1"/>
                </a:solidFill>
              </a:rPr>
              <a:t>HAL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库应用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实例</a:t>
            </a:r>
          </a:p>
        </p:txBody>
      </p:sp>
    </p:spTree>
    <p:extLst>
      <p:ext uri="{BB962C8B-B14F-4D97-AF65-F5344CB8AC3E}">
        <p14:creationId xmlns:p14="http://schemas.microsoft.com/office/powerpoint/2010/main" val="1948389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" y="339503"/>
            <a:ext cx="6228183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35496" y="339503"/>
            <a:ext cx="635141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solidFill>
                  <a:schemeClr val="bg1"/>
                </a:solidFill>
              </a:rPr>
              <a:t>设计步骤</a:t>
            </a:r>
            <a:r>
              <a:rPr lang="en-US" altLang="zh-CN" sz="2400" b="1" dirty="0" smtClean="0">
                <a:solidFill>
                  <a:schemeClr val="bg1"/>
                </a:solidFill>
              </a:rPr>
              <a:t>——</a:t>
            </a:r>
            <a:r>
              <a:rPr lang="zh-CN" altLang="zh-CN" sz="1600" b="1" dirty="0" smtClean="0">
                <a:solidFill>
                  <a:schemeClr val="bg1"/>
                </a:solidFill>
              </a:rPr>
              <a:t>新建</a:t>
            </a:r>
            <a:r>
              <a:rPr lang="en-US" altLang="zh-CN" sz="1600" b="1" dirty="0">
                <a:solidFill>
                  <a:schemeClr val="bg1"/>
                </a:solidFill>
              </a:rPr>
              <a:t>STM32CubeMX</a:t>
            </a:r>
            <a:r>
              <a:rPr lang="zh-CN" altLang="zh-CN" sz="1600" b="1" dirty="0">
                <a:solidFill>
                  <a:schemeClr val="bg1"/>
                </a:solidFill>
              </a:rPr>
              <a:t>工程，选择设计采用的</a:t>
            </a:r>
            <a:r>
              <a:rPr lang="en-US" altLang="zh-CN" sz="1600" b="1" dirty="0">
                <a:solidFill>
                  <a:schemeClr val="bg1"/>
                </a:solidFill>
              </a:rPr>
              <a:t>MCU</a:t>
            </a:r>
            <a:endParaRPr lang="zh-CN" altLang="en-US" sz="1600" b="1" dirty="0" smtClean="0">
              <a:solidFill>
                <a:schemeClr val="bg1"/>
              </a:solidFill>
            </a:endParaRPr>
          </a:p>
        </p:txBody>
      </p:sp>
      <p:sp>
        <p:nvSpPr>
          <p:cNvPr id="3789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云形 3"/>
          <p:cNvSpPr/>
          <p:nvPr/>
        </p:nvSpPr>
        <p:spPr>
          <a:xfrm>
            <a:off x="1205880" y="2939742"/>
            <a:ext cx="1800200" cy="568112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/>
              <a:t>注意</a:t>
            </a:r>
            <a:endParaRPr lang="zh-CN" altLang="en-US" sz="2400" dirty="0"/>
          </a:p>
        </p:txBody>
      </p:sp>
      <p:sp>
        <p:nvSpPr>
          <p:cNvPr id="5" name="矩形 4"/>
          <p:cNvSpPr/>
          <p:nvPr/>
        </p:nvSpPr>
        <p:spPr>
          <a:xfrm>
            <a:off x="2457567" y="3218948"/>
            <a:ext cx="568863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 smtClean="0"/>
              <a:t>       所</a:t>
            </a:r>
            <a:r>
              <a:rPr lang="zh-CN" altLang="en-US" sz="2400" b="1" dirty="0"/>
              <a:t>建工程文件名必须是</a:t>
            </a:r>
            <a:r>
              <a:rPr lang="zh-CN" altLang="en-US" sz="2400" b="1" dirty="0">
                <a:solidFill>
                  <a:srgbClr val="CD7371"/>
                </a:solidFill>
              </a:rPr>
              <a:t>英文名称</a:t>
            </a:r>
            <a:r>
              <a:rPr lang="zh-CN" altLang="en-US" sz="2400" b="1" dirty="0"/>
              <a:t>，且必须是</a:t>
            </a:r>
            <a:r>
              <a:rPr lang="zh-CN" altLang="en-US" sz="2400" b="1" dirty="0">
                <a:solidFill>
                  <a:srgbClr val="CD7371"/>
                </a:solidFill>
              </a:rPr>
              <a:t>英文路径</a:t>
            </a:r>
            <a:r>
              <a:rPr lang="zh-CN" altLang="en-US" sz="2400" b="1" dirty="0"/>
              <a:t>。</a:t>
            </a:r>
          </a:p>
        </p:txBody>
      </p:sp>
      <p:sp>
        <p:nvSpPr>
          <p:cNvPr id="6" name="矩形 5"/>
          <p:cNvSpPr/>
          <p:nvPr/>
        </p:nvSpPr>
        <p:spPr>
          <a:xfrm>
            <a:off x="1043608" y="1419622"/>
            <a:ext cx="734481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 smtClean="0"/>
              <a:t>    在</a:t>
            </a:r>
            <a:r>
              <a:rPr lang="en-GB" altLang="zh-CN" sz="2400" b="1" dirty="0"/>
              <a:t>D</a:t>
            </a:r>
            <a:r>
              <a:rPr lang="zh-CN" altLang="en-US" sz="2400" b="1" dirty="0"/>
              <a:t>盘或其他盘符目录下新建一个文件夹，用来存放后面建立的</a:t>
            </a:r>
            <a:r>
              <a:rPr lang="en-GB" altLang="zh-CN" sz="2400" b="1" dirty="0"/>
              <a:t>STM32CubeMX</a:t>
            </a:r>
            <a:r>
              <a:rPr lang="zh-CN" altLang="en-US" sz="2400" b="1" dirty="0"/>
              <a:t>工程。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885072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" y="339503"/>
            <a:ext cx="6300191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35496" y="339503"/>
            <a:ext cx="635141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solidFill>
                  <a:schemeClr val="bg1"/>
                </a:solidFill>
              </a:rPr>
              <a:t>设计步骤</a:t>
            </a:r>
            <a:r>
              <a:rPr lang="en-US" altLang="zh-CN" sz="2400" b="1" dirty="0" smtClean="0">
                <a:solidFill>
                  <a:schemeClr val="bg1"/>
                </a:solidFill>
              </a:rPr>
              <a:t>——</a:t>
            </a:r>
            <a:r>
              <a:rPr lang="zh-CN" altLang="zh-CN" sz="1600" b="1" dirty="0" smtClean="0">
                <a:solidFill>
                  <a:schemeClr val="bg1"/>
                </a:solidFill>
              </a:rPr>
              <a:t>新建</a:t>
            </a:r>
            <a:r>
              <a:rPr lang="en-US" altLang="zh-CN" sz="1600" b="1" dirty="0">
                <a:solidFill>
                  <a:schemeClr val="bg1"/>
                </a:solidFill>
              </a:rPr>
              <a:t>STM32CubeMX</a:t>
            </a:r>
            <a:r>
              <a:rPr lang="zh-CN" altLang="zh-CN" sz="1600" b="1" dirty="0">
                <a:solidFill>
                  <a:schemeClr val="bg1"/>
                </a:solidFill>
              </a:rPr>
              <a:t>工程，选择设计采用的</a:t>
            </a:r>
            <a:r>
              <a:rPr lang="en-US" altLang="zh-CN" sz="1600" b="1" dirty="0">
                <a:solidFill>
                  <a:schemeClr val="bg1"/>
                </a:solidFill>
              </a:rPr>
              <a:t>MCU</a:t>
            </a:r>
            <a:endParaRPr lang="zh-CN" altLang="en-US" sz="1600" b="1" dirty="0" smtClean="0">
              <a:solidFill>
                <a:schemeClr val="bg1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67544" y="4011910"/>
            <a:ext cx="835292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 smtClean="0"/>
              <a:t>      在</a:t>
            </a:r>
            <a:r>
              <a:rPr lang="zh-CN" altLang="en-US" sz="2000" b="1" dirty="0"/>
              <a:t>主界面中通过单击“</a:t>
            </a:r>
            <a:r>
              <a:rPr lang="en-GB" altLang="zh-CN" sz="2000" b="1" dirty="0"/>
              <a:t>New Project”</a:t>
            </a:r>
            <a:r>
              <a:rPr lang="zh-CN" altLang="en-US" sz="2000" b="1" dirty="0"/>
              <a:t>下“</a:t>
            </a:r>
            <a:r>
              <a:rPr lang="en-GB" altLang="zh-CN" sz="2000" b="1" dirty="0"/>
              <a:t>ACCESS TO MCU SELECTOR”</a:t>
            </a:r>
            <a:r>
              <a:rPr lang="zh-CN" altLang="en-US" sz="2000" b="1" dirty="0" smtClean="0"/>
              <a:t>按钮或</a:t>
            </a:r>
            <a:r>
              <a:rPr lang="zh-CN" altLang="en-US" sz="2000" b="1" dirty="0"/>
              <a:t>通过菜单栏中的“</a:t>
            </a:r>
            <a:r>
              <a:rPr lang="en-GB" altLang="zh-CN" sz="2000" b="1" dirty="0" err="1"/>
              <a:t>File”→“New</a:t>
            </a:r>
            <a:r>
              <a:rPr lang="en-GB" altLang="zh-CN" sz="2000" b="1" dirty="0"/>
              <a:t> Project”</a:t>
            </a:r>
            <a:r>
              <a:rPr lang="zh-CN" altLang="en-US" sz="2000" b="1" dirty="0"/>
              <a:t>新建一个</a:t>
            </a:r>
            <a:r>
              <a:rPr lang="zh-CN" altLang="en-US" sz="2000" b="1" dirty="0" smtClean="0"/>
              <a:t>工程</a:t>
            </a:r>
            <a:endParaRPr lang="zh-CN" altLang="en-US" sz="2000" b="1" dirty="0"/>
          </a:p>
        </p:txBody>
      </p:sp>
      <p:sp>
        <p:nvSpPr>
          <p:cNvPr id="3789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341422" y="1419622"/>
            <a:ext cx="2869783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/>
              <a:t>打开</a:t>
            </a:r>
            <a:r>
              <a:rPr lang="en-GB" altLang="zh-CN" sz="2000" b="1" dirty="0"/>
              <a:t>STM32CubeMX</a:t>
            </a:r>
            <a:r>
              <a:rPr lang="zh-CN" altLang="en-US" sz="2000" b="1" dirty="0"/>
              <a:t>软件</a:t>
            </a:r>
            <a:endParaRPr lang="en-US" altLang="zh-CN" sz="2000" b="1" dirty="0"/>
          </a:p>
        </p:txBody>
      </p:sp>
      <p:pic>
        <p:nvPicPr>
          <p:cNvPr id="4198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005" y="2139702"/>
            <a:ext cx="1152128" cy="14158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图片 10" descr="F:\教材编写2019-8-刘\书稿截图\第7章\2019-09-25_134228.png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3440" y="1085478"/>
            <a:ext cx="4889187" cy="289493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15516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" y="339503"/>
            <a:ext cx="6346385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35496" y="339503"/>
            <a:ext cx="635141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solidFill>
                  <a:schemeClr val="bg1"/>
                </a:solidFill>
              </a:rPr>
              <a:t>设计步骤</a:t>
            </a:r>
            <a:r>
              <a:rPr lang="en-US" altLang="zh-CN" sz="2400" b="1" dirty="0" smtClean="0">
                <a:solidFill>
                  <a:schemeClr val="bg1"/>
                </a:solidFill>
              </a:rPr>
              <a:t>——</a:t>
            </a:r>
            <a:r>
              <a:rPr lang="zh-CN" altLang="zh-CN" sz="1600" b="1" dirty="0" smtClean="0">
                <a:solidFill>
                  <a:schemeClr val="bg1"/>
                </a:solidFill>
              </a:rPr>
              <a:t>新建</a:t>
            </a:r>
            <a:r>
              <a:rPr lang="en-US" altLang="zh-CN" sz="1600" b="1" dirty="0">
                <a:solidFill>
                  <a:schemeClr val="bg1"/>
                </a:solidFill>
              </a:rPr>
              <a:t>STM32CubeMX</a:t>
            </a:r>
            <a:r>
              <a:rPr lang="zh-CN" altLang="zh-CN" sz="1600" b="1" dirty="0">
                <a:solidFill>
                  <a:schemeClr val="bg1"/>
                </a:solidFill>
              </a:rPr>
              <a:t>工程，选择设计采用的</a:t>
            </a:r>
            <a:r>
              <a:rPr lang="en-US" altLang="zh-CN" sz="1600" b="1" dirty="0">
                <a:solidFill>
                  <a:schemeClr val="bg1"/>
                </a:solidFill>
              </a:rPr>
              <a:t>MCU</a:t>
            </a:r>
            <a:endParaRPr lang="zh-CN" altLang="en-US" sz="1600" b="1" dirty="0" smtClean="0">
              <a:solidFill>
                <a:schemeClr val="bg1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95536" y="1207307"/>
            <a:ext cx="3456384" cy="35246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5000"/>
              </a:lnSpc>
              <a:buFont typeface="Wingdings" pitchFamily="2" charset="2"/>
              <a:buChar char="Ø"/>
            </a:pPr>
            <a:r>
              <a:rPr lang="zh-CN" altLang="en-US" b="1" dirty="0" smtClean="0"/>
              <a:t>选择</a:t>
            </a:r>
            <a:r>
              <a:rPr lang="zh-CN" altLang="en-US" b="1" dirty="0"/>
              <a:t>所用</a:t>
            </a:r>
            <a:r>
              <a:rPr lang="en-US" altLang="zh-CN" b="1" dirty="0"/>
              <a:t>MCU</a:t>
            </a:r>
            <a:r>
              <a:rPr lang="zh-CN" altLang="en-US" b="1" dirty="0"/>
              <a:t>对应的</a:t>
            </a:r>
            <a:r>
              <a:rPr lang="zh-CN" altLang="en-US" b="1" dirty="0">
                <a:solidFill>
                  <a:srgbClr val="CD7371"/>
                </a:solidFill>
              </a:rPr>
              <a:t>内核</a:t>
            </a:r>
            <a:r>
              <a:rPr lang="zh-CN" altLang="en-US" b="1" dirty="0"/>
              <a:t>，选择“</a:t>
            </a:r>
            <a:r>
              <a:rPr lang="en-US" altLang="zh-CN" b="1" dirty="0"/>
              <a:t>ARM Cortex-M3</a:t>
            </a:r>
            <a:r>
              <a:rPr lang="en-US" altLang="zh-CN" b="1" dirty="0" smtClean="0"/>
              <a:t>”</a:t>
            </a:r>
            <a:r>
              <a:rPr lang="zh-CN" altLang="en-US" b="1" dirty="0" smtClean="0"/>
              <a:t>；</a:t>
            </a:r>
            <a:endParaRPr lang="en-US" altLang="zh-CN" b="1" dirty="0" smtClean="0"/>
          </a:p>
          <a:p>
            <a:pPr marL="285750" indent="-285750">
              <a:lnSpc>
                <a:spcPct val="125000"/>
              </a:lnSpc>
              <a:buFont typeface="Wingdings" pitchFamily="2" charset="2"/>
              <a:buChar char="Ø"/>
            </a:pPr>
            <a:r>
              <a:rPr lang="zh-CN" altLang="en-US" b="1" dirty="0" smtClean="0"/>
              <a:t>在“</a:t>
            </a:r>
            <a:r>
              <a:rPr lang="en-US" altLang="zh-CN" b="1" dirty="0" smtClean="0"/>
              <a:t>Series</a:t>
            </a:r>
            <a:r>
              <a:rPr lang="zh-CN" altLang="en-US" b="1" dirty="0" smtClean="0"/>
              <a:t>”选项</a:t>
            </a:r>
            <a:r>
              <a:rPr lang="zh-CN" altLang="en-US" b="1" dirty="0"/>
              <a:t>中选择对应的</a:t>
            </a:r>
            <a:r>
              <a:rPr lang="zh-CN" altLang="en-US" b="1" dirty="0">
                <a:solidFill>
                  <a:srgbClr val="CD7371"/>
                </a:solidFill>
              </a:rPr>
              <a:t>系列</a:t>
            </a:r>
            <a:r>
              <a:rPr lang="zh-CN" altLang="en-US" b="1" dirty="0"/>
              <a:t>，如“</a:t>
            </a:r>
            <a:r>
              <a:rPr lang="en-US" altLang="zh-CN" b="1" dirty="0"/>
              <a:t>SMT32F1</a:t>
            </a:r>
            <a:r>
              <a:rPr lang="en-US" altLang="zh-CN" b="1" dirty="0" smtClean="0"/>
              <a:t>”</a:t>
            </a:r>
            <a:r>
              <a:rPr lang="zh-CN" altLang="en-US" b="1" dirty="0" smtClean="0"/>
              <a:t>；</a:t>
            </a:r>
            <a:endParaRPr lang="en-US" altLang="zh-CN" b="1" dirty="0" smtClean="0"/>
          </a:p>
          <a:p>
            <a:pPr marL="285750" indent="-285750">
              <a:lnSpc>
                <a:spcPct val="125000"/>
              </a:lnSpc>
              <a:buFont typeface="Wingdings" pitchFamily="2" charset="2"/>
              <a:buChar char="Ø"/>
            </a:pPr>
            <a:r>
              <a:rPr lang="zh-CN" altLang="en-US" b="1" dirty="0" smtClean="0"/>
              <a:t>在</a:t>
            </a:r>
            <a:r>
              <a:rPr lang="zh-CN" altLang="en-US" b="1" dirty="0"/>
              <a:t>右侧“</a:t>
            </a:r>
            <a:r>
              <a:rPr lang="en-US" altLang="zh-CN" b="1" dirty="0"/>
              <a:t>MCUs/MPUs List”</a:t>
            </a:r>
            <a:r>
              <a:rPr lang="zh-CN" altLang="en-US" b="1" dirty="0"/>
              <a:t>中找到该系列下所使用的</a:t>
            </a:r>
            <a:r>
              <a:rPr lang="zh-CN" altLang="en-US" b="1" dirty="0">
                <a:solidFill>
                  <a:srgbClr val="CD7371"/>
                </a:solidFill>
              </a:rPr>
              <a:t>微控制器芯片</a:t>
            </a:r>
            <a:r>
              <a:rPr lang="zh-CN" altLang="en-US" b="1" dirty="0" smtClean="0">
                <a:solidFill>
                  <a:srgbClr val="CD7371"/>
                </a:solidFill>
              </a:rPr>
              <a:t>型号</a:t>
            </a:r>
            <a:endParaRPr lang="en-US" altLang="zh-CN" b="1" dirty="0" smtClean="0"/>
          </a:p>
          <a:p>
            <a:pPr marL="285750" indent="-285750">
              <a:lnSpc>
                <a:spcPct val="125000"/>
              </a:lnSpc>
              <a:buFont typeface="Wingdings" pitchFamily="2" charset="2"/>
              <a:buChar char="Ø"/>
            </a:pPr>
            <a:r>
              <a:rPr lang="zh-CN" altLang="en-US" b="1" dirty="0" smtClean="0"/>
              <a:t>选中</a:t>
            </a:r>
            <a:r>
              <a:rPr lang="zh-CN" altLang="en-US" b="1" dirty="0"/>
              <a:t>并单击对应芯片型号，在“</a:t>
            </a:r>
            <a:r>
              <a:rPr lang="en-US" altLang="zh-CN" b="1" dirty="0"/>
              <a:t>MCUs/MPUs List”</a:t>
            </a:r>
            <a:r>
              <a:rPr lang="zh-CN" altLang="en-US" b="1" dirty="0"/>
              <a:t>上方会显示该芯片对应的基本</a:t>
            </a:r>
            <a:r>
              <a:rPr lang="zh-CN" altLang="en-US" b="1" dirty="0" smtClean="0"/>
              <a:t>信息。</a:t>
            </a:r>
            <a:endParaRPr lang="zh-CN" altLang="en-US" b="1" dirty="0"/>
          </a:p>
        </p:txBody>
      </p:sp>
      <p:sp>
        <p:nvSpPr>
          <p:cNvPr id="3789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10" name="图片 9" descr="C:\Users\锋\Desktop\新建文件夹\第5章图片\2019-08-15_150820(1).png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944" y="1059582"/>
            <a:ext cx="4556884" cy="3024336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矩形 3"/>
          <p:cNvSpPr/>
          <p:nvPr/>
        </p:nvSpPr>
        <p:spPr>
          <a:xfrm>
            <a:off x="4211960" y="4227934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b="1" dirty="0" smtClean="0"/>
              <a:t>也</a:t>
            </a:r>
            <a:r>
              <a:rPr lang="zh-CN" altLang="en-US" b="1" dirty="0"/>
              <a:t>可以通过在</a:t>
            </a:r>
            <a:r>
              <a:rPr lang="zh-CN" altLang="en-US" b="1" dirty="0">
                <a:solidFill>
                  <a:srgbClr val="CD7371"/>
                </a:solidFill>
              </a:rPr>
              <a:t>搜索栏</a:t>
            </a:r>
            <a:r>
              <a:rPr lang="zh-CN" altLang="en-US" b="1" dirty="0"/>
              <a:t>内直接输入芯片型号采用搜索的方式来快速完成</a:t>
            </a:r>
            <a:r>
              <a:rPr lang="zh-CN" altLang="en-US" b="1" dirty="0" smtClean="0"/>
              <a:t>。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762356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" y="339503"/>
            <a:ext cx="4571999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35496" y="339503"/>
            <a:ext cx="635141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solidFill>
                  <a:schemeClr val="bg1"/>
                </a:solidFill>
              </a:rPr>
              <a:t>设计步骤</a:t>
            </a:r>
            <a:r>
              <a:rPr lang="en-US" altLang="zh-CN" sz="2400" b="1" dirty="0" smtClean="0">
                <a:solidFill>
                  <a:schemeClr val="bg1"/>
                </a:solidFill>
              </a:rPr>
              <a:t>——</a:t>
            </a:r>
            <a:r>
              <a:rPr lang="en-US" altLang="zh-CN" sz="1600" b="1" dirty="0" smtClean="0">
                <a:solidFill>
                  <a:schemeClr val="bg1"/>
                </a:solidFill>
              </a:rPr>
              <a:t>STM32CubeMX</a:t>
            </a:r>
            <a:r>
              <a:rPr lang="zh-CN" altLang="en-US" sz="1600" b="1" dirty="0">
                <a:solidFill>
                  <a:schemeClr val="bg1"/>
                </a:solidFill>
              </a:rPr>
              <a:t>功能参数配置</a:t>
            </a:r>
            <a:endParaRPr lang="zh-CN" altLang="en-US" sz="1600" b="1" dirty="0" smtClean="0">
              <a:solidFill>
                <a:schemeClr val="bg1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27584" y="1178716"/>
            <a:ext cx="7344816" cy="828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b="1" dirty="0" smtClean="0"/>
              <a:t>    在</a:t>
            </a:r>
            <a:r>
              <a:rPr lang="en-GB" altLang="zh-CN" sz="2000" b="1" dirty="0"/>
              <a:t>New Project</a:t>
            </a:r>
            <a:r>
              <a:rPr lang="zh-CN" altLang="en-US" sz="2000" b="1" dirty="0"/>
              <a:t>窗口完成</a:t>
            </a:r>
            <a:r>
              <a:rPr lang="en-GB" altLang="zh-CN" sz="2000" b="1" dirty="0"/>
              <a:t>MCU</a:t>
            </a:r>
            <a:r>
              <a:rPr lang="zh-CN" altLang="en-US" sz="2000" b="1" dirty="0"/>
              <a:t>的相关设置后，双击所选择的具体芯片，进入</a:t>
            </a:r>
            <a:r>
              <a:rPr lang="en-GB" altLang="zh-CN" sz="2000" b="1" dirty="0"/>
              <a:t>STM32CubeMX</a:t>
            </a:r>
            <a:r>
              <a:rPr lang="zh-CN" altLang="en-US" sz="2000" b="1" dirty="0"/>
              <a:t>的主</a:t>
            </a:r>
            <a:r>
              <a:rPr lang="zh-CN" altLang="en-US" sz="2000" b="1" dirty="0" smtClean="0"/>
              <a:t>界面，完成以下过程：</a:t>
            </a:r>
            <a:endParaRPr lang="zh-CN" altLang="en-US" sz="2000" b="1" dirty="0"/>
          </a:p>
        </p:txBody>
      </p:sp>
      <p:sp>
        <p:nvSpPr>
          <p:cNvPr id="3789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3" name="图示 2"/>
          <p:cNvGraphicFramePr/>
          <p:nvPr>
            <p:extLst>
              <p:ext uri="{D42A27DB-BD31-4B8C-83A1-F6EECF244321}">
                <p14:modId xmlns:p14="http://schemas.microsoft.com/office/powerpoint/2010/main" val="1183271601"/>
              </p:ext>
            </p:extLst>
          </p:nvPr>
        </p:nvGraphicFramePr>
        <p:xfrm>
          <a:off x="2267744" y="2139702"/>
          <a:ext cx="4812196" cy="23762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588076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" y="339503"/>
            <a:ext cx="6084167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35496" y="339503"/>
            <a:ext cx="635141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solidFill>
                  <a:schemeClr val="bg1"/>
                </a:solidFill>
              </a:rPr>
              <a:t>设计步骤</a:t>
            </a:r>
            <a:r>
              <a:rPr lang="en-US" altLang="zh-CN" sz="2400" b="1" dirty="0" smtClean="0">
                <a:solidFill>
                  <a:schemeClr val="bg1"/>
                </a:solidFill>
              </a:rPr>
              <a:t>——</a:t>
            </a:r>
            <a:r>
              <a:rPr lang="en-US" altLang="zh-CN" sz="1600" b="1" dirty="0" smtClean="0">
                <a:solidFill>
                  <a:schemeClr val="bg1"/>
                </a:solidFill>
              </a:rPr>
              <a:t>STM32CubeMX</a:t>
            </a:r>
            <a:r>
              <a:rPr lang="zh-CN" altLang="en-US" sz="1600" b="1" dirty="0">
                <a:solidFill>
                  <a:schemeClr val="bg1"/>
                </a:solidFill>
              </a:rPr>
              <a:t>功能参数</a:t>
            </a:r>
            <a:r>
              <a:rPr lang="zh-CN" altLang="en-US" sz="1600" b="1" dirty="0" smtClean="0">
                <a:solidFill>
                  <a:schemeClr val="bg1"/>
                </a:solidFill>
              </a:rPr>
              <a:t>配置（</a:t>
            </a:r>
            <a:r>
              <a:rPr lang="zh-CN" altLang="zh-CN" sz="1600" b="1" dirty="0">
                <a:solidFill>
                  <a:schemeClr val="bg1"/>
                </a:solidFill>
              </a:rPr>
              <a:t> </a:t>
            </a:r>
            <a:r>
              <a:rPr lang="en-US" altLang="zh-CN" sz="1600" b="1" dirty="0" smtClean="0">
                <a:solidFill>
                  <a:schemeClr val="bg1"/>
                </a:solidFill>
              </a:rPr>
              <a:t>RCC</a:t>
            </a:r>
            <a:r>
              <a:rPr lang="zh-CN" altLang="zh-CN" sz="1600" b="1" dirty="0" smtClean="0">
                <a:solidFill>
                  <a:schemeClr val="bg1"/>
                </a:solidFill>
              </a:rPr>
              <a:t>配置</a:t>
            </a:r>
            <a:r>
              <a:rPr lang="zh-CN" altLang="en-US" sz="1600" b="1" dirty="0" smtClean="0">
                <a:solidFill>
                  <a:schemeClr val="bg1"/>
                </a:solidFill>
              </a:rPr>
              <a:t>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4530" y="987574"/>
            <a:ext cx="841594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b="1" dirty="0" smtClean="0"/>
              <a:t>在“</a:t>
            </a:r>
            <a:r>
              <a:rPr lang="en-GB" altLang="zh-CN" sz="2000" b="1" dirty="0" smtClean="0"/>
              <a:t>Categories</a:t>
            </a:r>
            <a:r>
              <a:rPr lang="zh-CN" altLang="en-US" sz="2000" b="1" dirty="0" smtClean="0"/>
              <a:t>”栏目</a:t>
            </a:r>
            <a:r>
              <a:rPr lang="zh-CN" altLang="en-US" sz="2000" b="1" dirty="0"/>
              <a:t>中</a:t>
            </a:r>
            <a:r>
              <a:rPr lang="zh-CN" altLang="en-US" sz="2000" b="1" dirty="0" smtClean="0"/>
              <a:t>的“</a:t>
            </a:r>
            <a:r>
              <a:rPr lang="en-GB" altLang="zh-CN" sz="2000" b="1" dirty="0" smtClean="0"/>
              <a:t>System Core</a:t>
            </a:r>
            <a:r>
              <a:rPr lang="zh-CN" altLang="en-US" sz="2000" b="1" dirty="0" smtClean="0"/>
              <a:t>”中</a:t>
            </a:r>
            <a:r>
              <a:rPr lang="zh-CN" altLang="en-US" sz="2000" b="1" dirty="0"/>
              <a:t>，</a:t>
            </a:r>
            <a:r>
              <a:rPr lang="zh-CN" altLang="en-US" sz="2000" b="1" dirty="0" smtClean="0"/>
              <a:t>找到“</a:t>
            </a:r>
            <a:r>
              <a:rPr lang="en-GB" altLang="zh-CN" sz="2000" b="1" dirty="0" smtClean="0"/>
              <a:t>RCC</a:t>
            </a:r>
            <a:r>
              <a:rPr lang="zh-CN" altLang="en-US" sz="2000" b="1" dirty="0" smtClean="0"/>
              <a:t>”选项</a:t>
            </a:r>
            <a:endParaRPr lang="en-US" altLang="zh-CN" sz="2000" b="1" dirty="0" smtClean="0"/>
          </a:p>
        </p:txBody>
      </p:sp>
      <p:sp>
        <p:nvSpPr>
          <p:cNvPr id="3789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10" name="图片 9" descr="F:\教材编写2019-8-\第5章图片\2019-08-14_104807.png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605525"/>
            <a:ext cx="5274310" cy="296672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矩形 3"/>
          <p:cNvSpPr/>
          <p:nvPr/>
        </p:nvSpPr>
        <p:spPr>
          <a:xfrm>
            <a:off x="6281936" y="1779662"/>
            <a:ext cx="2538536" cy="25160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/>
              <a:t>     时钟信号</a:t>
            </a:r>
            <a:r>
              <a:rPr lang="zh-CN" altLang="en-US" b="1" dirty="0"/>
              <a:t>选择</a:t>
            </a:r>
            <a:r>
              <a:rPr lang="en-GB" altLang="zh-CN" b="1" dirty="0">
                <a:solidFill>
                  <a:srgbClr val="CD7371"/>
                </a:solidFill>
              </a:rPr>
              <a:t>HSE</a:t>
            </a:r>
            <a:r>
              <a:rPr lang="zh-CN" altLang="en-US" b="1" dirty="0"/>
              <a:t>作为系统的外部时钟源，</a:t>
            </a:r>
            <a:r>
              <a:rPr lang="en-GB" altLang="zh-CN" b="1" dirty="0"/>
              <a:t>HSE</a:t>
            </a:r>
            <a:r>
              <a:rPr lang="zh-CN" altLang="en-US" b="1" dirty="0" smtClean="0"/>
              <a:t>选择“</a:t>
            </a:r>
            <a:r>
              <a:rPr lang="en-GB" altLang="zh-CN" b="1" dirty="0" smtClean="0"/>
              <a:t>Crystal/Ceramic Resonator</a:t>
            </a:r>
            <a:r>
              <a:rPr lang="zh-CN" altLang="en-US" b="1" dirty="0" smtClean="0"/>
              <a:t>”</a:t>
            </a:r>
            <a:r>
              <a:rPr lang="zh-CN" altLang="en-GB" b="1" dirty="0" smtClean="0"/>
              <a:t>（</a:t>
            </a:r>
            <a:r>
              <a:rPr lang="zh-CN" altLang="en-US" b="1" dirty="0"/>
              <a:t>晶振</a:t>
            </a:r>
            <a:r>
              <a:rPr lang="en-US" altLang="zh-CN" b="1" dirty="0"/>
              <a:t>/</a:t>
            </a:r>
            <a:r>
              <a:rPr lang="zh-CN" altLang="en-US" b="1" dirty="0"/>
              <a:t>陶瓷谐振器</a:t>
            </a:r>
            <a:r>
              <a:rPr lang="zh-CN" altLang="en-US" b="1" dirty="0" smtClean="0"/>
              <a:t>）</a:t>
            </a:r>
            <a:endParaRPr lang="en-US" altLang="zh-CN" b="1" dirty="0" smtClean="0"/>
          </a:p>
          <a:p>
            <a:pPr>
              <a:lnSpc>
                <a:spcPct val="125000"/>
              </a:lnSpc>
            </a:pPr>
            <a:r>
              <a:rPr lang="en-GB" altLang="zh-CN" b="1" dirty="0" smtClean="0"/>
              <a:t>     </a:t>
            </a:r>
            <a:r>
              <a:rPr lang="en-GB" altLang="zh-CN" b="1" dirty="0" smtClean="0">
                <a:solidFill>
                  <a:srgbClr val="CD7371"/>
                </a:solidFill>
              </a:rPr>
              <a:t>LSE</a:t>
            </a:r>
            <a:r>
              <a:rPr lang="zh-CN" altLang="en-US" b="1" dirty="0" smtClean="0"/>
              <a:t>选择“</a:t>
            </a:r>
            <a:r>
              <a:rPr lang="en-GB" altLang="zh-CN" b="1" dirty="0" smtClean="0"/>
              <a:t>Disable</a:t>
            </a:r>
            <a:r>
              <a:rPr lang="zh-CN" altLang="en-US" b="1" dirty="0" smtClean="0"/>
              <a:t>”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3671080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" y="339503"/>
            <a:ext cx="5868143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35496" y="339503"/>
            <a:ext cx="635141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solidFill>
                  <a:schemeClr val="bg1"/>
                </a:solidFill>
              </a:rPr>
              <a:t>设计步骤</a:t>
            </a:r>
            <a:r>
              <a:rPr lang="en-US" altLang="zh-CN" sz="2400" b="1" dirty="0" smtClean="0">
                <a:solidFill>
                  <a:schemeClr val="bg1"/>
                </a:solidFill>
              </a:rPr>
              <a:t>——</a:t>
            </a:r>
            <a:r>
              <a:rPr lang="en-US" altLang="zh-CN" sz="1600" b="1" dirty="0" smtClean="0">
                <a:solidFill>
                  <a:schemeClr val="bg1"/>
                </a:solidFill>
              </a:rPr>
              <a:t>STM32CubeMX</a:t>
            </a:r>
            <a:r>
              <a:rPr lang="zh-CN" altLang="en-US" sz="1600" b="1" dirty="0">
                <a:solidFill>
                  <a:schemeClr val="bg1"/>
                </a:solidFill>
              </a:rPr>
              <a:t>功能参数配置（</a:t>
            </a:r>
            <a:r>
              <a:rPr lang="zh-CN" altLang="en-US" sz="1600" b="1" dirty="0" smtClean="0">
                <a:solidFill>
                  <a:schemeClr val="bg1"/>
                </a:solidFill>
              </a:rPr>
              <a:t>时钟配置</a:t>
            </a:r>
            <a:r>
              <a:rPr lang="zh-CN" altLang="en-US" sz="1600" b="1" dirty="0">
                <a:solidFill>
                  <a:schemeClr val="bg1"/>
                </a:solidFill>
              </a:rPr>
              <a:t>）</a:t>
            </a:r>
            <a:endParaRPr lang="zh-CN" altLang="en-US" sz="1600" b="1" dirty="0" smtClean="0">
              <a:solidFill>
                <a:schemeClr val="bg1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04530" y="987574"/>
            <a:ext cx="841594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b="1" dirty="0"/>
              <a:t>点</a:t>
            </a:r>
            <a:r>
              <a:rPr lang="zh-CN" altLang="en-US" sz="2000" b="1" dirty="0" smtClean="0"/>
              <a:t>开“</a:t>
            </a:r>
            <a:r>
              <a:rPr lang="en-US" altLang="zh-CN" sz="2000" b="1" dirty="0" smtClean="0"/>
              <a:t>Clock Configuration</a:t>
            </a:r>
            <a:r>
              <a:rPr lang="zh-CN" altLang="en-US" sz="2000" b="1" dirty="0" smtClean="0"/>
              <a:t>”选项</a:t>
            </a:r>
            <a:r>
              <a:rPr lang="zh-CN" altLang="en-US" sz="2000" b="1" dirty="0"/>
              <a:t>栏，进行系统时钟配置</a:t>
            </a:r>
            <a:endParaRPr lang="en-US" altLang="zh-CN" sz="2000" b="1" dirty="0" smtClean="0"/>
          </a:p>
        </p:txBody>
      </p:sp>
      <p:sp>
        <p:nvSpPr>
          <p:cNvPr id="3789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6012160" y="1546123"/>
            <a:ext cx="2880320" cy="32085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25000"/>
              </a:lnSpc>
              <a:buFont typeface="Wingdings" pitchFamily="2" charset="2"/>
              <a:buChar char="Ø"/>
            </a:pPr>
            <a:r>
              <a:rPr lang="zh-CN" altLang="en-US" b="1" dirty="0" smtClean="0"/>
              <a:t>采用</a:t>
            </a:r>
            <a:r>
              <a:rPr lang="en-US" altLang="zh-CN" b="1" dirty="0"/>
              <a:t>HSE</a:t>
            </a:r>
            <a:r>
              <a:rPr lang="zh-CN" altLang="en-US" b="1" dirty="0"/>
              <a:t>外部晶振，频率为</a:t>
            </a:r>
            <a:r>
              <a:rPr lang="en-US" altLang="zh-CN" b="1" dirty="0"/>
              <a:t>8MHz</a:t>
            </a:r>
            <a:r>
              <a:rPr lang="zh-CN" altLang="en-US" b="1" dirty="0"/>
              <a:t>，通过</a:t>
            </a:r>
            <a:r>
              <a:rPr lang="en-US" altLang="zh-CN" b="1" dirty="0"/>
              <a:t>PLL</a:t>
            </a:r>
            <a:r>
              <a:rPr lang="zh-CN" altLang="en-US" b="1" dirty="0"/>
              <a:t>的</a:t>
            </a:r>
            <a:r>
              <a:rPr lang="en-US" altLang="zh-CN" b="1" dirty="0"/>
              <a:t>9</a:t>
            </a:r>
            <a:r>
              <a:rPr lang="zh-CN" altLang="en-US" b="1" dirty="0"/>
              <a:t>倍频，使得</a:t>
            </a:r>
            <a:r>
              <a:rPr lang="zh-CN" altLang="en-US" b="1" dirty="0">
                <a:solidFill>
                  <a:srgbClr val="CD7371"/>
                </a:solidFill>
              </a:rPr>
              <a:t>系统时钟</a:t>
            </a:r>
            <a:r>
              <a:rPr lang="en-US" altLang="zh-CN" b="1" dirty="0"/>
              <a:t>SYSCLK</a:t>
            </a:r>
            <a:r>
              <a:rPr lang="zh-CN" altLang="en-US" b="1" dirty="0"/>
              <a:t>为</a:t>
            </a:r>
            <a:r>
              <a:rPr lang="en-US" altLang="zh-CN" b="1" dirty="0" smtClean="0"/>
              <a:t>72MHz</a:t>
            </a:r>
            <a:r>
              <a:rPr lang="zh-CN" altLang="en-US" b="1" dirty="0" smtClean="0"/>
              <a:t>；</a:t>
            </a:r>
            <a:endParaRPr lang="en-US" altLang="zh-CN" b="1" dirty="0" smtClean="0"/>
          </a:p>
          <a:p>
            <a:pPr marL="285750" indent="-285750">
              <a:lnSpc>
                <a:spcPct val="125000"/>
              </a:lnSpc>
              <a:buFont typeface="Wingdings" pitchFamily="2" charset="2"/>
              <a:buChar char="Ø"/>
            </a:pPr>
            <a:r>
              <a:rPr lang="en-US" altLang="zh-CN" b="1" dirty="0" smtClean="0">
                <a:solidFill>
                  <a:srgbClr val="CD7371"/>
                </a:solidFill>
              </a:rPr>
              <a:t>APB2</a:t>
            </a:r>
            <a:r>
              <a:rPr lang="zh-CN" altLang="en-US" b="1" dirty="0"/>
              <a:t>时钟与</a:t>
            </a:r>
            <a:r>
              <a:rPr lang="en-US" altLang="zh-CN" b="1" dirty="0"/>
              <a:t>HCLK</a:t>
            </a:r>
            <a:r>
              <a:rPr lang="zh-CN" altLang="en-US" b="1" dirty="0"/>
              <a:t>相同，所以不需要</a:t>
            </a:r>
            <a:r>
              <a:rPr lang="zh-CN" altLang="en-US" b="1" dirty="0" smtClean="0"/>
              <a:t>分频；</a:t>
            </a:r>
            <a:endParaRPr lang="en-US" altLang="zh-CN" b="1" dirty="0" smtClean="0"/>
          </a:p>
          <a:p>
            <a:pPr marL="285750" indent="-285750">
              <a:lnSpc>
                <a:spcPct val="125000"/>
              </a:lnSpc>
              <a:buFont typeface="Wingdings" pitchFamily="2" charset="2"/>
              <a:buChar char="Ø"/>
            </a:pPr>
            <a:r>
              <a:rPr lang="en-US" altLang="zh-CN" b="1" dirty="0" smtClean="0"/>
              <a:t>HCLK</a:t>
            </a:r>
            <a:r>
              <a:rPr lang="zh-CN" altLang="en-US" b="1" dirty="0"/>
              <a:t>经</a:t>
            </a:r>
            <a:r>
              <a:rPr lang="en-US" altLang="zh-CN" b="1" dirty="0"/>
              <a:t>2</a:t>
            </a:r>
            <a:r>
              <a:rPr lang="zh-CN" altLang="en-US" b="1" dirty="0"/>
              <a:t>分频</a:t>
            </a:r>
            <a:r>
              <a:rPr lang="zh-CN" altLang="en-US" b="1" dirty="0" smtClean="0"/>
              <a:t>得到</a:t>
            </a:r>
            <a:r>
              <a:rPr lang="en-US" altLang="zh-CN" b="1" dirty="0" smtClean="0">
                <a:solidFill>
                  <a:srgbClr val="CD7371"/>
                </a:solidFill>
              </a:rPr>
              <a:t>APB1</a:t>
            </a:r>
            <a:r>
              <a:rPr lang="zh-CN" altLang="en-US" b="1" dirty="0"/>
              <a:t>的时钟频率为</a:t>
            </a:r>
            <a:r>
              <a:rPr lang="en-US" altLang="zh-CN" b="1" dirty="0"/>
              <a:t>PCLK1=36MHz</a:t>
            </a:r>
            <a:r>
              <a:rPr lang="zh-CN" altLang="en-US" b="1" dirty="0"/>
              <a:t>，</a:t>
            </a:r>
          </a:p>
        </p:txBody>
      </p:sp>
      <p:pic>
        <p:nvPicPr>
          <p:cNvPr id="11" name="图片 10" descr="C:\Users\锋\Desktop\新建文件夹\第5章图片\2019-08-14_105005(1.png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919" y="1667683"/>
            <a:ext cx="5274310" cy="29654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95346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" y="339503"/>
            <a:ext cx="6084167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35496" y="339503"/>
            <a:ext cx="635141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solidFill>
                  <a:schemeClr val="bg1"/>
                </a:solidFill>
              </a:rPr>
              <a:t>设计步骤</a:t>
            </a:r>
            <a:r>
              <a:rPr lang="en-US" altLang="zh-CN" sz="2400" b="1" dirty="0" smtClean="0">
                <a:solidFill>
                  <a:schemeClr val="bg1"/>
                </a:solidFill>
              </a:rPr>
              <a:t>——</a:t>
            </a:r>
            <a:r>
              <a:rPr lang="en-US" altLang="zh-CN" sz="1600" b="1" dirty="0" smtClean="0">
                <a:solidFill>
                  <a:schemeClr val="bg1"/>
                </a:solidFill>
              </a:rPr>
              <a:t>STM32CubeMX</a:t>
            </a:r>
            <a:r>
              <a:rPr lang="zh-CN" altLang="en-US" sz="1600" b="1" dirty="0">
                <a:solidFill>
                  <a:schemeClr val="bg1"/>
                </a:solidFill>
              </a:rPr>
              <a:t>功能参数配置</a:t>
            </a:r>
            <a:r>
              <a:rPr lang="zh-CN" altLang="en-US" sz="1600" b="1" dirty="0" smtClean="0">
                <a:solidFill>
                  <a:schemeClr val="bg1"/>
                </a:solidFill>
              </a:rPr>
              <a:t>（</a:t>
            </a:r>
            <a:r>
              <a:rPr lang="en-GB" altLang="zh-CN" sz="1600" b="1" dirty="0">
                <a:solidFill>
                  <a:schemeClr val="bg1"/>
                </a:solidFill>
              </a:rPr>
              <a:t>MCU</a:t>
            </a:r>
            <a:r>
              <a:rPr lang="zh-CN" altLang="en-US" sz="1600" b="1" dirty="0">
                <a:solidFill>
                  <a:schemeClr val="bg1"/>
                </a:solidFill>
              </a:rPr>
              <a:t>引脚选择）</a:t>
            </a:r>
            <a:endParaRPr lang="zh-CN" altLang="en-US" sz="1600" b="1" dirty="0" smtClean="0">
              <a:solidFill>
                <a:schemeClr val="bg1"/>
              </a:solidFill>
            </a:endParaRPr>
          </a:p>
        </p:txBody>
      </p:sp>
      <p:sp>
        <p:nvSpPr>
          <p:cNvPr id="3789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611560" y="1357656"/>
            <a:ext cx="3600400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000" b="1" dirty="0" smtClean="0"/>
              <a:t>     </a:t>
            </a:r>
            <a:r>
              <a:rPr lang="zh-CN" altLang="zh-CN" sz="2000" b="1" dirty="0" smtClean="0"/>
              <a:t>在</a:t>
            </a:r>
            <a:r>
              <a:rPr lang="en-US" altLang="zh-CN" sz="2000" b="1" dirty="0"/>
              <a:t>STM32CubeMX</a:t>
            </a:r>
            <a:r>
              <a:rPr lang="zh-CN" altLang="zh-CN" sz="2000" b="1" dirty="0"/>
              <a:t>的主界面的</a:t>
            </a:r>
            <a:r>
              <a:rPr lang="zh-CN" altLang="zh-CN" sz="2000" b="1" dirty="0" smtClean="0"/>
              <a:t>左侧</a:t>
            </a:r>
            <a:r>
              <a:rPr lang="zh-CN" altLang="en-US" sz="2000" b="1" dirty="0" smtClean="0"/>
              <a:t>“</a:t>
            </a:r>
            <a:r>
              <a:rPr lang="en-US" altLang="zh-CN" sz="2000" b="1" dirty="0" smtClean="0"/>
              <a:t>Categories</a:t>
            </a:r>
            <a:r>
              <a:rPr lang="zh-CN" altLang="en-US" sz="2000" b="1" dirty="0" smtClean="0"/>
              <a:t>”</a:t>
            </a:r>
            <a:r>
              <a:rPr lang="zh-CN" altLang="zh-CN" sz="2000" b="1" dirty="0" smtClean="0"/>
              <a:t>栏目</a:t>
            </a:r>
            <a:r>
              <a:rPr lang="zh-CN" altLang="zh-CN" sz="2000" b="1" dirty="0"/>
              <a:t>中</a:t>
            </a:r>
            <a:r>
              <a:rPr lang="zh-CN" altLang="zh-CN" sz="2000" b="1" dirty="0" smtClean="0"/>
              <a:t>的</a:t>
            </a:r>
            <a:r>
              <a:rPr lang="zh-CN" altLang="en-US" sz="2000" b="1" dirty="0" smtClean="0"/>
              <a:t>“</a:t>
            </a:r>
            <a:r>
              <a:rPr lang="en-US" altLang="zh-CN" sz="2000" b="1" dirty="0" smtClean="0"/>
              <a:t>System Core</a:t>
            </a:r>
            <a:r>
              <a:rPr lang="zh-CN" altLang="en-US" sz="2000" b="1" dirty="0" smtClean="0"/>
              <a:t>”</a:t>
            </a:r>
            <a:r>
              <a:rPr lang="zh-CN" altLang="zh-CN" sz="2000" b="1" dirty="0" smtClean="0"/>
              <a:t>中</a:t>
            </a:r>
            <a:r>
              <a:rPr lang="zh-CN" altLang="zh-CN" sz="2000" b="1" dirty="0"/>
              <a:t>，</a:t>
            </a:r>
            <a:r>
              <a:rPr lang="zh-CN" altLang="zh-CN" sz="2000" b="1" dirty="0" smtClean="0"/>
              <a:t>找到</a:t>
            </a:r>
            <a:r>
              <a:rPr lang="zh-CN" altLang="en-US" sz="2000" b="1" dirty="0" smtClean="0"/>
              <a:t>“</a:t>
            </a:r>
            <a:r>
              <a:rPr lang="en-US" altLang="zh-CN" sz="2000" b="1" dirty="0" smtClean="0"/>
              <a:t>GPIO</a:t>
            </a:r>
            <a:r>
              <a:rPr lang="zh-CN" altLang="en-US" sz="2000" b="1" dirty="0" smtClean="0"/>
              <a:t>”</a:t>
            </a:r>
            <a:r>
              <a:rPr lang="zh-CN" altLang="zh-CN" sz="2000" b="1" dirty="0" smtClean="0"/>
              <a:t>选项，</a:t>
            </a:r>
            <a:r>
              <a:rPr lang="zh-CN" altLang="en-US" sz="2000" b="1" dirty="0" smtClean="0"/>
              <a:t>在</a:t>
            </a:r>
            <a:r>
              <a:rPr lang="en-US" altLang="zh-CN" sz="2000" b="1" dirty="0" smtClean="0"/>
              <a:t>STM32CubeMX</a:t>
            </a:r>
            <a:r>
              <a:rPr lang="zh-CN" altLang="en-US" sz="2000" b="1" dirty="0" smtClean="0"/>
              <a:t>的主界面的右侧“</a:t>
            </a:r>
            <a:r>
              <a:rPr lang="en-US" altLang="zh-CN" sz="2000" b="1" dirty="0" err="1" smtClean="0"/>
              <a:t>Pinout</a:t>
            </a:r>
            <a:r>
              <a:rPr lang="en-US" altLang="zh-CN" sz="2000" b="1" dirty="0" smtClean="0"/>
              <a:t> view</a:t>
            </a:r>
            <a:r>
              <a:rPr lang="zh-CN" altLang="en-US" sz="2000" b="1" dirty="0" smtClean="0"/>
              <a:t>”芯片引脚图中选中</a:t>
            </a:r>
            <a:r>
              <a:rPr lang="en-US" altLang="zh-CN" sz="2000" b="1" dirty="0" smtClean="0"/>
              <a:t>PE5</a:t>
            </a:r>
            <a:r>
              <a:rPr lang="zh-CN" altLang="en-US" sz="2000" b="1" dirty="0" smtClean="0"/>
              <a:t>、</a:t>
            </a:r>
            <a:r>
              <a:rPr lang="en-US" altLang="zh-CN" sz="2000" b="1" dirty="0" smtClean="0"/>
              <a:t>PB5</a:t>
            </a:r>
            <a:r>
              <a:rPr lang="zh-CN" altLang="en-US" sz="2000" b="1" dirty="0" smtClean="0"/>
              <a:t>引脚，设置为</a:t>
            </a:r>
            <a:r>
              <a:rPr lang="en-US" altLang="zh-CN" sz="2000" b="1" dirty="0" err="1" smtClean="0"/>
              <a:t>GPIO_Output</a:t>
            </a:r>
            <a:r>
              <a:rPr lang="zh-CN" altLang="en-US" sz="2000" b="1" dirty="0" smtClean="0"/>
              <a:t>选项。</a:t>
            </a:r>
            <a:endParaRPr lang="zh-CN" altLang="en-US" sz="2000" b="1" dirty="0"/>
          </a:p>
        </p:txBody>
      </p:sp>
      <p:pic>
        <p:nvPicPr>
          <p:cNvPr id="11" name="图片 10" descr="F:\教材编写2019-8-刘\第5章图片\2019-08-22_114348.pn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000114"/>
            <a:ext cx="4234145" cy="350046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34555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" y="339503"/>
            <a:ext cx="6588223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35496" y="339503"/>
            <a:ext cx="662473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solidFill>
                  <a:schemeClr val="bg1"/>
                </a:solidFill>
              </a:rPr>
              <a:t>设计步骤</a:t>
            </a:r>
            <a:r>
              <a:rPr lang="en-US" altLang="zh-CN" sz="2400" b="1" dirty="0" smtClean="0">
                <a:solidFill>
                  <a:schemeClr val="bg1"/>
                </a:solidFill>
              </a:rPr>
              <a:t>——</a:t>
            </a:r>
            <a:r>
              <a:rPr lang="en-US" altLang="zh-CN" sz="1600" b="1" dirty="0" smtClean="0">
                <a:solidFill>
                  <a:schemeClr val="bg1"/>
                </a:solidFill>
              </a:rPr>
              <a:t>STM32CubeMX</a:t>
            </a:r>
            <a:r>
              <a:rPr lang="zh-CN" altLang="en-US" sz="1600" b="1" dirty="0">
                <a:solidFill>
                  <a:schemeClr val="bg1"/>
                </a:solidFill>
              </a:rPr>
              <a:t>功能参数配置</a:t>
            </a:r>
            <a:r>
              <a:rPr lang="zh-CN" altLang="en-US" sz="1600" b="1" dirty="0" smtClean="0">
                <a:solidFill>
                  <a:schemeClr val="bg1"/>
                </a:solidFill>
              </a:rPr>
              <a:t>（</a:t>
            </a:r>
            <a:r>
              <a:rPr lang="en-US" altLang="zh-CN" sz="1600" b="1" dirty="0">
                <a:solidFill>
                  <a:schemeClr val="bg1"/>
                </a:solidFill>
              </a:rPr>
              <a:t>GPIO</a:t>
            </a:r>
            <a:r>
              <a:rPr lang="zh-CN" altLang="en-US" sz="1600" b="1" dirty="0">
                <a:solidFill>
                  <a:schemeClr val="bg1"/>
                </a:solidFill>
              </a:rPr>
              <a:t>引脚参数配置）</a:t>
            </a:r>
            <a:endParaRPr lang="zh-CN" altLang="en-US" sz="1600" b="1" dirty="0" smtClean="0">
              <a:solidFill>
                <a:schemeClr val="bg1"/>
              </a:solidFill>
            </a:endParaRPr>
          </a:p>
        </p:txBody>
      </p:sp>
      <p:sp>
        <p:nvSpPr>
          <p:cNvPr id="3789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5429256" y="1571618"/>
            <a:ext cx="3318638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b="1" dirty="0" smtClean="0"/>
              <a:t>     选择</a:t>
            </a:r>
            <a:r>
              <a:rPr lang="zh-CN" altLang="en-US" sz="2000" b="1" dirty="0"/>
              <a:t>好引脚后，在</a:t>
            </a:r>
            <a:r>
              <a:rPr lang="zh-CN" altLang="en-US" sz="2000" b="1" dirty="0" smtClean="0"/>
              <a:t>左侧“</a:t>
            </a:r>
            <a:r>
              <a:rPr lang="en-US" altLang="zh-CN" sz="2000" b="1" dirty="0" smtClean="0"/>
              <a:t>Configuration</a:t>
            </a:r>
            <a:r>
              <a:rPr lang="zh-CN" altLang="en-US" sz="2000" b="1" dirty="0" smtClean="0"/>
              <a:t>”栏目</a:t>
            </a:r>
            <a:r>
              <a:rPr lang="zh-CN" altLang="en-US" sz="2000" b="1" dirty="0"/>
              <a:t>下显示所选择的引脚，单击，对应显示该引脚的参数设置表，设置相应参数，如输出电平、模式、用户标签</a:t>
            </a:r>
            <a:r>
              <a:rPr lang="zh-CN" altLang="en-US" sz="2000" b="1" dirty="0" smtClean="0"/>
              <a:t>等。</a:t>
            </a:r>
            <a:endParaRPr lang="zh-CN" altLang="en-US" sz="2000" b="1" dirty="0"/>
          </a:p>
        </p:txBody>
      </p:sp>
      <p:pic>
        <p:nvPicPr>
          <p:cNvPr id="10" name="图片 9" descr="F:\教材编写2019-8-刘\第5章图片\2019-08-22_114925.pn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282" y="928676"/>
            <a:ext cx="4662060" cy="40081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45630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" y="339503"/>
            <a:ext cx="3355220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35496" y="339503"/>
            <a:ext cx="635141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solidFill>
                  <a:schemeClr val="bg1"/>
                </a:solidFill>
              </a:rPr>
              <a:t>设计步骤</a:t>
            </a:r>
            <a:r>
              <a:rPr lang="en-US" altLang="zh-CN" sz="2400" b="1" dirty="0" smtClean="0">
                <a:solidFill>
                  <a:schemeClr val="bg1"/>
                </a:solidFill>
              </a:rPr>
              <a:t>——</a:t>
            </a:r>
            <a:r>
              <a:rPr lang="zh-CN" altLang="en-US" sz="1600" b="1" dirty="0" smtClean="0">
                <a:solidFill>
                  <a:schemeClr val="bg1"/>
                </a:solidFill>
              </a:rPr>
              <a:t>生成</a:t>
            </a:r>
            <a:r>
              <a:rPr lang="zh-CN" altLang="en-US" sz="1600" b="1" dirty="0">
                <a:solidFill>
                  <a:schemeClr val="bg1"/>
                </a:solidFill>
              </a:rPr>
              <a:t>工程代码</a:t>
            </a:r>
            <a:endParaRPr lang="zh-CN" altLang="en-US" sz="1600" b="1" dirty="0" smtClean="0">
              <a:solidFill>
                <a:schemeClr val="bg1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67544" y="1059582"/>
            <a:ext cx="2887677" cy="2516073"/>
          </a:xfrm>
          <a:prstGeom prst="rect">
            <a:avLst/>
          </a:prstGeom>
          <a:noFill/>
          <a:ln w="1905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/>
              <a:t>    点击</a:t>
            </a:r>
            <a:r>
              <a:rPr lang="en-US" altLang="zh-CN" b="1" dirty="0"/>
              <a:t>STM32CubeMX</a:t>
            </a:r>
            <a:r>
              <a:rPr lang="zh-CN" altLang="en-US" b="1" dirty="0"/>
              <a:t>的主界面中的“</a:t>
            </a:r>
            <a:r>
              <a:rPr lang="en-US" altLang="zh-CN" b="1" dirty="0"/>
              <a:t>Project Manager”</a:t>
            </a:r>
            <a:r>
              <a:rPr lang="zh-CN" altLang="en-US" b="1" dirty="0"/>
              <a:t>菜单，在弹出的页面中单击“</a:t>
            </a:r>
            <a:r>
              <a:rPr lang="en-US" altLang="zh-CN" b="1" dirty="0"/>
              <a:t>Project”</a:t>
            </a:r>
            <a:r>
              <a:rPr lang="zh-CN" altLang="en-US" b="1" dirty="0"/>
              <a:t>项</a:t>
            </a:r>
            <a:r>
              <a:rPr lang="zh-CN" altLang="en-US" b="1" dirty="0" smtClean="0"/>
              <a:t>，输入</a:t>
            </a:r>
            <a:r>
              <a:rPr lang="zh-CN" altLang="en-US" b="1" dirty="0"/>
              <a:t>项目名称“</a:t>
            </a:r>
            <a:r>
              <a:rPr lang="en-US" altLang="zh-CN" b="1" dirty="0" err="1"/>
              <a:t>Demo_GPIO</a:t>
            </a:r>
            <a:r>
              <a:rPr lang="en-US" altLang="zh-CN" b="1" dirty="0" smtClean="0"/>
              <a:t>”</a:t>
            </a:r>
            <a:r>
              <a:rPr lang="zh-CN" altLang="en-US" b="1" dirty="0" smtClean="0"/>
              <a:t>，选择</a:t>
            </a:r>
            <a:r>
              <a:rPr lang="zh-CN" altLang="en-US" b="1" dirty="0"/>
              <a:t>存放路径。</a:t>
            </a:r>
          </a:p>
        </p:txBody>
      </p:sp>
      <p:sp>
        <p:nvSpPr>
          <p:cNvPr id="3789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899592" y="3884748"/>
            <a:ext cx="2664295" cy="830997"/>
          </a:xfrm>
          <a:prstGeom prst="rect">
            <a:avLst/>
          </a:prstGeom>
          <a:ln w="19050">
            <a:solidFill>
              <a:srgbClr val="CD7371"/>
            </a:solidFill>
            <a:prstDash val="sysDash"/>
          </a:ln>
        </p:spPr>
        <p:txBody>
          <a:bodyPr wrap="square">
            <a:spAutoFit/>
          </a:bodyPr>
          <a:lstStyle/>
          <a:p>
            <a:r>
              <a:rPr lang="zh-CN" altLang="en-US" sz="1600" b="1" dirty="0" smtClean="0">
                <a:solidFill>
                  <a:prstClr val="black"/>
                </a:solidFill>
              </a:rPr>
              <a:t>     用户</a:t>
            </a:r>
            <a:r>
              <a:rPr lang="zh-CN" altLang="en-US" sz="1600" b="1" dirty="0">
                <a:solidFill>
                  <a:prstClr val="black"/>
                </a:solidFill>
              </a:rPr>
              <a:t>可以自己定义，项目名称一般应反映项目内容，便于</a:t>
            </a:r>
            <a:r>
              <a:rPr lang="zh-CN" altLang="en-US" sz="1600" b="1" dirty="0" smtClean="0">
                <a:solidFill>
                  <a:prstClr val="black"/>
                </a:solidFill>
              </a:rPr>
              <a:t>管理</a:t>
            </a:r>
            <a:endParaRPr lang="zh-CN" altLang="en-US" sz="1400" dirty="0"/>
          </a:p>
        </p:txBody>
      </p:sp>
      <p:pic>
        <p:nvPicPr>
          <p:cNvPr id="10" name="图片 9" descr="F:\教材编写2019-8-\第5章图片\2019-08-14_110124.pn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9760" y="151056"/>
            <a:ext cx="5274310" cy="45237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十角星 4"/>
          <p:cNvSpPr/>
          <p:nvPr/>
        </p:nvSpPr>
        <p:spPr>
          <a:xfrm rot="20973610">
            <a:off x="423255" y="3786042"/>
            <a:ext cx="720080" cy="371734"/>
          </a:xfrm>
          <a:prstGeom prst="star10">
            <a:avLst/>
          </a:prstGeom>
          <a:solidFill>
            <a:srgbClr val="CD7371"/>
          </a:solidFill>
          <a:ln>
            <a:solidFill>
              <a:srgbClr val="CD73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latin typeface="黑体" pitchFamily="49" charset="-122"/>
                <a:ea typeface="黑体" pitchFamily="49" charset="-122"/>
              </a:rPr>
              <a:t>说明</a:t>
            </a:r>
          </a:p>
        </p:txBody>
      </p:sp>
      <p:sp>
        <p:nvSpPr>
          <p:cNvPr id="6" name="圆角矩形 5"/>
          <p:cNvSpPr/>
          <p:nvPr/>
        </p:nvSpPr>
        <p:spPr>
          <a:xfrm>
            <a:off x="3851920" y="1261430"/>
            <a:ext cx="720080" cy="360040"/>
          </a:xfrm>
          <a:prstGeom prst="roundRect">
            <a:avLst/>
          </a:prstGeom>
          <a:noFill/>
          <a:ln w="12700">
            <a:solidFill>
              <a:srgbClr val="CD73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圆角矩形 11"/>
          <p:cNvSpPr/>
          <p:nvPr/>
        </p:nvSpPr>
        <p:spPr>
          <a:xfrm>
            <a:off x="4643438" y="1170698"/>
            <a:ext cx="720080" cy="237852"/>
          </a:xfrm>
          <a:prstGeom prst="roundRect">
            <a:avLst/>
          </a:prstGeom>
          <a:noFill/>
          <a:ln w="12700">
            <a:solidFill>
              <a:srgbClr val="CD73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圆角矩形 12"/>
          <p:cNvSpPr/>
          <p:nvPr/>
        </p:nvSpPr>
        <p:spPr>
          <a:xfrm>
            <a:off x="4664219" y="1462788"/>
            <a:ext cx="3672408" cy="237852"/>
          </a:xfrm>
          <a:prstGeom prst="roundRect">
            <a:avLst/>
          </a:prstGeom>
          <a:noFill/>
          <a:ln w="12700">
            <a:solidFill>
              <a:srgbClr val="CD73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0837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F:\教材编写2019-8-\第5章图片\2019-08-14_110230.pn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7904" y="789533"/>
            <a:ext cx="5274310" cy="365442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矩形 7"/>
          <p:cNvSpPr/>
          <p:nvPr/>
        </p:nvSpPr>
        <p:spPr>
          <a:xfrm>
            <a:off x="1" y="339503"/>
            <a:ext cx="3347863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35496" y="339503"/>
            <a:ext cx="635141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solidFill>
                  <a:schemeClr val="bg1"/>
                </a:solidFill>
              </a:rPr>
              <a:t>设计步骤</a:t>
            </a:r>
            <a:r>
              <a:rPr lang="en-US" altLang="zh-CN" sz="2400" b="1" dirty="0" smtClean="0">
                <a:solidFill>
                  <a:schemeClr val="bg1"/>
                </a:solidFill>
              </a:rPr>
              <a:t>——</a:t>
            </a:r>
            <a:r>
              <a:rPr lang="zh-CN" altLang="en-US" sz="1600" b="1" dirty="0" smtClean="0">
                <a:solidFill>
                  <a:schemeClr val="bg1"/>
                </a:solidFill>
              </a:rPr>
              <a:t>生成</a:t>
            </a:r>
            <a:r>
              <a:rPr lang="zh-CN" altLang="en-US" sz="1600" b="1" dirty="0">
                <a:solidFill>
                  <a:schemeClr val="bg1"/>
                </a:solidFill>
              </a:rPr>
              <a:t>工程代码</a:t>
            </a:r>
            <a:endParaRPr lang="zh-CN" altLang="en-US" sz="1600" b="1" dirty="0" smtClean="0">
              <a:solidFill>
                <a:schemeClr val="bg1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23528" y="1129463"/>
            <a:ext cx="3240360" cy="3208571"/>
          </a:xfrm>
          <a:prstGeom prst="rect">
            <a:avLst/>
          </a:prstGeom>
          <a:noFill/>
          <a:ln w="12700">
            <a:solidFill>
              <a:schemeClr val="accent5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5000"/>
              </a:lnSpc>
              <a:buClr>
                <a:schemeClr val="accent4">
                  <a:lumMod val="75000"/>
                </a:schemeClr>
              </a:buClr>
              <a:buFont typeface="Wingdings" pitchFamily="2" charset="2"/>
              <a:buChar char="Ø"/>
            </a:pPr>
            <a:r>
              <a:rPr lang="zh-CN" altLang="en-US" b="1" dirty="0"/>
              <a:t>点击“</a:t>
            </a:r>
            <a:r>
              <a:rPr lang="en-GB" altLang="zh-CN" b="1" dirty="0"/>
              <a:t>Code Generator”</a:t>
            </a:r>
            <a:r>
              <a:rPr lang="zh-CN" altLang="en-US" b="1" dirty="0" smtClean="0"/>
              <a:t>选项</a:t>
            </a:r>
            <a:endParaRPr lang="en-US" altLang="zh-CN" b="1" dirty="0" smtClean="0"/>
          </a:p>
          <a:p>
            <a:pPr marL="285750" indent="-285750">
              <a:lnSpc>
                <a:spcPct val="125000"/>
              </a:lnSpc>
              <a:buClr>
                <a:schemeClr val="accent4">
                  <a:lumMod val="75000"/>
                </a:schemeClr>
              </a:buClr>
              <a:buFont typeface="Wingdings" pitchFamily="2" charset="2"/>
              <a:buChar char="Ø"/>
            </a:pPr>
            <a:r>
              <a:rPr lang="zh-CN" altLang="en-US" b="1" dirty="0" smtClean="0"/>
              <a:t>在</a:t>
            </a:r>
            <a:r>
              <a:rPr lang="zh-CN" altLang="en-US" b="1" dirty="0"/>
              <a:t>“</a:t>
            </a:r>
            <a:r>
              <a:rPr lang="en-GB" altLang="zh-CN" b="1" dirty="0"/>
              <a:t>STM32Cube MCU packages and embedded software packs”</a:t>
            </a:r>
            <a:r>
              <a:rPr lang="zh-CN" altLang="en-US" b="1" dirty="0"/>
              <a:t>栏内选择第二个单选项“</a:t>
            </a:r>
            <a:r>
              <a:rPr lang="en-GB" altLang="zh-CN" b="1" dirty="0"/>
              <a:t>Copy only the necessary library files”</a:t>
            </a:r>
            <a:r>
              <a:rPr lang="zh-CN" altLang="en-GB" b="1" dirty="0"/>
              <a:t>，</a:t>
            </a:r>
            <a:r>
              <a:rPr lang="zh-CN" altLang="en-US" b="1" dirty="0"/>
              <a:t>仅拷贝必须的库文件</a:t>
            </a:r>
            <a:r>
              <a:rPr lang="zh-CN" altLang="en-US" b="1" dirty="0" smtClean="0"/>
              <a:t>；</a:t>
            </a:r>
            <a:endParaRPr lang="en-US" altLang="zh-CN" b="1" dirty="0" smtClean="0"/>
          </a:p>
          <a:p>
            <a:pPr marL="285750" indent="-285750">
              <a:lnSpc>
                <a:spcPct val="125000"/>
              </a:lnSpc>
              <a:buClr>
                <a:schemeClr val="accent4">
                  <a:lumMod val="75000"/>
                </a:schemeClr>
              </a:buClr>
              <a:buFont typeface="Wingdings" pitchFamily="2" charset="2"/>
              <a:buChar char="Ø"/>
            </a:pPr>
            <a:r>
              <a:rPr lang="zh-CN" altLang="en-US" b="1" dirty="0" smtClean="0"/>
              <a:t>在</a:t>
            </a:r>
            <a:r>
              <a:rPr lang="zh-CN" altLang="en-US" b="1" dirty="0"/>
              <a:t>“</a:t>
            </a:r>
            <a:r>
              <a:rPr lang="en-GB" altLang="zh-CN" b="1" dirty="0"/>
              <a:t>Generated files”</a:t>
            </a:r>
            <a:r>
              <a:rPr lang="zh-CN" altLang="en-US" b="1" dirty="0"/>
              <a:t>栏内复选第</a:t>
            </a:r>
            <a:r>
              <a:rPr lang="en-US" altLang="zh-CN" b="1" dirty="0"/>
              <a:t>1</a:t>
            </a:r>
            <a:r>
              <a:rPr lang="zh-CN" altLang="en-US" b="1" dirty="0"/>
              <a:t>、</a:t>
            </a:r>
            <a:r>
              <a:rPr lang="en-US" altLang="zh-CN" b="1" dirty="0"/>
              <a:t>3</a:t>
            </a:r>
            <a:r>
              <a:rPr lang="zh-CN" altLang="en-US" b="1" dirty="0"/>
              <a:t>、</a:t>
            </a:r>
            <a:r>
              <a:rPr lang="en-US" altLang="zh-CN" b="1" dirty="0"/>
              <a:t>4</a:t>
            </a:r>
            <a:r>
              <a:rPr lang="zh-CN" altLang="en-US" b="1" dirty="0"/>
              <a:t>选项</a:t>
            </a:r>
          </a:p>
        </p:txBody>
      </p:sp>
      <p:sp>
        <p:nvSpPr>
          <p:cNvPr id="3789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3810857" y="2733749"/>
            <a:ext cx="720080" cy="360040"/>
          </a:xfrm>
          <a:prstGeom prst="roundRect">
            <a:avLst/>
          </a:prstGeom>
          <a:noFill/>
          <a:ln w="12700">
            <a:solidFill>
              <a:srgbClr val="CD73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圆角矩形 11"/>
          <p:cNvSpPr/>
          <p:nvPr/>
        </p:nvSpPr>
        <p:spPr>
          <a:xfrm>
            <a:off x="4672360" y="1930766"/>
            <a:ext cx="1440160" cy="165844"/>
          </a:xfrm>
          <a:prstGeom prst="roundRect">
            <a:avLst/>
          </a:prstGeom>
          <a:noFill/>
          <a:ln w="12700">
            <a:solidFill>
              <a:srgbClr val="CD73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3798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" y="339503"/>
            <a:ext cx="3347863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35496" y="339503"/>
            <a:ext cx="635141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solidFill>
                  <a:schemeClr val="bg1"/>
                </a:solidFill>
              </a:rPr>
              <a:t>设计步骤</a:t>
            </a:r>
            <a:r>
              <a:rPr lang="en-US" altLang="zh-CN" sz="2400" b="1" dirty="0" smtClean="0">
                <a:solidFill>
                  <a:schemeClr val="bg1"/>
                </a:solidFill>
              </a:rPr>
              <a:t>——</a:t>
            </a:r>
            <a:r>
              <a:rPr lang="zh-CN" altLang="en-US" sz="1600" b="1" dirty="0" smtClean="0">
                <a:solidFill>
                  <a:schemeClr val="bg1"/>
                </a:solidFill>
              </a:rPr>
              <a:t>生成</a:t>
            </a:r>
            <a:r>
              <a:rPr lang="zh-CN" altLang="en-US" sz="1600" b="1" dirty="0">
                <a:solidFill>
                  <a:schemeClr val="bg1"/>
                </a:solidFill>
              </a:rPr>
              <a:t>工程代码</a:t>
            </a:r>
            <a:endParaRPr lang="zh-CN" altLang="en-US" sz="1600" b="1" dirty="0" smtClean="0">
              <a:solidFill>
                <a:schemeClr val="bg1"/>
              </a:solidFill>
            </a:endParaRPr>
          </a:p>
        </p:txBody>
      </p:sp>
      <p:sp>
        <p:nvSpPr>
          <p:cNvPr id="3789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4198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958003"/>
            <a:ext cx="4770187" cy="29830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圆角矩形 12"/>
          <p:cNvSpPr/>
          <p:nvPr/>
        </p:nvSpPr>
        <p:spPr>
          <a:xfrm>
            <a:off x="3563888" y="1253778"/>
            <a:ext cx="1008112" cy="165844"/>
          </a:xfrm>
          <a:prstGeom prst="roundRect">
            <a:avLst/>
          </a:prstGeom>
          <a:noFill/>
          <a:ln w="19050">
            <a:solidFill>
              <a:srgbClr val="CD73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 descr="F:\教材编写2019-8-\第5章图片\2019-08-14_110359.png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792" y="3723878"/>
            <a:ext cx="5274310" cy="97599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矩形 2"/>
          <p:cNvSpPr/>
          <p:nvPr/>
        </p:nvSpPr>
        <p:spPr>
          <a:xfrm>
            <a:off x="5193282" y="2067694"/>
            <a:ext cx="3606394" cy="4129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25000"/>
              </a:lnSpc>
              <a:buClr>
                <a:srgbClr val="8064A2">
                  <a:lumMod val="75000"/>
                </a:srgbClr>
              </a:buClr>
            </a:pPr>
            <a:r>
              <a:rPr lang="zh-CN" altLang="en-US" b="1" dirty="0" smtClean="0">
                <a:solidFill>
                  <a:prstClr val="black"/>
                </a:solidFill>
              </a:rPr>
              <a:t>     </a:t>
            </a:r>
            <a:endParaRPr lang="zh-CN" altLang="en-US" b="1" dirty="0">
              <a:solidFill>
                <a:prstClr val="black"/>
              </a:solidFill>
            </a:endParaRPr>
          </a:p>
        </p:txBody>
      </p:sp>
      <p:sp>
        <p:nvSpPr>
          <p:cNvPr id="4" name="圆角矩形标注 3"/>
          <p:cNvSpPr/>
          <p:nvPr/>
        </p:nvSpPr>
        <p:spPr>
          <a:xfrm>
            <a:off x="5724128" y="497964"/>
            <a:ext cx="2520280" cy="920077"/>
          </a:xfrm>
          <a:prstGeom prst="wedgeRoundRectCallout">
            <a:avLst>
              <a:gd name="adj1" fmla="val -96254"/>
              <a:gd name="adj2" fmla="val 41668"/>
              <a:gd name="adj3" fmla="val 16667"/>
            </a:avLst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1600" b="1" dirty="0" smtClean="0"/>
              <a:t>单击</a:t>
            </a:r>
            <a:r>
              <a:rPr lang="zh-CN" altLang="en-US" sz="1600" b="1" dirty="0"/>
              <a:t>右上角“</a:t>
            </a:r>
            <a:r>
              <a:rPr lang="en-GB" altLang="zh-CN" sz="1600" b="1" dirty="0"/>
              <a:t>GENERATE CODE”</a:t>
            </a:r>
            <a:r>
              <a:rPr lang="zh-CN" altLang="en-US" sz="1600" b="1" dirty="0"/>
              <a:t>按钮，即可生成对应工程代码。</a:t>
            </a:r>
          </a:p>
        </p:txBody>
      </p:sp>
      <p:sp>
        <p:nvSpPr>
          <p:cNvPr id="15" name="圆角矩形标注 14"/>
          <p:cNvSpPr/>
          <p:nvPr/>
        </p:nvSpPr>
        <p:spPr>
          <a:xfrm>
            <a:off x="5580112" y="1923678"/>
            <a:ext cx="2952328" cy="1512167"/>
          </a:xfrm>
          <a:prstGeom prst="wedgeRoundRectCallout">
            <a:avLst>
              <a:gd name="adj1" fmla="val -106454"/>
              <a:gd name="adj2" fmla="val 78878"/>
              <a:gd name="adj3" fmla="val 16667"/>
            </a:avLst>
          </a:prstGeom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>
              <a:lnSpc>
                <a:spcPct val="125000"/>
              </a:lnSpc>
              <a:buClr>
                <a:srgbClr val="8064A2">
                  <a:lumMod val="75000"/>
                </a:srgbClr>
              </a:buClr>
            </a:pPr>
            <a:r>
              <a:rPr lang="zh-CN" altLang="en-US" sz="1600" b="1" dirty="0">
                <a:solidFill>
                  <a:prstClr val="black"/>
                </a:solidFill>
              </a:rPr>
              <a:t>成功后弹出</a:t>
            </a:r>
            <a:r>
              <a:rPr lang="en-US" altLang="zh-CN" sz="1600" b="1" dirty="0">
                <a:solidFill>
                  <a:prstClr val="black"/>
                </a:solidFill>
              </a:rPr>
              <a:t>Code Generation</a:t>
            </a:r>
            <a:r>
              <a:rPr lang="zh-CN" altLang="en-US" sz="1600" b="1" dirty="0">
                <a:solidFill>
                  <a:prstClr val="black"/>
                </a:solidFill>
              </a:rPr>
              <a:t>窗口，提示代码生成成功，用户可以根据下一步需要选择打开文件夹、打开项目或关闭。</a:t>
            </a:r>
          </a:p>
        </p:txBody>
      </p:sp>
    </p:spTree>
    <p:extLst>
      <p:ext uri="{BB962C8B-B14F-4D97-AF65-F5344CB8AC3E}">
        <p14:creationId xmlns:p14="http://schemas.microsoft.com/office/powerpoint/2010/main" val="2842455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" y="339503"/>
            <a:ext cx="3491879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35497" y="339503"/>
            <a:ext cx="345638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solidFill>
                  <a:schemeClr val="bg1"/>
                </a:solidFill>
              </a:rPr>
              <a:t>设计步骤</a:t>
            </a:r>
            <a:r>
              <a:rPr lang="en-US" altLang="zh-CN" sz="2400" b="1" dirty="0" smtClean="0">
                <a:solidFill>
                  <a:schemeClr val="bg1"/>
                </a:solidFill>
              </a:rPr>
              <a:t>——</a:t>
            </a:r>
            <a:r>
              <a:rPr lang="zh-CN" altLang="en-US" b="1" dirty="0" smtClean="0">
                <a:solidFill>
                  <a:schemeClr val="bg1"/>
                </a:solidFill>
              </a:rPr>
              <a:t>编写应用程序</a:t>
            </a:r>
            <a:endParaRPr lang="zh-CN" altLang="en-US" sz="1200" b="1" dirty="0" smtClean="0">
              <a:solidFill>
                <a:schemeClr val="bg1"/>
              </a:solidFill>
            </a:endParaRPr>
          </a:p>
        </p:txBody>
      </p:sp>
      <p:sp>
        <p:nvSpPr>
          <p:cNvPr id="3789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5193282" y="1843676"/>
            <a:ext cx="3606394" cy="4129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25000"/>
              </a:lnSpc>
              <a:buClr>
                <a:srgbClr val="8064A2">
                  <a:lumMod val="75000"/>
                </a:srgbClr>
              </a:buClr>
            </a:pPr>
            <a:r>
              <a:rPr lang="zh-CN" altLang="en-US" b="1" dirty="0" smtClean="0">
                <a:solidFill>
                  <a:prstClr val="black"/>
                </a:solidFill>
              </a:rPr>
              <a:t>     </a:t>
            </a:r>
            <a:endParaRPr lang="zh-CN" altLang="en-US" b="1" dirty="0">
              <a:solidFill>
                <a:prstClr val="black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5283258" y="534704"/>
            <a:ext cx="3491199" cy="1131079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/>
              <a:t>      使用</a:t>
            </a:r>
            <a:r>
              <a:rPr lang="en-GB" altLang="zh-CN" b="1" dirty="0"/>
              <a:t>STM32CubeMX</a:t>
            </a:r>
            <a:r>
              <a:rPr lang="zh-CN" altLang="en-US" b="1" dirty="0"/>
              <a:t>生成的工程，其用户功能代码即应用程序代码的编写</a:t>
            </a:r>
            <a:r>
              <a:rPr lang="zh-CN" altLang="en-US" b="1" dirty="0">
                <a:solidFill>
                  <a:srgbClr val="CD7371"/>
                </a:solidFill>
              </a:rPr>
              <a:t>有位置规范</a:t>
            </a:r>
            <a:r>
              <a:rPr lang="zh-CN" altLang="en-US" b="1" dirty="0" smtClean="0">
                <a:solidFill>
                  <a:srgbClr val="CD7371"/>
                </a:solidFill>
              </a:rPr>
              <a:t>要求</a:t>
            </a:r>
            <a:r>
              <a:rPr lang="zh-CN" altLang="en-US" b="1" dirty="0" smtClean="0"/>
              <a:t>。</a:t>
            </a:r>
            <a:endParaRPr lang="en-GB" altLang="zh-CN" b="1" dirty="0"/>
          </a:p>
        </p:txBody>
      </p:sp>
      <p:sp>
        <p:nvSpPr>
          <p:cNvPr id="6" name="矩形 5"/>
          <p:cNvSpPr/>
          <p:nvPr/>
        </p:nvSpPr>
        <p:spPr>
          <a:xfrm>
            <a:off x="341985" y="1252954"/>
            <a:ext cx="4522689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sz="1600" b="1" dirty="0">
                <a:solidFill>
                  <a:prstClr val="black"/>
                </a:solidFill>
              </a:rPr>
              <a:t>本实例的用户应用程序代码写在</a:t>
            </a:r>
            <a:r>
              <a:rPr lang="en-US" altLang="zh-CN" sz="1600" b="1" dirty="0">
                <a:solidFill>
                  <a:prstClr val="black"/>
                </a:solidFill>
              </a:rPr>
              <a:t>/* </a:t>
            </a:r>
            <a:r>
              <a:rPr lang="en-GB" altLang="zh-CN" sz="1600" b="1" dirty="0">
                <a:solidFill>
                  <a:prstClr val="black"/>
                </a:solidFill>
              </a:rPr>
              <a:t>USER CODE BEGIN 3 */ </a:t>
            </a:r>
            <a:r>
              <a:rPr lang="zh-CN" altLang="en-US" sz="1600" b="1" dirty="0">
                <a:solidFill>
                  <a:prstClr val="black"/>
                </a:solidFill>
              </a:rPr>
              <a:t>和  </a:t>
            </a:r>
            <a:r>
              <a:rPr lang="en-US" altLang="zh-CN" sz="1600" b="1" dirty="0">
                <a:solidFill>
                  <a:prstClr val="black"/>
                </a:solidFill>
              </a:rPr>
              <a:t>/* </a:t>
            </a:r>
            <a:r>
              <a:rPr lang="en-GB" altLang="zh-CN" sz="1600" b="1" dirty="0">
                <a:solidFill>
                  <a:prstClr val="black"/>
                </a:solidFill>
              </a:rPr>
              <a:t>USER CODE END 3 */ </a:t>
            </a:r>
            <a:r>
              <a:rPr lang="zh-CN" altLang="en-US" sz="1600" b="1" dirty="0" smtClean="0">
                <a:solidFill>
                  <a:prstClr val="black"/>
                </a:solidFill>
              </a:rPr>
              <a:t>之间：</a:t>
            </a:r>
            <a:endParaRPr lang="zh-CN" altLang="en-US" sz="1600" b="1" dirty="0">
              <a:solidFill>
                <a:prstClr val="black"/>
              </a:solidFill>
            </a:endParaRPr>
          </a:p>
          <a:p>
            <a:pPr lvl="0"/>
            <a:r>
              <a:rPr lang="en-GB" altLang="zh-CN" sz="1600" b="1" dirty="0" smtClean="0">
                <a:solidFill>
                  <a:prstClr val="black"/>
                </a:solidFill>
              </a:rPr>
              <a:t>while (1)</a:t>
            </a:r>
          </a:p>
          <a:p>
            <a:pPr lvl="0"/>
            <a:r>
              <a:rPr lang="en-GB" altLang="zh-CN" sz="1600" b="1" dirty="0" smtClean="0">
                <a:solidFill>
                  <a:prstClr val="black"/>
                </a:solidFill>
              </a:rPr>
              <a:t>{</a:t>
            </a:r>
          </a:p>
          <a:p>
            <a:pPr lvl="0"/>
            <a:r>
              <a:rPr lang="en-GB" altLang="zh-CN" sz="1600" b="1" dirty="0" smtClean="0">
                <a:solidFill>
                  <a:prstClr val="black"/>
                </a:solidFill>
              </a:rPr>
              <a:t>  /* USER CODE END WHILE */</a:t>
            </a:r>
          </a:p>
          <a:p>
            <a:pPr lvl="0"/>
            <a:r>
              <a:rPr lang="en-GB" altLang="zh-CN" sz="1600" b="1" dirty="0" smtClean="0">
                <a:solidFill>
                  <a:prstClr val="black"/>
                </a:solidFill>
              </a:rPr>
              <a:t>  /* USER CODE BEGIN 3 */</a:t>
            </a:r>
          </a:p>
          <a:p>
            <a:pPr lvl="0"/>
            <a:r>
              <a:rPr lang="en-GB" altLang="zh-CN" sz="1600" b="1" dirty="0" smtClean="0">
                <a:solidFill>
                  <a:prstClr val="black"/>
                </a:solidFill>
              </a:rPr>
              <a:t>    </a:t>
            </a:r>
            <a:r>
              <a:rPr lang="en-GB" altLang="zh-CN" sz="1600" b="1" dirty="0" err="1" smtClean="0">
                <a:solidFill>
                  <a:prstClr val="black"/>
                </a:solidFill>
              </a:rPr>
              <a:t>HAL_GPIO_TogglePin</a:t>
            </a:r>
            <a:r>
              <a:rPr lang="en-GB" altLang="zh-CN" sz="1600" b="1" dirty="0" smtClean="0">
                <a:solidFill>
                  <a:prstClr val="black"/>
                </a:solidFill>
              </a:rPr>
              <a:t>(LED1_GPIO_Port,LED1_Pin);            </a:t>
            </a:r>
          </a:p>
          <a:p>
            <a:pPr lvl="0"/>
            <a:r>
              <a:rPr lang="en-GB" altLang="zh-CN" sz="1600" b="1" dirty="0" smtClean="0">
                <a:solidFill>
                  <a:prstClr val="black"/>
                </a:solidFill>
              </a:rPr>
              <a:t>             //LED1---PB5</a:t>
            </a:r>
            <a:r>
              <a:rPr lang="zh-CN" altLang="en-US" sz="1600" b="1" dirty="0" smtClean="0">
                <a:solidFill>
                  <a:prstClr val="black"/>
                </a:solidFill>
              </a:rPr>
              <a:t>状态翻转</a:t>
            </a:r>
          </a:p>
          <a:p>
            <a:pPr lvl="0"/>
            <a:r>
              <a:rPr lang="zh-CN" altLang="en-US" sz="1600" b="1" dirty="0" smtClean="0">
                <a:solidFill>
                  <a:prstClr val="black"/>
                </a:solidFill>
              </a:rPr>
              <a:t>    </a:t>
            </a:r>
            <a:r>
              <a:rPr lang="en-GB" altLang="zh-CN" sz="1600" b="1" dirty="0" err="1" smtClean="0">
                <a:solidFill>
                  <a:prstClr val="black"/>
                </a:solidFill>
              </a:rPr>
              <a:t>HAL_Delay</a:t>
            </a:r>
            <a:r>
              <a:rPr lang="en-GB" altLang="zh-CN" sz="1600" b="1" dirty="0" smtClean="0">
                <a:solidFill>
                  <a:prstClr val="black"/>
                </a:solidFill>
              </a:rPr>
              <a:t>(100); //</a:t>
            </a:r>
            <a:r>
              <a:rPr lang="zh-CN" altLang="en-US" sz="1600" b="1" dirty="0" smtClean="0">
                <a:solidFill>
                  <a:prstClr val="black"/>
                </a:solidFill>
              </a:rPr>
              <a:t>延时</a:t>
            </a:r>
            <a:r>
              <a:rPr lang="en-US" altLang="zh-CN" sz="1600" b="1" dirty="0" smtClean="0">
                <a:solidFill>
                  <a:prstClr val="black"/>
                </a:solidFill>
              </a:rPr>
              <a:t>100</a:t>
            </a:r>
            <a:r>
              <a:rPr lang="zh-CN" altLang="en-US" sz="1600" b="1" dirty="0" smtClean="0">
                <a:solidFill>
                  <a:prstClr val="black"/>
                </a:solidFill>
              </a:rPr>
              <a:t>毫秒</a:t>
            </a:r>
          </a:p>
          <a:p>
            <a:pPr lvl="0"/>
            <a:r>
              <a:rPr lang="zh-CN" altLang="en-US" sz="1600" b="1" dirty="0" smtClean="0">
                <a:solidFill>
                  <a:prstClr val="black"/>
                </a:solidFill>
              </a:rPr>
              <a:t>    </a:t>
            </a:r>
            <a:r>
              <a:rPr lang="en-GB" altLang="zh-CN" sz="1600" b="1" dirty="0" err="1" smtClean="0">
                <a:solidFill>
                  <a:prstClr val="black"/>
                </a:solidFill>
              </a:rPr>
              <a:t>HAL_GPIO_TogglePin</a:t>
            </a:r>
            <a:r>
              <a:rPr lang="en-GB" altLang="zh-CN" sz="1600" b="1" dirty="0" smtClean="0">
                <a:solidFill>
                  <a:prstClr val="black"/>
                </a:solidFill>
              </a:rPr>
              <a:t>(LED2_GPIO_Port,LED2_Pin); </a:t>
            </a:r>
          </a:p>
          <a:p>
            <a:pPr lvl="0"/>
            <a:r>
              <a:rPr lang="en-GB" altLang="zh-CN" sz="1600" b="1" dirty="0" smtClean="0">
                <a:solidFill>
                  <a:prstClr val="black"/>
                </a:solidFill>
              </a:rPr>
              <a:t>            //LED2---PE5</a:t>
            </a:r>
            <a:r>
              <a:rPr lang="zh-CN" altLang="en-US" sz="1600" b="1" dirty="0" smtClean="0">
                <a:solidFill>
                  <a:prstClr val="black"/>
                </a:solidFill>
              </a:rPr>
              <a:t>状态翻转</a:t>
            </a:r>
          </a:p>
          <a:p>
            <a:pPr lvl="0"/>
            <a:r>
              <a:rPr lang="zh-CN" altLang="en-US" sz="1600" b="1" dirty="0" smtClean="0">
                <a:solidFill>
                  <a:prstClr val="black"/>
                </a:solidFill>
              </a:rPr>
              <a:t>    </a:t>
            </a:r>
            <a:r>
              <a:rPr lang="en-GB" altLang="zh-CN" sz="1600" b="1" dirty="0" err="1" smtClean="0">
                <a:solidFill>
                  <a:prstClr val="black"/>
                </a:solidFill>
              </a:rPr>
              <a:t>HAL_Delay</a:t>
            </a:r>
            <a:r>
              <a:rPr lang="en-GB" altLang="zh-CN" sz="1600" b="1" dirty="0" smtClean="0">
                <a:solidFill>
                  <a:prstClr val="black"/>
                </a:solidFill>
              </a:rPr>
              <a:t>(100); //</a:t>
            </a:r>
            <a:r>
              <a:rPr lang="zh-CN" altLang="en-US" sz="1600" b="1" dirty="0" smtClean="0">
                <a:solidFill>
                  <a:prstClr val="black"/>
                </a:solidFill>
              </a:rPr>
              <a:t>延时</a:t>
            </a:r>
            <a:r>
              <a:rPr lang="en-US" altLang="zh-CN" sz="1600" b="1" dirty="0" smtClean="0">
                <a:solidFill>
                  <a:prstClr val="black"/>
                </a:solidFill>
              </a:rPr>
              <a:t>100</a:t>
            </a:r>
            <a:r>
              <a:rPr lang="zh-CN" altLang="en-US" sz="1600" b="1" dirty="0" smtClean="0">
                <a:solidFill>
                  <a:prstClr val="black"/>
                </a:solidFill>
              </a:rPr>
              <a:t>毫秒</a:t>
            </a:r>
          </a:p>
          <a:p>
            <a:pPr lvl="0"/>
            <a:r>
              <a:rPr lang="en-US" altLang="zh-CN" sz="1600" b="1" dirty="0" smtClean="0">
                <a:solidFill>
                  <a:prstClr val="black"/>
                </a:solidFill>
              </a:rPr>
              <a:t>}</a:t>
            </a:r>
          </a:p>
        </p:txBody>
      </p:sp>
      <p:sp>
        <p:nvSpPr>
          <p:cNvPr id="7" name="矩形 6"/>
          <p:cNvSpPr/>
          <p:nvPr/>
        </p:nvSpPr>
        <p:spPr>
          <a:xfrm>
            <a:off x="5291283" y="2052863"/>
            <a:ext cx="3483174" cy="1131079"/>
          </a:xfrm>
          <a:prstGeom prst="rect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lvl="0">
              <a:lnSpc>
                <a:spcPct val="125000"/>
              </a:lnSpc>
            </a:pPr>
            <a:r>
              <a:rPr lang="zh-CN" altLang="en-US" b="1" dirty="0" smtClean="0">
                <a:solidFill>
                  <a:prstClr val="black"/>
                </a:solidFill>
              </a:rPr>
              <a:t>      用户</a:t>
            </a:r>
            <a:r>
              <a:rPr lang="zh-CN" altLang="en-US" b="1" dirty="0">
                <a:solidFill>
                  <a:prstClr val="black"/>
                </a:solidFill>
              </a:rPr>
              <a:t>自己编写的应用程序需写在</a:t>
            </a:r>
            <a:r>
              <a:rPr lang="en-US" altLang="zh-CN" b="1" dirty="0">
                <a:solidFill>
                  <a:prstClr val="black"/>
                </a:solidFill>
              </a:rPr>
              <a:t>/* </a:t>
            </a:r>
            <a:r>
              <a:rPr lang="en-GB" altLang="zh-CN" b="1" dirty="0">
                <a:solidFill>
                  <a:prstClr val="black"/>
                </a:solidFill>
              </a:rPr>
              <a:t>USER CODE BEGIN x */ </a:t>
            </a:r>
            <a:r>
              <a:rPr lang="zh-CN" altLang="en-US" b="1" dirty="0">
                <a:solidFill>
                  <a:prstClr val="black"/>
                </a:solidFill>
              </a:rPr>
              <a:t>和  </a:t>
            </a:r>
            <a:r>
              <a:rPr lang="en-US" altLang="zh-CN" b="1" dirty="0">
                <a:solidFill>
                  <a:prstClr val="black"/>
                </a:solidFill>
              </a:rPr>
              <a:t>/* </a:t>
            </a:r>
            <a:r>
              <a:rPr lang="en-GB" altLang="zh-CN" b="1" dirty="0">
                <a:solidFill>
                  <a:prstClr val="black"/>
                </a:solidFill>
              </a:rPr>
              <a:t>USER CODE END x */ </a:t>
            </a:r>
            <a:r>
              <a:rPr lang="zh-CN" altLang="en-US" b="1" dirty="0" smtClean="0">
                <a:solidFill>
                  <a:prstClr val="black"/>
                </a:solidFill>
              </a:rPr>
              <a:t>之间。</a:t>
            </a:r>
            <a:endParaRPr lang="en-GB" altLang="zh-CN" b="1" dirty="0">
              <a:solidFill>
                <a:prstClr val="black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45460" y="1124923"/>
            <a:ext cx="4790876" cy="3312368"/>
          </a:xfrm>
          <a:prstGeom prst="rect">
            <a:avLst/>
          </a:prstGeom>
          <a:noFill/>
          <a:ln w="19050">
            <a:solidFill>
              <a:schemeClr val="accent5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5580112" y="3615046"/>
            <a:ext cx="3219564" cy="1131079"/>
          </a:xfrm>
          <a:prstGeom prst="rect">
            <a:avLst/>
          </a:prstGeom>
          <a:ln w="19050">
            <a:solidFill>
              <a:srgbClr val="CD7371"/>
            </a:solidFill>
          </a:ln>
        </p:spPr>
        <p:txBody>
          <a:bodyPr wrap="square">
            <a:spAutoFit/>
          </a:bodyPr>
          <a:lstStyle/>
          <a:p>
            <a:pPr lvl="0">
              <a:lnSpc>
                <a:spcPct val="125000"/>
              </a:lnSpc>
            </a:pPr>
            <a:r>
              <a:rPr lang="zh-CN" altLang="en-US" b="1" dirty="0" smtClean="0">
                <a:solidFill>
                  <a:prstClr val="black"/>
                </a:solidFill>
              </a:rPr>
              <a:t>       写</a:t>
            </a:r>
            <a:r>
              <a:rPr lang="zh-CN" altLang="en-US" b="1" dirty="0">
                <a:solidFill>
                  <a:prstClr val="black"/>
                </a:solidFill>
              </a:rPr>
              <a:t>在其他地方，在使用</a:t>
            </a:r>
            <a:r>
              <a:rPr lang="en-GB" altLang="zh-CN" b="1" dirty="0">
                <a:solidFill>
                  <a:prstClr val="black"/>
                </a:solidFill>
              </a:rPr>
              <a:t>STM32CubeMX</a:t>
            </a:r>
            <a:r>
              <a:rPr lang="zh-CN" altLang="en-US" b="1" dirty="0">
                <a:solidFill>
                  <a:prstClr val="black"/>
                </a:solidFill>
              </a:rPr>
              <a:t>重新配置和生成工程时，会删除该代码。</a:t>
            </a:r>
            <a:endParaRPr lang="en-GB" altLang="zh-CN" b="1" dirty="0">
              <a:solidFill>
                <a:prstClr val="black"/>
              </a:solidFill>
            </a:endParaRPr>
          </a:p>
        </p:txBody>
      </p:sp>
      <p:sp>
        <p:nvSpPr>
          <p:cNvPr id="17" name="十角星 16"/>
          <p:cNvSpPr/>
          <p:nvPr/>
        </p:nvSpPr>
        <p:spPr>
          <a:xfrm rot="20973610">
            <a:off x="5103776" y="1841826"/>
            <a:ext cx="720080" cy="371734"/>
          </a:xfrm>
          <a:prstGeom prst="star10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latin typeface="黑体" pitchFamily="49" charset="-122"/>
                <a:ea typeface="黑体" pitchFamily="49" charset="-122"/>
              </a:rPr>
              <a:t>说明</a:t>
            </a:r>
          </a:p>
        </p:txBody>
      </p:sp>
      <p:sp>
        <p:nvSpPr>
          <p:cNvPr id="18" name="十角星 17"/>
          <p:cNvSpPr/>
          <p:nvPr/>
        </p:nvSpPr>
        <p:spPr>
          <a:xfrm rot="20973610">
            <a:off x="5129978" y="3426001"/>
            <a:ext cx="720080" cy="371734"/>
          </a:xfrm>
          <a:prstGeom prst="star10">
            <a:avLst/>
          </a:prstGeom>
          <a:solidFill>
            <a:srgbClr val="CD7371"/>
          </a:solidFill>
          <a:ln>
            <a:solidFill>
              <a:srgbClr val="CD73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 smtClean="0">
                <a:latin typeface="黑体" pitchFamily="49" charset="-122"/>
                <a:ea typeface="黑体" pitchFamily="49" charset="-122"/>
              </a:rPr>
              <a:t>注意</a:t>
            </a:r>
            <a:endParaRPr lang="zh-CN" altLang="en-US" sz="1200" b="1" dirty="0">
              <a:latin typeface="黑体" pitchFamily="49" charset="-122"/>
              <a:ea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3980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" y="339503"/>
            <a:ext cx="3419871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35497" y="339503"/>
            <a:ext cx="345638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solidFill>
                  <a:schemeClr val="bg1"/>
                </a:solidFill>
              </a:rPr>
              <a:t>设计步骤</a:t>
            </a:r>
            <a:r>
              <a:rPr lang="en-US" altLang="zh-CN" sz="2400" b="1" dirty="0" smtClean="0">
                <a:solidFill>
                  <a:schemeClr val="bg1"/>
                </a:solidFill>
              </a:rPr>
              <a:t>——</a:t>
            </a:r>
            <a:r>
              <a:rPr lang="zh-CN" altLang="en-US" b="1" dirty="0" smtClean="0">
                <a:solidFill>
                  <a:schemeClr val="bg1"/>
                </a:solidFill>
              </a:rPr>
              <a:t>下载调试验证</a:t>
            </a:r>
            <a:endParaRPr lang="zh-CN" altLang="en-US" sz="1050" b="1" dirty="0" smtClean="0">
              <a:solidFill>
                <a:schemeClr val="bg1"/>
              </a:solidFill>
            </a:endParaRPr>
          </a:p>
        </p:txBody>
      </p:sp>
      <p:sp>
        <p:nvSpPr>
          <p:cNvPr id="3789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115616" y="4155925"/>
            <a:ext cx="727280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25000"/>
              </a:lnSpc>
            </a:pPr>
            <a:r>
              <a:rPr lang="zh-CN" altLang="en-US" sz="1600" b="1" dirty="0" smtClean="0">
                <a:solidFill>
                  <a:prstClr val="black"/>
                </a:solidFill>
              </a:rPr>
              <a:t>     单击</a:t>
            </a:r>
            <a:r>
              <a:rPr lang="en-GB" altLang="zh-CN" sz="1600" b="1" dirty="0" err="1">
                <a:solidFill>
                  <a:prstClr val="black"/>
                </a:solidFill>
              </a:rPr>
              <a:t>keil</a:t>
            </a:r>
            <a:r>
              <a:rPr lang="en-GB" altLang="zh-CN" sz="1600" b="1" dirty="0">
                <a:solidFill>
                  <a:prstClr val="black"/>
                </a:solidFill>
              </a:rPr>
              <a:t> uVision5</a:t>
            </a:r>
            <a:r>
              <a:rPr lang="zh-CN" altLang="en-US" sz="1600" b="1" dirty="0">
                <a:solidFill>
                  <a:prstClr val="black"/>
                </a:solidFill>
              </a:rPr>
              <a:t>工具栏的魔法棒 “</a:t>
            </a:r>
            <a:r>
              <a:rPr lang="en-GB" altLang="zh-CN" sz="1600" b="1" dirty="0">
                <a:solidFill>
                  <a:prstClr val="black"/>
                </a:solidFill>
              </a:rPr>
              <a:t>Options for Target”</a:t>
            </a:r>
            <a:r>
              <a:rPr lang="zh-CN" altLang="en-US" sz="1600" b="1" dirty="0">
                <a:solidFill>
                  <a:prstClr val="black"/>
                </a:solidFill>
              </a:rPr>
              <a:t>按钮，打开配置窗口页面，</a:t>
            </a:r>
            <a:r>
              <a:rPr lang="zh-CN" altLang="en-US" sz="1600" b="1" dirty="0" smtClean="0">
                <a:solidFill>
                  <a:prstClr val="black"/>
                </a:solidFill>
              </a:rPr>
              <a:t>在“</a:t>
            </a:r>
            <a:r>
              <a:rPr lang="en-GB" altLang="zh-CN" sz="1600" b="1" dirty="0" smtClean="0">
                <a:solidFill>
                  <a:prstClr val="black"/>
                </a:solidFill>
              </a:rPr>
              <a:t>Target</a:t>
            </a:r>
            <a:r>
              <a:rPr lang="zh-CN" altLang="en-US" sz="1600" b="1" dirty="0" smtClean="0">
                <a:solidFill>
                  <a:prstClr val="black"/>
                </a:solidFill>
              </a:rPr>
              <a:t>”选项</a:t>
            </a:r>
            <a:r>
              <a:rPr lang="zh-CN" altLang="en-US" sz="1600" b="1" dirty="0">
                <a:solidFill>
                  <a:prstClr val="black"/>
                </a:solidFill>
              </a:rPr>
              <a:t>卡</a:t>
            </a:r>
            <a:r>
              <a:rPr lang="zh-CN" altLang="en-US" sz="1600" b="1" dirty="0" smtClean="0">
                <a:solidFill>
                  <a:prstClr val="black"/>
                </a:solidFill>
              </a:rPr>
              <a:t>中将“</a:t>
            </a:r>
            <a:r>
              <a:rPr lang="en-GB" altLang="zh-CN" sz="1600" b="1" dirty="0" err="1" smtClean="0">
                <a:solidFill>
                  <a:prstClr val="black"/>
                </a:solidFill>
              </a:rPr>
              <a:t>Xtal</a:t>
            </a:r>
            <a:r>
              <a:rPr lang="en-GB" altLang="zh-CN" sz="1600" b="1" dirty="0" smtClean="0">
                <a:solidFill>
                  <a:prstClr val="black"/>
                </a:solidFill>
              </a:rPr>
              <a:t>(MHz)</a:t>
            </a:r>
            <a:r>
              <a:rPr lang="zh-CN" altLang="en-US" sz="1600" b="1" dirty="0" smtClean="0">
                <a:solidFill>
                  <a:prstClr val="black"/>
                </a:solidFill>
              </a:rPr>
              <a:t>”改为</a:t>
            </a:r>
            <a:r>
              <a:rPr lang="en-US" altLang="zh-CN" sz="1600" b="1" dirty="0" smtClean="0">
                <a:solidFill>
                  <a:prstClr val="black"/>
                </a:solidFill>
              </a:rPr>
              <a:t>8.0</a:t>
            </a:r>
            <a:r>
              <a:rPr lang="zh-CN" altLang="en-US" sz="1600" b="1" dirty="0" smtClean="0">
                <a:solidFill>
                  <a:prstClr val="black"/>
                </a:solidFill>
              </a:rPr>
              <a:t>，</a:t>
            </a:r>
            <a:r>
              <a:rPr lang="zh-CN" altLang="en-US" sz="1600" b="1" dirty="0">
                <a:solidFill>
                  <a:prstClr val="black"/>
                </a:solidFill>
              </a:rPr>
              <a:t>采用</a:t>
            </a:r>
            <a:r>
              <a:rPr lang="en-US" altLang="zh-CN" sz="1600" b="1" dirty="0">
                <a:solidFill>
                  <a:prstClr val="black"/>
                </a:solidFill>
              </a:rPr>
              <a:t>8</a:t>
            </a:r>
            <a:r>
              <a:rPr lang="en-GB" altLang="zh-CN" sz="1600" b="1" dirty="0">
                <a:solidFill>
                  <a:prstClr val="black"/>
                </a:solidFill>
              </a:rPr>
              <a:t>MHz</a:t>
            </a:r>
            <a:r>
              <a:rPr lang="zh-CN" altLang="en-US" sz="1600" b="1" dirty="0">
                <a:solidFill>
                  <a:prstClr val="black"/>
                </a:solidFill>
              </a:rPr>
              <a:t>外部晶</a:t>
            </a:r>
            <a:r>
              <a:rPr lang="zh-CN" altLang="en-US" sz="1600" b="1" dirty="0" smtClean="0">
                <a:solidFill>
                  <a:prstClr val="black"/>
                </a:solidFill>
              </a:rPr>
              <a:t>振</a:t>
            </a:r>
            <a:endParaRPr lang="en-GB" altLang="zh-CN" sz="1600" b="1" dirty="0">
              <a:solidFill>
                <a:prstClr val="black"/>
              </a:solidFill>
            </a:endParaRPr>
          </a:p>
        </p:txBody>
      </p:sp>
      <p:pic>
        <p:nvPicPr>
          <p:cNvPr id="14" name="图片 13" descr="C:\Users\TF\Desktop\Snipaste_2019-01-07_09-26-28.jp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4253" y="987574"/>
            <a:ext cx="5472608" cy="309634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矩形 3"/>
          <p:cNvSpPr/>
          <p:nvPr/>
        </p:nvSpPr>
        <p:spPr>
          <a:xfrm>
            <a:off x="4067944" y="462614"/>
            <a:ext cx="417646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 dirty="0" smtClean="0">
                <a:solidFill>
                  <a:prstClr val="black"/>
                </a:solidFill>
              </a:rPr>
              <a:t>配置</a:t>
            </a:r>
            <a:r>
              <a:rPr lang="en-US" altLang="zh-CN" sz="1600" b="1" dirty="0" smtClean="0">
                <a:solidFill>
                  <a:prstClr val="black"/>
                </a:solidFill>
              </a:rPr>
              <a:t>K</a:t>
            </a:r>
            <a:r>
              <a:rPr lang="en-GB" altLang="zh-CN" sz="1600" b="1" dirty="0" smtClean="0">
                <a:solidFill>
                  <a:prstClr val="black"/>
                </a:solidFill>
              </a:rPr>
              <a:t>eil5</a:t>
            </a:r>
            <a:r>
              <a:rPr lang="zh-CN" altLang="en-US" sz="1600" b="1" dirty="0">
                <a:solidFill>
                  <a:prstClr val="black"/>
                </a:solidFill>
              </a:rPr>
              <a:t>相关工程</a:t>
            </a:r>
            <a:r>
              <a:rPr lang="zh-CN" altLang="en-US" sz="1600" b="1" dirty="0" smtClean="0">
                <a:solidFill>
                  <a:prstClr val="black"/>
                </a:solidFill>
              </a:rPr>
              <a:t>，重新</a:t>
            </a:r>
            <a:r>
              <a:rPr lang="zh-CN" altLang="en-US" sz="1600" b="1" dirty="0">
                <a:solidFill>
                  <a:prstClr val="black"/>
                </a:solidFill>
              </a:rPr>
              <a:t>编译。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27240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" y="339503"/>
            <a:ext cx="3563887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35497" y="339503"/>
            <a:ext cx="403244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solidFill>
                  <a:schemeClr val="bg1"/>
                </a:solidFill>
              </a:rPr>
              <a:t>设计步骤</a:t>
            </a:r>
            <a:r>
              <a:rPr lang="en-US" altLang="zh-CN" sz="2400" b="1" dirty="0" smtClean="0">
                <a:solidFill>
                  <a:schemeClr val="bg1"/>
                </a:solidFill>
              </a:rPr>
              <a:t>——</a:t>
            </a:r>
            <a:r>
              <a:rPr lang="zh-CN" altLang="en-US" b="1" dirty="0" smtClean="0">
                <a:solidFill>
                  <a:schemeClr val="bg1"/>
                </a:solidFill>
              </a:rPr>
              <a:t>下载调试验证</a:t>
            </a:r>
            <a:endParaRPr lang="zh-CN" altLang="en-US" sz="1050" b="1" dirty="0" smtClean="0">
              <a:solidFill>
                <a:schemeClr val="bg1"/>
              </a:solidFill>
            </a:endParaRPr>
          </a:p>
        </p:txBody>
      </p:sp>
      <p:sp>
        <p:nvSpPr>
          <p:cNvPr id="3789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10" name="图片 9" descr="C:\Users\TF\Desktop\Snipaste_2019-01-07_09-26-45.jp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6118" y="1275606"/>
            <a:ext cx="4450080" cy="301752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圆角矩形标注 10"/>
          <p:cNvSpPr/>
          <p:nvPr/>
        </p:nvSpPr>
        <p:spPr>
          <a:xfrm>
            <a:off x="954640" y="1534434"/>
            <a:ext cx="2016224" cy="2499864"/>
          </a:xfrm>
          <a:prstGeom prst="wedgeRoundRectCallout">
            <a:avLst>
              <a:gd name="adj1" fmla="val 110678"/>
              <a:gd name="adj2" fmla="val -13932"/>
              <a:gd name="adj3" fmla="val 16667"/>
            </a:avLst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25000"/>
              </a:lnSpc>
            </a:pPr>
            <a:r>
              <a:rPr lang="zh-CN" altLang="en-US" sz="1600" b="1" dirty="0">
                <a:solidFill>
                  <a:prstClr val="black"/>
                </a:solidFill>
              </a:rPr>
              <a:t> </a:t>
            </a:r>
            <a:r>
              <a:rPr lang="zh-CN" altLang="en-US" sz="1600" b="1" dirty="0" smtClean="0">
                <a:solidFill>
                  <a:prstClr val="black"/>
                </a:solidFill>
              </a:rPr>
              <a:t>    在</a:t>
            </a:r>
            <a:r>
              <a:rPr lang="en-US" altLang="zh-CN" sz="1600" b="1" dirty="0">
                <a:solidFill>
                  <a:prstClr val="black"/>
                </a:solidFill>
              </a:rPr>
              <a:t>Output</a:t>
            </a:r>
            <a:r>
              <a:rPr lang="zh-CN" altLang="en-US" sz="1600" b="1" dirty="0">
                <a:solidFill>
                  <a:prstClr val="black"/>
                </a:solidFill>
              </a:rPr>
              <a:t>选项卡中，勾选</a:t>
            </a:r>
            <a:r>
              <a:rPr lang="en-US" altLang="zh-CN" sz="1600" b="1" dirty="0">
                <a:solidFill>
                  <a:prstClr val="black"/>
                </a:solidFill>
              </a:rPr>
              <a:t>Create HEX File</a:t>
            </a:r>
            <a:r>
              <a:rPr lang="zh-CN" altLang="en-US" sz="1600" b="1" dirty="0">
                <a:solidFill>
                  <a:prstClr val="black"/>
                </a:solidFill>
              </a:rPr>
              <a:t>选项，在工程重新编译后，会生成相应的</a:t>
            </a:r>
            <a:r>
              <a:rPr lang="en-US" altLang="zh-CN" sz="1600" b="1" dirty="0">
                <a:solidFill>
                  <a:prstClr val="black"/>
                </a:solidFill>
              </a:rPr>
              <a:t>HEX</a:t>
            </a:r>
            <a:r>
              <a:rPr lang="zh-CN" altLang="en-US" sz="1600" b="1" dirty="0" smtClean="0">
                <a:solidFill>
                  <a:prstClr val="black"/>
                </a:solidFill>
              </a:rPr>
              <a:t>文件。</a:t>
            </a:r>
            <a:endParaRPr lang="zh-CN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4136894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 descr="C:\Users\TF\Desktop\Snipaste_2019-01-07_09-35-08.jp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347614"/>
            <a:ext cx="4104640" cy="278384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矩形 7"/>
          <p:cNvSpPr/>
          <p:nvPr/>
        </p:nvSpPr>
        <p:spPr>
          <a:xfrm>
            <a:off x="1" y="339503"/>
            <a:ext cx="3491879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35497" y="339503"/>
            <a:ext cx="367240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solidFill>
                  <a:schemeClr val="bg1"/>
                </a:solidFill>
              </a:rPr>
              <a:t>设计步骤</a:t>
            </a:r>
            <a:r>
              <a:rPr lang="en-US" altLang="zh-CN" sz="2400" b="1" dirty="0" smtClean="0">
                <a:solidFill>
                  <a:schemeClr val="bg1"/>
                </a:solidFill>
              </a:rPr>
              <a:t>——</a:t>
            </a:r>
            <a:r>
              <a:rPr lang="zh-CN" altLang="en-US" b="1" dirty="0" smtClean="0">
                <a:solidFill>
                  <a:schemeClr val="bg1"/>
                </a:solidFill>
              </a:rPr>
              <a:t>下载调试验证</a:t>
            </a:r>
            <a:endParaRPr lang="zh-CN" altLang="en-US" sz="1050" b="1" dirty="0" smtClean="0">
              <a:solidFill>
                <a:schemeClr val="bg1"/>
              </a:solidFill>
            </a:endParaRPr>
          </a:p>
        </p:txBody>
      </p:sp>
      <p:sp>
        <p:nvSpPr>
          <p:cNvPr id="3789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1" name="圆角矩形标注 10"/>
          <p:cNvSpPr/>
          <p:nvPr/>
        </p:nvSpPr>
        <p:spPr>
          <a:xfrm>
            <a:off x="5122247" y="596542"/>
            <a:ext cx="3041351" cy="1292323"/>
          </a:xfrm>
          <a:prstGeom prst="wedgeRoundRectCallout">
            <a:avLst>
              <a:gd name="adj1" fmla="val -97709"/>
              <a:gd name="adj2" fmla="val 73006"/>
              <a:gd name="adj3" fmla="val 16667"/>
            </a:avLst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25000"/>
              </a:lnSpc>
            </a:pPr>
            <a:r>
              <a:rPr lang="zh-CN" altLang="en-US" sz="1600" b="1" dirty="0" smtClean="0">
                <a:solidFill>
                  <a:prstClr val="black"/>
                </a:solidFill>
              </a:rPr>
              <a:t>    在“</a:t>
            </a:r>
            <a:r>
              <a:rPr lang="en-US" altLang="zh-CN" sz="1600" b="1" dirty="0" smtClean="0">
                <a:solidFill>
                  <a:prstClr val="black"/>
                </a:solidFill>
              </a:rPr>
              <a:t>Debug</a:t>
            </a:r>
            <a:r>
              <a:rPr lang="zh-CN" altLang="en-US" sz="1600" b="1" dirty="0" smtClean="0">
                <a:solidFill>
                  <a:prstClr val="black"/>
                </a:solidFill>
              </a:rPr>
              <a:t>”选项</a:t>
            </a:r>
            <a:r>
              <a:rPr lang="zh-CN" altLang="en-US" sz="1600" b="1" dirty="0">
                <a:solidFill>
                  <a:prstClr val="black"/>
                </a:solidFill>
              </a:rPr>
              <a:t>卡中，根据所使用的开发板下载调试工具，选择相应的选项，这里</a:t>
            </a:r>
            <a:r>
              <a:rPr lang="zh-CN" altLang="en-US" sz="1600" b="1" dirty="0" smtClean="0">
                <a:solidFill>
                  <a:prstClr val="black"/>
                </a:solidFill>
              </a:rPr>
              <a:t>选择</a:t>
            </a:r>
            <a:r>
              <a:rPr lang="en-US" altLang="zh-CN" sz="1600" b="1" dirty="0" smtClean="0">
                <a:solidFill>
                  <a:prstClr val="black"/>
                </a:solidFill>
              </a:rPr>
              <a:t>ST-Link</a:t>
            </a:r>
            <a:r>
              <a:rPr lang="zh-CN" altLang="en-US" sz="1600" b="1" dirty="0" smtClean="0">
                <a:solidFill>
                  <a:prstClr val="black"/>
                </a:solidFill>
              </a:rPr>
              <a:t>调试</a:t>
            </a:r>
            <a:r>
              <a:rPr lang="zh-CN" altLang="en-US" sz="1600" b="1" dirty="0">
                <a:solidFill>
                  <a:prstClr val="black"/>
                </a:solidFill>
              </a:rPr>
              <a:t>下载器</a:t>
            </a:r>
            <a:endParaRPr lang="zh-CN" altLang="en-US" sz="1600" b="1" dirty="0"/>
          </a:p>
        </p:txBody>
      </p:sp>
      <p:graphicFrame>
        <p:nvGraphicFramePr>
          <p:cNvPr id="7" name="图示 6"/>
          <p:cNvGraphicFramePr/>
          <p:nvPr>
            <p:extLst>
              <p:ext uri="{D42A27DB-BD31-4B8C-83A1-F6EECF244321}">
                <p14:modId xmlns:p14="http://schemas.microsoft.com/office/powerpoint/2010/main" val="2339229869"/>
              </p:ext>
            </p:extLst>
          </p:nvPr>
        </p:nvGraphicFramePr>
        <p:xfrm>
          <a:off x="4499992" y="1851670"/>
          <a:ext cx="4572000" cy="27363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850685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1" y="339503"/>
            <a:ext cx="2985621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35496" y="339503"/>
            <a:ext cx="276831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solidFill>
                  <a:schemeClr val="bg1"/>
                </a:solidFill>
              </a:rPr>
              <a:t> </a:t>
            </a:r>
            <a:r>
              <a:rPr lang="en-US" altLang="zh-CN" sz="2400" b="1" dirty="0">
                <a:solidFill>
                  <a:schemeClr val="bg1"/>
                </a:solidFill>
              </a:rPr>
              <a:t>GPIO</a:t>
            </a:r>
            <a:r>
              <a:rPr lang="zh-CN" altLang="en-US" sz="2400" b="1" dirty="0">
                <a:solidFill>
                  <a:schemeClr val="bg1"/>
                </a:solidFill>
              </a:rPr>
              <a:t>工程源码解析</a:t>
            </a:r>
            <a:endParaRPr lang="zh-CN" altLang="en-US" sz="2400" b="1" dirty="0" smtClean="0">
              <a:solidFill>
                <a:schemeClr val="bg1"/>
              </a:solidFill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883135" y="1893592"/>
            <a:ext cx="7019690" cy="1542866"/>
            <a:chOff x="1703539" y="2755900"/>
            <a:chExt cx="8826197" cy="2006600"/>
          </a:xfrm>
        </p:grpSpPr>
        <p:cxnSp>
          <p:nvCxnSpPr>
            <p:cNvPr id="14" name="直接连接符 13"/>
            <p:cNvCxnSpPr/>
            <p:nvPr/>
          </p:nvCxnSpPr>
          <p:spPr>
            <a:xfrm>
              <a:off x="8785225" y="2844800"/>
              <a:ext cx="1479550" cy="1917700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" name="组合 14"/>
            <p:cNvGrpSpPr/>
            <p:nvPr/>
          </p:nvGrpSpPr>
          <p:grpSpPr>
            <a:xfrm>
              <a:off x="1703539" y="2755900"/>
              <a:ext cx="8826197" cy="2006600"/>
              <a:chOff x="1703539" y="2755900"/>
              <a:chExt cx="8826197" cy="2006600"/>
            </a:xfrm>
          </p:grpSpPr>
          <p:cxnSp>
            <p:nvCxnSpPr>
              <p:cNvPr id="16" name="直接连接符 15"/>
              <p:cNvCxnSpPr>
                <a:stCxn id="13" idx="5"/>
              </p:cNvCxnSpPr>
              <p:nvPr/>
            </p:nvCxnSpPr>
            <p:spPr>
              <a:xfrm flipV="1">
                <a:off x="1703539" y="2755900"/>
                <a:ext cx="658661" cy="960286"/>
              </a:xfrm>
              <a:prstGeom prst="line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/>
              <p:cNvCxnSpPr/>
              <p:nvPr/>
            </p:nvCxnSpPr>
            <p:spPr>
              <a:xfrm>
                <a:off x="2362200" y="2755900"/>
                <a:ext cx="1357313" cy="1898650"/>
              </a:xfrm>
              <a:prstGeom prst="line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/>
              <p:cNvCxnSpPr/>
              <p:nvPr/>
            </p:nvCxnSpPr>
            <p:spPr>
              <a:xfrm flipV="1">
                <a:off x="3719513" y="2755900"/>
                <a:ext cx="1969293" cy="1898650"/>
              </a:xfrm>
              <a:prstGeom prst="line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直接连接符 18"/>
              <p:cNvCxnSpPr/>
              <p:nvPr/>
            </p:nvCxnSpPr>
            <p:spPr>
              <a:xfrm>
                <a:off x="5688806" y="2755900"/>
                <a:ext cx="2210594" cy="2006600"/>
              </a:xfrm>
              <a:prstGeom prst="line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连接符 19"/>
              <p:cNvCxnSpPr/>
              <p:nvPr/>
            </p:nvCxnSpPr>
            <p:spPr>
              <a:xfrm flipV="1">
                <a:off x="7891066" y="2844800"/>
                <a:ext cx="894159" cy="1917700"/>
              </a:xfrm>
              <a:prstGeom prst="line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/>
              <p:cNvCxnSpPr>
                <a:endCxn id="12" idx="1"/>
              </p:cNvCxnSpPr>
              <p:nvPr/>
            </p:nvCxnSpPr>
            <p:spPr>
              <a:xfrm flipV="1">
                <a:off x="10264775" y="4005414"/>
                <a:ext cx="264961" cy="757086"/>
              </a:xfrm>
              <a:prstGeom prst="line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2" name="椭圆 11"/>
          <p:cNvSpPr/>
          <p:nvPr/>
        </p:nvSpPr>
        <p:spPr>
          <a:xfrm flipV="1">
            <a:off x="7856229" y="2591788"/>
            <a:ext cx="318170" cy="307597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273"/>
            <a:endParaRPr lang="zh-CN" altLang="en-US" sz="1867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3" name="椭圆 12"/>
          <p:cNvSpPr/>
          <p:nvPr/>
        </p:nvSpPr>
        <p:spPr>
          <a:xfrm flipV="1">
            <a:off x="611560" y="2586905"/>
            <a:ext cx="318170" cy="307597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273"/>
            <a:endParaRPr lang="zh-CN" altLang="en-US" sz="1867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3" name="椭圆 22"/>
          <p:cNvSpPr/>
          <p:nvPr/>
        </p:nvSpPr>
        <p:spPr>
          <a:xfrm>
            <a:off x="3096796" y="2141261"/>
            <a:ext cx="1015113" cy="981381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273"/>
            <a:endParaRPr lang="zh-CN" altLang="en-US" sz="1867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4" name="Freeform 173"/>
          <p:cNvSpPr>
            <a:spLocks noChangeAspect="1" noEditPoints="1"/>
          </p:cNvSpPr>
          <p:nvPr/>
        </p:nvSpPr>
        <p:spPr bwMode="auto">
          <a:xfrm>
            <a:off x="3421771" y="2466059"/>
            <a:ext cx="365162" cy="376452"/>
          </a:xfrm>
          <a:custGeom>
            <a:avLst/>
            <a:gdLst>
              <a:gd name="T0" fmla="*/ 75 w 89"/>
              <a:gd name="T1" fmla="*/ 22 h 95"/>
              <a:gd name="T2" fmla="*/ 89 w 89"/>
              <a:gd name="T3" fmla="*/ 53 h 95"/>
              <a:gd name="T4" fmla="*/ 78 w 89"/>
              <a:gd name="T5" fmla="*/ 80 h 95"/>
              <a:gd name="T6" fmla="*/ 47 w 89"/>
              <a:gd name="T7" fmla="*/ 53 h 95"/>
              <a:gd name="T8" fmla="*/ 75 w 89"/>
              <a:gd name="T9" fmla="*/ 22 h 95"/>
              <a:gd name="T10" fmla="*/ 76 w 89"/>
              <a:gd name="T11" fmla="*/ 83 h 95"/>
              <a:gd name="T12" fmla="*/ 69 w 89"/>
              <a:gd name="T13" fmla="*/ 88 h 95"/>
              <a:gd name="T14" fmla="*/ 74 w 89"/>
              <a:gd name="T15" fmla="*/ 81 h 95"/>
              <a:gd name="T16" fmla="*/ 76 w 89"/>
              <a:gd name="T17" fmla="*/ 83 h 95"/>
              <a:gd name="T18" fmla="*/ 64 w 89"/>
              <a:gd name="T19" fmla="*/ 92 h 95"/>
              <a:gd name="T20" fmla="*/ 72 w 89"/>
              <a:gd name="T21" fmla="*/ 79 h 95"/>
              <a:gd name="T22" fmla="*/ 70 w 89"/>
              <a:gd name="T23" fmla="*/ 77 h 95"/>
              <a:gd name="T24" fmla="*/ 60 w 89"/>
              <a:gd name="T25" fmla="*/ 94 h 95"/>
              <a:gd name="T26" fmla="*/ 64 w 89"/>
              <a:gd name="T27" fmla="*/ 92 h 95"/>
              <a:gd name="T28" fmla="*/ 58 w 89"/>
              <a:gd name="T29" fmla="*/ 91 h 95"/>
              <a:gd name="T30" fmla="*/ 67 w 89"/>
              <a:gd name="T31" fmla="*/ 75 h 95"/>
              <a:gd name="T32" fmla="*/ 65 w 89"/>
              <a:gd name="T33" fmla="*/ 74 h 95"/>
              <a:gd name="T34" fmla="*/ 57 w 89"/>
              <a:gd name="T35" fmla="*/ 88 h 95"/>
              <a:gd name="T36" fmla="*/ 58 w 89"/>
              <a:gd name="T37" fmla="*/ 91 h 95"/>
              <a:gd name="T38" fmla="*/ 56 w 89"/>
              <a:gd name="T39" fmla="*/ 84 h 95"/>
              <a:gd name="T40" fmla="*/ 63 w 89"/>
              <a:gd name="T41" fmla="*/ 72 h 95"/>
              <a:gd name="T42" fmla="*/ 61 w 89"/>
              <a:gd name="T43" fmla="*/ 70 h 95"/>
              <a:gd name="T44" fmla="*/ 55 w 89"/>
              <a:gd name="T45" fmla="*/ 81 h 95"/>
              <a:gd name="T46" fmla="*/ 56 w 89"/>
              <a:gd name="T47" fmla="*/ 84 h 95"/>
              <a:gd name="T48" fmla="*/ 53 w 89"/>
              <a:gd name="T49" fmla="*/ 78 h 95"/>
              <a:gd name="T50" fmla="*/ 59 w 89"/>
              <a:gd name="T51" fmla="*/ 68 h 95"/>
              <a:gd name="T52" fmla="*/ 57 w 89"/>
              <a:gd name="T53" fmla="*/ 66 h 95"/>
              <a:gd name="T54" fmla="*/ 52 w 89"/>
              <a:gd name="T55" fmla="*/ 75 h 95"/>
              <a:gd name="T56" fmla="*/ 53 w 89"/>
              <a:gd name="T57" fmla="*/ 78 h 95"/>
              <a:gd name="T58" fmla="*/ 51 w 89"/>
              <a:gd name="T59" fmla="*/ 71 h 95"/>
              <a:gd name="T60" fmla="*/ 55 w 89"/>
              <a:gd name="T61" fmla="*/ 64 h 95"/>
              <a:gd name="T62" fmla="*/ 53 w 89"/>
              <a:gd name="T63" fmla="*/ 62 h 95"/>
              <a:gd name="T64" fmla="*/ 50 w 89"/>
              <a:gd name="T65" fmla="*/ 68 h 95"/>
              <a:gd name="T66" fmla="*/ 51 w 89"/>
              <a:gd name="T67" fmla="*/ 71 h 95"/>
              <a:gd name="T68" fmla="*/ 48 w 89"/>
              <a:gd name="T69" fmla="*/ 65 h 95"/>
              <a:gd name="T70" fmla="*/ 51 w 89"/>
              <a:gd name="T71" fmla="*/ 61 h 95"/>
              <a:gd name="T72" fmla="*/ 49 w 89"/>
              <a:gd name="T73" fmla="*/ 59 h 95"/>
              <a:gd name="T74" fmla="*/ 47 w 89"/>
              <a:gd name="T75" fmla="*/ 61 h 95"/>
              <a:gd name="T76" fmla="*/ 48 w 89"/>
              <a:gd name="T77" fmla="*/ 65 h 95"/>
              <a:gd name="T78" fmla="*/ 46 w 89"/>
              <a:gd name="T79" fmla="*/ 58 h 95"/>
              <a:gd name="T80" fmla="*/ 45 w 89"/>
              <a:gd name="T81" fmla="*/ 55 h 95"/>
              <a:gd name="T82" fmla="*/ 47 w 89"/>
              <a:gd name="T83" fmla="*/ 57 h 95"/>
              <a:gd name="T84" fmla="*/ 46 w 89"/>
              <a:gd name="T85" fmla="*/ 58 h 95"/>
              <a:gd name="T86" fmla="*/ 59 w 89"/>
              <a:gd name="T87" fmla="*/ 17 h 95"/>
              <a:gd name="T88" fmla="*/ 41 w 89"/>
              <a:gd name="T89" fmla="*/ 54 h 95"/>
              <a:gd name="T90" fmla="*/ 36 w 89"/>
              <a:gd name="T91" fmla="*/ 13 h 95"/>
              <a:gd name="T92" fmla="*/ 0 w 89"/>
              <a:gd name="T93" fmla="*/ 54 h 95"/>
              <a:gd name="T94" fmla="*/ 41 w 89"/>
              <a:gd name="T95" fmla="*/ 95 h 95"/>
              <a:gd name="T96" fmla="*/ 55 w 89"/>
              <a:gd name="T97" fmla="*/ 93 h 95"/>
              <a:gd name="T98" fmla="*/ 41 w 89"/>
              <a:gd name="T99" fmla="*/ 54 h 95"/>
              <a:gd name="T100" fmla="*/ 68 w 89"/>
              <a:gd name="T101" fmla="*/ 23 h 95"/>
              <a:gd name="T102" fmla="*/ 59 w 89"/>
              <a:gd name="T103" fmla="*/ 17 h 95"/>
              <a:gd name="T104" fmla="*/ 43 w 89"/>
              <a:gd name="T105" fmla="*/ 0 h 95"/>
              <a:gd name="T106" fmla="*/ 38 w 89"/>
              <a:gd name="T107" fmla="*/ 0 h 95"/>
              <a:gd name="T108" fmla="*/ 43 w 89"/>
              <a:gd name="T109" fmla="*/ 41 h 95"/>
              <a:gd name="T110" fmla="*/ 61 w 89"/>
              <a:gd name="T111" fmla="*/ 4 h 95"/>
              <a:gd name="T112" fmla="*/ 43 w 89"/>
              <a:gd name="T113" fmla="*/ 0 h 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89" h="95">
                <a:moveTo>
                  <a:pt x="75" y="22"/>
                </a:moveTo>
                <a:cubicBezTo>
                  <a:pt x="83" y="29"/>
                  <a:pt x="89" y="40"/>
                  <a:pt x="89" y="53"/>
                </a:cubicBezTo>
                <a:cubicBezTo>
                  <a:pt x="89" y="63"/>
                  <a:pt x="85" y="73"/>
                  <a:pt x="78" y="80"/>
                </a:cubicBezTo>
                <a:cubicBezTo>
                  <a:pt x="47" y="53"/>
                  <a:pt x="47" y="53"/>
                  <a:pt x="47" y="53"/>
                </a:cubicBezTo>
                <a:cubicBezTo>
                  <a:pt x="75" y="22"/>
                  <a:pt x="75" y="22"/>
                  <a:pt x="75" y="22"/>
                </a:cubicBezTo>
                <a:close/>
                <a:moveTo>
                  <a:pt x="76" y="83"/>
                </a:moveTo>
                <a:cubicBezTo>
                  <a:pt x="74" y="85"/>
                  <a:pt x="72" y="87"/>
                  <a:pt x="69" y="88"/>
                </a:cubicBezTo>
                <a:cubicBezTo>
                  <a:pt x="74" y="81"/>
                  <a:pt x="74" y="81"/>
                  <a:pt x="74" y="81"/>
                </a:cubicBezTo>
                <a:cubicBezTo>
                  <a:pt x="76" y="83"/>
                  <a:pt x="76" y="83"/>
                  <a:pt x="76" y="83"/>
                </a:cubicBezTo>
                <a:close/>
                <a:moveTo>
                  <a:pt x="64" y="92"/>
                </a:moveTo>
                <a:cubicBezTo>
                  <a:pt x="72" y="79"/>
                  <a:pt x="72" y="79"/>
                  <a:pt x="72" y="79"/>
                </a:cubicBezTo>
                <a:cubicBezTo>
                  <a:pt x="70" y="77"/>
                  <a:pt x="70" y="77"/>
                  <a:pt x="70" y="77"/>
                </a:cubicBezTo>
                <a:cubicBezTo>
                  <a:pt x="60" y="94"/>
                  <a:pt x="60" y="94"/>
                  <a:pt x="60" y="94"/>
                </a:cubicBezTo>
                <a:cubicBezTo>
                  <a:pt x="61" y="93"/>
                  <a:pt x="63" y="92"/>
                  <a:pt x="64" y="92"/>
                </a:cubicBezTo>
                <a:close/>
                <a:moveTo>
                  <a:pt x="58" y="91"/>
                </a:moveTo>
                <a:cubicBezTo>
                  <a:pt x="67" y="75"/>
                  <a:pt x="67" y="75"/>
                  <a:pt x="67" y="75"/>
                </a:cubicBezTo>
                <a:cubicBezTo>
                  <a:pt x="65" y="74"/>
                  <a:pt x="65" y="74"/>
                  <a:pt x="65" y="74"/>
                </a:cubicBezTo>
                <a:cubicBezTo>
                  <a:pt x="57" y="88"/>
                  <a:pt x="57" y="88"/>
                  <a:pt x="57" y="88"/>
                </a:cubicBezTo>
                <a:cubicBezTo>
                  <a:pt x="58" y="91"/>
                  <a:pt x="58" y="91"/>
                  <a:pt x="58" y="91"/>
                </a:cubicBezTo>
                <a:close/>
                <a:moveTo>
                  <a:pt x="56" y="84"/>
                </a:moveTo>
                <a:cubicBezTo>
                  <a:pt x="63" y="72"/>
                  <a:pt x="63" y="72"/>
                  <a:pt x="63" y="72"/>
                </a:cubicBezTo>
                <a:cubicBezTo>
                  <a:pt x="61" y="70"/>
                  <a:pt x="61" y="70"/>
                  <a:pt x="61" y="70"/>
                </a:cubicBezTo>
                <a:cubicBezTo>
                  <a:pt x="55" y="81"/>
                  <a:pt x="55" y="81"/>
                  <a:pt x="55" y="81"/>
                </a:cubicBezTo>
                <a:cubicBezTo>
                  <a:pt x="56" y="84"/>
                  <a:pt x="56" y="84"/>
                  <a:pt x="56" y="84"/>
                </a:cubicBezTo>
                <a:close/>
                <a:moveTo>
                  <a:pt x="53" y="78"/>
                </a:moveTo>
                <a:cubicBezTo>
                  <a:pt x="59" y="68"/>
                  <a:pt x="59" y="68"/>
                  <a:pt x="59" y="68"/>
                </a:cubicBezTo>
                <a:cubicBezTo>
                  <a:pt x="57" y="66"/>
                  <a:pt x="57" y="66"/>
                  <a:pt x="57" y="66"/>
                </a:cubicBezTo>
                <a:cubicBezTo>
                  <a:pt x="52" y="75"/>
                  <a:pt x="52" y="75"/>
                  <a:pt x="52" y="75"/>
                </a:cubicBezTo>
                <a:cubicBezTo>
                  <a:pt x="53" y="78"/>
                  <a:pt x="53" y="78"/>
                  <a:pt x="53" y="78"/>
                </a:cubicBezTo>
                <a:close/>
                <a:moveTo>
                  <a:pt x="51" y="71"/>
                </a:moveTo>
                <a:cubicBezTo>
                  <a:pt x="55" y="64"/>
                  <a:pt x="55" y="64"/>
                  <a:pt x="55" y="64"/>
                </a:cubicBezTo>
                <a:cubicBezTo>
                  <a:pt x="53" y="62"/>
                  <a:pt x="53" y="62"/>
                  <a:pt x="53" y="62"/>
                </a:cubicBezTo>
                <a:cubicBezTo>
                  <a:pt x="50" y="68"/>
                  <a:pt x="50" y="68"/>
                  <a:pt x="50" y="68"/>
                </a:cubicBezTo>
                <a:cubicBezTo>
                  <a:pt x="51" y="71"/>
                  <a:pt x="51" y="71"/>
                  <a:pt x="51" y="71"/>
                </a:cubicBezTo>
                <a:close/>
                <a:moveTo>
                  <a:pt x="48" y="65"/>
                </a:moveTo>
                <a:cubicBezTo>
                  <a:pt x="51" y="61"/>
                  <a:pt x="51" y="61"/>
                  <a:pt x="51" y="61"/>
                </a:cubicBezTo>
                <a:cubicBezTo>
                  <a:pt x="49" y="59"/>
                  <a:pt x="49" y="59"/>
                  <a:pt x="49" y="59"/>
                </a:cubicBezTo>
                <a:cubicBezTo>
                  <a:pt x="47" y="61"/>
                  <a:pt x="47" y="61"/>
                  <a:pt x="47" y="61"/>
                </a:cubicBezTo>
                <a:cubicBezTo>
                  <a:pt x="48" y="65"/>
                  <a:pt x="48" y="65"/>
                  <a:pt x="48" y="65"/>
                </a:cubicBezTo>
                <a:close/>
                <a:moveTo>
                  <a:pt x="46" y="58"/>
                </a:moveTo>
                <a:cubicBezTo>
                  <a:pt x="45" y="55"/>
                  <a:pt x="45" y="55"/>
                  <a:pt x="45" y="55"/>
                </a:cubicBezTo>
                <a:cubicBezTo>
                  <a:pt x="47" y="57"/>
                  <a:pt x="47" y="57"/>
                  <a:pt x="47" y="57"/>
                </a:cubicBezTo>
                <a:cubicBezTo>
                  <a:pt x="46" y="58"/>
                  <a:pt x="46" y="58"/>
                  <a:pt x="46" y="58"/>
                </a:cubicBezTo>
                <a:close/>
                <a:moveTo>
                  <a:pt x="59" y="17"/>
                </a:moveTo>
                <a:cubicBezTo>
                  <a:pt x="41" y="54"/>
                  <a:pt x="41" y="54"/>
                  <a:pt x="41" y="54"/>
                </a:cubicBezTo>
                <a:cubicBezTo>
                  <a:pt x="41" y="54"/>
                  <a:pt x="38" y="28"/>
                  <a:pt x="36" y="13"/>
                </a:cubicBezTo>
                <a:cubicBezTo>
                  <a:pt x="16" y="15"/>
                  <a:pt x="0" y="33"/>
                  <a:pt x="0" y="54"/>
                </a:cubicBezTo>
                <a:cubicBezTo>
                  <a:pt x="0" y="77"/>
                  <a:pt x="18" y="95"/>
                  <a:pt x="41" y="95"/>
                </a:cubicBezTo>
                <a:cubicBezTo>
                  <a:pt x="46" y="95"/>
                  <a:pt x="51" y="94"/>
                  <a:pt x="55" y="93"/>
                </a:cubicBezTo>
                <a:cubicBezTo>
                  <a:pt x="41" y="54"/>
                  <a:pt x="41" y="54"/>
                  <a:pt x="41" y="54"/>
                </a:cubicBezTo>
                <a:cubicBezTo>
                  <a:pt x="68" y="23"/>
                  <a:pt x="68" y="23"/>
                  <a:pt x="68" y="23"/>
                </a:cubicBezTo>
                <a:cubicBezTo>
                  <a:pt x="66" y="20"/>
                  <a:pt x="63" y="18"/>
                  <a:pt x="59" y="17"/>
                </a:cubicBezTo>
                <a:close/>
                <a:moveTo>
                  <a:pt x="43" y="0"/>
                </a:moveTo>
                <a:cubicBezTo>
                  <a:pt x="41" y="0"/>
                  <a:pt x="40" y="0"/>
                  <a:pt x="38" y="0"/>
                </a:cubicBezTo>
                <a:cubicBezTo>
                  <a:pt x="40" y="15"/>
                  <a:pt x="43" y="41"/>
                  <a:pt x="43" y="41"/>
                </a:cubicBezTo>
                <a:cubicBezTo>
                  <a:pt x="61" y="4"/>
                  <a:pt x="61" y="4"/>
                  <a:pt x="61" y="4"/>
                </a:cubicBezTo>
                <a:cubicBezTo>
                  <a:pt x="56" y="1"/>
                  <a:pt x="49" y="0"/>
                  <a:pt x="43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xtLst/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914273"/>
            <a:endParaRPr lang="zh-CN" altLang="en-US" sz="1867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6596177" y="2141261"/>
            <a:ext cx="1015113" cy="981381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273"/>
            <a:endParaRPr lang="zh-CN" altLang="en-US" sz="1867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7" name="Freeform 122"/>
          <p:cNvSpPr>
            <a:spLocks noChangeAspect="1" noEditPoints="1"/>
          </p:cNvSpPr>
          <p:nvPr/>
        </p:nvSpPr>
        <p:spPr bwMode="auto">
          <a:xfrm>
            <a:off x="6976991" y="2466058"/>
            <a:ext cx="253487" cy="376452"/>
          </a:xfrm>
          <a:custGeom>
            <a:avLst/>
            <a:gdLst>
              <a:gd name="T0" fmla="*/ 31 w 70"/>
              <a:gd name="T1" fmla="*/ 20 h 108"/>
              <a:gd name="T2" fmla="*/ 36 w 70"/>
              <a:gd name="T3" fmla="*/ 20 h 108"/>
              <a:gd name="T4" fmla="*/ 51 w 70"/>
              <a:gd name="T5" fmla="*/ 32 h 108"/>
              <a:gd name="T6" fmla="*/ 62 w 70"/>
              <a:gd name="T7" fmla="*/ 51 h 108"/>
              <a:gd name="T8" fmla="*/ 64 w 70"/>
              <a:gd name="T9" fmla="*/ 69 h 108"/>
              <a:gd name="T10" fmla="*/ 63 w 70"/>
              <a:gd name="T11" fmla="*/ 74 h 108"/>
              <a:gd name="T12" fmla="*/ 54 w 70"/>
              <a:gd name="T13" fmla="*/ 60 h 108"/>
              <a:gd name="T14" fmla="*/ 49 w 70"/>
              <a:gd name="T15" fmla="*/ 55 h 108"/>
              <a:gd name="T16" fmla="*/ 41 w 70"/>
              <a:gd name="T17" fmla="*/ 42 h 108"/>
              <a:gd name="T18" fmla="*/ 40 w 70"/>
              <a:gd name="T19" fmla="*/ 34 h 108"/>
              <a:gd name="T20" fmla="*/ 31 w 70"/>
              <a:gd name="T21" fmla="*/ 20 h 108"/>
              <a:gd name="T22" fmla="*/ 39 w 70"/>
              <a:gd name="T23" fmla="*/ 60 h 108"/>
              <a:gd name="T24" fmla="*/ 36 w 70"/>
              <a:gd name="T25" fmla="*/ 70 h 108"/>
              <a:gd name="T26" fmla="*/ 54 w 70"/>
              <a:gd name="T27" fmla="*/ 103 h 108"/>
              <a:gd name="T28" fmla="*/ 65 w 70"/>
              <a:gd name="T29" fmla="*/ 106 h 108"/>
              <a:gd name="T30" fmla="*/ 65 w 70"/>
              <a:gd name="T31" fmla="*/ 106 h 108"/>
              <a:gd name="T32" fmla="*/ 68 w 70"/>
              <a:gd name="T33" fmla="*/ 95 h 108"/>
              <a:gd name="T34" fmla="*/ 49 w 70"/>
              <a:gd name="T35" fmla="*/ 63 h 108"/>
              <a:gd name="T36" fmla="*/ 39 w 70"/>
              <a:gd name="T37" fmla="*/ 60 h 108"/>
              <a:gd name="T38" fmla="*/ 39 w 70"/>
              <a:gd name="T39" fmla="*/ 60 h 108"/>
              <a:gd name="T40" fmla="*/ 5 w 70"/>
              <a:gd name="T41" fmla="*/ 2 h 108"/>
              <a:gd name="T42" fmla="*/ 2 w 70"/>
              <a:gd name="T43" fmla="*/ 13 h 108"/>
              <a:gd name="T44" fmla="*/ 21 w 70"/>
              <a:gd name="T45" fmla="*/ 45 h 108"/>
              <a:gd name="T46" fmla="*/ 32 w 70"/>
              <a:gd name="T47" fmla="*/ 48 h 108"/>
              <a:gd name="T48" fmla="*/ 32 w 70"/>
              <a:gd name="T49" fmla="*/ 48 h 108"/>
              <a:gd name="T50" fmla="*/ 35 w 70"/>
              <a:gd name="T51" fmla="*/ 37 h 108"/>
              <a:gd name="T52" fmla="*/ 16 w 70"/>
              <a:gd name="T53" fmla="*/ 5 h 108"/>
              <a:gd name="T54" fmla="*/ 5 w 70"/>
              <a:gd name="T55" fmla="*/ 2 h 108"/>
              <a:gd name="T56" fmla="*/ 5 w 70"/>
              <a:gd name="T57" fmla="*/ 2 h 108"/>
              <a:gd name="T58" fmla="*/ 39 w 70"/>
              <a:gd name="T59" fmla="*/ 88 h 108"/>
              <a:gd name="T60" fmla="*/ 31 w 70"/>
              <a:gd name="T61" fmla="*/ 73 h 108"/>
              <a:gd name="T62" fmla="*/ 29 w 70"/>
              <a:gd name="T63" fmla="*/ 66 h 108"/>
              <a:gd name="T64" fmla="*/ 22 w 70"/>
              <a:gd name="T65" fmla="*/ 53 h 108"/>
              <a:gd name="T66" fmla="*/ 16 w 70"/>
              <a:gd name="T67" fmla="*/ 48 h 108"/>
              <a:gd name="T68" fmla="*/ 8 w 70"/>
              <a:gd name="T69" fmla="*/ 33 h 108"/>
              <a:gd name="T70" fmla="*/ 6 w 70"/>
              <a:gd name="T71" fmla="*/ 38 h 108"/>
              <a:gd name="T72" fmla="*/ 8 w 70"/>
              <a:gd name="T73" fmla="*/ 57 h 108"/>
              <a:gd name="T74" fmla="*/ 19 w 70"/>
              <a:gd name="T75" fmla="*/ 75 h 108"/>
              <a:gd name="T76" fmla="*/ 34 w 70"/>
              <a:gd name="T77" fmla="*/ 87 h 108"/>
              <a:gd name="T78" fmla="*/ 39 w 70"/>
              <a:gd name="T79" fmla="*/ 88 h 1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70" h="108">
                <a:moveTo>
                  <a:pt x="31" y="20"/>
                </a:moveTo>
                <a:cubicBezTo>
                  <a:pt x="33" y="20"/>
                  <a:pt x="34" y="20"/>
                  <a:pt x="36" y="20"/>
                </a:cubicBezTo>
                <a:cubicBezTo>
                  <a:pt x="42" y="22"/>
                  <a:pt x="48" y="26"/>
                  <a:pt x="51" y="32"/>
                </a:cubicBezTo>
                <a:cubicBezTo>
                  <a:pt x="62" y="51"/>
                  <a:pt x="62" y="51"/>
                  <a:pt x="62" y="51"/>
                </a:cubicBezTo>
                <a:cubicBezTo>
                  <a:pt x="65" y="56"/>
                  <a:pt x="66" y="63"/>
                  <a:pt x="64" y="69"/>
                </a:cubicBezTo>
                <a:cubicBezTo>
                  <a:pt x="64" y="71"/>
                  <a:pt x="63" y="73"/>
                  <a:pt x="63" y="74"/>
                </a:cubicBezTo>
                <a:cubicBezTo>
                  <a:pt x="54" y="60"/>
                  <a:pt x="54" y="60"/>
                  <a:pt x="54" y="60"/>
                </a:cubicBezTo>
                <a:cubicBezTo>
                  <a:pt x="53" y="58"/>
                  <a:pt x="51" y="56"/>
                  <a:pt x="49" y="55"/>
                </a:cubicBezTo>
                <a:cubicBezTo>
                  <a:pt x="41" y="42"/>
                  <a:pt x="41" y="42"/>
                  <a:pt x="41" y="42"/>
                </a:cubicBezTo>
                <a:cubicBezTo>
                  <a:pt x="41" y="39"/>
                  <a:pt x="41" y="37"/>
                  <a:pt x="40" y="34"/>
                </a:cubicBezTo>
                <a:cubicBezTo>
                  <a:pt x="31" y="20"/>
                  <a:pt x="31" y="20"/>
                  <a:pt x="31" y="20"/>
                </a:cubicBezTo>
                <a:close/>
                <a:moveTo>
                  <a:pt x="39" y="60"/>
                </a:moveTo>
                <a:cubicBezTo>
                  <a:pt x="35" y="62"/>
                  <a:pt x="34" y="67"/>
                  <a:pt x="36" y="70"/>
                </a:cubicBezTo>
                <a:cubicBezTo>
                  <a:pt x="54" y="103"/>
                  <a:pt x="54" y="103"/>
                  <a:pt x="54" y="103"/>
                </a:cubicBezTo>
                <a:cubicBezTo>
                  <a:pt x="57" y="107"/>
                  <a:pt x="61" y="108"/>
                  <a:pt x="65" y="106"/>
                </a:cubicBezTo>
                <a:cubicBezTo>
                  <a:pt x="65" y="106"/>
                  <a:pt x="65" y="106"/>
                  <a:pt x="65" y="106"/>
                </a:cubicBezTo>
                <a:cubicBezTo>
                  <a:pt x="69" y="104"/>
                  <a:pt x="70" y="99"/>
                  <a:pt x="68" y="95"/>
                </a:cubicBezTo>
                <a:cubicBezTo>
                  <a:pt x="49" y="63"/>
                  <a:pt x="49" y="63"/>
                  <a:pt x="49" y="63"/>
                </a:cubicBezTo>
                <a:cubicBezTo>
                  <a:pt x="47" y="59"/>
                  <a:pt x="42" y="57"/>
                  <a:pt x="39" y="60"/>
                </a:cubicBezTo>
                <a:cubicBezTo>
                  <a:pt x="39" y="60"/>
                  <a:pt x="39" y="60"/>
                  <a:pt x="39" y="60"/>
                </a:cubicBezTo>
                <a:close/>
                <a:moveTo>
                  <a:pt x="5" y="2"/>
                </a:moveTo>
                <a:cubicBezTo>
                  <a:pt x="2" y="4"/>
                  <a:pt x="0" y="9"/>
                  <a:pt x="2" y="13"/>
                </a:cubicBezTo>
                <a:cubicBezTo>
                  <a:pt x="21" y="45"/>
                  <a:pt x="21" y="45"/>
                  <a:pt x="21" y="45"/>
                </a:cubicBezTo>
                <a:cubicBezTo>
                  <a:pt x="23" y="49"/>
                  <a:pt x="28" y="50"/>
                  <a:pt x="32" y="48"/>
                </a:cubicBezTo>
                <a:cubicBezTo>
                  <a:pt x="32" y="48"/>
                  <a:pt x="32" y="48"/>
                  <a:pt x="32" y="48"/>
                </a:cubicBezTo>
                <a:cubicBezTo>
                  <a:pt x="36" y="46"/>
                  <a:pt x="37" y="41"/>
                  <a:pt x="35" y="37"/>
                </a:cubicBezTo>
                <a:cubicBezTo>
                  <a:pt x="16" y="5"/>
                  <a:pt x="16" y="5"/>
                  <a:pt x="16" y="5"/>
                </a:cubicBezTo>
                <a:cubicBezTo>
                  <a:pt x="14" y="1"/>
                  <a:pt x="9" y="0"/>
                  <a:pt x="5" y="2"/>
                </a:cubicBezTo>
                <a:cubicBezTo>
                  <a:pt x="5" y="2"/>
                  <a:pt x="5" y="2"/>
                  <a:pt x="5" y="2"/>
                </a:cubicBezTo>
                <a:close/>
                <a:moveTo>
                  <a:pt x="39" y="88"/>
                </a:moveTo>
                <a:cubicBezTo>
                  <a:pt x="31" y="73"/>
                  <a:pt x="31" y="73"/>
                  <a:pt x="31" y="73"/>
                </a:cubicBezTo>
                <a:cubicBezTo>
                  <a:pt x="30" y="71"/>
                  <a:pt x="29" y="69"/>
                  <a:pt x="29" y="66"/>
                </a:cubicBezTo>
                <a:cubicBezTo>
                  <a:pt x="22" y="53"/>
                  <a:pt x="22" y="53"/>
                  <a:pt x="22" y="53"/>
                </a:cubicBezTo>
                <a:cubicBezTo>
                  <a:pt x="19" y="52"/>
                  <a:pt x="18" y="50"/>
                  <a:pt x="16" y="48"/>
                </a:cubicBezTo>
                <a:cubicBezTo>
                  <a:pt x="8" y="33"/>
                  <a:pt x="8" y="33"/>
                  <a:pt x="8" y="33"/>
                </a:cubicBezTo>
                <a:cubicBezTo>
                  <a:pt x="7" y="34"/>
                  <a:pt x="6" y="36"/>
                  <a:pt x="6" y="38"/>
                </a:cubicBezTo>
                <a:cubicBezTo>
                  <a:pt x="4" y="44"/>
                  <a:pt x="5" y="51"/>
                  <a:pt x="8" y="57"/>
                </a:cubicBezTo>
                <a:cubicBezTo>
                  <a:pt x="19" y="75"/>
                  <a:pt x="19" y="75"/>
                  <a:pt x="19" y="75"/>
                </a:cubicBezTo>
                <a:cubicBezTo>
                  <a:pt x="22" y="81"/>
                  <a:pt x="28" y="85"/>
                  <a:pt x="34" y="87"/>
                </a:cubicBezTo>
                <a:cubicBezTo>
                  <a:pt x="36" y="87"/>
                  <a:pt x="38" y="88"/>
                  <a:pt x="39" y="88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xtLst/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914273"/>
            <a:endParaRPr lang="zh-CN" altLang="en-US" sz="1867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1418402" y="2141261"/>
            <a:ext cx="1015113" cy="981381"/>
            <a:chOff x="2209800" y="3219450"/>
            <a:chExt cx="1276350" cy="1276350"/>
          </a:xfrm>
          <a:effectLst>
            <a:outerShdw blurRad="254000" dist="63500" dir="2700000" algn="tl" rotWithShape="0">
              <a:prstClr val="black">
                <a:alpha val="30000"/>
              </a:prstClr>
            </a:outerShdw>
          </a:effectLst>
        </p:grpSpPr>
        <p:sp>
          <p:nvSpPr>
            <p:cNvPr id="29" name="椭圆 28"/>
            <p:cNvSpPr/>
            <p:nvPr/>
          </p:nvSpPr>
          <p:spPr>
            <a:xfrm>
              <a:off x="2209800" y="3219450"/>
              <a:ext cx="1276350" cy="127635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73"/>
              <a:endParaRPr lang="zh-CN" altLang="en-US" sz="1867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30" name="Freeform 357"/>
            <p:cNvSpPr>
              <a:spLocks noChangeAspect="1" noEditPoints="1"/>
            </p:cNvSpPr>
            <p:nvPr/>
          </p:nvSpPr>
          <p:spPr bwMode="auto">
            <a:xfrm>
              <a:off x="2543114" y="3641625"/>
              <a:ext cx="609723" cy="432000"/>
            </a:xfrm>
            <a:custGeom>
              <a:avLst/>
              <a:gdLst>
                <a:gd name="T0" fmla="*/ 47 w 94"/>
                <a:gd name="T1" fmla="*/ 17 h 67"/>
                <a:gd name="T2" fmla="*/ 31 w 94"/>
                <a:gd name="T3" fmla="*/ 33 h 67"/>
                <a:gd name="T4" fmla="*/ 47 w 94"/>
                <a:gd name="T5" fmla="*/ 49 h 67"/>
                <a:gd name="T6" fmla="*/ 63 w 94"/>
                <a:gd name="T7" fmla="*/ 33 h 67"/>
                <a:gd name="T8" fmla="*/ 47 w 94"/>
                <a:gd name="T9" fmla="*/ 17 h 67"/>
                <a:gd name="T10" fmla="*/ 71 w 94"/>
                <a:gd name="T11" fmla="*/ 10 h 67"/>
                <a:gd name="T12" fmla="*/ 65 w 94"/>
                <a:gd name="T13" fmla="*/ 15 h 67"/>
                <a:gd name="T14" fmla="*/ 72 w 94"/>
                <a:gd name="T15" fmla="*/ 33 h 67"/>
                <a:gd name="T16" fmla="*/ 65 w 94"/>
                <a:gd name="T17" fmla="*/ 51 h 67"/>
                <a:gd name="T18" fmla="*/ 71 w 94"/>
                <a:gd name="T19" fmla="*/ 57 h 67"/>
                <a:gd name="T20" fmla="*/ 80 w 94"/>
                <a:gd name="T21" fmla="*/ 33 h 67"/>
                <a:gd name="T22" fmla="*/ 71 w 94"/>
                <a:gd name="T23" fmla="*/ 10 h 67"/>
                <a:gd name="T24" fmla="*/ 81 w 94"/>
                <a:gd name="T25" fmla="*/ 0 h 67"/>
                <a:gd name="T26" fmla="*/ 75 w 94"/>
                <a:gd name="T27" fmla="*/ 5 h 67"/>
                <a:gd name="T28" fmla="*/ 86 w 94"/>
                <a:gd name="T29" fmla="*/ 33 h 67"/>
                <a:gd name="T30" fmla="*/ 75 w 94"/>
                <a:gd name="T31" fmla="*/ 61 h 67"/>
                <a:gd name="T32" fmla="*/ 81 w 94"/>
                <a:gd name="T33" fmla="*/ 67 h 67"/>
                <a:gd name="T34" fmla="*/ 94 w 94"/>
                <a:gd name="T35" fmla="*/ 33 h 67"/>
                <a:gd name="T36" fmla="*/ 81 w 94"/>
                <a:gd name="T37" fmla="*/ 0 h 67"/>
                <a:gd name="T38" fmla="*/ 24 w 94"/>
                <a:gd name="T39" fmla="*/ 10 h 67"/>
                <a:gd name="T40" fmla="*/ 14 w 94"/>
                <a:gd name="T41" fmla="*/ 33 h 67"/>
                <a:gd name="T42" fmla="*/ 24 w 94"/>
                <a:gd name="T43" fmla="*/ 57 h 67"/>
                <a:gd name="T44" fmla="*/ 30 w 94"/>
                <a:gd name="T45" fmla="*/ 51 h 67"/>
                <a:gd name="T46" fmla="*/ 22 w 94"/>
                <a:gd name="T47" fmla="*/ 33 h 67"/>
                <a:gd name="T48" fmla="*/ 30 w 94"/>
                <a:gd name="T49" fmla="*/ 15 h 67"/>
                <a:gd name="T50" fmla="*/ 24 w 94"/>
                <a:gd name="T51" fmla="*/ 10 h 67"/>
                <a:gd name="T52" fmla="*/ 19 w 94"/>
                <a:gd name="T53" fmla="*/ 5 h 67"/>
                <a:gd name="T54" fmla="*/ 14 w 94"/>
                <a:gd name="T55" fmla="*/ 0 h 67"/>
                <a:gd name="T56" fmla="*/ 0 w 94"/>
                <a:gd name="T57" fmla="*/ 33 h 67"/>
                <a:gd name="T58" fmla="*/ 14 w 94"/>
                <a:gd name="T59" fmla="*/ 67 h 67"/>
                <a:gd name="T60" fmla="*/ 19 w 94"/>
                <a:gd name="T61" fmla="*/ 61 h 67"/>
                <a:gd name="T62" fmla="*/ 8 w 94"/>
                <a:gd name="T63" fmla="*/ 33 h 67"/>
                <a:gd name="T64" fmla="*/ 19 w 94"/>
                <a:gd name="T65" fmla="*/ 5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94" h="67">
                  <a:moveTo>
                    <a:pt x="47" y="17"/>
                  </a:moveTo>
                  <a:cubicBezTo>
                    <a:pt x="38" y="17"/>
                    <a:pt x="31" y="24"/>
                    <a:pt x="31" y="33"/>
                  </a:cubicBezTo>
                  <a:cubicBezTo>
                    <a:pt x="31" y="42"/>
                    <a:pt x="38" y="49"/>
                    <a:pt x="47" y="49"/>
                  </a:cubicBezTo>
                  <a:cubicBezTo>
                    <a:pt x="56" y="49"/>
                    <a:pt x="63" y="42"/>
                    <a:pt x="63" y="33"/>
                  </a:cubicBezTo>
                  <a:cubicBezTo>
                    <a:pt x="63" y="24"/>
                    <a:pt x="56" y="17"/>
                    <a:pt x="47" y="17"/>
                  </a:cubicBezTo>
                  <a:close/>
                  <a:moveTo>
                    <a:pt x="71" y="10"/>
                  </a:moveTo>
                  <a:cubicBezTo>
                    <a:pt x="65" y="15"/>
                    <a:pt x="65" y="15"/>
                    <a:pt x="65" y="15"/>
                  </a:cubicBezTo>
                  <a:cubicBezTo>
                    <a:pt x="69" y="20"/>
                    <a:pt x="72" y="26"/>
                    <a:pt x="72" y="33"/>
                  </a:cubicBezTo>
                  <a:cubicBezTo>
                    <a:pt x="72" y="40"/>
                    <a:pt x="69" y="46"/>
                    <a:pt x="65" y="51"/>
                  </a:cubicBezTo>
                  <a:cubicBezTo>
                    <a:pt x="71" y="57"/>
                    <a:pt x="71" y="57"/>
                    <a:pt x="71" y="57"/>
                  </a:cubicBezTo>
                  <a:cubicBezTo>
                    <a:pt x="77" y="50"/>
                    <a:pt x="80" y="42"/>
                    <a:pt x="80" y="33"/>
                  </a:cubicBezTo>
                  <a:cubicBezTo>
                    <a:pt x="80" y="24"/>
                    <a:pt x="77" y="16"/>
                    <a:pt x="71" y="10"/>
                  </a:cubicBezTo>
                  <a:close/>
                  <a:moveTo>
                    <a:pt x="81" y="0"/>
                  </a:moveTo>
                  <a:cubicBezTo>
                    <a:pt x="75" y="5"/>
                    <a:pt x="75" y="5"/>
                    <a:pt x="75" y="5"/>
                  </a:cubicBezTo>
                  <a:cubicBezTo>
                    <a:pt x="82" y="13"/>
                    <a:pt x="86" y="22"/>
                    <a:pt x="86" y="33"/>
                  </a:cubicBezTo>
                  <a:cubicBezTo>
                    <a:pt x="86" y="44"/>
                    <a:pt x="82" y="54"/>
                    <a:pt x="75" y="61"/>
                  </a:cubicBezTo>
                  <a:cubicBezTo>
                    <a:pt x="81" y="67"/>
                    <a:pt x="81" y="67"/>
                    <a:pt x="81" y="67"/>
                  </a:cubicBezTo>
                  <a:cubicBezTo>
                    <a:pt x="89" y="58"/>
                    <a:pt x="94" y="46"/>
                    <a:pt x="94" y="33"/>
                  </a:cubicBezTo>
                  <a:cubicBezTo>
                    <a:pt x="94" y="20"/>
                    <a:pt x="89" y="8"/>
                    <a:pt x="81" y="0"/>
                  </a:cubicBezTo>
                  <a:close/>
                  <a:moveTo>
                    <a:pt x="24" y="10"/>
                  </a:moveTo>
                  <a:cubicBezTo>
                    <a:pt x="18" y="16"/>
                    <a:pt x="14" y="24"/>
                    <a:pt x="14" y="33"/>
                  </a:cubicBezTo>
                  <a:cubicBezTo>
                    <a:pt x="14" y="42"/>
                    <a:pt x="18" y="50"/>
                    <a:pt x="24" y="57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25" y="46"/>
                    <a:pt x="22" y="40"/>
                    <a:pt x="22" y="33"/>
                  </a:cubicBezTo>
                  <a:cubicBezTo>
                    <a:pt x="22" y="26"/>
                    <a:pt x="25" y="20"/>
                    <a:pt x="30" y="15"/>
                  </a:cubicBezTo>
                  <a:lnTo>
                    <a:pt x="24" y="10"/>
                  </a:lnTo>
                  <a:close/>
                  <a:moveTo>
                    <a:pt x="19" y="5"/>
                  </a:moveTo>
                  <a:cubicBezTo>
                    <a:pt x="14" y="0"/>
                    <a:pt x="14" y="0"/>
                    <a:pt x="14" y="0"/>
                  </a:cubicBezTo>
                  <a:cubicBezTo>
                    <a:pt x="5" y="8"/>
                    <a:pt x="0" y="20"/>
                    <a:pt x="0" y="33"/>
                  </a:cubicBezTo>
                  <a:cubicBezTo>
                    <a:pt x="0" y="46"/>
                    <a:pt x="5" y="58"/>
                    <a:pt x="14" y="67"/>
                  </a:cubicBezTo>
                  <a:cubicBezTo>
                    <a:pt x="19" y="61"/>
                    <a:pt x="19" y="61"/>
                    <a:pt x="19" y="61"/>
                  </a:cubicBezTo>
                  <a:cubicBezTo>
                    <a:pt x="12" y="54"/>
                    <a:pt x="8" y="44"/>
                    <a:pt x="8" y="33"/>
                  </a:cubicBezTo>
                  <a:cubicBezTo>
                    <a:pt x="8" y="22"/>
                    <a:pt x="12" y="12"/>
                    <a:pt x="19" y="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/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914273"/>
              <a:endParaRPr lang="zh-CN" altLang="en-US" sz="1867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4888562" y="2141261"/>
            <a:ext cx="1015113" cy="981381"/>
            <a:chOff x="6724650" y="3219450"/>
            <a:chExt cx="1276350" cy="1276350"/>
          </a:xfrm>
          <a:effectLst>
            <a:outerShdw blurRad="254000" dist="63500" dir="2700000" algn="tl" rotWithShape="0">
              <a:prstClr val="black">
                <a:alpha val="30000"/>
              </a:prstClr>
            </a:outerShdw>
          </a:effectLst>
        </p:grpSpPr>
        <p:sp>
          <p:nvSpPr>
            <p:cNvPr id="32" name="椭圆 31"/>
            <p:cNvSpPr/>
            <p:nvPr/>
          </p:nvSpPr>
          <p:spPr>
            <a:xfrm>
              <a:off x="6724650" y="3219450"/>
              <a:ext cx="1276350" cy="127635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73"/>
              <a:endParaRPr lang="zh-CN" altLang="en-US" sz="1867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33" name="Freeform 359"/>
            <p:cNvSpPr>
              <a:spLocks noChangeAspect="1" noEditPoints="1"/>
            </p:cNvSpPr>
            <p:nvPr/>
          </p:nvSpPr>
          <p:spPr bwMode="auto">
            <a:xfrm>
              <a:off x="7167647" y="3612825"/>
              <a:ext cx="390357" cy="489600"/>
            </a:xfrm>
            <a:custGeom>
              <a:avLst/>
              <a:gdLst>
                <a:gd name="T0" fmla="*/ 144 w 177"/>
                <a:gd name="T1" fmla="*/ 61 h 222"/>
                <a:gd name="T2" fmla="*/ 144 w 177"/>
                <a:gd name="T3" fmla="*/ 222 h 222"/>
                <a:gd name="T4" fmla="*/ 177 w 177"/>
                <a:gd name="T5" fmla="*/ 222 h 222"/>
                <a:gd name="T6" fmla="*/ 177 w 177"/>
                <a:gd name="T7" fmla="*/ 61 h 222"/>
                <a:gd name="T8" fmla="*/ 144 w 177"/>
                <a:gd name="T9" fmla="*/ 61 h 222"/>
                <a:gd name="T10" fmla="*/ 96 w 177"/>
                <a:gd name="T11" fmla="*/ 222 h 222"/>
                <a:gd name="T12" fmla="*/ 130 w 177"/>
                <a:gd name="T13" fmla="*/ 222 h 222"/>
                <a:gd name="T14" fmla="*/ 130 w 177"/>
                <a:gd name="T15" fmla="*/ 90 h 222"/>
                <a:gd name="T16" fmla="*/ 96 w 177"/>
                <a:gd name="T17" fmla="*/ 90 h 222"/>
                <a:gd name="T18" fmla="*/ 96 w 177"/>
                <a:gd name="T19" fmla="*/ 222 h 222"/>
                <a:gd name="T20" fmla="*/ 47 w 177"/>
                <a:gd name="T21" fmla="*/ 222 h 222"/>
                <a:gd name="T22" fmla="*/ 80 w 177"/>
                <a:gd name="T23" fmla="*/ 222 h 222"/>
                <a:gd name="T24" fmla="*/ 80 w 177"/>
                <a:gd name="T25" fmla="*/ 0 h 222"/>
                <a:gd name="T26" fmla="*/ 47 w 177"/>
                <a:gd name="T27" fmla="*/ 0 h 222"/>
                <a:gd name="T28" fmla="*/ 47 w 177"/>
                <a:gd name="T29" fmla="*/ 222 h 222"/>
                <a:gd name="T30" fmla="*/ 0 w 177"/>
                <a:gd name="T31" fmla="*/ 222 h 222"/>
                <a:gd name="T32" fmla="*/ 33 w 177"/>
                <a:gd name="T33" fmla="*/ 222 h 222"/>
                <a:gd name="T34" fmla="*/ 33 w 177"/>
                <a:gd name="T35" fmla="*/ 139 h 222"/>
                <a:gd name="T36" fmla="*/ 0 w 177"/>
                <a:gd name="T37" fmla="*/ 139 h 222"/>
                <a:gd name="T38" fmla="*/ 0 w 177"/>
                <a:gd name="T39" fmla="*/ 222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77" h="222">
                  <a:moveTo>
                    <a:pt x="144" y="61"/>
                  </a:moveTo>
                  <a:lnTo>
                    <a:pt x="144" y="222"/>
                  </a:lnTo>
                  <a:lnTo>
                    <a:pt x="177" y="222"/>
                  </a:lnTo>
                  <a:lnTo>
                    <a:pt x="177" y="61"/>
                  </a:lnTo>
                  <a:lnTo>
                    <a:pt x="144" y="61"/>
                  </a:lnTo>
                  <a:close/>
                  <a:moveTo>
                    <a:pt x="96" y="222"/>
                  </a:moveTo>
                  <a:lnTo>
                    <a:pt x="130" y="222"/>
                  </a:lnTo>
                  <a:lnTo>
                    <a:pt x="130" y="90"/>
                  </a:lnTo>
                  <a:lnTo>
                    <a:pt x="96" y="90"/>
                  </a:lnTo>
                  <a:lnTo>
                    <a:pt x="96" y="222"/>
                  </a:lnTo>
                  <a:close/>
                  <a:moveTo>
                    <a:pt x="47" y="222"/>
                  </a:moveTo>
                  <a:lnTo>
                    <a:pt x="80" y="222"/>
                  </a:lnTo>
                  <a:lnTo>
                    <a:pt x="80" y="0"/>
                  </a:lnTo>
                  <a:lnTo>
                    <a:pt x="47" y="0"/>
                  </a:lnTo>
                  <a:lnTo>
                    <a:pt x="47" y="222"/>
                  </a:lnTo>
                  <a:close/>
                  <a:moveTo>
                    <a:pt x="0" y="222"/>
                  </a:moveTo>
                  <a:lnTo>
                    <a:pt x="33" y="222"/>
                  </a:lnTo>
                  <a:lnTo>
                    <a:pt x="33" y="139"/>
                  </a:lnTo>
                  <a:lnTo>
                    <a:pt x="0" y="139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/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914273"/>
              <a:endParaRPr lang="zh-CN" altLang="en-US" sz="1867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34" name="矩形 33"/>
          <p:cNvSpPr/>
          <p:nvPr/>
        </p:nvSpPr>
        <p:spPr>
          <a:xfrm>
            <a:off x="2985622" y="3417864"/>
            <a:ext cx="1237460" cy="379648"/>
          </a:xfrm>
          <a:prstGeom prst="rect">
            <a:avLst/>
          </a:prstGeom>
        </p:spPr>
        <p:txBody>
          <a:bodyPr wrap="square" lIns="91431" tIns="45716" rIns="91431" bIns="45716">
            <a:spAutoFit/>
          </a:bodyPr>
          <a:lstStyle/>
          <a:p>
            <a:pPr algn="ctr" defTabSz="914273"/>
            <a:r>
              <a:rPr lang="en-GB" altLang="zh-CN" sz="1867" b="1" dirty="0" err="1" smtClean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main.c</a:t>
            </a:r>
            <a:r>
              <a:rPr lang="en-GB" altLang="zh-CN" sz="1867" b="1" dirty="0" smtClean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endParaRPr lang="en-US" altLang="zh-CN" sz="1867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6563176" y="3447645"/>
            <a:ext cx="1095918" cy="379648"/>
          </a:xfrm>
          <a:prstGeom prst="rect">
            <a:avLst/>
          </a:prstGeom>
        </p:spPr>
        <p:txBody>
          <a:bodyPr wrap="square" lIns="91431" tIns="45716" rIns="91431" bIns="45716">
            <a:spAutoFit/>
          </a:bodyPr>
          <a:lstStyle/>
          <a:p>
            <a:pPr algn="ctr" defTabSz="914273"/>
            <a:r>
              <a:rPr lang="en-GB" altLang="zh-CN" sz="1867" b="1" dirty="0" err="1" smtClean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gpio.c</a:t>
            </a:r>
            <a:endParaRPr lang="en-US" altLang="zh-CN" sz="1867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1386198" y="1491630"/>
            <a:ext cx="1237460" cy="379648"/>
          </a:xfrm>
          <a:prstGeom prst="rect">
            <a:avLst/>
          </a:prstGeom>
        </p:spPr>
        <p:txBody>
          <a:bodyPr wrap="square" lIns="91431" tIns="45716" rIns="91431" bIns="45716">
            <a:spAutoFit/>
          </a:bodyPr>
          <a:lstStyle/>
          <a:p>
            <a:pPr algn="ctr" defTabSz="914273"/>
            <a:r>
              <a:rPr lang="en-GB" altLang="zh-CN" sz="1867" b="1" dirty="0" err="1" smtClean="0">
                <a:solidFill>
                  <a:prstClr val="black">
                    <a:lumMod val="50000"/>
                    <a:lumOff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main.h</a:t>
            </a:r>
            <a:r>
              <a:rPr lang="en-GB" altLang="zh-CN" sz="1867" b="1" dirty="0" smtClean="0">
                <a:solidFill>
                  <a:prstClr val="black">
                    <a:lumMod val="50000"/>
                    <a:lumOff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endParaRPr lang="en-US" altLang="zh-CN" sz="1867" b="1" dirty="0">
              <a:solidFill>
                <a:prstClr val="black">
                  <a:lumMod val="50000"/>
                  <a:lumOff val="50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4848159" y="1531799"/>
            <a:ext cx="1095918" cy="379648"/>
          </a:xfrm>
          <a:prstGeom prst="rect">
            <a:avLst/>
          </a:prstGeom>
        </p:spPr>
        <p:txBody>
          <a:bodyPr wrap="square" lIns="91431" tIns="45716" rIns="91431" bIns="45716">
            <a:spAutoFit/>
          </a:bodyPr>
          <a:lstStyle/>
          <a:p>
            <a:pPr algn="ctr" defTabSz="914273"/>
            <a:r>
              <a:rPr lang="en-GB" altLang="zh-CN" sz="1867" b="1" dirty="0" err="1" smtClean="0">
                <a:solidFill>
                  <a:prstClr val="black">
                    <a:lumMod val="50000"/>
                    <a:lumOff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gpio.h</a:t>
            </a:r>
            <a:endParaRPr lang="en-US" altLang="zh-CN" sz="1867" b="1" dirty="0">
              <a:solidFill>
                <a:prstClr val="black">
                  <a:lumMod val="50000"/>
                  <a:lumOff val="50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966419" y="4196576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b="1" dirty="0"/>
              <a:t>针对</a:t>
            </a:r>
            <a:r>
              <a:rPr lang="en-US" altLang="zh-CN" b="1" dirty="0"/>
              <a:t>GPIO-LED</a:t>
            </a:r>
            <a:r>
              <a:rPr lang="zh-CN" altLang="en-US" b="1" dirty="0"/>
              <a:t>闪烁</a:t>
            </a:r>
            <a:r>
              <a:rPr lang="zh-CN" altLang="en-US" b="1" dirty="0" smtClean="0"/>
              <a:t>工程相关源码共</a:t>
            </a:r>
            <a:r>
              <a:rPr lang="zh-CN" altLang="en-US" b="1" dirty="0"/>
              <a:t>四个文件</a:t>
            </a:r>
          </a:p>
        </p:txBody>
      </p:sp>
    </p:spTree>
    <p:extLst>
      <p:ext uri="{BB962C8B-B14F-4D97-AF65-F5344CB8AC3E}">
        <p14:creationId xmlns:p14="http://schemas.microsoft.com/office/powerpoint/2010/main" val="1948389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37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37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37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8" grpId="0"/>
      <p:bldP spid="44" grpId="0"/>
      <p:bldP spid="45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14689" name="Rectangle 1"/>
          <p:cNvSpPr>
            <a:spLocks noChangeArrowheads="1"/>
          </p:cNvSpPr>
          <p:nvPr/>
        </p:nvSpPr>
        <p:spPr bwMode="auto">
          <a:xfrm>
            <a:off x="611560" y="1072738"/>
            <a:ext cx="3904172" cy="3600986"/>
          </a:xfrm>
          <a:prstGeom prst="rect">
            <a:avLst/>
          </a:prstGeom>
          <a:noFill/>
          <a:ln w="19050">
            <a:solidFill>
              <a:schemeClr val="accent5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200" b="1" dirty="0" smtClean="0"/>
              <a:t>        /* </a:t>
            </a:r>
            <a:r>
              <a:rPr lang="en-US" sz="1200" b="1" dirty="0"/>
              <a:t>Includes </a:t>
            </a:r>
            <a:r>
              <a:rPr lang="zh-CN" altLang="en-US" sz="1200" b="1" dirty="0"/>
              <a:t>头文件*</a:t>
            </a:r>
            <a:r>
              <a:rPr lang="en-US" altLang="zh-CN" sz="1200" b="1" dirty="0"/>
              <a:t>/</a:t>
            </a:r>
          </a:p>
          <a:p>
            <a:r>
              <a:rPr lang="en-US" altLang="zh-CN" sz="1200" b="1" dirty="0">
                <a:solidFill>
                  <a:schemeClr val="accent5">
                    <a:lumMod val="75000"/>
                  </a:schemeClr>
                </a:solidFill>
              </a:rPr>
              <a:t>#</a:t>
            </a: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include "</a:t>
            </a:r>
            <a:r>
              <a:rPr lang="en-US" sz="1200" b="1" dirty="0" err="1">
                <a:solidFill>
                  <a:schemeClr val="accent5">
                    <a:lumMod val="75000"/>
                  </a:schemeClr>
                </a:solidFill>
              </a:rPr>
              <a:t>main.h</a:t>
            </a: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"</a:t>
            </a:r>
          </a:p>
          <a:p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#include "</a:t>
            </a:r>
            <a:r>
              <a:rPr lang="en-US" sz="1200" b="1" dirty="0" err="1">
                <a:solidFill>
                  <a:schemeClr val="accent5">
                    <a:lumMod val="75000"/>
                  </a:schemeClr>
                </a:solidFill>
              </a:rPr>
              <a:t>gpio.h</a:t>
            </a: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"</a:t>
            </a:r>
          </a:p>
          <a:p>
            <a:endParaRPr lang="en-US" sz="1200" b="1" dirty="0"/>
          </a:p>
          <a:p>
            <a:r>
              <a:rPr lang="en-US" sz="1200" b="1" dirty="0" smtClean="0"/>
              <a:t>       /* </a:t>
            </a:r>
            <a:r>
              <a:rPr lang="zh-CN" altLang="en-US" sz="1200" b="1" dirty="0"/>
              <a:t>函数声明 *</a:t>
            </a:r>
            <a:r>
              <a:rPr lang="en-US" altLang="zh-CN" sz="1200" b="1" dirty="0"/>
              <a:t>/</a:t>
            </a:r>
          </a:p>
          <a:p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void </a:t>
            </a:r>
            <a:r>
              <a:rPr lang="en-US" sz="1200" b="1" dirty="0" err="1">
                <a:solidFill>
                  <a:schemeClr val="accent5">
                    <a:lumMod val="75000"/>
                  </a:schemeClr>
                </a:solidFill>
              </a:rPr>
              <a:t>SystemClock_Config</a:t>
            </a: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(void); </a:t>
            </a:r>
            <a:r>
              <a:rPr lang="en-US" sz="1200" b="1" dirty="0"/>
              <a:t>//</a:t>
            </a:r>
            <a:r>
              <a:rPr lang="zh-CN" altLang="en-US" sz="1200" b="1" dirty="0"/>
              <a:t>设置系统时钟</a:t>
            </a:r>
          </a:p>
          <a:p>
            <a:endParaRPr lang="zh-CN" altLang="en-US" sz="1200" b="1" dirty="0"/>
          </a:p>
          <a:p>
            <a:r>
              <a:rPr lang="en-US" sz="1200" b="1" dirty="0" err="1">
                <a:solidFill>
                  <a:schemeClr val="accent5">
                    <a:lumMod val="75000"/>
                  </a:schemeClr>
                </a:solidFill>
              </a:rPr>
              <a:t>int</a:t>
            </a: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 main(void)</a:t>
            </a:r>
          </a:p>
          <a:p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{</a:t>
            </a:r>
          </a:p>
          <a:p>
            <a:r>
              <a:rPr lang="en-US" sz="1200" b="1" dirty="0" smtClean="0"/>
              <a:t>            /* </a:t>
            </a:r>
            <a:r>
              <a:rPr lang="zh-CN" altLang="en-US" sz="1200" b="1" dirty="0"/>
              <a:t>将所有的外设复位</a:t>
            </a:r>
            <a:r>
              <a:rPr lang="zh-CN" altLang="en-US" sz="1200" b="1" dirty="0" smtClean="0"/>
              <a:t>，</a:t>
            </a:r>
            <a:endParaRPr lang="en-GB" altLang="zh-CN" sz="1200" b="1" dirty="0" smtClean="0"/>
          </a:p>
          <a:p>
            <a:r>
              <a:rPr lang="en-GB" altLang="zh-CN" sz="1200" b="1" dirty="0"/>
              <a:t> </a:t>
            </a:r>
            <a:r>
              <a:rPr lang="en-GB" altLang="zh-CN" sz="1200" b="1" dirty="0" smtClean="0"/>
              <a:t>                </a:t>
            </a:r>
            <a:r>
              <a:rPr lang="zh-CN" altLang="en-US" sz="1200" b="1" dirty="0" smtClean="0"/>
              <a:t>并</a:t>
            </a:r>
            <a:r>
              <a:rPr lang="zh-CN" altLang="en-US" sz="1200" b="1" dirty="0"/>
              <a:t>初始化</a:t>
            </a:r>
            <a:r>
              <a:rPr lang="en-US" sz="1200" b="1" dirty="0"/>
              <a:t>Flash</a:t>
            </a:r>
            <a:r>
              <a:rPr lang="zh-CN" altLang="en-US" sz="1200" b="1" dirty="0"/>
              <a:t>和系统滴答时钟</a:t>
            </a:r>
            <a:r>
              <a:rPr lang="en-US" sz="1200" b="1" dirty="0" err="1"/>
              <a:t>Systick</a:t>
            </a:r>
            <a:r>
              <a:rPr lang="en-US" sz="1200" b="1" dirty="0"/>
              <a:t> */</a:t>
            </a:r>
          </a:p>
          <a:p>
            <a:r>
              <a:rPr lang="en-US" sz="1200" b="1" dirty="0"/>
              <a:t>  </a:t>
            </a:r>
            <a:r>
              <a:rPr lang="en-US" sz="1200" b="1" dirty="0" err="1">
                <a:solidFill>
                  <a:schemeClr val="accent5">
                    <a:lumMod val="75000"/>
                  </a:schemeClr>
                </a:solidFill>
              </a:rPr>
              <a:t>HAL_Init</a:t>
            </a: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();</a:t>
            </a:r>
          </a:p>
          <a:p>
            <a:r>
              <a:rPr lang="en-US" sz="1200" b="1" dirty="0" smtClean="0"/>
              <a:t>          /*</a:t>
            </a:r>
            <a:r>
              <a:rPr lang="zh-CN" altLang="en-US" sz="1200" b="1" dirty="0"/>
              <a:t>配置系统时钟*</a:t>
            </a:r>
            <a:r>
              <a:rPr lang="en-US" altLang="zh-CN" sz="1200" b="1" dirty="0"/>
              <a:t>/</a:t>
            </a:r>
          </a:p>
          <a:p>
            <a:r>
              <a:rPr lang="en-US" altLang="zh-CN" sz="1200" b="1" dirty="0"/>
              <a:t>  </a:t>
            </a:r>
            <a:r>
              <a:rPr lang="en-US" sz="1200" b="1" dirty="0" err="1">
                <a:solidFill>
                  <a:schemeClr val="accent5">
                    <a:lumMod val="75000"/>
                  </a:schemeClr>
                </a:solidFill>
              </a:rPr>
              <a:t>SystemClock_Config</a:t>
            </a: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();</a:t>
            </a:r>
          </a:p>
          <a:p>
            <a:r>
              <a:rPr lang="en-US" sz="1200" b="1" dirty="0"/>
              <a:t>  </a:t>
            </a:r>
            <a:r>
              <a:rPr lang="en-US" sz="1200" b="1" dirty="0" smtClean="0"/>
              <a:t>         /***</a:t>
            </a:r>
            <a:r>
              <a:rPr lang="en-US" sz="1200" b="1" dirty="0"/>
              <a:t>GPIO</a:t>
            </a:r>
            <a:r>
              <a:rPr lang="zh-CN" altLang="en-US" sz="1200" b="1" dirty="0"/>
              <a:t>初始化，函数实现定义在</a:t>
            </a:r>
            <a:r>
              <a:rPr lang="en-US" sz="1200" b="1" dirty="0" err="1"/>
              <a:t>gpio.c</a:t>
            </a:r>
            <a:r>
              <a:rPr lang="zh-CN" altLang="en-US" sz="1200" b="1" dirty="0"/>
              <a:t>文件中</a:t>
            </a:r>
          </a:p>
          <a:p>
            <a:r>
              <a:rPr lang="zh-CN" altLang="en-US" sz="1200" b="1" dirty="0" smtClean="0"/>
              <a:t>             *</a:t>
            </a:r>
            <a:r>
              <a:rPr lang="zh-CN" altLang="en-US" sz="1200" b="1" dirty="0"/>
              <a:t>此代码对应于</a:t>
            </a:r>
            <a:r>
              <a:rPr lang="en-US" sz="1200" b="1" dirty="0"/>
              <a:t>STM32CubeMX</a:t>
            </a:r>
            <a:r>
              <a:rPr lang="zh-CN" altLang="en-US" sz="1200" b="1" dirty="0"/>
              <a:t>软件中的</a:t>
            </a:r>
            <a:r>
              <a:rPr lang="en-US" sz="1200" b="1" dirty="0" err="1"/>
              <a:t>Pinout</a:t>
            </a:r>
            <a:r>
              <a:rPr lang="en-US" sz="1200" b="1" dirty="0"/>
              <a:t> &amp; </a:t>
            </a:r>
            <a:r>
              <a:rPr lang="en-US" sz="1200" b="1" dirty="0" smtClean="0"/>
              <a:t> </a:t>
            </a:r>
          </a:p>
          <a:p>
            <a:r>
              <a:rPr lang="en-US" sz="1200" b="1" dirty="0"/>
              <a:t> </a:t>
            </a:r>
            <a:r>
              <a:rPr lang="en-US" sz="1200" b="1" dirty="0" smtClean="0"/>
              <a:t>            Configuration</a:t>
            </a:r>
            <a:r>
              <a:rPr lang="zh-CN" altLang="en-US" sz="1200" b="1" dirty="0"/>
              <a:t>设置的引脚参数</a:t>
            </a:r>
          </a:p>
          <a:p>
            <a:r>
              <a:rPr lang="zh-CN" altLang="en-US" sz="1200" b="1" dirty="0"/>
              <a:t> </a:t>
            </a:r>
            <a:r>
              <a:rPr lang="zh-CN" altLang="en-US" sz="1200" b="1" dirty="0" smtClean="0"/>
              <a:t>         *</a:t>
            </a:r>
            <a:r>
              <a:rPr lang="en-US" altLang="zh-CN" sz="1200" b="1" dirty="0" smtClean="0"/>
              <a:t>/</a:t>
            </a:r>
            <a:endParaRPr lang="en-US" altLang="zh-CN" sz="1200" b="1" dirty="0"/>
          </a:p>
          <a:p>
            <a:r>
              <a:rPr lang="en-US" altLang="zh-CN" sz="1200" b="1" dirty="0"/>
              <a:t>  </a:t>
            </a:r>
            <a:r>
              <a:rPr lang="en-US" sz="1200" b="1" dirty="0" err="1">
                <a:solidFill>
                  <a:schemeClr val="accent5">
                    <a:lumMod val="75000"/>
                  </a:schemeClr>
                </a:solidFill>
              </a:rPr>
              <a:t>MX_GPIO_Init</a:t>
            </a: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();</a:t>
            </a:r>
            <a:endParaRPr lang="zh-CN" altLang="en-US" sz="12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5031373" y="1257404"/>
            <a:ext cx="3573075" cy="3231654"/>
          </a:xfrm>
          <a:prstGeom prst="rect">
            <a:avLst/>
          </a:prstGeom>
          <a:noFill/>
          <a:ln w="19050">
            <a:solidFill>
              <a:schemeClr val="accent5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zh-CN" sz="1200" b="1" dirty="0">
                <a:solidFill>
                  <a:schemeClr val="accent5">
                    <a:lumMod val="75000"/>
                  </a:schemeClr>
                </a:solidFill>
              </a:rPr>
              <a:t>while (1)</a:t>
            </a:r>
          </a:p>
          <a:p>
            <a:r>
              <a:rPr lang="en-US" altLang="zh-CN" sz="1200" b="1" dirty="0">
                <a:solidFill>
                  <a:schemeClr val="accent5">
                    <a:lumMod val="75000"/>
                  </a:schemeClr>
                </a:solidFill>
              </a:rPr>
              <a:t>  {</a:t>
            </a:r>
          </a:p>
          <a:p>
            <a:r>
              <a:rPr lang="en-US" altLang="zh-CN" sz="1200" b="1" dirty="0" smtClean="0"/>
              <a:t>          //</a:t>
            </a:r>
            <a:r>
              <a:rPr lang="zh-CN" altLang="en-US" sz="1200" b="1" dirty="0"/>
              <a:t>以下为用户编写的应用程序代码</a:t>
            </a:r>
          </a:p>
          <a:p>
            <a:endParaRPr lang="zh-CN" altLang="en-US" sz="1200" b="1" dirty="0"/>
          </a:p>
          <a:p>
            <a:r>
              <a:rPr lang="en-US" altLang="zh-CN" sz="1200" b="1" dirty="0" smtClean="0"/>
              <a:t>            /*</a:t>
            </a:r>
            <a:r>
              <a:rPr lang="zh-CN" altLang="en-US" sz="1200" b="1" dirty="0"/>
              <a:t>调用</a:t>
            </a:r>
            <a:r>
              <a:rPr lang="en-US" altLang="zh-CN" sz="1200" b="1" dirty="0" err="1"/>
              <a:t>HAL_GPIO_TogglePin</a:t>
            </a:r>
            <a:r>
              <a:rPr lang="zh-CN" altLang="en-US" sz="1200" b="1" dirty="0" smtClean="0"/>
              <a:t>函数</a:t>
            </a:r>
            <a:endParaRPr lang="en-GB" altLang="zh-CN" sz="1200" b="1" dirty="0" smtClean="0"/>
          </a:p>
          <a:p>
            <a:r>
              <a:rPr lang="en-GB" altLang="zh-CN" sz="1200" b="1" dirty="0"/>
              <a:t> </a:t>
            </a:r>
            <a:r>
              <a:rPr lang="en-GB" altLang="zh-CN" sz="1200" b="1" dirty="0" smtClean="0"/>
              <a:t>                </a:t>
            </a:r>
            <a:r>
              <a:rPr lang="zh-CN" altLang="en-US" sz="1200" b="1" dirty="0" smtClean="0"/>
              <a:t>使</a:t>
            </a:r>
            <a:r>
              <a:rPr lang="en-US" altLang="zh-CN" sz="1200" b="1" dirty="0"/>
              <a:t>LED1---PB5</a:t>
            </a:r>
            <a:r>
              <a:rPr lang="zh-CN" altLang="en-US" sz="1200" b="1" dirty="0"/>
              <a:t>状态翻转 *</a:t>
            </a:r>
            <a:r>
              <a:rPr lang="en-US" altLang="zh-CN" sz="1200" b="1" dirty="0"/>
              <a:t>/</a:t>
            </a:r>
          </a:p>
          <a:p>
            <a:r>
              <a:rPr lang="en-US" altLang="zh-CN" sz="1200" b="1" dirty="0"/>
              <a:t>	  </a:t>
            </a:r>
            <a:r>
              <a:rPr lang="en-US" altLang="zh-CN" sz="1200" b="1" dirty="0" err="1">
                <a:solidFill>
                  <a:schemeClr val="accent5">
                    <a:lumMod val="75000"/>
                  </a:schemeClr>
                </a:solidFill>
              </a:rPr>
              <a:t>HAL_GPIO_TogglePin</a:t>
            </a:r>
            <a:r>
              <a:rPr lang="en-US" altLang="zh-CN" sz="1200" b="1" dirty="0">
                <a:solidFill>
                  <a:schemeClr val="accent5">
                    <a:lumMod val="75000"/>
                  </a:schemeClr>
                </a:solidFill>
              </a:rPr>
              <a:t>(LED1_GPIO_Port,LED1_Pin); </a:t>
            </a:r>
          </a:p>
          <a:p>
            <a:r>
              <a:rPr lang="en-US" altLang="zh-CN" sz="1200" b="1" dirty="0" err="1">
                <a:solidFill>
                  <a:schemeClr val="accent5">
                    <a:lumMod val="75000"/>
                  </a:schemeClr>
                </a:solidFill>
              </a:rPr>
              <a:t>HAL_Delay</a:t>
            </a:r>
            <a:r>
              <a:rPr lang="en-US" altLang="zh-CN" sz="1200" b="1" dirty="0">
                <a:solidFill>
                  <a:schemeClr val="accent5">
                    <a:lumMod val="75000"/>
                  </a:schemeClr>
                </a:solidFill>
              </a:rPr>
              <a:t>(100); </a:t>
            </a:r>
          </a:p>
          <a:p>
            <a:r>
              <a:rPr lang="en-US" altLang="zh-CN" sz="1200" b="1" dirty="0"/>
              <a:t> </a:t>
            </a:r>
            <a:r>
              <a:rPr lang="en-US" altLang="zh-CN" sz="1200" b="1" dirty="0" smtClean="0"/>
              <a:t>          //</a:t>
            </a:r>
            <a:r>
              <a:rPr lang="zh-CN" altLang="en-US" sz="1200" b="1" dirty="0"/>
              <a:t>调用</a:t>
            </a:r>
            <a:r>
              <a:rPr lang="en-US" altLang="zh-CN" sz="1200" b="1" dirty="0"/>
              <a:t>HAL</a:t>
            </a:r>
            <a:r>
              <a:rPr lang="zh-CN" altLang="en-US" sz="1200" b="1" dirty="0"/>
              <a:t>库函数</a:t>
            </a:r>
            <a:r>
              <a:rPr lang="en-US" altLang="zh-CN" sz="1200" b="1" dirty="0" err="1"/>
              <a:t>HAL_Delay</a:t>
            </a:r>
            <a:r>
              <a:rPr lang="zh-CN" altLang="en-US" sz="1200" b="1" dirty="0"/>
              <a:t>延时</a:t>
            </a:r>
            <a:r>
              <a:rPr lang="en-US" altLang="zh-CN" sz="1200" b="1" dirty="0"/>
              <a:t>100</a:t>
            </a:r>
            <a:r>
              <a:rPr lang="zh-CN" altLang="en-US" sz="1200" b="1" dirty="0"/>
              <a:t>毫秒</a:t>
            </a:r>
          </a:p>
          <a:p>
            <a:r>
              <a:rPr lang="en-US" altLang="zh-CN" sz="1200" b="1" dirty="0" smtClean="0"/>
              <a:t>           /*</a:t>
            </a:r>
            <a:r>
              <a:rPr lang="zh-CN" altLang="en-US" sz="1200" b="1" dirty="0"/>
              <a:t>调用</a:t>
            </a:r>
            <a:r>
              <a:rPr lang="en-US" altLang="zh-CN" sz="1200" b="1" dirty="0" err="1"/>
              <a:t>HAL_GPIO_TogglePin</a:t>
            </a:r>
            <a:r>
              <a:rPr lang="zh-CN" altLang="en-US" sz="1200" b="1" dirty="0" smtClean="0"/>
              <a:t>函数</a:t>
            </a:r>
            <a:endParaRPr lang="en-GB" altLang="zh-CN" sz="1200" b="1" dirty="0" smtClean="0"/>
          </a:p>
          <a:p>
            <a:r>
              <a:rPr lang="zh-CN" altLang="en-US" sz="1200" b="1" dirty="0" smtClean="0"/>
              <a:t>                使</a:t>
            </a:r>
            <a:r>
              <a:rPr lang="en-US" altLang="zh-CN" sz="1200" b="1" dirty="0"/>
              <a:t>LED2---PE5</a:t>
            </a:r>
            <a:r>
              <a:rPr lang="zh-CN" altLang="en-US" sz="1200" b="1" dirty="0"/>
              <a:t>状态翻转 *</a:t>
            </a:r>
            <a:r>
              <a:rPr lang="en-US" altLang="zh-CN" sz="1200" b="1" dirty="0"/>
              <a:t>/</a:t>
            </a:r>
          </a:p>
          <a:p>
            <a:r>
              <a:rPr lang="en-US" altLang="zh-CN" sz="1200" b="1" dirty="0"/>
              <a:t>    </a:t>
            </a:r>
            <a:r>
              <a:rPr lang="en-US" altLang="zh-CN" sz="1200" b="1" dirty="0" err="1">
                <a:solidFill>
                  <a:schemeClr val="accent5">
                    <a:lumMod val="75000"/>
                  </a:schemeClr>
                </a:solidFill>
              </a:rPr>
              <a:t>HAL_GPIO_TogglePin</a:t>
            </a:r>
            <a:r>
              <a:rPr lang="en-US" altLang="zh-CN" sz="1200" b="1" dirty="0">
                <a:solidFill>
                  <a:schemeClr val="accent5">
                    <a:lumMod val="75000"/>
                  </a:schemeClr>
                </a:solidFill>
              </a:rPr>
              <a:t>(LED2_GPIO_Port,LED2_Pin); </a:t>
            </a:r>
          </a:p>
          <a:p>
            <a:r>
              <a:rPr lang="en-US" altLang="zh-CN" sz="1200" b="1" dirty="0">
                <a:solidFill>
                  <a:schemeClr val="accent5">
                    <a:lumMod val="75000"/>
                  </a:schemeClr>
                </a:solidFill>
              </a:rPr>
              <a:t>    </a:t>
            </a:r>
            <a:r>
              <a:rPr lang="en-US" altLang="zh-CN" sz="1200" b="1" dirty="0" err="1">
                <a:solidFill>
                  <a:schemeClr val="accent5">
                    <a:lumMod val="75000"/>
                  </a:schemeClr>
                </a:solidFill>
              </a:rPr>
              <a:t>HAL_Delay</a:t>
            </a:r>
            <a:r>
              <a:rPr lang="en-US" altLang="zh-CN" sz="1200" b="1" dirty="0">
                <a:solidFill>
                  <a:schemeClr val="accent5">
                    <a:lumMod val="75000"/>
                  </a:schemeClr>
                </a:solidFill>
              </a:rPr>
              <a:t>(100); </a:t>
            </a:r>
          </a:p>
          <a:p>
            <a:r>
              <a:rPr lang="en-US" altLang="zh-CN" sz="1200" b="1" dirty="0"/>
              <a:t> </a:t>
            </a:r>
            <a:r>
              <a:rPr lang="en-US" altLang="zh-CN" sz="1200" b="1" dirty="0" smtClean="0"/>
              <a:t>            //</a:t>
            </a:r>
            <a:r>
              <a:rPr lang="zh-CN" altLang="en-US" sz="1200" b="1" dirty="0"/>
              <a:t>调用</a:t>
            </a:r>
            <a:r>
              <a:rPr lang="en-US" altLang="zh-CN" sz="1200" b="1" dirty="0"/>
              <a:t>HAL</a:t>
            </a:r>
            <a:r>
              <a:rPr lang="zh-CN" altLang="en-US" sz="1200" b="1" dirty="0"/>
              <a:t>库函数</a:t>
            </a:r>
            <a:r>
              <a:rPr lang="en-US" altLang="zh-CN" sz="1200" b="1" dirty="0" err="1"/>
              <a:t>HAL_Delay</a:t>
            </a:r>
            <a:r>
              <a:rPr lang="zh-CN" altLang="en-US" sz="1200" b="1" dirty="0"/>
              <a:t>延时</a:t>
            </a:r>
            <a:r>
              <a:rPr lang="en-US" altLang="zh-CN" sz="1200" b="1" dirty="0"/>
              <a:t>100</a:t>
            </a:r>
            <a:r>
              <a:rPr lang="zh-CN" altLang="en-US" sz="1200" b="1" dirty="0"/>
              <a:t>毫秒</a:t>
            </a:r>
          </a:p>
          <a:p>
            <a:r>
              <a:rPr lang="zh-CN" altLang="en-US" sz="1200" b="1" dirty="0"/>
              <a:t> </a:t>
            </a:r>
            <a:r>
              <a:rPr lang="zh-CN" altLang="en-US" sz="12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altLang="zh-CN" sz="1200" b="1" dirty="0">
                <a:solidFill>
                  <a:schemeClr val="accent5">
                    <a:lumMod val="75000"/>
                  </a:schemeClr>
                </a:solidFill>
              </a:rPr>
              <a:t>}</a:t>
            </a:r>
          </a:p>
          <a:p>
            <a:r>
              <a:rPr lang="en-US" altLang="zh-CN" sz="1200" b="1" dirty="0">
                <a:solidFill>
                  <a:schemeClr val="accent5">
                    <a:lumMod val="75000"/>
                  </a:schemeClr>
                </a:solidFill>
              </a:rPr>
              <a:t>} </a:t>
            </a:r>
            <a:endParaRPr lang="zh-CN" altLang="en-US" sz="12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6732240" y="339503"/>
            <a:ext cx="118173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 err="1" smtClean="0">
                <a:solidFill>
                  <a:schemeClr val="accent5">
                    <a:lumMod val="75000"/>
                  </a:schemeClr>
                </a:solidFill>
              </a:rPr>
              <a:t>main.c</a:t>
            </a:r>
            <a:endParaRPr lang="zh-CN" altLang="en-US" sz="2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" y="339503"/>
            <a:ext cx="2985621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35496" y="339503"/>
            <a:ext cx="276831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solidFill>
                  <a:schemeClr val="bg1"/>
                </a:solidFill>
              </a:rPr>
              <a:t> </a:t>
            </a:r>
            <a:r>
              <a:rPr lang="en-US" altLang="zh-CN" sz="2400" b="1" dirty="0">
                <a:solidFill>
                  <a:schemeClr val="bg1"/>
                </a:solidFill>
              </a:rPr>
              <a:t>GPIO</a:t>
            </a:r>
            <a:r>
              <a:rPr lang="zh-CN" altLang="en-US" sz="2400" b="1" dirty="0">
                <a:solidFill>
                  <a:schemeClr val="bg1"/>
                </a:solidFill>
              </a:rPr>
              <a:t>工程源码解析</a:t>
            </a:r>
            <a:endParaRPr lang="zh-CN" altLang="en-US" sz="2400" b="1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494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35496" y="339503"/>
            <a:ext cx="675108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solidFill>
                  <a:schemeClr val="bg1"/>
                </a:solidFill>
              </a:rPr>
              <a:t> </a:t>
            </a:r>
            <a:r>
              <a:rPr lang="en-US" altLang="zh-CN" sz="2400" b="1" dirty="0" smtClean="0">
                <a:solidFill>
                  <a:schemeClr val="bg1"/>
                </a:solidFill>
              </a:rPr>
              <a:t>5.4.2 HAL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库</a:t>
            </a:r>
            <a:r>
              <a:rPr lang="en-US" altLang="zh-CN" sz="2400" b="1" dirty="0" smtClean="0">
                <a:solidFill>
                  <a:schemeClr val="bg1"/>
                </a:solidFill>
              </a:rPr>
              <a:t>GPIO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应用实例</a:t>
            </a:r>
            <a:r>
              <a:rPr lang="en-US" altLang="zh-CN" sz="2400" b="1" dirty="0" smtClean="0">
                <a:solidFill>
                  <a:schemeClr val="bg1"/>
                </a:solidFill>
              </a:rPr>
              <a:t>——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源码分析</a:t>
            </a:r>
          </a:p>
        </p:txBody>
      </p:sp>
      <p:sp>
        <p:nvSpPr>
          <p:cNvPr id="114689" name="Rectangle 1"/>
          <p:cNvSpPr>
            <a:spLocks noChangeArrowheads="1"/>
          </p:cNvSpPr>
          <p:nvPr/>
        </p:nvSpPr>
        <p:spPr bwMode="auto">
          <a:xfrm>
            <a:off x="395536" y="1002422"/>
            <a:ext cx="8496944" cy="3785652"/>
          </a:xfrm>
          <a:prstGeom prst="rect">
            <a:avLst/>
          </a:prstGeom>
          <a:noFill/>
          <a:ln w="19050">
            <a:solidFill>
              <a:schemeClr val="accent5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600" b="1" dirty="0" smtClean="0"/>
              <a:t>        </a:t>
            </a:r>
            <a:r>
              <a:rPr lang="en-US" altLang="zh-CN" sz="1600" b="1" dirty="0" smtClean="0"/>
              <a:t>/***</a:t>
            </a:r>
            <a:r>
              <a:rPr lang="zh-CN" altLang="en-US" sz="1600" b="1" dirty="0"/>
              <a:t>系统时钟</a:t>
            </a:r>
            <a:r>
              <a:rPr lang="zh-CN" altLang="en-US" sz="1600" b="1" dirty="0" smtClean="0"/>
              <a:t>配置，对应</a:t>
            </a:r>
            <a:r>
              <a:rPr lang="zh-CN" altLang="en-US" sz="1600" b="1" dirty="0"/>
              <a:t>于</a:t>
            </a:r>
            <a:r>
              <a:rPr lang="en-US" sz="1600" b="1" dirty="0"/>
              <a:t>STM32CubeMX</a:t>
            </a:r>
            <a:r>
              <a:rPr lang="zh-CN" altLang="en-US" sz="1600" b="1" dirty="0"/>
              <a:t>软件中</a:t>
            </a:r>
            <a:r>
              <a:rPr lang="zh-CN" altLang="en-US" sz="1600" b="1" dirty="0" smtClean="0"/>
              <a:t>的系统</a:t>
            </a:r>
            <a:r>
              <a:rPr lang="zh-CN" altLang="en-US" sz="1600" b="1" dirty="0"/>
              <a:t>时钟</a:t>
            </a:r>
            <a:r>
              <a:rPr lang="zh-CN" altLang="en-US" sz="1600" b="1" dirty="0" smtClean="0"/>
              <a:t>操作*</a:t>
            </a:r>
            <a:r>
              <a:rPr lang="en-US" altLang="zh-CN" sz="1600" b="1" dirty="0" smtClean="0"/>
              <a:t>/</a:t>
            </a:r>
            <a:endParaRPr lang="en-US" altLang="zh-CN" sz="1600" b="1" dirty="0"/>
          </a:p>
          <a:p>
            <a:r>
              <a:rPr lang="en-US" sz="1600" b="1" dirty="0">
                <a:solidFill>
                  <a:schemeClr val="accent5">
                    <a:lumMod val="75000"/>
                  </a:schemeClr>
                </a:solidFill>
              </a:rPr>
              <a:t>void </a:t>
            </a:r>
            <a:r>
              <a:rPr lang="en-US" sz="1600" b="1" dirty="0" err="1">
                <a:solidFill>
                  <a:schemeClr val="accent5">
                    <a:lumMod val="75000"/>
                  </a:schemeClr>
                </a:solidFill>
              </a:rPr>
              <a:t>SystemClock_Config</a:t>
            </a:r>
            <a:r>
              <a:rPr lang="en-US" sz="1600" b="1" dirty="0">
                <a:solidFill>
                  <a:schemeClr val="accent5">
                    <a:lumMod val="75000"/>
                  </a:schemeClr>
                </a:solidFill>
              </a:rPr>
              <a:t>(void)</a:t>
            </a:r>
          </a:p>
          <a:p>
            <a:r>
              <a:rPr lang="en-US" sz="1600" b="1" dirty="0">
                <a:solidFill>
                  <a:schemeClr val="accent5">
                    <a:lumMod val="75000"/>
                  </a:schemeClr>
                </a:solidFill>
              </a:rPr>
              <a:t>{</a:t>
            </a:r>
          </a:p>
          <a:p>
            <a:r>
              <a:rPr lang="en-US" sz="1600" b="1" dirty="0" smtClean="0"/>
              <a:t>            /*</a:t>
            </a:r>
            <a:r>
              <a:rPr lang="en-US" sz="1600" b="1" dirty="0"/>
              <a:t>OSC</a:t>
            </a:r>
            <a:r>
              <a:rPr lang="zh-CN" altLang="en-US" sz="1600" b="1" dirty="0"/>
              <a:t>外部晶振初始化结构体</a:t>
            </a:r>
            <a:r>
              <a:rPr lang="zh-CN" altLang="en-US" sz="1600" b="1" dirty="0" smtClean="0"/>
              <a:t>变量，用于</a:t>
            </a:r>
            <a:r>
              <a:rPr lang="zh-CN" altLang="en-US" sz="1600" b="1" dirty="0"/>
              <a:t>打开</a:t>
            </a:r>
            <a:r>
              <a:rPr lang="en-US" sz="1600" b="1" dirty="0"/>
              <a:t>HSE，</a:t>
            </a:r>
            <a:r>
              <a:rPr lang="zh-CN" altLang="en-US" sz="1600" b="1" dirty="0"/>
              <a:t>设置</a:t>
            </a:r>
            <a:r>
              <a:rPr lang="en-US" sz="1600" b="1" dirty="0"/>
              <a:t>PLL</a:t>
            </a:r>
            <a:r>
              <a:rPr lang="zh-CN" altLang="en-US" sz="1600" b="1" dirty="0"/>
              <a:t>等 *</a:t>
            </a:r>
            <a:r>
              <a:rPr lang="en-US" altLang="zh-CN" sz="1600" b="1" dirty="0"/>
              <a:t>/</a:t>
            </a:r>
          </a:p>
          <a:p>
            <a:r>
              <a:rPr lang="en-US" altLang="zh-CN" sz="1600" b="1" dirty="0"/>
              <a:t>  </a:t>
            </a:r>
            <a:r>
              <a:rPr lang="en-US" sz="1600" b="1" dirty="0" err="1">
                <a:solidFill>
                  <a:schemeClr val="accent5">
                    <a:lumMod val="75000"/>
                  </a:schemeClr>
                </a:solidFill>
              </a:rPr>
              <a:t>RCC_OscInitTypeDef</a:t>
            </a:r>
            <a:r>
              <a:rPr lang="en-US" sz="16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1600" b="1" dirty="0" err="1">
                <a:solidFill>
                  <a:schemeClr val="accent5">
                    <a:lumMod val="75000"/>
                  </a:schemeClr>
                </a:solidFill>
              </a:rPr>
              <a:t>RCC_OscInitStruct</a:t>
            </a:r>
            <a:r>
              <a:rPr lang="en-US" sz="1600" b="1" dirty="0">
                <a:solidFill>
                  <a:schemeClr val="accent5">
                    <a:lumMod val="75000"/>
                  </a:schemeClr>
                </a:solidFill>
              </a:rPr>
              <a:t> = {0}; </a:t>
            </a:r>
          </a:p>
          <a:p>
            <a:r>
              <a:rPr lang="en-US" sz="1600" b="1" dirty="0" smtClean="0"/>
              <a:t>           /*</a:t>
            </a:r>
            <a:r>
              <a:rPr lang="en-US" sz="1600" b="1" dirty="0"/>
              <a:t>SYSCLK</a:t>
            </a:r>
            <a:r>
              <a:rPr lang="zh-CN" altLang="en-US" sz="1600" b="1" dirty="0"/>
              <a:t>初始化结构体变量</a:t>
            </a:r>
            <a:r>
              <a:rPr lang="zh-CN" altLang="en-US" sz="1600" b="1" dirty="0" smtClean="0"/>
              <a:t>，用于</a:t>
            </a:r>
            <a:r>
              <a:rPr lang="zh-CN" altLang="en-US" sz="1600" b="1" dirty="0"/>
              <a:t>选择</a:t>
            </a:r>
            <a:r>
              <a:rPr lang="en-US" sz="1600" b="1" dirty="0" err="1"/>
              <a:t>sysclk</a:t>
            </a:r>
            <a:r>
              <a:rPr lang="zh-CN" altLang="en-US" sz="1600" b="1" dirty="0"/>
              <a:t>的时钟源、设置</a:t>
            </a:r>
            <a:r>
              <a:rPr lang="en-US" sz="1600" b="1" dirty="0"/>
              <a:t>AHB</a:t>
            </a:r>
            <a:r>
              <a:rPr lang="zh-CN" altLang="en-US" sz="1600" b="1" dirty="0"/>
              <a:t>预分频系数*</a:t>
            </a:r>
            <a:r>
              <a:rPr lang="en-US" altLang="zh-CN" sz="1600" b="1" dirty="0"/>
              <a:t>/</a:t>
            </a:r>
          </a:p>
          <a:p>
            <a:r>
              <a:rPr lang="en-US" altLang="zh-CN" sz="1600" b="1" dirty="0"/>
              <a:t>  </a:t>
            </a:r>
            <a:r>
              <a:rPr lang="en-US" sz="1600" b="1" dirty="0" err="1">
                <a:solidFill>
                  <a:schemeClr val="accent5">
                    <a:lumMod val="75000"/>
                  </a:schemeClr>
                </a:solidFill>
              </a:rPr>
              <a:t>RCC_ClkInitTypeDef</a:t>
            </a:r>
            <a:r>
              <a:rPr lang="en-US" sz="16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1600" b="1" dirty="0" err="1">
                <a:solidFill>
                  <a:schemeClr val="accent5">
                    <a:lumMod val="75000"/>
                  </a:schemeClr>
                </a:solidFill>
              </a:rPr>
              <a:t>RCC_ClkInitStruct</a:t>
            </a:r>
            <a:r>
              <a:rPr lang="en-US" sz="1600" b="1" dirty="0">
                <a:solidFill>
                  <a:schemeClr val="accent5">
                    <a:lumMod val="75000"/>
                  </a:schemeClr>
                </a:solidFill>
              </a:rPr>
              <a:t> = {0}; </a:t>
            </a:r>
            <a:endParaRPr lang="en-US" sz="1600" b="1" dirty="0"/>
          </a:p>
          <a:p>
            <a:r>
              <a:rPr lang="en-US" sz="1600" b="1" dirty="0" smtClean="0"/>
              <a:t>          /* </a:t>
            </a:r>
            <a:r>
              <a:rPr lang="zh-CN" altLang="en-US" sz="1600" b="1" dirty="0"/>
              <a:t>给</a:t>
            </a:r>
            <a:r>
              <a:rPr lang="en-US" sz="1600" b="1" dirty="0" err="1"/>
              <a:t>RCC_OscInitStruct</a:t>
            </a:r>
            <a:r>
              <a:rPr lang="zh-CN" altLang="en-US" sz="1600" b="1" dirty="0"/>
              <a:t>的成员赋值</a:t>
            </a:r>
            <a:r>
              <a:rPr lang="zh-CN" altLang="en-US" sz="1600" b="1" dirty="0" smtClean="0"/>
              <a:t>，用于</a:t>
            </a:r>
            <a:r>
              <a:rPr lang="zh-CN" altLang="en-US" sz="1600" b="1" dirty="0"/>
              <a:t>选择系统时钟源，设置</a:t>
            </a:r>
            <a:r>
              <a:rPr lang="en-US" sz="1600" b="1" dirty="0" err="1"/>
              <a:t>PLL、PLLMul</a:t>
            </a:r>
            <a:r>
              <a:rPr lang="zh-CN" altLang="en-US" sz="1600" b="1" dirty="0"/>
              <a:t>的值等 *</a:t>
            </a:r>
            <a:r>
              <a:rPr lang="en-US" altLang="zh-CN" sz="1600" b="1" dirty="0"/>
              <a:t>/</a:t>
            </a:r>
          </a:p>
          <a:p>
            <a:r>
              <a:rPr lang="en-US" altLang="zh-CN" sz="1600" b="1" dirty="0"/>
              <a:t>  </a:t>
            </a:r>
            <a:r>
              <a:rPr lang="en-US" sz="1600" b="1" dirty="0" err="1">
                <a:solidFill>
                  <a:schemeClr val="accent5">
                    <a:lumMod val="75000"/>
                  </a:schemeClr>
                </a:solidFill>
              </a:rPr>
              <a:t>RCC_OscInitStruct.OscillatorType</a:t>
            </a:r>
            <a:r>
              <a:rPr lang="en-US" sz="1600" b="1" dirty="0">
                <a:solidFill>
                  <a:schemeClr val="accent5">
                    <a:lumMod val="75000"/>
                  </a:schemeClr>
                </a:solidFill>
              </a:rPr>
              <a:t> = RCC_OSCILLATORTYPE_HSE;</a:t>
            </a:r>
            <a:r>
              <a:rPr lang="en-US" sz="1600" b="1" dirty="0"/>
              <a:t>//HSE</a:t>
            </a:r>
            <a:r>
              <a:rPr lang="zh-CN" altLang="en-US" sz="1600" b="1" dirty="0"/>
              <a:t>为外部晶振</a:t>
            </a:r>
            <a:r>
              <a:rPr lang="en-US" altLang="zh-CN" sz="1600" b="1" dirty="0"/>
              <a:t>8</a:t>
            </a:r>
            <a:r>
              <a:rPr lang="en-US" sz="1600" b="1" dirty="0"/>
              <a:t>MHz</a:t>
            </a:r>
          </a:p>
          <a:p>
            <a:r>
              <a:rPr lang="en-US" sz="1600" b="1" dirty="0"/>
              <a:t>  </a:t>
            </a:r>
            <a:r>
              <a:rPr lang="en-US" sz="1600" b="1" dirty="0" err="1">
                <a:solidFill>
                  <a:schemeClr val="accent5">
                    <a:lumMod val="75000"/>
                  </a:schemeClr>
                </a:solidFill>
              </a:rPr>
              <a:t>RCC_OscInitStruct.HSEState</a:t>
            </a:r>
            <a:r>
              <a:rPr lang="en-US" sz="1600" b="1" dirty="0">
                <a:solidFill>
                  <a:schemeClr val="accent5">
                    <a:lumMod val="75000"/>
                  </a:schemeClr>
                </a:solidFill>
              </a:rPr>
              <a:t> = RCC_HSE_ON; </a:t>
            </a:r>
            <a:r>
              <a:rPr lang="en-US" sz="1600" b="1" dirty="0"/>
              <a:t>//</a:t>
            </a:r>
            <a:r>
              <a:rPr lang="zh-CN" altLang="en-US" sz="1600" b="1" dirty="0"/>
              <a:t>打开</a:t>
            </a:r>
            <a:r>
              <a:rPr lang="en-US" sz="1600" b="1" dirty="0"/>
              <a:t>HSE</a:t>
            </a:r>
          </a:p>
          <a:p>
            <a:r>
              <a:rPr lang="en-US" sz="1600" b="1" dirty="0"/>
              <a:t>  </a:t>
            </a:r>
            <a:r>
              <a:rPr lang="en-US" sz="1600" b="1" dirty="0" err="1">
                <a:solidFill>
                  <a:schemeClr val="accent5">
                    <a:lumMod val="75000"/>
                  </a:schemeClr>
                </a:solidFill>
              </a:rPr>
              <a:t>RCC_OscInitStruct.HSEPredivValue</a:t>
            </a:r>
            <a:r>
              <a:rPr lang="en-US" sz="1600" b="1" dirty="0">
                <a:solidFill>
                  <a:schemeClr val="accent5">
                    <a:lumMod val="75000"/>
                  </a:schemeClr>
                </a:solidFill>
              </a:rPr>
              <a:t> = RCC_HSE_PREDIV_DIV1;</a:t>
            </a:r>
            <a:r>
              <a:rPr lang="en-US" sz="1600" b="1" dirty="0"/>
              <a:t>//</a:t>
            </a:r>
            <a:r>
              <a:rPr lang="zh-CN" altLang="en-US" sz="1600" b="1" dirty="0"/>
              <a:t>设置</a:t>
            </a:r>
            <a:r>
              <a:rPr lang="en-US" sz="1600" b="1" dirty="0"/>
              <a:t>HSE</a:t>
            </a:r>
            <a:r>
              <a:rPr lang="zh-CN" altLang="en-US" sz="1600" b="1" dirty="0"/>
              <a:t>预分频系数为</a:t>
            </a:r>
            <a:r>
              <a:rPr lang="en-US" altLang="zh-CN" sz="1600" b="1" dirty="0"/>
              <a:t>1</a:t>
            </a:r>
          </a:p>
          <a:p>
            <a:r>
              <a:rPr lang="en-US" altLang="zh-CN" sz="1600" b="1" dirty="0"/>
              <a:t>  </a:t>
            </a:r>
            <a:r>
              <a:rPr lang="en-US" sz="1600" b="1" dirty="0" err="1">
                <a:solidFill>
                  <a:schemeClr val="accent5">
                    <a:lumMod val="75000"/>
                  </a:schemeClr>
                </a:solidFill>
              </a:rPr>
              <a:t>RCC_OscInitStruct.HSIState</a:t>
            </a:r>
            <a:r>
              <a:rPr lang="en-US" sz="1600" b="1" dirty="0">
                <a:solidFill>
                  <a:schemeClr val="accent5">
                    <a:lumMod val="75000"/>
                  </a:schemeClr>
                </a:solidFill>
              </a:rPr>
              <a:t> = RCC_HSI_ON; </a:t>
            </a:r>
            <a:r>
              <a:rPr lang="en-US" sz="1600" b="1" dirty="0"/>
              <a:t>//</a:t>
            </a:r>
            <a:r>
              <a:rPr lang="zh-CN" altLang="en-US" sz="1600" b="1" dirty="0"/>
              <a:t>打开</a:t>
            </a:r>
            <a:r>
              <a:rPr lang="en-US" sz="1600" b="1" dirty="0"/>
              <a:t>HSI（</a:t>
            </a:r>
            <a:r>
              <a:rPr lang="zh-CN" altLang="en-US" sz="1600" b="1" dirty="0"/>
              <a:t>高速内部时钟，</a:t>
            </a:r>
            <a:r>
              <a:rPr lang="en-US" sz="1600" b="1" dirty="0"/>
              <a:t>HSI=8MHz）</a:t>
            </a:r>
          </a:p>
          <a:p>
            <a:r>
              <a:rPr lang="en-US" sz="1600" b="1" dirty="0"/>
              <a:t>  </a:t>
            </a:r>
            <a:r>
              <a:rPr lang="en-US" sz="1600" b="1" dirty="0" err="1">
                <a:solidFill>
                  <a:schemeClr val="accent5">
                    <a:lumMod val="75000"/>
                  </a:schemeClr>
                </a:solidFill>
              </a:rPr>
              <a:t>RCC_OscInitStruct.PLL.PLLState</a:t>
            </a:r>
            <a:r>
              <a:rPr lang="en-US" sz="1600" b="1" dirty="0">
                <a:solidFill>
                  <a:schemeClr val="accent5">
                    <a:lumMod val="75000"/>
                  </a:schemeClr>
                </a:solidFill>
              </a:rPr>
              <a:t> = RCC_PLL_ON;</a:t>
            </a:r>
            <a:r>
              <a:rPr lang="en-US" sz="1600" b="1" dirty="0"/>
              <a:t>//</a:t>
            </a:r>
            <a:r>
              <a:rPr lang="zh-CN" altLang="en-US" sz="1600" b="1" dirty="0"/>
              <a:t>打开</a:t>
            </a:r>
            <a:r>
              <a:rPr lang="en-US" sz="1600" b="1" dirty="0"/>
              <a:t>PLL</a:t>
            </a:r>
          </a:p>
          <a:p>
            <a:r>
              <a:rPr lang="en-US" sz="1600" b="1" dirty="0"/>
              <a:t>  </a:t>
            </a:r>
            <a:r>
              <a:rPr lang="en-US" sz="1600" b="1" dirty="0" err="1">
                <a:solidFill>
                  <a:schemeClr val="accent5">
                    <a:lumMod val="75000"/>
                  </a:schemeClr>
                </a:solidFill>
              </a:rPr>
              <a:t>RCC_OscInitStruct.PLL.PLLSource</a:t>
            </a:r>
            <a:r>
              <a:rPr lang="en-US" sz="1600" b="1" dirty="0">
                <a:solidFill>
                  <a:schemeClr val="accent5">
                    <a:lumMod val="75000"/>
                  </a:schemeClr>
                </a:solidFill>
              </a:rPr>
              <a:t> = RCC_PLLSOURCE_HSE;</a:t>
            </a:r>
            <a:r>
              <a:rPr lang="en-US" sz="1600" b="1" dirty="0"/>
              <a:t>//PLL</a:t>
            </a:r>
            <a:r>
              <a:rPr lang="zh-CN" altLang="en-US" sz="1600" b="1" dirty="0"/>
              <a:t>的输入时钟选择为</a:t>
            </a:r>
            <a:r>
              <a:rPr lang="en-US" sz="1600" b="1" dirty="0"/>
              <a:t>HSE</a:t>
            </a:r>
          </a:p>
          <a:p>
            <a:r>
              <a:rPr lang="en-US" sz="1600" b="1" dirty="0"/>
              <a:t>  </a:t>
            </a:r>
            <a:r>
              <a:rPr lang="en-US" sz="1600" b="1" dirty="0" err="1">
                <a:solidFill>
                  <a:schemeClr val="accent5">
                    <a:lumMod val="75000"/>
                  </a:schemeClr>
                </a:solidFill>
              </a:rPr>
              <a:t>RCC_OscInitStruct.PLL.PLLMUL</a:t>
            </a:r>
            <a:r>
              <a:rPr lang="en-US" sz="1600" b="1" dirty="0">
                <a:solidFill>
                  <a:schemeClr val="accent5">
                    <a:lumMod val="75000"/>
                  </a:schemeClr>
                </a:solidFill>
              </a:rPr>
              <a:t> = RCC_PLL_MUL9;</a:t>
            </a:r>
            <a:r>
              <a:rPr lang="en-US" sz="1600" b="1" dirty="0"/>
              <a:t>//</a:t>
            </a:r>
            <a:r>
              <a:rPr lang="zh-CN" altLang="en-US" sz="1600" b="1" dirty="0"/>
              <a:t>设置</a:t>
            </a:r>
            <a:r>
              <a:rPr lang="en-US" sz="1600" b="1" dirty="0" err="1"/>
              <a:t>PLLMul</a:t>
            </a:r>
            <a:r>
              <a:rPr lang="zh-CN" altLang="en-US" sz="1600" b="1" dirty="0"/>
              <a:t>为</a:t>
            </a:r>
            <a:r>
              <a:rPr lang="en-US" altLang="zh-CN" sz="1600" b="1" dirty="0"/>
              <a:t>9</a:t>
            </a:r>
            <a:r>
              <a:rPr lang="zh-CN" altLang="en-US" sz="1600" b="1" dirty="0"/>
              <a:t>，倍频到</a:t>
            </a:r>
            <a:r>
              <a:rPr lang="en-US" altLang="zh-CN" sz="1600" b="1" dirty="0"/>
              <a:t>72</a:t>
            </a:r>
            <a:r>
              <a:rPr lang="en-US" sz="1600" b="1" dirty="0"/>
              <a:t>MHz</a:t>
            </a:r>
          </a:p>
        </p:txBody>
      </p:sp>
      <p:sp>
        <p:nvSpPr>
          <p:cNvPr id="3" name="矩形 2"/>
          <p:cNvSpPr/>
          <p:nvPr/>
        </p:nvSpPr>
        <p:spPr>
          <a:xfrm>
            <a:off x="6732240" y="339503"/>
            <a:ext cx="118173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 err="1" smtClean="0">
                <a:solidFill>
                  <a:schemeClr val="accent5">
                    <a:lumMod val="75000"/>
                  </a:schemeClr>
                </a:solidFill>
              </a:rPr>
              <a:t>main.c</a:t>
            </a:r>
            <a:endParaRPr lang="zh-CN" altLang="en-US" sz="2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1" y="339503"/>
            <a:ext cx="2985621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35496" y="339503"/>
            <a:ext cx="276831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solidFill>
                  <a:schemeClr val="bg1"/>
                </a:solidFill>
              </a:rPr>
              <a:t> </a:t>
            </a:r>
            <a:r>
              <a:rPr lang="en-US" altLang="zh-CN" sz="2400" b="1" dirty="0">
                <a:solidFill>
                  <a:schemeClr val="bg1"/>
                </a:solidFill>
              </a:rPr>
              <a:t>GPIO</a:t>
            </a:r>
            <a:r>
              <a:rPr lang="zh-CN" altLang="en-US" sz="2400" b="1" dirty="0">
                <a:solidFill>
                  <a:schemeClr val="bg1"/>
                </a:solidFill>
              </a:rPr>
              <a:t>工程源码解析</a:t>
            </a:r>
            <a:endParaRPr lang="zh-CN" altLang="en-US" sz="2400" b="1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8688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827584" y="1100232"/>
            <a:ext cx="7776865" cy="3785652"/>
          </a:xfrm>
          <a:prstGeom prst="rect">
            <a:avLst/>
          </a:prstGeom>
          <a:noFill/>
          <a:ln w="19050">
            <a:solidFill>
              <a:schemeClr val="accent5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zh-CN" sz="1200" b="1" dirty="0" smtClean="0"/>
              <a:t>          /***</a:t>
            </a:r>
            <a:r>
              <a:rPr lang="zh-CN" altLang="zh-CN" sz="1200" b="1" dirty="0"/>
              <a:t>调用</a:t>
            </a:r>
            <a:r>
              <a:rPr lang="en-US" altLang="zh-CN" sz="1200" b="1" dirty="0" err="1"/>
              <a:t>HAL_RCC_OscConfig</a:t>
            </a:r>
            <a:r>
              <a:rPr lang="en-US" altLang="zh-CN" sz="1200" b="1" dirty="0"/>
              <a:t>()</a:t>
            </a:r>
            <a:r>
              <a:rPr lang="zh-CN" altLang="zh-CN" sz="1200" b="1" dirty="0"/>
              <a:t>函数对系统时钟进行初始化</a:t>
            </a:r>
            <a:r>
              <a:rPr lang="zh-CN" altLang="zh-CN" sz="1200" b="1" dirty="0" smtClean="0"/>
              <a:t>配置</a:t>
            </a:r>
            <a:r>
              <a:rPr lang="zh-CN" altLang="en-US" sz="1200" b="1" dirty="0" smtClean="0"/>
              <a:t>，</a:t>
            </a:r>
            <a:r>
              <a:rPr lang="en-US" altLang="zh-CN" sz="1200" b="1" dirty="0" smtClean="0"/>
              <a:t> </a:t>
            </a:r>
            <a:r>
              <a:rPr lang="zh-CN" altLang="zh-CN" sz="1200" b="1" dirty="0"/>
              <a:t>通过</a:t>
            </a:r>
            <a:r>
              <a:rPr lang="en-US" altLang="zh-CN" sz="1200" b="1" dirty="0"/>
              <a:t>if</a:t>
            </a:r>
            <a:r>
              <a:rPr lang="zh-CN" altLang="zh-CN" sz="1200" b="1" dirty="0"/>
              <a:t>语句判断是否成功</a:t>
            </a:r>
            <a:r>
              <a:rPr lang="zh-CN" altLang="zh-CN" sz="1200" b="1" dirty="0" smtClean="0"/>
              <a:t>，</a:t>
            </a:r>
            <a:endParaRPr lang="en-US" altLang="zh-CN" sz="1200" b="1" dirty="0" smtClean="0"/>
          </a:p>
          <a:p>
            <a:r>
              <a:rPr lang="en-US" altLang="zh-CN" sz="1200" b="1" dirty="0"/>
              <a:t> </a:t>
            </a:r>
            <a:r>
              <a:rPr lang="en-US" altLang="zh-CN" sz="1200" b="1" dirty="0" smtClean="0"/>
              <a:t>                </a:t>
            </a:r>
            <a:r>
              <a:rPr lang="zh-CN" altLang="zh-CN" sz="1200" b="1" dirty="0" smtClean="0"/>
              <a:t>如果</a:t>
            </a:r>
            <a:r>
              <a:rPr lang="zh-CN" altLang="zh-CN" sz="1200" b="1" dirty="0"/>
              <a:t>初始化配置不成功，则由</a:t>
            </a:r>
            <a:r>
              <a:rPr lang="en-US" altLang="zh-CN" sz="1200" b="1" dirty="0" err="1"/>
              <a:t>Error_Handler</a:t>
            </a:r>
            <a:r>
              <a:rPr lang="en-US" altLang="zh-CN" sz="1200" b="1" dirty="0"/>
              <a:t>()</a:t>
            </a:r>
            <a:r>
              <a:rPr lang="zh-CN" altLang="zh-CN" sz="1200" b="1" dirty="0"/>
              <a:t>进行</a:t>
            </a:r>
            <a:r>
              <a:rPr lang="zh-CN" altLang="zh-CN" sz="1200" b="1" dirty="0" smtClean="0"/>
              <a:t>处理</a:t>
            </a:r>
            <a:r>
              <a:rPr lang="en-US" altLang="zh-CN" sz="1200" b="1" dirty="0" smtClean="0"/>
              <a:t>*/</a:t>
            </a:r>
            <a:endParaRPr lang="zh-CN" altLang="zh-CN" sz="1200" b="1" dirty="0"/>
          </a:p>
          <a:p>
            <a:r>
              <a:rPr lang="en-US" altLang="zh-CN" sz="1200" b="1" dirty="0">
                <a:solidFill>
                  <a:schemeClr val="accent5">
                    <a:lumMod val="75000"/>
                  </a:schemeClr>
                </a:solidFill>
              </a:rPr>
              <a:t>if (</a:t>
            </a:r>
            <a:r>
              <a:rPr lang="en-US" altLang="zh-CN" sz="1200" b="1" dirty="0" err="1">
                <a:solidFill>
                  <a:schemeClr val="accent5">
                    <a:lumMod val="75000"/>
                  </a:schemeClr>
                </a:solidFill>
              </a:rPr>
              <a:t>HAL_RCC_OscConfig</a:t>
            </a:r>
            <a:r>
              <a:rPr lang="en-US" altLang="zh-CN" sz="1200" b="1" dirty="0">
                <a:solidFill>
                  <a:schemeClr val="accent5">
                    <a:lumMod val="75000"/>
                  </a:schemeClr>
                </a:solidFill>
              </a:rPr>
              <a:t>(&amp;</a:t>
            </a:r>
            <a:r>
              <a:rPr lang="en-US" altLang="zh-CN" sz="1200" b="1" dirty="0" err="1">
                <a:solidFill>
                  <a:schemeClr val="accent5">
                    <a:lumMod val="75000"/>
                  </a:schemeClr>
                </a:solidFill>
              </a:rPr>
              <a:t>RCC_OscInitStruct</a:t>
            </a:r>
            <a:r>
              <a:rPr lang="en-US" altLang="zh-CN" sz="1200" b="1" dirty="0">
                <a:solidFill>
                  <a:schemeClr val="accent5">
                    <a:lumMod val="75000"/>
                  </a:schemeClr>
                </a:solidFill>
              </a:rPr>
              <a:t>) != HAL_OK)</a:t>
            </a:r>
            <a:endParaRPr lang="zh-CN" altLang="zh-CN" sz="1200" b="1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altLang="zh-CN" sz="1200" b="1" dirty="0"/>
              <a:t>  </a:t>
            </a:r>
            <a:r>
              <a:rPr lang="en-US" altLang="zh-CN" sz="1200" b="1" dirty="0" smtClean="0">
                <a:solidFill>
                  <a:schemeClr val="accent5">
                    <a:lumMod val="75000"/>
                  </a:schemeClr>
                </a:solidFill>
              </a:rPr>
              <a:t>{       </a:t>
            </a:r>
            <a:r>
              <a:rPr lang="en-US" altLang="zh-CN" sz="1200" b="1" dirty="0" err="1">
                <a:solidFill>
                  <a:schemeClr val="accent5">
                    <a:lumMod val="75000"/>
                  </a:schemeClr>
                </a:solidFill>
              </a:rPr>
              <a:t>Error_Handler</a:t>
            </a:r>
            <a:r>
              <a:rPr lang="en-US" altLang="zh-CN" sz="1200" b="1" dirty="0">
                <a:solidFill>
                  <a:schemeClr val="accent5">
                    <a:lumMod val="75000"/>
                  </a:schemeClr>
                </a:solidFill>
              </a:rPr>
              <a:t>();</a:t>
            </a:r>
            <a:r>
              <a:rPr lang="en-US" altLang="zh-CN" sz="1200" b="1" dirty="0"/>
              <a:t>//</a:t>
            </a:r>
            <a:r>
              <a:rPr lang="zh-CN" altLang="zh-CN" sz="1200" b="1" dirty="0"/>
              <a:t>出错处理</a:t>
            </a:r>
            <a:r>
              <a:rPr lang="zh-CN" altLang="zh-CN" sz="1200" b="1" dirty="0" smtClean="0"/>
              <a:t>函数</a:t>
            </a:r>
            <a:r>
              <a:rPr lang="en-US" altLang="zh-CN" sz="1200" b="1" dirty="0" smtClean="0"/>
              <a:t>     </a:t>
            </a:r>
            <a:r>
              <a:rPr lang="en-US" altLang="zh-CN" sz="1200" b="1" dirty="0" smtClean="0">
                <a:solidFill>
                  <a:schemeClr val="accent5">
                    <a:lumMod val="75000"/>
                  </a:schemeClr>
                </a:solidFill>
              </a:rPr>
              <a:t>}</a:t>
            </a:r>
            <a:endParaRPr lang="zh-CN" altLang="zh-CN" sz="1200" b="1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altLang="zh-CN" sz="1200" b="1" dirty="0"/>
              <a:t> </a:t>
            </a:r>
            <a:r>
              <a:rPr lang="en-US" altLang="zh-CN" sz="1200" b="1" dirty="0" smtClean="0"/>
              <a:t>        /*</a:t>
            </a:r>
            <a:r>
              <a:rPr lang="zh-CN" altLang="zh-CN" sz="1200" b="1" dirty="0" smtClean="0"/>
              <a:t>给</a:t>
            </a:r>
            <a:r>
              <a:rPr lang="en-US" altLang="zh-CN" sz="1200" b="1" dirty="0" err="1"/>
              <a:t>RCC_ClkInitStruct</a:t>
            </a:r>
            <a:r>
              <a:rPr lang="zh-CN" altLang="zh-CN" sz="1200" b="1" dirty="0"/>
              <a:t>的成员赋值，用于选择</a:t>
            </a:r>
            <a:r>
              <a:rPr lang="en-US" altLang="zh-CN" sz="1200" b="1" dirty="0"/>
              <a:t>SYSCLK</a:t>
            </a:r>
            <a:r>
              <a:rPr lang="zh-CN" altLang="zh-CN" sz="1200" b="1" dirty="0"/>
              <a:t>的时钟</a:t>
            </a:r>
            <a:r>
              <a:rPr lang="zh-CN" altLang="zh-CN" sz="1200" b="1" dirty="0" smtClean="0"/>
              <a:t>源</a:t>
            </a:r>
            <a:r>
              <a:rPr lang="zh-CN" altLang="en-US" sz="1200" b="1" dirty="0" smtClean="0"/>
              <a:t>，</a:t>
            </a:r>
            <a:r>
              <a:rPr lang="en-US" altLang="zh-CN" sz="1200" b="1" dirty="0" smtClean="0"/>
              <a:t> </a:t>
            </a:r>
            <a:r>
              <a:rPr lang="zh-CN" altLang="zh-CN" sz="1200" b="1" dirty="0"/>
              <a:t>设置</a:t>
            </a:r>
            <a:r>
              <a:rPr lang="en-US" altLang="zh-CN" sz="1200" b="1" dirty="0"/>
              <a:t>AHB</a:t>
            </a:r>
            <a:r>
              <a:rPr lang="zh-CN" altLang="zh-CN" sz="1200" b="1" dirty="0"/>
              <a:t>、</a:t>
            </a:r>
            <a:r>
              <a:rPr lang="en-US" altLang="zh-CN" sz="1200" b="1" dirty="0"/>
              <a:t>APB1</a:t>
            </a:r>
            <a:r>
              <a:rPr lang="zh-CN" altLang="zh-CN" sz="1200" b="1" dirty="0"/>
              <a:t>、</a:t>
            </a:r>
            <a:r>
              <a:rPr lang="en-US" altLang="zh-CN" sz="1200" b="1" dirty="0"/>
              <a:t>APB2</a:t>
            </a:r>
            <a:r>
              <a:rPr lang="zh-CN" altLang="zh-CN" sz="1200" b="1" dirty="0"/>
              <a:t>的</a:t>
            </a:r>
            <a:r>
              <a:rPr lang="zh-CN" altLang="zh-CN" sz="1200" b="1" dirty="0" smtClean="0"/>
              <a:t>时钟</a:t>
            </a:r>
            <a:r>
              <a:rPr lang="zh-CN" altLang="en-US" sz="1200" b="1" dirty="0" smtClean="0"/>
              <a:t>，</a:t>
            </a:r>
            <a:endParaRPr lang="en-US" altLang="zh-CN" sz="1200" b="1" dirty="0" smtClean="0"/>
          </a:p>
          <a:p>
            <a:r>
              <a:rPr lang="en-US" altLang="zh-CN" sz="1200" b="1" dirty="0"/>
              <a:t> </a:t>
            </a:r>
            <a:r>
              <a:rPr lang="en-US" altLang="zh-CN" sz="1200" b="1" dirty="0" smtClean="0"/>
              <a:t>         </a:t>
            </a:r>
            <a:r>
              <a:rPr lang="zh-CN" altLang="zh-CN" sz="1200" b="1" dirty="0" smtClean="0"/>
              <a:t>此</a:t>
            </a:r>
            <a:r>
              <a:rPr lang="zh-CN" altLang="zh-CN" sz="1200" b="1" dirty="0"/>
              <a:t>代码对应于</a:t>
            </a:r>
            <a:r>
              <a:rPr lang="en-US" altLang="zh-CN" sz="1200" b="1" dirty="0"/>
              <a:t>STM32CubeMX</a:t>
            </a:r>
            <a:r>
              <a:rPr lang="zh-CN" altLang="zh-CN" sz="1200" b="1" dirty="0"/>
              <a:t>软件中的</a:t>
            </a:r>
            <a:r>
              <a:rPr lang="en-US" altLang="zh-CN" sz="1200" b="1" dirty="0"/>
              <a:t>Clock Configuration</a:t>
            </a:r>
            <a:r>
              <a:rPr lang="zh-CN" altLang="zh-CN" sz="1200" b="1" dirty="0"/>
              <a:t>配置的系统时钟</a:t>
            </a:r>
            <a:r>
              <a:rPr lang="zh-CN" altLang="zh-CN" sz="1200" b="1" dirty="0" smtClean="0"/>
              <a:t>操作</a:t>
            </a:r>
            <a:r>
              <a:rPr lang="en-US" altLang="zh-CN" sz="1200" b="1" dirty="0" smtClean="0"/>
              <a:t> </a:t>
            </a:r>
            <a:r>
              <a:rPr lang="en-US" altLang="zh-CN" sz="1200" b="1" dirty="0"/>
              <a:t>*/</a:t>
            </a:r>
            <a:endParaRPr lang="zh-CN" altLang="zh-CN" sz="1200" b="1" dirty="0"/>
          </a:p>
          <a:p>
            <a:r>
              <a:rPr lang="en-US" altLang="zh-CN" sz="1200" b="1" dirty="0"/>
              <a:t> </a:t>
            </a:r>
            <a:r>
              <a:rPr lang="en-US" altLang="zh-CN" sz="1200" b="1" dirty="0" err="1">
                <a:solidFill>
                  <a:schemeClr val="accent5">
                    <a:lumMod val="75000"/>
                  </a:schemeClr>
                </a:solidFill>
              </a:rPr>
              <a:t>RCC_ClkInitStruct.ClockType</a:t>
            </a:r>
            <a:r>
              <a:rPr lang="en-US" altLang="zh-CN" sz="1200" b="1" dirty="0">
                <a:solidFill>
                  <a:schemeClr val="accent5">
                    <a:lumMod val="75000"/>
                  </a:schemeClr>
                </a:solidFill>
              </a:rPr>
              <a:t> = RCC_CLOCKTYPE_HCLK|RCC_CLOCKTYPE_SYSCLK|RCC_CLOCKTYPE_PCLK1|RCC_CLOCKTYPE_PCLK2;</a:t>
            </a:r>
            <a:endParaRPr lang="zh-CN" altLang="zh-CN" sz="1200" b="1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altLang="zh-CN" sz="1200" b="1" dirty="0" smtClean="0"/>
              <a:t>              /*</a:t>
            </a:r>
            <a:r>
              <a:rPr lang="zh-CN" altLang="zh-CN" sz="1200" b="1" dirty="0"/>
              <a:t>将</a:t>
            </a:r>
            <a:r>
              <a:rPr lang="en-US" altLang="zh-CN" sz="1200" b="1" dirty="0"/>
              <a:t> SYSCLK</a:t>
            </a:r>
            <a:r>
              <a:rPr lang="zh-CN" altLang="zh-CN" sz="1200" b="1" dirty="0"/>
              <a:t>的时钟源选为</a:t>
            </a:r>
            <a:r>
              <a:rPr lang="en-US" altLang="zh-CN" sz="1200" b="1" dirty="0"/>
              <a:t>PLLCLK */</a:t>
            </a:r>
            <a:endParaRPr lang="zh-CN" altLang="zh-CN" sz="1200" b="1" dirty="0"/>
          </a:p>
          <a:p>
            <a:r>
              <a:rPr lang="en-US" altLang="zh-CN" sz="1200" b="1" dirty="0"/>
              <a:t>  </a:t>
            </a:r>
            <a:r>
              <a:rPr lang="en-US" altLang="zh-CN" sz="1200" b="1" dirty="0" err="1">
                <a:solidFill>
                  <a:schemeClr val="accent5">
                    <a:lumMod val="75000"/>
                  </a:schemeClr>
                </a:solidFill>
              </a:rPr>
              <a:t>RCC_ClkInitStruct.SYSCLKSource</a:t>
            </a:r>
            <a:r>
              <a:rPr lang="en-US" altLang="zh-CN" sz="1200" b="1" dirty="0">
                <a:solidFill>
                  <a:schemeClr val="accent5">
                    <a:lumMod val="75000"/>
                  </a:schemeClr>
                </a:solidFill>
              </a:rPr>
              <a:t> = RCC_SYSCLKSOURCE_PLLCLK;</a:t>
            </a:r>
            <a:endParaRPr lang="zh-CN" altLang="zh-CN" sz="1200" b="1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altLang="zh-CN" sz="1200" b="1" dirty="0" smtClean="0"/>
              <a:t>             /* </a:t>
            </a:r>
            <a:r>
              <a:rPr lang="zh-CN" altLang="zh-CN" sz="1200" b="1" dirty="0"/>
              <a:t>将</a:t>
            </a:r>
            <a:r>
              <a:rPr lang="en-US" altLang="zh-CN" sz="1200" b="1" dirty="0"/>
              <a:t>AHB </a:t>
            </a:r>
            <a:r>
              <a:rPr lang="en-US" altLang="zh-CN" sz="1200" b="1" dirty="0" err="1"/>
              <a:t>Prescaler</a:t>
            </a:r>
            <a:r>
              <a:rPr lang="zh-CN" altLang="zh-CN" sz="1200" b="1" dirty="0"/>
              <a:t>的分频值设为</a:t>
            </a:r>
            <a:r>
              <a:rPr lang="en-US" altLang="zh-CN" sz="1200" b="1" dirty="0"/>
              <a:t> 1</a:t>
            </a:r>
            <a:r>
              <a:rPr lang="zh-CN" altLang="zh-CN" sz="1200" b="1" dirty="0"/>
              <a:t>，</a:t>
            </a:r>
            <a:r>
              <a:rPr lang="en-US" altLang="zh-CN" sz="1200" b="1" dirty="0"/>
              <a:t>AHB</a:t>
            </a:r>
            <a:r>
              <a:rPr lang="zh-CN" altLang="zh-CN" sz="1200" b="1" dirty="0"/>
              <a:t>时钟频率</a:t>
            </a:r>
            <a:r>
              <a:rPr lang="en-US" altLang="zh-CN" sz="1200" b="1" dirty="0"/>
              <a:t>=72MHz*/</a:t>
            </a:r>
            <a:endParaRPr lang="zh-CN" altLang="zh-CN" sz="1200" b="1" dirty="0"/>
          </a:p>
          <a:p>
            <a:r>
              <a:rPr lang="en-US" altLang="zh-CN" sz="1200" b="1" dirty="0"/>
              <a:t>  </a:t>
            </a:r>
            <a:r>
              <a:rPr lang="en-US" altLang="zh-CN" sz="1200" b="1" dirty="0" err="1">
                <a:solidFill>
                  <a:schemeClr val="accent5">
                    <a:lumMod val="75000"/>
                  </a:schemeClr>
                </a:solidFill>
              </a:rPr>
              <a:t>RCC_ClkInitStruct.AHBCLKDivider</a:t>
            </a:r>
            <a:r>
              <a:rPr lang="en-US" altLang="zh-CN" sz="1200" b="1" dirty="0">
                <a:solidFill>
                  <a:schemeClr val="accent5">
                    <a:lumMod val="75000"/>
                  </a:schemeClr>
                </a:solidFill>
              </a:rPr>
              <a:t> = RCC_SYSCLK_DIV1;</a:t>
            </a:r>
            <a:endParaRPr lang="zh-CN" altLang="zh-CN" sz="1200" b="1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altLang="zh-CN" sz="1200" b="1" dirty="0" smtClean="0"/>
              <a:t>            /* </a:t>
            </a:r>
            <a:r>
              <a:rPr lang="zh-CN" altLang="zh-CN" sz="1200" b="1" dirty="0"/>
              <a:t>将</a:t>
            </a:r>
            <a:r>
              <a:rPr lang="en-US" altLang="zh-CN" sz="1200" b="1" dirty="0"/>
              <a:t>APB1 </a:t>
            </a:r>
            <a:r>
              <a:rPr lang="en-US" altLang="zh-CN" sz="1200" b="1" dirty="0" err="1"/>
              <a:t>Prescaler</a:t>
            </a:r>
            <a:r>
              <a:rPr lang="zh-CN" altLang="zh-CN" sz="1200" b="1" dirty="0"/>
              <a:t>的分频值设为</a:t>
            </a:r>
            <a:r>
              <a:rPr lang="en-US" altLang="zh-CN" sz="1200" b="1" dirty="0"/>
              <a:t>2</a:t>
            </a:r>
            <a:r>
              <a:rPr lang="zh-CN" altLang="zh-CN" sz="1200" b="1" dirty="0"/>
              <a:t>，</a:t>
            </a:r>
            <a:r>
              <a:rPr lang="en-US" altLang="zh-CN" sz="1200" b="1" dirty="0"/>
              <a:t>APB2</a:t>
            </a:r>
            <a:r>
              <a:rPr lang="zh-CN" altLang="zh-CN" sz="1200" b="1" dirty="0"/>
              <a:t>时钟频率</a:t>
            </a:r>
            <a:r>
              <a:rPr lang="en-US" altLang="zh-CN" sz="1200" b="1" dirty="0"/>
              <a:t>=PCLK1 = 36 MHz*/</a:t>
            </a:r>
            <a:endParaRPr lang="zh-CN" altLang="zh-CN" sz="1200" b="1" dirty="0"/>
          </a:p>
          <a:p>
            <a:r>
              <a:rPr lang="en-US" altLang="zh-CN" sz="1200" b="1" dirty="0"/>
              <a:t>  </a:t>
            </a:r>
            <a:r>
              <a:rPr lang="en-US" altLang="zh-CN" sz="1200" b="1" dirty="0">
                <a:solidFill>
                  <a:schemeClr val="accent5">
                    <a:lumMod val="75000"/>
                  </a:schemeClr>
                </a:solidFill>
              </a:rPr>
              <a:t>RCC_ClkInitStruct.APB1CLKDivider = RCC_HCLK_DIV2;</a:t>
            </a:r>
          </a:p>
          <a:p>
            <a:r>
              <a:rPr lang="en-US" altLang="zh-CN" sz="1200" b="1" dirty="0"/>
              <a:t> </a:t>
            </a:r>
            <a:r>
              <a:rPr lang="en-US" altLang="zh-CN" sz="1200" b="1" dirty="0" smtClean="0"/>
              <a:t>           /*</a:t>
            </a:r>
            <a:r>
              <a:rPr lang="zh-CN" altLang="zh-CN" sz="1200" b="1" dirty="0"/>
              <a:t>将</a:t>
            </a:r>
            <a:r>
              <a:rPr lang="en-US" altLang="zh-CN" sz="1200" b="1" dirty="0"/>
              <a:t>APB2 </a:t>
            </a:r>
            <a:r>
              <a:rPr lang="en-US" altLang="zh-CN" sz="1200" b="1" dirty="0" err="1"/>
              <a:t>Prescaler</a:t>
            </a:r>
            <a:r>
              <a:rPr lang="zh-CN" altLang="zh-CN" sz="1200" b="1" dirty="0"/>
              <a:t>的分频值设为</a:t>
            </a:r>
            <a:r>
              <a:rPr lang="en-US" altLang="zh-CN" sz="1200" b="1" dirty="0"/>
              <a:t>1</a:t>
            </a:r>
            <a:r>
              <a:rPr lang="zh-CN" altLang="zh-CN" sz="1200" b="1" dirty="0"/>
              <a:t>，</a:t>
            </a:r>
            <a:r>
              <a:rPr lang="en-US" altLang="zh-CN" sz="1200" b="1" dirty="0"/>
              <a:t>APB2</a:t>
            </a:r>
            <a:r>
              <a:rPr lang="zh-CN" altLang="zh-CN" sz="1200" b="1" dirty="0"/>
              <a:t>时钟频率</a:t>
            </a:r>
            <a:r>
              <a:rPr lang="en-US" altLang="zh-CN" sz="1200" b="1" dirty="0"/>
              <a:t>=PCLK2 = 72MHz */</a:t>
            </a:r>
            <a:endParaRPr lang="zh-CN" altLang="zh-CN" sz="1200" b="1" dirty="0"/>
          </a:p>
          <a:p>
            <a:r>
              <a:rPr lang="en-US" altLang="zh-CN" sz="1200" b="1" dirty="0"/>
              <a:t>  </a:t>
            </a:r>
            <a:r>
              <a:rPr lang="en-US" altLang="zh-CN" sz="1200" b="1" dirty="0">
                <a:solidFill>
                  <a:schemeClr val="accent5">
                    <a:lumMod val="75000"/>
                  </a:schemeClr>
                </a:solidFill>
              </a:rPr>
              <a:t>RCC_ClkInitStruct.APB2CLKDivider = RCC_HCLK_DIV1;</a:t>
            </a:r>
          </a:p>
          <a:p>
            <a:r>
              <a:rPr lang="en-US" altLang="zh-CN" sz="1200" b="1" dirty="0" smtClean="0"/>
              <a:t>            /*</a:t>
            </a:r>
            <a:r>
              <a:rPr lang="zh-CN" altLang="zh-CN" sz="1200" b="1" dirty="0" smtClean="0"/>
              <a:t>判断</a:t>
            </a:r>
            <a:r>
              <a:rPr lang="en-US" altLang="zh-CN" sz="1200" b="1" dirty="0"/>
              <a:t>SYSCLK</a:t>
            </a:r>
            <a:r>
              <a:rPr lang="zh-CN" altLang="zh-CN" sz="1200" b="1" dirty="0"/>
              <a:t>时钟初始化配置是否</a:t>
            </a:r>
            <a:r>
              <a:rPr lang="zh-CN" altLang="zh-CN" sz="1200" b="1" dirty="0" smtClean="0"/>
              <a:t>成功</a:t>
            </a:r>
            <a:r>
              <a:rPr lang="zh-CN" altLang="en-US" sz="1200" b="1" dirty="0" smtClean="0"/>
              <a:t>，</a:t>
            </a:r>
            <a:r>
              <a:rPr lang="en-US" altLang="zh-CN" sz="1200" b="1" dirty="0" smtClean="0"/>
              <a:t> </a:t>
            </a:r>
            <a:r>
              <a:rPr lang="zh-CN" altLang="zh-CN" sz="1200" b="1" dirty="0"/>
              <a:t>如果初始化配置不成功，则由</a:t>
            </a:r>
            <a:r>
              <a:rPr lang="en-US" altLang="zh-CN" sz="1200" b="1" dirty="0" err="1"/>
              <a:t>Error_Handler</a:t>
            </a:r>
            <a:r>
              <a:rPr lang="en-US" altLang="zh-CN" sz="1200" b="1" dirty="0"/>
              <a:t>()</a:t>
            </a:r>
            <a:r>
              <a:rPr lang="zh-CN" altLang="zh-CN" sz="1200" b="1" dirty="0"/>
              <a:t>进行</a:t>
            </a:r>
            <a:r>
              <a:rPr lang="zh-CN" altLang="zh-CN" sz="1200" b="1" dirty="0" smtClean="0"/>
              <a:t>处理</a:t>
            </a:r>
            <a:r>
              <a:rPr lang="en-US" altLang="zh-CN" sz="1200" b="1" dirty="0" smtClean="0"/>
              <a:t>*/</a:t>
            </a:r>
            <a:endParaRPr lang="zh-CN" altLang="zh-CN" sz="1200" b="1" dirty="0"/>
          </a:p>
          <a:p>
            <a:r>
              <a:rPr lang="en-US" altLang="zh-CN" sz="1200" b="1" dirty="0">
                <a:solidFill>
                  <a:schemeClr val="accent5">
                    <a:lumMod val="75000"/>
                  </a:schemeClr>
                </a:solidFill>
              </a:rPr>
              <a:t>if (</a:t>
            </a:r>
            <a:r>
              <a:rPr lang="en-US" altLang="zh-CN" sz="1200" b="1" dirty="0" err="1">
                <a:solidFill>
                  <a:schemeClr val="accent5">
                    <a:lumMod val="75000"/>
                  </a:schemeClr>
                </a:solidFill>
              </a:rPr>
              <a:t>HAL_RCC_ClockConfig</a:t>
            </a:r>
            <a:r>
              <a:rPr lang="en-US" altLang="zh-CN" sz="1200" b="1" dirty="0">
                <a:solidFill>
                  <a:schemeClr val="accent5">
                    <a:lumMod val="75000"/>
                  </a:schemeClr>
                </a:solidFill>
              </a:rPr>
              <a:t>(&amp;</a:t>
            </a:r>
            <a:r>
              <a:rPr lang="en-US" altLang="zh-CN" sz="1200" b="1" dirty="0" err="1">
                <a:solidFill>
                  <a:schemeClr val="accent5">
                    <a:lumMod val="75000"/>
                  </a:schemeClr>
                </a:solidFill>
              </a:rPr>
              <a:t>RCC_ClkInitStruct</a:t>
            </a:r>
            <a:r>
              <a:rPr lang="en-US" altLang="zh-CN" sz="1200" b="1" dirty="0">
                <a:solidFill>
                  <a:schemeClr val="accent5">
                    <a:lumMod val="75000"/>
                  </a:schemeClr>
                </a:solidFill>
              </a:rPr>
              <a:t>, FLASH_LATENCY_2) != HAL_OK)</a:t>
            </a:r>
            <a:endParaRPr lang="zh-CN" altLang="zh-CN" sz="1200" b="1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altLang="zh-CN" sz="1200" b="1" dirty="0">
                <a:solidFill>
                  <a:schemeClr val="accent5">
                    <a:lumMod val="75000"/>
                  </a:schemeClr>
                </a:solidFill>
              </a:rPr>
              <a:t>  {    </a:t>
            </a:r>
            <a:r>
              <a:rPr lang="en-US" altLang="zh-CN" sz="1200" b="1" dirty="0" err="1">
                <a:solidFill>
                  <a:schemeClr val="accent5">
                    <a:lumMod val="75000"/>
                  </a:schemeClr>
                </a:solidFill>
              </a:rPr>
              <a:t>Error_Handler</a:t>
            </a:r>
            <a:r>
              <a:rPr lang="en-US" altLang="zh-CN" sz="1200" b="1" dirty="0">
                <a:solidFill>
                  <a:schemeClr val="accent5">
                    <a:lumMod val="75000"/>
                  </a:schemeClr>
                </a:solidFill>
              </a:rPr>
              <a:t>();      }</a:t>
            </a:r>
            <a:endParaRPr lang="zh-CN" altLang="zh-CN" sz="1200" b="1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altLang="zh-CN" sz="1200" b="1" dirty="0">
                <a:solidFill>
                  <a:schemeClr val="accent5">
                    <a:lumMod val="75000"/>
                  </a:schemeClr>
                </a:solidFill>
              </a:rPr>
              <a:t>}</a:t>
            </a:r>
            <a:endParaRPr lang="zh-CN" altLang="zh-CN" sz="12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6732240" y="339503"/>
            <a:ext cx="118173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 err="1" smtClean="0">
                <a:solidFill>
                  <a:schemeClr val="accent5">
                    <a:lumMod val="75000"/>
                  </a:schemeClr>
                </a:solidFill>
              </a:rPr>
              <a:t>main.c</a:t>
            </a:r>
            <a:endParaRPr lang="zh-CN" altLang="en-US" sz="2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1" y="339503"/>
            <a:ext cx="2985621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35496" y="339503"/>
            <a:ext cx="276831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solidFill>
                  <a:schemeClr val="bg1"/>
                </a:solidFill>
              </a:rPr>
              <a:t> </a:t>
            </a:r>
            <a:r>
              <a:rPr lang="en-US" altLang="zh-CN" sz="2400" b="1" dirty="0">
                <a:solidFill>
                  <a:schemeClr val="bg1"/>
                </a:solidFill>
              </a:rPr>
              <a:t>GPIO</a:t>
            </a:r>
            <a:r>
              <a:rPr lang="zh-CN" altLang="en-US" sz="2400" b="1" dirty="0">
                <a:solidFill>
                  <a:schemeClr val="bg1"/>
                </a:solidFill>
              </a:rPr>
              <a:t>工程源码解析</a:t>
            </a:r>
            <a:endParaRPr lang="zh-CN" altLang="en-US" sz="2400" b="1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3184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35496" y="339503"/>
            <a:ext cx="675108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solidFill>
                  <a:schemeClr val="bg1"/>
                </a:solidFill>
              </a:rPr>
              <a:t> </a:t>
            </a:r>
            <a:r>
              <a:rPr lang="en-US" altLang="zh-CN" sz="2400" b="1" dirty="0" smtClean="0">
                <a:solidFill>
                  <a:schemeClr val="bg1"/>
                </a:solidFill>
              </a:rPr>
              <a:t>5.4.2 HAL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库</a:t>
            </a:r>
            <a:r>
              <a:rPr lang="en-US" altLang="zh-CN" sz="2400" b="1" dirty="0" smtClean="0">
                <a:solidFill>
                  <a:schemeClr val="bg1"/>
                </a:solidFill>
              </a:rPr>
              <a:t>GPIO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应用实例</a:t>
            </a:r>
            <a:r>
              <a:rPr lang="en-US" altLang="zh-CN" sz="2400" b="1" dirty="0" smtClean="0">
                <a:solidFill>
                  <a:schemeClr val="bg1"/>
                </a:solidFill>
              </a:rPr>
              <a:t>——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源码分析</a:t>
            </a:r>
          </a:p>
        </p:txBody>
      </p:sp>
      <p:sp>
        <p:nvSpPr>
          <p:cNvPr id="7" name="矩形 6"/>
          <p:cNvSpPr/>
          <p:nvPr/>
        </p:nvSpPr>
        <p:spPr>
          <a:xfrm>
            <a:off x="1331640" y="987574"/>
            <a:ext cx="6408712" cy="3785652"/>
          </a:xfrm>
          <a:prstGeom prst="rect">
            <a:avLst/>
          </a:prstGeom>
          <a:noFill/>
          <a:ln w="19050">
            <a:solidFill>
              <a:schemeClr val="accent5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zh-CN" sz="1600" b="1" dirty="0"/>
              <a:t>/* </a:t>
            </a:r>
            <a:r>
              <a:rPr lang="zh-CN" altLang="en-US" sz="1600" b="1" dirty="0"/>
              <a:t>错误处理函数 *</a:t>
            </a:r>
            <a:r>
              <a:rPr lang="en-US" altLang="zh-CN" sz="1600" b="1" dirty="0"/>
              <a:t>/</a:t>
            </a:r>
          </a:p>
          <a:p>
            <a:r>
              <a:rPr lang="en-US" altLang="zh-CN" sz="1600" b="1" dirty="0">
                <a:solidFill>
                  <a:schemeClr val="accent5">
                    <a:lumMod val="75000"/>
                  </a:schemeClr>
                </a:solidFill>
              </a:rPr>
              <a:t>void </a:t>
            </a:r>
            <a:r>
              <a:rPr lang="en-US" altLang="zh-CN" sz="1600" b="1" dirty="0" err="1">
                <a:solidFill>
                  <a:schemeClr val="accent5">
                    <a:lumMod val="75000"/>
                  </a:schemeClr>
                </a:solidFill>
              </a:rPr>
              <a:t>Error_Handler</a:t>
            </a:r>
            <a:r>
              <a:rPr lang="en-US" altLang="zh-CN" sz="1600" b="1" dirty="0">
                <a:solidFill>
                  <a:schemeClr val="accent5">
                    <a:lumMod val="75000"/>
                  </a:schemeClr>
                </a:solidFill>
              </a:rPr>
              <a:t>(void)</a:t>
            </a:r>
          </a:p>
          <a:p>
            <a:r>
              <a:rPr lang="en-US" altLang="zh-CN" sz="1600" b="1" dirty="0">
                <a:solidFill>
                  <a:schemeClr val="accent5">
                    <a:lumMod val="75000"/>
                  </a:schemeClr>
                </a:solidFill>
              </a:rPr>
              <a:t>{</a:t>
            </a:r>
          </a:p>
          <a:p>
            <a:r>
              <a:rPr lang="en-US" altLang="zh-CN" sz="1600" b="1" dirty="0"/>
              <a:t>	//</a:t>
            </a:r>
            <a:r>
              <a:rPr lang="zh-CN" altLang="en-US" sz="1600" b="1" dirty="0"/>
              <a:t>错误处理代码由用户编写</a:t>
            </a:r>
          </a:p>
          <a:p>
            <a:r>
              <a:rPr lang="en-US" altLang="zh-CN" sz="1600" b="1" dirty="0" smtClean="0">
                <a:solidFill>
                  <a:schemeClr val="accent5">
                    <a:lumMod val="75000"/>
                  </a:schemeClr>
                </a:solidFill>
              </a:rPr>
              <a:t>}</a:t>
            </a:r>
          </a:p>
          <a:p>
            <a:endParaRPr lang="en-US" altLang="zh-CN" sz="1600" b="1" dirty="0"/>
          </a:p>
          <a:p>
            <a:endParaRPr lang="en-US" altLang="zh-CN" sz="1600" b="1" dirty="0"/>
          </a:p>
          <a:p>
            <a:r>
              <a:rPr lang="en-US" altLang="zh-CN" sz="1600" b="1" dirty="0"/>
              <a:t>/* </a:t>
            </a:r>
            <a:r>
              <a:rPr lang="zh-CN" altLang="en-US" sz="1600" b="1" dirty="0"/>
              <a:t>断言函数，如果使用断言的话，需定义宏</a:t>
            </a:r>
            <a:r>
              <a:rPr lang="en-US" altLang="zh-CN" sz="1600" b="1" dirty="0"/>
              <a:t>USE_FULL_ASSERT </a:t>
            </a:r>
            <a:r>
              <a:rPr lang="zh-CN" altLang="en-US" sz="1600" b="1" dirty="0"/>
              <a:t>，这里没有使用断言*</a:t>
            </a:r>
            <a:r>
              <a:rPr lang="en-US" altLang="zh-CN" sz="1600" b="1" dirty="0"/>
              <a:t>/</a:t>
            </a:r>
          </a:p>
          <a:p>
            <a:r>
              <a:rPr lang="en-US" altLang="zh-CN" sz="1600" b="1" dirty="0">
                <a:solidFill>
                  <a:schemeClr val="accent5">
                    <a:lumMod val="75000"/>
                  </a:schemeClr>
                </a:solidFill>
              </a:rPr>
              <a:t>#</a:t>
            </a:r>
            <a:r>
              <a:rPr lang="en-US" altLang="zh-CN" sz="1600" b="1" dirty="0" err="1">
                <a:solidFill>
                  <a:schemeClr val="accent5">
                    <a:lumMod val="75000"/>
                  </a:schemeClr>
                </a:solidFill>
              </a:rPr>
              <a:t>ifdef</a:t>
            </a:r>
            <a:r>
              <a:rPr lang="en-US" altLang="zh-CN" sz="1600" b="1" dirty="0">
                <a:solidFill>
                  <a:schemeClr val="accent5">
                    <a:lumMod val="75000"/>
                  </a:schemeClr>
                </a:solidFill>
              </a:rPr>
              <a:t>  USE_FULL_ASSERT</a:t>
            </a:r>
          </a:p>
          <a:p>
            <a:r>
              <a:rPr lang="en-US" altLang="zh-CN" sz="1600" b="1" dirty="0">
                <a:solidFill>
                  <a:schemeClr val="accent5">
                    <a:lumMod val="75000"/>
                  </a:schemeClr>
                </a:solidFill>
              </a:rPr>
              <a:t>void </a:t>
            </a:r>
            <a:r>
              <a:rPr lang="en-US" altLang="zh-CN" sz="1600" b="1" dirty="0" err="1">
                <a:solidFill>
                  <a:schemeClr val="accent5">
                    <a:lumMod val="75000"/>
                  </a:schemeClr>
                </a:solidFill>
              </a:rPr>
              <a:t>assert_failed</a:t>
            </a:r>
            <a:r>
              <a:rPr lang="en-US" altLang="zh-CN" sz="1600" b="1" dirty="0">
                <a:solidFill>
                  <a:schemeClr val="accent5">
                    <a:lumMod val="75000"/>
                  </a:schemeClr>
                </a:solidFill>
              </a:rPr>
              <a:t>(uint8_t *file, uint32_t line)</a:t>
            </a:r>
          </a:p>
          <a:p>
            <a:r>
              <a:rPr lang="en-US" altLang="zh-CN" sz="1600" b="1" dirty="0">
                <a:solidFill>
                  <a:schemeClr val="accent5">
                    <a:lumMod val="75000"/>
                  </a:schemeClr>
                </a:solidFill>
              </a:rPr>
              <a:t>{ </a:t>
            </a:r>
          </a:p>
          <a:p>
            <a:r>
              <a:rPr lang="en-US" altLang="zh-CN" sz="1600" b="1" dirty="0"/>
              <a:t> </a:t>
            </a:r>
            <a:r>
              <a:rPr lang="en-US" altLang="zh-CN" sz="1600" b="1" dirty="0" smtClean="0"/>
              <a:t>     </a:t>
            </a:r>
            <a:r>
              <a:rPr lang="en-US" altLang="zh-CN" sz="1600" b="1" dirty="0"/>
              <a:t>//</a:t>
            </a:r>
            <a:r>
              <a:rPr lang="zh-CN" altLang="en-US" sz="1600" b="1" dirty="0"/>
              <a:t>断言失败函数，具体处理代码由用户编写</a:t>
            </a:r>
          </a:p>
          <a:p>
            <a:r>
              <a:rPr lang="en-US" altLang="zh-CN" sz="1600" b="1" dirty="0">
                <a:solidFill>
                  <a:schemeClr val="accent5">
                    <a:lumMod val="75000"/>
                  </a:schemeClr>
                </a:solidFill>
              </a:rPr>
              <a:t>}</a:t>
            </a:r>
          </a:p>
          <a:p>
            <a:r>
              <a:rPr lang="en-US" altLang="zh-CN" sz="1600" b="1" dirty="0">
                <a:solidFill>
                  <a:schemeClr val="accent5">
                    <a:lumMod val="75000"/>
                  </a:schemeClr>
                </a:solidFill>
              </a:rPr>
              <a:t>#</a:t>
            </a:r>
            <a:r>
              <a:rPr lang="en-US" altLang="zh-CN" sz="1600" b="1" dirty="0" err="1">
                <a:solidFill>
                  <a:schemeClr val="accent5">
                    <a:lumMod val="75000"/>
                  </a:schemeClr>
                </a:solidFill>
              </a:rPr>
              <a:t>endif</a:t>
            </a:r>
            <a:r>
              <a:rPr lang="en-US" altLang="zh-CN" sz="16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altLang="zh-CN" sz="1600" b="1" dirty="0"/>
              <a:t>/* USE_FULL_ASSERT */</a:t>
            </a:r>
          </a:p>
        </p:txBody>
      </p:sp>
      <p:sp>
        <p:nvSpPr>
          <p:cNvPr id="3" name="矩形 2"/>
          <p:cNvSpPr/>
          <p:nvPr/>
        </p:nvSpPr>
        <p:spPr>
          <a:xfrm>
            <a:off x="6732240" y="339503"/>
            <a:ext cx="118173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 err="1" smtClean="0">
                <a:solidFill>
                  <a:schemeClr val="accent5">
                    <a:lumMod val="75000"/>
                  </a:schemeClr>
                </a:solidFill>
              </a:rPr>
              <a:t>main.c</a:t>
            </a:r>
            <a:endParaRPr lang="zh-CN" altLang="en-US" sz="2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1" y="339503"/>
            <a:ext cx="2985621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35496" y="339503"/>
            <a:ext cx="276831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solidFill>
                  <a:schemeClr val="bg1"/>
                </a:solidFill>
              </a:rPr>
              <a:t> </a:t>
            </a:r>
            <a:r>
              <a:rPr lang="en-US" altLang="zh-CN" sz="2400" b="1" dirty="0">
                <a:solidFill>
                  <a:schemeClr val="bg1"/>
                </a:solidFill>
              </a:rPr>
              <a:t>GPIO</a:t>
            </a:r>
            <a:r>
              <a:rPr lang="zh-CN" altLang="en-US" sz="2400" b="1" dirty="0">
                <a:solidFill>
                  <a:schemeClr val="bg1"/>
                </a:solidFill>
              </a:rPr>
              <a:t>工程源码解析</a:t>
            </a:r>
            <a:endParaRPr lang="zh-CN" altLang="en-US" sz="2400" b="1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2399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35496" y="339503"/>
            <a:ext cx="675108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solidFill>
                  <a:schemeClr val="bg1"/>
                </a:solidFill>
              </a:rPr>
              <a:t> </a:t>
            </a:r>
            <a:r>
              <a:rPr lang="en-US" altLang="zh-CN" sz="2400" b="1" dirty="0" smtClean="0">
                <a:solidFill>
                  <a:schemeClr val="bg1"/>
                </a:solidFill>
              </a:rPr>
              <a:t>5.4.2 HAL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库</a:t>
            </a:r>
            <a:r>
              <a:rPr lang="en-US" altLang="zh-CN" sz="2400" b="1" dirty="0" smtClean="0">
                <a:solidFill>
                  <a:schemeClr val="bg1"/>
                </a:solidFill>
              </a:rPr>
              <a:t>GPIO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应用实例</a:t>
            </a:r>
            <a:r>
              <a:rPr lang="en-US" altLang="zh-CN" sz="2400" b="1" dirty="0" smtClean="0">
                <a:solidFill>
                  <a:schemeClr val="bg1"/>
                </a:solidFill>
              </a:rPr>
              <a:t>——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源码分析</a:t>
            </a:r>
          </a:p>
        </p:txBody>
      </p:sp>
      <p:sp>
        <p:nvSpPr>
          <p:cNvPr id="114689" name="Rectangle 1"/>
          <p:cNvSpPr>
            <a:spLocks noChangeArrowheads="1"/>
          </p:cNvSpPr>
          <p:nvPr/>
        </p:nvSpPr>
        <p:spPr bwMode="auto">
          <a:xfrm>
            <a:off x="388573" y="987574"/>
            <a:ext cx="4327443" cy="3816429"/>
          </a:xfrm>
          <a:prstGeom prst="rect">
            <a:avLst/>
          </a:prstGeom>
          <a:noFill/>
          <a:ln w="19050">
            <a:solidFill>
              <a:schemeClr val="accent5">
                <a:lumMod val="60000"/>
                <a:lumOff val="4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100" b="1" dirty="0" smtClean="0"/>
              <a:t>    /* </a:t>
            </a:r>
            <a:r>
              <a:rPr lang="en-US" sz="1100" b="1" dirty="0"/>
              <a:t>Includes </a:t>
            </a:r>
            <a:r>
              <a:rPr lang="zh-CN" altLang="en-US" sz="1100" b="1" dirty="0"/>
              <a:t>头文件*</a:t>
            </a:r>
            <a:r>
              <a:rPr lang="en-US" altLang="zh-CN" sz="1100" b="1" dirty="0"/>
              <a:t>/</a:t>
            </a:r>
          </a:p>
          <a:p>
            <a:r>
              <a:rPr lang="en-US" altLang="zh-CN" sz="1100" b="1" dirty="0">
                <a:solidFill>
                  <a:schemeClr val="accent5">
                    <a:lumMod val="75000"/>
                  </a:schemeClr>
                </a:solidFill>
              </a:rPr>
              <a:t>#</a:t>
            </a:r>
            <a:r>
              <a:rPr lang="en-US" sz="1100" b="1" dirty="0">
                <a:solidFill>
                  <a:schemeClr val="accent5">
                    <a:lumMod val="75000"/>
                  </a:schemeClr>
                </a:solidFill>
              </a:rPr>
              <a:t>include "</a:t>
            </a:r>
            <a:r>
              <a:rPr lang="en-US" sz="1100" b="1" dirty="0" err="1">
                <a:solidFill>
                  <a:schemeClr val="accent5">
                    <a:lumMod val="75000"/>
                  </a:schemeClr>
                </a:solidFill>
              </a:rPr>
              <a:t>gpio.h</a:t>
            </a:r>
            <a:r>
              <a:rPr lang="en-US" sz="1100" b="1" dirty="0">
                <a:solidFill>
                  <a:schemeClr val="accent5">
                    <a:lumMod val="75000"/>
                  </a:schemeClr>
                </a:solidFill>
              </a:rPr>
              <a:t>"</a:t>
            </a:r>
          </a:p>
          <a:p>
            <a:endParaRPr lang="en-US" sz="1100" b="1" dirty="0"/>
          </a:p>
          <a:p>
            <a:r>
              <a:rPr lang="en-US" sz="1100" b="1" dirty="0" smtClean="0"/>
              <a:t>/***</a:t>
            </a:r>
            <a:r>
              <a:rPr lang="en-US" sz="1100" b="1" dirty="0"/>
              <a:t>GPIO</a:t>
            </a:r>
            <a:r>
              <a:rPr lang="zh-CN" altLang="en-US" sz="1100" b="1" dirty="0"/>
              <a:t>初始化，方式和标准外设库的</a:t>
            </a:r>
            <a:r>
              <a:rPr lang="en-US" sz="1100" b="1" dirty="0" err="1"/>
              <a:t>GPIO_Init</a:t>
            </a:r>
            <a:r>
              <a:rPr lang="zh-CN" altLang="en-US" sz="1100" b="1" dirty="0"/>
              <a:t>类似</a:t>
            </a:r>
          </a:p>
          <a:p>
            <a:r>
              <a:rPr lang="zh-CN" altLang="en-US" sz="1100" b="1" dirty="0"/>
              <a:t>*此代码对应于</a:t>
            </a:r>
            <a:r>
              <a:rPr lang="en-US" sz="1100" b="1" dirty="0"/>
              <a:t>STM32CubeMX</a:t>
            </a:r>
            <a:r>
              <a:rPr lang="zh-CN" altLang="en-US" sz="1100" b="1" dirty="0"/>
              <a:t>软件中的</a:t>
            </a:r>
            <a:r>
              <a:rPr lang="en-US" sz="1100" b="1" dirty="0" err="1"/>
              <a:t>Pinout</a:t>
            </a:r>
            <a:r>
              <a:rPr lang="en-US" sz="1100" b="1" dirty="0"/>
              <a:t> &amp; Configuration</a:t>
            </a:r>
            <a:r>
              <a:rPr lang="zh-CN" altLang="en-US" sz="1100" b="1" dirty="0"/>
              <a:t>设置的引脚</a:t>
            </a:r>
            <a:r>
              <a:rPr lang="zh-CN" altLang="en-US" sz="1100" b="1" dirty="0" smtClean="0"/>
              <a:t>参数*</a:t>
            </a:r>
            <a:r>
              <a:rPr lang="en-US" altLang="zh-CN" sz="1100" b="1" dirty="0" smtClean="0"/>
              <a:t>/</a:t>
            </a:r>
            <a:endParaRPr lang="en-US" altLang="zh-CN" sz="1100" b="1" dirty="0"/>
          </a:p>
          <a:p>
            <a:endParaRPr lang="en-US" altLang="zh-CN" sz="1100" b="1" dirty="0"/>
          </a:p>
          <a:p>
            <a:r>
              <a:rPr lang="en-US" sz="1100" b="1" dirty="0">
                <a:solidFill>
                  <a:schemeClr val="accent5">
                    <a:lumMod val="75000"/>
                  </a:schemeClr>
                </a:solidFill>
              </a:rPr>
              <a:t>void </a:t>
            </a:r>
            <a:r>
              <a:rPr lang="en-US" sz="1100" b="1" dirty="0" err="1">
                <a:solidFill>
                  <a:schemeClr val="accent5">
                    <a:lumMod val="75000"/>
                  </a:schemeClr>
                </a:solidFill>
              </a:rPr>
              <a:t>MX_GPIO_Init</a:t>
            </a:r>
            <a:r>
              <a:rPr lang="en-US" sz="1100" b="1" dirty="0">
                <a:solidFill>
                  <a:schemeClr val="accent5">
                    <a:lumMod val="75000"/>
                  </a:schemeClr>
                </a:solidFill>
              </a:rPr>
              <a:t>(void)</a:t>
            </a:r>
          </a:p>
          <a:p>
            <a:r>
              <a:rPr lang="en-US" sz="1100" b="1" dirty="0">
                <a:solidFill>
                  <a:schemeClr val="accent5">
                    <a:lumMod val="75000"/>
                  </a:schemeClr>
                </a:solidFill>
              </a:rPr>
              <a:t>{</a:t>
            </a:r>
          </a:p>
          <a:p>
            <a:r>
              <a:rPr lang="en-US" sz="1100" b="1" dirty="0">
                <a:solidFill>
                  <a:schemeClr val="accent5">
                    <a:lumMod val="75000"/>
                  </a:schemeClr>
                </a:solidFill>
              </a:rPr>
              <a:t>  </a:t>
            </a:r>
            <a:r>
              <a:rPr lang="en-US" sz="1100" b="1" dirty="0" err="1">
                <a:solidFill>
                  <a:schemeClr val="accent5">
                    <a:lumMod val="75000"/>
                  </a:schemeClr>
                </a:solidFill>
              </a:rPr>
              <a:t>GPIO_InitTypeDef</a:t>
            </a:r>
            <a:r>
              <a:rPr lang="en-US" sz="11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1100" b="1" dirty="0" err="1">
                <a:solidFill>
                  <a:schemeClr val="accent5">
                    <a:lumMod val="75000"/>
                  </a:schemeClr>
                </a:solidFill>
              </a:rPr>
              <a:t>GPIO_InitStruct</a:t>
            </a:r>
            <a:r>
              <a:rPr lang="en-US" sz="1100" b="1" dirty="0">
                <a:solidFill>
                  <a:schemeClr val="accent5">
                    <a:lumMod val="75000"/>
                  </a:schemeClr>
                </a:solidFill>
              </a:rPr>
              <a:t> = {0};</a:t>
            </a:r>
          </a:p>
          <a:p>
            <a:endParaRPr lang="en-US" sz="1100" b="1" dirty="0"/>
          </a:p>
          <a:p>
            <a:r>
              <a:rPr lang="en-US" sz="1100" b="1" dirty="0"/>
              <a:t>    </a:t>
            </a:r>
            <a:r>
              <a:rPr lang="en-US" sz="1100" b="1" dirty="0" smtClean="0"/>
              <a:t>    </a:t>
            </a:r>
            <a:r>
              <a:rPr lang="en-US" sz="1100" b="1" dirty="0"/>
              <a:t>/* </a:t>
            </a:r>
            <a:r>
              <a:rPr lang="zh-CN" altLang="en-US" sz="1100" b="1" dirty="0"/>
              <a:t>使能</a:t>
            </a:r>
            <a:r>
              <a:rPr lang="en-US" sz="1100" b="1" dirty="0"/>
              <a:t>GPIOB、GPIOE</a:t>
            </a:r>
            <a:r>
              <a:rPr lang="zh-CN" altLang="en-US" sz="1100" b="1" dirty="0"/>
              <a:t>端口时钟 *</a:t>
            </a:r>
            <a:r>
              <a:rPr lang="en-US" altLang="zh-CN" sz="1100" b="1" dirty="0"/>
              <a:t>/</a:t>
            </a:r>
          </a:p>
          <a:p>
            <a:r>
              <a:rPr lang="en-US" altLang="zh-CN" sz="1100" b="1" dirty="0">
                <a:solidFill>
                  <a:schemeClr val="accent5">
                    <a:lumMod val="75000"/>
                  </a:schemeClr>
                </a:solidFill>
              </a:rPr>
              <a:t>  __</a:t>
            </a:r>
            <a:r>
              <a:rPr lang="en-US" sz="1100" b="1" dirty="0">
                <a:solidFill>
                  <a:schemeClr val="accent5">
                    <a:lumMod val="75000"/>
                  </a:schemeClr>
                </a:solidFill>
              </a:rPr>
              <a:t>HAL_RCC_GPIOE_CLK_ENABLE();</a:t>
            </a:r>
          </a:p>
          <a:p>
            <a:r>
              <a:rPr lang="en-US" sz="1100" b="1" dirty="0">
                <a:solidFill>
                  <a:schemeClr val="accent5">
                    <a:lumMod val="75000"/>
                  </a:schemeClr>
                </a:solidFill>
              </a:rPr>
              <a:t>  __HAL_RCC_GPIOB_CLK_ENABLE();</a:t>
            </a:r>
          </a:p>
          <a:p>
            <a:endParaRPr lang="en-US" sz="1100" b="1" dirty="0" smtClean="0"/>
          </a:p>
          <a:p>
            <a:r>
              <a:rPr lang="en-US" altLang="zh-CN" sz="1100" dirty="0"/>
              <a:t> </a:t>
            </a:r>
            <a:r>
              <a:rPr lang="en-US" altLang="zh-CN" sz="1100" dirty="0" smtClean="0"/>
              <a:t>      </a:t>
            </a:r>
            <a:r>
              <a:rPr lang="en-US" altLang="zh-CN" sz="1100" b="1" dirty="0" smtClean="0"/>
              <a:t>/* </a:t>
            </a:r>
            <a:r>
              <a:rPr lang="zh-CN" altLang="zh-CN" sz="1100" b="1" dirty="0"/>
              <a:t>配置</a:t>
            </a:r>
            <a:r>
              <a:rPr lang="en-US" altLang="zh-CN" sz="1100" b="1" dirty="0"/>
              <a:t>GPIO</a:t>
            </a:r>
            <a:r>
              <a:rPr lang="zh-CN" altLang="zh-CN" sz="1100" b="1" dirty="0"/>
              <a:t>初始引脚</a:t>
            </a:r>
            <a:r>
              <a:rPr lang="en-US" altLang="zh-CN" sz="1100" b="1" dirty="0"/>
              <a:t>LED2-PE5</a:t>
            </a:r>
            <a:r>
              <a:rPr lang="zh-CN" altLang="zh-CN" sz="1100" b="1" dirty="0"/>
              <a:t>为低电平</a:t>
            </a:r>
            <a:r>
              <a:rPr lang="en-US" altLang="zh-CN" sz="1100" b="1" dirty="0"/>
              <a:t> */</a:t>
            </a:r>
            <a:endParaRPr lang="zh-CN" altLang="zh-CN" sz="1100" b="1" dirty="0"/>
          </a:p>
          <a:p>
            <a:r>
              <a:rPr lang="en-US" altLang="zh-CN" sz="1100" b="1" dirty="0"/>
              <a:t>  </a:t>
            </a:r>
            <a:r>
              <a:rPr lang="en-US" altLang="zh-CN" sz="1100" b="1" dirty="0" err="1">
                <a:solidFill>
                  <a:schemeClr val="accent5">
                    <a:lumMod val="75000"/>
                  </a:schemeClr>
                </a:solidFill>
              </a:rPr>
              <a:t>HAL_GPIO_WritePin</a:t>
            </a:r>
            <a:r>
              <a:rPr lang="en-US" altLang="zh-CN" sz="1100" b="1" dirty="0">
                <a:solidFill>
                  <a:schemeClr val="accent5">
                    <a:lumMod val="75000"/>
                  </a:schemeClr>
                </a:solidFill>
              </a:rPr>
              <a:t>(LED2_GPIO_Port, LED2_Pin, GPIO_PIN_RESET);</a:t>
            </a:r>
            <a:endParaRPr lang="zh-CN" altLang="zh-CN" sz="1100" b="1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altLang="zh-CN" sz="1100" b="1" dirty="0"/>
              <a:t> </a:t>
            </a:r>
            <a:endParaRPr lang="zh-CN" altLang="zh-CN" sz="1100" b="1" dirty="0"/>
          </a:p>
          <a:p>
            <a:r>
              <a:rPr lang="en-US" altLang="zh-CN" sz="1100" b="1" dirty="0"/>
              <a:t>     /* </a:t>
            </a:r>
            <a:r>
              <a:rPr lang="zh-CN" altLang="zh-CN" sz="1100" b="1" dirty="0"/>
              <a:t>配置</a:t>
            </a:r>
            <a:r>
              <a:rPr lang="en-US" altLang="zh-CN" sz="1100" b="1" dirty="0"/>
              <a:t>GPIO</a:t>
            </a:r>
            <a:r>
              <a:rPr lang="zh-CN" altLang="zh-CN" sz="1100" b="1" dirty="0"/>
              <a:t>初始引脚</a:t>
            </a:r>
            <a:r>
              <a:rPr lang="en-US" altLang="zh-CN" sz="1100" b="1" dirty="0"/>
              <a:t>LED1-PB5</a:t>
            </a:r>
            <a:r>
              <a:rPr lang="zh-CN" altLang="zh-CN" sz="1100" b="1" dirty="0"/>
              <a:t>为低电平</a:t>
            </a:r>
            <a:r>
              <a:rPr lang="en-US" altLang="zh-CN" sz="1100" b="1" dirty="0"/>
              <a:t> */</a:t>
            </a:r>
            <a:endParaRPr lang="zh-CN" altLang="zh-CN" sz="1100" b="1" dirty="0"/>
          </a:p>
          <a:p>
            <a:r>
              <a:rPr lang="en-US" altLang="zh-CN" sz="1100" b="1" dirty="0"/>
              <a:t>  </a:t>
            </a:r>
            <a:r>
              <a:rPr lang="en-US" altLang="zh-CN" sz="1100" b="1" dirty="0" err="1">
                <a:solidFill>
                  <a:schemeClr val="accent5">
                    <a:lumMod val="75000"/>
                  </a:schemeClr>
                </a:solidFill>
              </a:rPr>
              <a:t>HAL_GPIO_WritePin</a:t>
            </a:r>
            <a:r>
              <a:rPr lang="en-US" altLang="zh-CN" sz="1100" b="1" dirty="0">
                <a:solidFill>
                  <a:schemeClr val="accent5">
                    <a:lumMod val="75000"/>
                  </a:schemeClr>
                </a:solidFill>
              </a:rPr>
              <a:t>(LED1_GPIO_Port, LED1_Pin, GPIO_PIN_RESET);</a:t>
            </a:r>
            <a:endParaRPr lang="en-GB" sz="1100" b="1" dirty="0">
              <a:solidFill>
                <a:schemeClr val="accent5">
                  <a:lumMod val="75000"/>
                </a:schemeClr>
              </a:solidFill>
            </a:endParaRPr>
          </a:p>
          <a:p>
            <a:endParaRPr lang="en-GB" sz="1100" b="1" dirty="0" smtClean="0"/>
          </a:p>
          <a:p>
            <a:endParaRPr lang="en-US" sz="1100" b="1" dirty="0"/>
          </a:p>
        </p:txBody>
      </p:sp>
      <p:sp>
        <p:nvSpPr>
          <p:cNvPr id="7" name="矩形 6"/>
          <p:cNvSpPr/>
          <p:nvPr/>
        </p:nvSpPr>
        <p:spPr>
          <a:xfrm>
            <a:off x="4980288" y="1156850"/>
            <a:ext cx="3885582" cy="3477875"/>
          </a:xfrm>
          <a:prstGeom prst="rect">
            <a:avLst/>
          </a:prstGeom>
          <a:noFill/>
          <a:ln w="19050">
            <a:solidFill>
              <a:schemeClr val="accent5">
                <a:lumMod val="60000"/>
                <a:lumOff val="4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zh-CN" sz="1100" b="1" dirty="0"/>
              <a:t>         /* LED2-PE5</a:t>
            </a:r>
            <a:r>
              <a:rPr lang="zh-CN" altLang="zh-CN" sz="1100" b="1" dirty="0"/>
              <a:t>引脚参数配置</a:t>
            </a:r>
            <a:r>
              <a:rPr lang="en-US" altLang="zh-CN" sz="1100" b="1" dirty="0"/>
              <a:t> */</a:t>
            </a:r>
            <a:endParaRPr lang="zh-CN" altLang="zh-CN" sz="1100" b="1" dirty="0"/>
          </a:p>
          <a:p>
            <a:r>
              <a:rPr lang="en-US" altLang="zh-CN" sz="1100" b="1" dirty="0"/>
              <a:t>  </a:t>
            </a:r>
            <a:r>
              <a:rPr lang="en-US" altLang="zh-CN" sz="1100" b="1" dirty="0" err="1">
                <a:solidFill>
                  <a:schemeClr val="accent5">
                    <a:lumMod val="75000"/>
                  </a:schemeClr>
                </a:solidFill>
              </a:rPr>
              <a:t>GPIO_InitStruct.Pin</a:t>
            </a:r>
            <a:r>
              <a:rPr lang="en-US" altLang="zh-CN" sz="1100" b="1" dirty="0">
                <a:solidFill>
                  <a:schemeClr val="accent5">
                    <a:lumMod val="75000"/>
                  </a:schemeClr>
                </a:solidFill>
              </a:rPr>
              <a:t> = LED2_Pin; </a:t>
            </a:r>
            <a:r>
              <a:rPr lang="en-US" altLang="zh-CN" sz="1100" b="1" dirty="0"/>
              <a:t>//I/O</a:t>
            </a:r>
            <a:r>
              <a:rPr lang="zh-CN" altLang="zh-CN" sz="1100" b="1" dirty="0"/>
              <a:t>引脚设置为</a:t>
            </a:r>
            <a:r>
              <a:rPr lang="en-US" altLang="zh-CN" sz="1100" b="1" dirty="0"/>
              <a:t>LED2-PE5</a:t>
            </a:r>
            <a:endParaRPr lang="zh-CN" altLang="zh-CN" sz="1100" b="1" dirty="0"/>
          </a:p>
          <a:p>
            <a:r>
              <a:rPr lang="en-US" altLang="zh-CN" sz="1100" b="1" dirty="0"/>
              <a:t>  </a:t>
            </a:r>
            <a:r>
              <a:rPr lang="en-US" altLang="zh-CN" sz="1100" b="1" dirty="0" err="1">
                <a:solidFill>
                  <a:schemeClr val="accent5">
                    <a:lumMod val="75000"/>
                  </a:schemeClr>
                </a:solidFill>
              </a:rPr>
              <a:t>GPIO_InitStruct.Mode</a:t>
            </a:r>
            <a:r>
              <a:rPr lang="en-US" altLang="zh-CN" sz="1100" b="1" dirty="0">
                <a:solidFill>
                  <a:schemeClr val="accent5">
                    <a:lumMod val="75000"/>
                  </a:schemeClr>
                </a:solidFill>
              </a:rPr>
              <a:t> = GPIO_MODE_OUTPUT_PP; </a:t>
            </a:r>
          </a:p>
          <a:p>
            <a:r>
              <a:rPr lang="en-US" altLang="zh-CN" sz="1100" b="1" dirty="0"/>
              <a:t>        //</a:t>
            </a:r>
            <a:r>
              <a:rPr lang="zh-CN" altLang="zh-CN" sz="1100" b="1" dirty="0"/>
              <a:t>引脚模式设置为推挽输出</a:t>
            </a:r>
          </a:p>
          <a:p>
            <a:r>
              <a:rPr lang="en-US" altLang="zh-CN" sz="1100" b="1" dirty="0"/>
              <a:t>  </a:t>
            </a:r>
            <a:r>
              <a:rPr lang="en-US" altLang="zh-CN" sz="1100" b="1" dirty="0" err="1">
                <a:solidFill>
                  <a:schemeClr val="accent5">
                    <a:lumMod val="75000"/>
                  </a:schemeClr>
                </a:solidFill>
              </a:rPr>
              <a:t>GPIO_InitStruct.Pull</a:t>
            </a:r>
            <a:r>
              <a:rPr lang="en-US" altLang="zh-CN" sz="1100" b="1" dirty="0">
                <a:solidFill>
                  <a:schemeClr val="accent5">
                    <a:lumMod val="75000"/>
                  </a:schemeClr>
                </a:solidFill>
              </a:rPr>
              <a:t> = GPIO_NOPULL; </a:t>
            </a:r>
            <a:r>
              <a:rPr lang="en-US" altLang="zh-CN" sz="1100" b="1" dirty="0"/>
              <a:t>//</a:t>
            </a:r>
            <a:r>
              <a:rPr lang="zh-CN" altLang="zh-CN" sz="1100" b="1" dirty="0"/>
              <a:t>无上拉</a:t>
            </a:r>
          </a:p>
          <a:p>
            <a:r>
              <a:rPr lang="en-US" altLang="zh-CN" sz="1100" b="1" dirty="0"/>
              <a:t>  </a:t>
            </a:r>
            <a:r>
              <a:rPr lang="en-US" altLang="zh-CN" sz="1100" b="1" dirty="0" err="1">
                <a:solidFill>
                  <a:schemeClr val="accent5">
                    <a:lumMod val="75000"/>
                  </a:schemeClr>
                </a:solidFill>
              </a:rPr>
              <a:t>GPIO_InitStruct.Speed</a:t>
            </a:r>
            <a:r>
              <a:rPr lang="en-US" altLang="zh-CN" sz="1100" b="1" dirty="0">
                <a:solidFill>
                  <a:schemeClr val="accent5">
                    <a:lumMod val="75000"/>
                  </a:schemeClr>
                </a:solidFill>
              </a:rPr>
              <a:t> = GPIO_SPEED_FREQ_LOW; </a:t>
            </a:r>
          </a:p>
          <a:p>
            <a:r>
              <a:rPr lang="en-US" altLang="zh-CN" sz="1100" b="1" dirty="0"/>
              <a:t>          //</a:t>
            </a:r>
            <a:r>
              <a:rPr lang="zh-CN" altLang="zh-CN" sz="1100" b="1" dirty="0"/>
              <a:t>输出速度为低速</a:t>
            </a:r>
          </a:p>
          <a:p>
            <a:r>
              <a:rPr lang="en-US" altLang="zh-CN" sz="1100" b="1" dirty="0"/>
              <a:t>  </a:t>
            </a:r>
            <a:r>
              <a:rPr lang="en-US" altLang="zh-CN" sz="1100" b="1" dirty="0" err="1">
                <a:solidFill>
                  <a:schemeClr val="accent5">
                    <a:lumMod val="75000"/>
                  </a:schemeClr>
                </a:solidFill>
              </a:rPr>
              <a:t>HAL_GPIO_Init</a:t>
            </a:r>
            <a:r>
              <a:rPr lang="en-US" altLang="zh-CN" sz="1100" b="1" dirty="0">
                <a:solidFill>
                  <a:schemeClr val="accent5">
                    <a:lumMod val="75000"/>
                  </a:schemeClr>
                </a:solidFill>
              </a:rPr>
              <a:t>(LED2_GPIO_Port, &amp;</a:t>
            </a:r>
            <a:r>
              <a:rPr lang="en-US" altLang="zh-CN" sz="1100" b="1" dirty="0" err="1">
                <a:solidFill>
                  <a:schemeClr val="accent5">
                    <a:lumMod val="75000"/>
                  </a:schemeClr>
                </a:solidFill>
              </a:rPr>
              <a:t>GPIO_InitStruct</a:t>
            </a:r>
            <a:r>
              <a:rPr lang="en-US" altLang="zh-CN" sz="1100" b="1" dirty="0">
                <a:solidFill>
                  <a:schemeClr val="accent5">
                    <a:lumMod val="75000"/>
                  </a:schemeClr>
                </a:solidFill>
              </a:rPr>
              <a:t>); </a:t>
            </a:r>
          </a:p>
          <a:p>
            <a:r>
              <a:rPr lang="en-US" altLang="zh-CN" sz="1100" b="1" dirty="0"/>
              <a:t>         //</a:t>
            </a:r>
            <a:r>
              <a:rPr lang="zh-CN" altLang="zh-CN" sz="1100" b="1" dirty="0"/>
              <a:t>调用初始化函数初始化</a:t>
            </a:r>
            <a:r>
              <a:rPr lang="en-US" altLang="zh-CN" sz="1100" b="1" dirty="0"/>
              <a:t>PE5</a:t>
            </a:r>
            <a:endParaRPr lang="zh-CN" altLang="zh-CN" sz="1100" b="1" dirty="0"/>
          </a:p>
          <a:p>
            <a:r>
              <a:rPr lang="en-US" altLang="zh-CN" sz="1100" b="1" dirty="0"/>
              <a:t> </a:t>
            </a:r>
            <a:endParaRPr lang="zh-CN" altLang="zh-CN" sz="1100" b="1" dirty="0"/>
          </a:p>
          <a:p>
            <a:r>
              <a:rPr lang="en-US" altLang="zh-CN" sz="1100" b="1" dirty="0"/>
              <a:t>          /* LED1-PB5</a:t>
            </a:r>
            <a:r>
              <a:rPr lang="zh-CN" altLang="zh-CN" sz="1100" b="1" dirty="0"/>
              <a:t>引脚参数配置</a:t>
            </a:r>
            <a:r>
              <a:rPr lang="en-US" altLang="zh-CN" sz="1100" b="1" dirty="0"/>
              <a:t> */</a:t>
            </a:r>
            <a:endParaRPr lang="zh-CN" altLang="zh-CN" sz="1100" b="1" dirty="0"/>
          </a:p>
          <a:p>
            <a:r>
              <a:rPr lang="en-US" altLang="zh-CN" sz="1100" b="1" dirty="0">
                <a:solidFill>
                  <a:schemeClr val="accent5">
                    <a:lumMod val="75000"/>
                  </a:schemeClr>
                </a:solidFill>
              </a:rPr>
              <a:t>  </a:t>
            </a:r>
            <a:r>
              <a:rPr lang="en-US" altLang="zh-CN" sz="1100" b="1" dirty="0" err="1">
                <a:solidFill>
                  <a:schemeClr val="accent5">
                    <a:lumMod val="75000"/>
                  </a:schemeClr>
                </a:solidFill>
              </a:rPr>
              <a:t>GPIO_InitStruct.Pin</a:t>
            </a:r>
            <a:r>
              <a:rPr lang="en-US" altLang="zh-CN" sz="1100" b="1" dirty="0">
                <a:solidFill>
                  <a:schemeClr val="accent5">
                    <a:lumMod val="75000"/>
                  </a:schemeClr>
                </a:solidFill>
              </a:rPr>
              <a:t> = LED1_Pin; </a:t>
            </a:r>
            <a:r>
              <a:rPr lang="en-US" altLang="zh-CN" sz="1100" b="1" dirty="0"/>
              <a:t>//I/O</a:t>
            </a:r>
            <a:r>
              <a:rPr lang="zh-CN" altLang="zh-CN" sz="1100" b="1" dirty="0"/>
              <a:t>引脚设置为</a:t>
            </a:r>
            <a:r>
              <a:rPr lang="en-US" altLang="zh-CN" sz="1100" b="1" dirty="0"/>
              <a:t>LED1-PB5</a:t>
            </a:r>
            <a:endParaRPr lang="zh-CN" altLang="zh-CN" sz="1100" b="1" dirty="0"/>
          </a:p>
          <a:p>
            <a:r>
              <a:rPr lang="en-US" altLang="zh-CN" sz="1100" b="1" dirty="0"/>
              <a:t>  </a:t>
            </a:r>
            <a:r>
              <a:rPr lang="en-US" altLang="zh-CN" sz="1100" b="1" dirty="0" err="1">
                <a:solidFill>
                  <a:schemeClr val="accent5">
                    <a:lumMod val="75000"/>
                  </a:schemeClr>
                </a:solidFill>
              </a:rPr>
              <a:t>GPIO_InitStruct.Mode</a:t>
            </a:r>
            <a:r>
              <a:rPr lang="en-US" altLang="zh-CN" sz="1100" b="1" dirty="0">
                <a:solidFill>
                  <a:schemeClr val="accent5">
                    <a:lumMod val="75000"/>
                  </a:schemeClr>
                </a:solidFill>
              </a:rPr>
              <a:t> = GPIO_MODE_OUTPUT_PP; </a:t>
            </a:r>
          </a:p>
          <a:p>
            <a:r>
              <a:rPr lang="en-US" altLang="zh-CN" sz="1100" b="1" dirty="0"/>
              <a:t>          //</a:t>
            </a:r>
            <a:r>
              <a:rPr lang="zh-CN" altLang="zh-CN" sz="1100" b="1" dirty="0"/>
              <a:t>引脚模式设置为推挽输出</a:t>
            </a:r>
          </a:p>
          <a:p>
            <a:r>
              <a:rPr lang="en-US" altLang="zh-CN" sz="1100" b="1" dirty="0"/>
              <a:t>  </a:t>
            </a:r>
            <a:r>
              <a:rPr lang="en-US" altLang="zh-CN" sz="1100" b="1" dirty="0" err="1">
                <a:solidFill>
                  <a:schemeClr val="accent5">
                    <a:lumMod val="75000"/>
                  </a:schemeClr>
                </a:solidFill>
              </a:rPr>
              <a:t>GPIO_InitStruct.Pull</a:t>
            </a:r>
            <a:r>
              <a:rPr lang="en-US" altLang="zh-CN" sz="1100" b="1" dirty="0">
                <a:solidFill>
                  <a:schemeClr val="accent5">
                    <a:lumMod val="75000"/>
                  </a:schemeClr>
                </a:solidFill>
              </a:rPr>
              <a:t> = GPIO_NOPULL; </a:t>
            </a:r>
            <a:r>
              <a:rPr lang="en-US" altLang="zh-CN" sz="1100" b="1" dirty="0"/>
              <a:t>//</a:t>
            </a:r>
            <a:r>
              <a:rPr lang="zh-CN" altLang="zh-CN" sz="1100" b="1" dirty="0"/>
              <a:t>无上拉</a:t>
            </a:r>
          </a:p>
          <a:p>
            <a:r>
              <a:rPr lang="en-US" altLang="zh-CN" sz="1100" b="1" dirty="0"/>
              <a:t>  </a:t>
            </a:r>
            <a:r>
              <a:rPr lang="en-US" altLang="zh-CN" sz="1100" b="1" dirty="0" err="1">
                <a:solidFill>
                  <a:schemeClr val="accent5">
                    <a:lumMod val="75000"/>
                  </a:schemeClr>
                </a:solidFill>
              </a:rPr>
              <a:t>GPIO_InitStruct.Speed</a:t>
            </a:r>
            <a:r>
              <a:rPr lang="en-US" altLang="zh-CN" sz="1100" b="1" dirty="0">
                <a:solidFill>
                  <a:schemeClr val="accent5">
                    <a:lumMod val="75000"/>
                  </a:schemeClr>
                </a:solidFill>
              </a:rPr>
              <a:t> = GPIO_SPEED_FREQ_LOW; </a:t>
            </a:r>
          </a:p>
          <a:p>
            <a:r>
              <a:rPr lang="en-US" altLang="zh-CN" sz="1100" b="1" dirty="0"/>
              <a:t>           //</a:t>
            </a:r>
            <a:r>
              <a:rPr lang="zh-CN" altLang="zh-CN" sz="1100" b="1" dirty="0"/>
              <a:t>输出速度为低速</a:t>
            </a:r>
          </a:p>
          <a:p>
            <a:r>
              <a:rPr lang="en-US" altLang="zh-CN" sz="1100" b="1" dirty="0"/>
              <a:t>  </a:t>
            </a:r>
            <a:r>
              <a:rPr lang="en-US" altLang="zh-CN" sz="1100" b="1" dirty="0" err="1">
                <a:solidFill>
                  <a:schemeClr val="accent5">
                    <a:lumMod val="75000"/>
                  </a:schemeClr>
                </a:solidFill>
              </a:rPr>
              <a:t>HAL_GPIO_Init</a:t>
            </a:r>
            <a:r>
              <a:rPr lang="en-US" altLang="zh-CN" sz="1100" b="1" dirty="0">
                <a:solidFill>
                  <a:schemeClr val="accent5">
                    <a:lumMod val="75000"/>
                  </a:schemeClr>
                </a:solidFill>
              </a:rPr>
              <a:t>(LED1_GPIO_Port, &amp;</a:t>
            </a:r>
            <a:r>
              <a:rPr lang="en-US" altLang="zh-CN" sz="1100" b="1" dirty="0" err="1">
                <a:solidFill>
                  <a:schemeClr val="accent5">
                    <a:lumMod val="75000"/>
                  </a:schemeClr>
                </a:solidFill>
              </a:rPr>
              <a:t>GPIO_InitStruct</a:t>
            </a:r>
            <a:r>
              <a:rPr lang="en-US" altLang="zh-CN" sz="1100" b="1" dirty="0">
                <a:solidFill>
                  <a:schemeClr val="accent5">
                    <a:lumMod val="75000"/>
                  </a:schemeClr>
                </a:solidFill>
              </a:rPr>
              <a:t>); </a:t>
            </a:r>
          </a:p>
          <a:p>
            <a:r>
              <a:rPr lang="en-US" altLang="zh-CN" sz="1100" b="1" dirty="0"/>
              <a:t>           //</a:t>
            </a:r>
            <a:r>
              <a:rPr lang="zh-CN" altLang="zh-CN" sz="1100" b="1" dirty="0"/>
              <a:t>调用初始化函数初始化</a:t>
            </a:r>
            <a:r>
              <a:rPr lang="en-US" altLang="zh-CN" sz="1100" b="1" dirty="0"/>
              <a:t>PB5</a:t>
            </a:r>
            <a:endParaRPr lang="zh-CN" altLang="zh-CN" sz="1100" b="1" dirty="0"/>
          </a:p>
          <a:p>
            <a:r>
              <a:rPr lang="en-US" altLang="zh-CN" sz="1100" b="1" dirty="0"/>
              <a:t>}</a:t>
            </a:r>
            <a:endParaRPr lang="zh-CN" altLang="zh-CN" sz="1100" b="1" dirty="0"/>
          </a:p>
        </p:txBody>
      </p:sp>
      <p:sp>
        <p:nvSpPr>
          <p:cNvPr id="3" name="矩形 2"/>
          <p:cNvSpPr/>
          <p:nvPr/>
        </p:nvSpPr>
        <p:spPr>
          <a:xfrm>
            <a:off x="7236296" y="275440"/>
            <a:ext cx="107433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 err="1">
                <a:solidFill>
                  <a:schemeClr val="accent5">
                    <a:lumMod val="75000"/>
                  </a:schemeClr>
                </a:solidFill>
              </a:rPr>
              <a:t>g</a:t>
            </a:r>
            <a:r>
              <a:rPr lang="en-US" altLang="zh-CN" sz="2800" b="1" dirty="0" err="1" smtClean="0">
                <a:solidFill>
                  <a:schemeClr val="accent5">
                    <a:lumMod val="75000"/>
                  </a:schemeClr>
                </a:solidFill>
              </a:rPr>
              <a:t>pio.c</a:t>
            </a:r>
            <a:endParaRPr lang="zh-CN" altLang="en-US" sz="2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1" y="339503"/>
            <a:ext cx="2985621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5496" y="339503"/>
            <a:ext cx="276831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solidFill>
                  <a:schemeClr val="bg1"/>
                </a:solidFill>
              </a:rPr>
              <a:t> </a:t>
            </a:r>
            <a:r>
              <a:rPr lang="en-US" altLang="zh-CN" sz="2400" b="1" dirty="0">
                <a:solidFill>
                  <a:schemeClr val="bg1"/>
                </a:solidFill>
              </a:rPr>
              <a:t>GPIO</a:t>
            </a:r>
            <a:r>
              <a:rPr lang="zh-CN" altLang="en-US" sz="2400" b="1" dirty="0">
                <a:solidFill>
                  <a:schemeClr val="bg1"/>
                </a:solidFill>
              </a:rPr>
              <a:t>工程源码解析</a:t>
            </a:r>
            <a:endParaRPr lang="zh-CN" altLang="en-US" sz="2400" b="1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8389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35496" y="339503"/>
            <a:ext cx="675108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solidFill>
                  <a:schemeClr val="bg1"/>
                </a:solidFill>
              </a:rPr>
              <a:t> </a:t>
            </a:r>
            <a:r>
              <a:rPr lang="en-US" altLang="zh-CN" sz="2400" b="1" dirty="0" smtClean="0">
                <a:solidFill>
                  <a:schemeClr val="bg1"/>
                </a:solidFill>
              </a:rPr>
              <a:t>5.4.2 HAL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库</a:t>
            </a:r>
            <a:r>
              <a:rPr lang="en-US" altLang="zh-CN" sz="2400" b="1" dirty="0" smtClean="0">
                <a:solidFill>
                  <a:schemeClr val="bg1"/>
                </a:solidFill>
              </a:rPr>
              <a:t>GPIO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应用实例</a:t>
            </a:r>
            <a:r>
              <a:rPr lang="en-US" altLang="zh-CN" sz="2400" b="1" dirty="0" smtClean="0">
                <a:solidFill>
                  <a:schemeClr val="bg1"/>
                </a:solidFill>
              </a:rPr>
              <a:t>——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源码分析</a:t>
            </a:r>
          </a:p>
        </p:txBody>
      </p:sp>
      <p:sp>
        <p:nvSpPr>
          <p:cNvPr id="114689" name="Rectangle 1"/>
          <p:cNvSpPr>
            <a:spLocks noChangeArrowheads="1"/>
          </p:cNvSpPr>
          <p:nvPr/>
        </p:nvSpPr>
        <p:spPr bwMode="auto">
          <a:xfrm>
            <a:off x="451804" y="1522988"/>
            <a:ext cx="4176464" cy="3046988"/>
          </a:xfrm>
          <a:prstGeom prst="rect">
            <a:avLst/>
          </a:prstGeom>
          <a:noFill/>
          <a:ln w="19050">
            <a:solidFill>
              <a:schemeClr val="accent5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600" b="1" dirty="0" smtClean="0"/>
              <a:t>     /*</a:t>
            </a:r>
            <a:r>
              <a:rPr lang="zh-CN" altLang="en-US" sz="1600" b="1" dirty="0" smtClean="0"/>
              <a:t>条件编译，防止头文件被重复包含</a:t>
            </a:r>
            <a:r>
              <a:rPr lang="en-US" sz="1600" b="1" dirty="0" smtClean="0"/>
              <a:t>*/</a:t>
            </a:r>
            <a:endParaRPr lang="zh-CN" altLang="en-US" sz="1600" b="1" dirty="0" smtClean="0"/>
          </a:p>
          <a:p>
            <a:r>
              <a:rPr lang="en-US" sz="1600" b="1" dirty="0" smtClean="0">
                <a:solidFill>
                  <a:schemeClr val="accent5">
                    <a:lumMod val="75000"/>
                  </a:schemeClr>
                </a:solidFill>
              </a:rPr>
              <a:t>#</a:t>
            </a:r>
            <a:r>
              <a:rPr lang="en-US" sz="1600" b="1" dirty="0" err="1" smtClean="0">
                <a:solidFill>
                  <a:schemeClr val="accent5">
                    <a:lumMod val="75000"/>
                  </a:schemeClr>
                </a:solidFill>
              </a:rPr>
              <a:t>ifndef</a:t>
            </a:r>
            <a:r>
              <a:rPr lang="en-US" sz="1600" b="1" dirty="0" smtClean="0">
                <a:solidFill>
                  <a:schemeClr val="accent5">
                    <a:lumMod val="75000"/>
                  </a:schemeClr>
                </a:solidFill>
              </a:rPr>
              <a:t> __MAIN_H</a:t>
            </a:r>
            <a:endParaRPr lang="zh-CN" altLang="en-US" sz="1600" b="1" dirty="0" smtClean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sz="1600" b="1" dirty="0" smtClean="0">
                <a:solidFill>
                  <a:schemeClr val="accent5">
                    <a:lumMod val="75000"/>
                  </a:schemeClr>
                </a:solidFill>
              </a:rPr>
              <a:t>#define __MAIN_H</a:t>
            </a:r>
            <a:endParaRPr lang="zh-CN" altLang="en-US" sz="1600" b="1" dirty="0" smtClean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sz="1600" b="1" dirty="0" smtClean="0"/>
              <a:t> </a:t>
            </a:r>
            <a:endParaRPr lang="zh-CN" altLang="en-US" sz="1600" b="1" dirty="0" smtClean="0"/>
          </a:p>
          <a:p>
            <a:r>
              <a:rPr lang="en-US" sz="1600" b="1" dirty="0">
                <a:solidFill>
                  <a:schemeClr val="accent5">
                    <a:lumMod val="75000"/>
                  </a:schemeClr>
                </a:solidFill>
              </a:rPr>
              <a:t>#</a:t>
            </a:r>
            <a:r>
              <a:rPr lang="en-US" sz="1600" b="1" dirty="0" err="1">
                <a:solidFill>
                  <a:schemeClr val="accent5">
                    <a:lumMod val="75000"/>
                  </a:schemeClr>
                </a:solidFill>
              </a:rPr>
              <a:t>ifdef</a:t>
            </a:r>
            <a:r>
              <a:rPr lang="en-US" sz="1600" b="1" dirty="0">
                <a:solidFill>
                  <a:schemeClr val="accent5">
                    <a:lumMod val="75000"/>
                  </a:schemeClr>
                </a:solidFill>
              </a:rPr>
              <a:t> __</a:t>
            </a:r>
            <a:r>
              <a:rPr lang="en-US" sz="1600" b="1" dirty="0" err="1">
                <a:solidFill>
                  <a:schemeClr val="accent5">
                    <a:lumMod val="75000"/>
                  </a:schemeClr>
                </a:solidFill>
              </a:rPr>
              <a:t>cplusplus</a:t>
            </a:r>
            <a:endParaRPr lang="zh-CN" altLang="en-US" sz="1600" b="1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sz="1600" b="1" dirty="0">
                <a:solidFill>
                  <a:schemeClr val="accent5">
                    <a:lumMod val="75000"/>
                  </a:schemeClr>
                </a:solidFill>
              </a:rPr>
              <a:t>extern "C" {</a:t>
            </a:r>
            <a:endParaRPr lang="zh-CN" altLang="en-US" sz="1600" b="1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sz="1600" b="1" dirty="0">
                <a:solidFill>
                  <a:schemeClr val="accent5">
                    <a:lumMod val="75000"/>
                  </a:schemeClr>
                </a:solidFill>
              </a:rPr>
              <a:t>#</a:t>
            </a:r>
            <a:r>
              <a:rPr lang="en-US" sz="1600" b="1" dirty="0" err="1">
                <a:solidFill>
                  <a:schemeClr val="accent5">
                    <a:lumMod val="75000"/>
                  </a:schemeClr>
                </a:solidFill>
              </a:rPr>
              <a:t>endif</a:t>
            </a:r>
            <a:endParaRPr lang="zh-CN" altLang="en-US" sz="1600" b="1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sz="1600" b="1" dirty="0" smtClean="0"/>
              <a:t> </a:t>
            </a:r>
            <a:endParaRPr lang="zh-CN" altLang="en-US" sz="1600" b="1" dirty="0" smtClean="0"/>
          </a:p>
          <a:p>
            <a:r>
              <a:rPr lang="en-US" sz="1600" b="1" dirty="0" smtClean="0"/>
              <a:t>      /* Includes </a:t>
            </a:r>
            <a:r>
              <a:rPr lang="zh-CN" altLang="en-US" sz="1600" b="1" dirty="0" smtClean="0"/>
              <a:t>头文件</a:t>
            </a:r>
            <a:r>
              <a:rPr lang="en-US" sz="1600" b="1" dirty="0" smtClean="0"/>
              <a:t>,stm32f1xx_hal.h</a:t>
            </a:r>
            <a:r>
              <a:rPr lang="zh-CN" altLang="en-US" sz="1600" b="1" dirty="0" smtClean="0"/>
              <a:t>这个头文件很重要</a:t>
            </a:r>
            <a:r>
              <a:rPr lang="en-US" sz="1600" b="1" dirty="0" smtClean="0"/>
              <a:t>*/</a:t>
            </a:r>
            <a:endParaRPr lang="zh-CN" altLang="en-US" sz="1600" b="1" dirty="0" smtClean="0"/>
          </a:p>
          <a:p>
            <a:r>
              <a:rPr lang="en-US" sz="1600" b="1" dirty="0">
                <a:solidFill>
                  <a:schemeClr val="accent5">
                    <a:lumMod val="75000"/>
                  </a:schemeClr>
                </a:solidFill>
              </a:rPr>
              <a:t>#include "stm32f1xx_hal.h"</a:t>
            </a:r>
            <a:endParaRPr lang="zh-CN" altLang="en-US" sz="1600" b="1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sz="1600" b="1" dirty="0" smtClean="0"/>
              <a:t> </a:t>
            </a:r>
            <a:endParaRPr lang="zh-CN" altLang="en-US" sz="1600" b="1" dirty="0"/>
          </a:p>
        </p:txBody>
      </p:sp>
      <p:sp>
        <p:nvSpPr>
          <p:cNvPr id="7" name="矩形 6"/>
          <p:cNvSpPr/>
          <p:nvPr/>
        </p:nvSpPr>
        <p:spPr>
          <a:xfrm>
            <a:off x="5031373" y="1226627"/>
            <a:ext cx="3885582" cy="3293209"/>
          </a:xfrm>
          <a:prstGeom prst="rect">
            <a:avLst/>
          </a:prstGeom>
          <a:noFill/>
          <a:ln w="19050">
            <a:solidFill>
              <a:schemeClr val="accent5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zh-CN" sz="1600" b="1" dirty="0"/>
              <a:t>      /* </a:t>
            </a:r>
            <a:r>
              <a:rPr lang="zh-CN" altLang="en-US" sz="1600" b="1" dirty="0"/>
              <a:t>函数声明</a:t>
            </a:r>
            <a:r>
              <a:rPr lang="en-US" altLang="zh-CN" sz="1600" b="1" dirty="0"/>
              <a:t> */</a:t>
            </a:r>
            <a:endParaRPr lang="zh-CN" altLang="en-US" sz="1600" b="1" dirty="0"/>
          </a:p>
          <a:p>
            <a:r>
              <a:rPr lang="en-US" altLang="zh-CN" sz="1600" b="1" dirty="0">
                <a:solidFill>
                  <a:schemeClr val="accent5">
                    <a:lumMod val="75000"/>
                  </a:schemeClr>
                </a:solidFill>
              </a:rPr>
              <a:t>void </a:t>
            </a:r>
            <a:r>
              <a:rPr lang="en-US" altLang="zh-CN" sz="1600" b="1" dirty="0" err="1">
                <a:solidFill>
                  <a:schemeClr val="accent5">
                    <a:lumMod val="75000"/>
                  </a:schemeClr>
                </a:solidFill>
              </a:rPr>
              <a:t>Error_Handler</a:t>
            </a:r>
            <a:r>
              <a:rPr lang="en-US" altLang="zh-CN" sz="1600" b="1" dirty="0">
                <a:solidFill>
                  <a:schemeClr val="accent5">
                    <a:lumMod val="75000"/>
                  </a:schemeClr>
                </a:solidFill>
              </a:rPr>
              <a:t>(void);</a:t>
            </a:r>
            <a:endParaRPr lang="zh-CN" altLang="en-US" sz="1600" b="1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sz="1600" b="1" dirty="0"/>
              <a:t>      /* </a:t>
            </a:r>
            <a:r>
              <a:rPr lang="zh-CN" altLang="en-US" sz="1600" b="1" dirty="0"/>
              <a:t>端口引脚的宏定义，方便修改</a:t>
            </a:r>
            <a:r>
              <a:rPr lang="en-US" sz="1600" b="1" dirty="0"/>
              <a:t> */</a:t>
            </a:r>
            <a:endParaRPr lang="zh-CN" altLang="en-US" sz="1600" b="1" dirty="0"/>
          </a:p>
          <a:p>
            <a:r>
              <a:rPr lang="en-US" sz="1600" b="1" dirty="0">
                <a:solidFill>
                  <a:schemeClr val="accent5">
                    <a:lumMod val="75000"/>
                  </a:schemeClr>
                </a:solidFill>
              </a:rPr>
              <a:t>#define LED2_Pin GPIO_PIN_5</a:t>
            </a:r>
            <a:endParaRPr lang="zh-CN" altLang="en-US" sz="1600" b="1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sz="1600" b="1" dirty="0">
                <a:solidFill>
                  <a:schemeClr val="accent5">
                    <a:lumMod val="75000"/>
                  </a:schemeClr>
                </a:solidFill>
              </a:rPr>
              <a:t>#define LED2_GPIO_Port GPIOE</a:t>
            </a:r>
            <a:endParaRPr lang="zh-CN" altLang="en-US" sz="1600" b="1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sz="1600" b="1" dirty="0">
                <a:solidFill>
                  <a:schemeClr val="accent5">
                    <a:lumMod val="75000"/>
                  </a:schemeClr>
                </a:solidFill>
              </a:rPr>
              <a:t>#define LED1_Pin GPIO_PIN_5</a:t>
            </a:r>
            <a:endParaRPr lang="zh-CN" altLang="en-US" sz="1600" b="1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sz="1600" b="1" dirty="0">
                <a:solidFill>
                  <a:schemeClr val="accent5">
                    <a:lumMod val="75000"/>
                  </a:schemeClr>
                </a:solidFill>
              </a:rPr>
              <a:t>#define LED1_GPIO_Port GPIOB</a:t>
            </a:r>
            <a:endParaRPr lang="zh-CN" altLang="en-US" sz="1600" b="1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sz="1600" b="1" dirty="0">
                <a:solidFill>
                  <a:schemeClr val="accent5">
                    <a:lumMod val="75000"/>
                  </a:schemeClr>
                </a:solidFill>
              </a:rPr>
              <a:t> </a:t>
            </a:r>
            <a:endParaRPr lang="zh-CN" altLang="en-US" sz="1600" b="1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sz="1600" b="1" dirty="0">
                <a:solidFill>
                  <a:schemeClr val="accent5">
                    <a:lumMod val="75000"/>
                  </a:schemeClr>
                </a:solidFill>
              </a:rPr>
              <a:t>#</a:t>
            </a:r>
            <a:r>
              <a:rPr lang="en-US" sz="1600" b="1" dirty="0" err="1">
                <a:solidFill>
                  <a:schemeClr val="accent5">
                    <a:lumMod val="75000"/>
                  </a:schemeClr>
                </a:solidFill>
              </a:rPr>
              <a:t>ifdef</a:t>
            </a:r>
            <a:r>
              <a:rPr lang="en-US" sz="1600" b="1" dirty="0">
                <a:solidFill>
                  <a:schemeClr val="accent5">
                    <a:lumMod val="75000"/>
                  </a:schemeClr>
                </a:solidFill>
              </a:rPr>
              <a:t> __</a:t>
            </a:r>
            <a:r>
              <a:rPr lang="en-US" sz="1600" b="1" dirty="0" err="1">
                <a:solidFill>
                  <a:schemeClr val="accent5">
                    <a:lumMod val="75000"/>
                  </a:schemeClr>
                </a:solidFill>
              </a:rPr>
              <a:t>cplusplus</a:t>
            </a:r>
            <a:endParaRPr lang="zh-CN" altLang="en-US" sz="1600" b="1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sz="1600" b="1" dirty="0">
                <a:solidFill>
                  <a:schemeClr val="accent5">
                    <a:lumMod val="75000"/>
                  </a:schemeClr>
                </a:solidFill>
              </a:rPr>
              <a:t>}</a:t>
            </a:r>
            <a:endParaRPr lang="zh-CN" altLang="en-US" sz="1600" b="1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sz="1600" b="1" dirty="0">
                <a:solidFill>
                  <a:schemeClr val="accent5">
                    <a:lumMod val="75000"/>
                  </a:schemeClr>
                </a:solidFill>
              </a:rPr>
              <a:t>#</a:t>
            </a:r>
            <a:r>
              <a:rPr lang="en-US" sz="1600" b="1" dirty="0" err="1">
                <a:solidFill>
                  <a:schemeClr val="accent5">
                    <a:lumMod val="75000"/>
                  </a:schemeClr>
                </a:solidFill>
              </a:rPr>
              <a:t>endif</a:t>
            </a:r>
            <a:endParaRPr lang="zh-CN" altLang="en-US" sz="1600" b="1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sz="1600" b="1" dirty="0">
                <a:solidFill>
                  <a:schemeClr val="accent5">
                    <a:lumMod val="75000"/>
                  </a:schemeClr>
                </a:solidFill>
              </a:rPr>
              <a:t> </a:t>
            </a:r>
            <a:endParaRPr lang="zh-CN" altLang="en-US" sz="1600" b="1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sz="1600" b="1" dirty="0">
                <a:solidFill>
                  <a:schemeClr val="accent5">
                    <a:lumMod val="75000"/>
                  </a:schemeClr>
                </a:solidFill>
              </a:rPr>
              <a:t>#</a:t>
            </a:r>
            <a:r>
              <a:rPr lang="en-US" sz="1600" b="1" dirty="0" err="1">
                <a:solidFill>
                  <a:schemeClr val="accent5">
                    <a:lumMod val="75000"/>
                  </a:schemeClr>
                </a:solidFill>
              </a:rPr>
              <a:t>endif</a:t>
            </a:r>
            <a:r>
              <a:rPr lang="en-US" sz="16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1600" b="1" dirty="0"/>
              <a:t>/* __MAIN_H */</a:t>
            </a:r>
            <a:endParaRPr lang="zh-CN" altLang="en-US" sz="1600" b="1" dirty="0"/>
          </a:p>
        </p:txBody>
      </p:sp>
      <p:sp>
        <p:nvSpPr>
          <p:cNvPr id="3" name="矩形 2"/>
          <p:cNvSpPr/>
          <p:nvPr/>
        </p:nvSpPr>
        <p:spPr>
          <a:xfrm>
            <a:off x="467544" y="968599"/>
            <a:ext cx="122341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 err="1" smtClean="0">
                <a:solidFill>
                  <a:schemeClr val="accent5">
                    <a:lumMod val="75000"/>
                  </a:schemeClr>
                </a:solidFill>
              </a:rPr>
              <a:t>main.h</a:t>
            </a:r>
            <a:endParaRPr lang="zh-CN" altLang="en-US" sz="2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1" y="339503"/>
            <a:ext cx="2985621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5496" y="339503"/>
            <a:ext cx="276831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solidFill>
                  <a:schemeClr val="bg1"/>
                </a:solidFill>
              </a:rPr>
              <a:t> </a:t>
            </a:r>
            <a:r>
              <a:rPr lang="en-US" altLang="zh-CN" sz="2400" b="1" dirty="0">
                <a:solidFill>
                  <a:schemeClr val="bg1"/>
                </a:solidFill>
              </a:rPr>
              <a:t>GPIO</a:t>
            </a:r>
            <a:r>
              <a:rPr lang="zh-CN" altLang="en-US" sz="2400" b="1" dirty="0">
                <a:solidFill>
                  <a:schemeClr val="bg1"/>
                </a:solidFill>
              </a:rPr>
              <a:t>工程源码解析</a:t>
            </a:r>
            <a:endParaRPr lang="zh-CN" altLang="en-US" sz="2400" b="1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7754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14689" name="Rectangle 1"/>
          <p:cNvSpPr>
            <a:spLocks noChangeArrowheads="1"/>
          </p:cNvSpPr>
          <p:nvPr/>
        </p:nvSpPr>
        <p:spPr bwMode="auto">
          <a:xfrm>
            <a:off x="2928926" y="1214428"/>
            <a:ext cx="5000660" cy="3539430"/>
          </a:xfrm>
          <a:prstGeom prst="rect">
            <a:avLst/>
          </a:prstGeom>
          <a:noFill/>
          <a:ln w="28575">
            <a:solidFill>
              <a:schemeClr val="accent5">
                <a:lumMod val="60000"/>
                <a:lumOff val="4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       /* </a:t>
            </a:r>
            <a:r>
              <a:rPr kumimoji="0" lang="zh-CN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条件编译，防止头文件被重复包含</a:t>
            </a:r>
            <a:r>
              <a:rPr kumimoji="0" lang="zh-CN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*</a:t>
            </a:r>
            <a:r>
              <a:rPr kumimoji="0" lang="en-US" altLang="zh-CN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/</a:t>
            </a:r>
            <a:endParaRPr kumimoji="0" lang="en-US" altLang="zh-CN" sz="11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 dirty="0" smtClean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#</a:t>
            </a:r>
            <a:r>
              <a:rPr kumimoji="0" lang="en-US" altLang="zh-CN" sz="1600" b="1" i="0" u="none" strike="noStrike" cap="none" normalizeH="0" baseline="0" dirty="0" err="1" smtClean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ifndef</a:t>
            </a:r>
            <a:r>
              <a:rPr kumimoji="0" lang="en-US" altLang="zh-CN" sz="1600" b="1" i="0" u="none" strike="noStrike" cap="none" normalizeH="0" baseline="0" dirty="0" smtClean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 __</a:t>
            </a:r>
            <a:r>
              <a:rPr kumimoji="0" lang="en-US" altLang="zh-CN" sz="1600" b="1" i="0" u="none" strike="noStrike" cap="none" normalizeH="0" baseline="0" dirty="0" err="1" smtClean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gpio_H</a:t>
            </a:r>
            <a:endParaRPr kumimoji="0" lang="en-US" altLang="zh-CN" sz="1100" b="1" i="0" u="none" strike="noStrike" cap="none" normalizeH="0" baseline="0" dirty="0" smtClean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 dirty="0" smtClean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#define __</a:t>
            </a:r>
            <a:r>
              <a:rPr kumimoji="0" lang="en-US" altLang="zh-CN" sz="1600" b="1" i="0" u="none" strike="noStrike" cap="none" normalizeH="0" baseline="0" dirty="0" err="1" smtClean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gpio_H</a:t>
            </a:r>
            <a:endParaRPr kumimoji="0" lang="en-US" altLang="zh-CN" sz="1100" b="1" i="0" u="none" strike="noStrike" cap="none" normalizeH="0" baseline="0" dirty="0" smtClean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 dirty="0" smtClean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#</a:t>
            </a:r>
            <a:r>
              <a:rPr kumimoji="0" lang="en-US" altLang="zh-CN" sz="1600" b="1" i="0" u="none" strike="noStrike" cap="none" normalizeH="0" baseline="0" dirty="0" err="1" smtClean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ifdef</a:t>
            </a:r>
            <a:r>
              <a:rPr kumimoji="0" lang="en-US" altLang="zh-CN" sz="1600" b="1" i="0" u="none" strike="noStrike" cap="none" normalizeH="0" baseline="0" dirty="0" smtClean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 __</a:t>
            </a:r>
            <a:r>
              <a:rPr kumimoji="0" lang="en-US" altLang="zh-CN" sz="1600" b="1" i="0" u="none" strike="noStrike" cap="none" normalizeH="0" baseline="0" dirty="0" err="1" smtClean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cplusplus</a:t>
            </a:r>
            <a:endParaRPr kumimoji="0" lang="en-US" altLang="zh-CN" sz="1100" b="1" i="0" u="none" strike="noStrike" cap="none" normalizeH="0" baseline="0" dirty="0" smtClean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 dirty="0" smtClean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extern "C" {</a:t>
            </a:r>
            <a:endParaRPr kumimoji="0" lang="en-US" altLang="zh-CN" sz="1100" b="1" i="0" u="none" strike="noStrike" cap="none" normalizeH="0" baseline="0" dirty="0" smtClean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 dirty="0" smtClean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#</a:t>
            </a:r>
            <a:r>
              <a:rPr kumimoji="0" lang="en-US" altLang="zh-CN" sz="1600" b="1" i="0" u="none" strike="noStrike" cap="none" normalizeH="0" baseline="0" dirty="0" err="1" smtClean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endif</a:t>
            </a:r>
            <a:endParaRPr kumimoji="0" lang="en-US" altLang="zh-CN" sz="1100" b="1" i="0" u="none" strike="noStrike" cap="none" normalizeH="0" baseline="0" dirty="0" smtClean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     /* Includes </a:t>
            </a:r>
            <a:r>
              <a:rPr kumimoji="0" lang="zh-CN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头文件</a:t>
            </a:r>
            <a:r>
              <a:rPr kumimoji="0" lang="zh-CN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*</a:t>
            </a:r>
            <a:r>
              <a:rPr kumimoji="0" lang="en-US" altLang="zh-CN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/</a:t>
            </a:r>
            <a:endParaRPr kumimoji="0" lang="en-US" altLang="zh-CN" sz="11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indent="2667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 dirty="0">
                <a:solidFill>
                  <a:schemeClr val="accent5">
                    <a:lumMod val="75000"/>
                  </a:schemeClr>
                </a:solidFill>
                <a:latin typeface="Arial" pitchFamily="34" charset="0"/>
                <a:ea typeface="宋体" pitchFamily="2" charset="-122"/>
                <a:cs typeface="Times New Roman" pitchFamily="18" charset="0"/>
              </a:rPr>
              <a:t>#include "</a:t>
            </a:r>
            <a:r>
              <a:rPr lang="en-US" altLang="zh-CN" sz="1600" b="1" dirty="0" err="1">
                <a:solidFill>
                  <a:schemeClr val="accent5">
                    <a:lumMod val="75000"/>
                  </a:schemeClr>
                </a:solidFill>
                <a:latin typeface="Arial" pitchFamily="34" charset="0"/>
                <a:ea typeface="宋体" pitchFamily="2" charset="-122"/>
                <a:cs typeface="Times New Roman" pitchFamily="18" charset="0"/>
              </a:rPr>
              <a:t>main.h</a:t>
            </a:r>
            <a:r>
              <a:rPr lang="en-US" altLang="zh-CN" sz="1600" b="1" dirty="0">
                <a:solidFill>
                  <a:schemeClr val="accent5">
                    <a:lumMod val="75000"/>
                  </a:schemeClr>
                </a:solidFill>
                <a:latin typeface="Arial" pitchFamily="34" charset="0"/>
                <a:ea typeface="宋体" pitchFamily="2" charset="-122"/>
                <a:cs typeface="Times New Roman" pitchFamily="18" charset="0"/>
              </a:rPr>
              <a:t>"</a:t>
            </a:r>
          </a:p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     /* </a:t>
            </a:r>
            <a:r>
              <a:rPr kumimoji="0" lang="zh-CN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函数声明</a:t>
            </a:r>
            <a:r>
              <a:rPr kumimoji="0" lang="zh-CN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 *</a:t>
            </a:r>
            <a:r>
              <a:rPr kumimoji="0" lang="en-US" altLang="zh-CN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/</a:t>
            </a:r>
            <a:endParaRPr kumimoji="0" lang="en-US" altLang="zh-CN" sz="11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indent="2667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 dirty="0">
                <a:solidFill>
                  <a:schemeClr val="accent5">
                    <a:lumMod val="75000"/>
                  </a:schemeClr>
                </a:solidFill>
                <a:latin typeface="Arial" pitchFamily="34" charset="0"/>
                <a:ea typeface="宋体" pitchFamily="2" charset="-122"/>
                <a:cs typeface="Times New Roman" pitchFamily="18" charset="0"/>
              </a:rPr>
              <a:t>void </a:t>
            </a:r>
            <a:r>
              <a:rPr lang="en-US" altLang="zh-CN" sz="1600" b="1" dirty="0" err="1">
                <a:solidFill>
                  <a:schemeClr val="accent5">
                    <a:lumMod val="75000"/>
                  </a:schemeClr>
                </a:solidFill>
                <a:latin typeface="Arial" pitchFamily="34" charset="0"/>
                <a:ea typeface="宋体" pitchFamily="2" charset="-122"/>
                <a:cs typeface="Times New Roman" pitchFamily="18" charset="0"/>
              </a:rPr>
              <a:t>MX_GPIO_Init</a:t>
            </a:r>
            <a:r>
              <a:rPr lang="en-US" altLang="zh-CN" sz="1600" b="1" dirty="0">
                <a:solidFill>
                  <a:schemeClr val="accent5">
                    <a:lumMod val="75000"/>
                  </a:schemeClr>
                </a:solidFill>
                <a:latin typeface="Arial" pitchFamily="34" charset="0"/>
                <a:ea typeface="宋体" pitchFamily="2" charset="-122"/>
                <a:cs typeface="Times New Roman" pitchFamily="18" charset="0"/>
              </a:rPr>
              <a:t>(void);</a:t>
            </a:r>
          </a:p>
          <a:p>
            <a:pPr indent="2667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 dirty="0">
                <a:solidFill>
                  <a:schemeClr val="accent5">
                    <a:lumMod val="75000"/>
                  </a:schemeClr>
                </a:solidFill>
                <a:latin typeface="Arial" pitchFamily="34" charset="0"/>
                <a:ea typeface="宋体" pitchFamily="2" charset="-122"/>
                <a:cs typeface="Times New Roman" pitchFamily="18" charset="0"/>
              </a:rPr>
              <a:t>#</a:t>
            </a:r>
            <a:r>
              <a:rPr lang="en-US" altLang="zh-CN" sz="1600" b="1" dirty="0" err="1">
                <a:solidFill>
                  <a:schemeClr val="accent5">
                    <a:lumMod val="75000"/>
                  </a:schemeClr>
                </a:solidFill>
                <a:latin typeface="Arial" pitchFamily="34" charset="0"/>
                <a:ea typeface="宋体" pitchFamily="2" charset="-122"/>
                <a:cs typeface="Times New Roman" pitchFamily="18" charset="0"/>
              </a:rPr>
              <a:t>ifdef</a:t>
            </a:r>
            <a:r>
              <a:rPr lang="en-US" altLang="zh-CN" sz="1600" b="1" dirty="0">
                <a:solidFill>
                  <a:schemeClr val="accent5">
                    <a:lumMod val="75000"/>
                  </a:schemeClr>
                </a:solidFill>
                <a:latin typeface="Arial" pitchFamily="34" charset="0"/>
                <a:ea typeface="宋体" pitchFamily="2" charset="-122"/>
                <a:cs typeface="Times New Roman" pitchFamily="18" charset="0"/>
              </a:rPr>
              <a:t> __</a:t>
            </a:r>
            <a:r>
              <a:rPr lang="en-US" altLang="zh-CN" sz="1600" b="1" dirty="0" err="1">
                <a:solidFill>
                  <a:schemeClr val="accent5">
                    <a:lumMod val="75000"/>
                  </a:schemeClr>
                </a:solidFill>
                <a:latin typeface="Arial" pitchFamily="34" charset="0"/>
                <a:ea typeface="宋体" pitchFamily="2" charset="-122"/>
                <a:cs typeface="Times New Roman" pitchFamily="18" charset="0"/>
              </a:rPr>
              <a:t>cplusplus</a:t>
            </a:r>
            <a:endParaRPr lang="en-US" altLang="zh-CN" sz="1600" b="1" dirty="0">
              <a:solidFill>
                <a:schemeClr val="accent5">
                  <a:lumMod val="75000"/>
                </a:schemeClr>
              </a:solidFill>
              <a:latin typeface="Arial" pitchFamily="34" charset="0"/>
              <a:ea typeface="宋体" pitchFamily="2" charset="-122"/>
              <a:cs typeface="Times New Roman" pitchFamily="18" charset="0"/>
            </a:endParaRPr>
          </a:p>
          <a:p>
            <a:pPr indent="2667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 dirty="0">
                <a:solidFill>
                  <a:schemeClr val="accent5">
                    <a:lumMod val="75000"/>
                  </a:schemeClr>
                </a:solidFill>
                <a:latin typeface="Arial" pitchFamily="34" charset="0"/>
                <a:ea typeface="宋体" pitchFamily="2" charset="-122"/>
                <a:cs typeface="Times New Roman" pitchFamily="18" charset="0"/>
              </a:rPr>
              <a:t>}</a:t>
            </a:r>
          </a:p>
          <a:p>
            <a:pPr indent="2667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 dirty="0">
                <a:solidFill>
                  <a:schemeClr val="accent5">
                    <a:lumMod val="75000"/>
                  </a:schemeClr>
                </a:solidFill>
                <a:latin typeface="Arial" pitchFamily="34" charset="0"/>
                <a:ea typeface="宋体" pitchFamily="2" charset="-122"/>
                <a:cs typeface="Times New Roman" pitchFamily="18" charset="0"/>
              </a:rPr>
              <a:t>#</a:t>
            </a:r>
            <a:r>
              <a:rPr lang="en-US" altLang="zh-CN" sz="1600" b="1" dirty="0" err="1">
                <a:solidFill>
                  <a:schemeClr val="accent5">
                    <a:lumMod val="75000"/>
                  </a:schemeClr>
                </a:solidFill>
                <a:latin typeface="Arial" pitchFamily="34" charset="0"/>
                <a:ea typeface="宋体" pitchFamily="2" charset="-122"/>
                <a:cs typeface="Times New Roman" pitchFamily="18" charset="0"/>
              </a:rPr>
              <a:t>endif</a:t>
            </a:r>
            <a:endParaRPr lang="en-US" altLang="zh-CN" sz="1600" b="1" dirty="0">
              <a:solidFill>
                <a:schemeClr val="accent5">
                  <a:lumMod val="75000"/>
                </a:schemeClr>
              </a:solidFill>
              <a:latin typeface="Arial" pitchFamily="34" charset="0"/>
              <a:ea typeface="宋体" pitchFamily="2" charset="-122"/>
              <a:cs typeface="Times New Roman" pitchFamily="18" charset="0"/>
            </a:endParaRPr>
          </a:p>
          <a:p>
            <a:pPr indent="2667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 dirty="0">
                <a:solidFill>
                  <a:schemeClr val="accent5">
                    <a:lumMod val="75000"/>
                  </a:schemeClr>
                </a:solidFill>
                <a:latin typeface="Arial" pitchFamily="34" charset="0"/>
                <a:ea typeface="宋体" pitchFamily="2" charset="-122"/>
                <a:cs typeface="Times New Roman" pitchFamily="18" charset="0"/>
              </a:rPr>
              <a:t>#</a:t>
            </a:r>
            <a:r>
              <a:rPr lang="en-US" altLang="zh-CN" sz="1600" b="1" dirty="0" err="1">
                <a:solidFill>
                  <a:schemeClr val="accent5">
                    <a:lumMod val="75000"/>
                  </a:schemeClr>
                </a:solidFill>
                <a:latin typeface="Arial" pitchFamily="34" charset="0"/>
                <a:ea typeface="宋体" pitchFamily="2" charset="-122"/>
                <a:cs typeface="Times New Roman" pitchFamily="18" charset="0"/>
              </a:rPr>
              <a:t>endif</a:t>
            </a:r>
            <a:r>
              <a:rPr lang="en-US" altLang="zh-CN" sz="1600" b="1" dirty="0">
                <a:solidFill>
                  <a:schemeClr val="accent5">
                    <a:lumMod val="75000"/>
                  </a:schemeClr>
                </a:solidFill>
                <a:latin typeface="Arial" pitchFamily="34" charset="0"/>
                <a:ea typeface="宋体" pitchFamily="2" charset="-122"/>
                <a:cs typeface="Times New Roman" pitchFamily="18" charset="0"/>
              </a:rPr>
              <a:t> /*__ </a:t>
            </a:r>
            <a:r>
              <a:rPr lang="en-US" altLang="zh-CN" sz="1600" b="1" dirty="0" err="1">
                <a:solidFill>
                  <a:schemeClr val="accent5">
                    <a:lumMod val="75000"/>
                  </a:schemeClr>
                </a:solidFill>
                <a:latin typeface="Arial" pitchFamily="34" charset="0"/>
                <a:ea typeface="宋体" pitchFamily="2" charset="-122"/>
                <a:cs typeface="Times New Roman" pitchFamily="18" charset="0"/>
              </a:rPr>
              <a:t>pinoutConfig_H</a:t>
            </a:r>
            <a:r>
              <a:rPr lang="en-US" altLang="zh-CN" sz="1600" b="1" dirty="0">
                <a:solidFill>
                  <a:schemeClr val="accent5">
                    <a:lumMod val="75000"/>
                  </a:schemeClr>
                </a:solidFill>
                <a:latin typeface="Arial" pitchFamily="34" charset="0"/>
                <a:ea typeface="宋体" pitchFamily="2" charset="-122"/>
                <a:cs typeface="Times New Roman" pitchFamily="18" charset="0"/>
              </a:rPr>
              <a:t> */</a:t>
            </a:r>
          </a:p>
        </p:txBody>
      </p:sp>
      <p:sp>
        <p:nvSpPr>
          <p:cNvPr id="8" name="矩形 7"/>
          <p:cNvSpPr/>
          <p:nvPr/>
        </p:nvSpPr>
        <p:spPr>
          <a:xfrm>
            <a:off x="785936" y="2427734"/>
            <a:ext cx="160172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 smtClean="0">
                <a:solidFill>
                  <a:schemeClr val="accent5">
                    <a:lumMod val="75000"/>
                  </a:schemeClr>
                </a:solidFill>
              </a:rPr>
              <a:t>源码</a:t>
            </a:r>
            <a:r>
              <a:rPr lang="en-US" altLang="zh-CN" sz="2400" b="1" dirty="0" err="1" smtClean="0">
                <a:solidFill>
                  <a:schemeClr val="accent5">
                    <a:lumMod val="75000"/>
                  </a:schemeClr>
                </a:solidFill>
              </a:rPr>
              <a:t>gpio.h</a:t>
            </a:r>
            <a:endParaRPr lang="zh-CN" altLang="en-US" sz="24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1" y="339503"/>
            <a:ext cx="2985621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5496" y="339503"/>
            <a:ext cx="276831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solidFill>
                  <a:schemeClr val="bg1"/>
                </a:solidFill>
              </a:rPr>
              <a:t> </a:t>
            </a:r>
            <a:r>
              <a:rPr lang="en-US" altLang="zh-CN" sz="2400" b="1" dirty="0">
                <a:solidFill>
                  <a:schemeClr val="bg1"/>
                </a:solidFill>
              </a:rPr>
              <a:t>GPIO</a:t>
            </a:r>
            <a:r>
              <a:rPr lang="zh-CN" altLang="en-US" sz="2400" b="1" dirty="0">
                <a:solidFill>
                  <a:schemeClr val="bg1"/>
                </a:solidFill>
              </a:rPr>
              <a:t>工程源码解析</a:t>
            </a:r>
            <a:endParaRPr lang="zh-CN" altLang="en-US" sz="2400" b="1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8389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" y="339503"/>
            <a:ext cx="4571999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35497" y="339503"/>
            <a:ext cx="468051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 smtClean="0">
                <a:solidFill>
                  <a:schemeClr val="bg1"/>
                </a:solidFill>
              </a:rPr>
              <a:t>5.4.3 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基于</a:t>
            </a:r>
            <a:r>
              <a:rPr lang="en-US" altLang="zh-CN" sz="2400" b="1" dirty="0">
                <a:solidFill>
                  <a:schemeClr val="bg1"/>
                </a:solidFill>
              </a:rPr>
              <a:t>HAL</a:t>
            </a:r>
            <a:r>
              <a:rPr lang="zh-CN" altLang="en-US" sz="2400" b="1" dirty="0">
                <a:solidFill>
                  <a:schemeClr val="bg1"/>
                </a:solidFill>
              </a:rPr>
              <a:t>库开发的一般流程</a:t>
            </a:r>
            <a:endParaRPr lang="zh-CN" altLang="en-US" sz="1050" b="1" dirty="0" smtClean="0">
              <a:solidFill>
                <a:schemeClr val="bg1"/>
              </a:solidFill>
            </a:endParaRPr>
          </a:p>
        </p:txBody>
      </p:sp>
      <p:sp>
        <p:nvSpPr>
          <p:cNvPr id="3789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图示 4"/>
          <p:cNvGraphicFramePr/>
          <p:nvPr>
            <p:extLst>
              <p:ext uri="{D42A27DB-BD31-4B8C-83A1-F6EECF244321}">
                <p14:modId xmlns:p14="http://schemas.microsoft.com/office/powerpoint/2010/main" val="2475044764"/>
              </p:ext>
            </p:extLst>
          </p:nvPr>
        </p:nvGraphicFramePr>
        <p:xfrm>
          <a:off x="428596" y="1491630"/>
          <a:ext cx="8352928" cy="32946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矩形 3"/>
          <p:cNvSpPr/>
          <p:nvPr/>
        </p:nvSpPr>
        <p:spPr>
          <a:xfrm>
            <a:off x="1042580" y="993558"/>
            <a:ext cx="669674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b="1" dirty="0" smtClean="0">
                <a:solidFill>
                  <a:prstClr val="black"/>
                </a:solidFill>
              </a:rPr>
              <a:t>类似于</a:t>
            </a:r>
            <a:r>
              <a:rPr lang="zh-CN" altLang="en-US" b="1" dirty="0">
                <a:solidFill>
                  <a:prstClr val="black"/>
                </a:solidFill>
              </a:rPr>
              <a:t>基于标准库的开发，基于</a:t>
            </a:r>
            <a:r>
              <a:rPr lang="en-US" altLang="zh-CN" b="1" dirty="0">
                <a:solidFill>
                  <a:prstClr val="black"/>
                </a:solidFill>
              </a:rPr>
              <a:t>HAL</a:t>
            </a:r>
            <a:r>
              <a:rPr lang="zh-CN" altLang="en-US" b="1" dirty="0">
                <a:solidFill>
                  <a:prstClr val="black"/>
                </a:solidFill>
              </a:rPr>
              <a:t>库的开发主要有以下流程：</a:t>
            </a:r>
          </a:p>
        </p:txBody>
      </p:sp>
      <p:sp>
        <p:nvSpPr>
          <p:cNvPr id="10" name="右箭头 9"/>
          <p:cNvSpPr/>
          <p:nvPr/>
        </p:nvSpPr>
        <p:spPr>
          <a:xfrm>
            <a:off x="2000232" y="3000378"/>
            <a:ext cx="288032" cy="273546"/>
          </a:xfrm>
          <a:prstGeom prst="rightArrow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右箭头 10"/>
          <p:cNvSpPr/>
          <p:nvPr/>
        </p:nvSpPr>
        <p:spPr>
          <a:xfrm>
            <a:off x="3714744" y="3000378"/>
            <a:ext cx="288032" cy="273546"/>
          </a:xfrm>
          <a:prstGeom prst="rightArrow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右箭头 11"/>
          <p:cNvSpPr/>
          <p:nvPr/>
        </p:nvSpPr>
        <p:spPr>
          <a:xfrm>
            <a:off x="5429256" y="3000378"/>
            <a:ext cx="288032" cy="273546"/>
          </a:xfrm>
          <a:prstGeom prst="rightArrow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右箭头 12"/>
          <p:cNvSpPr/>
          <p:nvPr/>
        </p:nvSpPr>
        <p:spPr>
          <a:xfrm>
            <a:off x="7143768" y="3000378"/>
            <a:ext cx="288032" cy="273546"/>
          </a:xfrm>
          <a:prstGeom prst="rightArrow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3933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" y="339503"/>
            <a:ext cx="3851919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35497" y="339503"/>
            <a:ext cx="403244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 smtClean="0">
                <a:solidFill>
                  <a:schemeClr val="bg1"/>
                </a:solidFill>
              </a:rPr>
              <a:t>5.5 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编程</a:t>
            </a:r>
            <a:r>
              <a:rPr lang="zh-CN" altLang="en-US" sz="2400" b="1" dirty="0">
                <a:solidFill>
                  <a:schemeClr val="bg1"/>
                </a:solidFill>
              </a:rPr>
              <a:t>思想之模块化编程</a:t>
            </a:r>
            <a:endParaRPr lang="zh-CN" altLang="en-US" sz="1050" b="1" dirty="0" smtClean="0">
              <a:solidFill>
                <a:schemeClr val="bg1"/>
              </a:solidFill>
            </a:endParaRPr>
          </a:p>
        </p:txBody>
      </p:sp>
      <p:sp>
        <p:nvSpPr>
          <p:cNvPr id="3789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700186" y="1059582"/>
            <a:ext cx="792088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buClr>
                <a:schemeClr val="accent4">
                  <a:lumMod val="60000"/>
                  <a:lumOff val="40000"/>
                </a:schemeClr>
              </a:buClr>
              <a:buFont typeface="Wingdings" pitchFamily="2" charset="2"/>
              <a:buChar char="u"/>
            </a:pPr>
            <a:r>
              <a:rPr lang="zh-CN" altLang="en-US" b="1" dirty="0" smtClean="0">
                <a:solidFill>
                  <a:srgbClr val="D38583"/>
                </a:solidFill>
                <a:latin typeface="隶书" pitchFamily="49" charset="-122"/>
                <a:ea typeface="隶书" pitchFamily="49" charset="-122"/>
              </a:rPr>
              <a:t>拓展</a:t>
            </a:r>
            <a:r>
              <a:rPr lang="en-US" altLang="zh-CN" b="1" dirty="0" smtClean="0">
                <a:solidFill>
                  <a:srgbClr val="D38583"/>
                </a:solidFill>
                <a:latin typeface="隶书" pitchFamily="49" charset="-122"/>
                <a:ea typeface="隶书" pitchFamily="49" charset="-122"/>
              </a:rPr>
              <a:t>1</a:t>
            </a:r>
            <a:r>
              <a:rPr lang="zh-CN" altLang="en-US" b="1" dirty="0" smtClean="0">
                <a:solidFill>
                  <a:srgbClr val="D38583"/>
                </a:solidFill>
                <a:latin typeface="隶书" pitchFamily="49" charset="-122"/>
                <a:ea typeface="隶书" pitchFamily="49" charset="-122"/>
              </a:rPr>
              <a:t>：通过</a:t>
            </a:r>
            <a:r>
              <a:rPr lang="zh-CN" altLang="en-US" b="1" dirty="0">
                <a:solidFill>
                  <a:srgbClr val="D38583"/>
                </a:solidFill>
                <a:latin typeface="隶书" pitchFamily="49" charset="-122"/>
                <a:ea typeface="隶书" pitchFamily="49" charset="-122"/>
              </a:rPr>
              <a:t>已有的库函数实现更为复杂的功能函数，通过对函数的进一步封装，来简化函数调用。</a:t>
            </a:r>
          </a:p>
        </p:txBody>
      </p:sp>
      <p:sp>
        <p:nvSpPr>
          <p:cNvPr id="3" name="矩形 2"/>
          <p:cNvSpPr/>
          <p:nvPr/>
        </p:nvSpPr>
        <p:spPr>
          <a:xfrm>
            <a:off x="483817" y="1923678"/>
            <a:ext cx="8353613" cy="36004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b="1" dirty="0" smtClean="0"/>
              <a:t>    </a:t>
            </a:r>
            <a:r>
              <a:rPr lang="zh-CN" altLang="en-US" sz="1600" b="1" dirty="0" smtClean="0"/>
              <a:t>例：</a:t>
            </a:r>
            <a:r>
              <a:rPr lang="zh-CN" altLang="zh-CN" sz="1600" b="1" dirty="0" smtClean="0"/>
              <a:t>通过</a:t>
            </a:r>
            <a:r>
              <a:rPr lang="en-US" altLang="zh-CN" sz="1600" b="1" dirty="0"/>
              <a:t>HAL</a:t>
            </a:r>
            <a:r>
              <a:rPr lang="zh-CN" altLang="zh-CN" sz="1600" b="1" dirty="0"/>
              <a:t>库的</a:t>
            </a:r>
            <a:r>
              <a:rPr lang="en-US" altLang="zh-CN" sz="1600" b="1" dirty="0" err="1"/>
              <a:t>WritePin</a:t>
            </a:r>
            <a:r>
              <a:rPr lang="zh-CN" altLang="zh-CN" sz="1600" b="1" dirty="0"/>
              <a:t>函数和</a:t>
            </a:r>
            <a:r>
              <a:rPr lang="en-US" altLang="zh-CN" sz="1600" b="1" dirty="0" err="1"/>
              <a:t>ReadPin</a:t>
            </a:r>
            <a:r>
              <a:rPr lang="zh-CN" altLang="zh-CN" sz="1600" b="1" dirty="0"/>
              <a:t>函数，实现</a:t>
            </a:r>
            <a:r>
              <a:rPr lang="en-US" altLang="zh-CN" sz="1600" b="1" dirty="0" err="1"/>
              <a:t>TogglePin</a:t>
            </a:r>
            <a:r>
              <a:rPr lang="zh-CN" altLang="zh-CN" sz="1600" b="1" dirty="0"/>
              <a:t>（</a:t>
            </a:r>
            <a:r>
              <a:rPr lang="en-US" altLang="zh-CN" sz="1600" b="1" dirty="0"/>
              <a:t>I/O</a:t>
            </a:r>
            <a:r>
              <a:rPr lang="zh-CN" altLang="zh-CN" sz="1600" b="1" dirty="0"/>
              <a:t>状态翻转）功能函数</a:t>
            </a:r>
            <a:endParaRPr lang="zh-CN" altLang="en-US" sz="1600" b="1" dirty="0"/>
          </a:p>
        </p:txBody>
      </p:sp>
      <p:sp>
        <p:nvSpPr>
          <p:cNvPr id="6" name="矩形 5"/>
          <p:cNvSpPr/>
          <p:nvPr/>
        </p:nvSpPr>
        <p:spPr>
          <a:xfrm>
            <a:off x="611560" y="2715766"/>
            <a:ext cx="842493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b="1" dirty="0"/>
              <a:t>void </a:t>
            </a:r>
            <a:r>
              <a:rPr lang="en-US" altLang="zh-CN" sz="1600" b="1" dirty="0" err="1"/>
              <a:t>BSP_GPIO_TogglePin</a:t>
            </a:r>
            <a:r>
              <a:rPr lang="en-US" altLang="zh-CN" sz="1600" b="1" dirty="0"/>
              <a:t>(</a:t>
            </a:r>
            <a:r>
              <a:rPr lang="en-US" altLang="zh-CN" sz="1600" b="1" dirty="0" err="1"/>
              <a:t>GPIO_TypeDef</a:t>
            </a:r>
            <a:r>
              <a:rPr lang="en-US" altLang="zh-CN" sz="1600" b="1" dirty="0"/>
              <a:t> *</a:t>
            </a:r>
            <a:r>
              <a:rPr lang="en-US" altLang="zh-CN" sz="1600" b="1" dirty="0" err="1"/>
              <a:t>GPIOx</a:t>
            </a:r>
            <a:r>
              <a:rPr lang="en-US" altLang="zh-CN" sz="1600" b="1" dirty="0"/>
              <a:t>, uint16_t </a:t>
            </a:r>
            <a:r>
              <a:rPr lang="en-US" altLang="zh-CN" sz="1600" b="1" dirty="0" err="1"/>
              <a:t>GPIO_Pin</a:t>
            </a:r>
            <a:r>
              <a:rPr lang="en-US" altLang="zh-CN" sz="1600" b="1" dirty="0"/>
              <a:t>)</a:t>
            </a:r>
            <a:endParaRPr lang="zh-CN" altLang="zh-CN" sz="1600" b="1" dirty="0"/>
          </a:p>
          <a:p>
            <a:r>
              <a:rPr lang="en-US" altLang="zh-CN" sz="1600" b="1" dirty="0"/>
              <a:t>{</a:t>
            </a:r>
            <a:endParaRPr lang="zh-CN" altLang="zh-CN" sz="1600" b="1" dirty="0"/>
          </a:p>
          <a:p>
            <a:r>
              <a:rPr lang="en-US" altLang="zh-CN" sz="1600" b="1" dirty="0" smtClean="0"/>
              <a:t>     </a:t>
            </a:r>
            <a:r>
              <a:rPr lang="en-US" altLang="zh-CN" sz="1600" b="1" dirty="0" err="1"/>
              <a:t>HAL_GPIO_WritePin</a:t>
            </a:r>
            <a:r>
              <a:rPr lang="en-US" altLang="zh-CN" sz="1600" b="1" dirty="0"/>
              <a:t>(</a:t>
            </a:r>
            <a:r>
              <a:rPr lang="en-US" altLang="zh-CN" sz="1600" b="1" dirty="0" err="1"/>
              <a:t>GPIOx,GPIO_Pin</a:t>
            </a:r>
            <a:r>
              <a:rPr lang="en-US" altLang="zh-CN" sz="1600" b="1" dirty="0"/>
              <a:t>,( </a:t>
            </a:r>
            <a:r>
              <a:rPr lang="en-US" altLang="zh-CN" sz="1600" b="1" dirty="0" err="1"/>
              <a:t>GPIO_PinState</a:t>
            </a:r>
            <a:r>
              <a:rPr lang="en-US" altLang="zh-CN" sz="1600" b="1" dirty="0"/>
              <a:t>)((1-GPIO_ReadPin(</a:t>
            </a:r>
            <a:r>
              <a:rPr lang="en-US" altLang="zh-CN" sz="1600" b="1" dirty="0" err="1"/>
              <a:t>GPIOx,GPIO_Pin</a:t>
            </a:r>
            <a:r>
              <a:rPr lang="en-US" altLang="zh-CN" sz="1600" b="1" dirty="0"/>
              <a:t>))));</a:t>
            </a:r>
          </a:p>
          <a:p>
            <a:r>
              <a:rPr lang="en-US" altLang="zh-CN" sz="1600" b="1" dirty="0" smtClean="0"/>
              <a:t>     </a:t>
            </a:r>
            <a:r>
              <a:rPr lang="en-US" altLang="zh-CN" sz="1600" b="1" dirty="0" err="1" smtClean="0"/>
              <a:t>HAL_Delay</a:t>
            </a:r>
            <a:r>
              <a:rPr lang="en-US" altLang="zh-CN" sz="1600" b="1" dirty="0" smtClean="0"/>
              <a:t>(h</a:t>
            </a:r>
            <a:r>
              <a:rPr lang="en-US" altLang="zh-CN" sz="1600" b="1" dirty="0"/>
              <a:t>);</a:t>
            </a:r>
          </a:p>
          <a:p>
            <a:r>
              <a:rPr lang="en-US" altLang="zh-CN" sz="1600" b="1" dirty="0" smtClean="0"/>
              <a:t>}</a:t>
            </a:r>
            <a:endParaRPr lang="zh-CN" altLang="zh-CN" sz="1600" b="1" dirty="0"/>
          </a:p>
        </p:txBody>
      </p:sp>
    </p:spTree>
    <p:extLst>
      <p:ext uri="{BB962C8B-B14F-4D97-AF65-F5344CB8AC3E}">
        <p14:creationId xmlns:p14="http://schemas.microsoft.com/office/powerpoint/2010/main" val="4294356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35497" y="339503"/>
            <a:ext cx="568863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5.4.3  HAL</a:t>
            </a:r>
            <a:r>
              <a:rPr lang="zh-CN" altLang="en-US" sz="2400" b="1" dirty="0">
                <a:solidFill>
                  <a:schemeClr val="bg1"/>
                </a:solidFill>
              </a:rPr>
              <a:t>库函数拓展</a:t>
            </a:r>
            <a:endParaRPr lang="zh-CN" altLang="en-US" sz="1050" b="1" dirty="0" smtClean="0">
              <a:solidFill>
                <a:schemeClr val="bg1"/>
              </a:solidFill>
            </a:endParaRPr>
          </a:p>
        </p:txBody>
      </p:sp>
      <p:sp>
        <p:nvSpPr>
          <p:cNvPr id="3789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467544" y="2067694"/>
            <a:ext cx="2124236" cy="100811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zh-CN" sz="1600" b="1" dirty="0" smtClean="0"/>
              <a:t>在</a:t>
            </a:r>
            <a:r>
              <a:rPr lang="zh-CN" altLang="zh-CN" sz="1600" b="1" dirty="0"/>
              <a:t>主函数中</a:t>
            </a:r>
            <a:r>
              <a:rPr lang="zh-CN" altLang="zh-CN" sz="1600" b="1" dirty="0" smtClean="0"/>
              <a:t>通过</a:t>
            </a:r>
            <a:r>
              <a:rPr lang="zh-CN" altLang="en-US" sz="1600" b="1" dirty="0" smtClean="0"/>
              <a:t>右侧</a:t>
            </a:r>
            <a:r>
              <a:rPr lang="zh-CN" altLang="zh-CN" sz="1600" b="1" dirty="0" smtClean="0"/>
              <a:t>代码</a:t>
            </a:r>
            <a:r>
              <a:rPr lang="zh-CN" altLang="zh-CN" sz="1600" b="1" dirty="0"/>
              <a:t>，实现函数调用</a:t>
            </a:r>
            <a:r>
              <a:rPr lang="zh-CN" altLang="zh-CN" sz="1600" b="1" dirty="0" smtClean="0"/>
              <a:t>。</a:t>
            </a:r>
            <a:endParaRPr lang="zh-CN" altLang="en-US" sz="1600" b="1" dirty="0"/>
          </a:p>
        </p:txBody>
      </p:sp>
      <p:sp>
        <p:nvSpPr>
          <p:cNvPr id="6" name="矩形 5"/>
          <p:cNvSpPr/>
          <p:nvPr/>
        </p:nvSpPr>
        <p:spPr>
          <a:xfrm>
            <a:off x="3059832" y="1316920"/>
            <a:ext cx="5832648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 err="1"/>
              <a:t>int</a:t>
            </a:r>
            <a:r>
              <a:rPr lang="en-US" altLang="zh-CN" sz="2000" b="1" dirty="0"/>
              <a:t> main(void)</a:t>
            </a:r>
          </a:p>
          <a:p>
            <a:r>
              <a:rPr lang="en-US" altLang="zh-CN" sz="2000" b="1" dirty="0"/>
              <a:t>{</a:t>
            </a:r>
          </a:p>
          <a:p>
            <a:r>
              <a:rPr lang="en-US" altLang="zh-CN" sz="2000" b="1" dirty="0" smtClean="0"/>
              <a:t>    ……</a:t>
            </a:r>
            <a:endParaRPr lang="en-US" altLang="zh-CN" sz="2000" b="1" dirty="0"/>
          </a:p>
          <a:p>
            <a:r>
              <a:rPr lang="en-US" altLang="zh-CN" sz="2000" b="1" dirty="0" smtClean="0"/>
              <a:t>    </a:t>
            </a:r>
            <a:r>
              <a:rPr lang="en-US" altLang="zh-CN" sz="2000" b="1" dirty="0" err="1" smtClean="0"/>
              <a:t>MX_GPIO_Init</a:t>
            </a:r>
            <a:r>
              <a:rPr lang="en-US" altLang="zh-CN" sz="2000" b="1" dirty="0"/>
              <a:t>();  // I/O</a:t>
            </a:r>
            <a:r>
              <a:rPr lang="zh-CN" altLang="en-US" sz="2000" b="1" dirty="0"/>
              <a:t>引脚硬件驱动配置初始化</a:t>
            </a:r>
          </a:p>
          <a:p>
            <a:r>
              <a:rPr lang="en-US" altLang="zh-CN" sz="2000" b="1" dirty="0" smtClean="0"/>
              <a:t>    while </a:t>
            </a:r>
            <a:r>
              <a:rPr lang="en-US" altLang="zh-CN" sz="2000" b="1" dirty="0"/>
              <a:t>(1)</a:t>
            </a:r>
          </a:p>
          <a:p>
            <a:r>
              <a:rPr lang="en-US" altLang="zh-CN" sz="2000" b="1" dirty="0"/>
              <a:t>   </a:t>
            </a:r>
            <a:r>
              <a:rPr lang="en-US" altLang="zh-CN" sz="2000" b="1" dirty="0" smtClean="0"/>
              <a:t>  {</a:t>
            </a:r>
            <a:endParaRPr lang="en-US" altLang="zh-CN" sz="2000" b="1" dirty="0"/>
          </a:p>
          <a:p>
            <a:r>
              <a:rPr lang="en-US" altLang="zh-CN" sz="2000" b="1" dirty="0" smtClean="0"/>
              <a:t>           //</a:t>
            </a:r>
            <a:r>
              <a:rPr lang="zh-CN" altLang="en-US" sz="2000" b="1" dirty="0"/>
              <a:t>将</a:t>
            </a:r>
            <a:r>
              <a:rPr lang="en-US" altLang="zh-CN" sz="2000" b="1" dirty="0"/>
              <a:t>PE5</a:t>
            </a:r>
            <a:r>
              <a:rPr lang="zh-CN" altLang="en-US" sz="2000" b="1" dirty="0"/>
              <a:t>引脚状态每隔</a:t>
            </a:r>
            <a:r>
              <a:rPr lang="en-US" altLang="zh-CN" sz="2000" b="1" dirty="0"/>
              <a:t>100ms</a:t>
            </a:r>
            <a:r>
              <a:rPr lang="zh-CN" altLang="en-US" sz="2000" b="1" dirty="0"/>
              <a:t>进行翻转</a:t>
            </a:r>
          </a:p>
          <a:p>
            <a:r>
              <a:rPr lang="en-US" altLang="zh-CN" sz="2000" b="1" dirty="0" smtClean="0"/>
              <a:t>           </a:t>
            </a:r>
            <a:r>
              <a:rPr lang="en-US" altLang="zh-CN" sz="2000" b="1" dirty="0" err="1" smtClean="0"/>
              <a:t>BSP_GPIO_TogglePin</a:t>
            </a:r>
            <a:r>
              <a:rPr lang="en-US" altLang="zh-CN" sz="2000" b="1" dirty="0" smtClean="0"/>
              <a:t>(GPIOE,GPIO_PIN_5,100</a:t>
            </a:r>
            <a:r>
              <a:rPr lang="en-US" altLang="zh-CN" sz="2000" b="1" dirty="0"/>
              <a:t>); </a:t>
            </a:r>
          </a:p>
          <a:p>
            <a:r>
              <a:rPr lang="en-US" altLang="zh-CN" sz="2000" b="1" dirty="0"/>
              <a:t>   </a:t>
            </a:r>
            <a:r>
              <a:rPr lang="en-US" altLang="zh-CN" sz="2000" b="1" dirty="0" smtClean="0"/>
              <a:t>  }</a:t>
            </a:r>
            <a:endParaRPr lang="en-US" altLang="zh-CN" sz="2000" b="1" dirty="0"/>
          </a:p>
          <a:p>
            <a:r>
              <a:rPr lang="en-US" altLang="zh-CN" sz="2000" b="1" dirty="0"/>
              <a:t>}</a:t>
            </a:r>
          </a:p>
        </p:txBody>
      </p:sp>
      <p:sp>
        <p:nvSpPr>
          <p:cNvPr id="12" name="矩形 11"/>
          <p:cNvSpPr/>
          <p:nvPr/>
        </p:nvSpPr>
        <p:spPr>
          <a:xfrm>
            <a:off x="1" y="339503"/>
            <a:ext cx="3851919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35497" y="339503"/>
            <a:ext cx="403244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 smtClean="0">
                <a:solidFill>
                  <a:schemeClr val="bg1"/>
                </a:solidFill>
              </a:rPr>
              <a:t>5.5 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编程</a:t>
            </a:r>
            <a:r>
              <a:rPr lang="zh-CN" altLang="en-US" sz="2400" b="1" dirty="0">
                <a:solidFill>
                  <a:schemeClr val="bg1"/>
                </a:solidFill>
              </a:rPr>
              <a:t>思想之模块化编程</a:t>
            </a:r>
            <a:endParaRPr lang="zh-CN" altLang="en-US" sz="1050" b="1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0227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260294" y="1091520"/>
            <a:ext cx="432048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buClr>
                <a:schemeClr val="accent4">
                  <a:lumMod val="60000"/>
                  <a:lumOff val="40000"/>
                </a:schemeClr>
              </a:buClr>
              <a:buFont typeface="Wingdings" pitchFamily="2" charset="2"/>
              <a:buChar char="u"/>
            </a:pPr>
            <a:r>
              <a:rPr lang="zh-CN" altLang="en-US" sz="2000" b="1" dirty="0" smtClean="0">
                <a:solidFill>
                  <a:srgbClr val="D38583"/>
                </a:solidFill>
                <a:ea typeface="隶书" pitchFamily="49" charset="-122"/>
              </a:rPr>
              <a:t>拓展</a:t>
            </a:r>
            <a:r>
              <a:rPr lang="en-US" altLang="zh-CN" sz="2000" b="1" dirty="0" smtClean="0">
                <a:solidFill>
                  <a:srgbClr val="D38583"/>
                </a:solidFill>
                <a:ea typeface="隶书" pitchFamily="49" charset="-122"/>
              </a:rPr>
              <a:t>2</a:t>
            </a:r>
            <a:r>
              <a:rPr lang="zh-CN" altLang="en-US" sz="2000" b="1" dirty="0">
                <a:solidFill>
                  <a:srgbClr val="D38583"/>
                </a:solidFill>
                <a:ea typeface="隶书" pitchFamily="49" charset="-122"/>
              </a:rPr>
              <a:t>：模块化编程</a:t>
            </a:r>
            <a:r>
              <a:rPr lang="en-US" altLang="zh-CN" sz="2000" b="1" dirty="0">
                <a:solidFill>
                  <a:srgbClr val="D38583"/>
                </a:solidFill>
                <a:ea typeface="隶书" pitchFamily="49" charset="-122"/>
              </a:rPr>
              <a:t>——BSP</a:t>
            </a:r>
            <a:r>
              <a:rPr lang="zh-CN" altLang="en-US" sz="2000" b="1" dirty="0">
                <a:solidFill>
                  <a:srgbClr val="D38583"/>
                </a:solidFill>
                <a:ea typeface="隶书" pitchFamily="49" charset="-122"/>
              </a:rPr>
              <a:t>板级驱动函数设计</a:t>
            </a:r>
            <a:endParaRPr lang="zh-CN" altLang="en-US" sz="2000" b="1" dirty="0">
              <a:solidFill>
                <a:srgbClr val="D38583"/>
              </a:solidFill>
              <a:ea typeface="隶书" pitchFamily="49" charset="-122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7038417"/>
              </p:ext>
            </p:extLst>
          </p:nvPr>
        </p:nvGraphicFramePr>
        <p:xfrm>
          <a:off x="4860032" y="699542"/>
          <a:ext cx="3986831" cy="33123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47" name="Visio" r:id="rId4" imgW="2536688" imgH="2104655" progId="Visio.Drawing.11">
                  <p:embed/>
                </p:oleObj>
              </mc:Choice>
              <mc:Fallback>
                <p:oleObj name="Visio" r:id="rId4" imgW="2536688" imgH="2104655" progId="Visio.Drawing.11">
                  <p:embed/>
                  <p:pic>
                    <p:nvPicPr>
                      <p:cNvPr id="0" name="Picture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0032" y="699542"/>
                        <a:ext cx="3986831" cy="331236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/>
          <p:cNvSpPr/>
          <p:nvPr/>
        </p:nvSpPr>
        <p:spPr>
          <a:xfrm>
            <a:off x="985681" y="1779662"/>
            <a:ext cx="2869708" cy="707886"/>
          </a:xfrm>
          <a:prstGeom prst="rect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000" b="1" dirty="0" smtClean="0">
                <a:solidFill>
                  <a:prstClr val="black"/>
                </a:solidFill>
              </a:rPr>
              <a:t>     BSP</a:t>
            </a:r>
            <a:r>
              <a:rPr lang="zh-CN" altLang="en-US" sz="2000" b="1" dirty="0" smtClean="0">
                <a:solidFill>
                  <a:prstClr val="black"/>
                </a:solidFill>
              </a:rPr>
              <a:t>：</a:t>
            </a:r>
            <a:r>
              <a:rPr lang="en-US" altLang="zh-CN" sz="2000" b="1" dirty="0" smtClean="0">
                <a:solidFill>
                  <a:prstClr val="black"/>
                </a:solidFill>
              </a:rPr>
              <a:t>Board Support Packages</a:t>
            </a:r>
            <a:r>
              <a:rPr lang="zh-CN" altLang="en-US" sz="2000" b="1" dirty="0" smtClean="0">
                <a:solidFill>
                  <a:prstClr val="black"/>
                </a:solidFill>
              </a:rPr>
              <a:t>，板级支持包。</a:t>
            </a:r>
            <a:endParaRPr lang="zh-CN" altLang="en-US" sz="2800" dirty="0"/>
          </a:p>
        </p:txBody>
      </p:sp>
      <p:sp>
        <p:nvSpPr>
          <p:cNvPr id="13" name="矩形 12"/>
          <p:cNvSpPr/>
          <p:nvPr/>
        </p:nvSpPr>
        <p:spPr>
          <a:xfrm>
            <a:off x="611559" y="2715766"/>
            <a:ext cx="3816423" cy="18235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25000"/>
              </a:lnSpc>
            </a:pPr>
            <a:r>
              <a:rPr lang="en-US" altLang="zh-CN" b="1" dirty="0" smtClean="0">
                <a:solidFill>
                  <a:prstClr val="black"/>
                </a:solidFill>
              </a:rPr>
              <a:t>      BSP</a:t>
            </a:r>
            <a:r>
              <a:rPr lang="zh-CN" altLang="en-US" b="1" dirty="0">
                <a:solidFill>
                  <a:prstClr val="black"/>
                </a:solidFill>
              </a:rPr>
              <a:t>就是一个介于操作系统和底层硬件之间的</a:t>
            </a:r>
            <a:r>
              <a:rPr lang="zh-CN" altLang="en-US" b="1" dirty="0">
                <a:solidFill>
                  <a:srgbClr val="D38583"/>
                </a:solidFill>
              </a:rPr>
              <a:t>软件层次</a:t>
            </a:r>
            <a:r>
              <a:rPr lang="zh-CN" altLang="en-US" b="1" dirty="0">
                <a:solidFill>
                  <a:prstClr val="black"/>
                </a:solidFill>
              </a:rPr>
              <a:t>，包括了系统中大部分与硬件相关的软件模块，在功能上包含两</a:t>
            </a:r>
            <a:r>
              <a:rPr lang="zh-CN" altLang="en-US" b="1" dirty="0" smtClean="0">
                <a:solidFill>
                  <a:prstClr val="black"/>
                </a:solidFill>
              </a:rPr>
              <a:t>部分：</a:t>
            </a:r>
            <a:r>
              <a:rPr lang="zh-CN" altLang="en-US" b="1" dirty="0" smtClean="0">
                <a:solidFill>
                  <a:srgbClr val="FF0000"/>
                </a:solidFill>
              </a:rPr>
              <a:t>系统</a:t>
            </a:r>
            <a:r>
              <a:rPr lang="zh-CN" altLang="en-US" b="1" dirty="0">
                <a:solidFill>
                  <a:srgbClr val="FF0000"/>
                </a:solidFill>
              </a:rPr>
              <a:t>初始化</a:t>
            </a:r>
            <a:r>
              <a:rPr lang="zh-CN" altLang="en-US" b="1" dirty="0">
                <a:solidFill>
                  <a:prstClr val="black"/>
                </a:solidFill>
              </a:rPr>
              <a:t>及与硬件相关的</a:t>
            </a:r>
            <a:r>
              <a:rPr lang="zh-CN" altLang="en-US" b="1" dirty="0">
                <a:solidFill>
                  <a:srgbClr val="FF0000"/>
                </a:solidFill>
              </a:rPr>
              <a:t>设备</a:t>
            </a:r>
            <a:r>
              <a:rPr lang="zh-CN" altLang="en-US" b="1" dirty="0" smtClean="0">
                <a:solidFill>
                  <a:srgbClr val="FF0000"/>
                </a:solidFill>
              </a:rPr>
              <a:t>驱动</a:t>
            </a:r>
            <a:r>
              <a:rPr lang="zh-CN" altLang="en-US" b="1" dirty="0" smtClean="0">
                <a:solidFill>
                  <a:prstClr val="black"/>
                </a:solidFill>
              </a:rPr>
              <a:t>。</a:t>
            </a:r>
            <a:endParaRPr lang="zh-CN" altLang="en-US" b="1" dirty="0">
              <a:solidFill>
                <a:prstClr val="black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4546677" y="4186040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b="1" dirty="0" smtClean="0">
                <a:solidFill>
                  <a:schemeClr val="accent5">
                    <a:lumMod val="75000"/>
                  </a:schemeClr>
                </a:solidFill>
              </a:rPr>
              <a:t>      BSP</a:t>
            </a:r>
            <a:r>
              <a:rPr lang="zh-CN" altLang="zh-CN" b="1" dirty="0">
                <a:solidFill>
                  <a:schemeClr val="accent5">
                    <a:lumMod val="75000"/>
                  </a:schemeClr>
                </a:solidFill>
              </a:rPr>
              <a:t>板级驱动函数是在</a:t>
            </a:r>
            <a:r>
              <a:rPr lang="en-US" altLang="zh-CN" b="1" dirty="0">
                <a:solidFill>
                  <a:schemeClr val="accent5">
                    <a:lumMod val="75000"/>
                  </a:schemeClr>
                </a:solidFill>
              </a:rPr>
              <a:t>HAL</a:t>
            </a:r>
            <a:r>
              <a:rPr lang="zh-CN" altLang="zh-CN" b="1" dirty="0">
                <a:solidFill>
                  <a:schemeClr val="accent5">
                    <a:lumMod val="75000"/>
                  </a:schemeClr>
                </a:solidFill>
              </a:rPr>
              <a:t>库的基础上进行的再次抽象和封装。</a:t>
            </a:r>
            <a:endParaRPr lang="zh-CN" altLang="en-US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" y="339503"/>
            <a:ext cx="3851919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35497" y="339503"/>
            <a:ext cx="403244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 smtClean="0">
                <a:solidFill>
                  <a:schemeClr val="bg1"/>
                </a:solidFill>
              </a:rPr>
              <a:t>5.5 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编程</a:t>
            </a:r>
            <a:r>
              <a:rPr lang="zh-CN" altLang="en-US" sz="2400" b="1" dirty="0">
                <a:solidFill>
                  <a:schemeClr val="bg1"/>
                </a:solidFill>
              </a:rPr>
              <a:t>思想之模块化编程</a:t>
            </a:r>
            <a:endParaRPr lang="zh-CN" altLang="en-US" sz="1050" b="1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1719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35497" y="339503"/>
            <a:ext cx="568863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5.4.3  </a:t>
            </a:r>
            <a:r>
              <a:rPr lang="en-US" altLang="zh-CN" sz="2400" b="1" dirty="0" err="1" smtClean="0">
                <a:solidFill>
                  <a:schemeClr val="bg1"/>
                </a:solidFill>
              </a:rPr>
              <a:t>HALv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库</a:t>
            </a:r>
            <a:r>
              <a:rPr lang="zh-CN" altLang="en-US" sz="2400" b="1" dirty="0">
                <a:solidFill>
                  <a:schemeClr val="bg1"/>
                </a:solidFill>
              </a:rPr>
              <a:t>函数拓展</a:t>
            </a:r>
            <a:endParaRPr lang="zh-CN" altLang="en-US" sz="1050" b="1" dirty="0" smtClean="0">
              <a:solidFill>
                <a:schemeClr val="bg1"/>
              </a:solidFill>
            </a:endParaRPr>
          </a:p>
        </p:txBody>
      </p:sp>
      <p:sp>
        <p:nvSpPr>
          <p:cNvPr id="3789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35557" y="955508"/>
            <a:ext cx="3528391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Clr>
                <a:schemeClr val="accent4">
                  <a:lumMod val="60000"/>
                  <a:lumOff val="40000"/>
                </a:schemeClr>
              </a:buClr>
              <a:buFont typeface="Wingdings" pitchFamily="2" charset="2"/>
              <a:buChar char="u"/>
            </a:pPr>
            <a:r>
              <a:rPr lang="zh-CN" altLang="en-US" sz="2000" b="1" dirty="0" smtClean="0">
                <a:solidFill>
                  <a:srgbClr val="D38583"/>
                </a:solidFill>
                <a:ea typeface="隶书" pitchFamily="49" charset="-122"/>
              </a:rPr>
              <a:t>拓展</a:t>
            </a:r>
            <a:r>
              <a:rPr lang="en-US" altLang="zh-CN" sz="2000" b="1" dirty="0" smtClean="0">
                <a:solidFill>
                  <a:srgbClr val="D38583"/>
                </a:solidFill>
                <a:ea typeface="隶书" pitchFamily="49" charset="-122"/>
              </a:rPr>
              <a:t>2</a:t>
            </a:r>
            <a:r>
              <a:rPr lang="zh-CN" altLang="en-US" sz="2000" b="1" dirty="0">
                <a:solidFill>
                  <a:srgbClr val="D38583"/>
                </a:solidFill>
                <a:ea typeface="隶书" pitchFamily="49" charset="-122"/>
              </a:rPr>
              <a:t>：模块化编程</a:t>
            </a:r>
            <a:r>
              <a:rPr lang="en-US" altLang="zh-CN" sz="2000" b="1" dirty="0">
                <a:solidFill>
                  <a:srgbClr val="D38583"/>
                </a:solidFill>
                <a:ea typeface="隶书" pitchFamily="49" charset="-122"/>
              </a:rPr>
              <a:t>——BSP</a:t>
            </a:r>
            <a:r>
              <a:rPr lang="zh-CN" altLang="en-US" sz="2000" b="1" dirty="0">
                <a:solidFill>
                  <a:srgbClr val="D38583"/>
                </a:solidFill>
                <a:ea typeface="隶书" pitchFamily="49" charset="-122"/>
              </a:rPr>
              <a:t>板级驱动函数设计</a:t>
            </a:r>
          </a:p>
          <a:p>
            <a:pPr marL="285750" lvl="0" indent="-285750">
              <a:buClr>
                <a:schemeClr val="accent4">
                  <a:lumMod val="60000"/>
                  <a:lumOff val="40000"/>
                </a:schemeClr>
              </a:buClr>
              <a:buFont typeface="Wingdings" pitchFamily="2" charset="2"/>
              <a:buChar char="u"/>
            </a:pPr>
            <a:endParaRPr lang="zh-CN" altLang="en-US" sz="2000" b="1" dirty="0">
              <a:solidFill>
                <a:srgbClr val="D38583"/>
              </a:solidFill>
              <a:ea typeface="隶书" pitchFamily="49" charset="-122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467544" y="1707654"/>
            <a:ext cx="3024336" cy="2862322"/>
          </a:xfrm>
          <a:prstGeom prst="rect">
            <a:avLst/>
          </a:prstGeom>
          <a:ln w="1270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dirty="0" smtClean="0"/>
              <a:t>     </a:t>
            </a:r>
            <a:r>
              <a:rPr lang="zh-CN" altLang="zh-CN" b="1" dirty="0" smtClean="0"/>
              <a:t>模块化</a:t>
            </a:r>
            <a:r>
              <a:rPr lang="zh-CN" altLang="zh-CN" b="1" dirty="0"/>
              <a:t>的板级驱动函数编程设计以</a:t>
            </a:r>
            <a:r>
              <a:rPr lang="en-GB" altLang="zh-CN" b="1" dirty="0"/>
              <a:t>.c</a:t>
            </a:r>
            <a:r>
              <a:rPr lang="zh-CN" altLang="zh-CN" b="1" dirty="0"/>
              <a:t>源文件和</a:t>
            </a:r>
            <a:r>
              <a:rPr lang="en-GB" altLang="zh-CN" b="1" dirty="0"/>
              <a:t>.h</a:t>
            </a:r>
            <a:r>
              <a:rPr lang="zh-CN" altLang="zh-CN" b="1" dirty="0"/>
              <a:t>头文件的形式实现</a:t>
            </a:r>
            <a:r>
              <a:rPr lang="zh-CN" altLang="zh-CN" b="1" dirty="0" smtClean="0"/>
              <a:t>，</a:t>
            </a:r>
            <a:r>
              <a:rPr lang="en-GB" altLang="zh-CN" b="1" dirty="0"/>
              <a:t>.h</a:t>
            </a:r>
            <a:r>
              <a:rPr lang="zh-CN" altLang="zh-CN" b="1" dirty="0"/>
              <a:t>头文件则用于声明</a:t>
            </a:r>
            <a:r>
              <a:rPr lang="en-GB" altLang="zh-CN" b="1" dirty="0"/>
              <a:t>.c</a:t>
            </a:r>
            <a:r>
              <a:rPr lang="zh-CN" altLang="zh-CN" b="1" dirty="0"/>
              <a:t>源文件中的功能函数、用于隔离和封装底层具体硬件的宏定义及枚举类型、结构体类型等数据类型的</a:t>
            </a:r>
            <a:r>
              <a:rPr lang="zh-CN" altLang="zh-CN" b="1" dirty="0" smtClean="0"/>
              <a:t>定义</a:t>
            </a:r>
            <a:r>
              <a:rPr lang="zh-CN" altLang="en-US" b="1" dirty="0" smtClean="0"/>
              <a:t>。</a:t>
            </a:r>
            <a:endParaRPr lang="zh-CN" altLang="en-US" b="1" dirty="0"/>
          </a:p>
        </p:txBody>
      </p:sp>
      <p:sp>
        <p:nvSpPr>
          <p:cNvPr id="6" name="矩形 5"/>
          <p:cNvSpPr/>
          <p:nvPr/>
        </p:nvSpPr>
        <p:spPr>
          <a:xfrm>
            <a:off x="4084067" y="267493"/>
            <a:ext cx="4448373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altLang="zh-CN" sz="1600" b="1" dirty="0"/>
              <a:t>#</a:t>
            </a:r>
            <a:r>
              <a:rPr lang="en-GB" altLang="zh-CN" sz="1600" b="1" dirty="0" err="1"/>
              <a:t>ifndef</a:t>
            </a:r>
            <a:r>
              <a:rPr lang="en-GB" altLang="zh-CN" sz="1600" b="1" dirty="0"/>
              <a:t> __LED_H__</a:t>
            </a:r>
          </a:p>
          <a:p>
            <a:r>
              <a:rPr lang="en-GB" altLang="zh-CN" sz="1600" b="1" dirty="0"/>
              <a:t>#define __LED_H__</a:t>
            </a:r>
          </a:p>
          <a:p>
            <a:r>
              <a:rPr lang="en-GB" altLang="zh-CN" sz="1600" b="1" dirty="0"/>
              <a:t>#include “stm32f1xx_hal.h”</a:t>
            </a:r>
          </a:p>
          <a:p>
            <a:r>
              <a:rPr lang="en-GB" altLang="zh-CN" sz="1600" b="1" dirty="0"/>
              <a:t>//</a:t>
            </a:r>
            <a:r>
              <a:rPr lang="zh-CN" altLang="en-US" sz="1600" b="1" dirty="0"/>
              <a:t>采用宏定义，将指示灯</a:t>
            </a:r>
            <a:r>
              <a:rPr lang="en-GB" altLang="zh-CN" sz="1600" b="1" dirty="0"/>
              <a:t>LED0</a:t>
            </a:r>
            <a:r>
              <a:rPr lang="zh-CN" altLang="en-US" sz="1600" b="1" dirty="0"/>
              <a:t>连接的引脚和端口分别定义一个别名</a:t>
            </a:r>
          </a:p>
          <a:p>
            <a:r>
              <a:rPr lang="en-US" altLang="zh-CN" sz="1600" b="1" dirty="0"/>
              <a:t>#</a:t>
            </a:r>
            <a:r>
              <a:rPr lang="en-GB" altLang="zh-CN" sz="1600" b="1" dirty="0"/>
              <a:t>define led0_port GPIOC</a:t>
            </a:r>
          </a:p>
          <a:p>
            <a:r>
              <a:rPr lang="en-GB" altLang="zh-CN" sz="1600" b="1" dirty="0"/>
              <a:t>#define led0_pin GPIO_PIN_3</a:t>
            </a:r>
          </a:p>
          <a:p>
            <a:r>
              <a:rPr lang="en-GB" altLang="zh-CN" sz="1600" b="1" dirty="0"/>
              <a:t>//</a:t>
            </a:r>
            <a:r>
              <a:rPr lang="zh-CN" altLang="en-US" sz="1600" b="1" dirty="0"/>
              <a:t>采用宏定义，将指示灯</a:t>
            </a:r>
            <a:r>
              <a:rPr lang="en-GB" altLang="zh-CN" sz="1600" b="1" dirty="0"/>
              <a:t>LED1</a:t>
            </a:r>
            <a:r>
              <a:rPr lang="zh-CN" altLang="en-US" sz="1600" b="1" dirty="0"/>
              <a:t>连接的引脚和端口分别定义一个别名</a:t>
            </a:r>
          </a:p>
          <a:p>
            <a:r>
              <a:rPr lang="en-US" altLang="zh-CN" sz="1600" b="1" dirty="0"/>
              <a:t>#</a:t>
            </a:r>
            <a:r>
              <a:rPr lang="en-GB" altLang="zh-CN" sz="1600" b="1" dirty="0"/>
              <a:t>define led1_port GPIOE</a:t>
            </a:r>
          </a:p>
          <a:p>
            <a:r>
              <a:rPr lang="en-GB" altLang="zh-CN" sz="1600" b="1" dirty="0"/>
              <a:t>#define led1_pin GPIO_PIN_5</a:t>
            </a:r>
          </a:p>
          <a:p>
            <a:r>
              <a:rPr lang="en-GB" altLang="zh-CN" sz="1600" b="1" dirty="0"/>
              <a:t>//</a:t>
            </a:r>
            <a:r>
              <a:rPr lang="zh-CN" altLang="en-US" sz="1600" b="1" dirty="0"/>
              <a:t>采用宏定义，将指示灯</a:t>
            </a:r>
            <a:r>
              <a:rPr lang="en-GB" altLang="zh-CN" sz="1600" b="1" dirty="0"/>
              <a:t>LED2</a:t>
            </a:r>
            <a:r>
              <a:rPr lang="zh-CN" altLang="en-US" sz="1600" b="1" dirty="0"/>
              <a:t>连接的引脚和端口分别定义一个别名</a:t>
            </a:r>
          </a:p>
          <a:p>
            <a:r>
              <a:rPr lang="en-US" altLang="zh-CN" sz="1600" b="1" dirty="0"/>
              <a:t>#</a:t>
            </a:r>
            <a:r>
              <a:rPr lang="en-GB" altLang="zh-CN" sz="1600" b="1" dirty="0"/>
              <a:t>define led2_port GPIOB</a:t>
            </a:r>
          </a:p>
          <a:p>
            <a:r>
              <a:rPr lang="en-GB" altLang="zh-CN" sz="1600" b="1" dirty="0"/>
              <a:t>#define led2_pin GPIO_PIN_5</a:t>
            </a:r>
          </a:p>
          <a:p>
            <a:r>
              <a:rPr lang="en-GB" altLang="zh-CN" sz="1600" b="1" dirty="0"/>
              <a:t>//</a:t>
            </a:r>
            <a:r>
              <a:rPr lang="zh-CN" altLang="en-US" sz="1600" b="1" dirty="0"/>
              <a:t>声明函数</a:t>
            </a:r>
          </a:p>
          <a:p>
            <a:r>
              <a:rPr lang="en-GB" altLang="zh-CN" sz="1600" b="1" dirty="0"/>
              <a:t>void </a:t>
            </a:r>
            <a:r>
              <a:rPr lang="en-GB" altLang="zh-CN" sz="1600" b="1" dirty="0" err="1"/>
              <a:t>BSP_LED_On</a:t>
            </a:r>
            <a:r>
              <a:rPr lang="en-GB" altLang="zh-CN" sz="1600" b="1" dirty="0"/>
              <a:t>(uint16_t number);</a:t>
            </a:r>
          </a:p>
          <a:p>
            <a:r>
              <a:rPr lang="en-GB" altLang="zh-CN" sz="1600" b="1" dirty="0"/>
              <a:t>void </a:t>
            </a:r>
            <a:r>
              <a:rPr lang="en-GB" altLang="zh-CN" sz="1600" b="1" dirty="0" err="1"/>
              <a:t>BSP_LED_Off</a:t>
            </a:r>
            <a:r>
              <a:rPr lang="en-GB" altLang="zh-CN" sz="1600" b="1" dirty="0"/>
              <a:t>(uint16_t number);</a:t>
            </a:r>
          </a:p>
          <a:p>
            <a:r>
              <a:rPr lang="en-GB" altLang="zh-CN" sz="1600" b="1" dirty="0"/>
              <a:t>#</a:t>
            </a:r>
            <a:r>
              <a:rPr lang="en-GB" altLang="zh-CN" sz="1600" b="1" dirty="0" err="1"/>
              <a:t>endif</a:t>
            </a:r>
            <a:endParaRPr lang="en-GB" altLang="zh-CN" sz="1600" b="1" dirty="0"/>
          </a:p>
        </p:txBody>
      </p:sp>
      <p:sp>
        <p:nvSpPr>
          <p:cNvPr id="13" name="矩形 12"/>
          <p:cNvSpPr/>
          <p:nvPr/>
        </p:nvSpPr>
        <p:spPr>
          <a:xfrm>
            <a:off x="1" y="339503"/>
            <a:ext cx="3851919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35497" y="339503"/>
            <a:ext cx="403244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 smtClean="0">
                <a:solidFill>
                  <a:schemeClr val="bg1"/>
                </a:solidFill>
              </a:rPr>
              <a:t>5.5 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编程</a:t>
            </a:r>
            <a:r>
              <a:rPr lang="zh-CN" altLang="en-US" sz="2400" b="1" dirty="0">
                <a:solidFill>
                  <a:schemeClr val="bg1"/>
                </a:solidFill>
              </a:rPr>
              <a:t>思想之模块化编程</a:t>
            </a:r>
            <a:endParaRPr lang="zh-CN" altLang="en-US" sz="1050" b="1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7046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35497" y="339503"/>
            <a:ext cx="568863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5.4.3  </a:t>
            </a:r>
            <a:r>
              <a:rPr lang="en-US" altLang="zh-CN" sz="2400" b="1" dirty="0" err="1" smtClean="0">
                <a:solidFill>
                  <a:schemeClr val="bg1"/>
                </a:solidFill>
              </a:rPr>
              <a:t>HALv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库</a:t>
            </a:r>
            <a:r>
              <a:rPr lang="zh-CN" altLang="en-US" sz="2400" b="1" dirty="0">
                <a:solidFill>
                  <a:schemeClr val="bg1"/>
                </a:solidFill>
              </a:rPr>
              <a:t>函数拓展</a:t>
            </a:r>
            <a:endParaRPr lang="zh-CN" altLang="en-US" sz="1050" b="1" dirty="0" smtClean="0">
              <a:solidFill>
                <a:schemeClr val="bg1"/>
              </a:solidFill>
            </a:endParaRPr>
          </a:p>
        </p:txBody>
      </p:sp>
      <p:sp>
        <p:nvSpPr>
          <p:cNvPr id="3789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4067944" y="160896"/>
            <a:ext cx="446449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Clr>
                <a:schemeClr val="accent4">
                  <a:lumMod val="60000"/>
                  <a:lumOff val="40000"/>
                </a:schemeClr>
              </a:buClr>
              <a:buFont typeface="Wingdings" pitchFamily="2" charset="2"/>
              <a:buChar char="u"/>
            </a:pPr>
            <a:r>
              <a:rPr lang="zh-CN" altLang="en-US" sz="2000" b="1" dirty="0" smtClean="0">
                <a:solidFill>
                  <a:srgbClr val="D38583"/>
                </a:solidFill>
                <a:ea typeface="隶书" pitchFamily="49" charset="-122"/>
              </a:rPr>
              <a:t>拓展</a:t>
            </a:r>
            <a:r>
              <a:rPr lang="en-US" altLang="zh-CN" sz="2000" b="1" dirty="0" smtClean="0">
                <a:solidFill>
                  <a:srgbClr val="D38583"/>
                </a:solidFill>
                <a:ea typeface="隶书" pitchFamily="49" charset="-122"/>
              </a:rPr>
              <a:t>2</a:t>
            </a:r>
            <a:r>
              <a:rPr lang="zh-CN" altLang="en-US" sz="2000" b="1" dirty="0">
                <a:solidFill>
                  <a:srgbClr val="D38583"/>
                </a:solidFill>
                <a:ea typeface="隶书" pitchFamily="49" charset="-122"/>
              </a:rPr>
              <a:t>：模块化编程</a:t>
            </a:r>
            <a:r>
              <a:rPr lang="en-US" altLang="zh-CN" sz="2000" b="1" dirty="0">
                <a:solidFill>
                  <a:srgbClr val="D38583"/>
                </a:solidFill>
                <a:ea typeface="隶书" pitchFamily="49" charset="-122"/>
              </a:rPr>
              <a:t>——BSP</a:t>
            </a:r>
            <a:r>
              <a:rPr lang="zh-CN" altLang="en-US" sz="2000" b="1" dirty="0">
                <a:solidFill>
                  <a:srgbClr val="D38583"/>
                </a:solidFill>
                <a:ea typeface="隶书" pitchFamily="49" charset="-122"/>
              </a:rPr>
              <a:t>板级驱动函数</a:t>
            </a:r>
            <a:r>
              <a:rPr lang="zh-CN" altLang="en-US" sz="2000" b="1" dirty="0" smtClean="0">
                <a:solidFill>
                  <a:srgbClr val="D38583"/>
                </a:solidFill>
                <a:ea typeface="隶书" pitchFamily="49" charset="-122"/>
              </a:rPr>
              <a:t>设计</a:t>
            </a:r>
            <a:endParaRPr lang="zh-CN" altLang="en-US" sz="2000" b="1" dirty="0">
              <a:solidFill>
                <a:srgbClr val="D38583"/>
              </a:solidFill>
              <a:ea typeface="隶书" pitchFamily="49" charset="-122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278650" y="1184252"/>
            <a:ext cx="3546140" cy="3554819"/>
          </a:xfrm>
          <a:prstGeom prst="rect">
            <a:avLst/>
          </a:prstGeom>
          <a:ln w="1270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dirty="0" smtClean="0"/>
              <a:t>     </a:t>
            </a:r>
            <a:r>
              <a:rPr lang="en-US" altLang="zh-CN" b="1" dirty="0"/>
              <a:t>.c</a:t>
            </a:r>
            <a:r>
              <a:rPr lang="zh-CN" altLang="en-US" b="1" dirty="0"/>
              <a:t>源文件是具体业务逻辑实现，即功能函数实现，包含一个或多个具体的功能</a:t>
            </a:r>
            <a:r>
              <a:rPr lang="zh-CN" altLang="en-US" b="1" dirty="0" smtClean="0"/>
              <a:t>函数。</a:t>
            </a:r>
            <a:endParaRPr lang="en-US" altLang="zh-CN" b="1" dirty="0" smtClean="0"/>
          </a:p>
          <a:p>
            <a:pPr>
              <a:lnSpc>
                <a:spcPct val="125000"/>
              </a:lnSpc>
            </a:pPr>
            <a:r>
              <a:rPr lang="en-US" altLang="zh-CN" dirty="0" smtClean="0"/>
              <a:t>       </a:t>
            </a:r>
            <a:r>
              <a:rPr lang="zh-CN" altLang="zh-CN" b="1" dirty="0" smtClean="0"/>
              <a:t>在</a:t>
            </a:r>
            <a:r>
              <a:rPr lang="en-GB" altLang="zh-CN" b="1" dirty="0" err="1"/>
              <a:t>led.c</a:t>
            </a:r>
            <a:r>
              <a:rPr lang="zh-CN" altLang="zh-CN" b="1" dirty="0"/>
              <a:t>文件中设计一个</a:t>
            </a:r>
            <a:r>
              <a:rPr lang="en-GB" altLang="zh-CN" b="1" dirty="0" err="1"/>
              <a:t>BSP_LED_On</a:t>
            </a:r>
            <a:r>
              <a:rPr lang="en-GB" altLang="zh-CN" b="1" dirty="0"/>
              <a:t> (uint16_t </a:t>
            </a:r>
            <a:r>
              <a:rPr lang="en-GB" altLang="zh-CN" b="1" dirty="0" err="1"/>
              <a:t>led_unmber</a:t>
            </a:r>
            <a:r>
              <a:rPr lang="en-GB" altLang="zh-CN" b="1" dirty="0"/>
              <a:t>)</a:t>
            </a:r>
            <a:r>
              <a:rPr lang="zh-CN" altLang="zh-CN" b="1" dirty="0"/>
              <a:t>和</a:t>
            </a:r>
            <a:r>
              <a:rPr lang="en-GB" altLang="zh-CN" b="1" dirty="0"/>
              <a:t>void </a:t>
            </a:r>
            <a:r>
              <a:rPr lang="en-GB" altLang="zh-CN" b="1" dirty="0" err="1"/>
              <a:t>BSP_LED_Off</a:t>
            </a:r>
            <a:r>
              <a:rPr lang="en-GB" altLang="zh-CN" b="1" dirty="0"/>
              <a:t> (uint16_t </a:t>
            </a:r>
            <a:r>
              <a:rPr lang="en-GB" altLang="zh-CN" b="1" dirty="0" err="1"/>
              <a:t>led_unmber</a:t>
            </a:r>
            <a:r>
              <a:rPr lang="en-GB" altLang="zh-CN" b="1" dirty="0"/>
              <a:t>)</a:t>
            </a:r>
            <a:r>
              <a:rPr lang="zh-CN" altLang="zh-CN" b="1" dirty="0"/>
              <a:t>函数，其中形参</a:t>
            </a:r>
            <a:r>
              <a:rPr lang="en-GB" altLang="zh-CN" b="1" dirty="0" err="1"/>
              <a:t>led_unmber</a:t>
            </a:r>
            <a:r>
              <a:rPr lang="zh-CN" altLang="zh-CN" b="1" dirty="0"/>
              <a:t>为目标板上具体对应某个设备指示灯灯编号，取值为</a:t>
            </a:r>
            <a:r>
              <a:rPr lang="en-GB" altLang="zh-CN" b="1" dirty="0"/>
              <a:t>0</a:t>
            </a:r>
            <a:r>
              <a:rPr lang="zh-CN" altLang="zh-CN" b="1" dirty="0"/>
              <a:t>、</a:t>
            </a:r>
            <a:r>
              <a:rPr lang="en-GB" altLang="zh-CN" b="1" dirty="0"/>
              <a:t>1</a:t>
            </a:r>
            <a:r>
              <a:rPr lang="zh-CN" altLang="zh-CN" b="1" dirty="0"/>
              <a:t>或</a:t>
            </a:r>
            <a:r>
              <a:rPr lang="en-GB" altLang="zh-CN" b="1" dirty="0"/>
              <a:t>2</a:t>
            </a:r>
            <a:r>
              <a:rPr lang="zh-CN" altLang="zh-CN" b="1" dirty="0" smtClean="0"/>
              <a:t>。</a:t>
            </a:r>
            <a:endParaRPr lang="zh-CN" altLang="en-US" b="1" dirty="0"/>
          </a:p>
        </p:txBody>
      </p:sp>
      <p:sp>
        <p:nvSpPr>
          <p:cNvPr id="6" name="矩形 5"/>
          <p:cNvSpPr/>
          <p:nvPr/>
        </p:nvSpPr>
        <p:spPr>
          <a:xfrm>
            <a:off x="3961153" y="868782"/>
            <a:ext cx="4968552" cy="41857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b="1" dirty="0"/>
              <a:t>#include "stm32f1xx_hal.h"</a:t>
            </a:r>
            <a:endParaRPr lang="zh-CN" altLang="zh-CN" sz="1400" b="1" dirty="0"/>
          </a:p>
          <a:p>
            <a:r>
              <a:rPr lang="en-US" altLang="zh-CN" sz="1400" b="1" dirty="0"/>
              <a:t>#include "</a:t>
            </a:r>
            <a:r>
              <a:rPr lang="en-US" altLang="zh-CN" sz="1400" b="1" dirty="0" err="1"/>
              <a:t>led.h</a:t>
            </a:r>
            <a:r>
              <a:rPr lang="en-US" altLang="zh-CN" sz="1400" b="1" dirty="0"/>
              <a:t>"</a:t>
            </a:r>
            <a:endParaRPr lang="zh-CN" altLang="zh-CN" sz="1400" b="1" dirty="0"/>
          </a:p>
          <a:p>
            <a:r>
              <a:rPr lang="en-US" altLang="zh-CN" sz="1400" b="1" dirty="0"/>
              <a:t>//</a:t>
            </a:r>
            <a:r>
              <a:rPr lang="zh-CN" altLang="zh-CN" sz="1400" b="1" dirty="0"/>
              <a:t>指示灯亮函数，</a:t>
            </a:r>
            <a:r>
              <a:rPr lang="en-US" altLang="zh-CN" sz="1400" b="1" dirty="0"/>
              <a:t>GPIO</a:t>
            </a:r>
            <a:r>
              <a:rPr lang="zh-CN" altLang="zh-CN" sz="1400" b="1" dirty="0"/>
              <a:t>引脚为低电平时有效</a:t>
            </a:r>
          </a:p>
          <a:p>
            <a:r>
              <a:rPr lang="en-US" altLang="zh-CN" sz="1400" b="1" dirty="0"/>
              <a:t>void </a:t>
            </a:r>
            <a:r>
              <a:rPr lang="en-US" altLang="zh-CN" sz="1400" b="1" dirty="0" err="1"/>
              <a:t>BSP_LED_On</a:t>
            </a:r>
            <a:r>
              <a:rPr lang="en-US" altLang="zh-CN" sz="1400" b="1" dirty="0"/>
              <a:t> (uint16_t </a:t>
            </a:r>
            <a:r>
              <a:rPr lang="en-US" altLang="zh-CN" sz="1400" b="1" dirty="0" err="1"/>
              <a:t>led_unmber</a:t>
            </a:r>
            <a:r>
              <a:rPr lang="en-US" altLang="zh-CN" sz="1400" b="1" dirty="0"/>
              <a:t>)</a:t>
            </a:r>
            <a:endParaRPr lang="zh-CN" altLang="zh-CN" sz="1400" b="1" dirty="0"/>
          </a:p>
          <a:p>
            <a:r>
              <a:rPr lang="en-US" altLang="zh-CN" sz="1400" b="1" dirty="0"/>
              <a:t>{</a:t>
            </a:r>
            <a:endParaRPr lang="zh-CN" altLang="zh-CN" sz="1400" b="1" dirty="0"/>
          </a:p>
          <a:p>
            <a:r>
              <a:rPr lang="en-US" altLang="zh-CN" sz="1400" b="1" dirty="0"/>
              <a:t> </a:t>
            </a:r>
            <a:r>
              <a:rPr lang="en-US" altLang="zh-CN" sz="1400" b="1" dirty="0" smtClean="0"/>
              <a:t>    switch(</a:t>
            </a:r>
            <a:r>
              <a:rPr lang="en-US" altLang="zh-CN" sz="1400" b="1" dirty="0" err="1" smtClean="0"/>
              <a:t>led_unmber</a:t>
            </a:r>
            <a:r>
              <a:rPr lang="en-US" altLang="zh-CN" sz="1400" b="1" dirty="0"/>
              <a:t>)</a:t>
            </a:r>
            <a:endParaRPr lang="zh-CN" altLang="zh-CN" sz="1400" b="1" dirty="0"/>
          </a:p>
          <a:p>
            <a:r>
              <a:rPr lang="en-US" altLang="zh-CN" sz="1400" b="1" dirty="0"/>
              <a:t> </a:t>
            </a:r>
            <a:r>
              <a:rPr lang="en-US" altLang="zh-CN" sz="1400" b="1" dirty="0" smtClean="0"/>
              <a:t>    {   case </a:t>
            </a:r>
            <a:r>
              <a:rPr lang="en-US" altLang="zh-CN" sz="1400" b="1" dirty="0"/>
              <a:t>0</a:t>
            </a:r>
            <a:r>
              <a:rPr lang="en-US" altLang="zh-CN" sz="1400" b="1" dirty="0" smtClean="0"/>
              <a:t>:</a:t>
            </a:r>
            <a:r>
              <a:rPr lang="en-US" altLang="zh-CN" sz="1400" b="1" dirty="0"/>
              <a:t>	</a:t>
            </a:r>
            <a:endParaRPr lang="en-US" altLang="zh-CN" sz="1400" b="1" dirty="0"/>
          </a:p>
          <a:p>
            <a:r>
              <a:rPr lang="en-US" altLang="zh-CN" sz="1400" b="1" dirty="0"/>
              <a:t> </a:t>
            </a:r>
            <a:r>
              <a:rPr lang="en-US" altLang="zh-CN" sz="1400" b="1" dirty="0" smtClean="0"/>
              <a:t>        </a:t>
            </a:r>
            <a:r>
              <a:rPr lang="en-US" altLang="zh-CN" sz="1400" b="1" dirty="0" err="1" smtClean="0"/>
              <a:t>HAL_GPIO_WritePin</a:t>
            </a:r>
            <a:r>
              <a:rPr lang="en-US" altLang="zh-CN" sz="1400" b="1" dirty="0" smtClean="0"/>
              <a:t>(led0_port</a:t>
            </a:r>
            <a:r>
              <a:rPr lang="en-US" altLang="zh-CN" sz="1400" b="1" dirty="0"/>
              <a:t>, led0_pin,GPIO_PIN_RESET);</a:t>
            </a:r>
            <a:endParaRPr lang="zh-CN" altLang="zh-CN" sz="1400" b="1" dirty="0"/>
          </a:p>
          <a:p>
            <a:r>
              <a:rPr lang="en-US" altLang="zh-CN" sz="1400" b="1" dirty="0"/>
              <a:t> </a:t>
            </a:r>
            <a:r>
              <a:rPr lang="en-US" altLang="zh-CN" sz="1400" b="1" dirty="0" smtClean="0"/>
              <a:t>        break</a:t>
            </a:r>
            <a:r>
              <a:rPr lang="en-US" altLang="zh-CN" sz="1400" b="1" dirty="0"/>
              <a:t>;</a:t>
            </a:r>
            <a:endParaRPr lang="zh-CN" altLang="zh-CN" sz="1400" b="1" dirty="0"/>
          </a:p>
          <a:p>
            <a:r>
              <a:rPr lang="en-US" altLang="zh-CN" sz="1400" b="1" dirty="0"/>
              <a:t> </a:t>
            </a:r>
            <a:r>
              <a:rPr lang="en-US" altLang="zh-CN" sz="1400" b="1" dirty="0" smtClean="0"/>
              <a:t>        case </a:t>
            </a:r>
            <a:r>
              <a:rPr lang="en-US" altLang="zh-CN" sz="1400" b="1" dirty="0"/>
              <a:t>1:</a:t>
            </a:r>
            <a:endParaRPr lang="zh-CN" altLang="zh-CN" sz="1400" b="1" dirty="0"/>
          </a:p>
          <a:p>
            <a:r>
              <a:rPr lang="en-US" altLang="zh-CN" sz="1400" b="1" dirty="0" smtClean="0"/>
              <a:t>         </a:t>
            </a:r>
            <a:r>
              <a:rPr lang="en-US" altLang="zh-CN" sz="1400" b="1" dirty="0" err="1" smtClean="0"/>
              <a:t>HAL_GPIO_WritePin</a:t>
            </a:r>
            <a:r>
              <a:rPr lang="en-US" altLang="zh-CN" sz="1400" b="1" dirty="0" smtClean="0"/>
              <a:t>(led1_port</a:t>
            </a:r>
            <a:r>
              <a:rPr lang="en-US" altLang="zh-CN" sz="1400" b="1" dirty="0"/>
              <a:t>, led1_pin,GPIO_PIN_RESET);</a:t>
            </a:r>
            <a:endParaRPr lang="zh-CN" altLang="zh-CN" sz="1400" b="1" dirty="0"/>
          </a:p>
          <a:p>
            <a:r>
              <a:rPr lang="en-US" altLang="zh-CN" sz="1400" b="1" dirty="0"/>
              <a:t> </a:t>
            </a:r>
            <a:r>
              <a:rPr lang="en-US" altLang="zh-CN" sz="1400" b="1" dirty="0" smtClean="0"/>
              <a:t>        break</a:t>
            </a:r>
            <a:r>
              <a:rPr lang="en-US" altLang="zh-CN" sz="1400" b="1" dirty="0"/>
              <a:t>;</a:t>
            </a:r>
            <a:endParaRPr lang="zh-CN" altLang="zh-CN" sz="1400" b="1" dirty="0"/>
          </a:p>
          <a:p>
            <a:r>
              <a:rPr lang="en-US" altLang="zh-CN" sz="1400" b="1" dirty="0" smtClean="0"/>
              <a:t>         case </a:t>
            </a:r>
            <a:r>
              <a:rPr lang="en-US" altLang="zh-CN" sz="1400" b="1" dirty="0"/>
              <a:t>2:</a:t>
            </a:r>
            <a:endParaRPr lang="zh-CN" altLang="zh-CN" sz="1400" b="1" dirty="0"/>
          </a:p>
          <a:p>
            <a:r>
              <a:rPr lang="en-US" altLang="zh-CN" sz="1400" b="1" dirty="0"/>
              <a:t> </a:t>
            </a:r>
            <a:r>
              <a:rPr lang="en-US" altLang="zh-CN" sz="1400" b="1" dirty="0" smtClean="0"/>
              <a:t>        </a:t>
            </a:r>
            <a:r>
              <a:rPr lang="en-US" altLang="zh-CN" sz="1400" b="1" dirty="0" err="1" smtClean="0"/>
              <a:t>HAL_GPIO_WritePin</a:t>
            </a:r>
            <a:r>
              <a:rPr lang="en-US" altLang="zh-CN" sz="1400" b="1" dirty="0" smtClean="0"/>
              <a:t>(led2_port</a:t>
            </a:r>
            <a:r>
              <a:rPr lang="en-US" altLang="zh-CN" sz="1400" b="1" dirty="0"/>
              <a:t>, led2_pin,GPIO_PIN_RESET);</a:t>
            </a:r>
            <a:endParaRPr lang="zh-CN" altLang="zh-CN" sz="1400" b="1" dirty="0"/>
          </a:p>
          <a:p>
            <a:r>
              <a:rPr lang="en-US" altLang="zh-CN" sz="1400" b="1" dirty="0" smtClean="0"/>
              <a:t>         break</a:t>
            </a:r>
            <a:r>
              <a:rPr lang="en-US" altLang="zh-CN" sz="1400" b="1" dirty="0"/>
              <a:t>;</a:t>
            </a:r>
            <a:endParaRPr lang="zh-CN" altLang="zh-CN" sz="1400" b="1" dirty="0"/>
          </a:p>
          <a:p>
            <a:r>
              <a:rPr lang="en-US" altLang="zh-CN" sz="1400" b="1" dirty="0" smtClean="0"/>
              <a:t>         default</a:t>
            </a:r>
            <a:r>
              <a:rPr lang="en-US" altLang="zh-CN" sz="1400" b="1" dirty="0"/>
              <a:t>:</a:t>
            </a:r>
            <a:endParaRPr lang="zh-CN" altLang="zh-CN" sz="1400" b="1" dirty="0"/>
          </a:p>
          <a:p>
            <a:r>
              <a:rPr lang="en-US" altLang="zh-CN" sz="1400" b="1" dirty="0" smtClean="0"/>
              <a:t>          break</a:t>
            </a:r>
            <a:r>
              <a:rPr lang="en-US" altLang="zh-CN" sz="1400" b="1" dirty="0"/>
              <a:t>;</a:t>
            </a:r>
            <a:endParaRPr lang="zh-CN" altLang="zh-CN" sz="1400" b="1" dirty="0"/>
          </a:p>
          <a:p>
            <a:r>
              <a:rPr lang="en-US" altLang="zh-CN" sz="1400" b="1" dirty="0" smtClean="0"/>
              <a:t>      }</a:t>
            </a:r>
            <a:endParaRPr lang="zh-CN" altLang="zh-CN" sz="1400" b="1" dirty="0"/>
          </a:p>
          <a:p>
            <a:r>
              <a:rPr lang="en-US" altLang="zh-CN" sz="1400" b="1" dirty="0" smtClean="0"/>
              <a:t>}</a:t>
            </a:r>
            <a:endParaRPr lang="zh-CN" altLang="zh-CN" sz="1400" b="1" dirty="0"/>
          </a:p>
        </p:txBody>
      </p:sp>
      <p:sp>
        <p:nvSpPr>
          <p:cNvPr id="13" name="矩形 12"/>
          <p:cNvSpPr/>
          <p:nvPr/>
        </p:nvSpPr>
        <p:spPr>
          <a:xfrm>
            <a:off x="1" y="339503"/>
            <a:ext cx="3851919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35497" y="339503"/>
            <a:ext cx="403244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 smtClean="0">
                <a:solidFill>
                  <a:schemeClr val="bg1"/>
                </a:solidFill>
              </a:rPr>
              <a:t>5.5 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编程</a:t>
            </a:r>
            <a:r>
              <a:rPr lang="zh-CN" altLang="en-US" sz="2400" b="1" dirty="0">
                <a:solidFill>
                  <a:schemeClr val="bg1"/>
                </a:solidFill>
              </a:rPr>
              <a:t>思想之模块化编程</a:t>
            </a:r>
            <a:endParaRPr lang="zh-CN" altLang="en-US" sz="1050" b="1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1576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22743" y="339502"/>
            <a:ext cx="418921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5.4.3  </a:t>
            </a:r>
            <a:r>
              <a:rPr lang="en-US" altLang="zh-CN" sz="2400" b="1" dirty="0" err="1" smtClean="0">
                <a:solidFill>
                  <a:schemeClr val="bg1"/>
                </a:solidFill>
              </a:rPr>
              <a:t>HALv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库</a:t>
            </a:r>
            <a:r>
              <a:rPr lang="zh-CN" altLang="en-US" sz="2400" b="1" dirty="0">
                <a:solidFill>
                  <a:schemeClr val="bg1"/>
                </a:solidFill>
              </a:rPr>
              <a:t>函数拓展</a:t>
            </a:r>
            <a:endParaRPr lang="zh-CN" altLang="en-US" sz="1050" b="1" dirty="0" smtClean="0">
              <a:solidFill>
                <a:schemeClr val="bg1"/>
              </a:solidFill>
            </a:endParaRPr>
          </a:p>
        </p:txBody>
      </p:sp>
      <p:sp>
        <p:nvSpPr>
          <p:cNvPr id="3789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4086735" y="399040"/>
            <a:ext cx="484475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Clr>
                <a:schemeClr val="accent4">
                  <a:lumMod val="60000"/>
                  <a:lumOff val="40000"/>
                </a:schemeClr>
              </a:buClr>
              <a:buFont typeface="Wingdings" pitchFamily="2" charset="2"/>
              <a:buChar char="u"/>
            </a:pPr>
            <a:r>
              <a:rPr lang="zh-CN" altLang="en-US" sz="2000" b="1" dirty="0" smtClean="0">
                <a:solidFill>
                  <a:srgbClr val="D38583"/>
                </a:solidFill>
                <a:ea typeface="隶书" pitchFamily="49" charset="-122"/>
              </a:rPr>
              <a:t>拓展</a:t>
            </a:r>
            <a:r>
              <a:rPr lang="en-US" altLang="zh-CN" sz="2000" b="1" dirty="0" smtClean="0">
                <a:solidFill>
                  <a:srgbClr val="D38583"/>
                </a:solidFill>
                <a:ea typeface="隶书" pitchFamily="49" charset="-122"/>
              </a:rPr>
              <a:t>2</a:t>
            </a:r>
            <a:r>
              <a:rPr lang="zh-CN" altLang="en-US" sz="2000" b="1" dirty="0">
                <a:solidFill>
                  <a:srgbClr val="D38583"/>
                </a:solidFill>
                <a:ea typeface="隶书" pitchFamily="49" charset="-122"/>
              </a:rPr>
              <a:t>：模块化编程</a:t>
            </a:r>
            <a:r>
              <a:rPr lang="en-US" altLang="zh-CN" sz="2000" b="1" dirty="0">
                <a:solidFill>
                  <a:srgbClr val="D38583"/>
                </a:solidFill>
                <a:ea typeface="隶书" pitchFamily="49" charset="-122"/>
              </a:rPr>
              <a:t>——BSP</a:t>
            </a:r>
            <a:r>
              <a:rPr lang="zh-CN" altLang="en-US" sz="2000" b="1" dirty="0">
                <a:solidFill>
                  <a:srgbClr val="D38583"/>
                </a:solidFill>
                <a:ea typeface="隶书" pitchFamily="49" charset="-122"/>
              </a:rPr>
              <a:t>板级驱动函数</a:t>
            </a:r>
            <a:r>
              <a:rPr lang="zh-CN" altLang="en-US" sz="2000" b="1" dirty="0" smtClean="0">
                <a:solidFill>
                  <a:srgbClr val="D38583"/>
                </a:solidFill>
                <a:ea typeface="隶书" pitchFamily="49" charset="-122"/>
              </a:rPr>
              <a:t>设计</a:t>
            </a:r>
            <a:endParaRPr lang="zh-CN" altLang="en-US" sz="2000" b="1" dirty="0">
              <a:solidFill>
                <a:srgbClr val="D38583"/>
              </a:solidFill>
              <a:ea typeface="隶书" pitchFamily="49" charset="-122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5076056" y="1199389"/>
            <a:ext cx="3618148" cy="3554819"/>
          </a:xfrm>
          <a:prstGeom prst="rect">
            <a:avLst/>
          </a:prstGeom>
          <a:ln w="1270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dirty="0" smtClean="0"/>
              <a:t>     </a:t>
            </a:r>
            <a:r>
              <a:rPr lang="en-US" altLang="zh-CN" b="1" dirty="0"/>
              <a:t>.c</a:t>
            </a:r>
            <a:r>
              <a:rPr lang="zh-CN" altLang="en-US" b="1" dirty="0"/>
              <a:t>源文件是具体业务逻辑实现，即功能函数实现，包含一个或多个具体的功能</a:t>
            </a:r>
            <a:r>
              <a:rPr lang="zh-CN" altLang="en-US" b="1" dirty="0" smtClean="0"/>
              <a:t>函数。</a:t>
            </a:r>
            <a:endParaRPr lang="en-US" altLang="zh-CN" b="1" dirty="0" smtClean="0"/>
          </a:p>
          <a:p>
            <a:pPr>
              <a:lnSpc>
                <a:spcPct val="125000"/>
              </a:lnSpc>
            </a:pPr>
            <a:r>
              <a:rPr lang="en-US" altLang="zh-CN" dirty="0" smtClean="0"/>
              <a:t>       </a:t>
            </a:r>
            <a:r>
              <a:rPr lang="zh-CN" altLang="zh-CN" b="1" dirty="0" smtClean="0"/>
              <a:t>在</a:t>
            </a:r>
            <a:r>
              <a:rPr lang="en-GB" altLang="zh-CN" b="1" dirty="0" err="1"/>
              <a:t>led.c</a:t>
            </a:r>
            <a:r>
              <a:rPr lang="zh-CN" altLang="zh-CN" b="1" dirty="0"/>
              <a:t>文件中设计一个</a:t>
            </a:r>
            <a:r>
              <a:rPr lang="en-GB" altLang="zh-CN" b="1" dirty="0" err="1"/>
              <a:t>BSP_LED_On</a:t>
            </a:r>
            <a:r>
              <a:rPr lang="en-GB" altLang="zh-CN" b="1" dirty="0"/>
              <a:t> (uint16_t </a:t>
            </a:r>
            <a:r>
              <a:rPr lang="en-GB" altLang="zh-CN" b="1" dirty="0" err="1"/>
              <a:t>led_unmber</a:t>
            </a:r>
            <a:r>
              <a:rPr lang="en-GB" altLang="zh-CN" b="1" dirty="0"/>
              <a:t>)</a:t>
            </a:r>
            <a:r>
              <a:rPr lang="zh-CN" altLang="zh-CN" b="1" dirty="0"/>
              <a:t>和</a:t>
            </a:r>
            <a:r>
              <a:rPr lang="en-GB" altLang="zh-CN" b="1" dirty="0"/>
              <a:t>void </a:t>
            </a:r>
            <a:r>
              <a:rPr lang="en-GB" altLang="zh-CN" b="1" dirty="0" err="1"/>
              <a:t>BSP_LED_Off</a:t>
            </a:r>
            <a:r>
              <a:rPr lang="en-GB" altLang="zh-CN" b="1" dirty="0"/>
              <a:t> (uint16_t </a:t>
            </a:r>
            <a:r>
              <a:rPr lang="en-GB" altLang="zh-CN" b="1" dirty="0" err="1"/>
              <a:t>led_unmber</a:t>
            </a:r>
            <a:r>
              <a:rPr lang="en-GB" altLang="zh-CN" b="1" dirty="0"/>
              <a:t>)</a:t>
            </a:r>
            <a:r>
              <a:rPr lang="zh-CN" altLang="zh-CN" b="1" dirty="0"/>
              <a:t>函数，其中形参</a:t>
            </a:r>
            <a:r>
              <a:rPr lang="en-GB" altLang="zh-CN" b="1" dirty="0" err="1"/>
              <a:t>led_unmber</a:t>
            </a:r>
            <a:r>
              <a:rPr lang="zh-CN" altLang="zh-CN" b="1" dirty="0"/>
              <a:t>为目标板上具体对应某个设备指示灯灯编号，取值为</a:t>
            </a:r>
            <a:r>
              <a:rPr lang="en-GB" altLang="zh-CN" b="1" dirty="0"/>
              <a:t>0</a:t>
            </a:r>
            <a:r>
              <a:rPr lang="zh-CN" altLang="zh-CN" b="1" dirty="0"/>
              <a:t>、</a:t>
            </a:r>
            <a:r>
              <a:rPr lang="en-GB" altLang="zh-CN" b="1" dirty="0"/>
              <a:t>1</a:t>
            </a:r>
            <a:r>
              <a:rPr lang="zh-CN" altLang="zh-CN" b="1" dirty="0"/>
              <a:t>或</a:t>
            </a:r>
            <a:r>
              <a:rPr lang="en-GB" altLang="zh-CN" b="1" dirty="0"/>
              <a:t>2</a:t>
            </a:r>
            <a:r>
              <a:rPr lang="zh-CN" altLang="zh-CN" b="1" dirty="0" smtClean="0"/>
              <a:t>。</a:t>
            </a:r>
            <a:endParaRPr lang="zh-CN" altLang="en-US" b="1" dirty="0"/>
          </a:p>
        </p:txBody>
      </p:sp>
      <p:sp>
        <p:nvSpPr>
          <p:cNvPr id="6" name="矩形 5"/>
          <p:cNvSpPr/>
          <p:nvPr/>
        </p:nvSpPr>
        <p:spPr>
          <a:xfrm>
            <a:off x="223577" y="1099362"/>
            <a:ext cx="4736405" cy="37548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b="1" dirty="0" smtClean="0"/>
              <a:t>//</a:t>
            </a:r>
            <a:r>
              <a:rPr lang="zh-CN" altLang="zh-CN" sz="1400" b="1" dirty="0"/>
              <a:t>指示灯灭函数，</a:t>
            </a:r>
            <a:r>
              <a:rPr lang="en-US" altLang="zh-CN" sz="1400" b="1" dirty="0"/>
              <a:t>GPIO</a:t>
            </a:r>
            <a:r>
              <a:rPr lang="zh-CN" altLang="zh-CN" sz="1400" b="1" dirty="0"/>
              <a:t>引脚为高电平时有效</a:t>
            </a:r>
          </a:p>
          <a:p>
            <a:r>
              <a:rPr lang="en-US" altLang="zh-CN" sz="1400" b="1" dirty="0"/>
              <a:t>void </a:t>
            </a:r>
            <a:r>
              <a:rPr lang="en-US" altLang="zh-CN" sz="1400" b="1" dirty="0" err="1"/>
              <a:t>BSP_LED_Off</a:t>
            </a:r>
            <a:r>
              <a:rPr lang="en-US" altLang="zh-CN" sz="1400" b="1" dirty="0"/>
              <a:t> (uint16_t </a:t>
            </a:r>
            <a:r>
              <a:rPr lang="en-US" altLang="zh-CN" sz="1400" b="1" dirty="0" err="1"/>
              <a:t>led_unmber</a:t>
            </a:r>
            <a:r>
              <a:rPr lang="en-US" altLang="zh-CN" sz="1400" b="1" dirty="0"/>
              <a:t>)</a:t>
            </a:r>
            <a:endParaRPr lang="zh-CN" altLang="zh-CN" sz="1400" b="1" dirty="0"/>
          </a:p>
          <a:p>
            <a:r>
              <a:rPr lang="en-US" altLang="zh-CN" sz="1400" b="1" dirty="0"/>
              <a:t>{</a:t>
            </a:r>
            <a:endParaRPr lang="zh-CN" altLang="zh-CN" sz="1400" b="1" dirty="0"/>
          </a:p>
          <a:p>
            <a:r>
              <a:rPr lang="en-US" altLang="zh-CN" sz="1400" b="1" dirty="0" smtClean="0"/>
              <a:t>     switch(</a:t>
            </a:r>
            <a:r>
              <a:rPr lang="en-US" altLang="zh-CN" sz="1400" b="1" dirty="0" err="1" smtClean="0"/>
              <a:t>led_unmber</a:t>
            </a:r>
            <a:r>
              <a:rPr lang="en-US" altLang="zh-CN" sz="1400" b="1" dirty="0"/>
              <a:t>)</a:t>
            </a:r>
            <a:endParaRPr lang="zh-CN" altLang="zh-CN" sz="1400" b="1" dirty="0"/>
          </a:p>
          <a:p>
            <a:r>
              <a:rPr lang="en-US" altLang="zh-CN" sz="1400" b="1" dirty="0" smtClean="0"/>
              <a:t>     { case </a:t>
            </a:r>
            <a:r>
              <a:rPr lang="en-US" altLang="zh-CN" sz="1400" b="1" dirty="0"/>
              <a:t>0:</a:t>
            </a:r>
            <a:endParaRPr lang="zh-CN" altLang="zh-CN" sz="1400" b="1" dirty="0"/>
          </a:p>
          <a:p>
            <a:r>
              <a:rPr lang="en-US" altLang="zh-CN" sz="1400" b="1" dirty="0" smtClean="0"/>
              <a:t>        </a:t>
            </a:r>
            <a:r>
              <a:rPr lang="en-US" altLang="zh-CN" sz="1400" b="1" dirty="0" err="1" smtClean="0"/>
              <a:t>HAL_GPIO_WritePin</a:t>
            </a:r>
            <a:r>
              <a:rPr lang="en-US" altLang="zh-CN" sz="1400" b="1" dirty="0" smtClean="0"/>
              <a:t>(led0_port</a:t>
            </a:r>
            <a:r>
              <a:rPr lang="en-US" altLang="zh-CN" sz="1400" b="1" dirty="0"/>
              <a:t>, led0_pin,GPIO_PIN_SET);</a:t>
            </a:r>
            <a:endParaRPr lang="zh-CN" altLang="zh-CN" sz="1400" b="1" dirty="0"/>
          </a:p>
          <a:p>
            <a:r>
              <a:rPr lang="en-US" altLang="zh-CN" sz="1400" b="1" dirty="0" smtClean="0"/>
              <a:t>        break</a:t>
            </a:r>
            <a:r>
              <a:rPr lang="en-US" altLang="zh-CN" sz="1400" b="1" dirty="0"/>
              <a:t>;</a:t>
            </a:r>
            <a:endParaRPr lang="zh-CN" altLang="zh-CN" sz="1400" b="1" dirty="0"/>
          </a:p>
          <a:p>
            <a:r>
              <a:rPr lang="en-US" altLang="zh-CN" sz="1400" b="1" dirty="0" smtClean="0"/>
              <a:t>        case </a:t>
            </a:r>
            <a:r>
              <a:rPr lang="en-US" altLang="zh-CN" sz="1400" b="1" dirty="0"/>
              <a:t>1:</a:t>
            </a:r>
            <a:endParaRPr lang="zh-CN" altLang="zh-CN" sz="1400" b="1" dirty="0"/>
          </a:p>
          <a:p>
            <a:r>
              <a:rPr lang="en-US" altLang="zh-CN" sz="1400" b="1" dirty="0" smtClean="0"/>
              <a:t>        </a:t>
            </a:r>
            <a:r>
              <a:rPr lang="en-US" altLang="zh-CN" sz="1400" b="1" dirty="0" err="1" smtClean="0"/>
              <a:t>HAL_GPIO_WritePin</a:t>
            </a:r>
            <a:r>
              <a:rPr lang="en-US" altLang="zh-CN" sz="1400" b="1" dirty="0" smtClean="0"/>
              <a:t>(led1_port</a:t>
            </a:r>
            <a:r>
              <a:rPr lang="en-US" altLang="zh-CN" sz="1400" b="1" dirty="0"/>
              <a:t>, led1_pin,GPIO_PIN_SET);</a:t>
            </a:r>
            <a:endParaRPr lang="zh-CN" altLang="zh-CN" sz="1400" b="1" dirty="0"/>
          </a:p>
          <a:p>
            <a:r>
              <a:rPr lang="en-US" altLang="zh-CN" sz="1400" b="1" dirty="0" smtClean="0"/>
              <a:t>        break</a:t>
            </a:r>
            <a:r>
              <a:rPr lang="en-US" altLang="zh-CN" sz="1400" b="1" dirty="0"/>
              <a:t>;</a:t>
            </a:r>
            <a:endParaRPr lang="zh-CN" altLang="zh-CN" sz="1400" b="1" dirty="0"/>
          </a:p>
          <a:p>
            <a:r>
              <a:rPr lang="en-US" altLang="zh-CN" sz="1400" b="1" dirty="0" smtClean="0"/>
              <a:t>        case </a:t>
            </a:r>
            <a:r>
              <a:rPr lang="en-US" altLang="zh-CN" sz="1400" b="1" dirty="0"/>
              <a:t>2:</a:t>
            </a:r>
            <a:endParaRPr lang="zh-CN" altLang="zh-CN" sz="1400" b="1" dirty="0"/>
          </a:p>
          <a:p>
            <a:r>
              <a:rPr lang="en-US" altLang="zh-CN" sz="1400" b="1" dirty="0" smtClean="0"/>
              <a:t>        </a:t>
            </a:r>
            <a:r>
              <a:rPr lang="en-US" altLang="zh-CN" sz="1400" b="1" dirty="0" err="1" smtClean="0"/>
              <a:t>HAL_GPIO_WritePin</a:t>
            </a:r>
            <a:r>
              <a:rPr lang="en-US" altLang="zh-CN" sz="1400" b="1" dirty="0" smtClean="0"/>
              <a:t>(led2_port</a:t>
            </a:r>
            <a:r>
              <a:rPr lang="en-US" altLang="zh-CN" sz="1400" b="1" dirty="0"/>
              <a:t>, led2_pin,GPIO_PIN_SET);</a:t>
            </a:r>
            <a:endParaRPr lang="zh-CN" altLang="zh-CN" sz="1400" b="1" dirty="0"/>
          </a:p>
          <a:p>
            <a:r>
              <a:rPr lang="en-US" altLang="zh-CN" sz="1400" b="1" dirty="0" smtClean="0"/>
              <a:t>        break</a:t>
            </a:r>
            <a:r>
              <a:rPr lang="en-US" altLang="zh-CN" sz="1400" b="1" dirty="0"/>
              <a:t>;</a:t>
            </a:r>
            <a:endParaRPr lang="zh-CN" altLang="zh-CN" sz="1400" b="1" dirty="0"/>
          </a:p>
          <a:p>
            <a:r>
              <a:rPr lang="en-US" altLang="zh-CN" sz="1400" b="1" dirty="0" smtClean="0"/>
              <a:t>        default</a:t>
            </a:r>
            <a:r>
              <a:rPr lang="en-US" altLang="zh-CN" sz="1400" b="1" dirty="0"/>
              <a:t>:</a:t>
            </a:r>
            <a:endParaRPr lang="zh-CN" altLang="zh-CN" sz="1400" b="1" dirty="0"/>
          </a:p>
          <a:p>
            <a:r>
              <a:rPr lang="en-US" altLang="zh-CN" sz="1400" b="1" dirty="0" smtClean="0"/>
              <a:t>        break</a:t>
            </a:r>
            <a:r>
              <a:rPr lang="en-US" altLang="zh-CN" sz="1400" b="1" dirty="0"/>
              <a:t>;</a:t>
            </a:r>
            <a:endParaRPr lang="zh-CN" altLang="zh-CN" sz="1400" b="1" dirty="0"/>
          </a:p>
          <a:p>
            <a:r>
              <a:rPr lang="en-US" altLang="zh-CN" sz="1400" b="1" dirty="0" smtClean="0"/>
              <a:t>       }</a:t>
            </a:r>
            <a:endParaRPr lang="zh-CN" altLang="zh-CN" sz="1400" b="1" dirty="0"/>
          </a:p>
          <a:p>
            <a:r>
              <a:rPr lang="en-US" altLang="zh-CN" sz="1400" b="1" dirty="0"/>
              <a:t>}</a:t>
            </a:r>
            <a:endParaRPr lang="zh-CN" altLang="zh-CN" sz="1400" b="1" dirty="0"/>
          </a:p>
        </p:txBody>
      </p:sp>
      <p:sp>
        <p:nvSpPr>
          <p:cNvPr id="13" name="矩形 12"/>
          <p:cNvSpPr/>
          <p:nvPr/>
        </p:nvSpPr>
        <p:spPr>
          <a:xfrm>
            <a:off x="1" y="339503"/>
            <a:ext cx="3851919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35497" y="339503"/>
            <a:ext cx="403244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 smtClean="0">
                <a:solidFill>
                  <a:schemeClr val="bg1"/>
                </a:solidFill>
              </a:rPr>
              <a:t>5.5 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编程</a:t>
            </a:r>
            <a:r>
              <a:rPr lang="zh-CN" altLang="en-US" sz="2400" b="1" dirty="0">
                <a:solidFill>
                  <a:schemeClr val="bg1"/>
                </a:solidFill>
              </a:rPr>
              <a:t>思想之模块化编程</a:t>
            </a:r>
            <a:endParaRPr lang="zh-CN" altLang="en-US" sz="1050" b="1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9833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" y="339503"/>
            <a:ext cx="1619671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35497" y="339503"/>
            <a:ext cx="568863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本章小结</a:t>
            </a:r>
          </a:p>
        </p:txBody>
      </p:sp>
      <p:sp>
        <p:nvSpPr>
          <p:cNvPr id="3789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内容占位符 9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13600481"/>
              </p:ext>
            </p:extLst>
          </p:nvPr>
        </p:nvGraphicFramePr>
        <p:xfrm>
          <a:off x="395536" y="1059582"/>
          <a:ext cx="8496944" cy="28434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008888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1779662"/>
            <a:ext cx="2843808" cy="1368152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2915816" y="123478"/>
            <a:ext cx="5148064" cy="13681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2880320" y="1923678"/>
            <a:ext cx="5148064" cy="101566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6000" b="1" dirty="0" smtClean="0">
                <a:solidFill>
                  <a:schemeClr val="accent1">
                    <a:lumMod val="75000"/>
                  </a:schemeClr>
                </a:solidFill>
                <a:latin typeface="华文隶书" pitchFamily="2" charset="-122"/>
                <a:ea typeface="华文隶书" pitchFamily="2" charset="-122"/>
              </a:rPr>
              <a:t>T</a:t>
            </a:r>
            <a:r>
              <a:rPr lang="en-GB" altLang="zh-CN" sz="6000" b="1" dirty="0" smtClean="0">
                <a:solidFill>
                  <a:schemeClr val="accent1">
                    <a:lumMod val="75000"/>
                  </a:schemeClr>
                </a:solidFill>
                <a:latin typeface="华文隶书" pitchFamily="2" charset="-122"/>
                <a:ea typeface="华文隶书" pitchFamily="2" charset="-122"/>
              </a:rPr>
              <a:t>he     End!</a:t>
            </a:r>
            <a:endParaRPr lang="zh-CN" altLang="zh-CN" sz="6000" b="1" dirty="0">
              <a:solidFill>
                <a:schemeClr val="accent1">
                  <a:lumMod val="75000"/>
                </a:schemeClr>
              </a:solidFill>
              <a:latin typeface="华文隶书" pitchFamily="2" charset="-122"/>
              <a:ea typeface="华文隶书" pitchFamily="2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7991872" y="1779662"/>
            <a:ext cx="1152128" cy="1368152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菱形 12"/>
          <p:cNvSpPr/>
          <p:nvPr/>
        </p:nvSpPr>
        <p:spPr>
          <a:xfrm>
            <a:off x="7812360" y="4155926"/>
            <a:ext cx="936104" cy="581892"/>
          </a:xfrm>
          <a:prstGeom prst="diamond">
            <a:avLst/>
          </a:prstGeom>
          <a:solidFill>
            <a:schemeClr val="bg1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菱形 13"/>
          <p:cNvSpPr/>
          <p:nvPr/>
        </p:nvSpPr>
        <p:spPr>
          <a:xfrm>
            <a:off x="7344308" y="4136372"/>
            <a:ext cx="936104" cy="581892"/>
          </a:xfrm>
          <a:prstGeom prst="diamon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新月形 5"/>
          <p:cNvSpPr/>
          <p:nvPr/>
        </p:nvSpPr>
        <p:spPr>
          <a:xfrm rot="5400000">
            <a:off x="3908409" y="1003093"/>
            <a:ext cx="576063" cy="2129201"/>
          </a:xfrm>
          <a:prstGeom prst="moon">
            <a:avLst>
              <a:gd name="adj" fmla="val 14361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新月形 11"/>
          <p:cNvSpPr/>
          <p:nvPr/>
        </p:nvSpPr>
        <p:spPr>
          <a:xfrm rot="16200000">
            <a:off x="6081017" y="1669836"/>
            <a:ext cx="613404" cy="2129201"/>
          </a:xfrm>
          <a:prstGeom prst="moon">
            <a:avLst>
              <a:gd name="adj" fmla="val 14361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十字箭头标注 14"/>
          <p:cNvSpPr/>
          <p:nvPr/>
        </p:nvSpPr>
        <p:spPr>
          <a:xfrm>
            <a:off x="395536" y="339502"/>
            <a:ext cx="1296144" cy="720080"/>
          </a:xfrm>
          <a:prstGeom prst="quadArrowCallout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zh-CN" sz="1200" b="1" dirty="0" smtClean="0"/>
              <a:t>STM32</a:t>
            </a:r>
            <a:endParaRPr lang="zh-CN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3247507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>
          <a:defRPr sz="1600" b="1" dirty="0" smtClean="0"/>
        </a:defPPr>
      </a:lstStyle>
      <a:style>
        <a:lnRef idx="0">
          <a:schemeClr val="accent5"/>
        </a:lnRef>
        <a:fillRef idx="3">
          <a:schemeClr val="accent5"/>
        </a:fillRef>
        <a:effectRef idx="3">
          <a:schemeClr val="accent5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1386</TotalTime>
  <Words>6073</Words>
  <Application>Microsoft Office PowerPoint</Application>
  <PresentationFormat>全屏显示(16:9)</PresentationFormat>
  <Paragraphs>910</Paragraphs>
  <Slides>75</Slides>
  <Notes>22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75</vt:i4>
      </vt:variant>
    </vt:vector>
  </HeadingPairs>
  <TitlesOfParts>
    <vt:vector size="77" baseType="lpstr">
      <vt:lpstr>Office 主题​​</vt:lpstr>
      <vt:lpstr>Visio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mf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马锋</dc:creator>
  <cp:lastModifiedBy>TF</cp:lastModifiedBy>
  <cp:revision>187</cp:revision>
  <dcterms:created xsi:type="dcterms:W3CDTF">2019-08-08T08:45:05Z</dcterms:created>
  <dcterms:modified xsi:type="dcterms:W3CDTF">2020-06-16T00:53:14Z</dcterms:modified>
</cp:coreProperties>
</file>