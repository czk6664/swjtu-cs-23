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3"/>
    <p:sldId id="318" r:id="rId4"/>
    <p:sldId id="319" r:id="rId5"/>
    <p:sldId id="320" r:id="rId6"/>
    <p:sldId id="321" r:id="rId7"/>
    <p:sldId id="322" r:id="rId8"/>
    <p:sldId id="323" r:id="rId9"/>
    <p:sldId id="324" r:id="rId10"/>
    <p:sldId id="325" r:id="rId11"/>
    <p:sldId id="326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6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74065" y="311150"/>
            <a:ext cx="10515600" cy="1096645"/>
          </a:xfrm>
        </p:spPr>
        <p:txBody>
          <a:bodyPr/>
          <a:p>
            <a:r>
              <a:rPr lang="en-US" altLang="zh-CN"/>
              <a:t>1.</a:t>
            </a:r>
            <a:r>
              <a:rPr lang="en-US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单项选择题(30分，每小题2分)</a:t>
            </a:r>
            <a:endParaRPr lang="en-US" altLang="zh-CN"/>
          </a:p>
        </p:txBody>
      </p:sp>
      <p:sp>
        <p:nvSpPr>
          <p:cNvPr id="5" name="标题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74065" y="1407795"/>
            <a:ext cx="10515600" cy="1096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2.</a:t>
            </a:r>
            <a:r>
              <a:rPr lang="en-US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程序填空题（20分，每空2分）</a:t>
            </a:r>
            <a:endParaRPr lang="en-US" altLang="zh-CN"/>
          </a:p>
        </p:txBody>
      </p:sp>
      <p:sp>
        <p:nvSpPr>
          <p:cNvPr id="6" name="标题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74065" y="2504440"/>
            <a:ext cx="10515600" cy="1096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3.</a:t>
            </a:r>
            <a:r>
              <a:rPr lang="en-US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程序阅读题（20分，每小题5分）</a:t>
            </a:r>
            <a:endParaRPr lang="en-US" altLang="zh-CN"/>
          </a:p>
        </p:txBody>
      </p:sp>
      <p:sp>
        <p:nvSpPr>
          <p:cNvPr id="7" name="标题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74065" y="3717925"/>
            <a:ext cx="10515600" cy="1096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4.</a:t>
            </a:r>
            <a:r>
              <a:rPr lang="en-US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程序设计题（15分）</a:t>
            </a:r>
            <a:endParaRPr lang="en-US" altLang="zh-CN"/>
          </a:p>
        </p:txBody>
      </p:sp>
      <p:sp>
        <p:nvSpPr>
          <p:cNvPr id="8" name="标题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38200" y="4814570"/>
            <a:ext cx="10515600" cy="10966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ym typeface="+mn-ea"/>
              </a:rPr>
              <a:t>5.</a:t>
            </a:r>
            <a:r>
              <a:rPr lang="en-US" altLang="en-US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程序设计题（15分）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实验一：</a:t>
            </a:r>
            <a:r>
              <a:rPr lang="en-US" altLang="zh-CN"/>
              <a:t>Java</a:t>
            </a:r>
            <a:r>
              <a:rPr lang="zh-CN" altLang="en-US"/>
              <a:t>编程环境与程序运行</a:t>
            </a:r>
            <a:r>
              <a:rPr lang="en-US" altLang="zh-CN"/>
              <a:t> A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实验目的与类容</a:t>
            </a:r>
            <a:endParaRPr lang="zh-CN" altLang="en-US"/>
          </a:p>
          <a:p>
            <a:r>
              <a:rPr lang="zh-CN" altLang="en-US"/>
              <a:t>目的：</a:t>
            </a:r>
            <a:r>
              <a:rPr lang="en-US" altLang="zh-CN"/>
              <a:t>Java</a:t>
            </a:r>
            <a:r>
              <a:rPr lang="zh-CN" altLang="en-US"/>
              <a:t>编程环境搭建与程序运行</a:t>
            </a:r>
            <a:endParaRPr lang="zh-CN" altLang="en-US"/>
          </a:p>
          <a:p>
            <a:r>
              <a:rPr lang="zh-CN" altLang="en-US"/>
              <a:t>内容：参考课件，在</a:t>
            </a:r>
            <a:r>
              <a:rPr lang="en-US" altLang="zh-CN"/>
              <a:t>Eclipse</a:t>
            </a:r>
            <a:r>
              <a:rPr lang="zh-CN" altLang="en-US"/>
              <a:t>（或类似</a:t>
            </a:r>
            <a:r>
              <a:rPr lang="en-US" altLang="zh-CN"/>
              <a:t>IDE</a:t>
            </a:r>
            <a:r>
              <a:rPr lang="zh-CN" altLang="en-US"/>
              <a:t>开发工具）开发环境的</a:t>
            </a:r>
            <a:r>
              <a:rPr lang="en-US" altLang="zh-CN"/>
              <a:t>Console </a:t>
            </a:r>
            <a:r>
              <a:rPr lang="zh-CN" altLang="en-US"/>
              <a:t>控制台，输入自己的姓名和学号，并倒序输出。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实验二：输入</a:t>
            </a:r>
            <a:r>
              <a:rPr lang="en-US" altLang="zh-CN"/>
              <a:t>N</a:t>
            </a:r>
            <a:r>
              <a:rPr lang="zh-CN" altLang="en-US"/>
              <a:t>个实数，排序后输出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实验内容</a:t>
            </a:r>
            <a:endParaRPr lang="zh-CN" altLang="en-US"/>
          </a:p>
          <a:p>
            <a:r>
              <a:rPr lang="zh-CN" altLang="en-US"/>
              <a:t>内容：参考课件，在</a:t>
            </a:r>
            <a:r>
              <a:rPr lang="en-US" altLang="zh-CN"/>
              <a:t>Eclipse</a:t>
            </a:r>
            <a:r>
              <a:rPr lang="zh-CN" altLang="en-US"/>
              <a:t>（或类似</a:t>
            </a:r>
            <a:r>
              <a:rPr lang="en-US" altLang="zh-CN"/>
              <a:t>IDE</a:t>
            </a:r>
            <a:r>
              <a:rPr lang="zh-CN" altLang="en-US"/>
              <a:t>开发工具）开发环境的</a:t>
            </a:r>
            <a:r>
              <a:rPr lang="en-US" altLang="zh-CN"/>
              <a:t>Console </a:t>
            </a:r>
            <a:r>
              <a:rPr lang="zh-CN" altLang="en-US"/>
              <a:t>控制台，输入</a:t>
            </a:r>
            <a:r>
              <a:rPr lang="en-US" altLang="zh-CN"/>
              <a:t>N</a:t>
            </a:r>
            <a:r>
              <a:rPr lang="zh-CN" altLang="en-US"/>
              <a:t>个实数，并在排序后输出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实验三：</a:t>
            </a:r>
            <a:r>
              <a:rPr lang="en-US" altLang="zh-CN"/>
              <a:t>Java</a:t>
            </a:r>
            <a:r>
              <a:rPr lang="zh-CN" altLang="en-US"/>
              <a:t>面向对象编程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实验目的与类容</a:t>
            </a:r>
            <a:endParaRPr lang="zh-CN" altLang="en-US"/>
          </a:p>
          <a:p>
            <a:r>
              <a:rPr lang="zh-CN" altLang="en-US"/>
              <a:t>目的：</a:t>
            </a:r>
            <a:r>
              <a:rPr lang="en-US" altLang="zh-CN"/>
              <a:t>Java</a:t>
            </a:r>
            <a:r>
              <a:rPr lang="zh-CN" altLang="en-US"/>
              <a:t>类、类变量使用内容</a:t>
            </a:r>
            <a:endParaRPr lang="zh-CN" altLang="en-US"/>
          </a:p>
          <a:p>
            <a:r>
              <a:rPr lang="zh-CN" altLang="en-US"/>
              <a:t>内容：（</a:t>
            </a:r>
            <a:r>
              <a:rPr lang="en-US" altLang="zh-CN"/>
              <a:t>1</a:t>
            </a:r>
            <a:r>
              <a:rPr lang="zh-CN" altLang="en-US"/>
              <a:t>）设计一个类，其中包含成员变量、类变量。（</a:t>
            </a:r>
            <a:r>
              <a:rPr lang="en-US" altLang="zh-CN"/>
              <a:t>2</a:t>
            </a:r>
            <a:r>
              <a:rPr lang="zh-CN" altLang="en-US"/>
              <a:t>）设计一个测试类，创建对象，并用两种方式输出类变量的值。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实验四：</a:t>
            </a:r>
            <a:r>
              <a:rPr lang="en-US" altLang="zh-CN"/>
              <a:t>Java</a:t>
            </a:r>
            <a:r>
              <a:rPr lang="zh-CN" altLang="en-US"/>
              <a:t>面向对象编程（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/>
              <a:t>1. </a:t>
            </a:r>
            <a:r>
              <a:rPr lang="zh-CN" altLang="en-US"/>
              <a:t>实验目的与类容</a:t>
            </a:r>
            <a:endParaRPr lang="zh-CN" altLang="en-US"/>
          </a:p>
          <a:p>
            <a:r>
              <a:rPr lang="zh-CN" altLang="en-US"/>
              <a:t>目的：继承的使用内容；</a:t>
            </a:r>
            <a:endParaRPr lang="zh-CN" altLang="en-US"/>
          </a:p>
          <a:p>
            <a:r>
              <a:rPr lang="zh-CN" altLang="en-US"/>
              <a:t>内容：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）设计一个类</a:t>
            </a:r>
            <a:r>
              <a:rPr lang="en-US" altLang="zh-CN"/>
              <a:t>A</a:t>
            </a:r>
            <a:r>
              <a:rPr lang="zh-CN" altLang="en-US"/>
              <a:t>，包含成员变量，构造函数；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）设计一个类</a:t>
            </a:r>
            <a:r>
              <a:rPr lang="en-US" altLang="zh-CN"/>
              <a:t>B</a:t>
            </a:r>
            <a:r>
              <a:rPr lang="zh-CN" altLang="en-US"/>
              <a:t>，包含成员变量，构造函数，类</a:t>
            </a:r>
            <a:r>
              <a:rPr lang="en-US" altLang="zh-CN"/>
              <a:t>B</a:t>
            </a:r>
            <a:r>
              <a:rPr lang="zh-CN" altLang="en-US"/>
              <a:t>继承自类</a:t>
            </a:r>
            <a:r>
              <a:rPr lang="en-US" altLang="zh-CN"/>
              <a:t>A</a:t>
            </a:r>
            <a:r>
              <a:rPr lang="zh-CN" altLang="en-US"/>
              <a:t>，并调用父类</a:t>
            </a:r>
            <a:r>
              <a:rPr lang="en-US" altLang="zh-CN"/>
              <a:t>A</a:t>
            </a:r>
            <a:r>
              <a:rPr lang="zh-CN" altLang="en-US"/>
              <a:t>的构造函数进行初始化；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）设计一个测试类，输出类</a:t>
            </a:r>
            <a:r>
              <a:rPr lang="en-US" altLang="zh-CN"/>
              <a:t>A</a:t>
            </a:r>
            <a:r>
              <a:rPr lang="zh-CN" altLang="en-US"/>
              <a:t>和类</a:t>
            </a:r>
            <a:r>
              <a:rPr lang="en-US" altLang="zh-CN"/>
              <a:t>B</a:t>
            </a:r>
            <a:r>
              <a:rPr lang="zh-CN" altLang="en-US"/>
              <a:t>的成员变量。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实验五：</a:t>
            </a:r>
            <a:r>
              <a:rPr lang="en-US" altLang="zh-CN"/>
              <a:t>Java</a:t>
            </a:r>
            <a:r>
              <a:rPr lang="zh-CN" altLang="en-US"/>
              <a:t>面向对象编程（</a:t>
            </a:r>
            <a:r>
              <a:rPr lang="en-US" altLang="zh-CN"/>
              <a:t>3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实验目的与内容</a:t>
            </a:r>
            <a:endParaRPr lang="zh-CN" altLang="en-US"/>
          </a:p>
          <a:p>
            <a:r>
              <a:rPr lang="zh-CN" altLang="en-US"/>
              <a:t>目的：接口的使用</a:t>
            </a:r>
            <a:endParaRPr lang="zh-CN" altLang="en-US"/>
          </a:p>
          <a:p>
            <a:r>
              <a:rPr lang="zh-CN" altLang="en-US"/>
              <a:t>内容：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）设计一个接口，包含常量和抽象函数；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）设计两个类实现该接口，包含成员变量、构造函数、成员函数，实现抽象函数；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）设计一个测试函数，创建两个类的对象，并调用抽象函数的实现函数。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实验六：</a:t>
            </a:r>
            <a:r>
              <a:rPr lang="en-US" altLang="zh-CN"/>
              <a:t>Java</a:t>
            </a:r>
            <a:r>
              <a:rPr lang="zh-CN" altLang="en-US"/>
              <a:t>面向对象编程（</a:t>
            </a:r>
            <a:r>
              <a:rPr lang="en-US" altLang="zh-CN"/>
              <a:t>4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实验目的与内容</a:t>
            </a:r>
            <a:endParaRPr lang="zh-CN" altLang="en-US"/>
          </a:p>
          <a:p>
            <a:r>
              <a:rPr lang="zh-CN" altLang="en-US"/>
              <a:t>目的：面向对象应用场景设计</a:t>
            </a:r>
            <a:endParaRPr lang="zh-CN" altLang="en-US"/>
          </a:p>
          <a:p>
            <a:r>
              <a:rPr lang="zh-CN" altLang="en-US"/>
              <a:t>内容：该应用场景应包含：类的定义、构造函数、析构函数、继承、多态、主函数。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实验七：</a:t>
            </a:r>
            <a:r>
              <a:rPr lang="en-US" altLang="zh-CN"/>
              <a:t>Servlet</a:t>
            </a:r>
            <a:r>
              <a:rPr lang="zh-CN" altLang="en-US"/>
              <a:t>编程（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实验目的与类容</a:t>
            </a:r>
            <a:endParaRPr lang="zh-CN" altLang="en-US"/>
          </a:p>
          <a:p>
            <a:r>
              <a:rPr lang="zh-CN" altLang="en-US"/>
              <a:t>目的：</a:t>
            </a:r>
            <a:r>
              <a:rPr lang="en-US" altLang="zh-CN"/>
              <a:t>Servlet</a:t>
            </a:r>
            <a:r>
              <a:rPr lang="zh-CN" altLang="en-US"/>
              <a:t>基础</a:t>
            </a:r>
            <a:endParaRPr lang="zh-CN" altLang="en-US"/>
          </a:p>
          <a:p>
            <a:r>
              <a:rPr lang="zh-CN" altLang="en-US"/>
              <a:t>内容：参考课件，编写一个</a:t>
            </a:r>
            <a:r>
              <a:rPr lang="en-US" altLang="zh-CN"/>
              <a:t>Servlet</a:t>
            </a:r>
            <a:r>
              <a:rPr lang="zh-CN" altLang="en-US"/>
              <a:t>，输出自己的姓名和学号，并能通过浏览器访问。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实验</a:t>
            </a:r>
            <a:r>
              <a:rPr lang="zh-CN" altLang="en-US"/>
              <a:t>八：</a:t>
            </a:r>
            <a:r>
              <a:rPr lang="en-US" altLang="zh-CN"/>
              <a:t>Spring</a:t>
            </a:r>
            <a:r>
              <a:rPr lang="zh-CN" altLang="en-US"/>
              <a:t>编程</a:t>
            </a:r>
            <a:endParaRPr lang="zh-CN" altLang="en-US"/>
          </a:p>
          <a:p>
            <a:r>
              <a:rPr lang="en-US" altLang="zh-CN"/>
              <a:t>1. </a:t>
            </a:r>
            <a:r>
              <a:rPr lang="zh-CN" altLang="en-US"/>
              <a:t>实验目的与类容</a:t>
            </a:r>
            <a:endParaRPr lang="zh-CN" altLang="en-US"/>
          </a:p>
          <a:p>
            <a:r>
              <a:rPr lang="zh-CN" altLang="en-US"/>
              <a:t>目的：</a:t>
            </a:r>
            <a:r>
              <a:rPr lang="en-US" altLang="zh-CN"/>
              <a:t>Spring </a:t>
            </a:r>
            <a:r>
              <a:rPr lang="zh-CN" altLang="en-US"/>
              <a:t>基础</a:t>
            </a:r>
            <a:endParaRPr lang="zh-CN" altLang="en-US"/>
          </a:p>
          <a:p>
            <a:r>
              <a:rPr lang="zh-CN" altLang="en-US"/>
              <a:t>内容：参考课件，编写一个</a:t>
            </a:r>
            <a:r>
              <a:rPr lang="en-US" altLang="zh-CN"/>
              <a:t>Spring</a:t>
            </a:r>
            <a:r>
              <a:rPr lang="zh-CN" altLang="en-US"/>
              <a:t>程序，输出自己的姓名、学号、</a:t>
            </a:r>
            <a:r>
              <a:rPr lang="zh-CN" altLang="en-US">
                <a:sym typeface="+mn-ea"/>
              </a:rPr>
              <a:t>本学期上课的</a:t>
            </a:r>
            <a:r>
              <a:rPr lang="zh-CN" altLang="en-US"/>
              <a:t>课程</a:t>
            </a:r>
            <a:r>
              <a:rPr lang="zh-CN" altLang="en-US"/>
              <a:t>名称，并能通过浏览器访问。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39775"/>
            <a:ext cx="10515600" cy="5437505"/>
          </a:xfrm>
        </p:spPr>
        <p:txBody>
          <a:bodyPr>
            <a:normAutofit lnSpcReduction="20000"/>
          </a:bodyPr>
          <a:p>
            <a:r>
              <a:rPr lang="en-US" altLang="zh-CN"/>
              <a:t>ch03</a:t>
            </a:r>
            <a:endParaRPr lang="en-US" altLang="zh-CN"/>
          </a:p>
          <a:p>
            <a:r>
              <a:rPr lang="en-US" altLang="zh-CN"/>
              <a:t>Ingredient.java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ym typeface="+mn-ea"/>
              </a:rPr>
              <a:t>DesignTacoController.java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en-US" altLang="zh-CN"/>
              <a:t>RawJdbcIngredientRepository.java</a:t>
            </a:r>
            <a:endParaRPr lang="en-US" altLang="zh-CN"/>
          </a:p>
          <a:p>
            <a:r>
              <a:rPr lang="en-US" altLang="zh-CN"/>
              <a:t>IngredientRepository.java</a:t>
            </a:r>
            <a:endParaRPr lang="en-US" altLang="zh-CN"/>
          </a:p>
          <a:p>
            <a:r>
              <a:rPr lang="en-US" altLang="zh-CN"/>
              <a:t>JdbcIngredientRepository.java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ch01</a:t>
            </a:r>
            <a:endParaRPr lang="en-US" altLang="zh-CN"/>
          </a:p>
          <a:p>
            <a:r>
              <a:rPr lang="en-US" altLang="zh-CN"/>
              <a:t>HomeController.java</a:t>
            </a:r>
            <a:endParaRPr lang="en-US" altLang="zh-CN"/>
          </a:p>
          <a:p>
            <a:r>
              <a:rPr lang="en-US" altLang="zh-CN"/>
              <a:t>TacoCloudApplication.java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MGYxYjc4NmQxMGNlOTMyMGJmZjE1ZTFmYzAwMzk5ND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</Words>
  <Application>WPS 演示</Application>
  <PresentationFormat>宽屏</PresentationFormat>
  <Paragraphs>70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黑体</vt:lpstr>
      <vt:lpstr>Calibri</vt:lpstr>
      <vt:lpstr>微软雅黑</vt:lpstr>
      <vt:lpstr>Arial Unicode MS</vt:lpstr>
      <vt:lpstr>WPS</vt:lpstr>
      <vt:lpstr>1.单项选择题(30分，每小题2分)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niexu</dc:creator>
  <cp:lastModifiedBy>旭海</cp:lastModifiedBy>
  <cp:revision>28</cp:revision>
  <dcterms:created xsi:type="dcterms:W3CDTF">2023-08-09T12:44:00Z</dcterms:created>
  <dcterms:modified xsi:type="dcterms:W3CDTF">2026-06-14T22:36:29Z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2052-12.1.0.26895</vt:lpwstr>
  </property>
</Properties>
</file>