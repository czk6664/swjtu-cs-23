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7"/>
  </p:handoutMasterIdLst>
  <p:sldIdLst>
    <p:sldId id="921" r:id="rId3"/>
    <p:sldId id="2577" r:id="rId5"/>
    <p:sldId id="2578" r:id="rId6"/>
    <p:sldId id="2513" r:id="rId7"/>
    <p:sldId id="2339" r:id="rId8"/>
    <p:sldId id="2340" r:id="rId9"/>
    <p:sldId id="2514" r:id="rId10"/>
    <p:sldId id="2517" r:id="rId11"/>
    <p:sldId id="2516" r:id="rId12"/>
    <p:sldId id="2518" r:id="rId13"/>
    <p:sldId id="2519" r:id="rId14"/>
    <p:sldId id="2520" r:id="rId15"/>
    <p:sldId id="2521" r:id="rId16"/>
    <p:sldId id="2522" r:id="rId17"/>
    <p:sldId id="2523" r:id="rId18"/>
    <p:sldId id="2524" r:id="rId19"/>
    <p:sldId id="2525" r:id="rId20"/>
    <p:sldId id="2526" r:id="rId21"/>
    <p:sldId id="2527" r:id="rId22"/>
    <p:sldId id="2528" r:id="rId23"/>
    <p:sldId id="2529" r:id="rId24"/>
    <p:sldId id="2530" r:id="rId25"/>
    <p:sldId id="2531" r:id="rId26"/>
    <p:sldId id="2532" r:id="rId27"/>
    <p:sldId id="2533" r:id="rId28"/>
    <p:sldId id="2534" r:id="rId29"/>
    <p:sldId id="2535" r:id="rId30"/>
    <p:sldId id="2536" r:id="rId31"/>
    <p:sldId id="2537" r:id="rId32"/>
    <p:sldId id="2538" r:id="rId33"/>
    <p:sldId id="2539" r:id="rId34"/>
    <p:sldId id="2540" r:id="rId35"/>
    <p:sldId id="2541" r:id="rId36"/>
    <p:sldId id="2542" r:id="rId37"/>
    <p:sldId id="2543" r:id="rId38"/>
    <p:sldId id="2544" r:id="rId39"/>
    <p:sldId id="2545" r:id="rId40"/>
    <p:sldId id="2546" r:id="rId41"/>
    <p:sldId id="2547" r:id="rId42"/>
    <p:sldId id="2548" r:id="rId43"/>
    <p:sldId id="2549" r:id="rId44"/>
    <p:sldId id="2550" r:id="rId45"/>
    <p:sldId id="2551" r:id="rId46"/>
    <p:sldId id="2576" r:id="rId47"/>
    <p:sldId id="2552" r:id="rId48"/>
    <p:sldId id="2553" r:id="rId49"/>
    <p:sldId id="2554" r:id="rId50"/>
    <p:sldId id="2600" r:id="rId51"/>
    <p:sldId id="2599" r:id="rId52"/>
    <p:sldId id="2598" r:id="rId53"/>
    <p:sldId id="2596" r:id="rId54"/>
    <p:sldId id="2597" r:id="rId55"/>
    <p:sldId id="2595" r:id="rId56"/>
    <p:sldId id="2573" r:id="rId57"/>
    <p:sldId id="2562" r:id="rId58"/>
    <p:sldId id="2563" r:id="rId59"/>
    <p:sldId id="2572" r:id="rId60"/>
    <p:sldId id="2564" r:id="rId61"/>
    <p:sldId id="2574" r:id="rId62"/>
    <p:sldId id="2565" r:id="rId63"/>
    <p:sldId id="2579" r:id="rId64"/>
    <p:sldId id="2567" r:id="rId65"/>
    <p:sldId id="2566" r:id="rId66"/>
    <p:sldId id="2569" r:id="rId67"/>
    <p:sldId id="2580" r:id="rId68"/>
    <p:sldId id="2581" r:id="rId69"/>
    <p:sldId id="2582" r:id="rId70"/>
    <p:sldId id="2593" r:id="rId71"/>
    <p:sldId id="2592" r:id="rId72"/>
    <p:sldId id="2584" r:id="rId73"/>
    <p:sldId id="2594" r:id="rId74"/>
    <p:sldId id="2583" r:id="rId75"/>
    <p:sldId id="1730" r:id="rId76"/>
  </p:sldIdLst>
  <p:sldSz cx="9144000" cy="5143500" type="screen16x9"/>
  <p:notesSz cx="6858000" cy="9144000"/>
  <p:defaultTextStyle>
    <a:defPPr>
      <a:defRPr lang="zh-CN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9" userDrawn="1">
          <p15:clr>
            <a:srgbClr val="A4A3A4"/>
          </p15:clr>
        </p15:guide>
        <p15:guide id="2" pos="26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F0"/>
    <a:srgbClr val="0033CC"/>
    <a:srgbClr val="FF6600"/>
    <a:srgbClr val="00CC99"/>
    <a:srgbClr val="E6F882"/>
    <a:srgbClr val="E0F90A"/>
    <a:srgbClr val="56E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1008" y="77"/>
      </p:cViewPr>
      <p:guideLst>
        <p:guide orient="horz" pos="1399"/>
        <p:guide pos="26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0" Type="http://schemas.openxmlformats.org/officeDocument/2006/relationships/tableStyles" Target="tableStyles.xml"/><Relationship Id="rId8" Type="http://schemas.openxmlformats.org/officeDocument/2006/relationships/slide" Target="slides/slide5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4E498C-07A2-4760-9ED3-CE07222200C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AA612B-BF52-4B7D-B09B-7D6C8632F43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7"/>
          <p:cNvSpPr txBox="1"/>
          <p:nvPr/>
        </p:nvSpPr>
        <p:spPr>
          <a:xfrm>
            <a:off x="827088" y="195263"/>
            <a:ext cx="1990725" cy="312738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38"/>
          <p:cNvSpPr txBox="1"/>
          <p:nvPr/>
        </p:nvSpPr>
        <p:spPr>
          <a:xfrm>
            <a:off x="827088" y="388938"/>
            <a:ext cx="1804988" cy="266700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ADD RELATED TITLE WORDS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8288"/>
            <a:ext cx="6477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268288"/>
            <a:ext cx="144463" cy="287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506AE2-0E76-4371-8530-0AB67F8FD97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E90776-6B98-4E58-8DD3-6B5DF5B3AFE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rtlCol="0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3"/>
          <p:cNvGrpSpPr/>
          <p:nvPr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9" name="矩形 8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文本框 12"/>
          <p:cNvSpPr txBox="1">
            <a:spLocks noChangeArrowheads="1"/>
          </p:cNvSpPr>
          <p:nvPr/>
        </p:nvSpPr>
        <p:spPr bwMode="auto">
          <a:xfrm>
            <a:off x="0" y="369888"/>
            <a:ext cx="1795463" cy="620713"/>
          </a:xfrm>
          <a:prstGeom prst="rect">
            <a:avLst/>
          </a:prstGeom>
          <a:noFill/>
          <a:ln>
            <a:noFill/>
          </a:ln>
        </p:spPr>
        <p:txBody>
          <a:bodyPr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33500" y="4935538"/>
            <a:ext cx="4751388" cy="14446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- Use 'Insert &gt;Header &amp; Footer' to modify this text and ‘Apply to all’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820" y="59514"/>
            <a:ext cx="6858048" cy="403625"/>
          </a:xfrm>
        </p:spPr>
        <p:txBody>
          <a:bodyPr>
            <a:noAutofit/>
          </a:bodyPr>
          <a:lstStyle>
            <a:lvl1pPr algn="l">
              <a:defRPr sz="2100" b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248" y="1166336"/>
            <a:ext cx="3924776" cy="345614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>
    <p:random/>
  </p:transition>
  <p:hf sldNum="0" hdr="0" ftr="0" dt="0"/>
  <p:txStyles>
    <p:titleStyle>
      <a:lvl1pPr algn="ctr" defTabSz="91313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1" Type="http://schemas.openxmlformats.org/officeDocument/2006/relationships/image" Target="../media/image6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image" Target="../media/image68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7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47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98870" y="1923678"/>
            <a:ext cx="521649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376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Spring  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kumimoji="0" lang="zh-CN" altLang="en-US" sz="3600" b="1" kern="1200" cap="none" spc="0" normalizeH="0" baseline="0" noProof="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0" name="TextBox 10"/>
          <p:cNvSpPr txBox="1"/>
          <p:nvPr/>
        </p:nvSpPr>
        <p:spPr>
          <a:xfrm>
            <a:off x="5727817" y="3867894"/>
            <a:ext cx="91948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1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2025-05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3422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131840" y="2077393"/>
            <a:ext cx="2454498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使用数据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2953086" y="2077393"/>
            <a:ext cx="5548294" cy="646321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读取和写入数据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382089" cy="110798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6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endParaRPr lang="en-US" altLang="zh-CN" sz="6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563888" y="2087557"/>
            <a:ext cx="3589424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处理表单提交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403648" y="2133853"/>
            <a:ext cx="910807" cy="707876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4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750039"/>
            <a:ext cx="3920490" cy="41833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743230"/>
            <a:ext cx="3817620" cy="424053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332" y="0"/>
            <a:ext cx="6873335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411510"/>
            <a:ext cx="8814350" cy="41764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758454" y="4717331"/>
            <a:ext cx="1600200" cy="161925"/>
          </a:xfrm>
          <a:prstGeom prst="rect">
            <a:avLst/>
          </a:prstGeom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557530" indent="-21463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18859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2288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25717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29146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/>
            <a:fld id="{C542D0E1-51F0-4956-97F3-037A1D43D807}" type="slidenum">
              <a:rPr lang="en-US" altLang="zh-CN" sz="105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05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403648" y="627534"/>
            <a:ext cx="6431756" cy="424731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try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Class.forName(JDBC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驱动类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}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… …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try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Connection con=DriverManager.getConnection(</a:t>
            </a:r>
            <a:r>
              <a:rPr lang="en-US" altLang="zh-CN" sz="1350" b="1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URL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,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数据库用户名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,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密码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Statement stmt = con.createStatement();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ResultSet rs = stmt.executeQuery("SELECT a, b, c FROM Table1");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while (rs.next())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int x = rs.getInt("a");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String s = rs.getString("b");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float f = rs.getFloat("c");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}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rs.close();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stmt.close();  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con.close();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}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… …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4620716" y="1100391"/>
            <a:ext cx="1905305" cy="332006"/>
          </a:xfrm>
          <a:prstGeom prst="wedgeRoundRectCallout">
            <a:avLst>
              <a:gd name="adj1" fmla="val -32491"/>
              <a:gd name="adj2" fmla="val 4413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2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、与数据库建立连接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620716" y="2692256"/>
            <a:ext cx="2963808" cy="332006"/>
          </a:xfrm>
          <a:prstGeom prst="wedgeRoundRectCallout">
            <a:avLst>
              <a:gd name="adj1" fmla="val -50367"/>
              <a:gd name="adj2" fmla="val -2959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3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、发送</a:t>
            </a: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SQL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语句，并得到返回结果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4660007" y="3174460"/>
            <a:ext cx="1570609" cy="332006"/>
          </a:xfrm>
          <a:prstGeom prst="wedgeRoundRectCallout">
            <a:avLst>
              <a:gd name="adj1" fmla="val -31327"/>
              <a:gd name="adj2" fmla="val -4859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4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、处理返回结果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620717" y="709866"/>
            <a:ext cx="1681951" cy="332006"/>
          </a:xfrm>
          <a:prstGeom prst="wedgeRoundRectCallout">
            <a:avLst>
              <a:gd name="adj1" fmla="val -34603"/>
              <a:gd name="adj2" fmla="val 5081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1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、加载</a:t>
            </a: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JDBC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驱动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">
          <a:xfrm>
            <a:off x="6603107" y="1109737"/>
            <a:ext cx="1232297" cy="482204"/>
          </a:xfrm>
          <a:prstGeom prst="wedgeRoundRectCallout">
            <a:avLst>
              <a:gd name="adj1" fmla="val -16843"/>
              <a:gd name="adj2" fmla="val -51188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dirty="0">
                <a:latin typeface="Arial" panose="020B0604020202020204" pitchFamily="34" charset="0"/>
                <a:ea typeface="黑体" panose="02010609060101010101" charset="-122"/>
              </a:rPr>
              <a:t>URL</a:t>
            </a:r>
            <a:r>
              <a:rPr lang="zh-CN" altLang="en-US" sz="1350" b="1" dirty="0">
                <a:latin typeface="Arial" panose="020B0604020202020204" pitchFamily="34" charset="0"/>
                <a:ea typeface="黑体" panose="02010609060101010101" charset="-122"/>
              </a:rPr>
              <a:t>用来</a:t>
            </a:r>
            <a:endParaRPr lang="en-US" altLang="zh-CN" sz="1350" b="1" dirty="0">
              <a:latin typeface="Arial" panose="020B0604020202020204" pitchFamily="34" charset="0"/>
              <a:ea typeface="黑体" panose="02010609060101010101" charset="-122"/>
            </a:endParaRPr>
          </a:p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350" b="1" dirty="0">
                <a:latin typeface="Arial" panose="020B0604020202020204" pitchFamily="34" charset="0"/>
                <a:ea typeface="黑体" panose="02010609060101010101" charset="-122"/>
              </a:rPr>
              <a:t>标识数据库 </a:t>
            </a:r>
            <a:endParaRPr lang="zh-CN" altLang="en-US" sz="1350"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4674295" y="3870975"/>
            <a:ext cx="1168643" cy="332006"/>
          </a:xfrm>
          <a:prstGeom prst="wedgeRoundRectCallout">
            <a:avLst>
              <a:gd name="adj1" fmla="val -24200"/>
              <a:gd name="adj2" fmla="val -5093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5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、释放资源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12" name="Rectangle 12"/>
          <p:cNvSpPr txBox="1">
            <a:spLocks noChangeArrowheads="1"/>
          </p:cNvSpPr>
          <p:nvPr/>
        </p:nvSpPr>
        <p:spPr>
          <a:xfrm>
            <a:off x="4844411" y="90340"/>
            <a:ext cx="3363219" cy="426244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630" indent="-214630" eaLnBrk="1" hangingPunct="1">
              <a:buClr>
                <a:srgbClr val="233DA9"/>
              </a:buClr>
              <a:buSzPct val="80000"/>
            </a:pPr>
            <a:r>
              <a:rPr lang="en-US" altLang="zh-CN" sz="3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JDBC</a:t>
            </a:r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工作模板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3388411" y="4050235"/>
            <a:ext cx="1269479" cy="750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 flipV="1">
            <a:off x="4406402" y="3413603"/>
            <a:ext cx="267893" cy="119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rot="5400000">
            <a:off x="5210675" y="2610521"/>
            <a:ext cx="214314" cy="119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rot="5400000" flipH="1" flipV="1">
            <a:off x="5129116" y="1566336"/>
            <a:ext cx="268488" cy="59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 flipV="1">
            <a:off x="4192088" y="895414"/>
            <a:ext cx="428628" cy="119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727498" y="843037"/>
            <a:ext cx="2421731" cy="2381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727497" y="1700287"/>
            <a:ext cx="6054329" cy="2381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727498" y="2075334"/>
            <a:ext cx="5518547" cy="4286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673920" y="2611115"/>
            <a:ext cx="2678906" cy="1071563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35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1673919" y="3735066"/>
            <a:ext cx="1660922" cy="69651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35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灯片编号占位符 40"/>
          <p:cNvSpPr txBox="1">
            <a:spLocks noGrp="1"/>
          </p:cNvSpPr>
          <p:nvPr/>
        </p:nvSpPr>
        <p:spPr bwMode="auto">
          <a:xfrm>
            <a:off x="6395938" y="4747097"/>
            <a:ext cx="16002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B2E5B568-462F-47F8-9AA7-593C9C35F4A4}" type="slidenum">
              <a:rPr lang="en-US" altLang="zh-CN" sz="900">
                <a:latin typeface="Arial" panose="020B0604020202020204" pitchFamily="34" charset="0"/>
              </a:rPr>
            </a:fld>
            <a:r>
              <a:rPr lang="en-US" altLang="zh-CN" sz="900">
                <a:latin typeface="Arial" panose="020B0604020202020204" pitchFamily="34" charset="0"/>
              </a:rPr>
              <a:t>/34</a:t>
            </a:r>
            <a:endParaRPr lang="en-US" altLang="zh-CN" sz="9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624" y="1635646"/>
            <a:ext cx="2724150" cy="18954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7028"/>
            <a:ext cx="9144000" cy="2509444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51520" y="3579862"/>
            <a:ext cx="1800200" cy="36981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267493"/>
            <a:ext cx="7128792" cy="418056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5" y="51470"/>
            <a:ext cx="9003427" cy="468052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51470"/>
            <a:ext cx="6264696" cy="497216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062" y="1042987"/>
            <a:ext cx="6619875" cy="30575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123478"/>
            <a:ext cx="7746363" cy="4680520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635896" y="1635646"/>
            <a:ext cx="4176464" cy="36981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115616" y="3491647"/>
            <a:ext cx="7200800" cy="44825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419872" y="4002134"/>
            <a:ext cx="4248472" cy="36981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627534"/>
            <a:ext cx="4143375" cy="6000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275606"/>
            <a:ext cx="8729313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915566"/>
            <a:ext cx="8566552" cy="30963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4762"/>
            <a:ext cx="7753350" cy="51339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999" y="0"/>
            <a:ext cx="6946001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23478"/>
            <a:ext cx="7924800" cy="48958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843557"/>
            <a:ext cx="8496944" cy="289566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491630"/>
            <a:ext cx="8676086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771550"/>
            <a:ext cx="3905250" cy="5429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771550"/>
            <a:ext cx="8635985" cy="309634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555526"/>
            <a:ext cx="8737934" cy="39604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131590"/>
            <a:ext cx="8196389" cy="15121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627534"/>
            <a:ext cx="8666607" cy="33123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411510"/>
            <a:ext cx="3267075" cy="5143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627534"/>
            <a:ext cx="8857510" cy="31683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699542"/>
            <a:ext cx="8618369" cy="345638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203598"/>
            <a:ext cx="8239892" cy="9361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699542"/>
            <a:ext cx="8345389" cy="29523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23478"/>
            <a:ext cx="7776864" cy="476093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371" y="0"/>
            <a:ext cx="6299257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627534"/>
            <a:ext cx="8672464" cy="295232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203598"/>
            <a:ext cx="8327824" cy="237626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514" y="0"/>
            <a:ext cx="7138972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059582"/>
            <a:ext cx="8286540" cy="223224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843558"/>
            <a:ext cx="8313488" cy="266429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9562"/>
            <a:ext cx="7772400" cy="45243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843558"/>
            <a:ext cx="7258050" cy="16192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987574"/>
            <a:ext cx="8346720" cy="194421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481" y="0"/>
            <a:ext cx="5671038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40" y="339502"/>
            <a:ext cx="9098308" cy="39604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555526"/>
            <a:ext cx="3495675" cy="7429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80962"/>
            <a:ext cx="7162800" cy="49815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" y="590550"/>
            <a:ext cx="7477125" cy="39624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1155"/>
            <a:ext cx="9144000" cy="444055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059180"/>
            <a:ext cx="6810375" cy="19050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1347470"/>
            <a:ext cx="9144000" cy="12033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131570"/>
            <a:ext cx="7286625" cy="19621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045" y="71120"/>
            <a:ext cx="5629275" cy="50006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95" y="80645"/>
            <a:ext cx="9020175" cy="49815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896" y="627534"/>
            <a:ext cx="5331865" cy="3888432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563887" y="587315"/>
            <a:ext cx="5403873" cy="2920539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87315"/>
            <a:ext cx="2630545" cy="223827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11" y="915565"/>
            <a:ext cx="2630545" cy="22382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3268"/>
            <a:ext cx="3057525" cy="400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63838"/>
            <a:ext cx="7103118" cy="17219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307" y="0"/>
            <a:ext cx="588138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896" y="627534"/>
            <a:ext cx="5331865" cy="38884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83518"/>
            <a:ext cx="3132206" cy="2159471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599891" y="3579862"/>
            <a:ext cx="5403873" cy="1080120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267494"/>
            <a:ext cx="3695700" cy="504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72318"/>
            <a:ext cx="3132206" cy="215947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147814"/>
            <a:ext cx="6223114" cy="187220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2771" y="627534"/>
            <a:ext cx="5331865" cy="3888432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749139" y="555526"/>
            <a:ext cx="5403873" cy="410445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558"/>
            <a:ext cx="3722866" cy="27363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267494"/>
            <a:ext cx="7277100" cy="942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7574"/>
            <a:ext cx="3722866" cy="2736304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87677" y="1851669"/>
            <a:ext cx="1648604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760565"/>
            <a:ext cx="7121407" cy="13681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3435846"/>
            <a:ext cx="8568952" cy="1228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11510"/>
            <a:ext cx="3722866" cy="2736304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8023" y="1307219"/>
            <a:ext cx="1648604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716" y="145572"/>
            <a:ext cx="5006320" cy="480244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3478"/>
            <a:ext cx="3024336" cy="433311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267494"/>
            <a:ext cx="3886200" cy="590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58044"/>
            <a:ext cx="2653598" cy="38019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066825"/>
            <a:ext cx="5703300" cy="33843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95486"/>
            <a:ext cx="7305675" cy="762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915566"/>
            <a:ext cx="5781675" cy="2600325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686206" y="973481"/>
            <a:ext cx="1749889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35" y="3531886"/>
            <a:ext cx="7258881" cy="12001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95486"/>
            <a:ext cx="7305675" cy="762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915566"/>
            <a:ext cx="5781675" cy="2600325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686206" y="973481"/>
            <a:ext cx="1749889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92" y="3707333"/>
            <a:ext cx="7581900" cy="10572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627534"/>
            <a:ext cx="2219325" cy="6381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131590"/>
            <a:ext cx="8600735" cy="165618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11" y="915565"/>
            <a:ext cx="2630545" cy="22382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93268"/>
            <a:ext cx="3057525" cy="400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63838"/>
            <a:ext cx="7103118" cy="17219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9562"/>
            <a:ext cx="7772400" cy="4524375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ctrTitle"/>
          </p:nvPr>
        </p:nvSpPr>
        <p:spPr>
          <a:xfrm>
            <a:off x="2627784" y="267494"/>
            <a:ext cx="1556323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单表保存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411510"/>
            <a:ext cx="252028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主子表保存？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1419622"/>
            <a:ext cx="3722866" cy="2736304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740151" y="2315331"/>
            <a:ext cx="1648604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411510"/>
            <a:ext cx="252028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主子表保存？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664" y="1203598"/>
            <a:ext cx="5781675" cy="2600325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614198" y="1261513"/>
            <a:ext cx="1749889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771550"/>
            <a:ext cx="8487908" cy="27363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459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072063" y="3143250"/>
            <a:ext cx="9525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  <a:endParaRPr kumimoji="0" lang="en-US" altLang="zh-CN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4786313" y="2214563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2800" b="1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自定义 1157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39639D"/>
      </a:accent1>
      <a:accent2>
        <a:srgbClr val="A5A5A5"/>
      </a:accent2>
      <a:accent3>
        <a:srgbClr val="39639D"/>
      </a:accent3>
      <a:accent4>
        <a:srgbClr val="A5A5A5"/>
      </a:accent4>
      <a:accent5>
        <a:srgbClr val="39639D"/>
      </a:accent5>
      <a:accent6>
        <a:srgbClr val="A5A5A5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全屏显示(16:9)</PresentationFormat>
  <Paragraphs>76</Paragraphs>
  <Slides>73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9" baseType="lpstr">
      <vt:lpstr>Arial</vt:lpstr>
      <vt:lpstr>宋体</vt:lpstr>
      <vt:lpstr>Wingdings</vt:lpstr>
      <vt:lpstr>Calibri</vt:lpstr>
      <vt:lpstr>微软雅黑</vt:lpstr>
      <vt:lpstr>Open Sans</vt:lpstr>
      <vt:lpstr>Segoe Print</vt:lpstr>
      <vt:lpstr>冬青黑体简体中文 W3</vt:lpstr>
      <vt:lpstr>黑体</vt:lpstr>
      <vt:lpstr>FZ 粗圆简体</vt:lpstr>
      <vt:lpstr>Liberation Mono</vt:lpstr>
      <vt:lpstr>Courier New</vt:lpstr>
      <vt:lpstr>Arial</vt:lpstr>
      <vt:lpstr>Wingdings 2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单表保存</vt:lpstr>
      <vt:lpstr>主子表保存？</vt:lpstr>
      <vt:lpstr>主子表保存？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</dc:title>
  <dc:creator>USER</dc:creator>
  <cp:lastModifiedBy>旭海</cp:lastModifiedBy>
  <cp:revision>2889</cp:revision>
  <dcterms:created xsi:type="dcterms:W3CDTF">2014-11-09T01:07:00Z</dcterms:created>
  <dcterms:modified xsi:type="dcterms:W3CDTF">2026-05-24T17:08:48Z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RubyTemplateID">
    <vt:lpwstr>13</vt:lpwstr>
  </property>
  <property fmtid="{D5CDD505-2E9C-101B-9397-08002B2CF9AE}" pid="4" name="ICV">
    <vt:lpwstr>F9AF370195C943A5A60B69DEE25EBC01</vt:lpwstr>
  </property>
</Properties>
</file>