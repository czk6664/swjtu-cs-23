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3"/>
  </p:handoutMasterIdLst>
  <p:sldIdLst>
    <p:sldId id="921" r:id="rId3"/>
    <p:sldId id="1931" r:id="rId5"/>
    <p:sldId id="2041" r:id="rId6"/>
    <p:sldId id="2042" r:id="rId7"/>
    <p:sldId id="2089" r:id="rId8"/>
    <p:sldId id="2090" r:id="rId9"/>
    <p:sldId id="2094" r:id="rId10"/>
    <p:sldId id="2088" r:id="rId11"/>
    <p:sldId id="2038" r:id="rId12"/>
    <p:sldId id="2039" r:id="rId13"/>
    <p:sldId id="2040" r:id="rId14"/>
    <p:sldId id="2043" r:id="rId15"/>
    <p:sldId id="2044" r:id="rId16"/>
    <p:sldId id="2045" r:id="rId17"/>
    <p:sldId id="2046" r:id="rId18"/>
    <p:sldId id="2047" r:id="rId19"/>
    <p:sldId id="2048" r:id="rId20"/>
    <p:sldId id="2049" r:id="rId21"/>
    <p:sldId id="2050" r:id="rId22"/>
    <p:sldId id="2051" r:id="rId23"/>
    <p:sldId id="2052" r:id="rId24"/>
    <p:sldId id="2053" r:id="rId25"/>
    <p:sldId id="2054" r:id="rId26"/>
    <p:sldId id="2055" r:id="rId27"/>
    <p:sldId id="2103" r:id="rId28"/>
    <p:sldId id="2095" r:id="rId29"/>
    <p:sldId id="2096" r:id="rId30"/>
    <p:sldId id="2097" r:id="rId31"/>
    <p:sldId id="2098" r:id="rId32"/>
    <p:sldId id="2099" r:id="rId33"/>
    <p:sldId id="2100" r:id="rId34"/>
    <p:sldId id="2101" r:id="rId35"/>
    <p:sldId id="2102" r:id="rId36"/>
    <p:sldId id="2104" r:id="rId37"/>
    <p:sldId id="2106" r:id="rId38"/>
    <p:sldId id="2105" r:id="rId39"/>
    <p:sldId id="2107" r:id="rId40"/>
    <p:sldId id="2108" r:id="rId41"/>
    <p:sldId id="2110" r:id="rId42"/>
    <p:sldId id="2109" r:id="rId43"/>
    <p:sldId id="2111" r:id="rId44"/>
    <p:sldId id="2112" r:id="rId45"/>
    <p:sldId id="2113" r:id="rId46"/>
    <p:sldId id="2115" r:id="rId47"/>
    <p:sldId id="2114" r:id="rId48"/>
    <p:sldId id="2116" r:id="rId49"/>
    <p:sldId id="2117" r:id="rId50"/>
    <p:sldId id="2118" r:id="rId51"/>
    <p:sldId id="2119" r:id="rId52"/>
    <p:sldId id="2120" r:id="rId53"/>
    <p:sldId id="2121" r:id="rId54"/>
    <p:sldId id="2122" r:id="rId55"/>
    <p:sldId id="2123" r:id="rId56"/>
    <p:sldId id="2124" r:id="rId57"/>
    <p:sldId id="2125" r:id="rId58"/>
    <p:sldId id="2126" r:id="rId59"/>
    <p:sldId id="2127" r:id="rId60"/>
    <p:sldId id="2128" r:id="rId61"/>
    <p:sldId id="2129" r:id="rId62"/>
    <p:sldId id="2130" r:id="rId63"/>
    <p:sldId id="2131" r:id="rId64"/>
    <p:sldId id="2132" r:id="rId65"/>
    <p:sldId id="2133" r:id="rId66"/>
    <p:sldId id="2134" r:id="rId67"/>
    <p:sldId id="2140" r:id="rId68"/>
    <p:sldId id="2135" r:id="rId69"/>
    <p:sldId id="2138" r:id="rId70"/>
    <p:sldId id="2142" r:id="rId71"/>
    <p:sldId id="2159" r:id="rId72"/>
    <p:sldId id="2143" r:id="rId73"/>
    <p:sldId id="2144" r:id="rId74"/>
    <p:sldId id="2145" r:id="rId75"/>
    <p:sldId id="2146" r:id="rId76"/>
    <p:sldId id="2148" r:id="rId77"/>
    <p:sldId id="2147" r:id="rId78"/>
    <p:sldId id="2149" r:id="rId79"/>
    <p:sldId id="2150" r:id="rId80"/>
    <p:sldId id="2151" r:id="rId81"/>
    <p:sldId id="2152" r:id="rId82"/>
    <p:sldId id="2056" r:id="rId83"/>
    <p:sldId id="2057" r:id="rId84"/>
    <p:sldId id="2058" r:id="rId85"/>
    <p:sldId id="2160" r:id="rId86"/>
    <p:sldId id="2059" r:id="rId87"/>
    <p:sldId id="2060" r:id="rId88"/>
    <p:sldId id="2161" r:id="rId89"/>
    <p:sldId id="2162" r:id="rId90"/>
    <p:sldId id="2164" r:id="rId91"/>
    <p:sldId id="2163" r:id="rId92"/>
    <p:sldId id="2062" r:id="rId93"/>
    <p:sldId id="2063" r:id="rId94"/>
    <p:sldId id="2064" r:id="rId95"/>
    <p:sldId id="2065" r:id="rId96"/>
    <p:sldId id="2066" r:id="rId97"/>
    <p:sldId id="2067" r:id="rId98"/>
    <p:sldId id="2068" r:id="rId99"/>
    <p:sldId id="2069" r:id="rId100"/>
    <p:sldId id="2070" r:id="rId101"/>
    <p:sldId id="2165" r:id="rId102"/>
    <p:sldId id="2166" r:id="rId103"/>
    <p:sldId id="2167" r:id="rId104"/>
    <p:sldId id="2168" r:id="rId105"/>
    <p:sldId id="2169" r:id="rId106"/>
    <p:sldId id="2072" r:id="rId107"/>
    <p:sldId id="2073" r:id="rId108"/>
    <p:sldId id="2170" r:id="rId109"/>
    <p:sldId id="2171" r:id="rId110"/>
    <p:sldId id="2074" r:id="rId111"/>
    <p:sldId id="2075" r:id="rId112"/>
    <p:sldId id="2076" r:id="rId113"/>
    <p:sldId id="2078" r:id="rId114"/>
    <p:sldId id="2077" r:id="rId115"/>
    <p:sldId id="2079" r:id="rId116"/>
    <p:sldId id="2080" r:id="rId117"/>
    <p:sldId id="2172" r:id="rId118"/>
    <p:sldId id="2081" r:id="rId119"/>
    <p:sldId id="2083" r:id="rId120"/>
    <p:sldId id="2082" r:id="rId121"/>
    <p:sldId id="1730" r:id="rId122"/>
  </p:sldIdLst>
  <p:sldSz cx="9144000" cy="5143500" type="screen16x9"/>
  <p:notesSz cx="6858000" cy="9144000"/>
  <p:defaultTextStyle>
    <a:defPPr>
      <a:defRPr lang="zh-CN"/>
    </a:defPPr>
    <a:lvl1pPr marL="0" lvl="0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9" userDrawn="1">
          <p15:clr>
            <a:srgbClr val="A4A3A4"/>
          </p15:clr>
        </p15:guide>
        <p15:guide id="2" pos="26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F0"/>
    <a:srgbClr val="0033CC"/>
    <a:srgbClr val="FF6600"/>
    <a:srgbClr val="00CC99"/>
    <a:srgbClr val="E6F882"/>
    <a:srgbClr val="E0F90A"/>
    <a:srgbClr val="56E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1219" y="82"/>
      </p:cViewPr>
      <p:guideLst>
        <p:guide orient="horz" pos="1399"/>
        <p:guide pos="2685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6" Type="http://schemas.openxmlformats.org/officeDocument/2006/relationships/tableStyles" Target="tableStyles.xml"/><Relationship Id="rId125" Type="http://schemas.openxmlformats.org/officeDocument/2006/relationships/viewProps" Target="viewProps.xml"/><Relationship Id="rId124" Type="http://schemas.openxmlformats.org/officeDocument/2006/relationships/presProps" Target="presProps.xml"/><Relationship Id="rId123" Type="http://schemas.openxmlformats.org/officeDocument/2006/relationships/handoutMaster" Target="handoutMasters/handoutMaster1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4E498C-07A2-4760-9ED3-CE07222200C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AA612B-BF52-4B7D-B09B-7D6C8632F43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7"/>
          <p:cNvSpPr txBox="1"/>
          <p:nvPr/>
        </p:nvSpPr>
        <p:spPr>
          <a:xfrm>
            <a:off x="827088" y="195263"/>
            <a:ext cx="1990725" cy="312738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38"/>
          <p:cNvSpPr txBox="1"/>
          <p:nvPr/>
        </p:nvSpPr>
        <p:spPr>
          <a:xfrm>
            <a:off x="827088" y="388938"/>
            <a:ext cx="1804988" cy="266700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ADD RELATED TITLE WORDS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8288"/>
            <a:ext cx="6477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750" y="268288"/>
            <a:ext cx="144463" cy="287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506AE2-0E76-4371-8530-0AB67F8FD97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E90776-6B98-4E58-8DD3-6B5DF5B3AFE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rtlCol="0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3"/>
          <p:cNvGrpSpPr/>
          <p:nvPr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9" name="矩形 8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" name="文本框 12"/>
          <p:cNvSpPr txBox="1">
            <a:spLocks noChangeArrowheads="1"/>
          </p:cNvSpPr>
          <p:nvPr/>
        </p:nvSpPr>
        <p:spPr bwMode="auto">
          <a:xfrm>
            <a:off x="0" y="369888"/>
            <a:ext cx="1795463" cy="620713"/>
          </a:xfrm>
          <a:prstGeom prst="rect">
            <a:avLst/>
          </a:prstGeom>
          <a:noFill/>
          <a:ln>
            <a:noFill/>
          </a:ln>
        </p:spPr>
        <p:txBody>
          <a:bodyPr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333500" y="4935538"/>
            <a:ext cx="4751388" cy="14446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- Use 'Insert &gt;Header &amp; Footer' to modify this text and ‘Apply to all’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820" y="59514"/>
            <a:ext cx="6858048" cy="403625"/>
          </a:xfrm>
        </p:spPr>
        <p:txBody>
          <a:bodyPr>
            <a:noAutofit/>
          </a:bodyPr>
          <a:lstStyle>
            <a:lvl1pPr algn="l">
              <a:defRPr sz="2100" b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248" y="1166336"/>
            <a:ext cx="3924776" cy="345614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>
    <p:random/>
  </p:transition>
  <p:hf sldNum="0" hdr="0" ftr="0" dt="0"/>
  <p:txStyles>
    <p:titleStyle>
      <a:lvl1pPr algn="ctr" defTabSz="91313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1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5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1.pn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5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9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0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1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2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3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7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9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0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1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3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1" Type="http://schemas.openxmlformats.org/officeDocument/2006/relationships/image" Target="../media/image13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9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0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1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2.png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47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653028" y="1923678"/>
            <a:ext cx="290816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ctr" defTabSz="91376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600" b="1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Spring  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endParaRPr kumimoji="0" lang="zh-CN" altLang="en-US" sz="3600" b="1" kern="1200" cap="none" spc="0" normalizeH="0" baseline="0" noProof="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0" name="TextBox 10"/>
          <p:cNvSpPr txBox="1"/>
          <p:nvPr/>
        </p:nvSpPr>
        <p:spPr>
          <a:xfrm>
            <a:off x="5741152" y="3867894"/>
            <a:ext cx="89281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1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2025.05</a:t>
            </a:r>
            <a:endParaRPr lang="en-US" altLang="zh-CN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3422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3362119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</a:t>
            </a:r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226" y="0"/>
            <a:ext cx="4505547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771550"/>
            <a:ext cx="8756172" cy="28803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7" y="771550"/>
            <a:ext cx="9050063" cy="33123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7574"/>
            <a:ext cx="9144000" cy="33961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8" y="0"/>
            <a:ext cx="2824118" cy="86409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059582"/>
            <a:ext cx="2924175" cy="6953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483518"/>
            <a:ext cx="8624958" cy="403244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87573"/>
            <a:ext cx="8908017" cy="239562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0"/>
            <a:ext cx="7619702" cy="508652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131590"/>
            <a:ext cx="8937590" cy="15841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195486"/>
            <a:ext cx="9007667" cy="504056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158"/>
            <a:ext cx="9148409" cy="520088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699542"/>
            <a:ext cx="8782858" cy="23762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8" y="915566"/>
            <a:ext cx="9060862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1" y="987574"/>
            <a:ext cx="8952995" cy="24482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843558"/>
            <a:ext cx="8908064" cy="23762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347614"/>
            <a:ext cx="8799151" cy="15121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915566"/>
            <a:ext cx="8939861" cy="252028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771550"/>
            <a:ext cx="3190875" cy="6191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2427734"/>
            <a:ext cx="8973431" cy="208823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95486"/>
            <a:ext cx="3255323" cy="213970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87574"/>
            <a:ext cx="8760684" cy="194421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0"/>
            <a:ext cx="8765148" cy="508401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339502"/>
            <a:ext cx="8792231" cy="309634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627534"/>
            <a:ext cx="5781675" cy="6667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29" y="0"/>
            <a:ext cx="8138742" cy="514350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355976" y="4515966"/>
            <a:ext cx="2232248" cy="28803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5526"/>
            <a:ext cx="9144000" cy="3687337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1520" y="3651871"/>
            <a:ext cx="2088232" cy="59099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267494"/>
            <a:ext cx="7942059" cy="432048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342733" y="890236"/>
            <a:ext cx="2736304" cy="60568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双击自解压</a:t>
            </a:r>
            <a:endParaRPr lang="zh-CN" altLang="en-US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2" y="4116163"/>
            <a:ext cx="4373926" cy="831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15" y="1689937"/>
            <a:ext cx="3084165" cy="1414901"/>
          </a:xfrm>
          <a:prstGeom prst="rect">
            <a:avLst/>
          </a:prstGeom>
        </p:spPr>
      </p:pic>
      <p:sp>
        <p:nvSpPr>
          <p:cNvPr id="6" name="Rectangle 2"/>
          <p:cNvSpPr txBox="1"/>
          <p:nvPr/>
        </p:nvSpPr>
        <p:spPr bwMode="auto">
          <a:xfrm>
            <a:off x="179512" y="3510479"/>
            <a:ext cx="3312368" cy="60568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解压后的文件夹</a:t>
            </a:r>
            <a:endParaRPr lang="zh-CN" altLang="en-US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23478"/>
            <a:ext cx="3744416" cy="4894196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71600" y="4227934"/>
            <a:ext cx="2088232" cy="302961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37" y="595312"/>
            <a:ext cx="8162925" cy="39528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41" y="483518"/>
            <a:ext cx="9067216" cy="410445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062"/>
            <a:ext cx="9144000" cy="49053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7" y="555526"/>
            <a:ext cx="9122635" cy="216024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228184" y="1635339"/>
            <a:ext cx="2880320" cy="360347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029662"/>
            <a:ext cx="8906385" cy="1486303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059582"/>
            <a:ext cx="8902807" cy="230425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5" y="10561"/>
            <a:ext cx="9033083" cy="504056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3528" y="915566"/>
            <a:ext cx="4442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https://www.jianshu.com/p/20b39ab6a88c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419622"/>
            <a:ext cx="4165383" cy="218350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757" y="1419622"/>
            <a:ext cx="4289080" cy="20394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622" y="0"/>
            <a:ext cx="3936756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05" y="411510"/>
            <a:ext cx="8898202" cy="22322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5" y="3003798"/>
            <a:ext cx="8613737" cy="122413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267494"/>
            <a:ext cx="6994576" cy="388843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267494"/>
            <a:ext cx="4752528" cy="4698827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27584" y="4011910"/>
            <a:ext cx="3096344" cy="792088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555526"/>
            <a:ext cx="7692748" cy="345638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622" y="0"/>
            <a:ext cx="3936756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95486"/>
            <a:ext cx="5219015" cy="282440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219822"/>
            <a:ext cx="7508360" cy="172819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75" y="0"/>
            <a:ext cx="8834684" cy="321982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5" y="3363838"/>
            <a:ext cx="8871386" cy="15841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411510"/>
            <a:ext cx="8814094" cy="28803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699542"/>
            <a:ext cx="8928992" cy="302433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2270760"/>
            <a:ext cx="7332815" cy="936104"/>
          </a:xfrm>
          <a:prstGeom prst="rect">
            <a:avLst/>
          </a:prstGeom>
        </p:spPr>
      </p:pic>
      <p:sp>
        <p:nvSpPr>
          <p:cNvPr id="3" name="Rectangle 2"/>
          <p:cNvSpPr txBox="1"/>
          <p:nvPr/>
        </p:nvSpPr>
        <p:spPr bwMode="auto">
          <a:xfrm>
            <a:off x="467544" y="3651870"/>
            <a:ext cx="3312368" cy="60568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Eclipse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的右下角</a:t>
            </a:r>
            <a:endParaRPr lang="zh-CN" altLang="en-US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93401"/>
            <a:ext cx="8793839" cy="15121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843558"/>
            <a:ext cx="3619500" cy="6477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23478"/>
            <a:ext cx="6249720" cy="489654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771550"/>
            <a:ext cx="9040958" cy="208823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3219822"/>
            <a:ext cx="8768749" cy="15841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1470"/>
            <a:ext cx="3208778" cy="2880321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79978" y="699542"/>
            <a:ext cx="3096344" cy="122413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3473183"/>
            <a:ext cx="8322236" cy="7200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7534"/>
            <a:ext cx="3208778" cy="2880321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50859" y="2499743"/>
            <a:ext cx="2898131" cy="57606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3435846"/>
            <a:ext cx="7324725" cy="876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83518"/>
            <a:ext cx="8964996" cy="2592288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691680" y="2283718"/>
            <a:ext cx="6480720" cy="57606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267494"/>
            <a:ext cx="6048672" cy="3207922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47664" y="2899352"/>
            <a:ext cx="3744416" cy="576064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795886"/>
            <a:ext cx="7467600" cy="11620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3651870"/>
            <a:ext cx="8913958" cy="10801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67494"/>
            <a:ext cx="6048672" cy="3207922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47664" y="2067694"/>
            <a:ext cx="2880320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267494"/>
            <a:ext cx="6048672" cy="3207922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47664" y="2499742"/>
            <a:ext cx="2880320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723878"/>
            <a:ext cx="8781785" cy="10405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339502"/>
            <a:ext cx="6621287" cy="3168352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691680" y="3028472"/>
            <a:ext cx="5184576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3651870"/>
            <a:ext cx="7697101" cy="129614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555526"/>
            <a:ext cx="7343775" cy="184785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67544" y="483518"/>
            <a:ext cx="1944216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267494"/>
            <a:ext cx="8848399" cy="42484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54" y="2787774"/>
            <a:ext cx="6668923" cy="1800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43558"/>
            <a:ext cx="8613737" cy="1224136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95536" y="4011910"/>
            <a:ext cx="5184576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156176" y="1059581"/>
            <a:ext cx="2592288" cy="417473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87574"/>
            <a:ext cx="8910990" cy="23762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699542"/>
            <a:ext cx="8568952" cy="275430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1" y="1347614"/>
            <a:ext cx="8525509" cy="13681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08" y="2427734"/>
            <a:ext cx="7305675" cy="2486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67494"/>
            <a:ext cx="8640960" cy="19526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915565"/>
            <a:ext cx="8815175" cy="288032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591238"/>
            <a:ext cx="8621457" cy="1368735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096113" y="1274956"/>
            <a:ext cx="7920880" cy="36004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19" y="195486"/>
            <a:ext cx="6956725" cy="4464496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55576" y="2715766"/>
            <a:ext cx="7920880" cy="432048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635646"/>
            <a:ext cx="8727717" cy="144016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187624" y="2283718"/>
            <a:ext cx="7920880" cy="432048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275606"/>
            <a:ext cx="8775017" cy="2088232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23528" y="1908366"/>
            <a:ext cx="7848872" cy="44736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843557"/>
            <a:ext cx="8712968" cy="2676457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79512" y="809600"/>
            <a:ext cx="1872208" cy="5040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542"/>
            <a:ext cx="9144000" cy="3432178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11560" y="1491630"/>
            <a:ext cx="2016224" cy="288032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339502"/>
            <a:ext cx="8974573" cy="403244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131590"/>
            <a:ext cx="8668916" cy="194421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95486"/>
            <a:ext cx="7381875" cy="47815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347614"/>
            <a:ext cx="8272547" cy="187220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131590"/>
            <a:ext cx="8528740" cy="1728192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95536" y="1275606"/>
            <a:ext cx="2016224" cy="36004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9582"/>
            <a:ext cx="9144000" cy="28099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411510"/>
            <a:ext cx="8568711" cy="432048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87574"/>
            <a:ext cx="8631251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915566"/>
            <a:ext cx="2781300" cy="6381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411510"/>
            <a:ext cx="8875310" cy="439248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915566"/>
            <a:ext cx="2705100" cy="5429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131590"/>
            <a:ext cx="8779664" cy="1800200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467544" y="3435846"/>
            <a:ext cx="4320480" cy="60568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上一节自动生成的文件</a:t>
            </a:r>
            <a:endParaRPr lang="zh-CN" altLang="en-US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 txBox="1"/>
          <p:nvPr/>
        </p:nvSpPr>
        <p:spPr bwMode="auto">
          <a:xfrm>
            <a:off x="467544" y="4126306"/>
            <a:ext cx="4320480" cy="605684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下面编写自己的文件</a:t>
            </a:r>
            <a:endParaRPr lang="zh-CN" altLang="en-US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15566"/>
            <a:ext cx="8770574" cy="208823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87574"/>
            <a:ext cx="8822437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267494"/>
            <a:ext cx="8782858" cy="41764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555525"/>
            <a:ext cx="5760640" cy="41267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699542"/>
            <a:ext cx="8736970" cy="187220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267494"/>
            <a:ext cx="8640960" cy="432804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2139702"/>
            <a:ext cx="8733873" cy="2520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11510"/>
            <a:ext cx="7996112" cy="172819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059582"/>
            <a:ext cx="8760146" cy="20162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72" y="2571750"/>
            <a:ext cx="8834871" cy="15121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" y="483518"/>
            <a:ext cx="8523614" cy="122413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275606"/>
            <a:ext cx="8768716" cy="144016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2355726"/>
            <a:ext cx="8832648" cy="2520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3959"/>
            <a:ext cx="5253552" cy="208823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600022"/>
            <a:ext cx="5026859" cy="96361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771550"/>
            <a:ext cx="1952625" cy="4191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9" y="843558"/>
            <a:ext cx="9038033" cy="165618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5606"/>
            <a:ext cx="9144000" cy="319693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5" y="123478"/>
            <a:ext cx="4427519" cy="9361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1550"/>
            <a:ext cx="9144000" cy="325448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23" y="0"/>
            <a:ext cx="6957753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64266"/>
            <a:ext cx="6073902" cy="505649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0"/>
            <a:ext cx="4918752" cy="508371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131590"/>
            <a:ext cx="8620125" cy="26384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95486"/>
            <a:ext cx="7919511" cy="46805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563638"/>
            <a:ext cx="8778077" cy="1944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" y="411510"/>
            <a:ext cx="9109634" cy="56314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131590"/>
            <a:ext cx="8832868" cy="252028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0"/>
            <a:ext cx="8325890" cy="502002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9502"/>
            <a:ext cx="9144000" cy="404270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131590"/>
            <a:ext cx="2219325" cy="4857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627534"/>
            <a:ext cx="2619375" cy="5143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1" y="843558"/>
            <a:ext cx="9018421" cy="2455277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79512" y="2355726"/>
            <a:ext cx="2880320" cy="36004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062"/>
            <a:ext cx="9144000" cy="4905375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3405941"/>
            <a:ext cx="2483768" cy="158417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1" y="267494"/>
            <a:ext cx="7942571" cy="460851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2499742"/>
            <a:ext cx="7229475" cy="2390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52332"/>
            <a:ext cx="4752528" cy="244741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2355726"/>
            <a:ext cx="8990016" cy="20882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7533"/>
            <a:ext cx="8856984" cy="1296863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87574"/>
            <a:ext cx="8951478" cy="31683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699542"/>
            <a:ext cx="8555406" cy="230425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213" y="0"/>
            <a:ext cx="7051573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2" y="76200"/>
            <a:ext cx="5476875" cy="49911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459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072063" y="3143250"/>
            <a:ext cx="9525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Thanks</a:t>
            </a:r>
            <a:endParaRPr kumimoji="0" lang="en-US" altLang="zh-CN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4786313" y="2214563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2800" b="1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自定义 1157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39639D"/>
      </a:accent1>
      <a:accent2>
        <a:srgbClr val="A5A5A5"/>
      </a:accent2>
      <a:accent3>
        <a:srgbClr val="39639D"/>
      </a:accent3>
      <a:accent4>
        <a:srgbClr val="A5A5A5"/>
      </a:accent4>
      <a:accent5>
        <a:srgbClr val="39639D"/>
      </a:accent5>
      <a:accent6>
        <a:srgbClr val="A5A5A5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演示</Application>
  <PresentationFormat>全屏显示(16:9)</PresentationFormat>
  <Paragraphs>26</Paragraphs>
  <Slides>119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119</vt:i4>
      </vt:variant>
    </vt:vector>
  </HeadingPairs>
  <TitlesOfParts>
    <vt:vector size="133" baseType="lpstr">
      <vt:lpstr>Arial</vt:lpstr>
      <vt:lpstr>宋体</vt:lpstr>
      <vt:lpstr>Wingdings</vt:lpstr>
      <vt:lpstr>Calibri</vt:lpstr>
      <vt:lpstr>微软雅黑</vt:lpstr>
      <vt:lpstr>Open Sans</vt:lpstr>
      <vt:lpstr>Segoe Print</vt:lpstr>
      <vt:lpstr>冬青黑体简体中文 W3</vt:lpstr>
      <vt:lpstr>黑体</vt:lpstr>
      <vt:lpstr>FZ 粗圆简体</vt:lpstr>
      <vt:lpstr>ksdb</vt:lpstr>
      <vt:lpstr>Wingdings 2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</dc:title>
  <dc:creator>USER</dc:creator>
  <cp:lastModifiedBy>旭海</cp:lastModifiedBy>
  <cp:revision>2514</cp:revision>
  <dcterms:created xsi:type="dcterms:W3CDTF">2014-11-09T01:07:00Z</dcterms:created>
  <dcterms:modified xsi:type="dcterms:W3CDTF">2025-05-12T00:34:45Z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13</vt:lpwstr>
  </property>
  <property fmtid="{D5CDD505-2E9C-101B-9397-08002B2CF9AE}" pid="4" name="ICV">
    <vt:lpwstr>A9136B278DF048ECA2D1F7DD3F012788_12</vt:lpwstr>
  </property>
</Properties>
</file>