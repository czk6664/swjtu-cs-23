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C5560-ECEB-4541-8190-896A62A9BD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C3674-180F-4F73-9271-3610603F6A4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3272" y="4366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6600" b="1">
                <a:latin typeface="楷体" panose="02010609060101010101" pitchFamily="49" charset="-122"/>
                <a:ea typeface="楷体" panose="02010609060101010101" pitchFamily="49" charset="-122"/>
              </a:rPr>
              <a:t>排  课</a:t>
            </a:r>
            <a:endParaRPr lang="zh-CN" altLang="en-US" sz="6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将若干个讲课主题（</a:t>
            </a:r>
            <a:r>
              <a:rPr lang="en-US" altLang="zh-CN" dirty="0"/>
              <a:t>topic</a:t>
            </a:r>
            <a:r>
              <a:rPr lang="zh-CN" altLang="en-US" dirty="0"/>
              <a:t>）安排到若干个讲座（</a:t>
            </a:r>
            <a:r>
              <a:rPr lang="en-US" altLang="zh-CN" dirty="0"/>
              <a:t>lecture</a:t>
            </a:r>
            <a:r>
              <a:rPr lang="zh-CN" altLang="en-US" dirty="0"/>
              <a:t>）中</a:t>
            </a:r>
            <a:r>
              <a:rPr lang="en-US" altLang="zh-CN" dirty="0"/>
              <a:t>, 1</a:t>
            </a:r>
            <a:r>
              <a:rPr lang="zh-CN" altLang="en-US" dirty="0"/>
              <a:t>个讲座中可以讲多个主题，但一个主题不能分散到多次讲座中，且要求所有主题必须按照输入的顺序安排讲座，前面的主题必须先安排。在已知每个主题需要的讲的时间以及讲座的最大时间的情况下，求最少需要安排多少次讲座。在讲座次数相同的情况下，要求不满意度值最小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97565"/>
            <a:ext cx="10515600" cy="1065475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不满意度值的计算按照下面的公式进行计算：</a:t>
            </a:r>
            <a:r>
              <a:rPr lang="en-US" altLang="zh-CN" dirty="0"/>
              <a:t>      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8071" y="1828800"/>
            <a:ext cx="8587408" cy="1714500"/>
          </a:xfrm>
          <a:prstGeom prst="rect">
            <a:avLst/>
          </a:prstGeom>
        </p:spPr>
      </p:pic>
      <p:sp>
        <p:nvSpPr>
          <p:cNvPr id="7" name="内容占位符 2"/>
          <p:cNvSpPr txBox="1"/>
          <p:nvPr/>
        </p:nvSpPr>
        <p:spPr>
          <a:xfrm>
            <a:off x="838200" y="3909060"/>
            <a:ext cx="10515600" cy="255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/>
              <a:t>        </a:t>
            </a:r>
            <a:r>
              <a:rPr lang="zh-CN" altLang="en-US" dirty="0"/>
              <a:t>其中：</a:t>
            </a:r>
            <a:r>
              <a:rPr lang="en-US" altLang="zh-CN" dirty="0"/>
              <a:t>t</a:t>
            </a:r>
            <a:r>
              <a:rPr lang="zh-CN" altLang="en-US" dirty="0"/>
              <a:t>为每次讲座主题结束后的空余时间，</a:t>
            </a:r>
            <a:r>
              <a:rPr lang="en-US" altLang="zh-CN" dirty="0"/>
              <a:t>C</a:t>
            </a:r>
            <a:r>
              <a:rPr lang="zh-CN" altLang="en-US" dirty="0"/>
              <a:t>表示不满意度值，值越大越不满意。</a:t>
            </a:r>
            <a:endParaRPr lang="en-US" altLang="zh-CN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148" y="298973"/>
            <a:ext cx="10515600" cy="6117729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输入：</a:t>
            </a:r>
            <a:endParaRPr lang="en-US" altLang="zh-CN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第一行为讲课主题的数量，第</a:t>
            </a:r>
            <a:r>
              <a:rPr lang="en-US" altLang="zh-CN" dirty="0"/>
              <a:t>2</a:t>
            </a:r>
            <a:r>
              <a:rPr lang="zh-CN" altLang="en-US" dirty="0"/>
              <a:t>行为每次讲座的最大时间及不满意度值。后面的</a:t>
            </a:r>
            <a:r>
              <a:rPr lang="en-US" altLang="zh-CN" dirty="0"/>
              <a:t>n</a:t>
            </a:r>
            <a:r>
              <a:rPr lang="zh-CN" altLang="en-US" dirty="0"/>
              <a:t>行为每次讲座所花费的时间。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输出：</a:t>
            </a:r>
            <a:endParaRPr lang="en-US" altLang="zh-CN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最少需要安排的讲座次数，在安排的讲座次数相同的情况下要求不满意度值最小。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326419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样例输入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087880" cy="4351338"/>
          </a:xfrm>
        </p:spPr>
        <p:txBody>
          <a:bodyPr>
            <a:normAutofit/>
          </a:bodyPr>
          <a:lstStyle/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30 15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  <a:endParaRPr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3924632" y="365125"/>
            <a:ext cx="23264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样例输出</a:t>
            </a:r>
            <a:endParaRPr lang="zh-CN" altLang="en-US" sz="3600" b="1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3924631" y="1825625"/>
            <a:ext cx="7318513" cy="1784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Case 1: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Minimum number of lectures: 2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Total dissatisfaction index: 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326419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样例输入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087880" cy="4351338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120 10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100</a:t>
            </a:r>
            <a:endParaRPr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3924632" y="365125"/>
            <a:ext cx="232641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样例输出</a:t>
            </a:r>
            <a:endParaRPr lang="zh-CN" altLang="en-US" sz="3600" b="1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3924631" y="1825625"/>
            <a:ext cx="7318513" cy="1784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Case 2: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Minimum number of lectures: 6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Total dissatisfaction index: 2700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WPS 演示</Application>
  <PresentationFormat>宽屏</PresentationFormat>
  <Paragraphs>56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楷体</vt:lpstr>
      <vt:lpstr>Courier New</vt:lpstr>
      <vt:lpstr>Times New Roman</vt:lpstr>
      <vt:lpstr>等线</vt:lpstr>
      <vt:lpstr>微软雅黑</vt:lpstr>
      <vt:lpstr>Arial Unicode MS</vt:lpstr>
      <vt:lpstr>等线 Light</vt:lpstr>
      <vt:lpstr>Calibri</vt:lpstr>
      <vt:lpstr>Office 主题​​</vt:lpstr>
      <vt:lpstr>排  课</vt:lpstr>
      <vt:lpstr>PowerPoint 演示文稿</vt:lpstr>
      <vt:lpstr>PowerPoint 演示文稿</vt:lpstr>
      <vt:lpstr>样例输入</vt:lpstr>
      <vt:lpstr>样例输入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黄 海于</dc:creator>
  <cp:lastModifiedBy>乐乐</cp:lastModifiedBy>
  <cp:revision>3</cp:revision>
  <dcterms:created xsi:type="dcterms:W3CDTF">2025-04-25T12:06:00Z</dcterms:created>
  <dcterms:modified xsi:type="dcterms:W3CDTF">2025-04-26T13:35:32Z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78DCE2F4A4A4456BAEDE7057A397547A_13</vt:lpwstr>
  </property>
  <property fmtid="{D5CDD505-2E9C-101B-9397-08002B2CF9AE}" pid="3" name="KSOProductBuildVer">
    <vt:lpwstr>2052-12.1.0.20784</vt:lpwstr>
  </property>
</Properties>
</file>