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2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41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85" d="100"/>
          <a:sy n="85" d="100"/>
        </p:scale>
        <p:origin x="-96" y="-126"/>
      </p:cViewPr>
      <p:guideLst>
        <p:guide orient="horz" pos="2160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defRPr sz="1200" noProof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06E3F8F-96C4-476E-B9FA-62569472D7ED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标题 3"/>
          <p:cNvSpPr>
            <a:spLocks noGrp="1"/>
          </p:cNvSpPr>
          <p:nvPr/>
        </p:nvSpPr>
        <p:spPr>
          <a:xfrm>
            <a:off x="457200" y="537528"/>
            <a:ext cx="8229600" cy="8509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实验四</a:t>
            </a:r>
            <a:r>
              <a:rPr lang="zh-CN" altLang="en-US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：数据库保护</a:t>
            </a:r>
            <a:r>
              <a:rPr lang="zh-CN" altLang="en-US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</a:t>
            </a:r>
            <a:endParaRPr lang="zh-CN" altLang="en-US" sz="36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sz="3600" b="1" dirty="0">
                <a:solidFill>
                  <a:schemeClr val="accent3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（本周和下周）</a:t>
            </a:r>
            <a:endParaRPr lang="zh-CN" altLang="en-US" sz="3600" b="1" dirty="0">
              <a:solidFill>
                <a:schemeClr val="accent3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2150" y="1931035"/>
            <a:ext cx="7924800" cy="425069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145" tIns="0" rIns="144145" rtlCol="0" anchor="ctr"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</a:rPr>
              <a:t>1</a:t>
            </a:r>
            <a:r>
              <a:rPr lang="zh-CN" altLang="en-US" sz="2000" b="1">
                <a:solidFill>
                  <a:schemeClr val="tx1"/>
                </a:solidFill>
              </a:rPr>
              <a:t>、创建</a:t>
            </a:r>
            <a:r>
              <a:rPr lang="zh-CN" altLang="en-US" sz="2000" b="1">
                <a:solidFill>
                  <a:schemeClr val="tx1"/>
                </a:solidFill>
              </a:rPr>
              <a:t>数据库的角色和用户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        根据本组数据库实际需求，为数据库创建</a:t>
            </a:r>
            <a:r>
              <a:rPr lang="en-US" altLang="zh-CN" sz="2000" b="1">
                <a:solidFill>
                  <a:schemeClr val="tx1"/>
                </a:solidFill>
              </a:rPr>
              <a:t>3</a:t>
            </a:r>
            <a:r>
              <a:rPr lang="zh-CN" altLang="en-US" sz="2000" b="1">
                <a:solidFill>
                  <a:schemeClr val="tx1"/>
                </a:solidFill>
              </a:rPr>
              <a:t>类角色，每类角色至少添加</a:t>
            </a:r>
            <a:r>
              <a:rPr lang="en-US" altLang="zh-CN" sz="2000" b="1">
                <a:solidFill>
                  <a:schemeClr val="tx1"/>
                </a:solidFill>
              </a:rPr>
              <a:t>2</a:t>
            </a:r>
            <a:r>
              <a:rPr lang="zh-CN" altLang="en-US" sz="2000" b="1">
                <a:solidFill>
                  <a:schemeClr val="tx1"/>
                </a:solidFill>
              </a:rPr>
              <a:t>位用户（可参照</a:t>
            </a:r>
            <a:r>
              <a:rPr lang="en-US" altLang="zh-CN" sz="2000" b="1">
                <a:solidFill>
                  <a:schemeClr val="tx1"/>
                </a:solidFill>
              </a:rPr>
              <a:t>11.3</a:t>
            </a:r>
            <a:r>
              <a:rPr lang="zh-CN" altLang="en-US" sz="2000" b="1">
                <a:solidFill>
                  <a:schemeClr val="tx1"/>
                </a:solidFill>
              </a:rPr>
              <a:t>）</a:t>
            </a:r>
            <a:r>
              <a:rPr lang="zh-CN" altLang="en-US" sz="2000" b="1">
                <a:solidFill>
                  <a:schemeClr val="tx1"/>
                </a:solidFill>
              </a:rPr>
              <a:t>。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</a:rPr>
              <a:t>2</a:t>
            </a:r>
            <a:r>
              <a:rPr lang="zh-CN" altLang="en-US" sz="2000" b="1">
                <a:solidFill>
                  <a:schemeClr val="tx1"/>
                </a:solidFill>
              </a:rPr>
              <a:t>、为角色进行授权</a:t>
            </a:r>
            <a:endParaRPr sz="2000" b="1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（</a:t>
            </a:r>
            <a:r>
              <a:rPr lang="en-US" altLang="zh-CN" sz="2000" b="1">
                <a:solidFill>
                  <a:schemeClr val="tx1"/>
                </a:solidFill>
              </a:rPr>
              <a:t>1</a:t>
            </a:r>
            <a:r>
              <a:rPr lang="zh-CN" altLang="en-US" sz="2000" b="1">
                <a:solidFill>
                  <a:schemeClr val="tx1"/>
                </a:solidFill>
              </a:rPr>
              <a:t>）给某类角色授予创建视图的权限</a:t>
            </a:r>
            <a:r>
              <a:rPr sz="20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2000" b="1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</a:rPr>
              <a:t>（</a:t>
            </a:r>
            <a:r>
              <a:rPr lang="en-US" altLang="zh-CN" sz="2000" b="1">
                <a:solidFill>
                  <a:schemeClr val="tx1"/>
                </a:solidFill>
              </a:rPr>
              <a:t>2</a:t>
            </a:r>
            <a:r>
              <a:rPr lang="zh-CN" altLang="en-US" sz="2000" b="1">
                <a:solidFill>
                  <a:schemeClr val="tx1"/>
                </a:solidFill>
              </a:rPr>
              <a:t>）对某类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角色授予修改和删除某张表中数据的权限</a:t>
            </a:r>
            <a:r>
              <a:rPr sz="20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  <a:sym typeface="+mn-ea"/>
              </a:rPr>
              <a:t>（3）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对某类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角色授予只能查询某张表中部分字段的权限。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4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）撤销（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）中角色授予的删除表中数据的权限。</a:t>
            </a:r>
            <a:endParaRPr lang="zh-CN" altLang="en-US" sz="2000" b="1">
              <a:solidFill>
                <a:srgbClr val="1D41D5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>
                <a:solidFill>
                  <a:schemeClr val="tx1"/>
                </a:solidFill>
                <a:sym typeface="+mn-ea"/>
              </a:rPr>
              <a:t>3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、数据库管理实验</a:t>
            </a:r>
            <a:endParaRPr lang="zh-CN" altLang="en-US" sz="2000" b="1">
              <a:solidFill>
                <a:schemeClr val="tx1"/>
              </a:solidFill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1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）为数据库进行备份。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2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）用备份的数据库进行数据的恢复。</a:t>
            </a:r>
            <a:endParaRPr lang="zh-CN" altLang="en-US" sz="20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8165" y="1532255"/>
            <a:ext cx="35693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参照教材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11.3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11.4</a:t>
            </a:r>
            <a:r>
              <a:rPr lang="zh-CN" altLang="en-US" sz="20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节</a:t>
            </a:r>
            <a:endParaRPr lang="zh-CN" altLang="en-US" sz="20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WPS 演示</Application>
  <PresentationFormat>全屏显示(4:3)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Calibri</vt:lpstr>
      <vt:lpstr>楷体</vt:lpstr>
      <vt:lpstr>微软雅黑</vt:lpstr>
      <vt:lpstr>Arial Unicode MS</vt:lpstr>
      <vt:lpstr>Office 主题</vt:lpstr>
      <vt:lpstr>PowerPoint 演示文稿</vt:lpstr>
    </vt:vector>
  </TitlesOfParts>
  <Company>7407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实验必须完成的环节</dc:title>
  <dc:creator>7307-1</dc:creator>
  <cp:lastModifiedBy>乐乐</cp:lastModifiedBy>
  <cp:revision>40</cp:revision>
  <dcterms:created xsi:type="dcterms:W3CDTF">2018-05-09T08:11:00Z</dcterms:created>
  <dcterms:modified xsi:type="dcterms:W3CDTF">2025-05-29T11:37:03Z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FAC03D741FE74CD8916A81BD6226E833_13</vt:lpwstr>
  </property>
</Properties>
</file>