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348" y="60"/>
      </p:cViewPr>
      <p:guideLst>
        <p:guide orient="horz" pos="2160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3"/>
          <p:cNvSpPr>
            <a:spLocks noGrp="1"/>
          </p:cNvSpPr>
          <p:nvPr/>
        </p:nvSpPr>
        <p:spPr>
          <a:xfrm>
            <a:off x="457200" y="537528"/>
            <a:ext cx="8229600" cy="850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实验二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：关系转换及</a:t>
            </a:r>
            <a:r>
              <a:rPr lang="en-US" altLang="zh-CN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DDL</a:t>
            </a:r>
            <a:r>
              <a:rPr lang="zh-CN" altLang="en-US" sz="3600" b="1" smtClean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</a:t>
            </a:r>
            <a:endParaRPr lang="zh-CN" altLang="en-US" sz="36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2300" y="1696720"/>
            <a:ext cx="8064500" cy="4775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、完善</a:t>
            </a:r>
            <a:r>
              <a:rPr lang="en-US" altLang="zh-CN" sz="2000" dirty="0">
                <a:solidFill>
                  <a:schemeClr val="tx1"/>
                </a:solidFill>
              </a:rPr>
              <a:t>ER</a:t>
            </a:r>
            <a:r>
              <a:rPr lang="zh-CN" altLang="en-US" sz="2000" dirty="0">
                <a:solidFill>
                  <a:schemeClr val="tx1"/>
                </a:solidFill>
              </a:rPr>
              <a:t>图，包括：对</a:t>
            </a:r>
            <a:r>
              <a:rPr lang="en-US" altLang="zh-CN" sz="2000" dirty="0">
                <a:solidFill>
                  <a:schemeClr val="tx1"/>
                </a:solidFill>
              </a:rPr>
              <a:t>ER</a:t>
            </a:r>
            <a:r>
              <a:rPr lang="zh-CN" altLang="en-US" sz="2000" dirty="0">
                <a:solidFill>
                  <a:schemeClr val="tx1"/>
                </a:solidFill>
              </a:rPr>
              <a:t>图中每个实体型、联系型的属性进行详细说明，对不合适的联系进行修改。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、将</a:t>
            </a:r>
            <a:r>
              <a:rPr lang="en-US" altLang="zh-CN" sz="2000" dirty="0">
                <a:solidFill>
                  <a:schemeClr val="tx1"/>
                </a:solidFill>
              </a:rPr>
              <a:t>ER</a:t>
            </a:r>
            <a:r>
              <a:rPr lang="zh-CN" altLang="en-US" sz="2000" dirty="0">
                <a:solidFill>
                  <a:schemeClr val="tx1"/>
                </a:solidFill>
              </a:rPr>
              <a:t>图转换为关系模式，标志各关系的主外键约束。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、编写</a:t>
            </a:r>
            <a:r>
              <a:rPr lang="en-US" altLang="zh-CN" sz="2000" dirty="0" err="1">
                <a:solidFill>
                  <a:schemeClr val="tx1"/>
                </a:solidFill>
              </a:rPr>
              <a:t>DDL</a:t>
            </a:r>
            <a:r>
              <a:rPr lang="zh-CN" altLang="en-US" sz="2000" dirty="0">
                <a:solidFill>
                  <a:schemeClr val="tx1"/>
                </a:solidFill>
              </a:rPr>
              <a:t>语句完成数据库对象的创建</a:t>
            </a:r>
            <a:r>
              <a:rPr lang="zh-CN" altLang="en-US" sz="2000" b="1" dirty="0">
                <a:solidFill>
                  <a:srgbClr val="FF0000"/>
                </a:solidFill>
              </a:rPr>
              <a:t>（各自在自己的机器上完成）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）创建数据库 ，写出</a:t>
            </a:r>
            <a:r>
              <a:rPr lang="en-US" altLang="zh-CN" sz="2000" dirty="0" err="1">
                <a:solidFill>
                  <a:schemeClr val="tx1"/>
                </a:solidFill>
              </a:rPr>
              <a:t>DDL</a:t>
            </a:r>
            <a:r>
              <a:rPr lang="zh-CN" altLang="en-US" sz="2000" dirty="0">
                <a:solidFill>
                  <a:schemeClr val="tx1"/>
                </a:solidFill>
              </a:rPr>
              <a:t>语句；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）创建各关系，写出</a:t>
            </a:r>
            <a:r>
              <a:rPr lang="en-US" altLang="zh-CN" sz="2000" dirty="0" err="1">
                <a:solidFill>
                  <a:schemeClr val="tx1"/>
                </a:solidFill>
              </a:rPr>
              <a:t>DDL</a:t>
            </a:r>
            <a:r>
              <a:rPr lang="zh-CN" altLang="en-US" sz="2000" dirty="0">
                <a:solidFill>
                  <a:schemeClr val="tx1"/>
                </a:solidFill>
              </a:rPr>
              <a:t>语句，每个关系必须标注主键，至少为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张关系中的列设计</a:t>
            </a:r>
            <a:r>
              <a:rPr lang="en-US" altLang="zh-CN" sz="2000" dirty="0">
                <a:solidFill>
                  <a:schemeClr val="tx1"/>
                </a:solidFill>
              </a:rPr>
              <a:t>Check</a:t>
            </a:r>
            <a:r>
              <a:rPr lang="zh-CN" altLang="en-US" sz="2000" dirty="0">
                <a:solidFill>
                  <a:schemeClr val="tx1"/>
                </a:solidFill>
              </a:rPr>
              <a:t>检查约束，</a:t>
            </a:r>
            <a:r>
              <a:rPr lang="zh-CN" altLang="en-US" sz="2000" b="1" dirty="0">
                <a:solidFill>
                  <a:srgbClr val="FF0000"/>
                </a:solidFill>
              </a:rPr>
              <a:t>关系用自己的学号</a:t>
            </a:r>
            <a:r>
              <a:rPr lang="en-US" altLang="zh-CN" sz="2000" b="1" dirty="0">
                <a:solidFill>
                  <a:srgbClr val="FF0000"/>
                </a:solidFill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</a:rPr>
              <a:t>关系名命名</a:t>
            </a:r>
            <a:r>
              <a:rPr lang="zh-CN" altLang="en-US" sz="2000" dirty="0">
                <a:solidFill>
                  <a:schemeClr val="tx1"/>
                </a:solidFill>
              </a:rPr>
              <a:t>；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）每位同学按业务需求，自行设计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张视图（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张基于单表创建，一张基于多表创建）、</a:t>
            </a:r>
            <a:r>
              <a:rPr lang="en-US" altLang="zh-CN" sz="2000" b="1" dirty="0">
                <a:solidFill>
                  <a:srgbClr val="0070C0"/>
                </a:solidFill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</a:rPr>
              <a:t>个触发器（</a:t>
            </a:r>
            <a:r>
              <a:rPr lang="en-US" altLang="zh-CN" sz="2000" b="1" dirty="0">
                <a:solidFill>
                  <a:srgbClr val="0070C0"/>
                </a:solidFill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</a:rPr>
              <a:t>个用户动态约束检查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个用户表间约束检查）、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个索引（参照</a:t>
            </a:r>
            <a:r>
              <a:rPr lang="en-US" altLang="zh-CN" sz="2000" dirty="0">
                <a:solidFill>
                  <a:schemeClr val="tx1"/>
                </a:solidFill>
              </a:rPr>
              <a:t>11.1</a:t>
            </a:r>
            <a:r>
              <a:rPr lang="zh-CN" altLang="en-US" sz="2000" dirty="0">
                <a:solidFill>
                  <a:schemeClr val="tx1"/>
                </a:solidFill>
              </a:rPr>
              <a:t>节，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个基于单列创建，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个基于组合列创建），</a:t>
            </a:r>
            <a:r>
              <a:rPr lang="zh-CN" altLang="en-US" sz="2000" b="1" dirty="0">
                <a:solidFill>
                  <a:srgbClr val="FF0000"/>
                </a:solidFill>
              </a:rPr>
              <a:t>各对象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用自己的学号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对象名命名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、编写</a:t>
            </a:r>
            <a:r>
              <a:rPr lang="en-US" altLang="zh-CN" sz="2000" dirty="0" err="1">
                <a:solidFill>
                  <a:schemeClr val="tx1"/>
                </a:solidFill>
              </a:rPr>
              <a:t>DDL</a:t>
            </a:r>
            <a:r>
              <a:rPr lang="zh-CN" altLang="en-US" sz="2000" dirty="0">
                <a:solidFill>
                  <a:schemeClr val="tx1"/>
                </a:solidFill>
              </a:rPr>
              <a:t>修改关系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）每位同学至少通过</a:t>
            </a:r>
            <a:r>
              <a:rPr lang="en-US" altLang="zh-CN" sz="2000" dirty="0">
                <a:solidFill>
                  <a:schemeClr val="tx1"/>
                </a:solidFill>
              </a:rPr>
              <a:t>alter table</a:t>
            </a:r>
            <a:r>
              <a:rPr lang="zh-CN" altLang="en-US" sz="2000" dirty="0">
                <a:solidFill>
                  <a:schemeClr val="tx1"/>
                </a:solidFill>
              </a:rPr>
              <a:t>为其中的某个关系添加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个字段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）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每位同学至少通过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alter table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为其某个字段</a:t>
            </a:r>
            <a:r>
              <a:rPr lang="zh-CN" altLang="en-US" sz="2000" dirty="0">
                <a:solidFill>
                  <a:schemeClr val="tx1"/>
                </a:solidFill>
              </a:rPr>
              <a:t>增加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个约束。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2300" y="1526540"/>
            <a:ext cx="24466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11.1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43856" y="4365078"/>
            <a:ext cx="4176348" cy="360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WPS 演示</Application>
  <PresentationFormat>全屏显示(4:3)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楷体</vt:lpstr>
      <vt:lpstr>微软雅黑</vt:lpstr>
      <vt:lpstr>Arial Unicode MS</vt:lpstr>
      <vt:lpstr>Office 主题</vt:lpstr>
      <vt:lpstr>PowerPoint 演示文稿</vt:lpstr>
    </vt:vector>
  </TitlesOfParts>
  <Company>7407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实验必须完成的环节</dc:title>
  <dc:creator>7307-1</dc:creator>
  <cp:lastModifiedBy>乐乐</cp:lastModifiedBy>
  <cp:revision>34</cp:revision>
  <dcterms:created xsi:type="dcterms:W3CDTF">2018-05-09T08:11:00Z</dcterms:created>
  <dcterms:modified xsi:type="dcterms:W3CDTF">2025-04-24T11:35:38Z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9900BFFDF7F24F38B9FEA1C0B83EB177_13</vt:lpwstr>
  </property>
</Properties>
</file>