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61"/>
  </p:notesMasterIdLst>
  <p:sldIdLst>
    <p:sldId id="321" r:id="rId2"/>
    <p:sldId id="375" r:id="rId3"/>
    <p:sldId id="397" r:id="rId4"/>
    <p:sldId id="398" r:id="rId5"/>
    <p:sldId id="326" r:id="rId6"/>
    <p:sldId id="400" r:id="rId7"/>
    <p:sldId id="399" r:id="rId8"/>
    <p:sldId id="328" r:id="rId9"/>
    <p:sldId id="329" r:id="rId10"/>
    <p:sldId id="401" r:id="rId11"/>
    <p:sldId id="402" r:id="rId12"/>
    <p:sldId id="403" r:id="rId13"/>
    <p:sldId id="418" r:id="rId14"/>
    <p:sldId id="334" r:id="rId15"/>
    <p:sldId id="336" r:id="rId16"/>
    <p:sldId id="343" r:id="rId17"/>
    <p:sldId id="341" r:id="rId18"/>
    <p:sldId id="404" r:id="rId19"/>
    <p:sldId id="344" r:id="rId20"/>
    <p:sldId id="345" r:id="rId21"/>
    <p:sldId id="337" r:id="rId22"/>
    <p:sldId id="338" r:id="rId23"/>
    <p:sldId id="391" r:id="rId24"/>
    <p:sldId id="339" r:id="rId25"/>
    <p:sldId id="346" r:id="rId26"/>
    <p:sldId id="347" r:id="rId27"/>
    <p:sldId id="348" r:id="rId28"/>
    <p:sldId id="350" r:id="rId29"/>
    <p:sldId id="349" r:id="rId30"/>
    <p:sldId id="351" r:id="rId31"/>
    <p:sldId id="353" r:id="rId32"/>
    <p:sldId id="410" r:id="rId33"/>
    <p:sldId id="411" r:id="rId34"/>
    <p:sldId id="412" r:id="rId35"/>
    <p:sldId id="413" r:id="rId36"/>
    <p:sldId id="355" r:id="rId37"/>
    <p:sldId id="356" r:id="rId38"/>
    <p:sldId id="357" r:id="rId39"/>
    <p:sldId id="365" r:id="rId40"/>
    <p:sldId id="358" r:id="rId41"/>
    <p:sldId id="359" r:id="rId42"/>
    <p:sldId id="405" r:id="rId43"/>
    <p:sldId id="361" r:id="rId44"/>
    <p:sldId id="366" r:id="rId45"/>
    <p:sldId id="367" r:id="rId46"/>
    <p:sldId id="368" r:id="rId47"/>
    <p:sldId id="369" r:id="rId48"/>
    <p:sldId id="370" r:id="rId49"/>
    <p:sldId id="407" r:id="rId50"/>
    <p:sldId id="373" r:id="rId51"/>
    <p:sldId id="374" r:id="rId52"/>
    <p:sldId id="414" r:id="rId53"/>
    <p:sldId id="415" r:id="rId54"/>
    <p:sldId id="416" r:id="rId55"/>
    <p:sldId id="408" r:id="rId56"/>
    <p:sldId id="395" r:id="rId57"/>
    <p:sldId id="388" r:id="rId58"/>
    <p:sldId id="394" r:id="rId59"/>
    <p:sldId id="417"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129" autoAdjust="0"/>
    <p:restoredTop sz="96552" autoAdjust="0"/>
  </p:normalViewPr>
  <p:slideViewPr>
    <p:cSldViewPr snapToGrid="0">
      <p:cViewPr varScale="1">
        <p:scale>
          <a:sx n="128" d="100"/>
          <a:sy n="128" d="100"/>
        </p:scale>
        <p:origin x="304" y="168"/>
      </p:cViewPr>
      <p:guideLst/>
    </p:cSldViewPr>
  </p:slideViewPr>
  <p:outlineViewPr>
    <p:cViewPr>
      <p:scale>
        <a:sx n="33" d="100"/>
        <a:sy n="33" d="100"/>
      </p:scale>
      <p:origin x="0" y="-640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D46B0E-E9C9-1E4B-961E-80132A5C983C}" type="doc">
      <dgm:prSet loTypeId="urn:microsoft.com/office/officeart/2005/8/layout/hierarchy3" loCatId="hierarchy" qsTypeId="urn:microsoft.com/office/officeart/2005/8/quickstyle/simple4" qsCatId="simple" csTypeId="urn:microsoft.com/office/officeart/2005/8/colors/accent1_2" csCatId="accent1" phldr="1"/>
      <dgm:spPr/>
      <dgm:t>
        <a:bodyPr/>
        <a:lstStyle/>
        <a:p>
          <a:endParaRPr lang="en-US"/>
        </a:p>
      </dgm:t>
    </dgm:pt>
    <dgm:pt modelId="{8CF7DABB-E685-7649-9193-5973EE04A11C}">
      <dgm:prSet custT="1"/>
      <dgm:spPr/>
      <dgm:t>
        <a:bodyPr/>
        <a:lstStyle/>
        <a:p>
          <a:pPr rtl="0"/>
          <a:r>
            <a:rPr lang="en-US" sz="2400" b="1" i="1" dirty="0"/>
            <a:t>Process Trace</a:t>
          </a:r>
        </a:p>
        <a:p>
          <a:pPr rtl="0"/>
          <a:r>
            <a:rPr lang="zh-CN" altLang="en-US" sz="2400" b="1" i="0" dirty="0"/>
            <a:t>（进程轨迹）</a:t>
          </a:r>
          <a:endParaRPr lang="en-US" sz="2400" i="0" dirty="0"/>
        </a:p>
      </dgm:t>
    </dgm:pt>
    <dgm:pt modelId="{B05171EE-A301-B946-AF2D-C1134378C886}" type="parTrans" cxnId="{3A67151F-A3ED-0947-AD44-8AA57D78E09C}">
      <dgm:prSet/>
      <dgm:spPr/>
      <dgm:t>
        <a:bodyPr/>
        <a:lstStyle/>
        <a:p>
          <a:endParaRPr lang="en-US"/>
        </a:p>
      </dgm:t>
    </dgm:pt>
    <dgm:pt modelId="{BFC2FD4B-EF10-344C-8158-7BC835E26BE2}" type="sibTrans" cxnId="{3A67151F-A3ED-0947-AD44-8AA57D78E09C}">
      <dgm:prSet/>
      <dgm:spPr/>
      <dgm:t>
        <a:bodyPr/>
        <a:lstStyle/>
        <a:p>
          <a:endParaRPr lang="en-US"/>
        </a:p>
      </dgm:t>
    </dgm:pt>
    <dgm:pt modelId="{86AD88F0-314B-6444-BD87-F3C84F11651F}">
      <dgm:prSet custT="1"/>
      <dgm:spPr>
        <a:solidFill>
          <a:schemeClr val="accent1">
            <a:lumMod val="20000"/>
            <a:lumOff val="80000"/>
            <a:alpha val="90000"/>
          </a:schemeClr>
        </a:solidFill>
        <a:ln w="19050"/>
      </dgm:spPr>
      <dgm:t>
        <a:bodyPr/>
        <a:lstStyle/>
        <a:p>
          <a:pPr rtl="0"/>
          <a:r>
            <a:rPr lang="en-US" sz="2000" dirty="0">
              <a:latin typeface="Microsoft YaHei UI" panose="020B0503020204020204" pitchFamily="34" charset="-122"/>
              <a:ea typeface="Microsoft YaHei UI" panose="020B0503020204020204" pitchFamily="34" charset="-122"/>
            </a:rPr>
            <a:t>the behavior of an individual process by listing </a:t>
          </a:r>
          <a:r>
            <a:rPr lang="en-US" sz="2000" dirty="0">
              <a:solidFill>
                <a:srgbClr val="FF0000"/>
              </a:solidFill>
              <a:latin typeface="Microsoft YaHei UI" panose="020B0503020204020204" pitchFamily="34" charset="-122"/>
              <a:ea typeface="Microsoft YaHei UI" panose="020B0503020204020204" pitchFamily="34" charset="-122"/>
            </a:rPr>
            <a:t>the sequence of instructions that execute</a:t>
          </a:r>
          <a:r>
            <a:rPr lang="en-US" sz="2000" dirty="0">
              <a:latin typeface="Microsoft YaHei UI" panose="020B0503020204020204" pitchFamily="34" charset="-122"/>
              <a:ea typeface="Microsoft YaHei UI" panose="020B0503020204020204" pitchFamily="34" charset="-122"/>
            </a:rPr>
            <a:t> for that process</a:t>
          </a:r>
        </a:p>
      </dgm:t>
    </dgm:pt>
    <dgm:pt modelId="{F288BA89-D432-F942-BEAB-3302AF39D024}" type="parTrans" cxnId="{B5D49045-C2B8-7640-B3EB-E850E0166C92}">
      <dgm:prSet/>
      <dgm:spPr>
        <a:ln w="19050"/>
      </dgm:spPr>
      <dgm:t>
        <a:bodyPr/>
        <a:lstStyle/>
        <a:p>
          <a:endParaRPr lang="en-US"/>
        </a:p>
      </dgm:t>
    </dgm:pt>
    <dgm:pt modelId="{E0D5325A-DCC1-0348-8125-8FD7298F8CBB}" type="sibTrans" cxnId="{B5D49045-C2B8-7640-B3EB-E850E0166C92}">
      <dgm:prSet/>
      <dgm:spPr/>
      <dgm:t>
        <a:bodyPr/>
        <a:lstStyle/>
        <a:p>
          <a:endParaRPr lang="en-US"/>
        </a:p>
      </dgm:t>
    </dgm:pt>
    <dgm:pt modelId="{233F7DFA-202E-F74C-AB9D-53EFC686B345}">
      <dgm:prSet custT="1"/>
      <dgm:spPr>
        <a:solidFill>
          <a:schemeClr val="accent1">
            <a:lumMod val="20000"/>
            <a:lumOff val="80000"/>
            <a:alpha val="90000"/>
          </a:schemeClr>
        </a:solidFill>
        <a:ln w="19050"/>
      </dgm:spPr>
      <dgm:t>
        <a:bodyPr/>
        <a:lstStyle/>
        <a:p>
          <a:pPr rtl="0"/>
          <a:r>
            <a:rPr lang="en-US" sz="2000" dirty="0">
              <a:latin typeface="Microsoft YaHei UI" panose="020B0503020204020204" pitchFamily="34" charset="-122"/>
              <a:ea typeface="Microsoft YaHei UI" panose="020B0503020204020204" pitchFamily="34" charset="-122"/>
            </a:rPr>
            <a:t>the behavior of the processor can be characterized by </a:t>
          </a:r>
          <a:r>
            <a:rPr lang="en-US" sz="2000" dirty="0">
              <a:solidFill>
                <a:srgbClr val="FF0000"/>
              </a:solidFill>
              <a:latin typeface="Microsoft YaHei UI" panose="020B0503020204020204" pitchFamily="34" charset="-122"/>
              <a:ea typeface="Microsoft YaHei UI" panose="020B0503020204020204" pitchFamily="34" charset="-122"/>
            </a:rPr>
            <a:t>showing how the traces of the various processes are interleaved</a:t>
          </a:r>
        </a:p>
      </dgm:t>
    </dgm:pt>
    <dgm:pt modelId="{ADE4F796-F389-964A-9F92-660666F3A636}" type="parTrans" cxnId="{E6E58F73-83F1-AA4A-A218-B2606996B3BD}">
      <dgm:prSet/>
      <dgm:spPr>
        <a:ln w="19050"/>
      </dgm:spPr>
      <dgm:t>
        <a:bodyPr/>
        <a:lstStyle/>
        <a:p>
          <a:endParaRPr lang="en-US"/>
        </a:p>
      </dgm:t>
    </dgm:pt>
    <dgm:pt modelId="{12D910F3-F055-9744-BF38-A4A20095BB98}" type="sibTrans" cxnId="{E6E58F73-83F1-AA4A-A218-B2606996B3BD}">
      <dgm:prSet/>
      <dgm:spPr/>
      <dgm:t>
        <a:bodyPr/>
        <a:lstStyle/>
        <a:p>
          <a:endParaRPr lang="en-US"/>
        </a:p>
      </dgm:t>
    </dgm:pt>
    <dgm:pt modelId="{25188C39-687A-BD45-A96D-0C6C99BD8253}">
      <dgm:prSet custT="1"/>
      <dgm:spPr>
        <a:solidFill>
          <a:schemeClr val="accent3">
            <a:lumMod val="75000"/>
          </a:schemeClr>
        </a:solidFill>
      </dgm:spPr>
      <dgm:t>
        <a:bodyPr/>
        <a:lstStyle/>
        <a:p>
          <a:pPr rtl="0"/>
          <a:r>
            <a:rPr lang="en-US" sz="2400" b="1" i="1" dirty="0"/>
            <a:t>Dispatcher</a:t>
          </a:r>
        </a:p>
        <a:p>
          <a:pPr rtl="0"/>
          <a:r>
            <a:rPr lang="en-US" altLang="zh-CN" sz="2400" i="0" dirty="0"/>
            <a:t>(</a:t>
          </a:r>
          <a:r>
            <a:rPr lang="zh-CN" altLang="en-US" sz="2400" i="0" dirty="0"/>
            <a:t>调度器</a:t>
          </a:r>
          <a:r>
            <a:rPr lang="en-US" altLang="zh-CN" sz="2400" i="0" dirty="0"/>
            <a:t>or</a:t>
          </a:r>
          <a:r>
            <a:rPr lang="zh-CN" altLang="en-US" sz="2400" i="0" dirty="0"/>
            <a:t>分派器</a:t>
          </a:r>
          <a:r>
            <a:rPr lang="en-US" altLang="zh-CN" sz="2400" i="0" dirty="0"/>
            <a:t>)</a:t>
          </a:r>
          <a:r>
            <a:rPr lang="en-US" sz="2400" i="0" dirty="0"/>
            <a:t>  </a:t>
          </a:r>
        </a:p>
      </dgm:t>
    </dgm:pt>
    <dgm:pt modelId="{21E03498-996B-8641-ADF2-00A3977EA0CE}" type="parTrans" cxnId="{4E99B867-4321-3046-9A1C-9ABD13AC20FD}">
      <dgm:prSet/>
      <dgm:spPr/>
      <dgm:t>
        <a:bodyPr/>
        <a:lstStyle/>
        <a:p>
          <a:endParaRPr lang="en-US"/>
        </a:p>
      </dgm:t>
    </dgm:pt>
    <dgm:pt modelId="{27331D9B-4E43-CB40-B1C2-645F4FCA45F4}" type="sibTrans" cxnId="{4E99B867-4321-3046-9A1C-9ABD13AC20FD}">
      <dgm:prSet/>
      <dgm:spPr/>
      <dgm:t>
        <a:bodyPr/>
        <a:lstStyle/>
        <a:p>
          <a:endParaRPr lang="en-US"/>
        </a:p>
      </dgm:t>
    </dgm:pt>
    <dgm:pt modelId="{693DF3AA-9269-2545-9150-1B3192513936}">
      <dgm:prSet custT="1"/>
      <dgm:spPr>
        <a:solidFill>
          <a:schemeClr val="accent3">
            <a:lumMod val="20000"/>
            <a:lumOff val="80000"/>
          </a:schemeClr>
        </a:solidFill>
        <a:ln w="19050"/>
      </dgm:spPr>
      <dgm:t>
        <a:bodyPr/>
        <a:lstStyle/>
        <a:p>
          <a:pPr rtl="0"/>
          <a:r>
            <a:rPr lang="en-US" sz="2000" b="1" dirty="0">
              <a:latin typeface="Microsoft YaHei UI" panose="020B0503020204020204" pitchFamily="34" charset="-122"/>
              <a:ea typeface="Microsoft YaHei UI" panose="020B0503020204020204" pitchFamily="34" charset="-122"/>
            </a:rPr>
            <a:t>small program </a:t>
          </a:r>
          <a:r>
            <a:rPr lang="en-US" sz="2000" dirty="0">
              <a:latin typeface="Microsoft YaHei UI" panose="020B0503020204020204" pitchFamily="34" charset="-122"/>
              <a:ea typeface="Microsoft YaHei UI" panose="020B0503020204020204" pitchFamily="34" charset="-122"/>
            </a:rPr>
            <a:t>that switches the processor from one process to another</a:t>
          </a:r>
        </a:p>
      </dgm:t>
    </dgm:pt>
    <dgm:pt modelId="{755F770C-EEB9-0B4A-8B8E-7A4E15984F6D}" type="parTrans" cxnId="{1C88A854-BB97-244A-BF34-F58C72863022}">
      <dgm:prSet/>
      <dgm:spPr>
        <a:solidFill>
          <a:schemeClr val="accent3">
            <a:lumMod val="20000"/>
            <a:lumOff val="80000"/>
          </a:schemeClr>
        </a:solidFill>
        <a:ln w="19050"/>
      </dgm:spPr>
      <dgm:t>
        <a:bodyPr/>
        <a:lstStyle/>
        <a:p>
          <a:endParaRPr lang="en-US"/>
        </a:p>
      </dgm:t>
    </dgm:pt>
    <dgm:pt modelId="{9E02C22E-4AA3-1944-BC1B-4DD2E2711460}" type="sibTrans" cxnId="{1C88A854-BB97-244A-BF34-F58C72863022}">
      <dgm:prSet/>
      <dgm:spPr/>
      <dgm:t>
        <a:bodyPr/>
        <a:lstStyle/>
        <a:p>
          <a:endParaRPr lang="en-US"/>
        </a:p>
      </dgm:t>
    </dgm:pt>
    <dgm:pt modelId="{AA843FC4-97DC-3649-9F16-C3801798B452}" type="pres">
      <dgm:prSet presAssocID="{2FD46B0E-E9C9-1E4B-961E-80132A5C983C}" presName="diagram" presStyleCnt="0">
        <dgm:presLayoutVars>
          <dgm:chPref val="1"/>
          <dgm:dir/>
          <dgm:animOne val="branch"/>
          <dgm:animLvl val="lvl"/>
          <dgm:resizeHandles/>
        </dgm:presLayoutVars>
      </dgm:prSet>
      <dgm:spPr/>
    </dgm:pt>
    <dgm:pt modelId="{80EA5A8F-1803-784A-AFE3-3DD0EA8F50BD}" type="pres">
      <dgm:prSet presAssocID="{8CF7DABB-E685-7649-9193-5973EE04A11C}" presName="root" presStyleCnt="0"/>
      <dgm:spPr/>
    </dgm:pt>
    <dgm:pt modelId="{2771C28D-ABBE-A741-8A65-D460C7EB471D}" type="pres">
      <dgm:prSet presAssocID="{8CF7DABB-E685-7649-9193-5973EE04A11C}" presName="rootComposite" presStyleCnt="0"/>
      <dgm:spPr/>
    </dgm:pt>
    <dgm:pt modelId="{94F28402-8223-1345-8F86-B41D09DF4999}" type="pres">
      <dgm:prSet presAssocID="{8CF7DABB-E685-7649-9193-5973EE04A11C}" presName="rootText" presStyleLbl="node1" presStyleIdx="0" presStyleCnt="2" custScaleX="168597" custScaleY="138010" custLinFactNeighborX="-55030" custLinFactNeighborY="-107"/>
      <dgm:spPr/>
    </dgm:pt>
    <dgm:pt modelId="{EE3338E7-0BBE-D244-8A2E-15290019B04C}" type="pres">
      <dgm:prSet presAssocID="{8CF7DABB-E685-7649-9193-5973EE04A11C}" presName="rootConnector" presStyleLbl="node1" presStyleIdx="0" presStyleCnt="2"/>
      <dgm:spPr/>
    </dgm:pt>
    <dgm:pt modelId="{98535523-42D4-4043-95B6-AD340DA8CDAC}" type="pres">
      <dgm:prSet presAssocID="{8CF7DABB-E685-7649-9193-5973EE04A11C}" presName="childShape" presStyleCnt="0"/>
      <dgm:spPr/>
    </dgm:pt>
    <dgm:pt modelId="{6792DD43-5CA5-8E48-AF98-B37112383575}" type="pres">
      <dgm:prSet presAssocID="{F288BA89-D432-F942-BEAB-3302AF39D024}" presName="Name13" presStyleLbl="parChTrans1D2" presStyleIdx="0" presStyleCnt="3"/>
      <dgm:spPr/>
    </dgm:pt>
    <dgm:pt modelId="{08D83BD6-2A2F-574C-9D5C-736CF5FE7520}" type="pres">
      <dgm:prSet presAssocID="{86AD88F0-314B-6444-BD87-F3C84F11651F}" presName="childText" presStyleLbl="bgAcc1" presStyleIdx="0" presStyleCnt="3" custScaleX="409548" custScaleY="229768" custLinFactNeighborX="5158" custLinFactNeighborY="-9271">
        <dgm:presLayoutVars>
          <dgm:bulletEnabled val="1"/>
        </dgm:presLayoutVars>
      </dgm:prSet>
      <dgm:spPr/>
    </dgm:pt>
    <dgm:pt modelId="{1C89C9B8-759F-944F-AA18-FE790C10A65E}" type="pres">
      <dgm:prSet presAssocID="{ADE4F796-F389-964A-9F92-660666F3A636}" presName="Name13" presStyleLbl="parChTrans1D2" presStyleIdx="1" presStyleCnt="3"/>
      <dgm:spPr/>
    </dgm:pt>
    <dgm:pt modelId="{1C076669-4CFF-0B4F-8B31-76E9F2CCEE9B}" type="pres">
      <dgm:prSet presAssocID="{233F7DFA-202E-F74C-AB9D-53EFC686B345}" presName="childText" presStyleLbl="bgAcc1" presStyleIdx="1" presStyleCnt="3" custScaleX="411842" custScaleY="205072" custLinFactNeighborX="35664" custLinFactNeighborY="4055">
        <dgm:presLayoutVars>
          <dgm:bulletEnabled val="1"/>
        </dgm:presLayoutVars>
      </dgm:prSet>
      <dgm:spPr/>
    </dgm:pt>
    <dgm:pt modelId="{2565A228-6B6E-0144-A2BB-59C59BF41707}" type="pres">
      <dgm:prSet presAssocID="{25188C39-687A-BD45-A96D-0C6C99BD8253}" presName="root" presStyleCnt="0"/>
      <dgm:spPr/>
    </dgm:pt>
    <dgm:pt modelId="{95C64F64-3E0F-7B42-AB4F-CE0F60855F36}" type="pres">
      <dgm:prSet presAssocID="{25188C39-687A-BD45-A96D-0C6C99BD8253}" presName="rootComposite" presStyleCnt="0"/>
      <dgm:spPr/>
    </dgm:pt>
    <dgm:pt modelId="{64F1C8D8-40A2-DF44-AC72-3FFC719959BB}" type="pres">
      <dgm:prSet presAssocID="{25188C39-687A-BD45-A96D-0C6C99BD8253}" presName="rootText" presStyleLbl="node1" presStyleIdx="1" presStyleCnt="2" custScaleX="176685" custScaleY="147401" custLinFactNeighborX="30108" custLinFactNeighborY="1732"/>
      <dgm:spPr/>
    </dgm:pt>
    <dgm:pt modelId="{3B32751B-D091-AF40-91E4-684216B0B821}" type="pres">
      <dgm:prSet presAssocID="{25188C39-687A-BD45-A96D-0C6C99BD8253}" presName="rootConnector" presStyleLbl="node1" presStyleIdx="1" presStyleCnt="2"/>
      <dgm:spPr/>
    </dgm:pt>
    <dgm:pt modelId="{2B930B0D-6B56-2741-AC9D-724F5E3525F8}" type="pres">
      <dgm:prSet presAssocID="{25188C39-687A-BD45-A96D-0C6C99BD8253}" presName="childShape" presStyleCnt="0"/>
      <dgm:spPr/>
    </dgm:pt>
    <dgm:pt modelId="{4F8FA6E2-0E58-0840-912D-8E16EF91B389}" type="pres">
      <dgm:prSet presAssocID="{755F770C-EEB9-0B4A-8B8E-7A4E15984F6D}" presName="Name13" presStyleLbl="parChTrans1D2" presStyleIdx="2" presStyleCnt="3"/>
      <dgm:spPr/>
    </dgm:pt>
    <dgm:pt modelId="{7AF818EE-1FFA-0148-A0A6-03F1AC28E0C7}" type="pres">
      <dgm:prSet presAssocID="{693DF3AA-9269-2545-9150-1B3192513936}" presName="childText" presStyleLbl="bgAcc1" presStyleIdx="2" presStyleCnt="3" custScaleX="318977" custScaleY="214434" custLinFactX="40201" custLinFactNeighborX="100000" custLinFactNeighborY="8326">
        <dgm:presLayoutVars>
          <dgm:bulletEnabled val="1"/>
        </dgm:presLayoutVars>
      </dgm:prSet>
      <dgm:spPr/>
    </dgm:pt>
  </dgm:ptLst>
  <dgm:cxnLst>
    <dgm:cxn modelId="{73495400-CCAD-D34F-9A47-9A822F7EFE0B}" type="presOf" srcId="{86AD88F0-314B-6444-BD87-F3C84F11651F}" destId="{08D83BD6-2A2F-574C-9D5C-736CF5FE7520}" srcOrd="0" destOrd="0" presId="urn:microsoft.com/office/officeart/2005/8/layout/hierarchy3"/>
    <dgm:cxn modelId="{5DEB4402-D2F8-7A41-A689-8571B7D568B0}" type="presOf" srcId="{8CF7DABB-E685-7649-9193-5973EE04A11C}" destId="{EE3338E7-0BBE-D244-8A2E-15290019B04C}" srcOrd="1" destOrd="0" presId="urn:microsoft.com/office/officeart/2005/8/layout/hierarchy3"/>
    <dgm:cxn modelId="{366A8C1C-3C85-BA42-B4C3-A42B0ACBA409}" type="presOf" srcId="{2FD46B0E-E9C9-1E4B-961E-80132A5C983C}" destId="{AA843FC4-97DC-3649-9F16-C3801798B452}" srcOrd="0" destOrd="0" presId="urn:microsoft.com/office/officeart/2005/8/layout/hierarchy3"/>
    <dgm:cxn modelId="{3A67151F-A3ED-0947-AD44-8AA57D78E09C}" srcId="{2FD46B0E-E9C9-1E4B-961E-80132A5C983C}" destId="{8CF7DABB-E685-7649-9193-5973EE04A11C}" srcOrd="0" destOrd="0" parTransId="{B05171EE-A301-B946-AF2D-C1134378C886}" sibTransId="{BFC2FD4B-EF10-344C-8158-7BC835E26BE2}"/>
    <dgm:cxn modelId="{1AF6C524-D51F-0A49-A292-7EA76152F327}" type="presOf" srcId="{F288BA89-D432-F942-BEAB-3302AF39D024}" destId="{6792DD43-5CA5-8E48-AF98-B37112383575}" srcOrd="0" destOrd="0" presId="urn:microsoft.com/office/officeart/2005/8/layout/hierarchy3"/>
    <dgm:cxn modelId="{B5D49045-C2B8-7640-B3EB-E850E0166C92}" srcId="{8CF7DABB-E685-7649-9193-5973EE04A11C}" destId="{86AD88F0-314B-6444-BD87-F3C84F11651F}" srcOrd="0" destOrd="0" parTransId="{F288BA89-D432-F942-BEAB-3302AF39D024}" sibTransId="{E0D5325A-DCC1-0348-8125-8FD7298F8CBB}"/>
    <dgm:cxn modelId="{1C88A854-BB97-244A-BF34-F58C72863022}" srcId="{25188C39-687A-BD45-A96D-0C6C99BD8253}" destId="{693DF3AA-9269-2545-9150-1B3192513936}" srcOrd="0" destOrd="0" parTransId="{755F770C-EEB9-0B4A-8B8E-7A4E15984F6D}" sibTransId="{9E02C22E-4AA3-1944-BC1B-4DD2E2711460}"/>
    <dgm:cxn modelId="{8F9E5F55-5D67-504E-9AC8-F12824A019E2}" type="presOf" srcId="{755F770C-EEB9-0B4A-8B8E-7A4E15984F6D}" destId="{4F8FA6E2-0E58-0840-912D-8E16EF91B389}" srcOrd="0" destOrd="0" presId="urn:microsoft.com/office/officeart/2005/8/layout/hierarchy3"/>
    <dgm:cxn modelId="{4E99B867-4321-3046-9A1C-9ABD13AC20FD}" srcId="{2FD46B0E-E9C9-1E4B-961E-80132A5C983C}" destId="{25188C39-687A-BD45-A96D-0C6C99BD8253}" srcOrd="1" destOrd="0" parTransId="{21E03498-996B-8641-ADF2-00A3977EA0CE}" sibTransId="{27331D9B-4E43-CB40-B1C2-645F4FCA45F4}"/>
    <dgm:cxn modelId="{E6E58F73-83F1-AA4A-A218-B2606996B3BD}" srcId="{8CF7DABB-E685-7649-9193-5973EE04A11C}" destId="{233F7DFA-202E-F74C-AB9D-53EFC686B345}" srcOrd="1" destOrd="0" parTransId="{ADE4F796-F389-964A-9F92-660666F3A636}" sibTransId="{12D910F3-F055-9744-BF38-A4A20095BB98}"/>
    <dgm:cxn modelId="{EE56C57B-2A06-374C-A8F8-3FB988CDD7AB}" type="presOf" srcId="{ADE4F796-F389-964A-9F92-660666F3A636}" destId="{1C89C9B8-759F-944F-AA18-FE790C10A65E}" srcOrd="0" destOrd="0" presId="urn:microsoft.com/office/officeart/2005/8/layout/hierarchy3"/>
    <dgm:cxn modelId="{8105C386-F06C-5049-98BB-F9AB71911C30}" type="presOf" srcId="{8CF7DABB-E685-7649-9193-5973EE04A11C}" destId="{94F28402-8223-1345-8F86-B41D09DF4999}" srcOrd="0" destOrd="0" presId="urn:microsoft.com/office/officeart/2005/8/layout/hierarchy3"/>
    <dgm:cxn modelId="{18D9798F-9885-7C46-80DA-D61E687A0D8E}" type="presOf" srcId="{25188C39-687A-BD45-A96D-0C6C99BD8253}" destId="{64F1C8D8-40A2-DF44-AC72-3FFC719959BB}" srcOrd="0" destOrd="0" presId="urn:microsoft.com/office/officeart/2005/8/layout/hierarchy3"/>
    <dgm:cxn modelId="{D91D57CC-8629-E642-9ACF-C7315A20A12C}" type="presOf" srcId="{693DF3AA-9269-2545-9150-1B3192513936}" destId="{7AF818EE-1FFA-0148-A0A6-03F1AC28E0C7}" srcOrd="0" destOrd="0" presId="urn:microsoft.com/office/officeart/2005/8/layout/hierarchy3"/>
    <dgm:cxn modelId="{22AF5FE7-CFD3-3146-8A46-893BB111FA4A}" type="presOf" srcId="{233F7DFA-202E-F74C-AB9D-53EFC686B345}" destId="{1C076669-4CFF-0B4F-8B31-76E9F2CCEE9B}" srcOrd="0" destOrd="0" presId="urn:microsoft.com/office/officeart/2005/8/layout/hierarchy3"/>
    <dgm:cxn modelId="{297D2BEB-69E6-F04A-A648-52FFF1BA8123}" type="presOf" srcId="{25188C39-687A-BD45-A96D-0C6C99BD8253}" destId="{3B32751B-D091-AF40-91E4-684216B0B821}" srcOrd="1" destOrd="0" presId="urn:microsoft.com/office/officeart/2005/8/layout/hierarchy3"/>
    <dgm:cxn modelId="{D5475560-8DC9-F94B-87C6-B67C3D108539}" type="presParOf" srcId="{AA843FC4-97DC-3649-9F16-C3801798B452}" destId="{80EA5A8F-1803-784A-AFE3-3DD0EA8F50BD}" srcOrd="0" destOrd="0" presId="urn:microsoft.com/office/officeart/2005/8/layout/hierarchy3"/>
    <dgm:cxn modelId="{35443F45-3F2F-0845-AF9D-E36C14CF45D6}" type="presParOf" srcId="{80EA5A8F-1803-784A-AFE3-3DD0EA8F50BD}" destId="{2771C28D-ABBE-A741-8A65-D460C7EB471D}" srcOrd="0" destOrd="0" presId="urn:microsoft.com/office/officeart/2005/8/layout/hierarchy3"/>
    <dgm:cxn modelId="{75D8D6BC-BE0B-5845-A740-E2C04C08BB89}" type="presParOf" srcId="{2771C28D-ABBE-A741-8A65-D460C7EB471D}" destId="{94F28402-8223-1345-8F86-B41D09DF4999}" srcOrd="0" destOrd="0" presId="urn:microsoft.com/office/officeart/2005/8/layout/hierarchy3"/>
    <dgm:cxn modelId="{FD653EC9-91FD-9845-BE97-3343A93DB900}" type="presParOf" srcId="{2771C28D-ABBE-A741-8A65-D460C7EB471D}" destId="{EE3338E7-0BBE-D244-8A2E-15290019B04C}" srcOrd="1" destOrd="0" presId="urn:microsoft.com/office/officeart/2005/8/layout/hierarchy3"/>
    <dgm:cxn modelId="{D7144A97-9E7B-804C-90E4-6AFDC71D3919}" type="presParOf" srcId="{80EA5A8F-1803-784A-AFE3-3DD0EA8F50BD}" destId="{98535523-42D4-4043-95B6-AD340DA8CDAC}" srcOrd="1" destOrd="0" presId="urn:microsoft.com/office/officeart/2005/8/layout/hierarchy3"/>
    <dgm:cxn modelId="{E8080F2C-E890-674C-A742-CBC0768205F6}" type="presParOf" srcId="{98535523-42D4-4043-95B6-AD340DA8CDAC}" destId="{6792DD43-5CA5-8E48-AF98-B37112383575}" srcOrd="0" destOrd="0" presId="urn:microsoft.com/office/officeart/2005/8/layout/hierarchy3"/>
    <dgm:cxn modelId="{37F77D49-48F2-F043-80E6-4A783D48805D}" type="presParOf" srcId="{98535523-42D4-4043-95B6-AD340DA8CDAC}" destId="{08D83BD6-2A2F-574C-9D5C-736CF5FE7520}" srcOrd="1" destOrd="0" presId="urn:microsoft.com/office/officeart/2005/8/layout/hierarchy3"/>
    <dgm:cxn modelId="{3FADDE88-FE5D-EB42-A56C-7E771F0180E3}" type="presParOf" srcId="{98535523-42D4-4043-95B6-AD340DA8CDAC}" destId="{1C89C9B8-759F-944F-AA18-FE790C10A65E}" srcOrd="2" destOrd="0" presId="urn:microsoft.com/office/officeart/2005/8/layout/hierarchy3"/>
    <dgm:cxn modelId="{D617B790-CF3A-1D48-8D46-F22C4F1001FF}" type="presParOf" srcId="{98535523-42D4-4043-95B6-AD340DA8CDAC}" destId="{1C076669-4CFF-0B4F-8B31-76E9F2CCEE9B}" srcOrd="3" destOrd="0" presId="urn:microsoft.com/office/officeart/2005/8/layout/hierarchy3"/>
    <dgm:cxn modelId="{1A42E3F0-7469-7949-AF0A-BA7EED10ED20}" type="presParOf" srcId="{AA843FC4-97DC-3649-9F16-C3801798B452}" destId="{2565A228-6B6E-0144-A2BB-59C59BF41707}" srcOrd="1" destOrd="0" presId="urn:microsoft.com/office/officeart/2005/8/layout/hierarchy3"/>
    <dgm:cxn modelId="{E353CFF9-1237-1E40-910A-E41DE3ECF1B2}" type="presParOf" srcId="{2565A228-6B6E-0144-A2BB-59C59BF41707}" destId="{95C64F64-3E0F-7B42-AB4F-CE0F60855F36}" srcOrd="0" destOrd="0" presId="urn:microsoft.com/office/officeart/2005/8/layout/hierarchy3"/>
    <dgm:cxn modelId="{13C914FE-C29E-C241-8EFB-990CD6D8EFB5}" type="presParOf" srcId="{95C64F64-3E0F-7B42-AB4F-CE0F60855F36}" destId="{64F1C8D8-40A2-DF44-AC72-3FFC719959BB}" srcOrd="0" destOrd="0" presId="urn:microsoft.com/office/officeart/2005/8/layout/hierarchy3"/>
    <dgm:cxn modelId="{D8C9936E-EF38-9341-8CF0-CC128AC65913}" type="presParOf" srcId="{95C64F64-3E0F-7B42-AB4F-CE0F60855F36}" destId="{3B32751B-D091-AF40-91E4-684216B0B821}" srcOrd="1" destOrd="0" presId="urn:microsoft.com/office/officeart/2005/8/layout/hierarchy3"/>
    <dgm:cxn modelId="{68A2DBED-7B41-1D45-8B16-7E6BF1CC3CC4}" type="presParOf" srcId="{2565A228-6B6E-0144-A2BB-59C59BF41707}" destId="{2B930B0D-6B56-2741-AC9D-724F5E3525F8}" srcOrd="1" destOrd="0" presId="urn:microsoft.com/office/officeart/2005/8/layout/hierarchy3"/>
    <dgm:cxn modelId="{1491018A-849F-FC43-9236-3F557D0E4523}" type="presParOf" srcId="{2B930B0D-6B56-2741-AC9D-724F5E3525F8}" destId="{4F8FA6E2-0E58-0840-912D-8E16EF91B389}" srcOrd="0" destOrd="0" presId="urn:microsoft.com/office/officeart/2005/8/layout/hierarchy3"/>
    <dgm:cxn modelId="{2418BA6B-01E5-8B4D-8D69-B3034BB76A7F}" type="presParOf" srcId="{2B930B0D-6B56-2741-AC9D-724F5E3525F8}" destId="{7AF818EE-1FFA-0148-A0A6-03F1AC28E0C7}"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0DDD483-834C-6B45-9317-4D3FA2A47CCF}"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C18DE2C0-57AC-C24A-A682-F6EFBC9B2887}">
      <dgm:prSet phldrT="[Text]"/>
      <dgm:spPr>
        <a:ln>
          <a:solidFill>
            <a:schemeClr val="accent6">
              <a:lumMod val="75000"/>
            </a:schemeClr>
          </a:solidFill>
        </a:ln>
      </dgm:spPr>
      <dgm:t>
        <a:bodyPr/>
        <a:lstStyle/>
        <a:p>
          <a:r>
            <a:rPr lang="en-NZ" dirty="0"/>
            <a:t>Must include:</a:t>
          </a:r>
          <a:endParaRPr lang="en-US" dirty="0"/>
        </a:p>
      </dgm:t>
    </dgm:pt>
    <dgm:pt modelId="{9B4DF7D3-AD5B-4C47-8EA0-628D4A801C17}" type="parTrans" cxnId="{C39A26FF-432F-AF4F-A9AC-8EA5B01529C5}">
      <dgm:prSet/>
      <dgm:spPr/>
      <dgm:t>
        <a:bodyPr/>
        <a:lstStyle/>
        <a:p>
          <a:endParaRPr lang="en-US"/>
        </a:p>
      </dgm:t>
    </dgm:pt>
    <dgm:pt modelId="{F26836F4-DFF2-6842-95F8-A3E36A2B5C95}" type="sibTrans" cxnId="{C39A26FF-432F-AF4F-A9AC-8EA5B01529C5}">
      <dgm:prSet/>
      <dgm:spPr/>
      <dgm:t>
        <a:bodyPr/>
        <a:lstStyle/>
        <a:p>
          <a:endParaRPr lang="en-US"/>
        </a:p>
      </dgm:t>
    </dgm:pt>
    <dgm:pt modelId="{B6E55F43-8492-474D-8EBF-DD2FB1FD8E8A}">
      <dgm:prSet/>
      <dgm:spPr/>
      <dgm:t>
        <a:bodyPr/>
        <a:lstStyle/>
        <a:p>
          <a:r>
            <a:rPr lang="en-US"/>
            <a:t>allocation of main memory to processes</a:t>
          </a:r>
          <a:endParaRPr lang="en-US" dirty="0"/>
        </a:p>
      </dgm:t>
    </dgm:pt>
    <dgm:pt modelId="{6F549DEC-FF27-7C41-8C41-F725EDB9BB47}" type="parTrans" cxnId="{C37DF469-4FB2-5C4F-A3CF-AE0C7251DF0A}">
      <dgm:prSet/>
      <dgm:spPr/>
      <dgm:t>
        <a:bodyPr/>
        <a:lstStyle/>
        <a:p>
          <a:endParaRPr lang="en-US"/>
        </a:p>
      </dgm:t>
    </dgm:pt>
    <dgm:pt modelId="{DC60DCC1-F39C-2B47-94FC-E552E2A41D42}" type="sibTrans" cxnId="{C37DF469-4FB2-5C4F-A3CF-AE0C7251DF0A}">
      <dgm:prSet/>
      <dgm:spPr/>
      <dgm:t>
        <a:bodyPr/>
        <a:lstStyle/>
        <a:p>
          <a:endParaRPr lang="en-US"/>
        </a:p>
      </dgm:t>
    </dgm:pt>
    <dgm:pt modelId="{116B2C4A-2069-D747-A70A-9E640B09BCAF}">
      <dgm:prSet/>
      <dgm:spPr/>
      <dgm:t>
        <a:bodyPr/>
        <a:lstStyle/>
        <a:p>
          <a:r>
            <a:rPr lang="en-US"/>
            <a:t>allocation of secondary memory to processes</a:t>
          </a:r>
          <a:endParaRPr lang="en-US" dirty="0"/>
        </a:p>
      </dgm:t>
    </dgm:pt>
    <dgm:pt modelId="{C2585A7A-4A99-C24B-8BF3-D95648DD3C2D}" type="parTrans" cxnId="{C1432E81-7EAC-E746-9A7F-1242DFAC14DF}">
      <dgm:prSet/>
      <dgm:spPr/>
      <dgm:t>
        <a:bodyPr/>
        <a:lstStyle/>
        <a:p>
          <a:endParaRPr lang="en-US"/>
        </a:p>
      </dgm:t>
    </dgm:pt>
    <dgm:pt modelId="{0FBA759E-E194-8242-AA20-39F52600209E}" type="sibTrans" cxnId="{C1432E81-7EAC-E746-9A7F-1242DFAC14DF}">
      <dgm:prSet/>
      <dgm:spPr/>
      <dgm:t>
        <a:bodyPr/>
        <a:lstStyle/>
        <a:p>
          <a:endParaRPr lang="en-US"/>
        </a:p>
      </dgm:t>
    </dgm:pt>
    <dgm:pt modelId="{49B92907-6763-2044-A264-7C79E0F550FE}">
      <dgm:prSet/>
      <dgm:spPr/>
      <dgm:t>
        <a:bodyPr/>
        <a:lstStyle/>
        <a:p>
          <a:r>
            <a:rPr lang="en-US"/>
            <a:t>protection attributes of blocks of main or virtual memory</a:t>
          </a:r>
          <a:endParaRPr lang="en-US" dirty="0"/>
        </a:p>
      </dgm:t>
    </dgm:pt>
    <dgm:pt modelId="{A074C286-12EE-B945-9FCF-EAC486F6B47F}" type="parTrans" cxnId="{68CB977A-1AED-F84B-8B83-DCC985FA9EE5}">
      <dgm:prSet/>
      <dgm:spPr/>
      <dgm:t>
        <a:bodyPr/>
        <a:lstStyle/>
        <a:p>
          <a:endParaRPr lang="en-US"/>
        </a:p>
      </dgm:t>
    </dgm:pt>
    <dgm:pt modelId="{71347EC9-E3C5-C64B-950D-73CDD413622F}" type="sibTrans" cxnId="{68CB977A-1AED-F84B-8B83-DCC985FA9EE5}">
      <dgm:prSet/>
      <dgm:spPr/>
      <dgm:t>
        <a:bodyPr/>
        <a:lstStyle/>
        <a:p>
          <a:endParaRPr lang="en-US"/>
        </a:p>
      </dgm:t>
    </dgm:pt>
    <dgm:pt modelId="{5D795706-AAC7-C043-9259-A6977A593597}">
      <dgm:prSet/>
      <dgm:spPr/>
      <dgm:t>
        <a:bodyPr/>
        <a:lstStyle/>
        <a:p>
          <a:r>
            <a:rPr lang="en-US"/>
            <a:t>information needed to manage virtual memory</a:t>
          </a:r>
          <a:endParaRPr lang="en-US" dirty="0"/>
        </a:p>
      </dgm:t>
    </dgm:pt>
    <dgm:pt modelId="{29E2475E-3133-CD4D-BE38-58FE8AA952AF}" type="parTrans" cxnId="{9EE9BDB0-FEC4-5B43-A1DE-28570A7E3321}">
      <dgm:prSet/>
      <dgm:spPr/>
      <dgm:t>
        <a:bodyPr/>
        <a:lstStyle/>
        <a:p>
          <a:endParaRPr lang="en-US"/>
        </a:p>
      </dgm:t>
    </dgm:pt>
    <dgm:pt modelId="{353DEF32-C308-5940-AF45-32394E3B7CF9}" type="sibTrans" cxnId="{9EE9BDB0-FEC4-5B43-A1DE-28570A7E3321}">
      <dgm:prSet/>
      <dgm:spPr/>
      <dgm:t>
        <a:bodyPr/>
        <a:lstStyle/>
        <a:p>
          <a:endParaRPr lang="en-US"/>
        </a:p>
      </dgm:t>
    </dgm:pt>
    <dgm:pt modelId="{7DBF07C2-8AEA-4B43-8016-96309FCE5136}" type="pres">
      <dgm:prSet presAssocID="{F0DDD483-834C-6B45-9317-4D3FA2A47CCF}" presName="theList" presStyleCnt="0">
        <dgm:presLayoutVars>
          <dgm:dir/>
          <dgm:animLvl val="lvl"/>
          <dgm:resizeHandles val="exact"/>
        </dgm:presLayoutVars>
      </dgm:prSet>
      <dgm:spPr/>
    </dgm:pt>
    <dgm:pt modelId="{10B58EBF-1B34-054A-B2DF-CC6F90AB9F87}" type="pres">
      <dgm:prSet presAssocID="{C18DE2C0-57AC-C24A-A682-F6EFBC9B2887}" presName="compNode" presStyleCnt="0"/>
      <dgm:spPr/>
    </dgm:pt>
    <dgm:pt modelId="{3F849D56-9230-E249-B48B-5D647FAAD6A7}" type="pres">
      <dgm:prSet presAssocID="{C18DE2C0-57AC-C24A-A682-F6EFBC9B2887}" presName="aNode" presStyleLbl="bgShp" presStyleIdx="0" presStyleCnt="1" custLinFactNeighborX="-7008" custLinFactNeighborY="-1917"/>
      <dgm:spPr/>
    </dgm:pt>
    <dgm:pt modelId="{B4A9D584-B98C-D142-9197-2E0A1BA55CBC}" type="pres">
      <dgm:prSet presAssocID="{C18DE2C0-57AC-C24A-A682-F6EFBC9B2887}" presName="textNode" presStyleLbl="bgShp" presStyleIdx="0" presStyleCnt="1"/>
      <dgm:spPr/>
    </dgm:pt>
    <dgm:pt modelId="{FD903F66-DEC8-E943-A8AE-50C398C4E770}" type="pres">
      <dgm:prSet presAssocID="{C18DE2C0-57AC-C24A-A682-F6EFBC9B2887}" presName="compChildNode" presStyleCnt="0"/>
      <dgm:spPr/>
    </dgm:pt>
    <dgm:pt modelId="{FE42A3A4-5A25-EA40-9BAF-51294332E30B}" type="pres">
      <dgm:prSet presAssocID="{C18DE2C0-57AC-C24A-A682-F6EFBC9B2887}" presName="theInnerList" presStyleCnt="0"/>
      <dgm:spPr/>
    </dgm:pt>
    <dgm:pt modelId="{D71126B5-4D28-F041-996A-21406ACAE784}" type="pres">
      <dgm:prSet presAssocID="{B6E55F43-8492-474D-8EBF-DD2FB1FD8E8A}" presName="childNode" presStyleLbl="node1" presStyleIdx="0" presStyleCnt="4">
        <dgm:presLayoutVars>
          <dgm:bulletEnabled val="1"/>
        </dgm:presLayoutVars>
      </dgm:prSet>
      <dgm:spPr/>
    </dgm:pt>
    <dgm:pt modelId="{6774FBC6-A207-E64E-9ED5-5016D145CD8C}" type="pres">
      <dgm:prSet presAssocID="{B6E55F43-8492-474D-8EBF-DD2FB1FD8E8A}" presName="aSpace2" presStyleCnt="0"/>
      <dgm:spPr/>
    </dgm:pt>
    <dgm:pt modelId="{AF8A08C6-7BE2-BC4F-8FA2-F9315956443D}" type="pres">
      <dgm:prSet presAssocID="{116B2C4A-2069-D747-A70A-9E640B09BCAF}" presName="childNode" presStyleLbl="node1" presStyleIdx="1" presStyleCnt="4">
        <dgm:presLayoutVars>
          <dgm:bulletEnabled val="1"/>
        </dgm:presLayoutVars>
      </dgm:prSet>
      <dgm:spPr/>
    </dgm:pt>
    <dgm:pt modelId="{AA01FD29-A85B-BA4F-95AE-2814957984D4}" type="pres">
      <dgm:prSet presAssocID="{116B2C4A-2069-D747-A70A-9E640B09BCAF}" presName="aSpace2" presStyleCnt="0"/>
      <dgm:spPr/>
    </dgm:pt>
    <dgm:pt modelId="{9FC495F8-4083-D14A-B895-6F3B982FE006}" type="pres">
      <dgm:prSet presAssocID="{49B92907-6763-2044-A264-7C79E0F550FE}" presName="childNode" presStyleLbl="node1" presStyleIdx="2" presStyleCnt="4">
        <dgm:presLayoutVars>
          <dgm:bulletEnabled val="1"/>
        </dgm:presLayoutVars>
      </dgm:prSet>
      <dgm:spPr/>
    </dgm:pt>
    <dgm:pt modelId="{B217475B-5669-E34B-90BF-F6A9422DEC8A}" type="pres">
      <dgm:prSet presAssocID="{49B92907-6763-2044-A264-7C79E0F550FE}" presName="aSpace2" presStyleCnt="0"/>
      <dgm:spPr/>
    </dgm:pt>
    <dgm:pt modelId="{C594826F-7934-0F40-874A-C158939AC62E}" type="pres">
      <dgm:prSet presAssocID="{5D795706-AAC7-C043-9259-A6977A593597}" presName="childNode" presStyleLbl="node1" presStyleIdx="3" presStyleCnt="4">
        <dgm:presLayoutVars>
          <dgm:bulletEnabled val="1"/>
        </dgm:presLayoutVars>
      </dgm:prSet>
      <dgm:spPr/>
    </dgm:pt>
  </dgm:ptLst>
  <dgm:cxnLst>
    <dgm:cxn modelId="{74EBEE1E-42E4-054B-80D3-FD371EBC2641}" type="presOf" srcId="{C18DE2C0-57AC-C24A-A682-F6EFBC9B2887}" destId="{B4A9D584-B98C-D142-9197-2E0A1BA55CBC}" srcOrd="1" destOrd="0" presId="urn:microsoft.com/office/officeart/2005/8/layout/lProcess2"/>
    <dgm:cxn modelId="{E5361620-0E96-F14B-A1A2-0DA786E9EDFA}" type="presOf" srcId="{5D795706-AAC7-C043-9259-A6977A593597}" destId="{C594826F-7934-0F40-874A-C158939AC62E}" srcOrd="0" destOrd="0" presId="urn:microsoft.com/office/officeart/2005/8/layout/lProcess2"/>
    <dgm:cxn modelId="{6A249129-8DF1-4F48-906D-A149717E21D0}" type="presOf" srcId="{49B92907-6763-2044-A264-7C79E0F550FE}" destId="{9FC495F8-4083-D14A-B895-6F3B982FE006}" srcOrd="0" destOrd="0" presId="urn:microsoft.com/office/officeart/2005/8/layout/lProcess2"/>
    <dgm:cxn modelId="{1C4AAE4B-4CE4-0749-A53D-3E55ED01184D}" type="presOf" srcId="{B6E55F43-8492-474D-8EBF-DD2FB1FD8E8A}" destId="{D71126B5-4D28-F041-996A-21406ACAE784}" srcOrd="0" destOrd="0" presId="urn:microsoft.com/office/officeart/2005/8/layout/lProcess2"/>
    <dgm:cxn modelId="{C37DF469-4FB2-5C4F-A3CF-AE0C7251DF0A}" srcId="{C18DE2C0-57AC-C24A-A682-F6EFBC9B2887}" destId="{B6E55F43-8492-474D-8EBF-DD2FB1FD8E8A}" srcOrd="0" destOrd="0" parTransId="{6F549DEC-FF27-7C41-8C41-F725EDB9BB47}" sibTransId="{DC60DCC1-F39C-2B47-94FC-E552E2A41D42}"/>
    <dgm:cxn modelId="{2974F56F-5B97-0046-A4D9-167F16D10744}" type="presOf" srcId="{C18DE2C0-57AC-C24A-A682-F6EFBC9B2887}" destId="{3F849D56-9230-E249-B48B-5D647FAAD6A7}" srcOrd="0" destOrd="0" presId="urn:microsoft.com/office/officeart/2005/8/layout/lProcess2"/>
    <dgm:cxn modelId="{68CB977A-1AED-F84B-8B83-DCC985FA9EE5}" srcId="{C18DE2C0-57AC-C24A-A682-F6EFBC9B2887}" destId="{49B92907-6763-2044-A264-7C79E0F550FE}" srcOrd="2" destOrd="0" parTransId="{A074C286-12EE-B945-9FCF-EAC486F6B47F}" sibTransId="{71347EC9-E3C5-C64B-950D-73CDD413622F}"/>
    <dgm:cxn modelId="{C1432E81-7EAC-E746-9A7F-1242DFAC14DF}" srcId="{C18DE2C0-57AC-C24A-A682-F6EFBC9B2887}" destId="{116B2C4A-2069-D747-A70A-9E640B09BCAF}" srcOrd="1" destOrd="0" parTransId="{C2585A7A-4A99-C24B-8BF3-D95648DD3C2D}" sibTransId="{0FBA759E-E194-8242-AA20-39F52600209E}"/>
    <dgm:cxn modelId="{091EB68C-F9AF-7B4B-85A0-E397EFBBBD77}" type="presOf" srcId="{F0DDD483-834C-6B45-9317-4D3FA2A47CCF}" destId="{7DBF07C2-8AEA-4B43-8016-96309FCE5136}" srcOrd="0" destOrd="0" presId="urn:microsoft.com/office/officeart/2005/8/layout/lProcess2"/>
    <dgm:cxn modelId="{9EE9BDB0-FEC4-5B43-A1DE-28570A7E3321}" srcId="{C18DE2C0-57AC-C24A-A682-F6EFBC9B2887}" destId="{5D795706-AAC7-C043-9259-A6977A593597}" srcOrd="3" destOrd="0" parTransId="{29E2475E-3133-CD4D-BE38-58FE8AA952AF}" sibTransId="{353DEF32-C308-5940-AF45-32394E3B7CF9}"/>
    <dgm:cxn modelId="{907984CD-9CD1-3D48-9EF2-270BB065DEAB}" type="presOf" srcId="{116B2C4A-2069-D747-A70A-9E640B09BCAF}" destId="{AF8A08C6-7BE2-BC4F-8FA2-F9315956443D}" srcOrd="0" destOrd="0" presId="urn:microsoft.com/office/officeart/2005/8/layout/lProcess2"/>
    <dgm:cxn modelId="{C39A26FF-432F-AF4F-A9AC-8EA5B01529C5}" srcId="{F0DDD483-834C-6B45-9317-4D3FA2A47CCF}" destId="{C18DE2C0-57AC-C24A-A682-F6EFBC9B2887}" srcOrd="0" destOrd="0" parTransId="{9B4DF7D3-AD5B-4C47-8EA0-628D4A801C17}" sibTransId="{F26836F4-DFF2-6842-95F8-A3E36A2B5C95}"/>
    <dgm:cxn modelId="{F064FCE5-E486-244B-A2EE-F002887EF12D}" type="presParOf" srcId="{7DBF07C2-8AEA-4B43-8016-96309FCE5136}" destId="{10B58EBF-1B34-054A-B2DF-CC6F90AB9F87}" srcOrd="0" destOrd="0" presId="urn:microsoft.com/office/officeart/2005/8/layout/lProcess2"/>
    <dgm:cxn modelId="{DC769CDD-46FE-D647-A72F-1CF30352EE1E}" type="presParOf" srcId="{10B58EBF-1B34-054A-B2DF-CC6F90AB9F87}" destId="{3F849D56-9230-E249-B48B-5D647FAAD6A7}" srcOrd="0" destOrd="0" presId="urn:microsoft.com/office/officeart/2005/8/layout/lProcess2"/>
    <dgm:cxn modelId="{3422635E-C124-C743-92FD-B29BE698F7D8}" type="presParOf" srcId="{10B58EBF-1B34-054A-B2DF-CC6F90AB9F87}" destId="{B4A9D584-B98C-D142-9197-2E0A1BA55CBC}" srcOrd="1" destOrd="0" presId="urn:microsoft.com/office/officeart/2005/8/layout/lProcess2"/>
    <dgm:cxn modelId="{F954DDD2-F1AE-2047-A039-F512A610C5C8}" type="presParOf" srcId="{10B58EBF-1B34-054A-B2DF-CC6F90AB9F87}" destId="{FD903F66-DEC8-E943-A8AE-50C398C4E770}" srcOrd="2" destOrd="0" presId="urn:microsoft.com/office/officeart/2005/8/layout/lProcess2"/>
    <dgm:cxn modelId="{95271493-43D7-EF43-8375-3F73A1FE9ABF}" type="presParOf" srcId="{FD903F66-DEC8-E943-A8AE-50C398C4E770}" destId="{FE42A3A4-5A25-EA40-9BAF-51294332E30B}" srcOrd="0" destOrd="0" presId="urn:microsoft.com/office/officeart/2005/8/layout/lProcess2"/>
    <dgm:cxn modelId="{07EFBF39-5853-3243-AB55-4120B6E14939}" type="presParOf" srcId="{FE42A3A4-5A25-EA40-9BAF-51294332E30B}" destId="{D71126B5-4D28-F041-996A-21406ACAE784}" srcOrd="0" destOrd="0" presId="urn:microsoft.com/office/officeart/2005/8/layout/lProcess2"/>
    <dgm:cxn modelId="{AD5B8144-AE8B-204B-97AC-FC50754CD070}" type="presParOf" srcId="{FE42A3A4-5A25-EA40-9BAF-51294332E30B}" destId="{6774FBC6-A207-E64E-9ED5-5016D145CD8C}" srcOrd="1" destOrd="0" presId="urn:microsoft.com/office/officeart/2005/8/layout/lProcess2"/>
    <dgm:cxn modelId="{D0A54DBB-4B81-D641-AC96-34B0BE347A7A}" type="presParOf" srcId="{FE42A3A4-5A25-EA40-9BAF-51294332E30B}" destId="{AF8A08C6-7BE2-BC4F-8FA2-F9315956443D}" srcOrd="2" destOrd="0" presId="urn:microsoft.com/office/officeart/2005/8/layout/lProcess2"/>
    <dgm:cxn modelId="{9AF296D8-E7A0-BE41-A057-3C7CCCA8F435}" type="presParOf" srcId="{FE42A3A4-5A25-EA40-9BAF-51294332E30B}" destId="{AA01FD29-A85B-BA4F-95AE-2814957984D4}" srcOrd="3" destOrd="0" presId="urn:microsoft.com/office/officeart/2005/8/layout/lProcess2"/>
    <dgm:cxn modelId="{EB548A2D-E117-4646-B1FF-C8A017EAF2E0}" type="presParOf" srcId="{FE42A3A4-5A25-EA40-9BAF-51294332E30B}" destId="{9FC495F8-4083-D14A-B895-6F3B982FE006}" srcOrd="4" destOrd="0" presId="urn:microsoft.com/office/officeart/2005/8/layout/lProcess2"/>
    <dgm:cxn modelId="{1E4ABC2C-C76F-5E48-BA79-5DD1F4492239}" type="presParOf" srcId="{FE42A3A4-5A25-EA40-9BAF-51294332E30B}" destId="{B217475B-5669-E34B-90BF-F6A9422DEC8A}" srcOrd="5" destOrd="0" presId="urn:microsoft.com/office/officeart/2005/8/layout/lProcess2"/>
    <dgm:cxn modelId="{77C346EB-7ACA-4B44-8EF9-7DFD501280B9}" type="presParOf" srcId="{FE42A3A4-5A25-EA40-9BAF-51294332E30B}" destId="{C594826F-7934-0F40-874A-C158939AC62E}" srcOrd="6"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8483AC0-93EA-E841-B4FA-277AE639765E}"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A040FA2E-38A2-084A-8008-52541E336715}">
      <dgm:prSet phldrT="[Text]"/>
      <dgm:spPr>
        <a:ln>
          <a:solidFill>
            <a:schemeClr val="accent1">
              <a:lumMod val="75000"/>
            </a:schemeClr>
          </a:solidFill>
        </a:ln>
      </dgm:spPr>
      <dgm:t>
        <a:bodyPr/>
        <a:lstStyle/>
        <a:p>
          <a:r>
            <a:rPr lang="en-US" dirty="0"/>
            <a:t>If an I/O operation is in progress, the OS needs to know:</a:t>
          </a:r>
        </a:p>
      </dgm:t>
    </dgm:pt>
    <dgm:pt modelId="{CA2E03F6-329A-C542-9B4E-09F9B07AD746}" type="parTrans" cxnId="{1A1B3A03-26E9-A649-928B-D54348BD7142}">
      <dgm:prSet/>
      <dgm:spPr/>
      <dgm:t>
        <a:bodyPr/>
        <a:lstStyle/>
        <a:p>
          <a:endParaRPr lang="en-US"/>
        </a:p>
      </dgm:t>
    </dgm:pt>
    <dgm:pt modelId="{E5096948-CBD6-9642-A0A6-D063E1E6DF9E}" type="sibTrans" cxnId="{1A1B3A03-26E9-A649-928B-D54348BD7142}">
      <dgm:prSet/>
      <dgm:spPr/>
      <dgm:t>
        <a:bodyPr/>
        <a:lstStyle/>
        <a:p>
          <a:endParaRPr lang="en-US"/>
        </a:p>
      </dgm:t>
    </dgm:pt>
    <dgm:pt modelId="{0A07CD90-140F-7941-85A9-03DEFAE8EDBA}">
      <dgm:prSet custT="1"/>
      <dgm:spPr>
        <a:solidFill>
          <a:schemeClr val="accent6"/>
        </a:solidFill>
      </dgm:spPr>
      <dgm:t>
        <a:bodyPr/>
        <a:lstStyle/>
        <a:p>
          <a:r>
            <a:rPr lang="en-US" sz="2400" dirty="0"/>
            <a:t>the status of the I/O operation</a:t>
          </a:r>
        </a:p>
      </dgm:t>
    </dgm:pt>
    <dgm:pt modelId="{DAD4FEC6-4078-F348-8661-DC1CBC9C5EB7}" type="parTrans" cxnId="{875EBE26-92DA-8E4B-BD92-7955EDFBB187}">
      <dgm:prSet/>
      <dgm:spPr/>
      <dgm:t>
        <a:bodyPr/>
        <a:lstStyle/>
        <a:p>
          <a:endParaRPr lang="en-US"/>
        </a:p>
      </dgm:t>
    </dgm:pt>
    <dgm:pt modelId="{A96E2C35-B43C-284A-8F6C-EC255CEB46E2}" type="sibTrans" cxnId="{875EBE26-92DA-8E4B-BD92-7955EDFBB187}">
      <dgm:prSet/>
      <dgm:spPr/>
      <dgm:t>
        <a:bodyPr/>
        <a:lstStyle/>
        <a:p>
          <a:endParaRPr lang="en-US"/>
        </a:p>
      </dgm:t>
    </dgm:pt>
    <dgm:pt modelId="{A452C825-FC81-9A4C-AA41-A8075B54C907}">
      <dgm:prSet custT="1"/>
      <dgm:spPr>
        <a:solidFill>
          <a:schemeClr val="accent6"/>
        </a:solidFill>
      </dgm:spPr>
      <dgm:t>
        <a:bodyPr/>
        <a:lstStyle/>
        <a:p>
          <a:r>
            <a:rPr lang="en-US" sz="2400" dirty="0"/>
            <a:t>the location in main memory being used as the source or destination of the I/O transfer</a:t>
          </a:r>
        </a:p>
      </dgm:t>
    </dgm:pt>
    <dgm:pt modelId="{E1846D62-E179-AC46-B3A2-565133559C19}" type="parTrans" cxnId="{66E3E055-BE84-8A4B-AA56-3B28D1FE623F}">
      <dgm:prSet/>
      <dgm:spPr/>
      <dgm:t>
        <a:bodyPr/>
        <a:lstStyle/>
        <a:p>
          <a:endParaRPr lang="en-US"/>
        </a:p>
      </dgm:t>
    </dgm:pt>
    <dgm:pt modelId="{CA980892-163F-984A-8353-259B373E2547}" type="sibTrans" cxnId="{66E3E055-BE84-8A4B-AA56-3B28D1FE623F}">
      <dgm:prSet/>
      <dgm:spPr/>
      <dgm:t>
        <a:bodyPr/>
        <a:lstStyle/>
        <a:p>
          <a:endParaRPr lang="en-US"/>
        </a:p>
      </dgm:t>
    </dgm:pt>
    <dgm:pt modelId="{70062E11-54F1-6D49-A4AD-E474E757963C}" type="pres">
      <dgm:prSet presAssocID="{F8483AC0-93EA-E841-B4FA-277AE639765E}" presName="theList" presStyleCnt="0">
        <dgm:presLayoutVars>
          <dgm:dir/>
          <dgm:animLvl val="lvl"/>
          <dgm:resizeHandles val="exact"/>
        </dgm:presLayoutVars>
      </dgm:prSet>
      <dgm:spPr/>
    </dgm:pt>
    <dgm:pt modelId="{782302A2-7132-324B-B54E-FD9DF75A098E}" type="pres">
      <dgm:prSet presAssocID="{A040FA2E-38A2-084A-8008-52541E336715}" presName="compNode" presStyleCnt="0"/>
      <dgm:spPr/>
    </dgm:pt>
    <dgm:pt modelId="{20F6E0D3-4E9B-1B43-9B30-91C36ED23AAE}" type="pres">
      <dgm:prSet presAssocID="{A040FA2E-38A2-084A-8008-52541E336715}" presName="aNode" presStyleLbl="bgShp" presStyleIdx="0" presStyleCnt="1" custLinFactNeighborX="47770" custLinFactNeighborY="-3611"/>
      <dgm:spPr/>
    </dgm:pt>
    <dgm:pt modelId="{8A5BFA36-4E4D-6843-BF60-FB6D8697380D}" type="pres">
      <dgm:prSet presAssocID="{A040FA2E-38A2-084A-8008-52541E336715}" presName="textNode" presStyleLbl="bgShp" presStyleIdx="0" presStyleCnt="1"/>
      <dgm:spPr/>
    </dgm:pt>
    <dgm:pt modelId="{2D365B6F-A63E-6147-8F4D-D328452FABD4}" type="pres">
      <dgm:prSet presAssocID="{A040FA2E-38A2-084A-8008-52541E336715}" presName="compChildNode" presStyleCnt="0"/>
      <dgm:spPr/>
    </dgm:pt>
    <dgm:pt modelId="{E45A9B06-5616-3F4B-940B-EB151DBCAB95}" type="pres">
      <dgm:prSet presAssocID="{A040FA2E-38A2-084A-8008-52541E336715}" presName="theInnerList" presStyleCnt="0"/>
      <dgm:spPr/>
    </dgm:pt>
    <dgm:pt modelId="{B128DF16-CEEC-CE42-A0B3-9CFB3F85B3F6}" type="pres">
      <dgm:prSet presAssocID="{0A07CD90-140F-7941-85A9-03DEFAE8EDBA}" presName="childNode" presStyleLbl="node1" presStyleIdx="0" presStyleCnt="2">
        <dgm:presLayoutVars>
          <dgm:bulletEnabled val="1"/>
        </dgm:presLayoutVars>
      </dgm:prSet>
      <dgm:spPr/>
    </dgm:pt>
    <dgm:pt modelId="{95F72E96-B4F0-F440-A6ED-BE5ECDB99987}" type="pres">
      <dgm:prSet presAssocID="{0A07CD90-140F-7941-85A9-03DEFAE8EDBA}" presName="aSpace2" presStyleCnt="0"/>
      <dgm:spPr/>
    </dgm:pt>
    <dgm:pt modelId="{AF8F4221-EF7B-9D48-A700-2F9368E68899}" type="pres">
      <dgm:prSet presAssocID="{A452C825-FC81-9A4C-AA41-A8075B54C907}" presName="childNode" presStyleLbl="node1" presStyleIdx="1" presStyleCnt="2">
        <dgm:presLayoutVars>
          <dgm:bulletEnabled val="1"/>
        </dgm:presLayoutVars>
      </dgm:prSet>
      <dgm:spPr/>
    </dgm:pt>
  </dgm:ptLst>
  <dgm:cxnLst>
    <dgm:cxn modelId="{1A1B3A03-26E9-A649-928B-D54348BD7142}" srcId="{F8483AC0-93EA-E841-B4FA-277AE639765E}" destId="{A040FA2E-38A2-084A-8008-52541E336715}" srcOrd="0" destOrd="0" parTransId="{CA2E03F6-329A-C542-9B4E-09F9B07AD746}" sibTransId="{E5096948-CBD6-9642-A0A6-D063E1E6DF9E}"/>
    <dgm:cxn modelId="{88E49416-0EF6-A042-AE45-56F970988A5D}" type="presOf" srcId="{A452C825-FC81-9A4C-AA41-A8075B54C907}" destId="{AF8F4221-EF7B-9D48-A700-2F9368E68899}" srcOrd="0" destOrd="0" presId="urn:microsoft.com/office/officeart/2005/8/layout/lProcess2"/>
    <dgm:cxn modelId="{D9EF7E24-F218-ED4F-ADCB-70170216C7B4}" type="presOf" srcId="{0A07CD90-140F-7941-85A9-03DEFAE8EDBA}" destId="{B128DF16-CEEC-CE42-A0B3-9CFB3F85B3F6}" srcOrd="0" destOrd="0" presId="urn:microsoft.com/office/officeart/2005/8/layout/lProcess2"/>
    <dgm:cxn modelId="{875EBE26-92DA-8E4B-BD92-7955EDFBB187}" srcId="{A040FA2E-38A2-084A-8008-52541E336715}" destId="{0A07CD90-140F-7941-85A9-03DEFAE8EDBA}" srcOrd="0" destOrd="0" parTransId="{DAD4FEC6-4078-F348-8661-DC1CBC9C5EB7}" sibTransId="{A96E2C35-B43C-284A-8F6C-EC255CEB46E2}"/>
    <dgm:cxn modelId="{66E3E055-BE84-8A4B-AA56-3B28D1FE623F}" srcId="{A040FA2E-38A2-084A-8008-52541E336715}" destId="{A452C825-FC81-9A4C-AA41-A8075B54C907}" srcOrd="1" destOrd="0" parTransId="{E1846D62-E179-AC46-B3A2-565133559C19}" sibTransId="{CA980892-163F-984A-8353-259B373E2547}"/>
    <dgm:cxn modelId="{9369C666-C3B7-2742-B410-DD9924C9A027}" type="presOf" srcId="{F8483AC0-93EA-E841-B4FA-277AE639765E}" destId="{70062E11-54F1-6D49-A4AD-E474E757963C}" srcOrd="0" destOrd="0" presId="urn:microsoft.com/office/officeart/2005/8/layout/lProcess2"/>
    <dgm:cxn modelId="{23C6B7CB-1E84-EB46-95AE-0096619F8A6B}" type="presOf" srcId="{A040FA2E-38A2-084A-8008-52541E336715}" destId="{8A5BFA36-4E4D-6843-BF60-FB6D8697380D}" srcOrd="1" destOrd="0" presId="urn:microsoft.com/office/officeart/2005/8/layout/lProcess2"/>
    <dgm:cxn modelId="{7D2BC6FA-AEB6-6645-B6A6-24EE5E4CB1FE}" type="presOf" srcId="{A040FA2E-38A2-084A-8008-52541E336715}" destId="{20F6E0D3-4E9B-1B43-9B30-91C36ED23AAE}" srcOrd="0" destOrd="0" presId="urn:microsoft.com/office/officeart/2005/8/layout/lProcess2"/>
    <dgm:cxn modelId="{758F2E70-D72D-6F45-94ED-79BE77F5439D}" type="presParOf" srcId="{70062E11-54F1-6D49-A4AD-E474E757963C}" destId="{782302A2-7132-324B-B54E-FD9DF75A098E}" srcOrd="0" destOrd="0" presId="urn:microsoft.com/office/officeart/2005/8/layout/lProcess2"/>
    <dgm:cxn modelId="{A263D746-4D51-774B-B67D-844D0DFA8B33}" type="presParOf" srcId="{782302A2-7132-324B-B54E-FD9DF75A098E}" destId="{20F6E0D3-4E9B-1B43-9B30-91C36ED23AAE}" srcOrd="0" destOrd="0" presId="urn:microsoft.com/office/officeart/2005/8/layout/lProcess2"/>
    <dgm:cxn modelId="{18842619-BB1B-6D44-BAB8-91484ED02F19}" type="presParOf" srcId="{782302A2-7132-324B-B54E-FD9DF75A098E}" destId="{8A5BFA36-4E4D-6843-BF60-FB6D8697380D}" srcOrd="1" destOrd="0" presId="urn:microsoft.com/office/officeart/2005/8/layout/lProcess2"/>
    <dgm:cxn modelId="{9B75797E-16F8-BA4A-ABB2-FEED0F7DA227}" type="presParOf" srcId="{782302A2-7132-324B-B54E-FD9DF75A098E}" destId="{2D365B6F-A63E-6147-8F4D-D328452FABD4}" srcOrd="2" destOrd="0" presId="urn:microsoft.com/office/officeart/2005/8/layout/lProcess2"/>
    <dgm:cxn modelId="{8C10886D-4B07-7D45-8FA3-0DEC6EE83CC9}" type="presParOf" srcId="{2D365B6F-A63E-6147-8F4D-D328452FABD4}" destId="{E45A9B06-5616-3F4B-940B-EB151DBCAB95}" srcOrd="0" destOrd="0" presId="urn:microsoft.com/office/officeart/2005/8/layout/lProcess2"/>
    <dgm:cxn modelId="{2B56079A-B03D-1E4A-903E-E1207F773E40}" type="presParOf" srcId="{E45A9B06-5616-3F4B-940B-EB151DBCAB95}" destId="{B128DF16-CEEC-CE42-A0B3-9CFB3F85B3F6}" srcOrd="0" destOrd="0" presId="urn:microsoft.com/office/officeart/2005/8/layout/lProcess2"/>
    <dgm:cxn modelId="{759E543F-75A6-4D44-9D19-949AFC1B7693}" type="presParOf" srcId="{E45A9B06-5616-3F4B-940B-EB151DBCAB95}" destId="{95F72E96-B4F0-F440-A6ED-BE5ECDB99987}" srcOrd="1" destOrd="0" presId="urn:microsoft.com/office/officeart/2005/8/layout/lProcess2"/>
    <dgm:cxn modelId="{DAFC3572-AF30-3345-8A2B-C7E643C05D75}" type="presParOf" srcId="{E45A9B06-5616-3F4B-940B-EB151DBCAB95}" destId="{AF8F4221-EF7B-9D48-A700-2F9368E68899}" srcOrd="2"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C8DE37B-A3E7-3A44-84B8-18447E67AA42}"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0187175F-5EEB-A649-917F-B8E746E12A5B}">
      <dgm:prSet phldrT="[Text]"/>
      <dgm:spPr/>
      <dgm:t>
        <a:bodyPr/>
        <a:lstStyle/>
        <a:p>
          <a:r>
            <a:rPr lang="en-NZ" dirty="0"/>
            <a:t>These tables provide information about:</a:t>
          </a:r>
          <a:endParaRPr lang="en-US" dirty="0"/>
        </a:p>
      </dgm:t>
    </dgm:pt>
    <dgm:pt modelId="{7C194169-9A67-084C-9DDA-F6F91D1F548A}" type="parTrans" cxnId="{3F6CA88F-2837-2E40-89BC-32290E93EFBD}">
      <dgm:prSet/>
      <dgm:spPr/>
      <dgm:t>
        <a:bodyPr/>
        <a:lstStyle/>
        <a:p>
          <a:endParaRPr lang="en-US"/>
        </a:p>
      </dgm:t>
    </dgm:pt>
    <dgm:pt modelId="{462978F6-1F9F-6049-8646-188F819CD73F}" type="sibTrans" cxnId="{3F6CA88F-2837-2E40-89BC-32290E93EFBD}">
      <dgm:prSet/>
      <dgm:spPr/>
      <dgm:t>
        <a:bodyPr/>
        <a:lstStyle/>
        <a:p>
          <a:endParaRPr lang="en-US"/>
        </a:p>
      </dgm:t>
    </dgm:pt>
    <dgm:pt modelId="{8F2CF82E-89BA-BA4F-AF4C-4E4D23C137A8}">
      <dgm:prSet/>
      <dgm:spPr>
        <a:ln w="28575">
          <a:solidFill>
            <a:schemeClr val="tx2">
              <a:lumMod val="60000"/>
              <a:lumOff val="40000"/>
            </a:schemeClr>
          </a:solidFill>
        </a:ln>
      </dgm:spPr>
      <dgm:t>
        <a:bodyPr/>
        <a:lstStyle/>
        <a:p>
          <a:r>
            <a:rPr lang="en-US"/>
            <a:t>existence of files</a:t>
          </a:r>
          <a:endParaRPr lang="en-US" dirty="0"/>
        </a:p>
      </dgm:t>
    </dgm:pt>
    <dgm:pt modelId="{A9DF3DCD-649B-6942-BCA8-145CB4B439A7}" type="parTrans" cxnId="{0076936E-2D7A-D041-B242-499BE0E971AB}">
      <dgm:prSet/>
      <dgm:spPr/>
      <dgm:t>
        <a:bodyPr/>
        <a:lstStyle/>
        <a:p>
          <a:endParaRPr lang="en-US"/>
        </a:p>
      </dgm:t>
    </dgm:pt>
    <dgm:pt modelId="{910212EA-EC89-B540-A529-E8CC91E665AF}" type="sibTrans" cxnId="{0076936E-2D7A-D041-B242-499BE0E971AB}">
      <dgm:prSet/>
      <dgm:spPr/>
      <dgm:t>
        <a:bodyPr/>
        <a:lstStyle/>
        <a:p>
          <a:endParaRPr lang="en-US"/>
        </a:p>
      </dgm:t>
    </dgm:pt>
    <dgm:pt modelId="{9E57F95E-88E2-7A49-8636-5CA2098542D3}">
      <dgm:prSet/>
      <dgm:spPr>
        <a:ln w="28575">
          <a:solidFill>
            <a:schemeClr val="tx2">
              <a:lumMod val="60000"/>
              <a:lumOff val="40000"/>
            </a:schemeClr>
          </a:solidFill>
        </a:ln>
      </dgm:spPr>
      <dgm:t>
        <a:bodyPr/>
        <a:lstStyle/>
        <a:p>
          <a:r>
            <a:rPr lang="en-US"/>
            <a:t>location on secondary memory</a:t>
          </a:r>
          <a:endParaRPr lang="en-US" dirty="0"/>
        </a:p>
      </dgm:t>
    </dgm:pt>
    <dgm:pt modelId="{DFE4B9AA-B9AD-F543-9DDA-1E7953DBD416}" type="parTrans" cxnId="{6CECE787-395D-2D40-A0A2-05B1D5F30620}">
      <dgm:prSet/>
      <dgm:spPr/>
      <dgm:t>
        <a:bodyPr/>
        <a:lstStyle/>
        <a:p>
          <a:endParaRPr lang="en-US"/>
        </a:p>
      </dgm:t>
    </dgm:pt>
    <dgm:pt modelId="{BEACEA7A-3B4A-4340-84A2-4416D9266CC4}" type="sibTrans" cxnId="{6CECE787-395D-2D40-A0A2-05B1D5F30620}">
      <dgm:prSet/>
      <dgm:spPr/>
      <dgm:t>
        <a:bodyPr/>
        <a:lstStyle/>
        <a:p>
          <a:endParaRPr lang="en-US"/>
        </a:p>
      </dgm:t>
    </dgm:pt>
    <dgm:pt modelId="{2B0937E0-5474-0B44-948E-E277F5754624}">
      <dgm:prSet/>
      <dgm:spPr>
        <a:ln w="28575">
          <a:solidFill>
            <a:schemeClr val="tx2">
              <a:lumMod val="60000"/>
              <a:lumOff val="40000"/>
            </a:schemeClr>
          </a:solidFill>
        </a:ln>
      </dgm:spPr>
      <dgm:t>
        <a:bodyPr/>
        <a:lstStyle/>
        <a:p>
          <a:r>
            <a:rPr lang="en-US"/>
            <a:t>current status</a:t>
          </a:r>
          <a:endParaRPr lang="en-US" dirty="0"/>
        </a:p>
      </dgm:t>
    </dgm:pt>
    <dgm:pt modelId="{7D82712C-7A35-364F-9B3B-284F0E9F19CA}" type="parTrans" cxnId="{D1BC6A98-A9B0-D44F-84CA-D28E458D25EE}">
      <dgm:prSet/>
      <dgm:spPr/>
      <dgm:t>
        <a:bodyPr/>
        <a:lstStyle/>
        <a:p>
          <a:endParaRPr lang="en-US"/>
        </a:p>
      </dgm:t>
    </dgm:pt>
    <dgm:pt modelId="{0716F3C2-7F3B-8745-B871-B9CAD70D0855}" type="sibTrans" cxnId="{D1BC6A98-A9B0-D44F-84CA-D28E458D25EE}">
      <dgm:prSet/>
      <dgm:spPr/>
      <dgm:t>
        <a:bodyPr/>
        <a:lstStyle/>
        <a:p>
          <a:endParaRPr lang="en-US"/>
        </a:p>
      </dgm:t>
    </dgm:pt>
    <dgm:pt modelId="{2AB9EC0E-0C5D-6D46-9B5D-76DDEC4AD3D5}">
      <dgm:prSet/>
      <dgm:spPr>
        <a:ln w="28575">
          <a:solidFill>
            <a:schemeClr val="tx2">
              <a:lumMod val="60000"/>
              <a:lumOff val="40000"/>
            </a:schemeClr>
          </a:solidFill>
        </a:ln>
      </dgm:spPr>
      <dgm:t>
        <a:bodyPr/>
        <a:lstStyle/>
        <a:p>
          <a:r>
            <a:rPr lang="en-NZ"/>
            <a:t>other attributes</a:t>
          </a:r>
          <a:endParaRPr lang="en-US" dirty="0"/>
        </a:p>
      </dgm:t>
    </dgm:pt>
    <dgm:pt modelId="{ABB936FE-3E30-C745-84D5-50F64B3DEC10}" type="parTrans" cxnId="{B167301A-E8CF-1A4A-A358-521905DD1047}">
      <dgm:prSet/>
      <dgm:spPr/>
      <dgm:t>
        <a:bodyPr/>
        <a:lstStyle/>
        <a:p>
          <a:endParaRPr lang="en-US"/>
        </a:p>
      </dgm:t>
    </dgm:pt>
    <dgm:pt modelId="{F70E35F4-F3A7-DC4F-A801-E90C22E24073}" type="sibTrans" cxnId="{B167301A-E8CF-1A4A-A358-521905DD1047}">
      <dgm:prSet/>
      <dgm:spPr/>
      <dgm:t>
        <a:bodyPr/>
        <a:lstStyle/>
        <a:p>
          <a:endParaRPr lang="en-US"/>
        </a:p>
      </dgm:t>
    </dgm:pt>
    <dgm:pt modelId="{A738D775-1FD4-BE4D-A346-D7A5A7E8D368}" type="pres">
      <dgm:prSet presAssocID="{EC8DE37B-A3E7-3A44-84B8-18447E67AA42}" presName="linear" presStyleCnt="0">
        <dgm:presLayoutVars>
          <dgm:dir/>
          <dgm:animLvl val="lvl"/>
          <dgm:resizeHandles val="exact"/>
        </dgm:presLayoutVars>
      </dgm:prSet>
      <dgm:spPr/>
    </dgm:pt>
    <dgm:pt modelId="{F1CF573D-EF45-F742-8B9F-5840A5DE5ACA}" type="pres">
      <dgm:prSet presAssocID="{0187175F-5EEB-A649-917F-B8E746E12A5B}" presName="parentLin" presStyleCnt="0"/>
      <dgm:spPr/>
    </dgm:pt>
    <dgm:pt modelId="{7371FC89-F36C-3D49-832F-E59D73C74E10}" type="pres">
      <dgm:prSet presAssocID="{0187175F-5EEB-A649-917F-B8E746E12A5B}" presName="parentLeftMargin" presStyleLbl="node1" presStyleIdx="0" presStyleCnt="1"/>
      <dgm:spPr/>
    </dgm:pt>
    <dgm:pt modelId="{0CEFEDA6-C6BD-4242-A36C-ADC20C2F1CA7}" type="pres">
      <dgm:prSet presAssocID="{0187175F-5EEB-A649-917F-B8E746E12A5B}" presName="parentText" presStyleLbl="node1" presStyleIdx="0" presStyleCnt="1">
        <dgm:presLayoutVars>
          <dgm:chMax val="0"/>
          <dgm:bulletEnabled val="1"/>
        </dgm:presLayoutVars>
      </dgm:prSet>
      <dgm:spPr/>
    </dgm:pt>
    <dgm:pt modelId="{4B3E280C-E243-5343-B27A-FB049E6110FE}" type="pres">
      <dgm:prSet presAssocID="{0187175F-5EEB-A649-917F-B8E746E12A5B}" presName="negativeSpace" presStyleCnt="0"/>
      <dgm:spPr/>
    </dgm:pt>
    <dgm:pt modelId="{B65E8AE7-B8C6-0241-9480-2CDA1CF97203}" type="pres">
      <dgm:prSet presAssocID="{0187175F-5EEB-A649-917F-B8E746E12A5B}" presName="childText" presStyleLbl="conFgAcc1" presStyleIdx="0" presStyleCnt="1">
        <dgm:presLayoutVars>
          <dgm:bulletEnabled val="1"/>
        </dgm:presLayoutVars>
      </dgm:prSet>
      <dgm:spPr/>
    </dgm:pt>
  </dgm:ptLst>
  <dgm:cxnLst>
    <dgm:cxn modelId="{B167301A-E8CF-1A4A-A358-521905DD1047}" srcId="{0187175F-5EEB-A649-917F-B8E746E12A5B}" destId="{2AB9EC0E-0C5D-6D46-9B5D-76DDEC4AD3D5}" srcOrd="3" destOrd="0" parTransId="{ABB936FE-3E30-C745-84D5-50F64B3DEC10}" sibTransId="{F70E35F4-F3A7-DC4F-A801-E90C22E24073}"/>
    <dgm:cxn modelId="{1B24F423-BF5C-5A4D-9F28-A21761E6A60D}" type="presOf" srcId="{EC8DE37B-A3E7-3A44-84B8-18447E67AA42}" destId="{A738D775-1FD4-BE4D-A346-D7A5A7E8D368}" srcOrd="0" destOrd="0" presId="urn:microsoft.com/office/officeart/2005/8/layout/list1"/>
    <dgm:cxn modelId="{1C362A31-9138-504D-B438-FCDA4C71901D}" type="presOf" srcId="{0187175F-5EEB-A649-917F-B8E746E12A5B}" destId="{7371FC89-F36C-3D49-832F-E59D73C74E10}" srcOrd="0" destOrd="0" presId="urn:microsoft.com/office/officeart/2005/8/layout/list1"/>
    <dgm:cxn modelId="{A3B98843-D995-AB40-8B43-73D1197A9B9A}" type="presOf" srcId="{8F2CF82E-89BA-BA4F-AF4C-4E4D23C137A8}" destId="{B65E8AE7-B8C6-0241-9480-2CDA1CF97203}" srcOrd="0" destOrd="0" presId="urn:microsoft.com/office/officeart/2005/8/layout/list1"/>
    <dgm:cxn modelId="{0076936E-2D7A-D041-B242-499BE0E971AB}" srcId="{0187175F-5EEB-A649-917F-B8E746E12A5B}" destId="{8F2CF82E-89BA-BA4F-AF4C-4E4D23C137A8}" srcOrd="0" destOrd="0" parTransId="{A9DF3DCD-649B-6942-BCA8-145CB4B439A7}" sibTransId="{910212EA-EC89-B540-A529-E8CC91E665AF}"/>
    <dgm:cxn modelId="{6CECE787-395D-2D40-A0A2-05B1D5F30620}" srcId="{0187175F-5EEB-A649-917F-B8E746E12A5B}" destId="{9E57F95E-88E2-7A49-8636-5CA2098542D3}" srcOrd="1" destOrd="0" parTransId="{DFE4B9AA-B9AD-F543-9DDA-1E7953DBD416}" sibTransId="{BEACEA7A-3B4A-4340-84A2-4416D9266CC4}"/>
    <dgm:cxn modelId="{3F6CA88F-2837-2E40-89BC-32290E93EFBD}" srcId="{EC8DE37B-A3E7-3A44-84B8-18447E67AA42}" destId="{0187175F-5EEB-A649-917F-B8E746E12A5B}" srcOrd="0" destOrd="0" parTransId="{7C194169-9A67-084C-9DDA-F6F91D1F548A}" sibTransId="{462978F6-1F9F-6049-8646-188F819CD73F}"/>
    <dgm:cxn modelId="{3B9A0E96-6CA8-D140-AE6E-B5975FF4FBDD}" type="presOf" srcId="{0187175F-5EEB-A649-917F-B8E746E12A5B}" destId="{0CEFEDA6-C6BD-4242-A36C-ADC20C2F1CA7}" srcOrd="1" destOrd="0" presId="urn:microsoft.com/office/officeart/2005/8/layout/list1"/>
    <dgm:cxn modelId="{D1BC6A98-A9B0-D44F-84CA-D28E458D25EE}" srcId="{0187175F-5EEB-A649-917F-B8E746E12A5B}" destId="{2B0937E0-5474-0B44-948E-E277F5754624}" srcOrd="2" destOrd="0" parTransId="{7D82712C-7A35-364F-9B3B-284F0E9F19CA}" sibTransId="{0716F3C2-7F3B-8745-B871-B9CAD70D0855}"/>
    <dgm:cxn modelId="{E4C2429A-AD9C-8049-B4A2-4C68171D179D}" type="presOf" srcId="{9E57F95E-88E2-7A49-8636-5CA2098542D3}" destId="{B65E8AE7-B8C6-0241-9480-2CDA1CF97203}" srcOrd="0" destOrd="1" presId="urn:microsoft.com/office/officeart/2005/8/layout/list1"/>
    <dgm:cxn modelId="{004DB39D-5932-CE45-9E18-7ED0A3E89BCE}" type="presOf" srcId="{2B0937E0-5474-0B44-948E-E277F5754624}" destId="{B65E8AE7-B8C6-0241-9480-2CDA1CF97203}" srcOrd="0" destOrd="2" presId="urn:microsoft.com/office/officeart/2005/8/layout/list1"/>
    <dgm:cxn modelId="{3750D8EE-1F16-7A4D-9612-FF7A0AEAC11F}" type="presOf" srcId="{2AB9EC0E-0C5D-6D46-9B5D-76DDEC4AD3D5}" destId="{B65E8AE7-B8C6-0241-9480-2CDA1CF97203}" srcOrd="0" destOrd="3" presId="urn:microsoft.com/office/officeart/2005/8/layout/list1"/>
    <dgm:cxn modelId="{B3E73C5E-DA33-6845-A8D9-2F786B400C8A}" type="presParOf" srcId="{A738D775-1FD4-BE4D-A346-D7A5A7E8D368}" destId="{F1CF573D-EF45-F742-8B9F-5840A5DE5ACA}" srcOrd="0" destOrd="0" presId="urn:microsoft.com/office/officeart/2005/8/layout/list1"/>
    <dgm:cxn modelId="{34162EE4-35AE-6F42-A932-4430311272E7}" type="presParOf" srcId="{F1CF573D-EF45-F742-8B9F-5840A5DE5ACA}" destId="{7371FC89-F36C-3D49-832F-E59D73C74E10}" srcOrd="0" destOrd="0" presId="urn:microsoft.com/office/officeart/2005/8/layout/list1"/>
    <dgm:cxn modelId="{68763359-A7DE-7045-94E1-BE521884106E}" type="presParOf" srcId="{F1CF573D-EF45-F742-8B9F-5840A5DE5ACA}" destId="{0CEFEDA6-C6BD-4242-A36C-ADC20C2F1CA7}" srcOrd="1" destOrd="0" presId="urn:microsoft.com/office/officeart/2005/8/layout/list1"/>
    <dgm:cxn modelId="{A4F72647-E674-BD43-B24E-9963244BB20D}" type="presParOf" srcId="{A738D775-1FD4-BE4D-A346-D7A5A7E8D368}" destId="{4B3E280C-E243-5343-B27A-FB049E6110FE}" srcOrd="1" destOrd="0" presId="urn:microsoft.com/office/officeart/2005/8/layout/list1"/>
    <dgm:cxn modelId="{90A3924C-087A-6A46-A00B-547972CB63A3}" type="presParOf" srcId="{A738D775-1FD4-BE4D-A346-D7A5A7E8D368}" destId="{B65E8AE7-B8C6-0241-9480-2CDA1CF97203}"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E7672C5-E3D7-E94C-9FA6-32B5B5EEB40D}" type="doc">
      <dgm:prSet loTypeId="urn:microsoft.com/office/officeart/2005/8/layout/process5" loCatId="process" qsTypeId="urn:microsoft.com/office/officeart/2005/8/quickstyle/simple4" qsCatId="simple" csTypeId="urn:microsoft.com/office/officeart/2005/8/colors/accent1_2" csCatId="accent1" phldr="1"/>
      <dgm:spPr/>
      <dgm:t>
        <a:bodyPr/>
        <a:lstStyle/>
        <a:p>
          <a:endParaRPr lang="en-US"/>
        </a:p>
      </dgm:t>
    </dgm:pt>
    <dgm:pt modelId="{7236419C-1A5F-DD4C-BAC7-3A75E7BBCDD9}">
      <dgm:prSet phldrT="[Text]" custT="1"/>
      <dgm:spPr>
        <a:solidFill>
          <a:schemeClr val="accent1"/>
        </a:solidFill>
      </dgm:spPr>
      <dgm:t>
        <a:bodyPr/>
        <a:lstStyle/>
        <a:p>
          <a:r>
            <a:rPr lang="en-US" sz="2000" b="1" dirty="0"/>
            <a:t>save the </a:t>
          </a:r>
          <a:r>
            <a:rPr lang="en-US" sz="2000" b="1" dirty="0">
              <a:solidFill>
                <a:srgbClr val="FF0000"/>
              </a:solidFill>
            </a:rPr>
            <a:t>context</a:t>
          </a:r>
          <a:r>
            <a:rPr lang="en-US" sz="2000" b="1" dirty="0"/>
            <a:t> of the processor</a:t>
          </a:r>
        </a:p>
      </dgm:t>
    </dgm:pt>
    <dgm:pt modelId="{716C1250-83AA-9349-858A-5E116580B781}" type="parTrans" cxnId="{753089A2-F994-E642-A1D6-CC6132C64B6A}">
      <dgm:prSet/>
      <dgm:spPr/>
      <dgm:t>
        <a:bodyPr/>
        <a:lstStyle/>
        <a:p>
          <a:endParaRPr lang="en-US" sz="2000" b="1"/>
        </a:p>
      </dgm:t>
    </dgm:pt>
    <dgm:pt modelId="{2099D60C-3BE6-EF4D-9DB4-EFCD854F47B5}" type="sibTrans" cxnId="{753089A2-F994-E642-A1D6-CC6132C64B6A}">
      <dgm:prSet custT="1"/>
      <dgm:spPr>
        <a:solidFill>
          <a:schemeClr val="accent3"/>
        </a:solidFill>
      </dgm:spPr>
      <dgm:t>
        <a:bodyPr/>
        <a:lstStyle/>
        <a:p>
          <a:endParaRPr lang="en-US" sz="2000" b="1"/>
        </a:p>
      </dgm:t>
    </dgm:pt>
    <dgm:pt modelId="{512ECD95-0590-DF48-82AF-9004224EC34D}">
      <dgm:prSet custT="1"/>
      <dgm:spPr/>
      <dgm:t>
        <a:bodyPr/>
        <a:lstStyle/>
        <a:p>
          <a:r>
            <a:rPr lang="en-US" sz="2000" b="1" dirty="0"/>
            <a:t>update the </a:t>
          </a:r>
          <a:r>
            <a:rPr lang="en-US" sz="2000" b="1" dirty="0">
              <a:solidFill>
                <a:srgbClr val="FF0000"/>
              </a:solidFill>
            </a:rPr>
            <a:t>process control block </a:t>
          </a:r>
          <a:r>
            <a:rPr lang="en-US" sz="2000" b="1" dirty="0"/>
            <a:t>of the process currently in the Running state</a:t>
          </a:r>
        </a:p>
      </dgm:t>
    </dgm:pt>
    <dgm:pt modelId="{68E010A8-7AE3-5B46-BECC-9041E62550A5}" type="parTrans" cxnId="{7C82BA14-E0F8-824A-9142-1FE51D38C079}">
      <dgm:prSet/>
      <dgm:spPr/>
      <dgm:t>
        <a:bodyPr/>
        <a:lstStyle/>
        <a:p>
          <a:endParaRPr lang="en-US" sz="2000" b="1"/>
        </a:p>
      </dgm:t>
    </dgm:pt>
    <dgm:pt modelId="{0041A0A6-8C1C-DC49-9BA9-4990AE746A39}" type="sibTrans" cxnId="{7C82BA14-E0F8-824A-9142-1FE51D38C079}">
      <dgm:prSet custT="1"/>
      <dgm:spPr>
        <a:solidFill>
          <a:schemeClr val="accent3"/>
        </a:solidFill>
      </dgm:spPr>
      <dgm:t>
        <a:bodyPr/>
        <a:lstStyle/>
        <a:p>
          <a:endParaRPr lang="en-US" sz="2000" b="1"/>
        </a:p>
      </dgm:t>
    </dgm:pt>
    <dgm:pt modelId="{F48C2693-41E3-F74D-9C08-33448EED6769}">
      <dgm:prSet custT="1"/>
      <dgm:spPr/>
      <dgm:t>
        <a:bodyPr/>
        <a:lstStyle/>
        <a:p>
          <a:r>
            <a:rPr lang="en-US" sz="2000" b="1" dirty="0"/>
            <a:t>move the process control block of this process to the appropriate queue</a:t>
          </a:r>
        </a:p>
      </dgm:t>
    </dgm:pt>
    <dgm:pt modelId="{0A714C79-7C65-E249-91B8-3102722D2652}" type="parTrans" cxnId="{6E3688D8-B567-B147-A69B-C42C1F5B629A}">
      <dgm:prSet/>
      <dgm:spPr/>
      <dgm:t>
        <a:bodyPr/>
        <a:lstStyle/>
        <a:p>
          <a:endParaRPr lang="en-US" sz="2000" b="1"/>
        </a:p>
      </dgm:t>
    </dgm:pt>
    <dgm:pt modelId="{D9109AE6-731E-0D4E-BC63-26A0BFB46CD8}" type="sibTrans" cxnId="{6E3688D8-B567-B147-A69B-C42C1F5B629A}">
      <dgm:prSet custT="1"/>
      <dgm:spPr>
        <a:solidFill>
          <a:schemeClr val="accent3"/>
        </a:solidFill>
      </dgm:spPr>
      <dgm:t>
        <a:bodyPr/>
        <a:lstStyle/>
        <a:p>
          <a:endParaRPr lang="en-US" sz="2000" b="1"/>
        </a:p>
      </dgm:t>
    </dgm:pt>
    <dgm:pt modelId="{640FA55A-B11E-0845-B5D2-CB0C9388494F}">
      <dgm:prSet custT="1"/>
      <dgm:spPr/>
      <dgm:t>
        <a:bodyPr/>
        <a:lstStyle/>
        <a:p>
          <a:r>
            <a:rPr lang="en-US" sz="2000" b="1" dirty="0"/>
            <a:t>select another process for execution</a:t>
          </a:r>
        </a:p>
      </dgm:t>
    </dgm:pt>
    <dgm:pt modelId="{BF6D80BC-BF2B-A346-B803-5B6FB9A60B0B}" type="parTrans" cxnId="{98E0B298-EF9D-8C4C-9081-239351BF5DC5}">
      <dgm:prSet/>
      <dgm:spPr/>
      <dgm:t>
        <a:bodyPr/>
        <a:lstStyle/>
        <a:p>
          <a:endParaRPr lang="en-US" sz="2000" b="1"/>
        </a:p>
      </dgm:t>
    </dgm:pt>
    <dgm:pt modelId="{51773720-7A67-354A-87D9-2EA907FAEC80}" type="sibTrans" cxnId="{98E0B298-EF9D-8C4C-9081-239351BF5DC5}">
      <dgm:prSet custT="1"/>
      <dgm:spPr>
        <a:solidFill>
          <a:schemeClr val="accent3"/>
        </a:solidFill>
      </dgm:spPr>
      <dgm:t>
        <a:bodyPr/>
        <a:lstStyle/>
        <a:p>
          <a:endParaRPr lang="en-US" sz="2000" b="1"/>
        </a:p>
      </dgm:t>
    </dgm:pt>
    <dgm:pt modelId="{9188BA0A-8472-144C-BD50-669D98E0CDA5}">
      <dgm:prSet custT="1"/>
      <dgm:spPr/>
      <dgm:t>
        <a:bodyPr/>
        <a:lstStyle/>
        <a:p>
          <a:r>
            <a:rPr lang="en-US" sz="2000" b="1" dirty="0"/>
            <a:t>update the process control block of the process selected</a:t>
          </a:r>
        </a:p>
      </dgm:t>
    </dgm:pt>
    <dgm:pt modelId="{6A27F4D7-2E57-A149-BAD5-1FE8A25061F8}" type="parTrans" cxnId="{FD5CFD8F-E47B-AF40-8CC8-3A30DC94A745}">
      <dgm:prSet/>
      <dgm:spPr/>
      <dgm:t>
        <a:bodyPr/>
        <a:lstStyle/>
        <a:p>
          <a:endParaRPr lang="en-US" sz="2000" b="1"/>
        </a:p>
      </dgm:t>
    </dgm:pt>
    <dgm:pt modelId="{CAB6DF6B-6736-C14C-937D-693069BB37B7}" type="sibTrans" cxnId="{FD5CFD8F-E47B-AF40-8CC8-3A30DC94A745}">
      <dgm:prSet custT="1"/>
      <dgm:spPr>
        <a:solidFill>
          <a:schemeClr val="accent3"/>
        </a:solidFill>
      </dgm:spPr>
      <dgm:t>
        <a:bodyPr/>
        <a:lstStyle/>
        <a:p>
          <a:endParaRPr lang="en-US" sz="2000" b="1"/>
        </a:p>
      </dgm:t>
    </dgm:pt>
    <dgm:pt modelId="{C7ACAA0F-8428-7D47-B0D7-3099F7B8FCFB}">
      <dgm:prSet custT="1"/>
      <dgm:spPr/>
      <dgm:t>
        <a:bodyPr/>
        <a:lstStyle/>
        <a:p>
          <a:r>
            <a:rPr lang="en-US" sz="2000" b="1" dirty="0"/>
            <a:t>update memory management data structures</a:t>
          </a:r>
        </a:p>
      </dgm:t>
    </dgm:pt>
    <dgm:pt modelId="{F3109578-3B0A-6C48-B17C-57B86EEFBF57}" type="parTrans" cxnId="{6E1C0960-E951-434A-961B-B63123B7DB7B}">
      <dgm:prSet/>
      <dgm:spPr/>
      <dgm:t>
        <a:bodyPr/>
        <a:lstStyle/>
        <a:p>
          <a:endParaRPr lang="en-US" sz="2000" b="1"/>
        </a:p>
      </dgm:t>
    </dgm:pt>
    <dgm:pt modelId="{AF6AB856-1A50-9C43-9ADC-A4F06038663D}" type="sibTrans" cxnId="{6E1C0960-E951-434A-961B-B63123B7DB7B}">
      <dgm:prSet custT="1"/>
      <dgm:spPr>
        <a:solidFill>
          <a:schemeClr val="accent3"/>
        </a:solidFill>
      </dgm:spPr>
      <dgm:t>
        <a:bodyPr/>
        <a:lstStyle/>
        <a:p>
          <a:endParaRPr lang="en-US" sz="2000" b="1"/>
        </a:p>
      </dgm:t>
    </dgm:pt>
    <dgm:pt modelId="{F6F247A7-2220-1A40-9750-19741E41E590}">
      <dgm:prSet custT="1"/>
      <dgm:spPr/>
      <dgm:t>
        <a:bodyPr/>
        <a:lstStyle/>
        <a:p>
          <a:r>
            <a:rPr lang="en-US" sz="2000" b="1" dirty="0">
              <a:solidFill>
                <a:srgbClr val="FF0000"/>
              </a:solidFill>
            </a:rPr>
            <a:t>restore the context of the processor</a:t>
          </a:r>
          <a:r>
            <a:rPr lang="en-US" sz="2000" b="1" dirty="0"/>
            <a:t> to that which existed at the time the selected process was last switched out</a:t>
          </a:r>
          <a:endParaRPr lang="en-NZ" sz="2000" b="1" dirty="0"/>
        </a:p>
      </dgm:t>
    </dgm:pt>
    <dgm:pt modelId="{F69339D0-ECB8-2347-8E5D-4E5AE6C003C6}" type="parTrans" cxnId="{99F7B742-A072-8C4F-B175-FB8438FF6B78}">
      <dgm:prSet/>
      <dgm:spPr/>
      <dgm:t>
        <a:bodyPr/>
        <a:lstStyle/>
        <a:p>
          <a:endParaRPr lang="en-US" sz="2000" b="1"/>
        </a:p>
      </dgm:t>
    </dgm:pt>
    <dgm:pt modelId="{C8B886FF-235B-3F4B-BD08-127D3B528BAB}" type="sibTrans" cxnId="{99F7B742-A072-8C4F-B175-FB8438FF6B78}">
      <dgm:prSet/>
      <dgm:spPr/>
      <dgm:t>
        <a:bodyPr/>
        <a:lstStyle/>
        <a:p>
          <a:endParaRPr lang="en-US" sz="2000" b="1"/>
        </a:p>
      </dgm:t>
    </dgm:pt>
    <dgm:pt modelId="{7A55DE4A-BC27-1944-8E77-CBAE34C951B8}" type="pres">
      <dgm:prSet presAssocID="{9E7672C5-E3D7-E94C-9FA6-32B5B5EEB40D}" presName="diagram" presStyleCnt="0">
        <dgm:presLayoutVars>
          <dgm:dir/>
          <dgm:resizeHandles val="exact"/>
        </dgm:presLayoutVars>
      </dgm:prSet>
      <dgm:spPr/>
    </dgm:pt>
    <dgm:pt modelId="{2C3D3BDD-AEEA-5940-BEF7-E4CEB4F3E8D7}" type="pres">
      <dgm:prSet presAssocID="{7236419C-1A5F-DD4C-BAC7-3A75E7BBCDD9}" presName="node" presStyleLbl="node1" presStyleIdx="0" presStyleCnt="7" custLinFactNeighborX="9191" custLinFactNeighborY="-15729">
        <dgm:presLayoutVars>
          <dgm:bulletEnabled val="1"/>
        </dgm:presLayoutVars>
      </dgm:prSet>
      <dgm:spPr/>
    </dgm:pt>
    <dgm:pt modelId="{2006BB91-3B87-DA40-B6AE-2A5108A2EF2F}" type="pres">
      <dgm:prSet presAssocID="{2099D60C-3BE6-EF4D-9DB4-EFCD854F47B5}" presName="sibTrans" presStyleLbl="sibTrans2D1" presStyleIdx="0" presStyleCnt="6"/>
      <dgm:spPr/>
    </dgm:pt>
    <dgm:pt modelId="{004FA4B3-4998-2945-B776-017C90EC168C}" type="pres">
      <dgm:prSet presAssocID="{2099D60C-3BE6-EF4D-9DB4-EFCD854F47B5}" presName="connectorText" presStyleLbl="sibTrans2D1" presStyleIdx="0" presStyleCnt="6"/>
      <dgm:spPr/>
    </dgm:pt>
    <dgm:pt modelId="{BCC1E542-A582-F347-92E2-47FFAB05B4F4}" type="pres">
      <dgm:prSet presAssocID="{512ECD95-0590-DF48-82AF-9004224EC34D}" presName="node" presStyleLbl="node1" presStyleIdx="1" presStyleCnt="7" custScaleX="143458" custScaleY="177110" custLinFactNeighborX="49932" custLinFactNeighborY="-9448">
        <dgm:presLayoutVars>
          <dgm:bulletEnabled val="1"/>
        </dgm:presLayoutVars>
      </dgm:prSet>
      <dgm:spPr/>
    </dgm:pt>
    <dgm:pt modelId="{5C63AE9C-3248-D543-A4CF-FBBF3E8FEF02}" type="pres">
      <dgm:prSet presAssocID="{0041A0A6-8C1C-DC49-9BA9-4990AE746A39}" presName="sibTrans" presStyleLbl="sibTrans2D1" presStyleIdx="1" presStyleCnt="6"/>
      <dgm:spPr/>
    </dgm:pt>
    <dgm:pt modelId="{373AAE06-BB4C-5B45-B86C-ECC2CDC0D6A5}" type="pres">
      <dgm:prSet presAssocID="{0041A0A6-8C1C-DC49-9BA9-4990AE746A39}" presName="connectorText" presStyleLbl="sibTrans2D1" presStyleIdx="1" presStyleCnt="6"/>
      <dgm:spPr/>
    </dgm:pt>
    <dgm:pt modelId="{7A3273C6-06DA-2A4F-9E7A-C786AEC7AEAC}" type="pres">
      <dgm:prSet presAssocID="{F48C2693-41E3-F74D-9C08-33448EED6769}" presName="node" presStyleLbl="node1" presStyleIdx="2" presStyleCnt="7" custScaleX="121604" custScaleY="114691" custLinFactX="25907" custLinFactNeighborX="100000" custLinFactNeighborY="-13742">
        <dgm:presLayoutVars>
          <dgm:bulletEnabled val="1"/>
        </dgm:presLayoutVars>
      </dgm:prSet>
      <dgm:spPr/>
    </dgm:pt>
    <dgm:pt modelId="{9D560C38-FF45-9045-A810-1BF24480C61F}" type="pres">
      <dgm:prSet presAssocID="{D9109AE6-731E-0D4E-BC63-26A0BFB46CD8}" presName="sibTrans" presStyleLbl="sibTrans2D1" presStyleIdx="2" presStyleCnt="6"/>
      <dgm:spPr/>
    </dgm:pt>
    <dgm:pt modelId="{A37E27AC-C956-8946-9215-BDF0F1FFEAEC}" type="pres">
      <dgm:prSet presAssocID="{D9109AE6-731E-0D4E-BC63-26A0BFB46CD8}" presName="connectorText" presStyleLbl="sibTrans2D1" presStyleIdx="2" presStyleCnt="6"/>
      <dgm:spPr/>
    </dgm:pt>
    <dgm:pt modelId="{326859DC-81AC-A14D-930E-03D3AB419642}" type="pres">
      <dgm:prSet presAssocID="{640FA55A-B11E-0845-B5D2-CB0C9388494F}" presName="node" presStyleLbl="node1" presStyleIdx="3" presStyleCnt="7" custScaleY="82634" custLinFactY="33370" custLinFactNeighborX="-25876" custLinFactNeighborY="100000">
        <dgm:presLayoutVars>
          <dgm:bulletEnabled val="1"/>
        </dgm:presLayoutVars>
      </dgm:prSet>
      <dgm:spPr/>
    </dgm:pt>
    <dgm:pt modelId="{805C6834-FB35-294F-B4C8-3486D3ACB1FC}" type="pres">
      <dgm:prSet presAssocID="{51773720-7A67-354A-87D9-2EA907FAEC80}" presName="sibTrans" presStyleLbl="sibTrans2D1" presStyleIdx="3" presStyleCnt="6"/>
      <dgm:spPr/>
    </dgm:pt>
    <dgm:pt modelId="{A154FEDF-EF7F-254C-B605-0D3C10E012F1}" type="pres">
      <dgm:prSet presAssocID="{51773720-7A67-354A-87D9-2EA907FAEC80}" presName="connectorText" presStyleLbl="sibTrans2D1" presStyleIdx="3" presStyleCnt="6"/>
      <dgm:spPr/>
    </dgm:pt>
    <dgm:pt modelId="{DDF3FDD6-440B-A94B-BF4E-63FA31DC858B}" type="pres">
      <dgm:prSet presAssocID="{9188BA0A-8472-144C-BD50-669D98E0CDA5}" presName="node" presStyleLbl="node1" presStyleIdx="4" presStyleCnt="7" custScaleX="130339" custLinFactNeighborX="-12636" custLinFactNeighborY="27789">
        <dgm:presLayoutVars>
          <dgm:bulletEnabled val="1"/>
        </dgm:presLayoutVars>
      </dgm:prSet>
      <dgm:spPr/>
    </dgm:pt>
    <dgm:pt modelId="{13239FAD-D619-4A49-8F9B-6ACE90C6968A}" type="pres">
      <dgm:prSet presAssocID="{CAB6DF6B-6736-C14C-937D-693069BB37B7}" presName="sibTrans" presStyleLbl="sibTrans2D1" presStyleIdx="4" presStyleCnt="6"/>
      <dgm:spPr/>
    </dgm:pt>
    <dgm:pt modelId="{7DE86167-FED6-484B-9B39-75818C30BE68}" type="pres">
      <dgm:prSet presAssocID="{CAB6DF6B-6736-C14C-937D-693069BB37B7}" presName="connectorText" presStyleLbl="sibTrans2D1" presStyleIdx="4" presStyleCnt="6"/>
      <dgm:spPr/>
    </dgm:pt>
    <dgm:pt modelId="{345D1EA6-731A-154F-A4B5-AB0B53187FB6}" type="pres">
      <dgm:prSet presAssocID="{C7ACAA0F-8428-7D47-B0D7-3099F7B8FCFB}" presName="node" presStyleLbl="node1" presStyleIdx="5" presStyleCnt="7" custScaleX="113871" custLinFactNeighborX="-74404" custLinFactNeighborY="-10097">
        <dgm:presLayoutVars>
          <dgm:bulletEnabled val="1"/>
        </dgm:presLayoutVars>
      </dgm:prSet>
      <dgm:spPr/>
    </dgm:pt>
    <dgm:pt modelId="{51D6E1CA-56DC-124D-8077-6C5DF4D18494}" type="pres">
      <dgm:prSet presAssocID="{AF6AB856-1A50-9C43-9ADC-A4F06038663D}" presName="sibTrans" presStyleLbl="sibTrans2D1" presStyleIdx="5" presStyleCnt="6"/>
      <dgm:spPr/>
    </dgm:pt>
    <dgm:pt modelId="{38D5BF3C-9979-B747-9345-3CDBC081EE76}" type="pres">
      <dgm:prSet presAssocID="{AF6AB856-1A50-9C43-9ADC-A4F06038663D}" presName="connectorText" presStyleLbl="sibTrans2D1" presStyleIdx="5" presStyleCnt="6"/>
      <dgm:spPr/>
    </dgm:pt>
    <dgm:pt modelId="{47648A24-091E-A440-9803-7FF254809863}" type="pres">
      <dgm:prSet presAssocID="{F6F247A7-2220-1A40-9750-19741E41E590}" presName="node" presStyleLbl="node1" presStyleIdx="6" presStyleCnt="7" custScaleX="147049" custScaleY="162651" custLinFactX="-952" custLinFactNeighborX="-100000" custLinFactNeighborY="-13895">
        <dgm:presLayoutVars>
          <dgm:bulletEnabled val="1"/>
        </dgm:presLayoutVars>
      </dgm:prSet>
      <dgm:spPr/>
    </dgm:pt>
  </dgm:ptLst>
  <dgm:cxnLst>
    <dgm:cxn modelId="{082E8508-83EE-A145-BE5E-CFFB5290F37A}" type="presOf" srcId="{D9109AE6-731E-0D4E-BC63-26A0BFB46CD8}" destId="{9D560C38-FF45-9045-A810-1BF24480C61F}" srcOrd="0" destOrd="0" presId="urn:microsoft.com/office/officeart/2005/8/layout/process5"/>
    <dgm:cxn modelId="{7C82BA14-E0F8-824A-9142-1FE51D38C079}" srcId="{9E7672C5-E3D7-E94C-9FA6-32B5B5EEB40D}" destId="{512ECD95-0590-DF48-82AF-9004224EC34D}" srcOrd="1" destOrd="0" parTransId="{68E010A8-7AE3-5B46-BECC-9041E62550A5}" sibTransId="{0041A0A6-8C1C-DC49-9BA9-4990AE746A39}"/>
    <dgm:cxn modelId="{A3955329-6C4F-9B44-ABFF-537F9AC21E9D}" type="presOf" srcId="{51773720-7A67-354A-87D9-2EA907FAEC80}" destId="{A154FEDF-EF7F-254C-B605-0D3C10E012F1}" srcOrd="1" destOrd="0" presId="urn:microsoft.com/office/officeart/2005/8/layout/process5"/>
    <dgm:cxn modelId="{345B843E-B7D7-2841-A421-329FB6697626}" type="presOf" srcId="{F6F247A7-2220-1A40-9750-19741E41E590}" destId="{47648A24-091E-A440-9803-7FF254809863}" srcOrd="0" destOrd="0" presId="urn:microsoft.com/office/officeart/2005/8/layout/process5"/>
    <dgm:cxn modelId="{99F7B742-A072-8C4F-B175-FB8438FF6B78}" srcId="{9E7672C5-E3D7-E94C-9FA6-32B5B5EEB40D}" destId="{F6F247A7-2220-1A40-9750-19741E41E590}" srcOrd="6" destOrd="0" parTransId="{F69339D0-ECB8-2347-8E5D-4E5AE6C003C6}" sibTransId="{C8B886FF-235B-3F4B-BD08-127D3B528BAB}"/>
    <dgm:cxn modelId="{E5AEF946-A7D0-6A44-B943-25F40C9C2809}" type="presOf" srcId="{CAB6DF6B-6736-C14C-937D-693069BB37B7}" destId="{7DE86167-FED6-484B-9B39-75818C30BE68}" srcOrd="1" destOrd="0" presId="urn:microsoft.com/office/officeart/2005/8/layout/process5"/>
    <dgm:cxn modelId="{61B80F49-B501-E34B-B9C3-568ED9436A2E}" type="presOf" srcId="{AF6AB856-1A50-9C43-9ADC-A4F06038663D}" destId="{51D6E1CA-56DC-124D-8077-6C5DF4D18494}" srcOrd="0" destOrd="0" presId="urn:microsoft.com/office/officeart/2005/8/layout/process5"/>
    <dgm:cxn modelId="{478CD44E-ADC4-E64A-9F32-D2618F13DD7A}" type="presOf" srcId="{512ECD95-0590-DF48-82AF-9004224EC34D}" destId="{BCC1E542-A582-F347-92E2-47FFAB05B4F4}" srcOrd="0" destOrd="0" presId="urn:microsoft.com/office/officeart/2005/8/layout/process5"/>
    <dgm:cxn modelId="{96594F58-B2C0-7F48-ACE1-C36C6BEEB8BA}" type="presOf" srcId="{640FA55A-B11E-0845-B5D2-CB0C9388494F}" destId="{326859DC-81AC-A14D-930E-03D3AB419642}" srcOrd="0" destOrd="0" presId="urn:microsoft.com/office/officeart/2005/8/layout/process5"/>
    <dgm:cxn modelId="{6E1C0960-E951-434A-961B-B63123B7DB7B}" srcId="{9E7672C5-E3D7-E94C-9FA6-32B5B5EEB40D}" destId="{C7ACAA0F-8428-7D47-B0D7-3099F7B8FCFB}" srcOrd="5" destOrd="0" parTransId="{F3109578-3B0A-6C48-B17C-57B86EEFBF57}" sibTransId="{AF6AB856-1A50-9C43-9ADC-A4F06038663D}"/>
    <dgm:cxn modelId="{CC348B65-7C2E-1E4D-95F9-D5B0959DAEB6}" type="presOf" srcId="{D9109AE6-731E-0D4E-BC63-26A0BFB46CD8}" destId="{A37E27AC-C956-8946-9215-BDF0F1FFEAEC}" srcOrd="1" destOrd="0" presId="urn:microsoft.com/office/officeart/2005/8/layout/process5"/>
    <dgm:cxn modelId="{ABCC7884-8745-E045-B80E-73FA529D9898}" type="presOf" srcId="{2099D60C-3BE6-EF4D-9DB4-EFCD854F47B5}" destId="{004FA4B3-4998-2945-B776-017C90EC168C}" srcOrd="1" destOrd="0" presId="urn:microsoft.com/office/officeart/2005/8/layout/process5"/>
    <dgm:cxn modelId="{FD5CFD8F-E47B-AF40-8CC8-3A30DC94A745}" srcId="{9E7672C5-E3D7-E94C-9FA6-32B5B5EEB40D}" destId="{9188BA0A-8472-144C-BD50-669D98E0CDA5}" srcOrd="4" destOrd="0" parTransId="{6A27F4D7-2E57-A149-BAD5-1FE8A25061F8}" sibTransId="{CAB6DF6B-6736-C14C-937D-693069BB37B7}"/>
    <dgm:cxn modelId="{98E0B298-EF9D-8C4C-9081-239351BF5DC5}" srcId="{9E7672C5-E3D7-E94C-9FA6-32B5B5EEB40D}" destId="{640FA55A-B11E-0845-B5D2-CB0C9388494F}" srcOrd="3" destOrd="0" parTransId="{BF6D80BC-BF2B-A346-B803-5B6FB9A60B0B}" sibTransId="{51773720-7A67-354A-87D9-2EA907FAEC80}"/>
    <dgm:cxn modelId="{753089A2-F994-E642-A1D6-CC6132C64B6A}" srcId="{9E7672C5-E3D7-E94C-9FA6-32B5B5EEB40D}" destId="{7236419C-1A5F-DD4C-BAC7-3A75E7BBCDD9}" srcOrd="0" destOrd="0" parTransId="{716C1250-83AA-9349-858A-5E116580B781}" sibTransId="{2099D60C-3BE6-EF4D-9DB4-EFCD854F47B5}"/>
    <dgm:cxn modelId="{C9231DA5-355E-134F-871F-734C07D9E774}" type="presOf" srcId="{51773720-7A67-354A-87D9-2EA907FAEC80}" destId="{805C6834-FB35-294F-B4C8-3486D3ACB1FC}" srcOrd="0" destOrd="0" presId="urn:microsoft.com/office/officeart/2005/8/layout/process5"/>
    <dgm:cxn modelId="{563291A8-D997-AF4C-96CC-FD5CE74FCF4A}" type="presOf" srcId="{7236419C-1A5F-DD4C-BAC7-3A75E7BBCDD9}" destId="{2C3D3BDD-AEEA-5940-BEF7-E4CEB4F3E8D7}" srcOrd="0" destOrd="0" presId="urn:microsoft.com/office/officeart/2005/8/layout/process5"/>
    <dgm:cxn modelId="{C91E32B2-CA2D-E045-9F68-99AC87CDC691}" type="presOf" srcId="{2099D60C-3BE6-EF4D-9DB4-EFCD854F47B5}" destId="{2006BB91-3B87-DA40-B6AE-2A5108A2EF2F}" srcOrd="0" destOrd="0" presId="urn:microsoft.com/office/officeart/2005/8/layout/process5"/>
    <dgm:cxn modelId="{852EFEC1-F8A5-E241-997A-CBD765D4073C}" type="presOf" srcId="{AF6AB856-1A50-9C43-9ADC-A4F06038663D}" destId="{38D5BF3C-9979-B747-9345-3CDBC081EE76}" srcOrd="1" destOrd="0" presId="urn:microsoft.com/office/officeart/2005/8/layout/process5"/>
    <dgm:cxn modelId="{7BA2D4C9-05FF-EA45-81F1-C3A005A5EDAA}" type="presOf" srcId="{CAB6DF6B-6736-C14C-937D-693069BB37B7}" destId="{13239FAD-D619-4A49-8F9B-6ACE90C6968A}" srcOrd="0" destOrd="0" presId="urn:microsoft.com/office/officeart/2005/8/layout/process5"/>
    <dgm:cxn modelId="{9270ACCA-3886-C140-96CA-A2E28EEA3771}" type="presOf" srcId="{9188BA0A-8472-144C-BD50-669D98E0CDA5}" destId="{DDF3FDD6-440B-A94B-BF4E-63FA31DC858B}" srcOrd="0" destOrd="0" presId="urn:microsoft.com/office/officeart/2005/8/layout/process5"/>
    <dgm:cxn modelId="{4B06F6CD-6465-8344-8380-C2D462E48554}" type="presOf" srcId="{F48C2693-41E3-F74D-9C08-33448EED6769}" destId="{7A3273C6-06DA-2A4F-9E7A-C786AEC7AEAC}" srcOrd="0" destOrd="0" presId="urn:microsoft.com/office/officeart/2005/8/layout/process5"/>
    <dgm:cxn modelId="{A24901D8-0802-2748-A63A-D008597FC976}" type="presOf" srcId="{0041A0A6-8C1C-DC49-9BA9-4990AE746A39}" destId="{373AAE06-BB4C-5B45-B86C-ECC2CDC0D6A5}" srcOrd="1" destOrd="0" presId="urn:microsoft.com/office/officeart/2005/8/layout/process5"/>
    <dgm:cxn modelId="{6E3688D8-B567-B147-A69B-C42C1F5B629A}" srcId="{9E7672C5-E3D7-E94C-9FA6-32B5B5EEB40D}" destId="{F48C2693-41E3-F74D-9C08-33448EED6769}" srcOrd="2" destOrd="0" parTransId="{0A714C79-7C65-E249-91B8-3102722D2652}" sibTransId="{D9109AE6-731E-0D4E-BC63-26A0BFB46CD8}"/>
    <dgm:cxn modelId="{BCDEB8DC-D86B-4A4E-8518-D40C23FC5C3C}" type="presOf" srcId="{0041A0A6-8C1C-DC49-9BA9-4990AE746A39}" destId="{5C63AE9C-3248-D543-A4CF-FBBF3E8FEF02}" srcOrd="0" destOrd="0" presId="urn:microsoft.com/office/officeart/2005/8/layout/process5"/>
    <dgm:cxn modelId="{8AB57CE2-C40C-AF44-B811-2C4E234A0DF4}" type="presOf" srcId="{9E7672C5-E3D7-E94C-9FA6-32B5B5EEB40D}" destId="{7A55DE4A-BC27-1944-8E77-CBAE34C951B8}" srcOrd="0" destOrd="0" presId="urn:microsoft.com/office/officeart/2005/8/layout/process5"/>
    <dgm:cxn modelId="{D91E88ED-7805-1241-8BA1-FB684656372D}" type="presOf" srcId="{C7ACAA0F-8428-7D47-B0D7-3099F7B8FCFB}" destId="{345D1EA6-731A-154F-A4B5-AB0B53187FB6}" srcOrd="0" destOrd="0" presId="urn:microsoft.com/office/officeart/2005/8/layout/process5"/>
    <dgm:cxn modelId="{20CF8260-6132-AB43-ADF0-F6AD4D76C216}" type="presParOf" srcId="{7A55DE4A-BC27-1944-8E77-CBAE34C951B8}" destId="{2C3D3BDD-AEEA-5940-BEF7-E4CEB4F3E8D7}" srcOrd="0" destOrd="0" presId="urn:microsoft.com/office/officeart/2005/8/layout/process5"/>
    <dgm:cxn modelId="{39F79BC4-BCA5-C64C-9999-5052FC625546}" type="presParOf" srcId="{7A55DE4A-BC27-1944-8E77-CBAE34C951B8}" destId="{2006BB91-3B87-DA40-B6AE-2A5108A2EF2F}" srcOrd="1" destOrd="0" presId="urn:microsoft.com/office/officeart/2005/8/layout/process5"/>
    <dgm:cxn modelId="{5D3B5E07-AF77-1348-A6C4-CE85FBAD502F}" type="presParOf" srcId="{2006BB91-3B87-DA40-B6AE-2A5108A2EF2F}" destId="{004FA4B3-4998-2945-B776-017C90EC168C}" srcOrd="0" destOrd="0" presId="urn:microsoft.com/office/officeart/2005/8/layout/process5"/>
    <dgm:cxn modelId="{32C1262B-B545-9A43-AAA5-16481361F436}" type="presParOf" srcId="{7A55DE4A-BC27-1944-8E77-CBAE34C951B8}" destId="{BCC1E542-A582-F347-92E2-47FFAB05B4F4}" srcOrd="2" destOrd="0" presId="urn:microsoft.com/office/officeart/2005/8/layout/process5"/>
    <dgm:cxn modelId="{3E1A5336-E152-874B-BCAF-0827BE70EFA1}" type="presParOf" srcId="{7A55DE4A-BC27-1944-8E77-CBAE34C951B8}" destId="{5C63AE9C-3248-D543-A4CF-FBBF3E8FEF02}" srcOrd="3" destOrd="0" presId="urn:microsoft.com/office/officeart/2005/8/layout/process5"/>
    <dgm:cxn modelId="{A58063FE-A0CC-864A-B455-301E7F1B41C1}" type="presParOf" srcId="{5C63AE9C-3248-D543-A4CF-FBBF3E8FEF02}" destId="{373AAE06-BB4C-5B45-B86C-ECC2CDC0D6A5}" srcOrd="0" destOrd="0" presId="urn:microsoft.com/office/officeart/2005/8/layout/process5"/>
    <dgm:cxn modelId="{770A4A67-374C-DB4D-9282-FD7B18A4B816}" type="presParOf" srcId="{7A55DE4A-BC27-1944-8E77-CBAE34C951B8}" destId="{7A3273C6-06DA-2A4F-9E7A-C786AEC7AEAC}" srcOrd="4" destOrd="0" presId="urn:microsoft.com/office/officeart/2005/8/layout/process5"/>
    <dgm:cxn modelId="{4D229857-4EB2-8044-9D67-20431D659616}" type="presParOf" srcId="{7A55DE4A-BC27-1944-8E77-CBAE34C951B8}" destId="{9D560C38-FF45-9045-A810-1BF24480C61F}" srcOrd="5" destOrd="0" presId="urn:microsoft.com/office/officeart/2005/8/layout/process5"/>
    <dgm:cxn modelId="{5343BC63-DBD9-E645-804D-0B534575F941}" type="presParOf" srcId="{9D560C38-FF45-9045-A810-1BF24480C61F}" destId="{A37E27AC-C956-8946-9215-BDF0F1FFEAEC}" srcOrd="0" destOrd="0" presId="urn:microsoft.com/office/officeart/2005/8/layout/process5"/>
    <dgm:cxn modelId="{DBA83D1B-074A-6147-B62F-302AF799F91A}" type="presParOf" srcId="{7A55DE4A-BC27-1944-8E77-CBAE34C951B8}" destId="{326859DC-81AC-A14D-930E-03D3AB419642}" srcOrd="6" destOrd="0" presId="urn:microsoft.com/office/officeart/2005/8/layout/process5"/>
    <dgm:cxn modelId="{5AB93D99-7679-B842-B3D4-5B7BDF26A88D}" type="presParOf" srcId="{7A55DE4A-BC27-1944-8E77-CBAE34C951B8}" destId="{805C6834-FB35-294F-B4C8-3486D3ACB1FC}" srcOrd="7" destOrd="0" presId="urn:microsoft.com/office/officeart/2005/8/layout/process5"/>
    <dgm:cxn modelId="{5AFEE842-57B7-C449-A8A2-376EDE7CB34F}" type="presParOf" srcId="{805C6834-FB35-294F-B4C8-3486D3ACB1FC}" destId="{A154FEDF-EF7F-254C-B605-0D3C10E012F1}" srcOrd="0" destOrd="0" presId="urn:microsoft.com/office/officeart/2005/8/layout/process5"/>
    <dgm:cxn modelId="{0CE41917-AEA0-044D-82D7-050AE18D0C43}" type="presParOf" srcId="{7A55DE4A-BC27-1944-8E77-CBAE34C951B8}" destId="{DDF3FDD6-440B-A94B-BF4E-63FA31DC858B}" srcOrd="8" destOrd="0" presId="urn:microsoft.com/office/officeart/2005/8/layout/process5"/>
    <dgm:cxn modelId="{771F435C-997B-DA4A-B269-BE107CF16328}" type="presParOf" srcId="{7A55DE4A-BC27-1944-8E77-CBAE34C951B8}" destId="{13239FAD-D619-4A49-8F9B-6ACE90C6968A}" srcOrd="9" destOrd="0" presId="urn:microsoft.com/office/officeart/2005/8/layout/process5"/>
    <dgm:cxn modelId="{BD9B7530-0078-E84A-A1F4-92D4C463FE1C}" type="presParOf" srcId="{13239FAD-D619-4A49-8F9B-6ACE90C6968A}" destId="{7DE86167-FED6-484B-9B39-75818C30BE68}" srcOrd="0" destOrd="0" presId="urn:microsoft.com/office/officeart/2005/8/layout/process5"/>
    <dgm:cxn modelId="{140DD657-3D09-7445-8F63-2785792809A6}" type="presParOf" srcId="{7A55DE4A-BC27-1944-8E77-CBAE34C951B8}" destId="{345D1EA6-731A-154F-A4B5-AB0B53187FB6}" srcOrd="10" destOrd="0" presId="urn:microsoft.com/office/officeart/2005/8/layout/process5"/>
    <dgm:cxn modelId="{1BFB8E43-4F35-D143-9A74-9C77328AF21B}" type="presParOf" srcId="{7A55DE4A-BC27-1944-8E77-CBAE34C951B8}" destId="{51D6E1CA-56DC-124D-8077-6C5DF4D18494}" srcOrd="11" destOrd="0" presId="urn:microsoft.com/office/officeart/2005/8/layout/process5"/>
    <dgm:cxn modelId="{64B4B99E-2BDC-BC47-A5D6-40C73A6674F1}" type="presParOf" srcId="{51D6E1CA-56DC-124D-8077-6C5DF4D18494}" destId="{38D5BF3C-9979-B747-9345-3CDBC081EE76}" srcOrd="0" destOrd="0" presId="urn:microsoft.com/office/officeart/2005/8/layout/process5"/>
    <dgm:cxn modelId="{7F9B0DFB-0E3A-184A-B385-57458EA836B9}" type="presParOf" srcId="{7A55DE4A-BC27-1944-8E77-CBAE34C951B8}" destId="{47648A24-091E-A440-9803-7FF254809863}" srcOrd="12"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81AE4C5-B34E-B04C-863C-E46FFAA4324B}" type="doc">
      <dgm:prSet loTypeId="urn:microsoft.com/office/officeart/2005/8/layout/chevron2" loCatId="process" qsTypeId="urn:microsoft.com/office/officeart/2005/8/quickstyle/simple4" qsCatId="simple" csTypeId="urn:microsoft.com/office/officeart/2005/8/colors/accent1_2" csCatId="accent1" phldr="1"/>
      <dgm:spPr/>
      <dgm:t>
        <a:bodyPr/>
        <a:lstStyle/>
        <a:p>
          <a:endParaRPr lang="en-US"/>
        </a:p>
      </dgm:t>
    </dgm:pt>
    <dgm:pt modelId="{5DA3418E-DB4B-FF42-B123-DBBD66736BD7}">
      <dgm:prSet phldrT="[Text]"/>
      <dgm:spPr>
        <a:solidFill>
          <a:schemeClr val="accent6"/>
        </a:solidFill>
        <a:ln>
          <a:solidFill>
            <a:schemeClr val="accent6"/>
          </a:solidFill>
        </a:ln>
        <a:effectLst/>
      </dgm:spPr>
      <dgm:t>
        <a:bodyPr/>
        <a:lstStyle/>
        <a:p>
          <a:r>
            <a:rPr lang="en-US" dirty="0"/>
            <a:t>1</a:t>
          </a:r>
        </a:p>
      </dgm:t>
    </dgm:pt>
    <dgm:pt modelId="{FA04BA07-BCD5-2142-8676-BFEF0E3B71DF}" type="parTrans" cxnId="{3220F3C0-7C7A-7D4B-897B-58B80CBF0F4E}">
      <dgm:prSet/>
      <dgm:spPr/>
      <dgm:t>
        <a:bodyPr/>
        <a:lstStyle/>
        <a:p>
          <a:endParaRPr lang="en-US"/>
        </a:p>
      </dgm:t>
    </dgm:pt>
    <dgm:pt modelId="{D9665C12-212D-C149-95FA-2C2E0D4140CE}" type="sibTrans" cxnId="{3220F3C0-7C7A-7D4B-897B-58B80CBF0F4E}">
      <dgm:prSet/>
      <dgm:spPr/>
      <dgm:t>
        <a:bodyPr/>
        <a:lstStyle/>
        <a:p>
          <a:endParaRPr lang="en-US"/>
        </a:p>
      </dgm:t>
    </dgm:pt>
    <dgm:pt modelId="{3779CFD1-782F-BE4B-89A7-D7DFF565E1C4}">
      <dgm:prSet phldrT="[Text]" custT="1"/>
      <dgm:spPr>
        <a:ln>
          <a:solidFill>
            <a:schemeClr val="accent6"/>
          </a:solidFill>
        </a:ln>
      </dgm:spPr>
      <dgm:t>
        <a:bodyPr/>
        <a:lstStyle/>
        <a:p>
          <a:r>
            <a:rPr lang="en-NZ" sz="2000" dirty="0"/>
            <a:t>Allocate a slot in the </a:t>
          </a:r>
          <a:r>
            <a:rPr lang="en-NZ" sz="2000" dirty="0">
              <a:solidFill>
                <a:srgbClr val="FF0000"/>
              </a:solidFill>
            </a:rPr>
            <a:t>process table </a:t>
          </a:r>
          <a:r>
            <a:rPr lang="en-NZ" sz="2000" dirty="0"/>
            <a:t>for the new process</a:t>
          </a:r>
          <a:endParaRPr lang="en-US" sz="2000" dirty="0"/>
        </a:p>
      </dgm:t>
    </dgm:pt>
    <dgm:pt modelId="{AC9B584D-4AC9-DE4D-993D-55DB9D9AA3F9}" type="parTrans" cxnId="{502562B5-DFA6-2448-9764-FDE97D130820}">
      <dgm:prSet/>
      <dgm:spPr/>
      <dgm:t>
        <a:bodyPr/>
        <a:lstStyle/>
        <a:p>
          <a:endParaRPr lang="en-US"/>
        </a:p>
      </dgm:t>
    </dgm:pt>
    <dgm:pt modelId="{AAB55CD0-3683-EA4D-8725-75A55F4038BD}" type="sibTrans" cxnId="{502562B5-DFA6-2448-9764-FDE97D130820}">
      <dgm:prSet/>
      <dgm:spPr/>
      <dgm:t>
        <a:bodyPr/>
        <a:lstStyle/>
        <a:p>
          <a:endParaRPr lang="en-US"/>
        </a:p>
      </dgm:t>
    </dgm:pt>
    <dgm:pt modelId="{36E0E8A0-9D23-A745-B131-E1443F3FB08C}">
      <dgm:prSet phldrT="[Text]"/>
      <dgm:spPr>
        <a:solidFill>
          <a:schemeClr val="accent6"/>
        </a:solidFill>
        <a:ln>
          <a:solidFill>
            <a:schemeClr val="accent6"/>
          </a:solidFill>
        </a:ln>
      </dgm:spPr>
      <dgm:t>
        <a:bodyPr/>
        <a:lstStyle/>
        <a:p>
          <a:r>
            <a:rPr lang="en-US" dirty="0"/>
            <a:t>2</a:t>
          </a:r>
        </a:p>
      </dgm:t>
    </dgm:pt>
    <dgm:pt modelId="{1404BCD4-0B01-584F-9553-F36FC69B6327}" type="parTrans" cxnId="{DE052205-2EBE-144E-8E21-2D56C3223C00}">
      <dgm:prSet/>
      <dgm:spPr/>
      <dgm:t>
        <a:bodyPr/>
        <a:lstStyle/>
        <a:p>
          <a:endParaRPr lang="en-US"/>
        </a:p>
      </dgm:t>
    </dgm:pt>
    <dgm:pt modelId="{FE4F06C5-7785-0E41-8120-3B4B38D50BAD}" type="sibTrans" cxnId="{DE052205-2EBE-144E-8E21-2D56C3223C00}">
      <dgm:prSet/>
      <dgm:spPr/>
      <dgm:t>
        <a:bodyPr/>
        <a:lstStyle/>
        <a:p>
          <a:endParaRPr lang="en-US"/>
        </a:p>
      </dgm:t>
    </dgm:pt>
    <dgm:pt modelId="{0A02D992-EF2C-9542-88FA-8321DA1BED4B}">
      <dgm:prSet phldrT="[Text]" custT="1"/>
      <dgm:spPr>
        <a:ln>
          <a:solidFill>
            <a:schemeClr val="accent6"/>
          </a:solidFill>
        </a:ln>
      </dgm:spPr>
      <dgm:t>
        <a:bodyPr/>
        <a:lstStyle/>
        <a:p>
          <a:r>
            <a:rPr lang="en-NZ" sz="2000" dirty="0"/>
            <a:t>Assign a unique </a:t>
          </a:r>
          <a:r>
            <a:rPr lang="en-NZ" sz="2000" dirty="0">
              <a:solidFill>
                <a:srgbClr val="FF0000"/>
              </a:solidFill>
            </a:rPr>
            <a:t>process ID </a:t>
          </a:r>
          <a:r>
            <a:rPr lang="en-NZ" sz="2000" dirty="0"/>
            <a:t>to the child process</a:t>
          </a:r>
          <a:endParaRPr lang="en-US" sz="2000" dirty="0"/>
        </a:p>
      </dgm:t>
    </dgm:pt>
    <dgm:pt modelId="{7DF984F6-AF85-6141-8CAB-501769B62054}" type="parTrans" cxnId="{C29BBD3E-5B2B-2F44-AE08-E09FEC211C43}">
      <dgm:prSet/>
      <dgm:spPr/>
      <dgm:t>
        <a:bodyPr/>
        <a:lstStyle/>
        <a:p>
          <a:endParaRPr lang="en-US"/>
        </a:p>
      </dgm:t>
    </dgm:pt>
    <dgm:pt modelId="{7E8BA9DB-8229-8546-9BFC-4234DBFB60E7}" type="sibTrans" cxnId="{C29BBD3E-5B2B-2F44-AE08-E09FEC211C43}">
      <dgm:prSet/>
      <dgm:spPr/>
      <dgm:t>
        <a:bodyPr/>
        <a:lstStyle/>
        <a:p>
          <a:endParaRPr lang="en-US"/>
        </a:p>
      </dgm:t>
    </dgm:pt>
    <dgm:pt modelId="{8107A9A5-AF29-A94A-93C9-86A17090739D}">
      <dgm:prSet phldrT="[Text]"/>
      <dgm:spPr>
        <a:solidFill>
          <a:schemeClr val="accent6"/>
        </a:solidFill>
        <a:ln>
          <a:solidFill>
            <a:schemeClr val="accent6"/>
          </a:solidFill>
        </a:ln>
      </dgm:spPr>
      <dgm:t>
        <a:bodyPr/>
        <a:lstStyle/>
        <a:p>
          <a:r>
            <a:rPr lang="en-US" dirty="0"/>
            <a:t>3</a:t>
          </a:r>
        </a:p>
      </dgm:t>
    </dgm:pt>
    <dgm:pt modelId="{194D5E64-4DCE-514A-8B6E-DAD267D3A496}" type="parTrans" cxnId="{E7DAFC9A-36D6-9B4C-9BB9-BAE53C685426}">
      <dgm:prSet/>
      <dgm:spPr/>
      <dgm:t>
        <a:bodyPr/>
        <a:lstStyle/>
        <a:p>
          <a:endParaRPr lang="en-US"/>
        </a:p>
      </dgm:t>
    </dgm:pt>
    <dgm:pt modelId="{A9D5C173-FFEC-3A4B-90FC-A22C12164719}" type="sibTrans" cxnId="{E7DAFC9A-36D6-9B4C-9BB9-BAE53C685426}">
      <dgm:prSet/>
      <dgm:spPr/>
      <dgm:t>
        <a:bodyPr/>
        <a:lstStyle/>
        <a:p>
          <a:endParaRPr lang="en-US"/>
        </a:p>
      </dgm:t>
    </dgm:pt>
    <dgm:pt modelId="{DBC54489-8F45-4843-B66E-41358F3602E9}">
      <dgm:prSet phldrT="[Text]" custT="1"/>
      <dgm:spPr>
        <a:ln>
          <a:solidFill>
            <a:schemeClr val="accent6"/>
          </a:solidFill>
        </a:ln>
      </dgm:spPr>
      <dgm:t>
        <a:bodyPr/>
        <a:lstStyle/>
        <a:p>
          <a:r>
            <a:rPr lang="en-NZ" sz="2000" dirty="0"/>
            <a:t>Make a copy of the </a:t>
          </a:r>
          <a:r>
            <a:rPr lang="en-NZ" sz="2000" dirty="0">
              <a:solidFill>
                <a:srgbClr val="FF0000"/>
              </a:solidFill>
            </a:rPr>
            <a:t>process image of the parent</a:t>
          </a:r>
          <a:r>
            <a:rPr lang="en-NZ" sz="2000" dirty="0"/>
            <a:t>, with the </a:t>
          </a:r>
          <a:r>
            <a:rPr lang="en-NZ" sz="2000" dirty="0">
              <a:solidFill>
                <a:srgbClr val="FF0000"/>
              </a:solidFill>
            </a:rPr>
            <a:t>exception</a:t>
          </a:r>
          <a:r>
            <a:rPr lang="en-NZ" sz="2000" dirty="0"/>
            <a:t> of any shared memory</a:t>
          </a:r>
          <a:endParaRPr lang="en-US" sz="2000" dirty="0"/>
        </a:p>
      </dgm:t>
    </dgm:pt>
    <dgm:pt modelId="{3C73E3FD-AE55-094E-B4D4-71BC04766D1C}" type="parTrans" cxnId="{FAC2048F-2FFE-254E-B2B5-33C51D578449}">
      <dgm:prSet/>
      <dgm:spPr/>
      <dgm:t>
        <a:bodyPr/>
        <a:lstStyle/>
        <a:p>
          <a:endParaRPr lang="en-US"/>
        </a:p>
      </dgm:t>
    </dgm:pt>
    <dgm:pt modelId="{C63140C3-E4EA-2D4F-B352-2FF03E8CB2A9}" type="sibTrans" cxnId="{FAC2048F-2FFE-254E-B2B5-33C51D578449}">
      <dgm:prSet/>
      <dgm:spPr/>
      <dgm:t>
        <a:bodyPr/>
        <a:lstStyle/>
        <a:p>
          <a:endParaRPr lang="en-US"/>
        </a:p>
      </dgm:t>
    </dgm:pt>
    <dgm:pt modelId="{1DAC90B7-6707-834B-80BD-1DE5AD7AE15A}">
      <dgm:prSet/>
      <dgm:spPr>
        <a:solidFill>
          <a:schemeClr val="accent6"/>
        </a:solidFill>
        <a:ln>
          <a:solidFill>
            <a:schemeClr val="accent6"/>
          </a:solidFill>
        </a:ln>
      </dgm:spPr>
      <dgm:t>
        <a:bodyPr/>
        <a:lstStyle/>
        <a:p>
          <a:r>
            <a:rPr lang="en-US" dirty="0"/>
            <a:t>4</a:t>
          </a:r>
        </a:p>
      </dgm:t>
    </dgm:pt>
    <dgm:pt modelId="{B9E08E85-D14E-B946-A99B-029A9FEDE95C}" type="parTrans" cxnId="{7FD9EC4D-1085-884E-96A1-96E4A874E814}">
      <dgm:prSet/>
      <dgm:spPr/>
      <dgm:t>
        <a:bodyPr/>
        <a:lstStyle/>
        <a:p>
          <a:endParaRPr lang="en-US"/>
        </a:p>
      </dgm:t>
    </dgm:pt>
    <dgm:pt modelId="{B86CD9FD-DFA4-BB4F-B712-3440552602AD}" type="sibTrans" cxnId="{7FD9EC4D-1085-884E-96A1-96E4A874E814}">
      <dgm:prSet/>
      <dgm:spPr/>
      <dgm:t>
        <a:bodyPr/>
        <a:lstStyle/>
        <a:p>
          <a:endParaRPr lang="en-US"/>
        </a:p>
      </dgm:t>
    </dgm:pt>
    <dgm:pt modelId="{74CDD88A-549F-F944-B90E-DEA6878AEA99}">
      <dgm:prSet/>
      <dgm:spPr>
        <a:solidFill>
          <a:schemeClr val="accent6"/>
        </a:solidFill>
        <a:ln>
          <a:solidFill>
            <a:schemeClr val="accent6"/>
          </a:solidFill>
        </a:ln>
      </dgm:spPr>
      <dgm:t>
        <a:bodyPr/>
        <a:lstStyle/>
        <a:p>
          <a:r>
            <a:rPr lang="en-US" dirty="0"/>
            <a:t>5</a:t>
          </a:r>
        </a:p>
      </dgm:t>
    </dgm:pt>
    <dgm:pt modelId="{DE7AB666-171E-0A4F-A5C0-1133F49195A2}" type="parTrans" cxnId="{E6692BEB-CF2B-E144-9584-8228470EA7CD}">
      <dgm:prSet/>
      <dgm:spPr/>
      <dgm:t>
        <a:bodyPr/>
        <a:lstStyle/>
        <a:p>
          <a:endParaRPr lang="en-US"/>
        </a:p>
      </dgm:t>
    </dgm:pt>
    <dgm:pt modelId="{4A35F8A7-96F2-8D40-8AA4-64E5659F286C}" type="sibTrans" cxnId="{E6692BEB-CF2B-E144-9584-8228470EA7CD}">
      <dgm:prSet/>
      <dgm:spPr/>
      <dgm:t>
        <a:bodyPr/>
        <a:lstStyle/>
        <a:p>
          <a:endParaRPr lang="en-US"/>
        </a:p>
      </dgm:t>
    </dgm:pt>
    <dgm:pt modelId="{F7D1969B-53A1-7645-97E9-91C4D72C24E4}">
      <dgm:prSet/>
      <dgm:spPr>
        <a:solidFill>
          <a:schemeClr val="accent6"/>
        </a:solidFill>
        <a:ln>
          <a:solidFill>
            <a:schemeClr val="accent6"/>
          </a:solidFill>
        </a:ln>
      </dgm:spPr>
      <dgm:t>
        <a:bodyPr/>
        <a:lstStyle/>
        <a:p>
          <a:r>
            <a:rPr lang="en-US" dirty="0"/>
            <a:t>6</a:t>
          </a:r>
        </a:p>
      </dgm:t>
    </dgm:pt>
    <dgm:pt modelId="{33BEEC36-52EB-954C-BCAC-3DF201A8DEF0}" type="parTrans" cxnId="{CC8A9C78-F290-7E42-B54C-262460726544}">
      <dgm:prSet/>
      <dgm:spPr/>
      <dgm:t>
        <a:bodyPr/>
        <a:lstStyle/>
        <a:p>
          <a:endParaRPr lang="en-US"/>
        </a:p>
      </dgm:t>
    </dgm:pt>
    <dgm:pt modelId="{3819723D-8AEF-164A-8996-DE92AC7AB1FC}" type="sibTrans" cxnId="{CC8A9C78-F290-7E42-B54C-262460726544}">
      <dgm:prSet/>
      <dgm:spPr/>
      <dgm:t>
        <a:bodyPr/>
        <a:lstStyle/>
        <a:p>
          <a:endParaRPr lang="en-US"/>
        </a:p>
      </dgm:t>
    </dgm:pt>
    <dgm:pt modelId="{97D8BB99-6DD4-A64D-AD3A-DDED0AB5B805}">
      <dgm:prSet custT="1"/>
      <dgm:spPr>
        <a:ln>
          <a:solidFill>
            <a:schemeClr val="accent6"/>
          </a:solidFill>
        </a:ln>
      </dgm:spPr>
      <dgm:t>
        <a:bodyPr/>
        <a:lstStyle/>
        <a:p>
          <a:r>
            <a:rPr lang="en-NZ" sz="2000" dirty="0"/>
            <a:t>Increments counters for any files owned by the parent, to reflect that an additional process now also owns those files</a:t>
          </a:r>
          <a:endParaRPr lang="en-US" sz="2000" dirty="0"/>
        </a:p>
      </dgm:t>
    </dgm:pt>
    <dgm:pt modelId="{D4EC0175-2A7B-7846-AEC0-2CED9DC198E0}" type="parTrans" cxnId="{9BC9AB2A-1BBE-4447-9A97-EAB40C96F907}">
      <dgm:prSet/>
      <dgm:spPr/>
      <dgm:t>
        <a:bodyPr/>
        <a:lstStyle/>
        <a:p>
          <a:endParaRPr lang="en-US"/>
        </a:p>
      </dgm:t>
    </dgm:pt>
    <dgm:pt modelId="{58F721F1-21CA-7241-BD54-46B71AC774F5}" type="sibTrans" cxnId="{9BC9AB2A-1BBE-4447-9A97-EAB40C96F907}">
      <dgm:prSet/>
      <dgm:spPr/>
      <dgm:t>
        <a:bodyPr/>
        <a:lstStyle/>
        <a:p>
          <a:endParaRPr lang="en-US"/>
        </a:p>
      </dgm:t>
    </dgm:pt>
    <dgm:pt modelId="{A4CC4A05-ABDB-754F-B02E-95B7654E0EF1}">
      <dgm:prSet custT="1"/>
      <dgm:spPr>
        <a:ln>
          <a:solidFill>
            <a:schemeClr val="accent6"/>
          </a:solidFill>
        </a:ln>
      </dgm:spPr>
      <dgm:t>
        <a:bodyPr/>
        <a:lstStyle/>
        <a:p>
          <a:r>
            <a:rPr lang="en-NZ" sz="2000" dirty="0"/>
            <a:t>Assigns the child process to the Ready to Run state</a:t>
          </a:r>
          <a:endParaRPr lang="en-US" sz="2000" dirty="0"/>
        </a:p>
      </dgm:t>
    </dgm:pt>
    <dgm:pt modelId="{7EF3CBB4-1032-D043-84EF-69055739C31A}" type="parTrans" cxnId="{F2914AF2-33E1-844F-A905-FEC3A78D4E8B}">
      <dgm:prSet/>
      <dgm:spPr/>
      <dgm:t>
        <a:bodyPr/>
        <a:lstStyle/>
        <a:p>
          <a:endParaRPr lang="en-US"/>
        </a:p>
      </dgm:t>
    </dgm:pt>
    <dgm:pt modelId="{C0E8C3F6-7FE7-F741-886D-D60EF60160E5}" type="sibTrans" cxnId="{F2914AF2-33E1-844F-A905-FEC3A78D4E8B}">
      <dgm:prSet/>
      <dgm:spPr/>
      <dgm:t>
        <a:bodyPr/>
        <a:lstStyle/>
        <a:p>
          <a:endParaRPr lang="en-US"/>
        </a:p>
      </dgm:t>
    </dgm:pt>
    <dgm:pt modelId="{7EF551BC-457B-274E-8D4B-CC6895033FA5}">
      <dgm:prSet custT="1"/>
      <dgm:spPr>
        <a:ln>
          <a:solidFill>
            <a:schemeClr val="accent6"/>
          </a:solidFill>
        </a:ln>
      </dgm:spPr>
      <dgm:t>
        <a:bodyPr/>
        <a:lstStyle/>
        <a:p>
          <a:r>
            <a:rPr lang="en-NZ" sz="2000" dirty="0">
              <a:solidFill>
                <a:srgbClr val="FF0000"/>
              </a:solidFill>
            </a:rPr>
            <a:t>Returns the ID number of the child to the parent process, and a 0 value to the child process</a:t>
          </a:r>
          <a:endParaRPr lang="en-US" sz="2000" dirty="0">
            <a:solidFill>
              <a:srgbClr val="FF0000"/>
            </a:solidFill>
          </a:endParaRPr>
        </a:p>
      </dgm:t>
    </dgm:pt>
    <dgm:pt modelId="{DD47EC6E-971E-074C-94DF-2D30AF441B4A}" type="parTrans" cxnId="{BED3D458-34AC-1C44-BB3D-3B9541D29711}">
      <dgm:prSet/>
      <dgm:spPr/>
      <dgm:t>
        <a:bodyPr/>
        <a:lstStyle/>
        <a:p>
          <a:endParaRPr lang="en-US"/>
        </a:p>
      </dgm:t>
    </dgm:pt>
    <dgm:pt modelId="{C151EA55-0B67-C64E-AEB3-7ABF9CB63829}" type="sibTrans" cxnId="{BED3D458-34AC-1C44-BB3D-3B9541D29711}">
      <dgm:prSet/>
      <dgm:spPr/>
      <dgm:t>
        <a:bodyPr/>
        <a:lstStyle/>
        <a:p>
          <a:endParaRPr lang="en-US"/>
        </a:p>
      </dgm:t>
    </dgm:pt>
    <dgm:pt modelId="{8926A2B0-745B-6F4C-91B7-E5319D29BACB}" type="pres">
      <dgm:prSet presAssocID="{F81AE4C5-B34E-B04C-863C-E46FFAA4324B}" presName="linearFlow" presStyleCnt="0">
        <dgm:presLayoutVars>
          <dgm:dir/>
          <dgm:animLvl val="lvl"/>
          <dgm:resizeHandles val="exact"/>
        </dgm:presLayoutVars>
      </dgm:prSet>
      <dgm:spPr/>
    </dgm:pt>
    <dgm:pt modelId="{9622AC7A-165F-A548-B86C-9568FB736BB0}" type="pres">
      <dgm:prSet presAssocID="{5DA3418E-DB4B-FF42-B123-DBBD66736BD7}" presName="composite" presStyleCnt="0"/>
      <dgm:spPr/>
    </dgm:pt>
    <dgm:pt modelId="{3ADE00C8-8936-9E44-9966-B4C9443960E7}" type="pres">
      <dgm:prSet presAssocID="{5DA3418E-DB4B-FF42-B123-DBBD66736BD7}" presName="parentText" presStyleLbl="alignNode1" presStyleIdx="0" presStyleCnt="6">
        <dgm:presLayoutVars>
          <dgm:chMax val="1"/>
          <dgm:bulletEnabled val="1"/>
        </dgm:presLayoutVars>
      </dgm:prSet>
      <dgm:spPr/>
    </dgm:pt>
    <dgm:pt modelId="{DE36E0A4-4385-B342-8B67-3BFD80B681D3}" type="pres">
      <dgm:prSet presAssocID="{5DA3418E-DB4B-FF42-B123-DBBD66736BD7}" presName="descendantText" presStyleLbl="alignAcc1" presStyleIdx="0" presStyleCnt="6">
        <dgm:presLayoutVars>
          <dgm:bulletEnabled val="1"/>
        </dgm:presLayoutVars>
      </dgm:prSet>
      <dgm:spPr/>
    </dgm:pt>
    <dgm:pt modelId="{A61784F3-6A36-E845-B5C4-6329C1ADFDB7}" type="pres">
      <dgm:prSet presAssocID="{D9665C12-212D-C149-95FA-2C2E0D4140CE}" presName="sp" presStyleCnt="0"/>
      <dgm:spPr/>
    </dgm:pt>
    <dgm:pt modelId="{4E32278F-E81C-0D45-A730-0D709D1AA132}" type="pres">
      <dgm:prSet presAssocID="{36E0E8A0-9D23-A745-B131-E1443F3FB08C}" presName="composite" presStyleCnt="0"/>
      <dgm:spPr/>
    </dgm:pt>
    <dgm:pt modelId="{DC049674-6133-A04F-8C71-4C489DF415B8}" type="pres">
      <dgm:prSet presAssocID="{36E0E8A0-9D23-A745-B131-E1443F3FB08C}" presName="parentText" presStyleLbl="alignNode1" presStyleIdx="1" presStyleCnt="6">
        <dgm:presLayoutVars>
          <dgm:chMax val="1"/>
          <dgm:bulletEnabled val="1"/>
        </dgm:presLayoutVars>
      </dgm:prSet>
      <dgm:spPr/>
    </dgm:pt>
    <dgm:pt modelId="{E777551D-665B-EF40-A4AE-19569D80B09F}" type="pres">
      <dgm:prSet presAssocID="{36E0E8A0-9D23-A745-B131-E1443F3FB08C}" presName="descendantText" presStyleLbl="alignAcc1" presStyleIdx="1" presStyleCnt="6">
        <dgm:presLayoutVars>
          <dgm:bulletEnabled val="1"/>
        </dgm:presLayoutVars>
      </dgm:prSet>
      <dgm:spPr/>
    </dgm:pt>
    <dgm:pt modelId="{B88EFC02-6B0C-3545-B8BC-D9C3E1F865A4}" type="pres">
      <dgm:prSet presAssocID="{FE4F06C5-7785-0E41-8120-3B4B38D50BAD}" presName="sp" presStyleCnt="0"/>
      <dgm:spPr/>
    </dgm:pt>
    <dgm:pt modelId="{7BB093BB-1900-D54E-90F3-3DA57DCCBB04}" type="pres">
      <dgm:prSet presAssocID="{8107A9A5-AF29-A94A-93C9-86A17090739D}" presName="composite" presStyleCnt="0"/>
      <dgm:spPr/>
    </dgm:pt>
    <dgm:pt modelId="{60D3C4C0-DB41-9549-A77B-1596F4E9BADE}" type="pres">
      <dgm:prSet presAssocID="{8107A9A5-AF29-A94A-93C9-86A17090739D}" presName="parentText" presStyleLbl="alignNode1" presStyleIdx="2" presStyleCnt="6">
        <dgm:presLayoutVars>
          <dgm:chMax val="1"/>
          <dgm:bulletEnabled val="1"/>
        </dgm:presLayoutVars>
      </dgm:prSet>
      <dgm:spPr/>
    </dgm:pt>
    <dgm:pt modelId="{E9ED7F19-3597-CC45-BF98-95FE334E7847}" type="pres">
      <dgm:prSet presAssocID="{8107A9A5-AF29-A94A-93C9-86A17090739D}" presName="descendantText" presStyleLbl="alignAcc1" presStyleIdx="2" presStyleCnt="6">
        <dgm:presLayoutVars>
          <dgm:bulletEnabled val="1"/>
        </dgm:presLayoutVars>
      </dgm:prSet>
      <dgm:spPr/>
    </dgm:pt>
    <dgm:pt modelId="{E5C1B068-E88D-9E46-80B3-B064E16421EE}" type="pres">
      <dgm:prSet presAssocID="{A9D5C173-FFEC-3A4B-90FC-A22C12164719}" presName="sp" presStyleCnt="0"/>
      <dgm:spPr/>
    </dgm:pt>
    <dgm:pt modelId="{12BFE38E-AA77-9147-9563-5B2E10BB83CC}" type="pres">
      <dgm:prSet presAssocID="{1DAC90B7-6707-834B-80BD-1DE5AD7AE15A}" presName="composite" presStyleCnt="0"/>
      <dgm:spPr/>
    </dgm:pt>
    <dgm:pt modelId="{57F9225C-7463-394C-B866-B20156C2172A}" type="pres">
      <dgm:prSet presAssocID="{1DAC90B7-6707-834B-80BD-1DE5AD7AE15A}" presName="parentText" presStyleLbl="alignNode1" presStyleIdx="3" presStyleCnt="6">
        <dgm:presLayoutVars>
          <dgm:chMax val="1"/>
          <dgm:bulletEnabled val="1"/>
        </dgm:presLayoutVars>
      </dgm:prSet>
      <dgm:spPr/>
    </dgm:pt>
    <dgm:pt modelId="{C8D66159-239C-A947-93EB-FF89054E979D}" type="pres">
      <dgm:prSet presAssocID="{1DAC90B7-6707-834B-80BD-1DE5AD7AE15A}" presName="descendantText" presStyleLbl="alignAcc1" presStyleIdx="3" presStyleCnt="6">
        <dgm:presLayoutVars>
          <dgm:bulletEnabled val="1"/>
        </dgm:presLayoutVars>
      </dgm:prSet>
      <dgm:spPr/>
    </dgm:pt>
    <dgm:pt modelId="{722EDF77-AFD0-BF44-8E94-25003368AAB7}" type="pres">
      <dgm:prSet presAssocID="{B86CD9FD-DFA4-BB4F-B712-3440552602AD}" presName="sp" presStyleCnt="0"/>
      <dgm:spPr/>
    </dgm:pt>
    <dgm:pt modelId="{18E35F9B-2DE8-134E-A715-A6BE059FD35D}" type="pres">
      <dgm:prSet presAssocID="{74CDD88A-549F-F944-B90E-DEA6878AEA99}" presName="composite" presStyleCnt="0"/>
      <dgm:spPr/>
    </dgm:pt>
    <dgm:pt modelId="{44CC2E2D-F2DF-9041-993A-5C0D23E88755}" type="pres">
      <dgm:prSet presAssocID="{74CDD88A-549F-F944-B90E-DEA6878AEA99}" presName="parentText" presStyleLbl="alignNode1" presStyleIdx="4" presStyleCnt="6">
        <dgm:presLayoutVars>
          <dgm:chMax val="1"/>
          <dgm:bulletEnabled val="1"/>
        </dgm:presLayoutVars>
      </dgm:prSet>
      <dgm:spPr/>
    </dgm:pt>
    <dgm:pt modelId="{C3846997-357D-6843-BF65-FD04875FAF4D}" type="pres">
      <dgm:prSet presAssocID="{74CDD88A-549F-F944-B90E-DEA6878AEA99}" presName="descendantText" presStyleLbl="alignAcc1" presStyleIdx="4" presStyleCnt="6">
        <dgm:presLayoutVars>
          <dgm:bulletEnabled val="1"/>
        </dgm:presLayoutVars>
      </dgm:prSet>
      <dgm:spPr/>
    </dgm:pt>
    <dgm:pt modelId="{28A1E4CE-5D83-234A-A715-C9F0EC2D0BD2}" type="pres">
      <dgm:prSet presAssocID="{4A35F8A7-96F2-8D40-8AA4-64E5659F286C}" presName="sp" presStyleCnt="0"/>
      <dgm:spPr/>
    </dgm:pt>
    <dgm:pt modelId="{83C3BB4F-6C14-0340-A036-54A2C4F3EEEA}" type="pres">
      <dgm:prSet presAssocID="{F7D1969B-53A1-7645-97E9-91C4D72C24E4}" presName="composite" presStyleCnt="0"/>
      <dgm:spPr/>
    </dgm:pt>
    <dgm:pt modelId="{A78E5709-1C0A-D648-AB3D-891FA8B66E39}" type="pres">
      <dgm:prSet presAssocID="{F7D1969B-53A1-7645-97E9-91C4D72C24E4}" presName="parentText" presStyleLbl="alignNode1" presStyleIdx="5" presStyleCnt="6">
        <dgm:presLayoutVars>
          <dgm:chMax val="1"/>
          <dgm:bulletEnabled val="1"/>
        </dgm:presLayoutVars>
      </dgm:prSet>
      <dgm:spPr/>
    </dgm:pt>
    <dgm:pt modelId="{4E432B58-784D-554A-BE3D-1448B6DB0C1D}" type="pres">
      <dgm:prSet presAssocID="{F7D1969B-53A1-7645-97E9-91C4D72C24E4}" presName="descendantText" presStyleLbl="alignAcc1" presStyleIdx="5" presStyleCnt="6">
        <dgm:presLayoutVars>
          <dgm:bulletEnabled val="1"/>
        </dgm:presLayoutVars>
      </dgm:prSet>
      <dgm:spPr/>
    </dgm:pt>
  </dgm:ptLst>
  <dgm:cxnLst>
    <dgm:cxn modelId="{DE052205-2EBE-144E-8E21-2D56C3223C00}" srcId="{F81AE4C5-B34E-B04C-863C-E46FFAA4324B}" destId="{36E0E8A0-9D23-A745-B131-E1443F3FB08C}" srcOrd="1" destOrd="0" parTransId="{1404BCD4-0B01-584F-9553-F36FC69B6327}" sibTransId="{FE4F06C5-7785-0E41-8120-3B4B38D50BAD}"/>
    <dgm:cxn modelId="{D9748A12-1647-F046-BCE9-98941FE3BBE6}" type="presOf" srcId="{F7D1969B-53A1-7645-97E9-91C4D72C24E4}" destId="{A78E5709-1C0A-D648-AB3D-891FA8B66E39}" srcOrd="0" destOrd="0" presId="urn:microsoft.com/office/officeart/2005/8/layout/chevron2"/>
    <dgm:cxn modelId="{56BD661F-BF5B-2D41-8F68-496EB1A27E58}" type="presOf" srcId="{5DA3418E-DB4B-FF42-B123-DBBD66736BD7}" destId="{3ADE00C8-8936-9E44-9966-B4C9443960E7}" srcOrd="0" destOrd="0" presId="urn:microsoft.com/office/officeart/2005/8/layout/chevron2"/>
    <dgm:cxn modelId="{51924A22-C7B9-7A44-BA28-72CE943A5896}" type="presOf" srcId="{0A02D992-EF2C-9542-88FA-8321DA1BED4B}" destId="{E777551D-665B-EF40-A4AE-19569D80B09F}" srcOrd="0" destOrd="0" presId="urn:microsoft.com/office/officeart/2005/8/layout/chevron2"/>
    <dgm:cxn modelId="{0907DC28-C18D-874F-8534-C7E7AFFEEBEF}" type="presOf" srcId="{A4CC4A05-ABDB-754F-B02E-95B7654E0EF1}" destId="{C3846997-357D-6843-BF65-FD04875FAF4D}" srcOrd="0" destOrd="0" presId="urn:microsoft.com/office/officeart/2005/8/layout/chevron2"/>
    <dgm:cxn modelId="{9BC9AB2A-1BBE-4447-9A97-EAB40C96F907}" srcId="{1DAC90B7-6707-834B-80BD-1DE5AD7AE15A}" destId="{97D8BB99-6DD4-A64D-AD3A-DDED0AB5B805}" srcOrd="0" destOrd="0" parTransId="{D4EC0175-2A7B-7846-AEC0-2CED9DC198E0}" sibTransId="{58F721F1-21CA-7241-BD54-46B71AC774F5}"/>
    <dgm:cxn modelId="{C29BBD3E-5B2B-2F44-AE08-E09FEC211C43}" srcId="{36E0E8A0-9D23-A745-B131-E1443F3FB08C}" destId="{0A02D992-EF2C-9542-88FA-8321DA1BED4B}" srcOrd="0" destOrd="0" parTransId="{7DF984F6-AF85-6141-8CAB-501769B62054}" sibTransId="{7E8BA9DB-8229-8546-9BFC-4234DBFB60E7}"/>
    <dgm:cxn modelId="{7FD9EC4D-1085-884E-96A1-96E4A874E814}" srcId="{F81AE4C5-B34E-B04C-863C-E46FFAA4324B}" destId="{1DAC90B7-6707-834B-80BD-1DE5AD7AE15A}" srcOrd="3" destOrd="0" parTransId="{B9E08E85-D14E-B946-A99B-029A9FEDE95C}" sibTransId="{B86CD9FD-DFA4-BB4F-B712-3440552602AD}"/>
    <dgm:cxn modelId="{BED3D458-34AC-1C44-BB3D-3B9541D29711}" srcId="{F7D1969B-53A1-7645-97E9-91C4D72C24E4}" destId="{7EF551BC-457B-274E-8D4B-CC6895033FA5}" srcOrd="0" destOrd="0" parTransId="{DD47EC6E-971E-074C-94DF-2D30AF441B4A}" sibTransId="{C151EA55-0B67-C64E-AEB3-7ABF9CB63829}"/>
    <dgm:cxn modelId="{308B7A5C-FAA8-A642-A490-C8DE38CB335D}" type="presOf" srcId="{F81AE4C5-B34E-B04C-863C-E46FFAA4324B}" destId="{8926A2B0-745B-6F4C-91B7-E5319D29BACB}" srcOrd="0" destOrd="0" presId="urn:microsoft.com/office/officeart/2005/8/layout/chevron2"/>
    <dgm:cxn modelId="{CC8A9C78-F290-7E42-B54C-262460726544}" srcId="{F81AE4C5-B34E-B04C-863C-E46FFAA4324B}" destId="{F7D1969B-53A1-7645-97E9-91C4D72C24E4}" srcOrd="5" destOrd="0" parTransId="{33BEEC36-52EB-954C-BCAC-3DF201A8DEF0}" sibTransId="{3819723D-8AEF-164A-8996-DE92AC7AB1FC}"/>
    <dgm:cxn modelId="{2ECB4B7F-8CC5-E641-B13F-7E1B208F0C76}" type="presOf" srcId="{1DAC90B7-6707-834B-80BD-1DE5AD7AE15A}" destId="{57F9225C-7463-394C-B866-B20156C2172A}" srcOrd="0" destOrd="0" presId="urn:microsoft.com/office/officeart/2005/8/layout/chevron2"/>
    <dgm:cxn modelId="{FAC2048F-2FFE-254E-B2B5-33C51D578449}" srcId="{8107A9A5-AF29-A94A-93C9-86A17090739D}" destId="{DBC54489-8F45-4843-B66E-41358F3602E9}" srcOrd="0" destOrd="0" parTransId="{3C73E3FD-AE55-094E-B4D4-71BC04766D1C}" sibTransId="{C63140C3-E4EA-2D4F-B352-2FF03E8CB2A9}"/>
    <dgm:cxn modelId="{D297AB94-C8F4-4646-AB24-F9F845BA51E8}" type="presOf" srcId="{36E0E8A0-9D23-A745-B131-E1443F3FB08C}" destId="{DC049674-6133-A04F-8C71-4C489DF415B8}" srcOrd="0" destOrd="0" presId="urn:microsoft.com/office/officeart/2005/8/layout/chevron2"/>
    <dgm:cxn modelId="{95CF7096-10FB-1C40-84BA-20634384EBFD}" type="presOf" srcId="{74CDD88A-549F-F944-B90E-DEA6878AEA99}" destId="{44CC2E2D-F2DF-9041-993A-5C0D23E88755}" srcOrd="0" destOrd="0" presId="urn:microsoft.com/office/officeart/2005/8/layout/chevron2"/>
    <dgm:cxn modelId="{E7DAFC9A-36D6-9B4C-9BB9-BAE53C685426}" srcId="{F81AE4C5-B34E-B04C-863C-E46FFAA4324B}" destId="{8107A9A5-AF29-A94A-93C9-86A17090739D}" srcOrd="2" destOrd="0" parTransId="{194D5E64-4DCE-514A-8B6E-DAD267D3A496}" sibTransId="{A9D5C173-FFEC-3A4B-90FC-A22C12164719}"/>
    <dgm:cxn modelId="{025A13B2-11DE-9E42-9659-2507EEEFCE5B}" type="presOf" srcId="{3779CFD1-782F-BE4B-89A7-D7DFF565E1C4}" destId="{DE36E0A4-4385-B342-8B67-3BFD80B681D3}" srcOrd="0" destOrd="0" presId="urn:microsoft.com/office/officeart/2005/8/layout/chevron2"/>
    <dgm:cxn modelId="{502562B5-DFA6-2448-9764-FDE97D130820}" srcId="{5DA3418E-DB4B-FF42-B123-DBBD66736BD7}" destId="{3779CFD1-782F-BE4B-89A7-D7DFF565E1C4}" srcOrd="0" destOrd="0" parTransId="{AC9B584D-4AC9-DE4D-993D-55DB9D9AA3F9}" sibTransId="{AAB55CD0-3683-EA4D-8725-75A55F4038BD}"/>
    <dgm:cxn modelId="{3220F3C0-7C7A-7D4B-897B-58B80CBF0F4E}" srcId="{F81AE4C5-B34E-B04C-863C-E46FFAA4324B}" destId="{5DA3418E-DB4B-FF42-B123-DBBD66736BD7}" srcOrd="0" destOrd="0" parTransId="{FA04BA07-BCD5-2142-8676-BFEF0E3B71DF}" sibTransId="{D9665C12-212D-C149-95FA-2C2E0D4140CE}"/>
    <dgm:cxn modelId="{2A9AC3CB-1D20-8D46-BD5A-79F7E563557F}" type="presOf" srcId="{DBC54489-8F45-4843-B66E-41358F3602E9}" destId="{E9ED7F19-3597-CC45-BF98-95FE334E7847}" srcOrd="0" destOrd="0" presId="urn:microsoft.com/office/officeart/2005/8/layout/chevron2"/>
    <dgm:cxn modelId="{809E29D6-60D0-A144-990D-33F310BDDDDD}" type="presOf" srcId="{97D8BB99-6DD4-A64D-AD3A-DDED0AB5B805}" destId="{C8D66159-239C-A947-93EB-FF89054E979D}" srcOrd="0" destOrd="0" presId="urn:microsoft.com/office/officeart/2005/8/layout/chevron2"/>
    <dgm:cxn modelId="{F8E397D9-55E6-6144-A878-244EA0402EDB}" type="presOf" srcId="{7EF551BC-457B-274E-8D4B-CC6895033FA5}" destId="{4E432B58-784D-554A-BE3D-1448B6DB0C1D}" srcOrd="0" destOrd="0" presId="urn:microsoft.com/office/officeart/2005/8/layout/chevron2"/>
    <dgm:cxn modelId="{B198D1DE-67FF-224B-8F04-2ECF07C9ADF2}" type="presOf" srcId="{8107A9A5-AF29-A94A-93C9-86A17090739D}" destId="{60D3C4C0-DB41-9549-A77B-1596F4E9BADE}" srcOrd="0" destOrd="0" presId="urn:microsoft.com/office/officeart/2005/8/layout/chevron2"/>
    <dgm:cxn modelId="{E6692BEB-CF2B-E144-9584-8228470EA7CD}" srcId="{F81AE4C5-B34E-B04C-863C-E46FFAA4324B}" destId="{74CDD88A-549F-F944-B90E-DEA6878AEA99}" srcOrd="4" destOrd="0" parTransId="{DE7AB666-171E-0A4F-A5C0-1133F49195A2}" sibTransId="{4A35F8A7-96F2-8D40-8AA4-64E5659F286C}"/>
    <dgm:cxn modelId="{F2914AF2-33E1-844F-A905-FEC3A78D4E8B}" srcId="{74CDD88A-549F-F944-B90E-DEA6878AEA99}" destId="{A4CC4A05-ABDB-754F-B02E-95B7654E0EF1}" srcOrd="0" destOrd="0" parTransId="{7EF3CBB4-1032-D043-84EF-69055739C31A}" sibTransId="{C0E8C3F6-7FE7-F741-886D-D60EF60160E5}"/>
    <dgm:cxn modelId="{C91BEBE4-76B8-2244-9CD1-A5E5B7F091FF}" type="presParOf" srcId="{8926A2B0-745B-6F4C-91B7-E5319D29BACB}" destId="{9622AC7A-165F-A548-B86C-9568FB736BB0}" srcOrd="0" destOrd="0" presId="urn:microsoft.com/office/officeart/2005/8/layout/chevron2"/>
    <dgm:cxn modelId="{DDF98BF4-689E-B340-B878-8859E5DB62AC}" type="presParOf" srcId="{9622AC7A-165F-A548-B86C-9568FB736BB0}" destId="{3ADE00C8-8936-9E44-9966-B4C9443960E7}" srcOrd="0" destOrd="0" presId="urn:microsoft.com/office/officeart/2005/8/layout/chevron2"/>
    <dgm:cxn modelId="{B6B61029-16D2-9547-81AF-78898BE99178}" type="presParOf" srcId="{9622AC7A-165F-A548-B86C-9568FB736BB0}" destId="{DE36E0A4-4385-B342-8B67-3BFD80B681D3}" srcOrd="1" destOrd="0" presId="urn:microsoft.com/office/officeart/2005/8/layout/chevron2"/>
    <dgm:cxn modelId="{4400681D-BFEE-544A-942B-429EE2CFB127}" type="presParOf" srcId="{8926A2B0-745B-6F4C-91B7-E5319D29BACB}" destId="{A61784F3-6A36-E845-B5C4-6329C1ADFDB7}" srcOrd="1" destOrd="0" presId="urn:microsoft.com/office/officeart/2005/8/layout/chevron2"/>
    <dgm:cxn modelId="{C2D3367C-157A-D643-A44F-9448F3821F99}" type="presParOf" srcId="{8926A2B0-745B-6F4C-91B7-E5319D29BACB}" destId="{4E32278F-E81C-0D45-A730-0D709D1AA132}" srcOrd="2" destOrd="0" presId="urn:microsoft.com/office/officeart/2005/8/layout/chevron2"/>
    <dgm:cxn modelId="{780099F0-4CD9-7647-BB46-6F974A054868}" type="presParOf" srcId="{4E32278F-E81C-0D45-A730-0D709D1AA132}" destId="{DC049674-6133-A04F-8C71-4C489DF415B8}" srcOrd="0" destOrd="0" presId="urn:microsoft.com/office/officeart/2005/8/layout/chevron2"/>
    <dgm:cxn modelId="{FCB07308-2556-6C46-904E-B0A8FB6DD656}" type="presParOf" srcId="{4E32278F-E81C-0D45-A730-0D709D1AA132}" destId="{E777551D-665B-EF40-A4AE-19569D80B09F}" srcOrd="1" destOrd="0" presId="urn:microsoft.com/office/officeart/2005/8/layout/chevron2"/>
    <dgm:cxn modelId="{3AF91996-1BEF-6E4B-A13F-1321E466C000}" type="presParOf" srcId="{8926A2B0-745B-6F4C-91B7-E5319D29BACB}" destId="{B88EFC02-6B0C-3545-B8BC-D9C3E1F865A4}" srcOrd="3" destOrd="0" presId="urn:microsoft.com/office/officeart/2005/8/layout/chevron2"/>
    <dgm:cxn modelId="{DA695AA4-43E1-CF47-B355-60438D9822CF}" type="presParOf" srcId="{8926A2B0-745B-6F4C-91B7-E5319D29BACB}" destId="{7BB093BB-1900-D54E-90F3-3DA57DCCBB04}" srcOrd="4" destOrd="0" presId="urn:microsoft.com/office/officeart/2005/8/layout/chevron2"/>
    <dgm:cxn modelId="{B14FC986-A09E-6346-980E-FDB33860078B}" type="presParOf" srcId="{7BB093BB-1900-D54E-90F3-3DA57DCCBB04}" destId="{60D3C4C0-DB41-9549-A77B-1596F4E9BADE}" srcOrd="0" destOrd="0" presId="urn:microsoft.com/office/officeart/2005/8/layout/chevron2"/>
    <dgm:cxn modelId="{DBD1D671-5248-014B-83E5-5D56E91DC1F7}" type="presParOf" srcId="{7BB093BB-1900-D54E-90F3-3DA57DCCBB04}" destId="{E9ED7F19-3597-CC45-BF98-95FE334E7847}" srcOrd="1" destOrd="0" presId="urn:microsoft.com/office/officeart/2005/8/layout/chevron2"/>
    <dgm:cxn modelId="{875F08A5-40E1-404D-B1B2-84FB59F8F05F}" type="presParOf" srcId="{8926A2B0-745B-6F4C-91B7-E5319D29BACB}" destId="{E5C1B068-E88D-9E46-80B3-B064E16421EE}" srcOrd="5" destOrd="0" presId="urn:microsoft.com/office/officeart/2005/8/layout/chevron2"/>
    <dgm:cxn modelId="{321F94AF-78F7-A74C-B6A6-347E4C83BED4}" type="presParOf" srcId="{8926A2B0-745B-6F4C-91B7-E5319D29BACB}" destId="{12BFE38E-AA77-9147-9563-5B2E10BB83CC}" srcOrd="6" destOrd="0" presId="urn:microsoft.com/office/officeart/2005/8/layout/chevron2"/>
    <dgm:cxn modelId="{3DC343E4-8210-DD40-BEE3-83240CBB134F}" type="presParOf" srcId="{12BFE38E-AA77-9147-9563-5B2E10BB83CC}" destId="{57F9225C-7463-394C-B866-B20156C2172A}" srcOrd="0" destOrd="0" presId="urn:microsoft.com/office/officeart/2005/8/layout/chevron2"/>
    <dgm:cxn modelId="{3C488102-E23E-6942-AD3A-79A537555B6C}" type="presParOf" srcId="{12BFE38E-AA77-9147-9563-5B2E10BB83CC}" destId="{C8D66159-239C-A947-93EB-FF89054E979D}" srcOrd="1" destOrd="0" presId="urn:microsoft.com/office/officeart/2005/8/layout/chevron2"/>
    <dgm:cxn modelId="{BD063446-D0C8-4F4C-B58E-4300EB809310}" type="presParOf" srcId="{8926A2B0-745B-6F4C-91B7-E5319D29BACB}" destId="{722EDF77-AFD0-BF44-8E94-25003368AAB7}" srcOrd="7" destOrd="0" presId="urn:microsoft.com/office/officeart/2005/8/layout/chevron2"/>
    <dgm:cxn modelId="{136CA76D-A9A9-B445-A953-B850B9E0A4F5}" type="presParOf" srcId="{8926A2B0-745B-6F4C-91B7-E5319D29BACB}" destId="{18E35F9B-2DE8-134E-A715-A6BE059FD35D}" srcOrd="8" destOrd="0" presId="urn:microsoft.com/office/officeart/2005/8/layout/chevron2"/>
    <dgm:cxn modelId="{874752BA-AD99-2149-B263-C88E18A7FCFD}" type="presParOf" srcId="{18E35F9B-2DE8-134E-A715-A6BE059FD35D}" destId="{44CC2E2D-F2DF-9041-993A-5C0D23E88755}" srcOrd="0" destOrd="0" presId="urn:microsoft.com/office/officeart/2005/8/layout/chevron2"/>
    <dgm:cxn modelId="{7A527C34-E7FB-7B48-964E-0DC9939E7B7C}" type="presParOf" srcId="{18E35F9B-2DE8-134E-A715-A6BE059FD35D}" destId="{C3846997-357D-6843-BF65-FD04875FAF4D}" srcOrd="1" destOrd="0" presId="urn:microsoft.com/office/officeart/2005/8/layout/chevron2"/>
    <dgm:cxn modelId="{E2DA0EAE-2F98-364E-9ABB-9F83497EAE11}" type="presParOf" srcId="{8926A2B0-745B-6F4C-91B7-E5319D29BACB}" destId="{28A1E4CE-5D83-234A-A715-C9F0EC2D0BD2}" srcOrd="9" destOrd="0" presId="urn:microsoft.com/office/officeart/2005/8/layout/chevron2"/>
    <dgm:cxn modelId="{C7A1F205-065D-5249-8FD5-23C205CE00B9}" type="presParOf" srcId="{8926A2B0-745B-6F4C-91B7-E5319D29BACB}" destId="{83C3BB4F-6C14-0340-A036-54A2C4F3EEEA}" srcOrd="10" destOrd="0" presId="urn:microsoft.com/office/officeart/2005/8/layout/chevron2"/>
    <dgm:cxn modelId="{1DD56D43-FB66-FF4C-8B7B-0C3C53560F3E}" type="presParOf" srcId="{83C3BB4F-6C14-0340-A036-54A2C4F3EEEA}" destId="{A78E5709-1C0A-D648-AB3D-891FA8B66E39}" srcOrd="0" destOrd="0" presId="urn:microsoft.com/office/officeart/2005/8/layout/chevron2"/>
    <dgm:cxn modelId="{BC56CC77-A816-2A44-9502-35D8BFC9E984}" type="presParOf" srcId="{83C3BB4F-6C14-0340-A036-54A2C4F3EEEA}" destId="{4E432B58-784D-554A-BE3D-1448B6DB0C1D}"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F28402-8223-1345-8F86-B41D09DF4999}">
      <dsp:nvSpPr>
        <dsp:cNvPr id="0" name=""/>
        <dsp:cNvSpPr/>
      </dsp:nvSpPr>
      <dsp:spPr>
        <a:xfrm>
          <a:off x="19017" y="266"/>
          <a:ext cx="2350302" cy="961954"/>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rtl="0">
            <a:lnSpc>
              <a:spcPct val="90000"/>
            </a:lnSpc>
            <a:spcBef>
              <a:spcPct val="0"/>
            </a:spcBef>
            <a:spcAft>
              <a:spcPct val="35000"/>
            </a:spcAft>
            <a:buNone/>
          </a:pPr>
          <a:r>
            <a:rPr lang="en-US" sz="2400" b="1" i="1" kern="1200" dirty="0"/>
            <a:t>Process Trace</a:t>
          </a:r>
        </a:p>
        <a:p>
          <a:pPr marL="0" lvl="0" indent="0" algn="ctr" defTabSz="1066800" rtl="0">
            <a:lnSpc>
              <a:spcPct val="90000"/>
            </a:lnSpc>
            <a:spcBef>
              <a:spcPct val="0"/>
            </a:spcBef>
            <a:spcAft>
              <a:spcPct val="35000"/>
            </a:spcAft>
            <a:buNone/>
          </a:pPr>
          <a:r>
            <a:rPr lang="zh-CN" altLang="en-US" sz="2400" b="1" i="0" kern="1200" dirty="0"/>
            <a:t>（进程轨迹）</a:t>
          </a:r>
          <a:endParaRPr lang="en-US" sz="2400" i="0" kern="1200" dirty="0"/>
        </a:p>
      </dsp:txBody>
      <dsp:txXfrm>
        <a:off x="47192" y="28441"/>
        <a:ext cx="2293952" cy="905604"/>
      </dsp:txXfrm>
    </dsp:sp>
    <dsp:sp modelId="{6792DD43-5CA5-8E48-AF98-B37112383575}">
      <dsp:nvSpPr>
        <dsp:cNvPr id="0" name=""/>
        <dsp:cNvSpPr/>
      </dsp:nvSpPr>
      <dsp:spPr>
        <a:xfrm>
          <a:off x="254047" y="962220"/>
          <a:ext cx="1059691" cy="911141"/>
        </a:xfrm>
        <a:custGeom>
          <a:avLst/>
          <a:gdLst/>
          <a:ahLst/>
          <a:cxnLst/>
          <a:rect l="0" t="0" r="0" b="0"/>
          <a:pathLst>
            <a:path>
              <a:moveTo>
                <a:pt x="0" y="0"/>
              </a:moveTo>
              <a:lnTo>
                <a:pt x="0" y="911141"/>
              </a:lnTo>
              <a:lnTo>
                <a:pt x="1059691" y="911141"/>
              </a:lnTo>
            </a:path>
          </a:pathLst>
        </a:custGeom>
        <a:noFill/>
        <a:ln w="19050"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08D83BD6-2A2F-574C-9D5C-736CF5FE7520}">
      <dsp:nvSpPr>
        <dsp:cNvPr id="0" name=""/>
        <dsp:cNvSpPr/>
      </dsp:nvSpPr>
      <dsp:spPr>
        <a:xfrm>
          <a:off x="1313739" y="1072600"/>
          <a:ext cx="4567396" cy="1601524"/>
        </a:xfrm>
        <a:prstGeom prst="roundRect">
          <a:avLst>
            <a:gd name="adj" fmla="val 10000"/>
          </a:avLst>
        </a:prstGeom>
        <a:solidFill>
          <a:schemeClr val="accent1">
            <a:lumMod val="20000"/>
            <a:lumOff val="80000"/>
            <a:alpha val="90000"/>
          </a:schemeClr>
        </a:solidFill>
        <a:ln w="19050" cap="flat" cmpd="sng" algn="ctr">
          <a:solidFill>
            <a:scrgbClr r="0" g="0" b="0"/>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Microsoft YaHei UI" panose="020B0503020204020204" pitchFamily="34" charset="-122"/>
              <a:ea typeface="Microsoft YaHei UI" panose="020B0503020204020204" pitchFamily="34" charset="-122"/>
            </a:rPr>
            <a:t>the behavior of an individual process by listing </a:t>
          </a:r>
          <a:r>
            <a:rPr lang="en-US" sz="2000" kern="1200" dirty="0">
              <a:solidFill>
                <a:srgbClr val="FF0000"/>
              </a:solidFill>
              <a:latin typeface="Microsoft YaHei UI" panose="020B0503020204020204" pitchFamily="34" charset="-122"/>
              <a:ea typeface="Microsoft YaHei UI" panose="020B0503020204020204" pitchFamily="34" charset="-122"/>
            </a:rPr>
            <a:t>the sequence of instructions that execute</a:t>
          </a:r>
          <a:r>
            <a:rPr lang="en-US" sz="2000" kern="1200" dirty="0">
              <a:latin typeface="Microsoft YaHei UI" panose="020B0503020204020204" pitchFamily="34" charset="-122"/>
              <a:ea typeface="Microsoft YaHei UI" panose="020B0503020204020204" pitchFamily="34" charset="-122"/>
            </a:rPr>
            <a:t> for that process</a:t>
          </a:r>
        </a:p>
      </dsp:txBody>
      <dsp:txXfrm>
        <a:off x="1360646" y="1119507"/>
        <a:ext cx="4473582" cy="1507710"/>
      </dsp:txXfrm>
    </dsp:sp>
    <dsp:sp modelId="{1C89C9B8-759F-944F-AA18-FE790C10A65E}">
      <dsp:nvSpPr>
        <dsp:cNvPr id="0" name=""/>
        <dsp:cNvSpPr/>
      </dsp:nvSpPr>
      <dsp:spPr>
        <a:xfrm>
          <a:off x="254047" y="962220"/>
          <a:ext cx="1399903" cy="2666485"/>
        </a:xfrm>
        <a:custGeom>
          <a:avLst/>
          <a:gdLst/>
          <a:ahLst/>
          <a:cxnLst/>
          <a:rect l="0" t="0" r="0" b="0"/>
          <a:pathLst>
            <a:path>
              <a:moveTo>
                <a:pt x="0" y="0"/>
              </a:moveTo>
              <a:lnTo>
                <a:pt x="0" y="2666485"/>
              </a:lnTo>
              <a:lnTo>
                <a:pt x="1399903" y="2666485"/>
              </a:lnTo>
            </a:path>
          </a:pathLst>
        </a:custGeom>
        <a:noFill/>
        <a:ln w="19050"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1C076669-4CFF-0B4F-8B31-76E9F2CCEE9B}">
      <dsp:nvSpPr>
        <dsp:cNvPr id="0" name=""/>
        <dsp:cNvSpPr/>
      </dsp:nvSpPr>
      <dsp:spPr>
        <a:xfrm>
          <a:off x="1653951" y="2914011"/>
          <a:ext cx="4592980" cy="1429388"/>
        </a:xfrm>
        <a:prstGeom prst="roundRect">
          <a:avLst>
            <a:gd name="adj" fmla="val 10000"/>
          </a:avLst>
        </a:prstGeom>
        <a:solidFill>
          <a:schemeClr val="accent1">
            <a:lumMod val="20000"/>
            <a:lumOff val="80000"/>
            <a:alpha val="90000"/>
          </a:schemeClr>
        </a:solidFill>
        <a:ln w="19050" cap="flat" cmpd="sng" algn="ctr">
          <a:solidFill>
            <a:scrgbClr r="0" g="0" b="0"/>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Microsoft YaHei UI" panose="020B0503020204020204" pitchFamily="34" charset="-122"/>
              <a:ea typeface="Microsoft YaHei UI" panose="020B0503020204020204" pitchFamily="34" charset="-122"/>
            </a:rPr>
            <a:t>the behavior of the processor can be characterized by </a:t>
          </a:r>
          <a:r>
            <a:rPr lang="en-US" sz="2000" kern="1200" dirty="0">
              <a:solidFill>
                <a:srgbClr val="FF0000"/>
              </a:solidFill>
              <a:latin typeface="Microsoft YaHei UI" panose="020B0503020204020204" pitchFamily="34" charset="-122"/>
              <a:ea typeface="Microsoft YaHei UI" panose="020B0503020204020204" pitchFamily="34" charset="-122"/>
            </a:rPr>
            <a:t>showing how the traces of the various processes are interleaved</a:t>
          </a:r>
        </a:p>
      </dsp:txBody>
      <dsp:txXfrm>
        <a:off x="1695816" y="2955876"/>
        <a:ext cx="4509250" cy="1345658"/>
      </dsp:txXfrm>
    </dsp:sp>
    <dsp:sp modelId="{64F1C8D8-40A2-DF44-AC72-3FFC719959BB}">
      <dsp:nvSpPr>
        <dsp:cNvPr id="0" name=""/>
        <dsp:cNvSpPr/>
      </dsp:nvSpPr>
      <dsp:spPr>
        <a:xfrm>
          <a:off x="6099227" y="13084"/>
          <a:ext cx="2463052" cy="1027411"/>
        </a:xfrm>
        <a:prstGeom prst="roundRect">
          <a:avLst>
            <a:gd name="adj" fmla="val 10000"/>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rtl="0">
            <a:lnSpc>
              <a:spcPct val="90000"/>
            </a:lnSpc>
            <a:spcBef>
              <a:spcPct val="0"/>
            </a:spcBef>
            <a:spcAft>
              <a:spcPct val="35000"/>
            </a:spcAft>
            <a:buNone/>
          </a:pPr>
          <a:r>
            <a:rPr lang="en-US" sz="2400" b="1" i="1" kern="1200" dirty="0"/>
            <a:t>Dispatcher</a:t>
          </a:r>
        </a:p>
        <a:p>
          <a:pPr marL="0" lvl="0" indent="0" algn="ctr" defTabSz="1066800" rtl="0">
            <a:lnSpc>
              <a:spcPct val="90000"/>
            </a:lnSpc>
            <a:spcBef>
              <a:spcPct val="0"/>
            </a:spcBef>
            <a:spcAft>
              <a:spcPct val="35000"/>
            </a:spcAft>
            <a:buNone/>
          </a:pPr>
          <a:r>
            <a:rPr lang="en-US" altLang="zh-CN" sz="2400" i="0" kern="1200" dirty="0"/>
            <a:t>(</a:t>
          </a:r>
          <a:r>
            <a:rPr lang="zh-CN" altLang="en-US" sz="2400" i="0" kern="1200" dirty="0"/>
            <a:t>调度器</a:t>
          </a:r>
          <a:r>
            <a:rPr lang="en-US" altLang="zh-CN" sz="2400" i="0" kern="1200" dirty="0"/>
            <a:t>or</a:t>
          </a:r>
          <a:r>
            <a:rPr lang="zh-CN" altLang="en-US" sz="2400" i="0" kern="1200" dirty="0"/>
            <a:t>分派器</a:t>
          </a:r>
          <a:r>
            <a:rPr lang="en-US" altLang="zh-CN" sz="2400" i="0" kern="1200" dirty="0"/>
            <a:t>)</a:t>
          </a:r>
          <a:r>
            <a:rPr lang="en-US" sz="2400" i="0" kern="1200" dirty="0"/>
            <a:t>  </a:t>
          </a:r>
        </a:p>
      </dsp:txBody>
      <dsp:txXfrm>
        <a:off x="6129319" y="43176"/>
        <a:ext cx="2402868" cy="967227"/>
      </dsp:txXfrm>
    </dsp:sp>
    <dsp:sp modelId="{4F8FA6E2-0E58-0840-912D-8E16EF91B389}">
      <dsp:nvSpPr>
        <dsp:cNvPr id="0" name=""/>
        <dsp:cNvSpPr/>
      </dsp:nvSpPr>
      <dsp:spPr>
        <a:xfrm>
          <a:off x="6345532" y="1040495"/>
          <a:ext cx="612744" cy="967537"/>
        </a:xfrm>
        <a:custGeom>
          <a:avLst/>
          <a:gdLst/>
          <a:ahLst/>
          <a:cxnLst/>
          <a:rect l="0" t="0" r="0" b="0"/>
          <a:pathLst>
            <a:path>
              <a:moveTo>
                <a:pt x="0" y="0"/>
              </a:moveTo>
              <a:lnTo>
                <a:pt x="0" y="967537"/>
              </a:lnTo>
              <a:lnTo>
                <a:pt x="612744" y="967537"/>
              </a:lnTo>
            </a:path>
          </a:pathLst>
        </a:custGeom>
        <a:noFill/>
        <a:ln w="19050" cap="flat" cmpd="sng" algn="ctr">
          <a:solidFill>
            <a:scrgbClr r="0" g="0" b="0"/>
          </a:solidFill>
          <a:prstDash val="solid"/>
          <a:miter lim="800000"/>
        </a:ln>
        <a:effectLst/>
      </dsp:spPr>
      <dsp:style>
        <a:lnRef idx="1">
          <a:scrgbClr r="0" g="0" b="0"/>
        </a:lnRef>
        <a:fillRef idx="0">
          <a:scrgbClr r="0" g="0" b="0"/>
        </a:fillRef>
        <a:effectRef idx="0">
          <a:scrgbClr r="0" g="0" b="0"/>
        </a:effectRef>
        <a:fontRef idx="minor"/>
      </dsp:style>
    </dsp:sp>
    <dsp:sp modelId="{7AF818EE-1FFA-0148-A0A6-03F1AC28E0C7}">
      <dsp:nvSpPr>
        <dsp:cNvPr id="0" name=""/>
        <dsp:cNvSpPr/>
      </dsp:nvSpPr>
      <dsp:spPr>
        <a:xfrm>
          <a:off x="6958277" y="1260711"/>
          <a:ext cx="3557322" cy="1494643"/>
        </a:xfrm>
        <a:prstGeom prst="roundRect">
          <a:avLst>
            <a:gd name="adj" fmla="val 10000"/>
          </a:avLst>
        </a:prstGeom>
        <a:solidFill>
          <a:schemeClr val="accent3">
            <a:lumMod val="20000"/>
            <a:lumOff val="80000"/>
          </a:schemeClr>
        </a:solidFill>
        <a:ln w="19050" cap="flat" cmpd="sng" algn="ctr">
          <a:solidFill>
            <a:scrgbClr r="0" g="0" b="0"/>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en-US" sz="2000" b="1" kern="1200" dirty="0">
              <a:latin typeface="Microsoft YaHei UI" panose="020B0503020204020204" pitchFamily="34" charset="-122"/>
              <a:ea typeface="Microsoft YaHei UI" panose="020B0503020204020204" pitchFamily="34" charset="-122"/>
            </a:rPr>
            <a:t>small program </a:t>
          </a:r>
          <a:r>
            <a:rPr lang="en-US" sz="2000" kern="1200" dirty="0">
              <a:latin typeface="Microsoft YaHei UI" panose="020B0503020204020204" pitchFamily="34" charset="-122"/>
              <a:ea typeface="Microsoft YaHei UI" panose="020B0503020204020204" pitchFamily="34" charset="-122"/>
            </a:rPr>
            <a:t>that switches the processor from one process to another</a:t>
          </a:r>
        </a:p>
      </dsp:txBody>
      <dsp:txXfrm>
        <a:off x="7002054" y="1304488"/>
        <a:ext cx="3469768" cy="14070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849D56-9230-E249-B48B-5D647FAAD6A7}">
      <dsp:nvSpPr>
        <dsp:cNvPr id="0" name=""/>
        <dsp:cNvSpPr/>
      </dsp:nvSpPr>
      <dsp:spPr>
        <a:xfrm>
          <a:off x="0" y="0"/>
          <a:ext cx="4349045" cy="4710288"/>
        </a:xfrm>
        <a:prstGeom prst="roundRect">
          <a:avLst>
            <a:gd name="adj" fmla="val 10000"/>
          </a:avLst>
        </a:prstGeom>
        <a:solidFill>
          <a:schemeClr val="accent1">
            <a:tint val="40000"/>
            <a:hueOff val="0"/>
            <a:satOff val="0"/>
            <a:lumOff val="0"/>
            <a:alphaOff val="0"/>
          </a:schemeClr>
        </a:solidFill>
        <a:ln>
          <a:solidFill>
            <a:schemeClr val="accent6">
              <a:lumMod val="75000"/>
            </a:schemeClr>
          </a:solidFill>
        </a:ln>
        <a:effectLst/>
      </dsp:spPr>
      <dsp:style>
        <a:lnRef idx="0">
          <a:scrgbClr r="0" g="0" b="0"/>
        </a:lnRef>
        <a:fillRef idx="1">
          <a:scrgbClr r="0" g="0" b="0"/>
        </a:fillRef>
        <a:effectRef idx="2">
          <a:scrgbClr r="0" g="0" b="0"/>
        </a:effectRef>
        <a:fontRef idx="minor"/>
      </dsp:style>
      <dsp:txBody>
        <a:bodyPr spcFirstLastPara="0" vert="horz" wrap="square" lIns="209550" tIns="209550" rIns="209550" bIns="209550" numCol="1" spcCol="1270" anchor="ctr" anchorCtr="0">
          <a:noAutofit/>
        </a:bodyPr>
        <a:lstStyle/>
        <a:p>
          <a:pPr marL="0" lvl="0" indent="0" algn="ctr" defTabSz="2444750">
            <a:lnSpc>
              <a:spcPct val="90000"/>
            </a:lnSpc>
            <a:spcBef>
              <a:spcPct val="0"/>
            </a:spcBef>
            <a:spcAft>
              <a:spcPct val="35000"/>
            </a:spcAft>
            <a:buNone/>
          </a:pPr>
          <a:r>
            <a:rPr lang="en-NZ" sz="5500" kern="1200" dirty="0"/>
            <a:t>Must include:</a:t>
          </a:r>
          <a:endParaRPr lang="en-US" sz="5500" kern="1200" dirty="0"/>
        </a:p>
      </dsp:txBody>
      <dsp:txXfrm>
        <a:off x="0" y="0"/>
        <a:ext cx="4349045" cy="1413086"/>
      </dsp:txXfrm>
    </dsp:sp>
    <dsp:sp modelId="{D71126B5-4D28-F041-996A-21406ACAE784}">
      <dsp:nvSpPr>
        <dsp:cNvPr id="0" name=""/>
        <dsp:cNvSpPr/>
      </dsp:nvSpPr>
      <dsp:spPr>
        <a:xfrm>
          <a:off x="434904" y="1413201"/>
          <a:ext cx="3479236" cy="686188"/>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a:t>allocation of main memory to processes</a:t>
          </a:r>
          <a:endParaRPr lang="en-US" sz="2000" kern="1200" dirty="0"/>
        </a:p>
      </dsp:txBody>
      <dsp:txXfrm>
        <a:off x="455002" y="1433299"/>
        <a:ext cx="3439040" cy="645992"/>
      </dsp:txXfrm>
    </dsp:sp>
    <dsp:sp modelId="{AF8A08C6-7BE2-BC4F-8FA2-F9315956443D}">
      <dsp:nvSpPr>
        <dsp:cNvPr id="0" name=""/>
        <dsp:cNvSpPr/>
      </dsp:nvSpPr>
      <dsp:spPr>
        <a:xfrm>
          <a:off x="434904" y="2204957"/>
          <a:ext cx="3479236" cy="686188"/>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a:t>allocation of secondary memory to processes</a:t>
          </a:r>
          <a:endParaRPr lang="en-US" sz="2000" kern="1200" dirty="0"/>
        </a:p>
      </dsp:txBody>
      <dsp:txXfrm>
        <a:off x="455002" y="2225055"/>
        <a:ext cx="3439040" cy="645992"/>
      </dsp:txXfrm>
    </dsp:sp>
    <dsp:sp modelId="{9FC495F8-4083-D14A-B895-6F3B982FE006}">
      <dsp:nvSpPr>
        <dsp:cNvPr id="0" name=""/>
        <dsp:cNvSpPr/>
      </dsp:nvSpPr>
      <dsp:spPr>
        <a:xfrm>
          <a:off x="434904" y="2996713"/>
          <a:ext cx="3479236" cy="686188"/>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a:t>protection attributes of blocks of main or virtual memory</a:t>
          </a:r>
          <a:endParaRPr lang="en-US" sz="2000" kern="1200" dirty="0"/>
        </a:p>
      </dsp:txBody>
      <dsp:txXfrm>
        <a:off x="455002" y="3016811"/>
        <a:ext cx="3439040" cy="645992"/>
      </dsp:txXfrm>
    </dsp:sp>
    <dsp:sp modelId="{C594826F-7934-0F40-874A-C158939AC62E}">
      <dsp:nvSpPr>
        <dsp:cNvPr id="0" name=""/>
        <dsp:cNvSpPr/>
      </dsp:nvSpPr>
      <dsp:spPr>
        <a:xfrm>
          <a:off x="434904" y="3788469"/>
          <a:ext cx="3479236" cy="686188"/>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a:t>information needed to manage virtual memory</a:t>
          </a:r>
          <a:endParaRPr lang="en-US" sz="2000" kern="1200" dirty="0"/>
        </a:p>
      </dsp:txBody>
      <dsp:txXfrm>
        <a:off x="455002" y="3808567"/>
        <a:ext cx="3439040" cy="6459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F6E0D3-4E9B-1B43-9B30-91C36ED23AAE}">
      <dsp:nvSpPr>
        <dsp:cNvPr id="0" name=""/>
        <dsp:cNvSpPr/>
      </dsp:nvSpPr>
      <dsp:spPr>
        <a:xfrm>
          <a:off x="4335" y="0"/>
          <a:ext cx="4435019" cy="4495799"/>
        </a:xfrm>
        <a:prstGeom prst="roundRect">
          <a:avLst>
            <a:gd name="adj" fmla="val 10000"/>
          </a:avLst>
        </a:prstGeom>
        <a:solidFill>
          <a:schemeClr val="accent1">
            <a:tint val="40000"/>
            <a:hueOff val="0"/>
            <a:satOff val="0"/>
            <a:lumOff val="0"/>
            <a:alphaOff val="0"/>
          </a:schemeClr>
        </a:solidFill>
        <a:ln>
          <a:solidFill>
            <a:schemeClr val="accent1">
              <a:lumMod val="75000"/>
            </a:schemeClr>
          </a:solidFill>
        </a:ln>
        <a:effectLst/>
      </dsp:spPr>
      <dsp:style>
        <a:lnRef idx="0">
          <a:scrgbClr r="0" g="0" b="0"/>
        </a:lnRef>
        <a:fillRef idx="1">
          <a:scrgbClr r="0" g="0" b="0"/>
        </a:fillRef>
        <a:effectRef idx="2">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If an I/O operation is in progress, the OS needs to know:</a:t>
          </a:r>
        </a:p>
      </dsp:txBody>
      <dsp:txXfrm>
        <a:off x="4335" y="0"/>
        <a:ext cx="4435019" cy="1348739"/>
      </dsp:txXfrm>
    </dsp:sp>
    <dsp:sp modelId="{B128DF16-CEEC-CE42-A0B3-9CFB3F85B3F6}">
      <dsp:nvSpPr>
        <dsp:cNvPr id="0" name=""/>
        <dsp:cNvSpPr/>
      </dsp:nvSpPr>
      <dsp:spPr>
        <a:xfrm>
          <a:off x="445669" y="1350056"/>
          <a:ext cx="3548015" cy="1355544"/>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kern="1200" dirty="0"/>
            <a:t>the status of the I/O operation</a:t>
          </a:r>
        </a:p>
      </dsp:txBody>
      <dsp:txXfrm>
        <a:off x="485372" y="1389759"/>
        <a:ext cx="3468609" cy="1276138"/>
      </dsp:txXfrm>
    </dsp:sp>
    <dsp:sp modelId="{AF8F4221-EF7B-9D48-A700-2F9368E68899}">
      <dsp:nvSpPr>
        <dsp:cNvPr id="0" name=""/>
        <dsp:cNvSpPr/>
      </dsp:nvSpPr>
      <dsp:spPr>
        <a:xfrm>
          <a:off x="445669" y="2914147"/>
          <a:ext cx="3548015" cy="1355544"/>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kern="1200" dirty="0"/>
            <a:t>the location in main memory being used as the source or destination of the I/O transfer</a:t>
          </a:r>
        </a:p>
      </dsp:txBody>
      <dsp:txXfrm>
        <a:off x="485372" y="2953850"/>
        <a:ext cx="3468609" cy="12761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5E8AE7-B8C6-0241-9480-2CDA1CF97203}">
      <dsp:nvSpPr>
        <dsp:cNvPr id="0" name=""/>
        <dsp:cNvSpPr/>
      </dsp:nvSpPr>
      <dsp:spPr>
        <a:xfrm>
          <a:off x="0" y="1362185"/>
          <a:ext cx="10515600" cy="2923200"/>
        </a:xfrm>
        <a:prstGeom prst="rect">
          <a:avLst/>
        </a:prstGeom>
        <a:solidFill>
          <a:schemeClr val="lt1">
            <a:alpha val="90000"/>
            <a:hueOff val="0"/>
            <a:satOff val="0"/>
            <a:lumOff val="0"/>
            <a:alphaOff val="0"/>
          </a:schemeClr>
        </a:solidFill>
        <a:ln w="28575" cap="flat" cmpd="sng" algn="ctr">
          <a:solidFill>
            <a:schemeClr val="tx2">
              <a:lumMod val="60000"/>
              <a:lumOff val="4000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16127" tIns="666496" rIns="816127" bIns="227584" numCol="1" spcCol="1270" anchor="t" anchorCtr="0">
          <a:noAutofit/>
        </a:bodyPr>
        <a:lstStyle/>
        <a:p>
          <a:pPr marL="285750" lvl="1" indent="-285750" algn="l" defTabSz="1422400">
            <a:lnSpc>
              <a:spcPct val="90000"/>
            </a:lnSpc>
            <a:spcBef>
              <a:spcPct val="0"/>
            </a:spcBef>
            <a:spcAft>
              <a:spcPct val="15000"/>
            </a:spcAft>
            <a:buChar char="•"/>
          </a:pPr>
          <a:r>
            <a:rPr lang="en-US" sz="3200" kern="1200"/>
            <a:t>existence of files</a:t>
          </a:r>
          <a:endParaRPr lang="en-US" sz="3200" kern="1200" dirty="0"/>
        </a:p>
        <a:p>
          <a:pPr marL="285750" lvl="1" indent="-285750" algn="l" defTabSz="1422400">
            <a:lnSpc>
              <a:spcPct val="90000"/>
            </a:lnSpc>
            <a:spcBef>
              <a:spcPct val="0"/>
            </a:spcBef>
            <a:spcAft>
              <a:spcPct val="15000"/>
            </a:spcAft>
            <a:buChar char="•"/>
          </a:pPr>
          <a:r>
            <a:rPr lang="en-US" sz="3200" kern="1200"/>
            <a:t>location on secondary memory</a:t>
          </a:r>
          <a:endParaRPr lang="en-US" sz="3200" kern="1200" dirty="0"/>
        </a:p>
        <a:p>
          <a:pPr marL="285750" lvl="1" indent="-285750" algn="l" defTabSz="1422400">
            <a:lnSpc>
              <a:spcPct val="90000"/>
            </a:lnSpc>
            <a:spcBef>
              <a:spcPct val="0"/>
            </a:spcBef>
            <a:spcAft>
              <a:spcPct val="15000"/>
            </a:spcAft>
            <a:buChar char="•"/>
          </a:pPr>
          <a:r>
            <a:rPr lang="en-US" sz="3200" kern="1200"/>
            <a:t>current status</a:t>
          </a:r>
          <a:endParaRPr lang="en-US" sz="3200" kern="1200" dirty="0"/>
        </a:p>
        <a:p>
          <a:pPr marL="285750" lvl="1" indent="-285750" algn="l" defTabSz="1422400">
            <a:lnSpc>
              <a:spcPct val="90000"/>
            </a:lnSpc>
            <a:spcBef>
              <a:spcPct val="0"/>
            </a:spcBef>
            <a:spcAft>
              <a:spcPct val="15000"/>
            </a:spcAft>
            <a:buChar char="•"/>
          </a:pPr>
          <a:r>
            <a:rPr lang="en-NZ" sz="3200" kern="1200"/>
            <a:t>other attributes</a:t>
          </a:r>
          <a:endParaRPr lang="en-US" sz="3200" kern="1200" dirty="0"/>
        </a:p>
      </dsp:txBody>
      <dsp:txXfrm>
        <a:off x="0" y="1362185"/>
        <a:ext cx="10515600" cy="2923200"/>
      </dsp:txXfrm>
    </dsp:sp>
    <dsp:sp modelId="{0CEFEDA6-C6BD-4242-A36C-ADC20C2F1CA7}">
      <dsp:nvSpPr>
        <dsp:cNvPr id="0" name=""/>
        <dsp:cNvSpPr/>
      </dsp:nvSpPr>
      <dsp:spPr>
        <a:xfrm>
          <a:off x="525780" y="889865"/>
          <a:ext cx="7360920" cy="94464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422400">
            <a:lnSpc>
              <a:spcPct val="90000"/>
            </a:lnSpc>
            <a:spcBef>
              <a:spcPct val="0"/>
            </a:spcBef>
            <a:spcAft>
              <a:spcPct val="35000"/>
            </a:spcAft>
            <a:buNone/>
          </a:pPr>
          <a:r>
            <a:rPr lang="en-NZ" sz="3200" kern="1200" dirty="0"/>
            <a:t>These tables provide information about:</a:t>
          </a:r>
          <a:endParaRPr lang="en-US" sz="3200" kern="1200" dirty="0"/>
        </a:p>
      </dsp:txBody>
      <dsp:txXfrm>
        <a:off x="571894" y="935979"/>
        <a:ext cx="7268692" cy="85241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3D3BDD-AEEA-5940-BEF7-E4CEB4F3E8D7}">
      <dsp:nvSpPr>
        <dsp:cNvPr id="0" name=""/>
        <dsp:cNvSpPr/>
      </dsp:nvSpPr>
      <dsp:spPr>
        <a:xfrm>
          <a:off x="169791" y="294732"/>
          <a:ext cx="1839276" cy="1103566"/>
        </a:xfrm>
        <a:prstGeom prst="roundRect">
          <a:avLst>
            <a:gd name="adj" fmla="val 10000"/>
          </a:avLst>
        </a:prstGeom>
        <a:solidFill>
          <a:schemeClr val="accent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save the </a:t>
          </a:r>
          <a:r>
            <a:rPr lang="en-US" sz="2000" b="1" kern="1200" dirty="0">
              <a:solidFill>
                <a:srgbClr val="FF0000"/>
              </a:solidFill>
            </a:rPr>
            <a:t>context</a:t>
          </a:r>
          <a:r>
            <a:rPr lang="en-US" sz="2000" b="1" kern="1200" dirty="0"/>
            <a:t> of the processor</a:t>
          </a:r>
        </a:p>
      </dsp:txBody>
      <dsp:txXfrm>
        <a:off x="202113" y="327054"/>
        <a:ext cx="1774632" cy="1038922"/>
      </dsp:txXfrm>
    </dsp:sp>
    <dsp:sp modelId="{2006BB91-3B87-DA40-B6AE-2A5108A2EF2F}">
      <dsp:nvSpPr>
        <dsp:cNvPr id="0" name=""/>
        <dsp:cNvSpPr/>
      </dsp:nvSpPr>
      <dsp:spPr>
        <a:xfrm rot="120648">
          <a:off x="2335536" y="676020"/>
          <a:ext cx="787561" cy="456140"/>
        </a:xfrm>
        <a:prstGeom prst="rightArrow">
          <a:avLst>
            <a:gd name="adj1" fmla="val 60000"/>
            <a:gd name="adj2" fmla="val 50000"/>
          </a:avLst>
        </a:prstGeom>
        <a:solidFill>
          <a:schemeClr val="accent3"/>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b="1" kern="1200"/>
        </a:p>
      </dsp:txBody>
      <dsp:txXfrm>
        <a:off x="2335578" y="764847"/>
        <a:ext cx="650719" cy="273684"/>
      </dsp:txXfrm>
    </dsp:sp>
    <dsp:sp modelId="{BCC1E542-A582-F347-92E2-47FFAB05B4F4}">
      <dsp:nvSpPr>
        <dsp:cNvPr id="0" name=""/>
        <dsp:cNvSpPr/>
      </dsp:nvSpPr>
      <dsp:spPr>
        <a:xfrm>
          <a:off x="3494118" y="0"/>
          <a:ext cx="2638589" cy="1954525"/>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update the </a:t>
          </a:r>
          <a:r>
            <a:rPr lang="en-US" sz="2000" b="1" kern="1200" dirty="0">
              <a:solidFill>
                <a:srgbClr val="FF0000"/>
              </a:solidFill>
            </a:rPr>
            <a:t>process control block </a:t>
          </a:r>
          <a:r>
            <a:rPr lang="en-US" sz="2000" b="1" kern="1200" dirty="0"/>
            <a:t>of the process currently in the Running state</a:t>
          </a:r>
        </a:p>
      </dsp:txBody>
      <dsp:txXfrm>
        <a:off x="3551364" y="57246"/>
        <a:ext cx="2524097" cy="1840033"/>
      </dsp:txXfrm>
    </dsp:sp>
    <dsp:sp modelId="{5C63AE9C-3248-D543-A4CF-FBBF3E8FEF02}">
      <dsp:nvSpPr>
        <dsp:cNvPr id="0" name=""/>
        <dsp:cNvSpPr/>
      </dsp:nvSpPr>
      <dsp:spPr>
        <a:xfrm rot="21518170">
          <a:off x="6601830" y="693152"/>
          <a:ext cx="1130864" cy="456140"/>
        </a:xfrm>
        <a:prstGeom prst="rightArrow">
          <a:avLst>
            <a:gd name="adj1" fmla="val 60000"/>
            <a:gd name="adj2" fmla="val 50000"/>
          </a:avLst>
        </a:prstGeom>
        <a:solidFill>
          <a:schemeClr val="accent3"/>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b="1" kern="1200"/>
        </a:p>
      </dsp:txBody>
      <dsp:txXfrm>
        <a:off x="6601849" y="786008"/>
        <a:ext cx="994022" cy="273684"/>
      </dsp:txXfrm>
    </dsp:sp>
    <dsp:sp modelId="{7A3273C6-06DA-2A4F-9E7A-C786AEC7AEAC}">
      <dsp:nvSpPr>
        <dsp:cNvPr id="0" name=""/>
        <dsp:cNvSpPr/>
      </dsp:nvSpPr>
      <dsp:spPr>
        <a:xfrm>
          <a:off x="8265809" y="235597"/>
          <a:ext cx="2236634" cy="1265690"/>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move the process control block of this process to the appropriate queue</a:t>
          </a:r>
        </a:p>
      </dsp:txBody>
      <dsp:txXfrm>
        <a:off x="8302880" y="272668"/>
        <a:ext cx="2162492" cy="1191548"/>
      </dsp:txXfrm>
    </dsp:sp>
    <dsp:sp modelId="{9D560C38-FF45-9045-A810-1BF24480C61F}">
      <dsp:nvSpPr>
        <dsp:cNvPr id="0" name=""/>
        <dsp:cNvSpPr/>
      </dsp:nvSpPr>
      <dsp:spPr>
        <a:xfrm rot="5438205">
          <a:off x="9232514" y="1532534"/>
          <a:ext cx="283393" cy="456140"/>
        </a:xfrm>
        <a:prstGeom prst="rightArrow">
          <a:avLst>
            <a:gd name="adj1" fmla="val 60000"/>
            <a:gd name="adj2" fmla="val 50000"/>
          </a:avLst>
        </a:prstGeom>
        <a:solidFill>
          <a:schemeClr val="accent3"/>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b="1" kern="1200"/>
        </a:p>
      </dsp:txBody>
      <dsp:txXfrm rot="-5400000">
        <a:off x="9237841" y="1618910"/>
        <a:ext cx="273684" cy="198375"/>
      </dsp:txXfrm>
    </dsp:sp>
    <dsp:sp modelId="{326859DC-81AC-A14D-930E-03D3AB419642}">
      <dsp:nvSpPr>
        <dsp:cNvPr id="0" name=""/>
        <dsp:cNvSpPr/>
      </dsp:nvSpPr>
      <dsp:spPr>
        <a:xfrm>
          <a:off x="8446445" y="2035961"/>
          <a:ext cx="1839276" cy="911920"/>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select another process for execution</a:t>
          </a:r>
        </a:p>
      </dsp:txBody>
      <dsp:txXfrm>
        <a:off x="8473154" y="2062670"/>
        <a:ext cx="1785858" cy="858502"/>
      </dsp:txXfrm>
    </dsp:sp>
    <dsp:sp modelId="{805C6834-FB35-294F-B4C8-3486D3ACB1FC}">
      <dsp:nvSpPr>
        <dsp:cNvPr id="0" name=""/>
        <dsp:cNvSpPr/>
      </dsp:nvSpPr>
      <dsp:spPr>
        <a:xfrm rot="5484396">
          <a:off x="9233689" y="2932025"/>
          <a:ext cx="231973" cy="456140"/>
        </a:xfrm>
        <a:prstGeom prst="rightArrow">
          <a:avLst>
            <a:gd name="adj1" fmla="val 60000"/>
            <a:gd name="adj2" fmla="val 50000"/>
          </a:avLst>
        </a:prstGeom>
        <a:solidFill>
          <a:schemeClr val="accent3"/>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b="1" kern="1200"/>
        </a:p>
      </dsp:txBody>
      <dsp:txXfrm rot="-5400000">
        <a:off x="9213688" y="3044118"/>
        <a:ext cx="273684" cy="162381"/>
      </dsp:txXfrm>
    </dsp:sp>
    <dsp:sp modelId="{DDF3FDD6-440B-A94B-BF4E-63FA31DC858B}">
      <dsp:nvSpPr>
        <dsp:cNvPr id="0" name=""/>
        <dsp:cNvSpPr/>
      </dsp:nvSpPr>
      <dsp:spPr>
        <a:xfrm>
          <a:off x="8131947" y="3385436"/>
          <a:ext cx="2397295" cy="110356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update the process control block of the process selected</a:t>
          </a:r>
        </a:p>
      </dsp:txBody>
      <dsp:txXfrm>
        <a:off x="8164269" y="3417758"/>
        <a:ext cx="2332651" cy="1038922"/>
      </dsp:txXfrm>
    </dsp:sp>
    <dsp:sp modelId="{13239FAD-D619-4A49-8F9B-6ACE90C6968A}">
      <dsp:nvSpPr>
        <dsp:cNvPr id="0" name=""/>
        <dsp:cNvSpPr/>
      </dsp:nvSpPr>
      <dsp:spPr>
        <a:xfrm rot="11147869">
          <a:off x="6725550" y="3495263"/>
          <a:ext cx="997152" cy="456140"/>
        </a:xfrm>
        <a:prstGeom prst="rightArrow">
          <a:avLst>
            <a:gd name="adj1" fmla="val 60000"/>
            <a:gd name="adj2" fmla="val 50000"/>
          </a:avLst>
        </a:prstGeom>
        <a:solidFill>
          <a:schemeClr val="accent3"/>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b="1" kern="1200"/>
        </a:p>
      </dsp:txBody>
      <dsp:txXfrm rot="10800000">
        <a:off x="6862042" y="3593403"/>
        <a:ext cx="860310" cy="273684"/>
      </dsp:txXfrm>
    </dsp:sp>
    <dsp:sp modelId="{345D1EA6-731A-154F-A4B5-AB0B53187FB6}">
      <dsp:nvSpPr>
        <dsp:cNvPr id="0" name=""/>
        <dsp:cNvSpPr/>
      </dsp:nvSpPr>
      <dsp:spPr>
        <a:xfrm>
          <a:off x="4165749" y="2967339"/>
          <a:ext cx="2094402" cy="110356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update memory management data structures</a:t>
          </a:r>
        </a:p>
      </dsp:txBody>
      <dsp:txXfrm>
        <a:off x="4198071" y="2999661"/>
        <a:ext cx="2029758" cy="1038922"/>
      </dsp:txXfrm>
    </dsp:sp>
    <dsp:sp modelId="{51D6E1CA-56DC-124D-8077-6C5DF4D18494}">
      <dsp:nvSpPr>
        <dsp:cNvPr id="0" name=""/>
        <dsp:cNvSpPr/>
      </dsp:nvSpPr>
      <dsp:spPr>
        <a:xfrm rot="10839763">
          <a:off x="3247726" y="3272072"/>
          <a:ext cx="648764" cy="456140"/>
        </a:xfrm>
        <a:prstGeom prst="rightArrow">
          <a:avLst>
            <a:gd name="adj1" fmla="val 60000"/>
            <a:gd name="adj2" fmla="val 50000"/>
          </a:avLst>
        </a:prstGeom>
        <a:solidFill>
          <a:schemeClr val="accent3"/>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b="1" kern="1200"/>
        </a:p>
      </dsp:txBody>
      <dsp:txXfrm rot="10800000">
        <a:off x="3384563" y="3364091"/>
        <a:ext cx="511922" cy="273684"/>
      </dsp:txXfrm>
    </dsp:sp>
    <dsp:sp modelId="{47648A24-091E-A440-9803-7FF254809863}">
      <dsp:nvSpPr>
        <dsp:cNvPr id="0" name=""/>
        <dsp:cNvSpPr/>
      </dsp:nvSpPr>
      <dsp:spPr>
        <a:xfrm>
          <a:off x="237109" y="2579728"/>
          <a:ext cx="2704638" cy="1794961"/>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F0000"/>
              </a:solidFill>
            </a:rPr>
            <a:t>restore the context of the processor</a:t>
          </a:r>
          <a:r>
            <a:rPr lang="en-US" sz="2000" b="1" kern="1200" dirty="0"/>
            <a:t> to that which existed at the time the selected process was last switched out</a:t>
          </a:r>
          <a:endParaRPr lang="en-NZ" sz="2000" b="1" kern="1200" dirty="0"/>
        </a:p>
      </dsp:txBody>
      <dsp:txXfrm>
        <a:off x="289682" y="2632301"/>
        <a:ext cx="2599492" cy="168981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DE00C8-8936-9E44-9966-B4C9443960E7}">
      <dsp:nvSpPr>
        <dsp:cNvPr id="0" name=""/>
        <dsp:cNvSpPr/>
      </dsp:nvSpPr>
      <dsp:spPr>
        <a:xfrm rot="5400000">
          <a:off x="-127690" y="131886"/>
          <a:ext cx="851270" cy="595889"/>
        </a:xfrm>
        <a:prstGeom prst="chevron">
          <a:avLst/>
        </a:prstGeom>
        <a:solidFill>
          <a:schemeClr val="accent6"/>
        </a:solidFill>
        <a:ln w="6350" cap="flat" cmpd="sng" algn="ctr">
          <a:solidFill>
            <a:schemeClr val="accent6"/>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1</a:t>
          </a:r>
        </a:p>
      </dsp:txBody>
      <dsp:txXfrm rot="-5400000">
        <a:off x="1" y="302141"/>
        <a:ext cx="595889" cy="255381"/>
      </dsp:txXfrm>
    </dsp:sp>
    <dsp:sp modelId="{DE36E0A4-4385-B342-8B67-3BFD80B681D3}">
      <dsp:nvSpPr>
        <dsp:cNvPr id="0" name=""/>
        <dsp:cNvSpPr/>
      </dsp:nvSpPr>
      <dsp:spPr>
        <a:xfrm rot="5400000">
          <a:off x="3691581" y="-3091496"/>
          <a:ext cx="553326" cy="6744710"/>
        </a:xfrm>
        <a:prstGeom prst="round2SameRect">
          <a:avLst/>
        </a:prstGeom>
        <a:solidFill>
          <a:schemeClr val="lt1">
            <a:alpha val="90000"/>
            <a:hueOff val="0"/>
            <a:satOff val="0"/>
            <a:lumOff val="0"/>
            <a:alphaOff val="0"/>
          </a:schemeClr>
        </a:solidFill>
        <a:ln w="6350" cap="flat" cmpd="sng" algn="ctr">
          <a:solidFill>
            <a:schemeClr val="accent6"/>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NZ" sz="2000" kern="1200" dirty="0"/>
            <a:t>Allocate a slot in the </a:t>
          </a:r>
          <a:r>
            <a:rPr lang="en-NZ" sz="2000" kern="1200" dirty="0">
              <a:solidFill>
                <a:srgbClr val="FF0000"/>
              </a:solidFill>
            </a:rPr>
            <a:t>process table </a:t>
          </a:r>
          <a:r>
            <a:rPr lang="en-NZ" sz="2000" kern="1200" dirty="0"/>
            <a:t>for the new process</a:t>
          </a:r>
          <a:endParaRPr lang="en-US" sz="2000" kern="1200" dirty="0"/>
        </a:p>
      </dsp:txBody>
      <dsp:txXfrm rot="-5400000">
        <a:off x="595890" y="31206"/>
        <a:ext cx="6717699" cy="499304"/>
      </dsp:txXfrm>
    </dsp:sp>
    <dsp:sp modelId="{DC049674-6133-A04F-8C71-4C489DF415B8}">
      <dsp:nvSpPr>
        <dsp:cNvPr id="0" name=""/>
        <dsp:cNvSpPr/>
      </dsp:nvSpPr>
      <dsp:spPr>
        <a:xfrm rot="5400000">
          <a:off x="-127690" y="884513"/>
          <a:ext cx="851270" cy="595889"/>
        </a:xfrm>
        <a:prstGeom prst="chevron">
          <a:avLst/>
        </a:prstGeom>
        <a:solidFill>
          <a:schemeClr val="accent6"/>
        </a:solidFill>
        <a:ln w="6350" cap="flat" cmpd="sng" algn="ctr">
          <a:solidFill>
            <a:schemeClr val="accent6"/>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2</a:t>
          </a:r>
        </a:p>
      </dsp:txBody>
      <dsp:txXfrm rot="-5400000">
        <a:off x="1" y="1054768"/>
        <a:ext cx="595889" cy="255381"/>
      </dsp:txXfrm>
    </dsp:sp>
    <dsp:sp modelId="{E777551D-665B-EF40-A4AE-19569D80B09F}">
      <dsp:nvSpPr>
        <dsp:cNvPr id="0" name=""/>
        <dsp:cNvSpPr/>
      </dsp:nvSpPr>
      <dsp:spPr>
        <a:xfrm rot="5400000">
          <a:off x="3691581" y="-2338868"/>
          <a:ext cx="553326" cy="6744710"/>
        </a:xfrm>
        <a:prstGeom prst="round2SameRect">
          <a:avLst/>
        </a:prstGeom>
        <a:solidFill>
          <a:schemeClr val="lt1">
            <a:alpha val="90000"/>
            <a:hueOff val="0"/>
            <a:satOff val="0"/>
            <a:lumOff val="0"/>
            <a:alphaOff val="0"/>
          </a:schemeClr>
        </a:solidFill>
        <a:ln w="6350" cap="flat" cmpd="sng" algn="ctr">
          <a:solidFill>
            <a:schemeClr val="accent6"/>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NZ" sz="2000" kern="1200" dirty="0"/>
            <a:t>Assign a unique </a:t>
          </a:r>
          <a:r>
            <a:rPr lang="en-NZ" sz="2000" kern="1200" dirty="0">
              <a:solidFill>
                <a:srgbClr val="FF0000"/>
              </a:solidFill>
            </a:rPr>
            <a:t>process ID </a:t>
          </a:r>
          <a:r>
            <a:rPr lang="en-NZ" sz="2000" kern="1200" dirty="0"/>
            <a:t>to the child process</a:t>
          </a:r>
          <a:endParaRPr lang="en-US" sz="2000" kern="1200" dirty="0"/>
        </a:p>
      </dsp:txBody>
      <dsp:txXfrm rot="-5400000">
        <a:off x="595890" y="783834"/>
        <a:ext cx="6717699" cy="499304"/>
      </dsp:txXfrm>
    </dsp:sp>
    <dsp:sp modelId="{60D3C4C0-DB41-9549-A77B-1596F4E9BADE}">
      <dsp:nvSpPr>
        <dsp:cNvPr id="0" name=""/>
        <dsp:cNvSpPr/>
      </dsp:nvSpPr>
      <dsp:spPr>
        <a:xfrm rot="5400000">
          <a:off x="-127690" y="1637141"/>
          <a:ext cx="851270" cy="595889"/>
        </a:xfrm>
        <a:prstGeom prst="chevron">
          <a:avLst/>
        </a:prstGeom>
        <a:solidFill>
          <a:schemeClr val="accent6"/>
        </a:solidFill>
        <a:ln w="6350" cap="flat" cmpd="sng" algn="ctr">
          <a:solidFill>
            <a:schemeClr val="accent6"/>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3</a:t>
          </a:r>
        </a:p>
      </dsp:txBody>
      <dsp:txXfrm rot="-5400000">
        <a:off x="1" y="1807396"/>
        <a:ext cx="595889" cy="255381"/>
      </dsp:txXfrm>
    </dsp:sp>
    <dsp:sp modelId="{E9ED7F19-3597-CC45-BF98-95FE334E7847}">
      <dsp:nvSpPr>
        <dsp:cNvPr id="0" name=""/>
        <dsp:cNvSpPr/>
      </dsp:nvSpPr>
      <dsp:spPr>
        <a:xfrm rot="5400000">
          <a:off x="3691581" y="-1586241"/>
          <a:ext cx="553326" cy="6744710"/>
        </a:xfrm>
        <a:prstGeom prst="round2SameRect">
          <a:avLst/>
        </a:prstGeom>
        <a:solidFill>
          <a:schemeClr val="lt1">
            <a:alpha val="90000"/>
            <a:hueOff val="0"/>
            <a:satOff val="0"/>
            <a:lumOff val="0"/>
            <a:alphaOff val="0"/>
          </a:schemeClr>
        </a:solidFill>
        <a:ln w="6350" cap="flat" cmpd="sng" algn="ctr">
          <a:solidFill>
            <a:schemeClr val="accent6"/>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NZ" sz="2000" kern="1200" dirty="0"/>
            <a:t>Make a copy of the </a:t>
          </a:r>
          <a:r>
            <a:rPr lang="en-NZ" sz="2000" kern="1200" dirty="0">
              <a:solidFill>
                <a:srgbClr val="FF0000"/>
              </a:solidFill>
            </a:rPr>
            <a:t>process image of the parent</a:t>
          </a:r>
          <a:r>
            <a:rPr lang="en-NZ" sz="2000" kern="1200" dirty="0"/>
            <a:t>, with the </a:t>
          </a:r>
          <a:r>
            <a:rPr lang="en-NZ" sz="2000" kern="1200" dirty="0">
              <a:solidFill>
                <a:srgbClr val="FF0000"/>
              </a:solidFill>
            </a:rPr>
            <a:t>exception</a:t>
          </a:r>
          <a:r>
            <a:rPr lang="en-NZ" sz="2000" kern="1200" dirty="0"/>
            <a:t> of any shared memory</a:t>
          </a:r>
          <a:endParaRPr lang="en-US" sz="2000" kern="1200" dirty="0"/>
        </a:p>
      </dsp:txBody>
      <dsp:txXfrm rot="-5400000">
        <a:off x="595890" y="1536461"/>
        <a:ext cx="6717699" cy="499304"/>
      </dsp:txXfrm>
    </dsp:sp>
    <dsp:sp modelId="{57F9225C-7463-394C-B866-B20156C2172A}">
      <dsp:nvSpPr>
        <dsp:cNvPr id="0" name=""/>
        <dsp:cNvSpPr/>
      </dsp:nvSpPr>
      <dsp:spPr>
        <a:xfrm rot="5400000">
          <a:off x="-127690" y="2389768"/>
          <a:ext cx="851270" cy="595889"/>
        </a:xfrm>
        <a:prstGeom prst="chevron">
          <a:avLst/>
        </a:prstGeom>
        <a:solidFill>
          <a:schemeClr val="accent6"/>
        </a:solidFill>
        <a:ln w="6350" cap="flat" cmpd="sng" algn="ctr">
          <a:solidFill>
            <a:schemeClr val="accent6"/>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4</a:t>
          </a:r>
        </a:p>
      </dsp:txBody>
      <dsp:txXfrm rot="-5400000">
        <a:off x="1" y="2560023"/>
        <a:ext cx="595889" cy="255381"/>
      </dsp:txXfrm>
    </dsp:sp>
    <dsp:sp modelId="{C8D66159-239C-A947-93EB-FF89054E979D}">
      <dsp:nvSpPr>
        <dsp:cNvPr id="0" name=""/>
        <dsp:cNvSpPr/>
      </dsp:nvSpPr>
      <dsp:spPr>
        <a:xfrm rot="5400000">
          <a:off x="3691581" y="-833613"/>
          <a:ext cx="553326" cy="6744710"/>
        </a:xfrm>
        <a:prstGeom prst="round2SameRect">
          <a:avLst/>
        </a:prstGeom>
        <a:solidFill>
          <a:schemeClr val="lt1">
            <a:alpha val="90000"/>
            <a:hueOff val="0"/>
            <a:satOff val="0"/>
            <a:lumOff val="0"/>
            <a:alphaOff val="0"/>
          </a:schemeClr>
        </a:solidFill>
        <a:ln w="6350" cap="flat" cmpd="sng" algn="ctr">
          <a:solidFill>
            <a:schemeClr val="accent6"/>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NZ" sz="2000" kern="1200" dirty="0"/>
            <a:t>Increments counters for any files owned by the parent, to reflect that an additional process now also owns those files</a:t>
          </a:r>
          <a:endParaRPr lang="en-US" sz="2000" kern="1200" dirty="0"/>
        </a:p>
      </dsp:txBody>
      <dsp:txXfrm rot="-5400000">
        <a:off x="595890" y="2289089"/>
        <a:ext cx="6717699" cy="499304"/>
      </dsp:txXfrm>
    </dsp:sp>
    <dsp:sp modelId="{44CC2E2D-F2DF-9041-993A-5C0D23E88755}">
      <dsp:nvSpPr>
        <dsp:cNvPr id="0" name=""/>
        <dsp:cNvSpPr/>
      </dsp:nvSpPr>
      <dsp:spPr>
        <a:xfrm rot="5400000">
          <a:off x="-127690" y="3142396"/>
          <a:ext cx="851270" cy="595889"/>
        </a:xfrm>
        <a:prstGeom prst="chevron">
          <a:avLst/>
        </a:prstGeom>
        <a:solidFill>
          <a:schemeClr val="accent6"/>
        </a:solidFill>
        <a:ln w="6350" cap="flat" cmpd="sng" algn="ctr">
          <a:solidFill>
            <a:schemeClr val="accent6"/>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5</a:t>
          </a:r>
        </a:p>
      </dsp:txBody>
      <dsp:txXfrm rot="-5400000">
        <a:off x="1" y="3312651"/>
        <a:ext cx="595889" cy="255381"/>
      </dsp:txXfrm>
    </dsp:sp>
    <dsp:sp modelId="{C3846997-357D-6843-BF65-FD04875FAF4D}">
      <dsp:nvSpPr>
        <dsp:cNvPr id="0" name=""/>
        <dsp:cNvSpPr/>
      </dsp:nvSpPr>
      <dsp:spPr>
        <a:xfrm rot="5400000">
          <a:off x="3691581" y="-80986"/>
          <a:ext cx="553326" cy="6744710"/>
        </a:xfrm>
        <a:prstGeom prst="round2SameRect">
          <a:avLst/>
        </a:prstGeom>
        <a:solidFill>
          <a:schemeClr val="lt1">
            <a:alpha val="90000"/>
            <a:hueOff val="0"/>
            <a:satOff val="0"/>
            <a:lumOff val="0"/>
            <a:alphaOff val="0"/>
          </a:schemeClr>
        </a:solidFill>
        <a:ln w="6350" cap="flat" cmpd="sng" algn="ctr">
          <a:solidFill>
            <a:schemeClr val="accent6"/>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NZ" sz="2000" kern="1200" dirty="0"/>
            <a:t>Assigns the child process to the Ready to Run state</a:t>
          </a:r>
          <a:endParaRPr lang="en-US" sz="2000" kern="1200" dirty="0"/>
        </a:p>
      </dsp:txBody>
      <dsp:txXfrm rot="-5400000">
        <a:off x="595890" y="3041716"/>
        <a:ext cx="6717699" cy="499304"/>
      </dsp:txXfrm>
    </dsp:sp>
    <dsp:sp modelId="{A78E5709-1C0A-D648-AB3D-891FA8B66E39}">
      <dsp:nvSpPr>
        <dsp:cNvPr id="0" name=""/>
        <dsp:cNvSpPr/>
      </dsp:nvSpPr>
      <dsp:spPr>
        <a:xfrm rot="5400000">
          <a:off x="-127690" y="3895023"/>
          <a:ext cx="851270" cy="595889"/>
        </a:xfrm>
        <a:prstGeom prst="chevron">
          <a:avLst/>
        </a:prstGeom>
        <a:solidFill>
          <a:schemeClr val="accent6"/>
        </a:solidFill>
        <a:ln w="6350" cap="flat" cmpd="sng" algn="ctr">
          <a:solidFill>
            <a:schemeClr val="accent6"/>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6</a:t>
          </a:r>
        </a:p>
      </dsp:txBody>
      <dsp:txXfrm rot="-5400000">
        <a:off x="1" y="4065278"/>
        <a:ext cx="595889" cy="255381"/>
      </dsp:txXfrm>
    </dsp:sp>
    <dsp:sp modelId="{4E432B58-784D-554A-BE3D-1448B6DB0C1D}">
      <dsp:nvSpPr>
        <dsp:cNvPr id="0" name=""/>
        <dsp:cNvSpPr/>
      </dsp:nvSpPr>
      <dsp:spPr>
        <a:xfrm rot="5400000">
          <a:off x="3691581" y="671641"/>
          <a:ext cx="553326" cy="6744710"/>
        </a:xfrm>
        <a:prstGeom prst="round2SameRect">
          <a:avLst/>
        </a:prstGeom>
        <a:solidFill>
          <a:schemeClr val="lt1">
            <a:alpha val="90000"/>
            <a:hueOff val="0"/>
            <a:satOff val="0"/>
            <a:lumOff val="0"/>
            <a:alphaOff val="0"/>
          </a:schemeClr>
        </a:solidFill>
        <a:ln w="6350" cap="flat" cmpd="sng" algn="ctr">
          <a:solidFill>
            <a:schemeClr val="accent6"/>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NZ" sz="2000" kern="1200" dirty="0">
              <a:solidFill>
                <a:srgbClr val="FF0000"/>
              </a:solidFill>
            </a:rPr>
            <a:t>Returns the ID number of the child to the parent process, and a 0 value to the child process</a:t>
          </a:r>
          <a:endParaRPr lang="en-US" sz="2000" kern="1200" dirty="0">
            <a:solidFill>
              <a:srgbClr val="FF0000"/>
            </a:solidFill>
          </a:endParaRPr>
        </a:p>
      </dsp:txBody>
      <dsp:txXfrm rot="-5400000">
        <a:off x="595890" y="3794344"/>
        <a:ext cx="6717699" cy="49930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C0710-FEB9-4CE2-9CD9-B63D1A3DC4CE}" type="datetimeFigureOut">
              <a:rPr lang="zh-CN" altLang="en-US" smtClean="0"/>
              <a:t>2026/3/16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1A7FE0-CD29-4BAD-A9FD-CBED1172C06E}"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1</a:t>
            </a:fld>
            <a:endParaRPr lang="zh-CN" altLang="en-US"/>
          </a:p>
        </p:txBody>
      </p:sp>
    </p:spTree>
    <p:extLst>
      <p:ext uri="{BB962C8B-B14F-4D97-AF65-F5344CB8AC3E}">
        <p14:creationId xmlns:p14="http://schemas.microsoft.com/office/powerpoint/2010/main" val="1100514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现在我们已经了解了应用程序、系统软件和资源的概念， 我们能够讨论作系统</a:t>
            </a:r>
            <a:r>
              <a:rPr lang="zh-CN" altLang="en-US" b="1" dirty="0">
                <a:solidFill>
                  <a:srgbClr val="FF0000"/>
                </a:solidFill>
                <a:effectLst/>
                <a:latin typeface="Segoe UI Web (West European)"/>
              </a:rPr>
              <a:t>如何以有序的方式管理应用程序执行以实现：</a:t>
            </a:r>
            <a:endParaRPr lang="en-US" altLang="zh-CN" b="1" dirty="0">
              <a:solidFill>
                <a:srgbClr val="FF0000"/>
              </a:solidFill>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solidFill>
                <a:srgbClr val="FF0000"/>
              </a:solidFill>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latin typeface="Segoe UI Web (West European)"/>
              </a:rPr>
              <a:t>• </a:t>
            </a:r>
            <a:r>
              <a:rPr lang="zh-CN" altLang="en-US" dirty="0">
                <a:effectLst/>
                <a:latin typeface="Segoe UI Web (West European)"/>
              </a:rPr>
              <a:t>资源可供多个应用程序使用</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latin typeface="Segoe UI Web (West European)"/>
              </a:rPr>
              <a:t>• </a:t>
            </a:r>
            <a:r>
              <a:rPr lang="zh-CN" altLang="en-US" dirty="0">
                <a:effectLst/>
                <a:latin typeface="Segoe UI Web (West European)"/>
              </a:rPr>
              <a:t>物理处理器在多个应用程序之间切换，因此所有应用程序都在运行</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latin typeface="Segoe UI Web (West European)"/>
              </a:rPr>
              <a:t>• </a:t>
            </a:r>
            <a:r>
              <a:rPr lang="zh-CN" altLang="en-US" dirty="0">
                <a:effectLst/>
                <a:latin typeface="Segoe UI Web (West European)"/>
              </a:rPr>
              <a:t>可以有效地使用处理器和 </a:t>
            </a:r>
            <a:r>
              <a:rPr lang="en-US" altLang="zh-CN" dirty="0">
                <a:effectLst/>
                <a:latin typeface="Segoe UI Web (West European)"/>
              </a:rPr>
              <a:t>I/O </a:t>
            </a:r>
            <a:r>
              <a:rPr lang="zh-CN" altLang="en-US" dirty="0">
                <a:effectLst/>
                <a:latin typeface="Segoe UI Web (West European)"/>
              </a:rPr>
              <a:t>设备。（多道批处理，</a:t>
            </a:r>
            <a:r>
              <a:rPr lang="en-US" altLang="zh-CN" dirty="0">
                <a:effectLst/>
                <a:latin typeface="Segoe UI Web (West European)"/>
              </a:rPr>
              <a:t>CPU</a:t>
            </a:r>
            <a:r>
              <a:rPr lang="zh-CN" altLang="en-US" dirty="0">
                <a:effectLst/>
                <a:latin typeface="Segoe UI Web (West European)"/>
              </a:rPr>
              <a:t>切换）</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effectLst/>
                <a:latin typeface="Segoe UI Web (West European)"/>
              </a:rPr>
              <a:t>所有现代作系统都采用的方法</a:t>
            </a:r>
            <a:r>
              <a:rPr lang="zh-CN" altLang="en-US" dirty="0">
                <a:effectLst/>
                <a:latin typeface="Segoe UI Web (West European)"/>
              </a:rPr>
              <a:t>是依赖于</a:t>
            </a:r>
            <a:r>
              <a:rPr lang="en-US" altLang="zh-CN" dirty="0">
                <a:effectLst/>
                <a:latin typeface="Segoe UI Web (West European)"/>
              </a:rPr>
              <a:t>——</a:t>
            </a:r>
            <a:r>
              <a:rPr lang="zh-CN" altLang="en-US" dirty="0">
                <a:effectLst/>
                <a:latin typeface="Segoe UI Web (West European)"/>
              </a:rPr>
              <a:t>其中</a:t>
            </a:r>
            <a:r>
              <a:rPr lang="zh-CN" altLang="en-US" b="1" dirty="0">
                <a:effectLst/>
                <a:latin typeface="Segoe UI Web (West European)"/>
              </a:rPr>
              <a:t>应用程序的执行对应于一个或多个进程</a:t>
            </a:r>
            <a:r>
              <a:rPr lang="zh-CN" altLang="en-US" dirty="0">
                <a:effectLst/>
                <a:latin typeface="Segoe UI Web (West European)"/>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effectLst/>
              <a:latin typeface="Segoe UI Web (West European)"/>
            </a:endParaRPr>
          </a:p>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4</a:t>
            </a:fld>
            <a:endParaRPr lang="zh-CN" altLang="en-US"/>
          </a:p>
        </p:txBody>
      </p:sp>
    </p:spTree>
    <p:extLst>
      <p:ext uri="{BB962C8B-B14F-4D97-AF65-F5344CB8AC3E}">
        <p14:creationId xmlns:p14="http://schemas.microsoft.com/office/powerpoint/2010/main" val="3539811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5</a:t>
            </a:fld>
            <a:endParaRPr lang="zh-CN" altLang="en-US"/>
          </a:p>
        </p:txBody>
      </p:sp>
    </p:spTree>
    <p:extLst>
      <p:ext uri="{BB962C8B-B14F-4D97-AF65-F5344CB8AC3E}">
        <p14:creationId xmlns:p14="http://schemas.microsoft.com/office/powerpoint/2010/main" val="26437934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6</a:t>
            </a:fld>
            <a:endParaRPr lang="zh-CN" altLang="en-US"/>
          </a:p>
        </p:txBody>
      </p:sp>
    </p:spTree>
    <p:extLst>
      <p:ext uri="{BB962C8B-B14F-4D97-AF65-F5344CB8AC3E}">
        <p14:creationId xmlns:p14="http://schemas.microsoft.com/office/powerpoint/2010/main" val="2107228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effectLst/>
                <a:latin typeface="Segoe UI Web (West European)"/>
              </a:rPr>
              <a:t>在任何给定的时间点， 当程序正在执行时，此过程可以用 元素数，包括以下内容：</a:t>
            </a:r>
            <a:endParaRPr lang="en-US" altLang="zh-CN" sz="1400"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effectLst/>
                <a:latin typeface="Segoe UI Web (West European)"/>
              </a:rPr>
              <a:t> </a:t>
            </a:r>
            <a:r>
              <a:rPr lang="en-US" altLang="zh-CN" sz="1400" dirty="0">
                <a:effectLst/>
                <a:latin typeface="Segoe UI Web (West European)"/>
              </a:rPr>
              <a:t>• Identifier</a:t>
            </a:r>
            <a:r>
              <a:rPr lang="zh-CN" altLang="en-US" sz="1400" dirty="0">
                <a:effectLst/>
                <a:latin typeface="Segoe UI Web (West European)"/>
              </a:rPr>
              <a:t>：与此进程关联的唯一标识符，用于区分它 从所有其他进程中。</a:t>
            </a:r>
            <a:endParaRPr lang="en-US" altLang="zh-CN" sz="1400"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400"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effectLst/>
                <a:latin typeface="Segoe UI Web (West European)"/>
              </a:rPr>
              <a:t> </a:t>
            </a:r>
            <a:r>
              <a:rPr lang="en-US" altLang="zh-CN" sz="1400" dirty="0">
                <a:effectLst/>
                <a:latin typeface="Segoe UI Web (West European)"/>
              </a:rPr>
              <a:t>• State</a:t>
            </a:r>
            <a:r>
              <a:rPr lang="zh-CN" altLang="en-US" sz="1400" dirty="0">
                <a:effectLst/>
                <a:latin typeface="Segoe UI Web (West European)"/>
              </a:rPr>
              <a:t>：如果进程当前正在执行，则它处于 </a:t>
            </a:r>
            <a:r>
              <a:rPr lang="en-US" altLang="zh-CN" sz="1400" dirty="0">
                <a:effectLst/>
                <a:latin typeface="Segoe UI Web (West European)"/>
              </a:rPr>
              <a:t>Running </a:t>
            </a:r>
            <a:r>
              <a:rPr lang="zh-CN" altLang="en-US" sz="1400" dirty="0">
                <a:effectLst/>
                <a:latin typeface="Segoe UI Web (West European)"/>
              </a:rPr>
              <a:t>状态。</a:t>
            </a:r>
            <a:endParaRPr lang="en-US" altLang="zh-CN" sz="1400"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400"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effectLst/>
                <a:latin typeface="Segoe UI Web (West European)"/>
              </a:rPr>
              <a:t> </a:t>
            </a:r>
            <a:r>
              <a:rPr lang="en-US" altLang="zh-CN" sz="1400" dirty="0">
                <a:effectLst/>
                <a:latin typeface="Segoe UI Web (West European)"/>
              </a:rPr>
              <a:t>• Priority</a:t>
            </a:r>
            <a:r>
              <a:rPr lang="zh-CN" altLang="en-US" sz="1400" dirty="0">
                <a:effectLst/>
                <a:latin typeface="Segoe UI Web (West European)"/>
              </a:rPr>
              <a:t>：相对于其他进程的优先级。</a:t>
            </a:r>
            <a:endParaRPr lang="en-US" altLang="zh-CN" sz="1400"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400"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effectLst/>
                <a:latin typeface="Segoe UI Web (West European)"/>
              </a:rPr>
              <a:t> </a:t>
            </a:r>
            <a:r>
              <a:rPr lang="en-US" altLang="zh-CN" sz="1400" dirty="0">
                <a:effectLst/>
                <a:latin typeface="Segoe UI Web (West European)"/>
              </a:rPr>
              <a:t>• </a:t>
            </a:r>
            <a:r>
              <a:rPr lang="zh-CN" altLang="en-US" sz="1400" dirty="0">
                <a:effectLst/>
                <a:latin typeface="Segoe UI Web (West European)"/>
              </a:rPr>
              <a:t>程序计数器：程序中下一条指令的地址 执行。</a:t>
            </a:r>
            <a:endParaRPr lang="en-US" altLang="zh-CN" sz="1400"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400"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effectLst/>
                <a:latin typeface="Segoe UI Web (West European)"/>
              </a:rPr>
              <a:t> </a:t>
            </a:r>
            <a:r>
              <a:rPr lang="en-US" altLang="zh-CN" sz="1400" b="1" dirty="0">
                <a:effectLst/>
                <a:latin typeface="Segoe UI Web (West European)"/>
              </a:rPr>
              <a:t>• </a:t>
            </a:r>
            <a:r>
              <a:rPr lang="zh-CN" altLang="en-US" sz="1400" b="1" dirty="0">
                <a:effectLst/>
                <a:latin typeface="Segoe UI Web (West European)"/>
              </a:rPr>
              <a:t>内存指针：包括指向程序代码和关联数据的指针，以及与其他进程共享的任何内存块指针。 </a:t>
            </a:r>
            <a:endParaRPr lang="en-US" altLang="zh-CN" sz="1400" b="1"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400" b="1"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effectLst/>
                <a:latin typeface="Segoe UI Web (West European)"/>
              </a:rPr>
              <a:t>• Context data</a:t>
            </a:r>
            <a:r>
              <a:rPr lang="zh-CN" altLang="en-US" sz="1400" dirty="0">
                <a:effectLst/>
                <a:latin typeface="Segoe UI Web (West European)"/>
              </a:rPr>
              <a:t>：</a:t>
            </a:r>
            <a:r>
              <a:rPr lang="zh-CN" altLang="en-US" sz="1400" b="1" dirty="0">
                <a:effectLst/>
                <a:latin typeface="Segoe UI Web (West European)"/>
              </a:rPr>
              <a:t>当进程正在执行时</a:t>
            </a:r>
            <a:r>
              <a:rPr lang="zh-CN" altLang="en-US" sz="1400" dirty="0">
                <a:effectLst/>
                <a:latin typeface="Segoe UI Web (West European)"/>
              </a:rPr>
              <a:t>存在于</a:t>
            </a:r>
            <a:r>
              <a:rPr lang="zh-CN" altLang="en-US" sz="1400" b="1" dirty="0">
                <a:effectLst/>
                <a:latin typeface="Segoe UI Web (West European)"/>
              </a:rPr>
              <a:t>处理器的寄存器中的数据，例如在指令寄存器中正在执行的指令</a:t>
            </a:r>
            <a:endParaRPr lang="en-US" altLang="zh-CN" sz="1400" b="1"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400" b="1"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effectLst/>
                <a:latin typeface="Segoe UI Web (West European)"/>
              </a:rPr>
              <a:t> </a:t>
            </a:r>
            <a:r>
              <a:rPr lang="en-US" altLang="zh-CN" sz="1400" dirty="0">
                <a:effectLst/>
                <a:latin typeface="Segoe UI Web (West European)"/>
              </a:rPr>
              <a:t>• I/O </a:t>
            </a:r>
            <a:r>
              <a:rPr lang="zh-CN" altLang="en-US" sz="1400" dirty="0">
                <a:effectLst/>
                <a:latin typeface="Segoe UI Web (West European)"/>
              </a:rPr>
              <a:t>状态信息：包括未完成的 </a:t>
            </a:r>
            <a:r>
              <a:rPr lang="en-US" altLang="zh-CN" sz="1400" dirty="0">
                <a:effectLst/>
                <a:latin typeface="Segoe UI Web (West European)"/>
              </a:rPr>
              <a:t>I/O </a:t>
            </a:r>
            <a:r>
              <a:rPr lang="zh-CN" altLang="en-US" sz="1400" dirty="0">
                <a:effectLst/>
                <a:latin typeface="Segoe UI Web (West European)"/>
              </a:rPr>
              <a:t>请求、已分配的</a:t>
            </a:r>
            <a:r>
              <a:rPr lang="en-US" altLang="zh-CN" sz="1400" dirty="0">
                <a:effectLst/>
                <a:latin typeface="Segoe UI Web (West European)"/>
              </a:rPr>
              <a:t>I/O</a:t>
            </a:r>
            <a:r>
              <a:rPr lang="zh-CN" altLang="en-US" sz="1400" dirty="0">
                <a:effectLst/>
                <a:latin typeface="Segoe UI Web (West European)"/>
              </a:rPr>
              <a:t>、进程正在使用的文件列表等与</a:t>
            </a:r>
            <a:r>
              <a:rPr lang="en-US" altLang="zh-CN" sz="1400" dirty="0">
                <a:effectLst/>
                <a:latin typeface="Segoe UI Web (West European)"/>
              </a:rPr>
              <a:t>I/O</a:t>
            </a:r>
            <a:r>
              <a:rPr lang="zh-CN" altLang="en-US" sz="1400" dirty="0">
                <a:effectLst/>
                <a:latin typeface="Segoe UI Web (West European)"/>
              </a:rPr>
              <a:t>相关的信息。 </a:t>
            </a:r>
            <a:endParaRPr lang="en-US" altLang="zh-CN" sz="1400"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400"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effectLst/>
                <a:latin typeface="Segoe UI Web (West European)"/>
              </a:rPr>
              <a:t>• </a:t>
            </a:r>
            <a:r>
              <a:rPr lang="zh-CN" altLang="en-US" sz="1400" dirty="0">
                <a:effectLst/>
                <a:latin typeface="Segoe UI Web (West European)"/>
              </a:rPr>
              <a:t>记帐信息：可能包括处理器时间和时钟的数量 使用的时间、时间限制、账号等，主要包含</a:t>
            </a:r>
            <a:r>
              <a:rPr lang="en-US" altLang="zh-CN" sz="1400" dirty="0">
                <a:effectLst/>
                <a:latin typeface="Segoe UI Web (West European)"/>
              </a:rPr>
              <a:t>OS</a:t>
            </a:r>
            <a:r>
              <a:rPr lang="zh-CN" altLang="en-US" sz="1400" dirty="0">
                <a:effectLst/>
                <a:latin typeface="Segoe UI Web (West European)"/>
              </a:rPr>
              <a:t>自身的信息以及</a:t>
            </a:r>
            <a:r>
              <a:rPr lang="en-US" altLang="zh-CN" sz="1400" dirty="0">
                <a:effectLst/>
                <a:latin typeface="Segoe UI Web (West European)"/>
              </a:rPr>
              <a:t>OS</a:t>
            </a:r>
            <a:r>
              <a:rPr lang="zh-CN" altLang="en-US" sz="1400" dirty="0">
                <a:effectLst/>
                <a:latin typeface="Segoe UI Web (West European)"/>
              </a:rPr>
              <a:t>调度进程需要的部分信息。</a:t>
            </a:r>
          </a:p>
          <a:p>
            <a:endParaRPr lang="en-US" sz="1800"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7</a:t>
            </a:fld>
            <a:endParaRPr lang="zh-CN" altLang="en-US"/>
          </a:p>
        </p:txBody>
      </p:sp>
    </p:spTree>
    <p:extLst>
      <p:ext uri="{BB962C8B-B14F-4D97-AF65-F5344CB8AC3E}">
        <p14:creationId xmlns:p14="http://schemas.microsoft.com/office/powerpoint/2010/main" val="2074156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正如刚才所讨论的，对于要执行的程序，将为该程序创建一个进程或任务。</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从</a:t>
            </a:r>
            <a:r>
              <a:rPr lang="zh-CN" altLang="en-US" b="1" dirty="0">
                <a:effectLst/>
                <a:latin typeface="Segoe UI Web (West European)"/>
              </a:rPr>
              <a:t>处理器的角度</a:t>
            </a:r>
            <a:r>
              <a:rPr lang="zh-CN" altLang="en-US" dirty="0">
                <a:effectLst/>
                <a:latin typeface="Segoe UI Web (West European)"/>
              </a:rPr>
              <a:t>来看，它按照</a:t>
            </a:r>
            <a:r>
              <a:rPr lang="zh-CN" altLang="en-US" b="1" dirty="0">
                <a:effectLst/>
                <a:latin typeface="Segoe UI Web (West European)"/>
              </a:rPr>
              <a:t>程序计数器寄存器</a:t>
            </a:r>
            <a:r>
              <a:rPr lang="zh-CN" altLang="en-US" dirty="0">
                <a:effectLst/>
                <a:latin typeface="Segoe UI Web (West European)"/>
              </a:rPr>
              <a:t>中不断变化的值所决定</a:t>
            </a:r>
            <a:r>
              <a:rPr lang="zh-CN" altLang="en-US" b="1" dirty="0">
                <a:effectLst/>
                <a:latin typeface="Segoe UI Web (West European)"/>
              </a:rPr>
              <a:t>的某种顺序</a:t>
            </a:r>
            <a:r>
              <a:rPr lang="zh-CN" altLang="en-US" dirty="0">
                <a:effectLst/>
                <a:latin typeface="Segoe UI Web (West European)"/>
              </a:rPr>
              <a:t>执行其库中的</a:t>
            </a:r>
            <a:r>
              <a:rPr lang="zh-CN" altLang="en-US" b="1" dirty="0">
                <a:effectLst/>
                <a:latin typeface="Segoe UI Web (West European)"/>
              </a:rPr>
              <a:t>指令</a:t>
            </a:r>
            <a:r>
              <a:rPr lang="zh-CN" altLang="en-US" dirty="0">
                <a:effectLst/>
                <a:latin typeface="Segoe UI Web (West European)"/>
              </a:rPr>
              <a:t>。</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随着时间的推移，</a:t>
            </a:r>
            <a:r>
              <a:rPr lang="zh-CN" altLang="en-US" b="1" dirty="0">
                <a:effectLst/>
                <a:latin typeface="Segoe UI Web (West European)"/>
              </a:rPr>
              <a:t>程序计数器可能会引用不同程序中的代码</a:t>
            </a:r>
            <a:r>
              <a:rPr lang="zh-CN" altLang="en-US" dirty="0">
                <a:effectLst/>
                <a:latin typeface="Segoe UI Web (West European)"/>
              </a:rPr>
              <a:t>，这些代码是不同进程的一部分。</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从</a:t>
            </a:r>
            <a:r>
              <a:rPr lang="zh-CN" altLang="en-US" b="1" dirty="0">
                <a:effectLst/>
                <a:latin typeface="Segoe UI Web (West European)"/>
              </a:rPr>
              <a:t>单个程序的角度</a:t>
            </a:r>
            <a:r>
              <a:rPr lang="zh-CN" altLang="en-US" dirty="0">
                <a:effectLst/>
                <a:latin typeface="Segoe UI Web (West European)"/>
              </a:rPr>
              <a:t>来看，它的执行涉及该程序中的一系列指令。</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通过列出为该进程执行的</a:t>
            </a:r>
            <a:r>
              <a:rPr lang="zh-CN" altLang="en-US" b="1" dirty="0">
                <a:effectLst/>
                <a:latin typeface="Segoe UI Web (West European)"/>
              </a:rPr>
              <a:t>指令序列</a:t>
            </a:r>
            <a:r>
              <a:rPr lang="zh-CN" altLang="en-US" dirty="0">
                <a:effectLst/>
                <a:latin typeface="Segoe UI Web (West European)"/>
              </a:rPr>
              <a:t>来描述单个进程的行为，此类列表称为进程轨迹。</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我们可以通过查看处理器执行指令的顺序，已经这些指令的所属进程，从而知道</a:t>
            </a:r>
            <a:r>
              <a:rPr lang="zh-CN" altLang="en-US" b="1" dirty="0">
                <a:effectLst/>
                <a:latin typeface="Segoe UI Web (West European)"/>
              </a:rPr>
              <a:t>处理器是如何在不同的进程之间来回调度</a:t>
            </a:r>
            <a:r>
              <a:rPr lang="zh-CN" altLang="en-US" dirty="0">
                <a:effectLst/>
                <a:latin typeface="Segoe UI Web (West European)"/>
              </a:rPr>
              <a:t>的</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effectLst/>
              <a:latin typeface="Segoe UI Web (West European)"/>
            </a:endParaRPr>
          </a:p>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9</a:t>
            </a:fld>
            <a:endParaRPr lang="zh-CN" altLang="en-US"/>
          </a:p>
        </p:txBody>
      </p:sp>
    </p:spTree>
    <p:extLst>
      <p:ext uri="{BB962C8B-B14F-4D97-AF65-F5344CB8AC3E}">
        <p14:creationId xmlns:p14="http://schemas.microsoft.com/office/powerpoint/2010/main" val="40038622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10</a:t>
            </a:fld>
            <a:endParaRPr lang="zh-CN" altLang="en-US"/>
          </a:p>
        </p:txBody>
      </p:sp>
    </p:spTree>
    <p:extLst>
      <p:ext uri="{BB962C8B-B14F-4D97-AF65-F5344CB8AC3E}">
        <p14:creationId xmlns:p14="http://schemas.microsoft.com/office/powerpoint/2010/main" val="245665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让我们考虑一个非常简单的例子。为了简化讨论，我们假设不使用虚拟内存</a:t>
            </a:r>
            <a:r>
              <a:rPr lang="en-US" altLang="zh-CN" dirty="0">
                <a:effectLst/>
                <a:latin typeface="Segoe UI Web (West European)"/>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因此，所有三个进程都由</a:t>
            </a:r>
            <a:r>
              <a:rPr lang="zh-CN" altLang="en-US" b="1" dirty="0">
                <a:effectLst/>
                <a:latin typeface="Segoe UI Web (West European)"/>
              </a:rPr>
              <a:t>完全加载</a:t>
            </a:r>
            <a:r>
              <a:rPr lang="zh-CN" altLang="en-US" dirty="0">
                <a:effectLst/>
                <a:latin typeface="Segoe UI Web (West European)"/>
              </a:rPr>
              <a:t>到主内存中的程序表示。</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此外，还有一个</a:t>
            </a:r>
            <a:r>
              <a:rPr lang="zh-CN" altLang="en-US" b="1" dirty="0">
                <a:effectLst/>
                <a:latin typeface="Segoe UI Web (West European)"/>
              </a:rPr>
              <a:t>小型调度程序</a:t>
            </a:r>
            <a:r>
              <a:rPr lang="zh-CN" altLang="en-US" dirty="0">
                <a:effectLst/>
                <a:latin typeface="Segoe UI Web (West European)"/>
              </a:rPr>
              <a:t>，用于将处理器从一个进程切换到另一个进程。</a:t>
            </a:r>
          </a:p>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11</a:t>
            </a:fld>
            <a:endParaRPr lang="zh-CN" altLang="en-US"/>
          </a:p>
        </p:txBody>
      </p:sp>
    </p:spTree>
    <p:extLst>
      <p:ext uri="{BB962C8B-B14F-4D97-AF65-F5344CB8AC3E}">
        <p14:creationId xmlns:p14="http://schemas.microsoft.com/office/powerpoint/2010/main" val="21952876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能否看出，该处理器的</a:t>
            </a:r>
            <a:r>
              <a:rPr lang="zh-CN" altLang="en-US" b="1" dirty="0"/>
              <a:t>指令周期</a:t>
            </a:r>
            <a:r>
              <a:rPr lang="zh-CN" altLang="en-US" dirty="0"/>
              <a:t>是多少？</a:t>
            </a:r>
            <a:endParaRPr lang="en-US" altLang="zh-CN" dirty="0"/>
          </a:p>
          <a:p>
            <a:r>
              <a:rPr lang="zh-CN" altLang="en-US" dirty="0">
                <a:effectLst/>
                <a:latin typeface="Segoe UI Web (West European)"/>
              </a:rPr>
              <a:t>指令周期这可以防止任何单个进程独占处理器时间。</a:t>
            </a:r>
            <a:endParaRPr lang="en-US" altLang="zh-CN" dirty="0">
              <a:effectLst/>
              <a:latin typeface="Segoe UI Web (West European)"/>
            </a:endParaRPr>
          </a:p>
          <a:p>
            <a:endParaRPr lang="en-US"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这是一个什么系统？需要多少个状态进行描述？</a:t>
            </a:r>
          </a:p>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12</a:t>
            </a:fld>
            <a:endParaRPr lang="zh-CN" altLang="en-US"/>
          </a:p>
        </p:txBody>
      </p:sp>
    </p:spTree>
    <p:extLst>
      <p:ext uri="{BB962C8B-B14F-4D97-AF65-F5344CB8AC3E}">
        <p14:creationId xmlns:p14="http://schemas.microsoft.com/office/powerpoint/2010/main" val="7509035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latin typeface="Segoe UI Web (West European)"/>
              </a:rPr>
              <a:t>在此模型中，进程可能处于以下两种状态之一： 正在运行 或 未正在运行，</a:t>
            </a:r>
            <a:endParaRPr lang="en-US" altLang="zh-CN" dirty="0">
              <a:effectLst/>
              <a:latin typeface="Segoe UI Web (West European)"/>
            </a:endParaRPr>
          </a:p>
          <a:p>
            <a:endParaRPr lang="en-US" altLang="zh-CN" dirty="0">
              <a:effectLst/>
              <a:latin typeface="Segoe UI Web (West European)"/>
            </a:endParaRPr>
          </a:p>
          <a:p>
            <a:r>
              <a:rPr lang="zh-CN" altLang="en-US" dirty="0">
                <a:effectLst/>
                <a:latin typeface="Segoe UI Web (West European)"/>
              </a:rPr>
              <a:t>当作系统创建新进程时，它会为</a:t>
            </a:r>
            <a:r>
              <a:rPr lang="zh-CN" altLang="en-US" b="1" dirty="0">
                <a:effectLst/>
                <a:latin typeface="Segoe UI Web (West European)"/>
              </a:rPr>
              <a:t>该进程创建一个进程控制块</a:t>
            </a:r>
            <a:r>
              <a:rPr lang="zh-CN" altLang="en-US" dirty="0">
                <a:effectLst/>
                <a:latin typeface="Segoe UI Web (West European)"/>
              </a:rPr>
              <a:t>，并将该进程</a:t>
            </a:r>
            <a:r>
              <a:rPr lang="zh-CN" altLang="en-US" b="1" dirty="0">
                <a:effectLst/>
                <a:latin typeface="Segoe UI Web (West European)"/>
              </a:rPr>
              <a:t>以 </a:t>
            </a:r>
            <a:r>
              <a:rPr lang="en-US" altLang="zh-CN" b="1" dirty="0">
                <a:effectLst/>
                <a:latin typeface="Segoe UI Web (West European)"/>
              </a:rPr>
              <a:t>Not Running </a:t>
            </a:r>
            <a:r>
              <a:rPr lang="zh-CN" altLang="en-US" b="1" dirty="0">
                <a:effectLst/>
                <a:latin typeface="Segoe UI Web (West European)"/>
              </a:rPr>
              <a:t>状态</a:t>
            </a:r>
            <a:r>
              <a:rPr lang="zh-CN" altLang="en-US" dirty="0">
                <a:effectLst/>
                <a:latin typeface="Segoe UI Web (West European)"/>
              </a:rPr>
              <a:t>输入到系统中。</a:t>
            </a:r>
            <a:endParaRPr lang="en-US" altLang="zh-CN" dirty="0">
              <a:effectLst/>
              <a:latin typeface="Segoe UI Web (West European)"/>
            </a:endParaRPr>
          </a:p>
          <a:p>
            <a:endParaRPr lang="en-US" altLang="zh-CN" dirty="0">
              <a:effectLst/>
              <a:latin typeface="Segoe UI Web (West European)"/>
            </a:endParaRPr>
          </a:p>
          <a:p>
            <a:r>
              <a:rPr lang="zh-CN" altLang="en-US" dirty="0">
                <a:effectLst/>
                <a:latin typeface="Segoe UI Web (West European)"/>
              </a:rPr>
              <a:t>该进程存在，为 </a:t>
            </a:r>
            <a:r>
              <a:rPr lang="en-US" altLang="zh-CN" dirty="0">
                <a:effectLst/>
                <a:latin typeface="Segoe UI Web (West European)"/>
              </a:rPr>
              <a:t>OS </a:t>
            </a:r>
            <a:r>
              <a:rPr lang="zh-CN" altLang="en-US" dirty="0">
                <a:effectLst/>
                <a:latin typeface="Segoe UI Web (West European)"/>
              </a:rPr>
              <a:t>所知，并且正在等待执行机会。</a:t>
            </a:r>
            <a:endParaRPr lang="en-US" altLang="zh-CN" dirty="0">
              <a:effectLst/>
              <a:latin typeface="Segoe UI Web (West European)"/>
            </a:endParaRPr>
          </a:p>
          <a:p>
            <a:r>
              <a:rPr lang="zh-CN" altLang="en-US" dirty="0">
                <a:effectLst/>
                <a:latin typeface="Segoe UI Web (West European)"/>
              </a:rPr>
              <a:t>有时，当前正在运行的进程将被中断，作系统的调度程序部分将选择其他一些进程来运行。</a:t>
            </a:r>
            <a:endParaRPr lang="en-US" altLang="zh-CN" dirty="0">
              <a:effectLst/>
              <a:latin typeface="Segoe UI Web (West European)"/>
            </a:endParaRPr>
          </a:p>
          <a:p>
            <a:r>
              <a:rPr lang="zh-CN" altLang="en-US" dirty="0">
                <a:effectLst/>
                <a:latin typeface="Segoe UI Web (West European)"/>
              </a:rPr>
              <a:t>前一个进程从 </a:t>
            </a:r>
            <a:r>
              <a:rPr lang="en-US" altLang="zh-CN" dirty="0">
                <a:effectLst/>
                <a:latin typeface="Segoe UI Web (West European)"/>
              </a:rPr>
              <a:t>Running </a:t>
            </a:r>
            <a:r>
              <a:rPr lang="zh-CN" altLang="en-US" dirty="0">
                <a:effectLst/>
                <a:latin typeface="Segoe UI Web (West European)"/>
              </a:rPr>
              <a:t>状态变为 </a:t>
            </a:r>
            <a:r>
              <a:rPr lang="en-US" altLang="zh-CN" dirty="0">
                <a:effectLst/>
                <a:latin typeface="Segoe UI Web (West European)"/>
              </a:rPr>
              <a:t>Not Running </a:t>
            </a:r>
            <a:r>
              <a:rPr lang="zh-CN" altLang="en-US" dirty="0">
                <a:effectLst/>
                <a:latin typeface="Segoe UI Web (West European)"/>
              </a:rPr>
              <a:t>状态，其他进程之一变为 </a:t>
            </a:r>
            <a:r>
              <a:rPr lang="en-US" altLang="zh-CN" dirty="0">
                <a:effectLst/>
                <a:latin typeface="Segoe UI Web (West European)"/>
              </a:rPr>
              <a:t>Running </a:t>
            </a:r>
            <a:r>
              <a:rPr lang="zh-CN" altLang="en-US" dirty="0">
                <a:effectLst/>
                <a:latin typeface="Segoe UI Web (West European)"/>
              </a:rPr>
              <a:t>状态。</a:t>
            </a:r>
            <a:endParaRPr lang="en-US" dirty="0"/>
          </a:p>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14</a:t>
            </a:fld>
            <a:endParaRPr lang="zh-CN" altLang="en-US"/>
          </a:p>
        </p:txBody>
      </p:sp>
    </p:spTree>
    <p:extLst>
      <p:ext uri="{BB962C8B-B14F-4D97-AF65-F5344CB8AC3E}">
        <p14:creationId xmlns:p14="http://schemas.microsoft.com/office/powerpoint/2010/main" val="34122896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latin typeface="Segoe UI Web (West European)"/>
              </a:rPr>
              <a:t>有一个队列，</a:t>
            </a:r>
            <a:r>
              <a:rPr lang="zh-CN" altLang="en-US" b="1" dirty="0">
                <a:effectLst/>
                <a:latin typeface="Segoe UI Web (West European)"/>
              </a:rPr>
              <a:t>其中每个条目都是指向特定进程的进程控制块的指针</a:t>
            </a:r>
            <a:r>
              <a:rPr lang="zh-CN" altLang="en-US" dirty="0">
                <a:effectLst/>
                <a:latin typeface="Segoe UI Web (West European)"/>
              </a:rPr>
              <a:t>。</a:t>
            </a:r>
            <a:endParaRPr lang="en-US" altLang="zh-CN" dirty="0">
              <a:effectLst/>
              <a:latin typeface="Segoe UI Web (West European)"/>
            </a:endParaRPr>
          </a:p>
          <a:p>
            <a:r>
              <a:rPr lang="zh-CN" altLang="en-US" dirty="0">
                <a:effectLst/>
                <a:latin typeface="Segoe UI Web (West European)"/>
              </a:rPr>
              <a:t>或者，队列可以由数据块的链表组成，其中每个块代表一个进程</a:t>
            </a:r>
            <a:r>
              <a:rPr lang="en-US" altLang="zh-CN" dirty="0">
                <a:effectLst/>
                <a:latin typeface="Segoe UI Web (West European)"/>
              </a:rPr>
              <a:t>;</a:t>
            </a:r>
          </a:p>
          <a:p>
            <a:endParaRPr lang="en-US" altLang="zh-CN" dirty="0">
              <a:effectLst/>
              <a:latin typeface="Segoe UI Web (West European)"/>
            </a:endParaRPr>
          </a:p>
          <a:p>
            <a:r>
              <a:rPr lang="zh-CN" altLang="en-US" dirty="0">
                <a:effectLst/>
                <a:latin typeface="Segoe UI Web (West European)"/>
              </a:rPr>
              <a:t>我们稍后将探讨后一种实现。</a:t>
            </a:r>
            <a:endParaRPr lang="en-US" altLang="zh-CN" dirty="0">
              <a:effectLst/>
              <a:latin typeface="Segoe UI Web (West European)"/>
            </a:endParaRPr>
          </a:p>
          <a:p>
            <a:r>
              <a:rPr lang="zh-CN" altLang="en-US" dirty="0">
                <a:effectLst/>
                <a:latin typeface="Segoe UI Web (West European)"/>
              </a:rPr>
              <a:t>我们可以根据此</a:t>
            </a:r>
            <a:r>
              <a:rPr lang="zh-CN" altLang="en-US" b="1" dirty="0">
                <a:effectLst/>
                <a:latin typeface="Segoe UI Web (West European)"/>
              </a:rPr>
              <a:t>队列图来描述 </a:t>
            </a:r>
            <a:r>
              <a:rPr lang="en-US" altLang="zh-CN" b="1" dirty="0">
                <a:effectLst/>
                <a:latin typeface="Segoe UI Web (West European)"/>
              </a:rPr>
              <a:t>Dispatcher </a:t>
            </a:r>
            <a:r>
              <a:rPr lang="zh-CN" altLang="en-US" b="1" dirty="0">
                <a:effectLst/>
                <a:latin typeface="Segoe UI Web (West European)"/>
              </a:rPr>
              <a:t>的行为</a:t>
            </a:r>
            <a:r>
              <a:rPr lang="zh-CN" altLang="en-US" dirty="0">
                <a:effectLst/>
                <a:latin typeface="Segoe UI Web (West European)"/>
              </a:rPr>
              <a:t>。</a:t>
            </a:r>
            <a:endParaRPr lang="en-US" altLang="zh-CN" dirty="0">
              <a:effectLst/>
              <a:latin typeface="Segoe UI Web (West European)"/>
            </a:endParaRPr>
          </a:p>
          <a:p>
            <a:r>
              <a:rPr lang="zh-CN" altLang="en-US" dirty="0">
                <a:effectLst/>
                <a:latin typeface="Segoe UI Web (West European)"/>
              </a:rPr>
              <a:t>被中断的进程将转移到等待进程队列中。</a:t>
            </a:r>
            <a:endParaRPr lang="en-US" altLang="zh-CN" dirty="0">
              <a:effectLst/>
              <a:latin typeface="Segoe UI Web (West European)"/>
            </a:endParaRPr>
          </a:p>
          <a:p>
            <a:r>
              <a:rPr lang="zh-CN" altLang="en-US" dirty="0">
                <a:effectLst/>
                <a:latin typeface="Segoe UI Web (West European)"/>
              </a:rPr>
              <a:t>如果进程已完成或中止，则将其丢弃 （退出系统）。在任何一种情况下，调度程序都会从队列中获取另一个进程执行。</a:t>
            </a:r>
          </a:p>
        </p:txBody>
      </p:sp>
      <p:sp>
        <p:nvSpPr>
          <p:cNvPr id="4" name="灯片编号占位符 3"/>
          <p:cNvSpPr>
            <a:spLocks noGrp="1"/>
          </p:cNvSpPr>
          <p:nvPr>
            <p:ph type="sldNum" sz="quarter" idx="5"/>
          </p:nvPr>
        </p:nvSpPr>
        <p:spPr/>
        <p:txBody>
          <a:bodyPr/>
          <a:lstStyle/>
          <a:p>
            <a:fld id="{201A7FE0-CD29-4BAD-A9FD-CBED1172C06E}" type="slidenum">
              <a:rPr lang="zh-CN" altLang="en-US" smtClean="0"/>
              <a:t>15</a:t>
            </a:fld>
            <a:endParaRPr lang="zh-CN" altLang="en-US"/>
          </a:p>
        </p:txBody>
      </p:sp>
    </p:spTree>
    <p:extLst>
      <p:ext uri="{BB962C8B-B14F-4D97-AF65-F5344CB8AC3E}">
        <p14:creationId xmlns:p14="http://schemas.microsoft.com/office/powerpoint/2010/main" val="29569410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I/O REQUEST</a:t>
            </a:r>
            <a:r>
              <a:rPr lang="zh-CN" altLang="en-US" dirty="0">
                <a:effectLst/>
                <a:latin typeface="Segoe UI Web (West European)"/>
              </a:rPr>
              <a:t>如果所有进程都随时准备执行，那么图 </a:t>
            </a:r>
            <a:r>
              <a:rPr lang="en-US" altLang="zh-CN" dirty="0">
                <a:effectLst/>
                <a:latin typeface="Segoe UI Web (West European)"/>
              </a:rPr>
              <a:t>3.5b </a:t>
            </a:r>
            <a:r>
              <a:rPr lang="zh-CN" altLang="en-US" dirty="0">
                <a:effectLst/>
                <a:latin typeface="Segoe UI Web (West European)"/>
              </a:rPr>
              <a:t>建议的排队规则将是有效的。队列是一个先进先出的列表，处理器以循环方式对可用进程进行作（队列中的每个进程都有一定的时间来执行，然后返回到队列，除非被阻止）。但是，即使使用我们描述的简单示例，此实现也是不够的：一些处于 </a:t>
            </a:r>
            <a:r>
              <a:rPr lang="en-US" altLang="zh-CN" dirty="0">
                <a:effectLst/>
                <a:latin typeface="Segoe UI Web (West European)"/>
              </a:rPr>
              <a:t>Not Running </a:t>
            </a:r>
            <a:r>
              <a:rPr lang="zh-CN" altLang="en-US" dirty="0">
                <a:effectLst/>
                <a:latin typeface="Segoe UI Web (West European)"/>
              </a:rPr>
              <a:t>状态的进程已准备好执行，而其他进程则被阻止，等待 </a:t>
            </a:r>
            <a:r>
              <a:rPr lang="en-US" altLang="zh-CN" dirty="0">
                <a:effectLst/>
                <a:latin typeface="Segoe UI Web (West European)"/>
              </a:rPr>
              <a:t>I/O</a:t>
            </a:r>
            <a:r>
              <a:rPr lang="zh-CN" altLang="en-US" dirty="0">
                <a:effectLst/>
                <a:latin typeface="Segoe UI Web (West European)"/>
              </a:rPr>
              <a:t>作完成。因此，使用单个队列时，调度程序不能只选择队列最旧端的进程。相反，调度程序必须扫描列表，以查找未被阻止且在队列中时间最长的进程。</a:t>
            </a:r>
          </a:p>
          <a:p>
            <a:endParaRPr lang="zh-CN" alt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16</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effectLst/>
                <a:latin typeface="Segoe UI Web (West European)"/>
              </a:rPr>
              <a:t>• </a:t>
            </a:r>
            <a:r>
              <a:rPr lang="zh-CN" altLang="en-US" b="1" dirty="0">
                <a:effectLst/>
                <a:latin typeface="Segoe UI Web (West European)"/>
              </a:rPr>
              <a:t>新建</a:t>
            </a:r>
            <a:r>
              <a:rPr lang="zh-CN" altLang="en-US" dirty="0">
                <a:effectLst/>
                <a:latin typeface="Segoe UI Web (West European)"/>
              </a:rPr>
              <a:t>：刚刚创建但尚未作系统允许进入可执行进程池的进程。</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 </a:t>
            </a:r>
            <a:r>
              <a:rPr lang="en-US" altLang="zh-CN" b="1" dirty="0">
                <a:effectLst/>
                <a:latin typeface="Segoe UI Web (West European)"/>
              </a:rPr>
              <a:t>• </a:t>
            </a:r>
            <a:r>
              <a:rPr lang="zh-CN" altLang="en-US" b="1" dirty="0">
                <a:effectLst/>
                <a:latin typeface="Segoe UI Web (West European)"/>
              </a:rPr>
              <a:t>退出</a:t>
            </a:r>
            <a:r>
              <a:rPr lang="zh-CN" altLang="en-US" dirty="0">
                <a:effectLst/>
                <a:latin typeface="Segoe UI Web (West European)"/>
              </a:rPr>
              <a:t>：作系统已从可执行进程池中释放的进程，要么是因为它停止了，要么是由于某种原因中止了。</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effectLst/>
                <a:latin typeface="Segoe UI Web (West European)"/>
              </a:rPr>
              <a:t>新建</a:t>
            </a:r>
            <a:r>
              <a:rPr lang="en-US" altLang="zh-CN" b="1" dirty="0">
                <a:effectLst/>
                <a:latin typeface="Segoe UI Web (West European)"/>
              </a:rPr>
              <a:t>-</a:t>
            </a:r>
            <a:r>
              <a:rPr lang="zh-CN" altLang="en-US" b="1" dirty="0">
                <a:effectLst/>
                <a:latin typeface="Segoe UI Web (West European)"/>
              </a:rPr>
              <a:t>就绪</a:t>
            </a:r>
            <a:r>
              <a:rPr lang="zh-CN" altLang="en-US" dirty="0">
                <a:effectLst/>
                <a:latin typeface="Segoe UI Web (West European)"/>
              </a:rPr>
              <a:t>：当作系统准备再接纳进程，会将进程从 </a:t>
            </a:r>
            <a:r>
              <a:rPr lang="en-US" altLang="zh-CN" dirty="0">
                <a:effectLst/>
                <a:latin typeface="Segoe UI Web (West European)"/>
              </a:rPr>
              <a:t>New </a:t>
            </a:r>
            <a:r>
              <a:rPr lang="zh-CN" altLang="en-US" dirty="0">
                <a:effectLst/>
                <a:latin typeface="Segoe UI Web (West European)"/>
              </a:rPr>
              <a:t>状态移动到 </a:t>
            </a:r>
            <a:r>
              <a:rPr lang="en-US" altLang="zh-CN" dirty="0">
                <a:effectLst/>
                <a:latin typeface="Segoe UI Web (West European)"/>
              </a:rPr>
              <a:t>Ready </a:t>
            </a:r>
            <a:r>
              <a:rPr lang="zh-CN" altLang="en-US" dirty="0">
                <a:effectLst/>
                <a:latin typeface="Segoe UI Web (West European)"/>
              </a:rPr>
              <a:t>状态。大多数系统根据现有进程的数量或被占用的内存大小，来来判断是否加入新的进程；确保活动进程数不会过多，以免降低性能。</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运行</a:t>
            </a:r>
            <a:r>
              <a:rPr lang="en-US" altLang="zh-CN" b="1" dirty="0"/>
              <a:t>-&gt;</a:t>
            </a:r>
            <a:r>
              <a:rPr lang="zh-CN" altLang="en-US" b="1" dirty="0"/>
              <a:t>就绪</a:t>
            </a:r>
            <a:r>
              <a:rPr lang="zh-CN" altLang="en-US" dirty="0"/>
              <a:t>：</a:t>
            </a:r>
            <a:r>
              <a:rPr lang="en-US" altLang="zh-CN" dirty="0"/>
              <a:t>1. </a:t>
            </a:r>
            <a:r>
              <a:rPr lang="zh-CN" altLang="en-US" dirty="0"/>
              <a:t>到达了最大运行周期；</a:t>
            </a:r>
            <a:r>
              <a:rPr lang="en-US" altLang="zh-CN" dirty="0"/>
              <a:t>2. </a:t>
            </a:r>
            <a:r>
              <a:rPr lang="zh-CN" altLang="en-US" dirty="0"/>
              <a:t>基于优先级抢占；</a:t>
            </a:r>
            <a:r>
              <a:rPr lang="en-US" altLang="zh-CN" dirty="0"/>
              <a:t>3</a:t>
            </a:r>
            <a:r>
              <a:rPr lang="zh-CN" altLang="en-US" dirty="0"/>
              <a:t>：</a:t>
            </a:r>
            <a:r>
              <a:rPr lang="en-US" altLang="zh-CN" dirty="0"/>
              <a:t>OS</a:t>
            </a:r>
            <a:r>
              <a:rPr lang="zh-CN" altLang="en-US" dirty="0"/>
              <a:t>周期性后台程序；</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运行</a:t>
            </a:r>
            <a:r>
              <a:rPr lang="en-US" altLang="zh-CN" b="1" dirty="0"/>
              <a:t>-&gt;</a:t>
            </a:r>
            <a:r>
              <a:rPr lang="zh-CN" altLang="en-US" b="1" dirty="0"/>
              <a:t>阻塞</a:t>
            </a:r>
            <a:r>
              <a:rPr lang="zh-CN" altLang="en-US" dirty="0"/>
              <a:t>：</a:t>
            </a:r>
            <a:r>
              <a:rPr lang="en-US" altLang="zh-CN" dirty="0"/>
              <a:t>1. </a:t>
            </a:r>
            <a:r>
              <a:rPr lang="zh-CN" altLang="en-US" dirty="0"/>
              <a:t>系统服务调用未被立马满足，</a:t>
            </a:r>
            <a:r>
              <a:rPr lang="en-US" altLang="zh-CN" dirty="0"/>
              <a:t>2</a:t>
            </a:r>
            <a:r>
              <a:rPr lang="zh-CN" altLang="en-US" dirty="0"/>
              <a:t>、资源请求未被分配，如文件访问；</a:t>
            </a:r>
            <a:r>
              <a:rPr lang="en-US" altLang="zh-CN" dirty="0"/>
              <a:t>3</a:t>
            </a:r>
            <a:r>
              <a:rPr lang="zh-CN" altLang="en-US" dirty="0"/>
              <a:t>、等待</a:t>
            </a:r>
            <a:r>
              <a:rPr lang="en-US" altLang="zh-CN" dirty="0"/>
              <a:t>I/O</a:t>
            </a:r>
            <a:r>
              <a:rPr lang="zh-CN" altLang="en-US" dirty="0"/>
              <a:t>完成等；</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就绪</a:t>
            </a:r>
            <a:r>
              <a:rPr lang="en-US" altLang="zh-CN" b="1" dirty="0"/>
              <a:t>-&gt;</a:t>
            </a:r>
            <a:r>
              <a:rPr lang="zh-CN" altLang="en-US" b="1" dirty="0"/>
              <a:t>退出</a:t>
            </a:r>
            <a:r>
              <a:rPr lang="zh-CN" altLang="en-US" dirty="0"/>
              <a:t>：很少见，可能出现的是，父进程退出</a:t>
            </a:r>
            <a:r>
              <a:rPr lang="en-US" altLang="zh-CN" dirty="0"/>
              <a:t>or</a:t>
            </a:r>
            <a:r>
              <a:rPr lang="zh-CN" altLang="en-US" dirty="0"/>
              <a:t>父进程终止子进程（如循环</a:t>
            </a:r>
            <a:r>
              <a:rPr lang="en-US" altLang="zh-CN" dirty="0"/>
              <a:t>or</a:t>
            </a:r>
            <a:r>
              <a:rPr lang="zh-CN" altLang="en-US" dirty="0"/>
              <a:t>定时器）</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17</a:t>
            </a:fld>
            <a:endParaRPr lang="zh-CN" altLang="en-US"/>
          </a:p>
        </p:txBody>
      </p:sp>
    </p:spTree>
    <p:extLst>
      <p:ext uri="{BB962C8B-B14F-4D97-AF65-F5344CB8AC3E}">
        <p14:creationId xmlns:p14="http://schemas.microsoft.com/office/powerpoint/2010/main" val="28865182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kern="1200" baseline="0" dirty="0">
                <a:solidFill>
                  <a:schemeClr val="tx1"/>
                </a:solidFill>
                <a:latin typeface="+mn-lt"/>
                <a:ea typeface="+mn-ea"/>
                <a:cs typeface="+mn-cs"/>
              </a:rPr>
              <a:t>Returning to our simple example, Figure 3.7 shows the transition of each process</a:t>
            </a:r>
          </a:p>
          <a:p>
            <a:r>
              <a:rPr lang="en-US" sz="1200" kern="1200" baseline="0" dirty="0">
                <a:solidFill>
                  <a:schemeClr val="tx1"/>
                </a:solidFill>
                <a:latin typeface="+mn-lt"/>
                <a:ea typeface="+mn-ea"/>
                <a:cs typeface="+mn-cs"/>
              </a:rPr>
              <a:t>among the states.</a:t>
            </a:r>
            <a:endParaRPr lang="en-US" dirty="0"/>
          </a:p>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18</a:t>
            </a:fld>
            <a:endParaRPr lang="zh-CN" altLang="en-US"/>
          </a:p>
        </p:txBody>
      </p:sp>
    </p:spTree>
    <p:extLst>
      <p:ext uri="{BB962C8B-B14F-4D97-AF65-F5344CB8AC3E}">
        <p14:creationId xmlns:p14="http://schemas.microsoft.com/office/powerpoint/2010/main" val="19797409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19</a:t>
            </a:fld>
            <a:endParaRPr lang="zh-CN" altLang="en-US"/>
          </a:p>
        </p:txBody>
      </p:sp>
    </p:spTree>
    <p:extLst>
      <p:ext uri="{BB962C8B-B14F-4D97-AF65-F5344CB8AC3E}">
        <p14:creationId xmlns:p14="http://schemas.microsoft.com/office/powerpoint/2010/main" val="41615114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回想一下，所有这些精心设计的机制的原因是 </a:t>
            </a:r>
            <a:r>
              <a:rPr lang="en-US" altLang="zh-CN" b="1" dirty="0">
                <a:effectLst/>
                <a:latin typeface="Segoe UI Web (West European)"/>
              </a:rPr>
              <a:t>I/O </a:t>
            </a:r>
            <a:r>
              <a:rPr lang="zh-CN" altLang="en-US" b="1" dirty="0">
                <a:effectLst/>
                <a:latin typeface="Segoe UI Web (West European)"/>
              </a:rPr>
              <a:t>活动比计算慢得多</a:t>
            </a:r>
            <a:r>
              <a:rPr lang="zh-CN" altLang="en-US" dirty="0">
                <a:effectLst/>
                <a:latin typeface="Segoe UI Web (West European)"/>
              </a:rPr>
              <a:t>，因此 </a:t>
            </a:r>
            <a:r>
              <a:rPr lang="en-US" altLang="zh-CN" dirty="0" err="1">
                <a:effectLst/>
                <a:latin typeface="Segoe UI Web (West European)"/>
              </a:rPr>
              <a:t>uniprogramming</a:t>
            </a:r>
            <a:r>
              <a:rPr lang="en-US" altLang="zh-CN" dirty="0">
                <a:effectLst/>
                <a:latin typeface="Segoe UI Web (West European)"/>
              </a:rPr>
              <a:t> </a:t>
            </a:r>
            <a:r>
              <a:rPr lang="zh-CN" altLang="en-US" dirty="0">
                <a:effectLst/>
                <a:latin typeface="Segoe UI Web (West European)"/>
              </a:rPr>
              <a:t>系统中的处理器大部分时间都是空闲的。</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但是图 </a:t>
            </a:r>
            <a:r>
              <a:rPr lang="en-US" altLang="zh-CN" dirty="0">
                <a:effectLst/>
                <a:latin typeface="Segoe UI Web (West European)"/>
              </a:rPr>
              <a:t>3.8b </a:t>
            </a:r>
            <a:r>
              <a:rPr lang="zh-CN" altLang="en-US" dirty="0">
                <a:effectLst/>
                <a:latin typeface="Segoe UI Web (West European)"/>
              </a:rPr>
              <a:t>的安排并不能完全解决问题。</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在这种情况下，内存包含多个进程，并且当一个进程被阻塞时，处理器可以移动到另一个进程。</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effectLst/>
                <a:latin typeface="Segoe UI Web (West European)"/>
              </a:rPr>
              <a:t>但是处理器比 </a:t>
            </a:r>
            <a:r>
              <a:rPr lang="en-US" altLang="zh-CN" b="1" dirty="0">
                <a:effectLst/>
                <a:latin typeface="Segoe UI Web (West European)"/>
              </a:rPr>
              <a:t>I/O </a:t>
            </a:r>
            <a:r>
              <a:rPr lang="zh-CN" altLang="en-US" b="1" dirty="0">
                <a:effectLst/>
                <a:latin typeface="Segoe UI Web (West European)"/>
              </a:rPr>
              <a:t>快得多，以至于内存中的所有进程都在等待 </a:t>
            </a:r>
            <a:r>
              <a:rPr lang="en-US" altLang="zh-CN" b="1" dirty="0">
                <a:effectLst/>
                <a:latin typeface="Segoe UI Web (West European)"/>
              </a:rPr>
              <a:t>I/O </a:t>
            </a:r>
            <a:r>
              <a:rPr lang="zh-CN" altLang="en-US" b="1" dirty="0">
                <a:effectLst/>
                <a:latin typeface="Segoe UI Web (West European)"/>
              </a:rPr>
              <a:t>是很常见的</a:t>
            </a:r>
            <a:r>
              <a:rPr lang="zh-CN" altLang="en-US" dirty="0">
                <a:effectLst/>
                <a:latin typeface="Segoe UI Web (West European)"/>
              </a:rPr>
              <a:t>。</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因此，即使使用多道程序编程，</a:t>
            </a:r>
            <a:r>
              <a:rPr lang="zh-CN" altLang="en-US" b="1" dirty="0">
                <a:effectLst/>
                <a:latin typeface="Segoe UI Web (West European)"/>
              </a:rPr>
              <a:t>处理器也可以大部分时间都处于空闲状态</a:t>
            </a:r>
            <a:r>
              <a:rPr lang="zh-CN" altLang="en-US" dirty="0">
                <a:effectLst/>
                <a:latin typeface="Segoe UI Web (West European)"/>
              </a:rPr>
              <a:t>。</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1" dirty="0">
                <a:effectLst/>
                <a:latin typeface="Segoe UI Web (West European)"/>
              </a:rPr>
              <a:t>方案</a:t>
            </a:r>
            <a:r>
              <a:rPr lang="en-US" altLang="zh-CN" b="1" dirty="0">
                <a:effectLst/>
                <a:latin typeface="Segoe UI Web (West European)"/>
              </a:rPr>
              <a:t>1</a:t>
            </a:r>
            <a:r>
              <a:rPr lang="en-US" altLang="zh-CN" dirty="0">
                <a:effectLst/>
                <a:latin typeface="Segoe UI Web (West European)"/>
              </a:rPr>
              <a:t>: </a:t>
            </a:r>
            <a:r>
              <a:rPr lang="zh-CN" altLang="en-US" b="1" dirty="0">
                <a:effectLst/>
                <a:latin typeface="Segoe UI Web (West European)"/>
              </a:rPr>
              <a:t>主内存可以扩展以容纳更多进程</a:t>
            </a:r>
            <a:r>
              <a:rPr lang="zh-CN" altLang="en-US" dirty="0">
                <a:effectLst/>
                <a:latin typeface="Segoe UI Web (West European)"/>
              </a:rPr>
              <a:t>。但这种方法有两个缺陷。</a:t>
            </a:r>
            <a:endParaRPr lang="en-US" altLang="zh-CN" dirty="0">
              <a:effectLst/>
              <a:latin typeface="Segoe UI Web (West European)"/>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dirty="0">
                <a:effectLst/>
                <a:latin typeface="Segoe UI Web (West European)"/>
              </a:rPr>
              <a:t>首先，存在与主内存相关的</a:t>
            </a:r>
            <a:r>
              <a:rPr lang="zh-CN" altLang="en-US" b="1" dirty="0">
                <a:effectLst/>
                <a:latin typeface="Segoe UI Web (West European)"/>
              </a:rPr>
              <a:t>成本</a:t>
            </a:r>
            <a:r>
              <a:rPr lang="zh-CN" altLang="en-US" dirty="0">
                <a:effectLst/>
                <a:latin typeface="Segoe UI Web (West European)"/>
              </a:rPr>
              <a:t>，尽管每个字节的成本很小，但当我们进入 </a:t>
            </a:r>
            <a:r>
              <a:rPr lang="en-US" altLang="zh-CN" dirty="0">
                <a:effectLst/>
                <a:latin typeface="Segoe UI Web (West European)"/>
              </a:rPr>
              <a:t>GB </a:t>
            </a:r>
            <a:r>
              <a:rPr lang="zh-CN" altLang="en-US" dirty="0">
                <a:effectLst/>
                <a:latin typeface="Segoe UI Web (West European)"/>
              </a:rPr>
              <a:t>的存储空间时，该成本开始增加。</a:t>
            </a:r>
            <a:endParaRPr lang="en-US" altLang="zh-CN" dirty="0">
              <a:effectLst/>
              <a:latin typeface="Segoe UI Web (West European)"/>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dirty="0">
                <a:effectLst/>
                <a:latin typeface="Segoe UI Web (West European)"/>
              </a:rPr>
              <a:t>其次，程序对内存的需求增长速度与内存成本下降的</a:t>
            </a:r>
            <a:r>
              <a:rPr lang="zh-CN" altLang="en-US" b="1" dirty="0">
                <a:effectLst/>
                <a:latin typeface="Segoe UI Web (West European)"/>
              </a:rPr>
              <a:t>速度一样快</a:t>
            </a:r>
            <a:r>
              <a:rPr lang="zh-CN" altLang="en-US" dirty="0">
                <a:effectLst/>
                <a:latin typeface="Segoe UI Web (West European)"/>
              </a:rPr>
              <a:t>。因此，更大的内存会导致</a:t>
            </a:r>
            <a:r>
              <a:rPr lang="zh-CN" altLang="en-US" b="1" dirty="0">
                <a:effectLst/>
                <a:latin typeface="Segoe UI Web (West European)"/>
              </a:rPr>
              <a:t>更大的进程</a:t>
            </a:r>
            <a:r>
              <a:rPr lang="zh-CN" altLang="en-US" dirty="0">
                <a:effectLst/>
                <a:latin typeface="Segoe UI Web (West European)"/>
              </a:rPr>
              <a:t>，而不是更多的进程。</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1" dirty="0">
                <a:effectLst/>
                <a:latin typeface="Segoe UI Web (West European)"/>
              </a:rPr>
              <a:t>方案</a:t>
            </a:r>
            <a:r>
              <a:rPr lang="en-US" altLang="zh-CN" b="1" dirty="0">
                <a:effectLst/>
                <a:latin typeface="Segoe UI Web (West European)"/>
              </a:rPr>
              <a:t>2</a:t>
            </a:r>
            <a:r>
              <a:rPr lang="en-US" altLang="zh-CN" dirty="0">
                <a:effectLst/>
                <a:latin typeface="Segoe UI Web (West European)"/>
              </a:rPr>
              <a:t>: </a:t>
            </a:r>
            <a:r>
              <a:rPr lang="zh-CN" altLang="en-US" dirty="0">
                <a:effectLst/>
                <a:latin typeface="Segoe UI Web (West European)"/>
              </a:rPr>
              <a:t>另一种解决方案是</a:t>
            </a:r>
            <a:r>
              <a:rPr lang="zh-CN" altLang="en-US" b="1" dirty="0">
                <a:effectLst/>
                <a:latin typeface="Segoe UI Web (West European)"/>
              </a:rPr>
              <a:t>交换</a:t>
            </a:r>
            <a:r>
              <a:rPr lang="zh-CN" altLang="en-US" dirty="0">
                <a:effectLst/>
                <a:latin typeface="Segoe UI Web (West European)"/>
              </a:rPr>
              <a:t>，它涉及将部分或全部进程从主内存移动到磁盘</a:t>
            </a:r>
            <a:r>
              <a:rPr lang="en-US" altLang="zh-CN" dirty="0">
                <a:effectLst/>
                <a:latin typeface="Segoe UI Web (West European)"/>
              </a:rPr>
              <a:t>.</a:t>
            </a:r>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20</a:t>
            </a:fld>
            <a:endParaRPr lang="zh-CN" altLang="en-US"/>
          </a:p>
        </p:txBody>
      </p:sp>
    </p:spTree>
    <p:extLst>
      <p:ext uri="{BB962C8B-B14F-4D97-AF65-F5344CB8AC3E}">
        <p14:creationId xmlns:p14="http://schemas.microsoft.com/office/powerpoint/2010/main" val="31606678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四个</a:t>
            </a:r>
            <a:r>
              <a:rPr lang="zh-CN" altLang="en-US" b="1" dirty="0">
                <a:effectLst/>
                <a:latin typeface="Segoe UI Web (West European)"/>
              </a:rPr>
              <a:t>常见事件</a:t>
            </a:r>
            <a:r>
              <a:rPr lang="zh-CN" altLang="en-US" dirty="0">
                <a:effectLst/>
                <a:latin typeface="Segoe UI Web (West European)"/>
              </a:rPr>
              <a:t>会导致进程的创建。</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dirty="0">
                <a:effectLst/>
                <a:latin typeface="Segoe UI Web (West European)"/>
              </a:rPr>
              <a:t>在批处理环境中，将创建一个流程以响应作业的提交。</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dirty="0">
                <a:effectLst/>
                <a:latin typeface="Segoe UI Web (West European)"/>
              </a:rPr>
              <a:t>在交互式环境中，当新用户尝试登录时，将创建一个进程。</a:t>
            </a:r>
            <a:endParaRPr lang="en-US" altLang="zh-CN" dirty="0">
              <a:effectLst/>
              <a:latin typeface="Segoe UI Web (West European)"/>
            </a:endParaRPr>
          </a:p>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21</a:t>
            </a:fld>
            <a:endParaRPr lang="zh-CN" altLang="en-US"/>
          </a:p>
        </p:txBody>
      </p:sp>
    </p:spTree>
    <p:extLst>
      <p:ext uri="{BB962C8B-B14F-4D97-AF65-F5344CB8AC3E}">
        <p14:creationId xmlns:p14="http://schemas.microsoft.com/office/powerpoint/2010/main" val="15399939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当前系统初始化进程是什么</a:t>
            </a:r>
            <a:br>
              <a:rPr lang="zh-CN" altLang="en-US" dirty="0"/>
            </a:br>
            <a:r>
              <a:rPr lang="zh-CN" altLang="en-US" sz="1200" b="0" i="0" kern="1200" dirty="0">
                <a:solidFill>
                  <a:schemeClr val="tx1"/>
                </a:solidFill>
                <a:effectLst/>
                <a:latin typeface="+mn-lt"/>
                <a:ea typeface="+mn-ea"/>
                <a:cs typeface="+mn-cs"/>
              </a:rPr>
              <a:t>   </a:t>
            </a:r>
            <a:r>
              <a:rPr lang="en-US" altLang="zh-CN" sz="1200" b="0" i="0" kern="1200" dirty="0" err="1">
                <a:solidFill>
                  <a:schemeClr val="tx1"/>
                </a:solidFill>
                <a:effectLst/>
                <a:latin typeface="+mn-lt"/>
                <a:ea typeface="+mn-ea"/>
                <a:cs typeface="+mn-cs"/>
              </a:rPr>
              <a:t>systemd</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系统初始化进程</a:t>
            </a:r>
            <a:br>
              <a:rPr lang="zh-CN" altLang="en-US" dirty="0"/>
            </a:br>
            <a:r>
              <a:rPr lang="zh-CN" altLang="en-US" sz="1200" b="0" i="0" kern="1200" dirty="0">
                <a:solidFill>
                  <a:schemeClr val="tx1"/>
                </a:solidFill>
                <a:effectLst/>
                <a:latin typeface="+mn-lt"/>
                <a:ea typeface="+mn-ea"/>
                <a:cs typeface="+mn-cs"/>
              </a:rPr>
              <a:t>   </a:t>
            </a:r>
            <a:r>
              <a:rPr lang="en-US" altLang="zh-CN" sz="1200" b="0" i="0" kern="1200" dirty="0" err="1">
                <a:solidFill>
                  <a:schemeClr val="tx1"/>
                </a:solidFill>
                <a:effectLst/>
                <a:latin typeface="+mn-lt"/>
                <a:ea typeface="+mn-ea"/>
                <a:cs typeface="+mn-cs"/>
              </a:rPr>
              <a:t>pstree</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显示系统中的进程树</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en-US" altLang="zh-CN" b="0" i="0" dirty="0" err="1">
                <a:solidFill>
                  <a:srgbClr val="F73131"/>
                </a:solidFill>
                <a:effectLst/>
                <a:latin typeface="Arial" panose="020B0604020202020204" pitchFamily="34" charset="0"/>
              </a:rPr>
              <a:t>sshd</a:t>
            </a:r>
            <a:r>
              <a:rPr lang="en-US" altLang="zh-CN" b="0" i="0" dirty="0">
                <a:solidFill>
                  <a:srgbClr val="333333"/>
                </a:solidFill>
                <a:effectLst/>
                <a:latin typeface="Arial" panose="020B0604020202020204" pitchFamily="34" charset="0"/>
              </a:rPr>
              <a:t>(secure shell)</a:t>
            </a:r>
            <a:r>
              <a:rPr lang="zh-CN" altLang="en-US" b="0" i="0" dirty="0">
                <a:solidFill>
                  <a:srgbClr val="333333"/>
                </a:solidFill>
                <a:effectLst/>
                <a:latin typeface="Arial" panose="020B0604020202020204" pitchFamily="34" charset="0"/>
              </a:rPr>
              <a:t>服务使用</a:t>
            </a:r>
            <a:r>
              <a:rPr lang="en-US" altLang="zh-CN" b="0" i="0" dirty="0" err="1">
                <a:solidFill>
                  <a:srgbClr val="333333"/>
                </a:solidFill>
                <a:effectLst/>
                <a:latin typeface="Arial" panose="020B0604020202020204" pitchFamily="34" charset="0"/>
              </a:rPr>
              <a:t>ssh</a:t>
            </a:r>
            <a:r>
              <a:rPr lang="zh-CN" altLang="en-US" b="0" i="0" dirty="0">
                <a:solidFill>
                  <a:srgbClr val="333333"/>
                </a:solidFill>
                <a:effectLst/>
                <a:latin typeface="Arial" panose="020B0604020202020204" pitchFamily="34" charset="0"/>
              </a:rPr>
              <a:t>协议远程开启其他主机</a:t>
            </a:r>
            <a:r>
              <a:rPr lang="en-US" altLang="zh-CN" b="0" i="0" dirty="0">
                <a:solidFill>
                  <a:srgbClr val="333333"/>
                </a:solidFill>
                <a:effectLst/>
                <a:latin typeface="Arial" panose="020B0604020202020204" pitchFamily="34" charset="0"/>
              </a:rPr>
              <a:t>shell</a:t>
            </a:r>
            <a:r>
              <a:rPr lang="zh-CN" altLang="en-US" b="0" i="0" dirty="0">
                <a:solidFill>
                  <a:srgbClr val="333333"/>
                </a:solidFill>
                <a:effectLst/>
                <a:latin typeface="Arial" panose="020B0604020202020204" pitchFamily="34" charset="0"/>
              </a:rPr>
              <a:t>的服务</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sshd.exe</a:t>
            </a:r>
            <a:r>
              <a:rPr lang="zh-CN" altLang="en-US" sz="1200" b="0" i="0" kern="1200" dirty="0">
                <a:solidFill>
                  <a:schemeClr val="tx1"/>
                </a:solidFill>
                <a:effectLst/>
                <a:latin typeface="+mn-lt"/>
                <a:ea typeface="+mn-ea"/>
                <a:cs typeface="+mn-cs"/>
              </a:rPr>
              <a:t>是</a:t>
            </a:r>
            <a:r>
              <a:rPr lang="en-US" altLang="zh-CN" sz="1200" b="0" i="0" kern="1200" dirty="0">
                <a:solidFill>
                  <a:schemeClr val="tx1"/>
                </a:solidFill>
                <a:effectLst/>
                <a:latin typeface="+mn-lt"/>
                <a:ea typeface="+mn-ea"/>
                <a:cs typeface="+mn-cs"/>
              </a:rPr>
              <a:t>Cygwin OpenSSH</a:t>
            </a:r>
            <a:r>
              <a:rPr lang="zh-CN" altLang="en-US" sz="1200" b="0" i="0" kern="1200" dirty="0">
                <a:solidFill>
                  <a:schemeClr val="tx1"/>
                </a:solidFill>
                <a:effectLst/>
                <a:latin typeface="+mn-lt"/>
                <a:ea typeface="+mn-ea"/>
                <a:cs typeface="+mn-cs"/>
              </a:rPr>
              <a:t>壳程序，用于支持安全的</a:t>
            </a:r>
            <a:r>
              <a:rPr lang="en-US" altLang="zh-CN" sz="1200" b="0" i="0" kern="1200" dirty="0">
                <a:solidFill>
                  <a:schemeClr val="tx1"/>
                </a:solidFill>
                <a:effectLst/>
                <a:latin typeface="+mn-lt"/>
                <a:ea typeface="+mn-ea"/>
                <a:cs typeface="+mn-cs"/>
              </a:rPr>
              <a:t>SSH</a:t>
            </a:r>
            <a:r>
              <a:rPr lang="zh-CN" altLang="en-US" sz="1200" b="0" i="0" kern="1200" dirty="0">
                <a:solidFill>
                  <a:schemeClr val="tx1"/>
                </a:solidFill>
                <a:effectLst/>
                <a:latin typeface="+mn-lt"/>
                <a:ea typeface="+mn-ea"/>
                <a:cs typeface="+mn-cs"/>
              </a:rPr>
              <a:t>链接访问。可以通过网络在主机中开启</a:t>
            </a:r>
            <a:r>
              <a:rPr lang="en-US" altLang="zh-CN" sz="1200" b="0" i="0" kern="1200" dirty="0">
                <a:solidFill>
                  <a:schemeClr val="tx1"/>
                </a:solidFill>
                <a:effectLst/>
                <a:latin typeface="+mn-lt"/>
                <a:ea typeface="+mn-ea"/>
                <a:cs typeface="+mn-cs"/>
              </a:rPr>
              <a:t>shell</a:t>
            </a:r>
            <a:r>
              <a:rPr lang="zh-CN" altLang="en-US" sz="1200" b="0" i="0" kern="1200" dirty="0">
                <a:solidFill>
                  <a:schemeClr val="tx1"/>
                </a:solidFill>
                <a:effectLst/>
                <a:latin typeface="+mn-lt"/>
                <a:ea typeface="+mn-ea"/>
                <a:cs typeface="+mn-cs"/>
              </a:rPr>
              <a:t>的服务</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Ps</a:t>
            </a:r>
            <a:r>
              <a:rPr lang="zh-CN" altLang="en-US" sz="1200" b="0" i="0" kern="1200" dirty="0">
                <a:solidFill>
                  <a:schemeClr val="tx1"/>
                </a:solidFill>
                <a:effectLst/>
                <a:latin typeface="+mn-lt"/>
                <a:ea typeface="+mn-ea"/>
                <a:cs typeface="+mn-cs"/>
              </a:rPr>
              <a:t>进程状态</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Emacs</a:t>
            </a:r>
            <a:r>
              <a:rPr lang="zh-CN" altLang="en-US" sz="1200" b="0" i="0" kern="1200" dirty="0">
                <a:solidFill>
                  <a:schemeClr val="tx1"/>
                </a:solidFill>
                <a:effectLst/>
                <a:latin typeface="+mn-lt"/>
                <a:ea typeface="+mn-ea"/>
                <a:cs typeface="+mn-cs"/>
              </a:rPr>
              <a:t>，著名的集成开发环境和文本编辑器。</a:t>
            </a:r>
            <a:r>
              <a:rPr lang="en-US" altLang="zh-CN" sz="1200" b="0" i="0" kern="1200" dirty="0">
                <a:solidFill>
                  <a:schemeClr val="tx1"/>
                </a:solidFill>
                <a:effectLst/>
                <a:latin typeface="+mn-lt"/>
                <a:ea typeface="+mn-ea"/>
                <a:cs typeface="+mn-cs"/>
              </a:rPr>
              <a:t>Emacs</a:t>
            </a:r>
            <a:r>
              <a:rPr lang="zh-CN" altLang="en-US" sz="1200" b="0" i="0" kern="1200" dirty="0">
                <a:solidFill>
                  <a:schemeClr val="tx1"/>
                </a:solidFill>
                <a:effectLst/>
                <a:latin typeface="+mn-lt"/>
                <a:ea typeface="+mn-ea"/>
                <a:cs typeface="+mn-cs"/>
              </a:rPr>
              <a:t>被公认为是最受专业程序员喜爱的代码编辑器之一，另外一个</a:t>
            </a:r>
            <a:r>
              <a:rPr lang="en-US" altLang="zh-CN" sz="1200" b="0" i="0" kern="1200" dirty="0">
                <a:solidFill>
                  <a:schemeClr val="tx1"/>
                </a:solidFill>
                <a:effectLst/>
                <a:latin typeface="+mn-lt"/>
                <a:ea typeface="+mn-ea"/>
                <a:cs typeface="+mn-cs"/>
              </a:rPr>
              <a:t>vim</a:t>
            </a:r>
            <a:r>
              <a:rPr lang="zh-CN" altLang="en-US" sz="1200" b="0" i="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23</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按照刚才描述的交换，必须将</a:t>
            </a:r>
            <a:r>
              <a:rPr lang="zh-CN" altLang="en-US" b="1" dirty="0">
                <a:effectLst/>
                <a:latin typeface="Segoe UI Web (West European)"/>
              </a:rPr>
              <a:t>另一个状态添加到我们的进程行为模型</a:t>
            </a:r>
            <a:r>
              <a:rPr lang="zh-CN" altLang="en-US" dirty="0">
                <a:effectLst/>
                <a:latin typeface="Segoe UI Web (West European)"/>
              </a:rPr>
              <a:t>中（图 </a:t>
            </a:r>
            <a:r>
              <a:rPr lang="en-US" altLang="zh-CN" dirty="0">
                <a:effectLst/>
                <a:latin typeface="Segoe UI Web (West European)"/>
              </a:rPr>
              <a:t>3.9a</a:t>
            </a:r>
            <a:r>
              <a:rPr lang="zh-CN" altLang="en-US" dirty="0">
                <a:effectLst/>
                <a:latin typeface="Segoe UI Web (West European)"/>
              </a:rPr>
              <a:t>）：</a:t>
            </a:r>
            <a:r>
              <a:rPr lang="zh-CN" altLang="en-US" b="1" dirty="0">
                <a:effectLst/>
                <a:latin typeface="Segoe UI Web (West European)"/>
              </a:rPr>
              <a:t>挂起</a:t>
            </a:r>
            <a:r>
              <a:rPr lang="en-US" altLang="zh-CN" b="1" dirty="0">
                <a:effectLst/>
                <a:latin typeface="Segoe UI Web (West European)"/>
              </a:rPr>
              <a:t> </a:t>
            </a:r>
            <a:r>
              <a:rPr lang="zh-CN" altLang="en-US" b="1" dirty="0">
                <a:effectLst/>
                <a:latin typeface="Segoe UI Web (West European)"/>
              </a:rPr>
              <a:t>状态</a:t>
            </a:r>
            <a:r>
              <a:rPr lang="zh-CN" altLang="en-US" dirty="0">
                <a:effectLst/>
                <a:latin typeface="Segoe UI Web (West European)"/>
              </a:rPr>
              <a:t>。</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当主内存中的所有进程都处于 </a:t>
            </a:r>
            <a:r>
              <a:rPr lang="en-US" altLang="zh-CN" dirty="0">
                <a:effectLst/>
                <a:latin typeface="Segoe UI Web (West European)"/>
              </a:rPr>
              <a:t>Blocked </a:t>
            </a:r>
            <a:r>
              <a:rPr lang="zh-CN" altLang="en-US" dirty="0">
                <a:effectLst/>
                <a:latin typeface="Segoe UI Web (West European)"/>
              </a:rPr>
              <a:t>状态时，</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latin typeface="Segoe UI Web (West European)"/>
              </a:rPr>
              <a:t>OS </a:t>
            </a:r>
            <a:r>
              <a:rPr lang="zh-CN" altLang="en-US" dirty="0">
                <a:effectLst/>
                <a:latin typeface="Segoe UI Web (West European)"/>
              </a:rPr>
              <a:t>可以通过将一个进程置于 </a:t>
            </a:r>
            <a:r>
              <a:rPr lang="en-US" altLang="zh-CN" dirty="0">
                <a:effectLst/>
                <a:latin typeface="Segoe UI Web (West European)"/>
              </a:rPr>
              <a:t>Suspend </a:t>
            </a:r>
            <a:r>
              <a:rPr lang="zh-CN" altLang="en-US" dirty="0">
                <a:effectLst/>
                <a:latin typeface="Segoe UI Web (West European)"/>
              </a:rPr>
              <a:t>状态并将其传输到磁盘来暂停该进程。然后，可以使用主内存中释放的空间来引入另一个进程。</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当 </a:t>
            </a:r>
            <a:r>
              <a:rPr lang="en-US" altLang="zh-CN" dirty="0">
                <a:effectLst/>
                <a:latin typeface="Segoe UI Web (West European)"/>
              </a:rPr>
              <a:t>OS </a:t>
            </a:r>
            <a:r>
              <a:rPr lang="zh-CN" altLang="en-US" dirty="0">
                <a:effectLst/>
                <a:latin typeface="Segoe UI Web (West European)"/>
              </a:rPr>
              <a:t>执行了换出作时，它有</a:t>
            </a:r>
            <a:r>
              <a:rPr lang="zh-CN" altLang="en-US" b="1" dirty="0">
                <a:effectLst/>
                <a:latin typeface="Segoe UI Web (West European)"/>
              </a:rPr>
              <a:t>两个选项来选择要引入主内存</a:t>
            </a:r>
            <a:r>
              <a:rPr lang="zh-CN" altLang="en-US" dirty="0">
                <a:effectLst/>
                <a:latin typeface="Segoe UI Web (West European)"/>
              </a:rPr>
              <a:t>的进程：</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它可以允许</a:t>
            </a:r>
            <a:r>
              <a:rPr lang="zh-CN" altLang="en-US" b="1" dirty="0">
                <a:effectLst/>
                <a:latin typeface="Segoe UI Web (West European)"/>
              </a:rPr>
              <a:t>新创建</a:t>
            </a:r>
            <a:r>
              <a:rPr lang="zh-CN" altLang="en-US" dirty="0">
                <a:effectLst/>
                <a:latin typeface="Segoe UI Web (West European)"/>
              </a:rPr>
              <a:t>的进程，也可以引入</a:t>
            </a:r>
            <a:r>
              <a:rPr lang="zh-CN" altLang="en-US" b="1" dirty="0">
                <a:effectLst/>
                <a:latin typeface="Segoe UI Web (West European)"/>
              </a:rPr>
              <a:t>以前暂停</a:t>
            </a:r>
            <a:r>
              <a:rPr lang="zh-CN" altLang="en-US" dirty="0">
                <a:effectLst/>
                <a:latin typeface="Segoe UI Web (West European)"/>
              </a:rPr>
              <a:t>的进程。</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看起来，首选应该是引入以前暂停的进程，以便为其提供服务，而不是增加系统上的总负载。</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但这种推理方式带来了困难。所有已暂停的进程在暂停时都处于 </a:t>
            </a:r>
            <a:r>
              <a:rPr lang="en-US" altLang="zh-CN" dirty="0">
                <a:effectLst/>
                <a:latin typeface="Segoe UI Web (West European)"/>
              </a:rPr>
              <a:t>Blocked </a:t>
            </a:r>
            <a:r>
              <a:rPr lang="zh-CN" altLang="en-US" dirty="0">
                <a:effectLst/>
                <a:latin typeface="Segoe UI Web (West European)"/>
              </a:rPr>
              <a:t>状态。显然，将阻塞的进程带回主内存没有任何好处，因为它确实是 </a:t>
            </a:r>
            <a:r>
              <a:rPr lang="zh-CN" altLang="en-US" b="1" dirty="0">
                <a:effectLst/>
                <a:latin typeface="Segoe UI Web (West European)"/>
              </a:rPr>
              <a:t>仍然没有准备好执行</a:t>
            </a:r>
            <a:r>
              <a:rPr lang="zh-CN" altLang="en-US" dirty="0">
                <a:effectLst/>
                <a:latin typeface="Segoe UI Web (West European)"/>
              </a:rPr>
              <a:t>。但是，请注意，每个处于 </a:t>
            </a:r>
            <a:r>
              <a:rPr lang="en-US" altLang="zh-CN" dirty="0">
                <a:effectLst/>
                <a:latin typeface="Segoe UI Web (West European)"/>
              </a:rPr>
              <a:t>Suspend </a:t>
            </a:r>
            <a:r>
              <a:rPr lang="zh-CN" altLang="en-US" dirty="0">
                <a:effectLst/>
                <a:latin typeface="Segoe UI Web (West European)"/>
              </a:rPr>
              <a:t>状态的进程最初都是在特定事件上被阻止的。当该事件发生时，该进程不会被阻止，并且可能可供执行。</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effectLst/>
              <a:latin typeface="Segoe UI Web (West European)"/>
            </a:endParaRPr>
          </a:p>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26</a:t>
            </a:fld>
            <a:endParaRPr lang="zh-CN" altLang="en-US"/>
          </a:p>
        </p:txBody>
      </p:sp>
    </p:spTree>
    <p:extLst>
      <p:ext uri="{BB962C8B-B14F-4D97-AF65-F5344CB8AC3E}">
        <p14:creationId xmlns:p14="http://schemas.microsoft.com/office/powerpoint/2010/main" val="6597551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重要的状态迁移如下：</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dirty="0">
                <a:effectLst/>
                <a:latin typeface="Segoe UI Web (West European)"/>
              </a:rPr>
              <a:t> </a:t>
            </a:r>
            <a:r>
              <a:rPr lang="zh-CN" altLang="en-US" b="1" dirty="0">
                <a:effectLst/>
                <a:latin typeface="Segoe UI Web (West European)"/>
              </a:rPr>
              <a:t>阻塞</a:t>
            </a:r>
            <a:r>
              <a:rPr lang="en-US" altLang="zh-CN" b="1" dirty="0">
                <a:effectLst/>
                <a:latin typeface="Segoe UI Web (West European)"/>
              </a:rPr>
              <a:t> -》</a:t>
            </a:r>
            <a:r>
              <a:rPr lang="zh-CN" altLang="en-US" b="1" dirty="0">
                <a:effectLst/>
                <a:latin typeface="Segoe UI Web (West European)"/>
              </a:rPr>
              <a:t>阻塞</a:t>
            </a:r>
            <a:r>
              <a:rPr lang="en-US" altLang="zh-CN" b="1" dirty="0">
                <a:effectLst/>
                <a:latin typeface="Segoe UI Web (West European)"/>
              </a:rPr>
              <a:t>/</a:t>
            </a:r>
            <a:r>
              <a:rPr lang="zh-CN" altLang="en-US" b="1" dirty="0">
                <a:effectLst/>
                <a:latin typeface="Segoe UI Web (West European)"/>
              </a:rPr>
              <a:t>挂起</a:t>
            </a:r>
            <a:r>
              <a:rPr lang="zh-CN" altLang="en-US" dirty="0">
                <a:effectLst/>
                <a:latin typeface="Segoe UI Web (West European)"/>
              </a:rPr>
              <a:t>：如果</a:t>
            </a:r>
            <a:r>
              <a:rPr lang="zh-CN" altLang="en-US" b="1" dirty="0">
                <a:effectLst/>
                <a:latin typeface="Segoe UI Web (West European)"/>
              </a:rPr>
              <a:t>没有就绪进程</a:t>
            </a:r>
            <a:r>
              <a:rPr lang="zh-CN" altLang="en-US" dirty="0">
                <a:effectLst/>
                <a:latin typeface="Segoe UI Web (West European)"/>
              </a:rPr>
              <a:t>，则</a:t>
            </a:r>
            <a:r>
              <a:rPr lang="zh-CN" altLang="en-US" b="1" dirty="0">
                <a:effectLst/>
                <a:latin typeface="Segoe UI Web (West European)"/>
              </a:rPr>
              <a:t>至少会换出一个被阻止的进程，以便为另一个未被阻止的进程腾出空间</a:t>
            </a:r>
            <a:r>
              <a:rPr lang="zh-CN" altLang="en-US" dirty="0">
                <a:effectLst/>
                <a:latin typeface="Segoe UI Web (West European)"/>
              </a:rPr>
              <a:t>。即使有可用的就绪进程，如果作系统确定当前正在运行的进程或它想要分派的就绪进程需要更多的主内存来保持足够的性能，也可以进行此转换。</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1" dirty="0">
                <a:effectLst/>
                <a:latin typeface="Segoe UI Web (West European)"/>
              </a:rPr>
              <a:t>阻塞</a:t>
            </a:r>
            <a:r>
              <a:rPr lang="en-US" b="1" dirty="0">
                <a:effectLst/>
                <a:latin typeface="Segoe UI Web (West European)"/>
              </a:rPr>
              <a:t>/</a:t>
            </a:r>
            <a:r>
              <a:rPr lang="zh-CN" altLang="en-US" b="1" dirty="0">
                <a:effectLst/>
                <a:latin typeface="Segoe UI Web (West European)"/>
              </a:rPr>
              <a:t>挂起</a:t>
            </a:r>
            <a:r>
              <a:rPr lang="en-US" b="1" dirty="0">
                <a:effectLst/>
                <a:latin typeface="Segoe UI Web (West European)"/>
              </a:rPr>
              <a:t> -</a:t>
            </a:r>
            <a:r>
              <a:rPr lang="en-US" altLang="zh-CN" b="1" dirty="0">
                <a:effectLst/>
                <a:latin typeface="Segoe UI Web (West European)"/>
              </a:rPr>
              <a:t>》</a:t>
            </a:r>
            <a:r>
              <a:rPr lang="zh-CN" altLang="en-US" b="1" dirty="0">
                <a:effectLst/>
                <a:latin typeface="Segoe UI Web (West European)"/>
              </a:rPr>
              <a:t>就绪</a:t>
            </a:r>
            <a:r>
              <a:rPr lang="en-US" altLang="zh-CN" b="1" dirty="0">
                <a:effectLst/>
                <a:latin typeface="Segoe UI Web (West European)"/>
              </a:rPr>
              <a:t>/</a:t>
            </a:r>
            <a:r>
              <a:rPr lang="zh-CN" altLang="en-US" b="1" dirty="0">
                <a:effectLst/>
                <a:latin typeface="Segoe UI Web (West European)"/>
              </a:rPr>
              <a:t>挂起</a:t>
            </a:r>
            <a:r>
              <a:rPr lang="zh-CN" altLang="en-US" dirty="0">
                <a:effectLst/>
                <a:latin typeface="Segoe UI Web (West European)"/>
              </a:rPr>
              <a:t>：当进程等待的事件发生时，处于 </a:t>
            </a:r>
            <a:r>
              <a:rPr lang="en-US" dirty="0">
                <a:effectLst/>
                <a:latin typeface="Segoe UI Web (West European)"/>
              </a:rPr>
              <a:t>Blocked/Suspend </a:t>
            </a:r>
            <a:r>
              <a:rPr lang="zh-CN" altLang="en-US" dirty="0">
                <a:effectLst/>
                <a:latin typeface="Segoe UI Web (West European)"/>
              </a:rPr>
              <a:t>状态的进程将移动到 </a:t>
            </a:r>
            <a:r>
              <a:rPr lang="en-US" dirty="0">
                <a:effectLst/>
                <a:latin typeface="Segoe UI Web (West European)"/>
              </a:rPr>
              <a:t>Ready/Suspend </a:t>
            </a:r>
            <a:r>
              <a:rPr lang="zh-CN" altLang="en-US" dirty="0">
                <a:effectLst/>
                <a:latin typeface="Segoe UI Web (West European)"/>
              </a:rPr>
              <a:t>状态。请注意，这要求 </a:t>
            </a:r>
            <a:r>
              <a:rPr lang="en-US" dirty="0">
                <a:effectLst/>
                <a:latin typeface="Segoe UI Web (West European)"/>
              </a:rPr>
              <a:t>OS </a:t>
            </a:r>
            <a:r>
              <a:rPr lang="zh-CN" altLang="en-US" dirty="0">
                <a:effectLst/>
                <a:latin typeface="Segoe UI Web (West European)"/>
              </a:rPr>
              <a:t>必须能够访问有关暂停进程的状态信息。</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1" dirty="0">
                <a:effectLst/>
                <a:latin typeface="Segoe UI Web (West European)"/>
              </a:rPr>
              <a:t>就绪</a:t>
            </a:r>
            <a:r>
              <a:rPr lang="en-US" altLang="zh-CN" b="1" dirty="0">
                <a:effectLst/>
                <a:latin typeface="Segoe UI Web (West European)"/>
              </a:rPr>
              <a:t>/</a:t>
            </a:r>
            <a:r>
              <a:rPr lang="zh-CN" altLang="en-US" b="1" dirty="0">
                <a:effectLst/>
                <a:latin typeface="Segoe UI Web (West European)"/>
              </a:rPr>
              <a:t>挂起</a:t>
            </a:r>
            <a:r>
              <a:rPr lang="en-US" altLang="zh-CN" b="1" dirty="0">
                <a:effectLst/>
                <a:latin typeface="Segoe UI Web (West European)"/>
              </a:rPr>
              <a:t> -》</a:t>
            </a:r>
            <a:r>
              <a:rPr lang="zh-CN" altLang="en-US" b="1" dirty="0">
                <a:effectLst/>
                <a:latin typeface="Segoe UI Web (West European)"/>
              </a:rPr>
              <a:t>就绪</a:t>
            </a:r>
            <a:r>
              <a:rPr lang="zh-CN" altLang="en-US" dirty="0">
                <a:effectLst/>
                <a:latin typeface="Segoe UI Web (West European)"/>
              </a:rPr>
              <a:t>：</a:t>
            </a:r>
            <a:r>
              <a:rPr lang="zh-CN" altLang="en-US" b="1" dirty="0">
                <a:effectLst/>
                <a:latin typeface="Segoe UI Web (West European)"/>
              </a:rPr>
              <a:t>当主内存中没有就绪进程时，作系统需要引入一个进程才能继续执行</a:t>
            </a:r>
            <a:r>
              <a:rPr lang="zh-CN" altLang="en-US" dirty="0">
                <a:effectLst/>
                <a:latin typeface="Segoe UI Web (West European)"/>
              </a:rPr>
              <a:t>。此外，处于 </a:t>
            </a:r>
            <a:r>
              <a:rPr lang="en-US" altLang="zh-CN" dirty="0">
                <a:effectLst/>
                <a:latin typeface="Segoe UI Web (West European)"/>
              </a:rPr>
              <a:t>Ready/Suspend </a:t>
            </a:r>
            <a:r>
              <a:rPr lang="zh-CN" altLang="en-US" dirty="0">
                <a:effectLst/>
                <a:latin typeface="Segoe UI Web (West European)"/>
              </a:rPr>
              <a:t>状态的进程可能具有更高的</a:t>
            </a:r>
            <a:r>
              <a:rPr lang="zh-CN" altLang="en-US" b="1" dirty="0">
                <a:effectLst/>
                <a:latin typeface="Segoe UI Web (West European)"/>
              </a:rPr>
              <a:t>优先级</a:t>
            </a:r>
            <a:r>
              <a:rPr lang="zh-CN" altLang="en-US" dirty="0">
                <a:effectLst/>
                <a:latin typeface="Segoe UI Web (West European)"/>
              </a:rPr>
              <a:t>比任何处于 </a:t>
            </a:r>
            <a:r>
              <a:rPr lang="en-US" altLang="zh-CN" dirty="0">
                <a:effectLst/>
                <a:latin typeface="Segoe UI Web (West European)"/>
              </a:rPr>
              <a:t>Ready </a:t>
            </a:r>
            <a:r>
              <a:rPr lang="zh-CN" altLang="en-US" dirty="0">
                <a:effectLst/>
                <a:latin typeface="Segoe UI Web (West European)"/>
              </a:rPr>
              <a:t>状态的进程都要多。在这种情况下，</a:t>
            </a:r>
            <a:r>
              <a:rPr lang="en-US" altLang="zh-CN" dirty="0">
                <a:effectLst/>
                <a:latin typeface="Segoe UI Web (West European)"/>
              </a:rPr>
              <a:t>OS </a:t>
            </a:r>
            <a:r>
              <a:rPr lang="zh-CN" altLang="en-US" dirty="0">
                <a:effectLst/>
                <a:latin typeface="Segoe UI Web (West European)"/>
              </a:rPr>
              <a:t>设计人员可能会规定，获得更高优先级的进程比最小化交换更重要。</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dirty="0">
                <a:effectLst/>
                <a:latin typeface="Segoe UI Web (West European)"/>
              </a:rPr>
              <a:t>• </a:t>
            </a:r>
            <a:r>
              <a:rPr lang="zh-CN" altLang="en-US" dirty="0">
                <a:effectLst/>
                <a:latin typeface="Segoe UI Web (West European)"/>
              </a:rPr>
              <a:t>就绪：就绪</a:t>
            </a:r>
            <a:r>
              <a:rPr lang="en-US" altLang="zh-CN" dirty="0">
                <a:effectLst/>
                <a:latin typeface="Segoe UI Web (West European)"/>
              </a:rPr>
              <a:t>/</a:t>
            </a:r>
            <a:r>
              <a:rPr lang="zh-CN" altLang="en-US" dirty="0">
                <a:effectLst/>
                <a:latin typeface="Segoe UI Web (West European)"/>
              </a:rPr>
              <a:t>挂起：通常，作系统</a:t>
            </a:r>
            <a:r>
              <a:rPr lang="zh-CN" altLang="en-US" b="1" dirty="0">
                <a:effectLst/>
                <a:latin typeface="Segoe UI Web (West European)"/>
              </a:rPr>
              <a:t>更愿意挂起阻塞</a:t>
            </a:r>
            <a:r>
              <a:rPr lang="zh-CN" altLang="en-US" dirty="0">
                <a:effectLst/>
                <a:latin typeface="Segoe UI Web (West European)"/>
              </a:rPr>
              <a:t>的进程而不是就绪的进程，因为就绪进程可以执行，而被阻塞的进程正在占用主内存空间 ，并且无法执行。但是，如果这是</a:t>
            </a:r>
            <a:r>
              <a:rPr lang="zh-CN" altLang="en-US" b="1" dirty="0">
                <a:effectLst/>
                <a:latin typeface="Segoe UI Web (West European)"/>
              </a:rPr>
              <a:t>释放足够大的主内存块的唯一方法</a:t>
            </a:r>
            <a:r>
              <a:rPr lang="zh-CN" altLang="en-US" dirty="0">
                <a:effectLst/>
                <a:latin typeface="Segoe UI Web (West European)"/>
              </a:rPr>
              <a:t>，则可能需要暂停就绪进程。此外，</a:t>
            </a:r>
            <a:r>
              <a:rPr lang="en-US" altLang="zh-CN" dirty="0">
                <a:effectLst/>
                <a:latin typeface="Segoe UI Web (West European)"/>
              </a:rPr>
              <a:t>OS </a:t>
            </a:r>
            <a:r>
              <a:rPr lang="zh-CN" altLang="en-US" dirty="0">
                <a:effectLst/>
                <a:latin typeface="Segoe UI Web (West European)"/>
              </a:rPr>
              <a:t>可以选择暂停</a:t>
            </a:r>
            <a:r>
              <a:rPr lang="zh-CN" altLang="en-US" b="1" dirty="0">
                <a:effectLst/>
                <a:latin typeface="Segoe UI Web (West European)"/>
              </a:rPr>
              <a:t>优先级较低</a:t>
            </a:r>
            <a:r>
              <a:rPr lang="zh-CN" altLang="en-US" dirty="0">
                <a:effectLst/>
                <a:latin typeface="Segoe UI Web (West European)"/>
              </a:rPr>
              <a:t>的就绪进程 而不是优先级更高的 </a:t>
            </a:r>
            <a:r>
              <a:rPr lang="en-US" altLang="zh-CN" dirty="0">
                <a:effectLst/>
                <a:latin typeface="Segoe UI Web (West European)"/>
              </a:rPr>
              <a:t>blocked </a:t>
            </a:r>
            <a:r>
              <a:rPr lang="zh-CN" altLang="en-US" dirty="0">
                <a:effectLst/>
                <a:latin typeface="Segoe UI Web (West European)"/>
              </a:rPr>
              <a:t>进程，如果它认为被阻止的进程</a:t>
            </a:r>
            <a:r>
              <a:rPr lang="zh-CN" altLang="en-US" b="1" dirty="0">
                <a:effectLst/>
                <a:latin typeface="Segoe UI Web (West European)"/>
              </a:rPr>
              <a:t>很快就会准备就绪</a:t>
            </a:r>
            <a:r>
              <a:rPr lang="zh-CN" altLang="en-US" dirty="0">
                <a:effectLst/>
                <a:latin typeface="Segoe UI Web (West European)"/>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effectLst/>
              <a:latin typeface="Segoe UI Web (West European)"/>
            </a:endParaRPr>
          </a:p>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27</a:t>
            </a:fld>
            <a:endParaRPr lang="zh-CN" altLang="en-US"/>
          </a:p>
        </p:txBody>
      </p:sp>
    </p:spTree>
    <p:extLst>
      <p:ext uri="{BB962C8B-B14F-4D97-AF65-F5344CB8AC3E}">
        <p14:creationId xmlns:p14="http://schemas.microsoft.com/office/powerpoint/2010/main" val="12993708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28</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800" dirty="0">
                <a:solidFill>
                  <a:srgbClr val="231F20"/>
                </a:solidFill>
                <a:effectLst/>
                <a:latin typeface="TimesTenLTStd-Roman"/>
              </a:rPr>
              <a:t>What information does the OS need to control processes and </a:t>
            </a:r>
            <a:r>
              <a:rPr lang="en-US" sz="1200" dirty="0">
                <a:solidFill>
                  <a:schemeClr val="tx1"/>
                </a:solidFill>
                <a:effectLst/>
                <a:latin typeface="+mn-lt"/>
              </a:rPr>
              <a:t> </a:t>
            </a:r>
            <a:r>
              <a:rPr lang="en-US" sz="1800" dirty="0">
                <a:solidFill>
                  <a:srgbClr val="231F20"/>
                </a:solidFill>
                <a:effectLst/>
                <a:latin typeface="TimesTenLTStd-Roman"/>
              </a:rPr>
              <a:t>manage resources for them?</a:t>
            </a:r>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30</a:t>
            </a:fld>
            <a:endParaRPr lang="zh-CN" altLang="en-US"/>
          </a:p>
        </p:txBody>
      </p:sp>
    </p:spTree>
    <p:extLst>
      <p:ext uri="{BB962C8B-B14F-4D97-AF65-F5344CB8AC3E}">
        <p14:creationId xmlns:p14="http://schemas.microsoft.com/office/powerpoint/2010/main" val="35754008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操作系统要管理进程和资源，它必须包含有关</a:t>
            </a:r>
            <a:r>
              <a:rPr lang="zh-CN" altLang="en-US" b="1" dirty="0">
                <a:effectLst/>
                <a:latin typeface="Segoe UI Web (West European)"/>
              </a:rPr>
              <a:t>每个进程和资源的当前状态的信息</a:t>
            </a:r>
            <a:r>
              <a:rPr lang="zh-CN" altLang="en-US" dirty="0">
                <a:effectLst/>
                <a:latin typeface="Segoe UI Web (West European)"/>
              </a:rPr>
              <a:t>。</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提供此信息的通用方法很简单：</a:t>
            </a:r>
            <a:r>
              <a:rPr lang="zh-CN" altLang="en-US" b="1" dirty="0">
                <a:effectLst/>
                <a:latin typeface="Segoe UI Web (West European)"/>
              </a:rPr>
              <a:t>操作系统构建并维护有关它所管理的每个实体的信息表。</a:t>
            </a:r>
            <a:endParaRPr lang="en-US" altLang="zh-CN" b="1"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大部分操作系统维护的</a:t>
            </a:r>
            <a:r>
              <a:rPr lang="zh-CN" altLang="en-US" b="1" dirty="0">
                <a:effectLst/>
                <a:latin typeface="Segoe UI Web (West European)"/>
              </a:rPr>
              <a:t>四种不同类型的表：内存、</a:t>
            </a:r>
            <a:r>
              <a:rPr lang="en-US" altLang="zh-CN" b="1" dirty="0">
                <a:effectLst/>
                <a:latin typeface="Segoe UI Web (West European)"/>
              </a:rPr>
              <a:t>I/O</a:t>
            </a:r>
            <a:r>
              <a:rPr lang="zh-CN" altLang="en-US" b="1" dirty="0">
                <a:effectLst/>
                <a:latin typeface="Segoe UI Web (West European)"/>
              </a:rPr>
              <a:t>、文件和进程；</a:t>
            </a:r>
            <a:endParaRPr lang="en-US" altLang="zh-CN" b="1"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1" dirty="0">
                <a:effectLst/>
                <a:latin typeface="Segoe UI Web (West European)"/>
              </a:rPr>
              <a:t>有一个主进程表，每个进程都有一个条目。每个条目至少包含一个指向进程映像的指针</a:t>
            </a:r>
            <a:r>
              <a:rPr lang="zh-CN" altLang="en-US" dirty="0">
                <a:effectLst/>
                <a:latin typeface="Segoe UI Web (West European)"/>
              </a:rPr>
              <a:t>。</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dirty="0">
                <a:effectLst/>
                <a:latin typeface="Segoe UI Web (West European)"/>
              </a:rPr>
              <a:t>显示了四组不同的表格，但应该清楚的是，</a:t>
            </a:r>
            <a:r>
              <a:rPr lang="zh-CN" altLang="en-US" b="1" dirty="0">
                <a:effectLst/>
                <a:latin typeface="Segoe UI Web (West European)"/>
              </a:rPr>
              <a:t>这些表格必须以某种方式链接或交叉引用</a:t>
            </a:r>
            <a:r>
              <a:rPr lang="zh-CN" altLang="en-US" dirty="0">
                <a:effectLst/>
                <a:latin typeface="Segoe UI Web (West European)"/>
              </a:rPr>
              <a:t>。内存、</a:t>
            </a:r>
            <a:r>
              <a:rPr lang="en-US" altLang="zh-CN" dirty="0">
                <a:effectLst/>
                <a:latin typeface="Segoe UI Web (West European)"/>
              </a:rPr>
              <a:t>I/O </a:t>
            </a:r>
            <a:r>
              <a:rPr lang="zh-CN" altLang="en-US" dirty="0">
                <a:effectLst/>
                <a:latin typeface="Segoe UI Web (West European)"/>
              </a:rPr>
              <a:t>和文件是代表进程管理的，因此必须在进程表中直接或间接地引用这些资源。</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dirty="0">
                <a:effectLst/>
                <a:latin typeface="Segoe UI Web (West European)"/>
              </a:rPr>
              <a:t>其次，作系统首先如何知道创建表？显然，作系统必须对基本环境有一定的了解，例如存在多少主内存、什么是 </a:t>
            </a:r>
            <a:r>
              <a:rPr lang="en-US" altLang="zh-CN" dirty="0">
                <a:effectLst/>
                <a:latin typeface="Segoe UI Web (West European)"/>
              </a:rPr>
              <a:t>I/O </a:t>
            </a:r>
            <a:r>
              <a:rPr lang="zh-CN" altLang="en-US" dirty="0">
                <a:effectLst/>
                <a:latin typeface="Segoe UI Web (West European)"/>
              </a:rPr>
              <a:t>设备以及它们的标识符是什么等等。这是一个配置问题。也就是说，当作系统初始化时，它必须能够访问定义基本环境的一些配置数据，并且这些数据必须在作系统外部通过人工协助或某些自动配置软件创建。</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31</a:t>
            </a:fld>
            <a:endParaRPr lang="zh-CN" altLang="en-US"/>
          </a:p>
        </p:txBody>
      </p:sp>
    </p:spTree>
    <p:extLst>
      <p:ext uri="{BB962C8B-B14F-4D97-AF65-F5344CB8AC3E}">
        <p14:creationId xmlns:p14="http://schemas.microsoft.com/office/powerpoint/2010/main" val="8237300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操作系统要管理进程和资源，它必须包含有关</a:t>
            </a:r>
            <a:r>
              <a:rPr lang="zh-CN" altLang="en-US" b="1" dirty="0">
                <a:effectLst/>
                <a:latin typeface="Segoe UI Web (West European)"/>
              </a:rPr>
              <a:t>每个进程和资源的当前状态的信息</a:t>
            </a:r>
            <a:r>
              <a:rPr lang="zh-CN" altLang="en-US" dirty="0">
                <a:effectLst/>
                <a:latin typeface="Segoe UI Web (West European)"/>
              </a:rPr>
              <a:t>。</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提供此信息的通用方法很简单：</a:t>
            </a:r>
            <a:r>
              <a:rPr lang="zh-CN" altLang="en-US" b="1" dirty="0">
                <a:effectLst/>
                <a:latin typeface="Segoe UI Web (West European)"/>
              </a:rPr>
              <a:t>操作系统构建并维护有关它所管理的每个实体的信息表。</a:t>
            </a:r>
            <a:endParaRPr lang="en-US" altLang="zh-CN" b="1"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大部分操作系统维护的</a:t>
            </a:r>
            <a:r>
              <a:rPr lang="zh-CN" altLang="en-US" b="1" dirty="0">
                <a:effectLst/>
                <a:latin typeface="Segoe UI Web (West European)"/>
              </a:rPr>
              <a:t>四种不同类型的表：内存、</a:t>
            </a:r>
            <a:r>
              <a:rPr lang="en-US" altLang="zh-CN" b="1" dirty="0">
                <a:effectLst/>
                <a:latin typeface="Segoe UI Web (West European)"/>
              </a:rPr>
              <a:t>I/O</a:t>
            </a:r>
            <a:r>
              <a:rPr lang="zh-CN" altLang="en-US" b="1" dirty="0">
                <a:effectLst/>
                <a:latin typeface="Segoe UI Web (West European)"/>
              </a:rPr>
              <a:t>、文件和进程；</a:t>
            </a:r>
            <a:endParaRPr lang="en-US" altLang="zh-CN" b="1"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1" dirty="0">
                <a:effectLst/>
                <a:latin typeface="Segoe UI Web (West European)"/>
              </a:rPr>
              <a:t>有一个主进程表，每个进程都有一个条目。每个条目至少包含一个指向进程映像的指针</a:t>
            </a:r>
            <a:r>
              <a:rPr lang="zh-CN" altLang="en-US" dirty="0">
                <a:effectLst/>
                <a:latin typeface="Segoe UI Web (West European)"/>
              </a:rPr>
              <a:t>。</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dirty="0">
                <a:effectLst/>
                <a:latin typeface="Segoe UI Web (West European)"/>
              </a:rPr>
              <a:t>显示了四组不同的表格，但应该清楚的是，</a:t>
            </a:r>
            <a:r>
              <a:rPr lang="zh-CN" altLang="en-US" b="1" dirty="0">
                <a:effectLst/>
                <a:latin typeface="Segoe UI Web (West European)"/>
              </a:rPr>
              <a:t>这些表格必须以某种方式链接或交叉引用</a:t>
            </a:r>
            <a:r>
              <a:rPr lang="zh-CN" altLang="en-US" dirty="0">
                <a:effectLst/>
                <a:latin typeface="Segoe UI Web (West European)"/>
              </a:rPr>
              <a:t>。内存、</a:t>
            </a:r>
            <a:r>
              <a:rPr lang="en-US" altLang="zh-CN" dirty="0">
                <a:effectLst/>
                <a:latin typeface="Segoe UI Web (West European)"/>
              </a:rPr>
              <a:t>I/O </a:t>
            </a:r>
            <a:r>
              <a:rPr lang="zh-CN" altLang="en-US" dirty="0">
                <a:effectLst/>
                <a:latin typeface="Segoe UI Web (West European)"/>
              </a:rPr>
              <a:t>和文件是代表进程管理的，因此必须在进程表中直接或间接地引用这些资源。</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dirty="0">
                <a:effectLst/>
                <a:latin typeface="Segoe UI Web (West European)"/>
              </a:rPr>
              <a:t>其次，作系统首先如何知道创建表？显然，作系统必须对基本环境有一定的了解，例如存在多少主内存、什么是 </a:t>
            </a:r>
            <a:r>
              <a:rPr lang="en-US" altLang="zh-CN" dirty="0">
                <a:effectLst/>
                <a:latin typeface="Segoe UI Web (West European)"/>
              </a:rPr>
              <a:t>I/O </a:t>
            </a:r>
            <a:r>
              <a:rPr lang="zh-CN" altLang="en-US" dirty="0">
                <a:effectLst/>
                <a:latin typeface="Segoe UI Web (West European)"/>
              </a:rPr>
              <a:t>设备以及它们的标识符是什么等等。这是一个配置问题。也就是说，当作系统初始化时，它必须能够访问定义基本环境的一些配置数据，并且这些数据必须在作系统外部通过人工协助或某些自动配置软件创建。</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35</a:t>
            </a:fld>
            <a:endParaRPr lang="zh-CN" altLang="en-US"/>
          </a:p>
        </p:txBody>
      </p:sp>
    </p:spTree>
    <p:extLst>
      <p:ext uri="{BB962C8B-B14F-4D97-AF65-F5344CB8AC3E}">
        <p14:creationId xmlns:p14="http://schemas.microsoft.com/office/powerpoint/2010/main" val="16019972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操作系统在管理和控制进程时，需要知道</a:t>
            </a:r>
            <a:r>
              <a:rPr lang="en-US" altLang="zh-CN" dirty="0"/>
              <a:t>where and what attributes</a:t>
            </a:r>
            <a:r>
              <a:rPr lang="zh-CN" altLang="en-US" dirty="0"/>
              <a:t>？</a:t>
            </a:r>
            <a:endParaRPr lang="en-US" altLang="zh-CN" dirty="0"/>
          </a:p>
          <a:p>
            <a:r>
              <a:rPr lang="zh-CN" altLang="en-US" dirty="0"/>
              <a:t>在此之前，我们在回顾一下，进程的物理表示包含哪些东西？</a:t>
            </a:r>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36</a:t>
            </a:fld>
            <a:endParaRPr lang="zh-CN" altLang="en-US"/>
          </a:p>
        </p:txBody>
      </p:sp>
    </p:spTree>
    <p:extLst>
      <p:ext uri="{BB962C8B-B14F-4D97-AF65-F5344CB8AC3E}">
        <p14:creationId xmlns:p14="http://schemas.microsoft.com/office/powerpoint/2010/main" val="16103169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37</a:t>
            </a:fld>
            <a:endParaRPr lang="zh-CN" altLang="en-US"/>
          </a:p>
        </p:txBody>
      </p:sp>
    </p:spTree>
    <p:extLst>
      <p:ext uri="{BB962C8B-B14F-4D97-AF65-F5344CB8AC3E}">
        <p14:creationId xmlns:p14="http://schemas.microsoft.com/office/powerpoint/2010/main" val="12432501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38</a:t>
            </a:fld>
            <a:endParaRPr lang="zh-CN" altLang="en-US"/>
          </a:p>
        </p:txBody>
      </p:sp>
    </p:spTree>
    <p:extLst>
      <p:ext uri="{BB962C8B-B14F-4D97-AF65-F5344CB8AC3E}">
        <p14:creationId xmlns:p14="http://schemas.microsoft.com/office/powerpoint/2010/main" val="15787813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进程的调度所需要的属性信息则是存储在进程控制块（</a:t>
            </a:r>
            <a:r>
              <a:rPr lang="en-US" altLang="zh-CN" dirty="0"/>
              <a:t>PCB</a:t>
            </a:r>
            <a:r>
              <a:rPr lang="zh-CN" altLang="en-US" dirty="0"/>
              <a:t>）</a:t>
            </a:r>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39</a:t>
            </a:fld>
            <a:endParaRPr lang="zh-CN" altLang="en-US"/>
          </a:p>
        </p:txBody>
      </p:sp>
    </p:spTree>
    <p:extLst>
      <p:ext uri="{BB962C8B-B14F-4D97-AF65-F5344CB8AC3E}">
        <p14:creationId xmlns:p14="http://schemas.microsoft.com/office/powerpoint/2010/main" val="26574335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40</a:t>
            </a:fld>
            <a:endParaRPr lang="zh-CN" altLang="en-US"/>
          </a:p>
        </p:txBody>
      </p:sp>
    </p:spTree>
    <p:extLst>
      <p:ext uri="{BB962C8B-B14F-4D97-AF65-F5344CB8AC3E}">
        <p14:creationId xmlns:p14="http://schemas.microsoft.com/office/powerpoint/2010/main" val="18105680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r>
              <a:rPr lang="zh-CN" altLang="en-US" b="1" i="0" dirty="0">
                <a:solidFill>
                  <a:srgbClr val="060607"/>
                </a:solidFill>
                <a:effectLst/>
                <a:latin typeface="-apple-system"/>
              </a:rPr>
              <a:t>通用寄存器</a:t>
            </a:r>
            <a:r>
              <a:rPr lang="zh-CN" altLang="en-US" b="0" i="0" dirty="0">
                <a:solidFill>
                  <a:srgbClr val="060607"/>
                </a:solidFill>
                <a:effectLst/>
                <a:latin typeface="-apple-system"/>
              </a:rPr>
              <a:t>：存储程序运行过程中的操作数、地址和中间结果</a:t>
            </a:r>
            <a:endParaRPr lang="en-US" altLang="zh-CN" b="0" i="0" dirty="0">
              <a:solidFill>
                <a:srgbClr val="060607"/>
              </a:solidFill>
              <a:effectLst/>
              <a:latin typeface="-apple-system"/>
            </a:endParaRPr>
          </a:p>
          <a:p>
            <a:pPr marL="171450" indent="-171450">
              <a:buFont typeface="Arial" panose="020B0604020202020204" pitchFamily="34" charset="0"/>
              <a:buChar char="•"/>
            </a:pPr>
            <a:r>
              <a:rPr lang="zh-CN" altLang="en-US" b="0" i="0" dirty="0">
                <a:solidFill>
                  <a:srgbClr val="060607"/>
                </a:solidFill>
                <a:effectLst/>
                <a:latin typeface="-apple-system"/>
              </a:rPr>
              <a:t>每个操作系统都有一个程序状态字的寄存器，用于保存</a:t>
            </a:r>
            <a:r>
              <a:rPr lang="zh-CN" altLang="en-US" b="1" i="0" dirty="0">
                <a:solidFill>
                  <a:srgbClr val="060607"/>
                </a:solidFill>
                <a:effectLst/>
                <a:latin typeface="-apple-system"/>
              </a:rPr>
              <a:t>程序运行状态的相关信息</a:t>
            </a:r>
            <a:r>
              <a:rPr lang="zh-CN" altLang="en-US" b="0" i="0" dirty="0">
                <a:solidFill>
                  <a:srgbClr val="060607"/>
                </a:solidFill>
                <a:effectLst/>
                <a:latin typeface="-apple-system"/>
              </a:rPr>
              <a:t>，以便在程序中断、切换或恢复运行时能够准确地恢复到原来的状态。</a:t>
            </a:r>
            <a:endParaRPr lang="en-US" altLang="zh-CN" b="0" i="0" dirty="0">
              <a:solidFill>
                <a:srgbClr val="060607"/>
              </a:solidFill>
              <a:effectLst/>
              <a:latin typeface="-apple-system"/>
            </a:endParaRPr>
          </a:p>
          <a:p>
            <a:pPr marL="171450" indent="-171450">
              <a:buFont typeface="Arial" panose="020B0604020202020204" pitchFamily="34" charset="0"/>
              <a:buChar char="•"/>
            </a:pPr>
            <a:r>
              <a:rPr lang="zh-CN" altLang="en-US" b="1" i="0" dirty="0">
                <a:solidFill>
                  <a:srgbClr val="060607"/>
                </a:solidFill>
                <a:effectLst/>
                <a:latin typeface="-apple-system"/>
              </a:rPr>
              <a:t>条件码</a:t>
            </a:r>
            <a:r>
              <a:rPr lang="zh-CN" altLang="en-US" b="0" i="0" dirty="0">
                <a:solidFill>
                  <a:srgbClr val="060607"/>
                </a:solidFill>
                <a:effectLst/>
                <a:latin typeface="-apple-system"/>
              </a:rPr>
              <a:t>：最近一次算术</a:t>
            </a:r>
            <a:r>
              <a:rPr lang="en-US" altLang="zh-CN" b="0" i="0" dirty="0">
                <a:solidFill>
                  <a:srgbClr val="060607"/>
                </a:solidFill>
                <a:effectLst/>
                <a:latin typeface="-apple-system"/>
              </a:rPr>
              <a:t>or</a:t>
            </a:r>
            <a:r>
              <a:rPr lang="zh-CN" altLang="en-US" b="0" i="0" dirty="0">
                <a:solidFill>
                  <a:srgbClr val="060607"/>
                </a:solidFill>
                <a:effectLst/>
                <a:latin typeface="-apple-system"/>
              </a:rPr>
              <a:t>逻辑运算结果</a:t>
            </a:r>
            <a:endParaRPr lang="en-US" altLang="zh-CN" b="0" i="0" dirty="0">
              <a:solidFill>
                <a:srgbClr val="060607"/>
              </a:solidFill>
              <a:effectLst/>
              <a:latin typeface="-apple-system"/>
            </a:endParaRPr>
          </a:p>
          <a:p>
            <a:pPr marL="171450" indent="-171450">
              <a:buFont typeface="Arial" panose="020B0604020202020204" pitchFamily="34" charset="0"/>
              <a:buChar char="•"/>
            </a:pPr>
            <a:r>
              <a:rPr lang="zh-CN" altLang="en-US" b="1" i="0" dirty="0">
                <a:solidFill>
                  <a:srgbClr val="060607"/>
                </a:solidFill>
                <a:effectLst/>
                <a:latin typeface="-apple-system"/>
              </a:rPr>
              <a:t>状态信息</a:t>
            </a:r>
            <a:r>
              <a:rPr lang="zh-CN" altLang="en-US" b="0" i="0" dirty="0">
                <a:solidFill>
                  <a:srgbClr val="060607"/>
                </a:solidFill>
                <a:effectLst/>
                <a:latin typeface="-apple-system"/>
              </a:rPr>
              <a:t>：中断允许标志、执行模式等</a:t>
            </a:r>
            <a:endParaRPr lang="en-US" altLang="zh-CN" b="0" i="0" dirty="0">
              <a:solidFill>
                <a:srgbClr val="060607"/>
              </a:solidFill>
              <a:effectLst/>
              <a:latin typeface="-apple-system"/>
            </a:endParaRPr>
          </a:p>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41</a:t>
            </a:fld>
            <a:endParaRPr lang="zh-CN" altLang="en-US"/>
          </a:p>
        </p:txBody>
      </p:sp>
    </p:spTree>
    <p:extLst>
      <p:ext uri="{BB962C8B-B14F-4D97-AF65-F5344CB8AC3E}">
        <p14:creationId xmlns:p14="http://schemas.microsoft.com/office/powerpoint/2010/main" val="7397589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43</a:t>
            </a:fld>
            <a:endParaRPr lang="zh-CN" altLang="en-US"/>
          </a:p>
        </p:txBody>
      </p:sp>
    </p:spTree>
    <p:extLst>
      <p:ext uri="{BB962C8B-B14F-4D97-AF65-F5344CB8AC3E}">
        <p14:creationId xmlns:p14="http://schemas.microsoft.com/office/powerpoint/2010/main" val="31371386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我们刚刚已经知道了，进程镜像包含的内容，接下来我们来看</a:t>
            </a:r>
            <a:r>
              <a:rPr lang="en-US" altLang="zh-CN" dirty="0"/>
              <a:t>OS</a:t>
            </a:r>
            <a:r>
              <a:rPr lang="zh-CN" altLang="en-US" dirty="0"/>
              <a:t>如何实现进程控制；主要包含；；；</a:t>
            </a:r>
            <a:endParaRPr lang="en-US" altLang="zh-CN"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44</a:t>
            </a:fld>
            <a:endParaRPr lang="zh-CN" altLang="en-US"/>
          </a:p>
        </p:txBody>
      </p:sp>
    </p:spTree>
    <p:extLst>
      <p:ext uri="{BB962C8B-B14F-4D97-AF65-F5344CB8AC3E}">
        <p14:creationId xmlns:p14="http://schemas.microsoft.com/office/powerpoint/2010/main" val="20794508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Segoe UI Web (West European)"/>
              </a:rPr>
              <a:t>OS </a:t>
            </a:r>
            <a:r>
              <a:rPr lang="zh-CN" altLang="en-US" dirty="0">
                <a:effectLst/>
                <a:latin typeface="Segoe UI Web (West European)"/>
              </a:rPr>
              <a:t>必须知道私有用户地址空间（程序和数据）和用户堆栈需要多少空间。</a:t>
            </a:r>
            <a:endParaRPr lang="en-US" altLang="zh-CN" dirty="0">
              <a:effectLst/>
              <a:latin typeface="Segoe UI Web (West European)"/>
            </a:endParaRPr>
          </a:p>
          <a:p>
            <a:r>
              <a:rPr lang="zh-CN" altLang="en-US" dirty="0">
                <a:effectLst/>
                <a:latin typeface="Segoe UI Web (West European)"/>
              </a:rPr>
              <a:t>默认情况下，</a:t>
            </a:r>
            <a:endParaRPr lang="en-US" altLang="zh-CN" dirty="0">
              <a:effectLst/>
              <a:latin typeface="Segoe UI Web (West European)"/>
            </a:endParaRPr>
          </a:p>
          <a:p>
            <a:pPr marL="171450" indent="-171450">
              <a:buFont typeface="Arial" panose="020B0604020202020204" pitchFamily="34" charset="0"/>
              <a:buChar char="•"/>
            </a:pPr>
            <a:r>
              <a:rPr lang="en-US" altLang="zh-CN" b="1" dirty="0">
                <a:effectLst/>
                <a:latin typeface="Segoe UI Web (West European)"/>
              </a:rPr>
              <a:t>OS</a:t>
            </a:r>
            <a:r>
              <a:rPr lang="zh-CN" altLang="en-US" b="1" dirty="0">
                <a:effectLst/>
                <a:latin typeface="Segoe UI Web (West European)"/>
              </a:rPr>
              <a:t>可以根据进程类型分配这些值</a:t>
            </a:r>
            <a:r>
              <a:rPr lang="zh-CN" altLang="en-US" dirty="0">
                <a:effectLst/>
                <a:latin typeface="Segoe UI Web (West European)"/>
              </a:rPr>
              <a:t>，</a:t>
            </a:r>
            <a:endParaRPr lang="en-US" altLang="zh-CN" dirty="0">
              <a:effectLst/>
              <a:latin typeface="Segoe UI Web (West European)"/>
            </a:endParaRPr>
          </a:p>
          <a:p>
            <a:pPr marL="171450" indent="-171450">
              <a:buFont typeface="Arial" panose="020B0604020202020204" pitchFamily="34" charset="0"/>
              <a:buChar char="•"/>
            </a:pPr>
            <a:r>
              <a:rPr lang="zh-CN" altLang="en-US" b="1" dirty="0">
                <a:effectLst/>
                <a:latin typeface="Segoe UI Web (West European)"/>
              </a:rPr>
              <a:t>用户请求设置这些值 在创建作业时</a:t>
            </a:r>
            <a:r>
              <a:rPr lang="zh-CN" altLang="en-US" dirty="0">
                <a:effectLst/>
                <a:latin typeface="Segoe UI Web (West European)"/>
              </a:rPr>
              <a:t>。</a:t>
            </a:r>
            <a:endParaRPr lang="en-US" dirty="0">
              <a:effectLst/>
              <a:latin typeface="Segoe UI Web (West European)"/>
            </a:endParaRPr>
          </a:p>
          <a:p>
            <a:endParaRPr lang="en-US" b="1" dirty="0">
              <a:effectLst/>
              <a:latin typeface="Segoe UI Web (West European)"/>
            </a:endParaRPr>
          </a:p>
          <a:p>
            <a:endParaRPr lang="en-US" b="1"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effectLst/>
                <a:latin typeface="Segoe UI Web (West European)"/>
              </a:rPr>
              <a:t>初始化进程控制块</a:t>
            </a:r>
            <a:r>
              <a:rPr lang="zh-CN" altLang="en-US" dirty="0">
                <a:effectLst/>
                <a:latin typeface="Segoe UI Web (West European)"/>
              </a:rPr>
              <a:t>。</a:t>
            </a:r>
            <a:r>
              <a:rPr lang="en-US" altLang="zh-CN" dirty="0">
                <a:effectLst/>
                <a:latin typeface="Segoe UI Web (West European)"/>
              </a:rPr>
              <a:t>(PCB)</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1" dirty="0">
                <a:effectLst/>
                <a:latin typeface="Segoe UI Web (West European)"/>
              </a:rPr>
              <a:t>进程标识</a:t>
            </a:r>
            <a:r>
              <a:rPr lang="zh-CN" altLang="en-US" dirty="0">
                <a:effectLst/>
                <a:latin typeface="Segoe UI Web (West European)"/>
              </a:rPr>
              <a:t>部分包含此进程的 </a:t>
            </a:r>
            <a:r>
              <a:rPr lang="en-US" altLang="zh-CN" dirty="0">
                <a:effectLst/>
                <a:latin typeface="Segoe UI Web (West European)"/>
              </a:rPr>
              <a:t>ID </a:t>
            </a:r>
            <a:r>
              <a:rPr lang="zh-CN" altLang="en-US" dirty="0">
                <a:effectLst/>
                <a:latin typeface="Segoe UI Web (West European)"/>
              </a:rPr>
              <a:t>以及其他相应的 </a:t>
            </a:r>
            <a:r>
              <a:rPr lang="en-US" altLang="zh-CN" dirty="0">
                <a:effectLst/>
                <a:latin typeface="Segoe UI Web (West European)"/>
              </a:rPr>
              <a:t>ID</a:t>
            </a:r>
            <a:r>
              <a:rPr lang="zh-CN" altLang="en-US" dirty="0">
                <a:effectLst/>
                <a:latin typeface="Segoe UI Web (West European)"/>
              </a:rPr>
              <a:t>。</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1" dirty="0">
                <a:effectLst/>
                <a:latin typeface="Segoe UI Web (West European)"/>
              </a:rPr>
              <a:t>程序计数器</a:t>
            </a:r>
            <a:r>
              <a:rPr lang="zh-CN" altLang="en-US" dirty="0">
                <a:effectLst/>
                <a:latin typeface="Segoe UI Web (West European)"/>
              </a:rPr>
              <a:t>（设置为程序入口点）和系统堆栈指针（设置为定义进程堆栈边界）除外。</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1" dirty="0">
                <a:effectLst/>
                <a:latin typeface="Segoe UI Web (West European)"/>
              </a:rPr>
              <a:t>进程状态</a:t>
            </a:r>
            <a:r>
              <a:rPr lang="zh-CN" altLang="en-US" dirty="0">
                <a:effectLst/>
                <a:latin typeface="Segoe UI Web (West European)"/>
              </a:rPr>
              <a:t>通常会初始化为 </a:t>
            </a:r>
            <a:r>
              <a:rPr lang="en-US" altLang="zh-CN" dirty="0">
                <a:effectLst/>
                <a:latin typeface="Segoe UI Web (West European)"/>
              </a:rPr>
              <a:t>Ready </a:t>
            </a:r>
            <a:r>
              <a:rPr lang="zh-CN" altLang="en-US" dirty="0">
                <a:effectLst/>
                <a:latin typeface="Segoe UI Web (West European)"/>
              </a:rPr>
              <a:t>或 </a:t>
            </a:r>
            <a:r>
              <a:rPr lang="en-US" altLang="zh-CN" dirty="0">
                <a:effectLst/>
                <a:latin typeface="Segoe UI Web (West European)"/>
              </a:rPr>
              <a:t>Ready/ Suspend</a:t>
            </a:r>
            <a:r>
              <a:rPr lang="zh-CN" altLang="en-US" dirty="0">
                <a:effectLst/>
                <a:latin typeface="Segoe UI Web (West European)"/>
              </a:rPr>
              <a:t>。</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1" dirty="0">
                <a:effectLst/>
                <a:latin typeface="Segoe UI Web (West European)"/>
              </a:rPr>
              <a:t>优先级</a:t>
            </a:r>
            <a:r>
              <a:rPr lang="zh-CN" altLang="en-US" dirty="0">
                <a:effectLst/>
                <a:latin typeface="Segoe UI Web (West European)"/>
              </a:rPr>
              <a:t>可以设置为最低优先级，除非 显式请求以获得更高的优先级</a:t>
            </a:r>
            <a:endParaRPr lang="en-US" altLang="zh-CN" dirty="0">
              <a:effectLst/>
              <a:latin typeface="Segoe UI Web (West European)"/>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1" dirty="0">
                <a:effectLst/>
                <a:latin typeface="Segoe UI Web (West European)"/>
              </a:rPr>
              <a:t>进程可能不拥有任何资源（</a:t>
            </a:r>
            <a:r>
              <a:rPr lang="en-US" altLang="zh-CN" b="1" dirty="0">
                <a:effectLst/>
                <a:latin typeface="Segoe UI Web (West European)"/>
              </a:rPr>
              <a:t>I/O </a:t>
            </a:r>
            <a:r>
              <a:rPr lang="zh-CN" altLang="en-US" b="1" dirty="0">
                <a:effectLst/>
                <a:latin typeface="Segoe UI Web (West European)"/>
              </a:rPr>
              <a:t>设备、文件），</a:t>
            </a:r>
            <a:r>
              <a:rPr lang="zh-CN" altLang="en-US" dirty="0">
                <a:effectLst/>
                <a:latin typeface="Segoe UI Web (West European)"/>
              </a:rPr>
              <a:t>除非有明确的请求，或者除非它们是从父级继承的。</a:t>
            </a:r>
          </a:p>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47</a:t>
            </a:fld>
            <a:endParaRPr lang="zh-CN" altLang="en-US"/>
          </a:p>
        </p:txBody>
      </p:sp>
    </p:spTree>
    <p:extLst>
      <p:ext uri="{BB962C8B-B14F-4D97-AF65-F5344CB8AC3E}">
        <p14:creationId xmlns:p14="http://schemas.microsoft.com/office/powerpoint/2010/main" val="10915651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48</a:t>
            </a:fld>
            <a:endParaRPr lang="zh-CN" altLang="en-US"/>
          </a:p>
        </p:txBody>
      </p:sp>
    </p:spTree>
    <p:extLst>
      <p:ext uri="{BB962C8B-B14F-4D97-AF65-F5344CB8AC3E}">
        <p14:creationId xmlns:p14="http://schemas.microsoft.com/office/powerpoint/2010/main" val="27652608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r>
              <a:rPr lang="zh-CN" altLang="en-US" dirty="0"/>
              <a:t>保存处理器的上下文，包括</a:t>
            </a:r>
            <a:r>
              <a:rPr lang="zh-CN" altLang="en-US" b="1" dirty="0"/>
              <a:t>程序计数器和其他寄存器</a:t>
            </a:r>
            <a:r>
              <a:rPr lang="zh-CN" altLang="en-US" dirty="0"/>
              <a:t>。</a:t>
            </a:r>
            <a:endParaRPr lang="en-US" altLang="zh-CN" dirty="0"/>
          </a:p>
          <a:p>
            <a:pPr marL="171450" indent="-171450">
              <a:buFont typeface="Arial" panose="020B0604020202020204" pitchFamily="34" charset="0"/>
              <a:buChar char="•"/>
            </a:pPr>
            <a:r>
              <a:rPr lang="zh-CN" altLang="en-US" dirty="0"/>
              <a:t>包括将</a:t>
            </a:r>
            <a:r>
              <a:rPr lang="zh-CN" altLang="en-US" b="1" dirty="0"/>
              <a:t>进程的状态</a:t>
            </a:r>
            <a:r>
              <a:rPr lang="zh-CN" altLang="en-US" dirty="0"/>
              <a:t>更改为其他状态之一（已阻止、准备</a:t>
            </a:r>
            <a:r>
              <a:rPr lang="en-US" altLang="zh-CN" dirty="0"/>
              <a:t>/</a:t>
            </a:r>
            <a:r>
              <a:rPr lang="zh-CN" altLang="en-US" dirty="0"/>
              <a:t>暂停；或退出）、</a:t>
            </a:r>
            <a:r>
              <a:rPr lang="zh-CN" altLang="en-US" b="1" dirty="0"/>
              <a:t>离开运行状态的原因</a:t>
            </a:r>
            <a:r>
              <a:rPr lang="zh-CN" altLang="en-US" dirty="0"/>
              <a:t>、</a:t>
            </a:r>
            <a:r>
              <a:rPr lang="zh-CN" altLang="en-US" b="1" dirty="0"/>
              <a:t>记账信息</a:t>
            </a:r>
            <a:endParaRPr lang="en-US" b="1" dirty="0"/>
          </a:p>
          <a:p>
            <a:pPr marL="171450" indent="-171450">
              <a:buFont typeface="Arial" panose="020B0604020202020204" pitchFamily="34" charset="0"/>
              <a:buChar char="•"/>
            </a:pPr>
            <a:r>
              <a:rPr lang="zh-CN" altLang="en-US" dirty="0"/>
              <a:t>通过加载程序计数器和其他寄存器的先前值，将</a:t>
            </a:r>
            <a:r>
              <a:rPr lang="zh-CN" altLang="en-US" b="1" dirty="0"/>
              <a:t>处理器的上下文恢复到所选进程最后一次切换退出运行状态时存在的上下文</a:t>
            </a:r>
            <a:r>
              <a:rPr lang="zh-CN" altLang="en-US" dirty="0"/>
              <a:t>。</a:t>
            </a:r>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50</a:t>
            </a:fld>
            <a:endParaRPr lang="zh-CN" altLang="en-US"/>
          </a:p>
        </p:txBody>
      </p:sp>
    </p:spTree>
    <p:extLst>
      <p:ext uri="{BB962C8B-B14F-4D97-AF65-F5344CB8AC3E}">
        <p14:creationId xmlns:p14="http://schemas.microsoft.com/office/powerpoint/2010/main" val="14633393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51</a:t>
            </a:fld>
            <a:endParaRPr lang="zh-CN" altLang="en-US"/>
          </a:p>
        </p:txBody>
      </p:sp>
    </p:spTree>
    <p:extLst>
      <p:ext uri="{BB962C8B-B14F-4D97-AF65-F5344CB8AC3E}">
        <p14:creationId xmlns:p14="http://schemas.microsoft.com/office/powerpoint/2010/main" val="5886851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什么情况下发生被抢占？</a:t>
            </a:r>
          </a:p>
        </p:txBody>
      </p:sp>
      <p:sp>
        <p:nvSpPr>
          <p:cNvPr id="4" name="灯片编号占位符 3"/>
          <p:cNvSpPr>
            <a:spLocks noGrp="1"/>
          </p:cNvSpPr>
          <p:nvPr>
            <p:ph type="sldNum" sz="quarter" idx="5"/>
          </p:nvPr>
        </p:nvSpPr>
        <p:spPr/>
        <p:txBody>
          <a:bodyPr/>
          <a:lstStyle/>
          <a:p>
            <a:fld id="{201A7FE0-CD29-4BAD-A9FD-CBED1172C06E}" type="slidenum">
              <a:rPr lang="zh-CN" altLang="en-US" smtClean="0"/>
              <a:t>56</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Segoe UI Web (West European)"/>
              </a:rPr>
              <a:t>递增父进程拥有的任何文件的计数器，以反映其他进程现在也拥有这些文件</a:t>
            </a: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effectLst/>
              <a:latin typeface="Segoe UI Web (West European)"/>
            </a:endParaRPr>
          </a:p>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57</a:t>
            </a:fld>
            <a:endParaRPr lang="zh-CN" altLang="en-US"/>
          </a:p>
        </p:txBody>
      </p:sp>
    </p:spTree>
    <p:extLst>
      <p:ext uri="{BB962C8B-B14F-4D97-AF65-F5344CB8AC3E}">
        <p14:creationId xmlns:p14="http://schemas.microsoft.com/office/powerpoint/2010/main" val="1404449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8676ED-31AD-43FB-A49E-D33E228AB4D0}"/>
              </a:ext>
            </a:extLst>
          </p:cNvPr>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endParaRPr lang="en-US"/>
          </a:p>
        </p:txBody>
      </p:sp>
      <p:sp>
        <p:nvSpPr>
          <p:cNvPr id="3" name="副标题 2">
            <a:extLst>
              <a:ext uri="{FF2B5EF4-FFF2-40B4-BE49-F238E27FC236}">
                <a16:creationId xmlns:a16="http://schemas.microsoft.com/office/drawing/2014/main" id="{81422C94-50F2-4AE9-86A9-E61113E142DD}"/>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a:p>
        </p:txBody>
      </p:sp>
      <p:sp>
        <p:nvSpPr>
          <p:cNvPr id="4" name="日期占位符 3">
            <a:extLst>
              <a:ext uri="{FF2B5EF4-FFF2-40B4-BE49-F238E27FC236}">
                <a16:creationId xmlns:a16="http://schemas.microsoft.com/office/drawing/2014/main" id="{585A43B6-600F-417C-93A9-1FD37B86D193}"/>
              </a:ext>
            </a:extLst>
          </p:cNvPr>
          <p:cNvSpPr>
            <a:spLocks noGrp="1"/>
          </p:cNvSpPr>
          <p:nvPr>
            <p:ph type="dt" sz="half" idx="10"/>
          </p:nvPr>
        </p:nvSpPr>
        <p:spPr/>
        <p:txBody>
          <a:bodyPr/>
          <a:lstStyle/>
          <a:p>
            <a:fld id="{8CD518D2-B6AF-44E6-AA62-E551DAC8C681}" type="datetime1">
              <a:rPr lang="zh-CN" altLang="en-US" smtClean="0"/>
              <a:t>2026/3/16</a:t>
            </a:fld>
            <a:endParaRPr lang="zh-CN" altLang="en-US"/>
          </a:p>
        </p:txBody>
      </p:sp>
      <p:sp>
        <p:nvSpPr>
          <p:cNvPr id="5" name="页脚占位符 4">
            <a:extLst>
              <a:ext uri="{FF2B5EF4-FFF2-40B4-BE49-F238E27FC236}">
                <a16:creationId xmlns:a16="http://schemas.microsoft.com/office/drawing/2014/main" id="{7D46F7F6-9FE2-4D4C-864B-75CAFF3974D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5ED69EF-23A2-4ACE-83F0-B1DA318EB2B7}"/>
              </a:ext>
            </a:extLst>
          </p:cNvPr>
          <p:cNvSpPr>
            <a:spLocks noGrp="1"/>
          </p:cNvSpPr>
          <p:nvPr>
            <p:ph type="sldNum" sz="quarter" idx="12"/>
          </p:nvPr>
        </p:nvSpPr>
        <p:spPr/>
        <p:txBody>
          <a:bodyPr/>
          <a:lstStyle/>
          <a:p>
            <a:fld id="{7C1195D6-D476-4847-9419-038ABCB65AC4}" type="slidenum">
              <a:rPr lang="zh-CN" altLang="en-US" smtClean="0"/>
              <a:pPr/>
              <a:t>‹#›</a:t>
            </a:fld>
            <a:endParaRPr lang="zh-CN" altLang="en-US" dirty="0"/>
          </a:p>
        </p:txBody>
      </p:sp>
    </p:spTree>
    <p:extLst>
      <p:ext uri="{BB962C8B-B14F-4D97-AF65-F5344CB8AC3E}">
        <p14:creationId xmlns:p14="http://schemas.microsoft.com/office/powerpoint/2010/main" val="3029321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E71735-B29C-4DD1-A401-C0EC3324C0C3}"/>
              </a:ext>
            </a:extLst>
          </p:cNvPr>
          <p:cNvSpPr>
            <a:spLocks noGrp="1"/>
          </p:cNvSpPr>
          <p:nvPr>
            <p:ph type="title"/>
          </p:nvPr>
        </p:nvSpPr>
        <p:spPr>
          <a:xfrm>
            <a:off x="513080" y="136523"/>
            <a:ext cx="10515600" cy="616768"/>
          </a:xfrm>
        </p:spPr>
        <p:txBody>
          <a:bodyPr>
            <a:noAutofit/>
          </a:bodyPr>
          <a:lstStyle>
            <a:lvl1pPr>
              <a:defRPr sz="2800">
                <a:solidFill>
                  <a:schemeClr val="accent1">
                    <a:lumMod val="75000"/>
                  </a:schemeClr>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endParaRPr lang="en-US" dirty="0"/>
          </a:p>
        </p:txBody>
      </p:sp>
      <p:sp>
        <p:nvSpPr>
          <p:cNvPr id="3" name="内容占位符 2">
            <a:extLst>
              <a:ext uri="{FF2B5EF4-FFF2-40B4-BE49-F238E27FC236}">
                <a16:creationId xmlns:a16="http://schemas.microsoft.com/office/drawing/2014/main" id="{908E37B7-8C78-4782-A312-6CE3597C91CB}"/>
              </a:ext>
            </a:extLst>
          </p:cNvPr>
          <p:cNvSpPr>
            <a:spLocks noGrp="1"/>
          </p:cNvSpPr>
          <p:nvPr>
            <p:ph idx="1"/>
          </p:nvPr>
        </p:nvSpPr>
        <p:spPr>
          <a:xfrm>
            <a:off x="838200" y="841103"/>
            <a:ext cx="10515600" cy="5175794"/>
          </a:xfrm>
        </p:spPr>
        <p:txBody>
          <a:bodyPr>
            <a:normAutofit/>
          </a:bodyPr>
          <a:lstStyle>
            <a:lvl1pPr algn="just">
              <a:lnSpc>
                <a:spcPct val="100000"/>
              </a:lnSpc>
              <a:defRPr sz="2400">
                <a:latin typeface="Microsoft YaHei" panose="020B0503020204020204" pitchFamily="34" charset="-122"/>
                <a:ea typeface="Microsoft YaHei" panose="020B0503020204020204" pitchFamily="34" charset="-122"/>
              </a:defRPr>
            </a:lvl1pPr>
            <a:lvl2pPr algn="just">
              <a:lnSpc>
                <a:spcPct val="100000"/>
              </a:lnSpc>
              <a:defRPr sz="2000">
                <a:latin typeface="Microsoft YaHei" panose="020B0503020204020204" pitchFamily="34" charset="-122"/>
                <a:ea typeface="Microsoft YaHei" panose="020B0503020204020204" pitchFamily="34" charset="-122"/>
              </a:defRPr>
            </a:lvl2pPr>
            <a:lvl3pPr algn="just">
              <a:lnSpc>
                <a:spcPct val="100000"/>
              </a:lnSpc>
              <a:defRPr sz="2000">
                <a:latin typeface="Microsoft YaHei" panose="020B0503020204020204" pitchFamily="34" charset="-122"/>
                <a:ea typeface="Microsoft YaHei" panose="020B0503020204020204" pitchFamily="34" charset="-122"/>
              </a:defRPr>
            </a:lvl3pPr>
            <a:lvl4pPr algn="just">
              <a:lnSpc>
                <a:spcPct val="100000"/>
              </a:lnSpc>
              <a:defRPr sz="2000">
                <a:latin typeface="Microsoft YaHei" panose="020B0503020204020204" pitchFamily="34" charset="-122"/>
                <a:ea typeface="Microsoft YaHei" panose="020B0503020204020204" pitchFamily="34" charset="-122"/>
              </a:defRPr>
            </a:lvl4pPr>
            <a:lvl5pPr algn="just">
              <a:lnSpc>
                <a:spcPct val="100000"/>
              </a:lnSpc>
              <a:defRPr sz="2000">
                <a:latin typeface="Microsoft YaHei" panose="020B0503020204020204" pitchFamily="34" charset="-122"/>
                <a:ea typeface="Microsoft YaHei"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6" name="灯片编号占位符 5">
            <a:extLst>
              <a:ext uri="{FF2B5EF4-FFF2-40B4-BE49-F238E27FC236}">
                <a16:creationId xmlns:a16="http://schemas.microsoft.com/office/drawing/2014/main" id="{ADB372F8-B13E-4C13-8035-517AFC049A58}"/>
              </a:ext>
            </a:extLst>
          </p:cNvPr>
          <p:cNvSpPr>
            <a:spLocks noGrp="1"/>
          </p:cNvSpPr>
          <p:nvPr>
            <p:ph type="sldNum" sz="quarter" idx="12"/>
          </p:nvPr>
        </p:nvSpPr>
        <p:spPr/>
        <p:txBody>
          <a:bodyPr/>
          <a:lstStyle/>
          <a:p>
            <a:fld id="{2093D444-7193-46AD-90E8-D84AE4B61CFF}" type="slidenum">
              <a:rPr lang="en-US" smtClean="0"/>
              <a:pPr/>
              <a:t>‹#›</a:t>
            </a:fld>
            <a:r>
              <a:rPr lang="en-US" dirty="0"/>
              <a:t>/56</a:t>
            </a:r>
          </a:p>
        </p:txBody>
      </p:sp>
      <p:sp>
        <p:nvSpPr>
          <p:cNvPr id="11" name="文本框 10">
            <a:extLst>
              <a:ext uri="{FF2B5EF4-FFF2-40B4-BE49-F238E27FC236}">
                <a16:creationId xmlns:a16="http://schemas.microsoft.com/office/drawing/2014/main" id="{CCFC96DF-A291-4168-A068-D1202F815F00}"/>
              </a:ext>
            </a:extLst>
          </p:cNvPr>
          <p:cNvSpPr txBox="1"/>
          <p:nvPr userDrawn="1"/>
        </p:nvSpPr>
        <p:spPr>
          <a:xfrm>
            <a:off x="4464595" y="6369251"/>
            <a:ext cx="3262811" cy="461665"/>
          </a:xfrm>
          <a:prstGeom prst="rect">
            <a:avLst/>
          </a:prstGeom>
          <a:noFill/>
        </p:spPr>
        <p:txBody>
          <a:bodyPr wrap="square" rtlCol="0">
            <a:spAutoFit/>
          </a:bodyPr>
          <a:lstStyle/>
          <a:p>
            <a:pPr algn="ctr"/>
            <a:r>
              <a:rPr lang="en-US" sz="2400" b="1" dirty="0">
                <a:solidFill>
                  <a:schemeClr val="accent1">
                    <a:lumMod val="75000"/>
                  </a:schemeClr>
                </a:solidFill>
              </a:rPr>
              <a:t>OS:</a:t>
            </a:r>
            <a:r>
              <a:rPr lang="zh-CN" altLang="en-US" sz="2400" b="1" dirty="0">
                <a:solidFill>
                  <a:schemeClr val="accent1">
                    <a:lumMod val="75000"/>
                  </a:schemeClr>
                </a:solidFill>
              </a:rPr>
              <a:t> </a:t>
            </a:r>
            <a:r>
              <a:rPr lang="en-US" sz="2400" b="1" dirty="0">
                <a:solidFill>
                  <a:schemeClr val="accent1">
                    <a:lumMod val="75000"/>
                  </a:schemeClr>
                </a:solidFill>
              </a:rPr>
              <a:t>Process</a:t>
            </a:r>
          </a:p>
        </p:txBody>
      </p:sp>
      <p:sp>
        <p:nvSpPr>
          <p:cNvPr id="7" name="日期占位符 3">
            <a:extLst>
              <a:ext uri="{FF2B5EF4-FFF2-40B4-BE49-F238E27FC236}">
                <a16:creationId xmlns:a16="http://schemas.microsoft.com/office/drawing/2014/main" id="{D7DCD789-2F9C-4890-8FFB-CFE5A82A6AA3}"/>
              </a:ext>
            </a:extLst>
          </p:cNvPr>
          <p:cNvSpPr>
            <a:spLocks noGrp="1"/>
          </p:cNvSpPr>
          <p:nvPr>
            <p:ph type="dt" sz="half" idx="10"/>
          </p:nvPr>
        </p:nvSpPr>
        <p:spPr>
          <a:xfrm>
            <a:off x="838200" y="6356352"/>
            <a:ext cx="2743200" cy="365125"/>
          </a:xfrm>
        </p:spPr>
        <p:txBody>
          <a:bodyPr/>
          <a:lstStyle/>
          <a:p>
            <a:fld id="{CAE4635A-F0E4-48AF-AAB4-A99FBE2C944F}" type="datetime1">
              <a:rPr lang="zh-CN" altLang="en-US" smtClean="0"/>
              <a:t>2026/3/16</a:t>
            </a:fld>
            <a:endParaRPr lang="zh-CN" altLang="en-US" dirty="0"/>
          </a:p>
        </p:txBody>
      </p:sp>
    </p:spTree>
    <p:extLst>
      <p:ext uri="{BB962C8B-B14F-4D97-AF65-F5344CB8AC3E}">
        <p14:creationId xmlns:p14="http://schemas.microsoft.com/office/powerpoint/2010/main" val="4005475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2FB2E7-CD10-401E-B2A8-7149F8475B8D}"/>
              </a:ext>
            </a:extLst>
          </p:cNvPr>
          <p:cNvSpPr>
            <a:spLocks noGrp="1"/>
          </p:cNvSpPr>
          <p:nvPr>
            <p:ph type="title"/>
          </p:nvPr>
        </p:nvSpPr>
        <p:spPr>
          <a:xfrm>
            <a:off x="831851" y="1709740"/>
            <a:ext cx="10515600" cy="2852737"/>
          </a:xfrm>
        </p:spPr>
        <p:txBody>
          <a:bodyPr anchor="b"/>
          <a:lstStyle>
            <a:lvl1pPr>
              <a:defRPr sz="4500">
                <a:latin typeface="Microsoft YaHei" panose="020B0503020204020204" pitchFamily="34" charset="-122"/>
                <a:ea typeface="Microsoft YaHei" panose="020B0503020204020204" pitchFamily="34" charset="-122"/>
              </a:defRPr>
            </a:lvl1pPr>
          </a:lstStyle>
          <a:p>
            <a:r>
              <a:rPr lang="zh-CN" altLang="en-US" dirty="0"/>
              <a:t>单击此处编辑母版标题样式</a:t>
            </a:r>
            <a:endParaRPr lang="en-US" dirty="0"/>
          </a:p>
        </p:txBody>
      </p:sp>
      <p:sp>
        <p:nvSpPr>
          <p:cNvPr id="3" name="文本占位符 2">
            <a:extLst>
              <a:ext uri="{FF2B5EF4-FFF2-40B4-BE49-F238E27FC236}">
                <a16:creationId xmlns:a16="http://schemas.microsoft.com/office/drawing/2014/main" id="{24A83809-0CD6-4E99-B235-4D681390A374}"/>
              </a:ext>
            </a:extLst>
          </p:cNvPr>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F11F12C-08AA-45AB-908E-59440A6C564C}"/>
              </a:ext>
            </a:extLst>
          </p:cNvPr>
          <p:cNvSpPr>
            <a:spLocks noGrp="1"/>
          </p:cNvSpPr>
          <p:nvPr>
            <p:ph type="dt" sz="half" idx="10"/>
          </p:nvPr>
        </p:nvSpPr>
        <p:spPr/>
        <p:txBody>
          <a:bodyPr/>
          <a:lstStyle/>
          <a:p>
            <a:fld id="{9311E9D2-2264-459C-8B3D-B5F4E24A78EE}" type="datetime1">
              <a:rPr lang="zh-CN" altLang="en-US" smtClean="0"/>
              <a:t>2026/3/16</a:t>
            </a:fld>
            <a:endParaRPr lang="zh-CN" altLang="en-US" dirty="0"/>
          </a:p>
        </p:txBody>
      </p:sp>
      <p:sp>
        <p:nvSpPr>
          <p:cNvPr id="5" name="页脚占位符 4">
            <a:extLst>
              <a:ext uri="{FF2B5EF4-FFF2-40B4-BE49-F238E27FC236}">
                <a16:creationId xmlns:a16="http://schemas.microsoft.com/office/drawing/2014/main" id="{A2461642-9D96-4148-8180-D0B2B5019D5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34EB5D8-A13F-457E-826D-95AC9FB55656}"/>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40921980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6E999A-7582-4E5D-A9FB-8CDEF52EED16}"/>
              </a:ext>
            </a:extLst>
          </p:cNvPr>
          <p:cNvSpPr>
            <a:spLocks noGrp="1"/>
          </p:cNvSpPr>
          <p:nvPr>
            <p:ph type="title"/>
          </p:nvPr>
        </p:nvSpPr>
        <p:spPr/>
        <p:txBody>
          <a:bodyPr/>
          <a:lstStyle>
            <a:lvl1pPr>
              <a:defRPr>
                <a:solidFill>
                  <a:schemeClr val="accent1">
                    <a:lumMod val="75000"/>
                  </a:schemeClr>
                </a:solidFill>
              </a:defRPr>
            </a:lvl1pPr>
          </a:lstStyle>
          <a:p>
            <a:r>
              <a:rPr lang="zh-CN" altLang="en-US" dirty="0"/>
              <a:t>单击此处编辑母版标题样式</a:t>
            </a:r>
            <a:endParaRPr lang="en-US" dirty="0"/>
          </a:p>
        </p:txBody>
      </p:sp>
      <p:sp>
        <p:nvSpPr>
          <p:cNvPr id="3" name="内容占位符 2">
            <a:extLst>
              <a:ext uri="{FF2B5EF4-FFF2-40B4-BE49-F238E27FC236}">
                <a16:creationId xmlns:a16="http://schemas.microsoft.com/office/drawing/2014/main" id="{0BA3E153-1AD5-46DD-B8DE-61DF0461F4A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内容占位符 3">
            <a:extLst>
              <a:ext uri="{FF2B5EF4-FFF2-40B4-BE49-F238E27FC236}">
                <a16:creationId xmlns:a16="http://schemas.microsoft.com/office/drawing/2014/main" id="{2F5248A8-0745-4392-A1F2-F6DF355FFA8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a:extLst>
              <a:ext uri="{FF2B5EF4-FFF2-40B4-BE49-F238E27FC236}">
                <a16:creationId xmlns:a16="http://schemas.microsoft.com/office/drawing/2014/main" id="{8D9D8C1F-5ACD-48A3-93C6-718634CC3741}"/>
              </a:ext>
            </a:extLst>
          </p:cNvPr>
          <p:cNvSpPr>
            <a:spLocks noGrp="1"/>
          </p:cNvSpPr>
          <p:nvPr>
            <p:ph type="dt" sz="half" idx="10"/>
          </p:nvPr>
        </p:nvSpPr>
        <p:spPr/>
        <p:txBody>
          <a:bodyPr/>
          <a:lstStyle/>
          <a:p>
            <a:fld id="{00E14383-127D-45CE-985C-F5D7DFB9A214}" type="datetime1">
              <a:rPr lang="zh-CN" altLang="en-US" smtClean="0"/>
              <a:t>2026/3/16</a:t>
            </a:fld>
            <a:endParaRPr lang="zh-CN" altLang="en-US"/>
          </a:p>
        </p:txBody>
      </p:sp>
      <p:sp>
        <p:nvSpPr>
          <p:cNvPr id="6" name="页脚占位符 5">
            <a:extLst>
              <a:ext uri="{FF2B5EF4-FFF2-40B4-BE49-F238E27FC236}">
                <a16:creationId xmlns:a16="http://schemas.microsoft.com/office/drawing/2014/main" id="{C2E22B1C-A4A1-4342-9DAC-218041BCC35F}"/>
              </a:ext>
            </a:extLst>
          </p:cNvPr>
          <p:cNvSpPr>
            <a:spLocks noGrp="1"/>
          </p:cNvSpPr>
          <p:nvPr>
            <p:ph type="ftr" sz="quarter" idx="11"/>
          </p:nvPr>
        </p:nvSpPr>
        <p:spPr/>
        <p:txBody>
          <a:bodyPr/>
          <a:lstStyle/>
          <a:p>
            <a:endParaRPr lang="zh-CN" altLang="en-US" dirty="0"/>
          </a:p>
        </p:txBody>
      </p:sp>
      <p:sp>
        <p:nvSpPr>
          <p:cNvPr id="7" name="灯片编号占位符 6">
            <a:extLst>
              <a:ext uri="{FF2B5EF4-FFF2-40B4-BE49-F238E27FC236}">
                <a16:creationId xmlns:a16="http://schemas.microsoft.com/office/drawing/2014/main" id="{A7CCC53A-B54E-4AEB-86B3-C8CD6AF7F265}"/>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3817281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DDE34E-984F-4F04-A7FF-17195BCF186B}"/>
              </a:ext>
            </a:extLst>
          </p:cNvPr>
          <p:cNvSpPr>
            <a:spLocks noGrp="1"/>
          </p:cNvSpPr>
          <p:nvPr>
            <p:ph type="title"/>
          </p:nvPr>
        </p:nvSpPr>
        <p:spPr>
          <a:xfrm>
            <a:off x="839788" y="365127"/>
            <a:ext cx="10515600" cy="1325563"/>
          </a:xfrm>
        </p:spPr>
        <p:txBody>
          <a:bodyPr/>
          <a:lstStyle/>
          <a:p>
            <a:r>
              <a:rPr lang="zh-CN" altLang="en-US" dirty="0"/>
              <a:t>单击此处编辑母版标题样式</a:t>
            </a:r>
            <a:endParaRPr lang="en-US" dirty="0"/>
          </a:p>
        </p:txBody>
      </p:sp>
      <p:sp>
        <p:nvSpPr>
          <p:cNvPr id="3" name="文本占位符 2">
            <a:extLst>
              <a:ext uri="{FF2B5EF4-FFF2-40B4-BE49-F238E27FC236}">
                <a16:creationId xmlns:a16="http://schemas.microsoft.com/office/drawing/2014/main" id="{45761511-A802-4F5E-86A2-D80D5C0ADBBA}"/>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9E9FAF3-D8C1-45A2-BA48-80B34986626F}"/>
              </a:ext>
            </a:extLst>
          </p:cNvPr>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文本占位符 4">
            <a:extLst>
              <a:ext uri="{FF2B5EF4-FFF2-40B4-BE49-F238E27FC236}">
                <a16:creationId xmlns:a16="http://schemas.microsoft.com/office/drawing/2014/main" id="{A9251460-B631-4C46-908A-FE9A1052266C}"/>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9EF5D71-25C4-4922-9405-6A048B91126B}"/>
              </a:ext>
            </a:extLst>
          </p:cNvPr>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日期占位符 6">
            <a:extLst>
              <a:ext uri="{FF2B5EF4-FFF2-40B4-BE49-F238E27FC236}">
                <a16:creationId xmlns:a16="http://schemas.microsoft.com/office/drawing/2014/main" id="{919751F0-F0EA-4B00-B971-5EE1B3773975}"/>
              </a:ext>
            </a:extLst>
          </p:cNvPr>
          <p:cNvSpPr>
            <a:spLocks noGrp="1"/>
          </p:cNvSpPr>
          <p:nvPr>
            <p:ph type="dt" sz="half" idx="10"/>
          </p:nvPr>
        </p:nvSpPr>
        <p:spPr/>
        <p:txBody>
          <a:bodyPr/>
          <a:lstStyle/>
          <a:p>
            <a:fld id="{692E0796-D505-4121-85A8-A7000215742F}" type="datetime1">
              <a:rPr lang="zh-CN" altLang="en-US" smtClean="0"/>
              <a:t>2026/3/16</a:t>
            </a:fld>
            <a:endParaRPr lang="zh-CN" altLang="en-US"/>
          </a:p>
        </p:txBody>
      </p:sp>
      <p:sp>
        <p:nvSpPr>
          <p:cNvPr id="8" name="页脚占位符 7">
            <a:extLst>
              <a:ext uri="{FF2B5EF4-FFF2-40B4-BE49-F238E27FC236}">
                <a16:creationId xmlns:a16="http://schemas.microsoft.com/office/drawing/2014/main" id="{19047BC4-C2D4-4C81-B588-5459ACF089A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A9723A5-6ECE-4EAA-A5C6-EABD8CD3A520}"/>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23316116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3852D2-8976-40DD-BA31-408AB98E4FED}"/>
              </a:ext>
            </a:extLst>
          </p:cNvPr>
          <p:cNvSpPr>
            <a:spLocks noGrp="1"/>
          </p:cNvSpPr>
          <p:nvPr>
            <p:ph type="title"/>
          </p:nvPr>
        </p:nvSpPr>
        <p:spPr/>
        <p:txBody>
          <a:bodyPr/>
          <a:lstStyle>
            <a:lvl1pPr>
              <a:defRPr>
                <a:solidFill>
                  <a:schemeClr val="accent1">
                    <a:lumMod val="75000"/>
                  </a:schemeClr>
                </a:solidFill>
              </a:defRPr>
            </a:lvl1pPr>
          </a:lstStyle>
          <a:p>
            <a:r>
              <a:rPr lang="zh-CN" altLang="en-US" dirty="0"/>
              <a:t>单击此处编辑母版标题样式</a:t>
            </a:r>
            <a:endParaRPr lang="en-US" dirty="0"/>
          </a:p>
        </p:txBody>
      </p:sp>
      <p:sp>
        <p:nvSpPr>
          <p:cNvPr id="3" name="日期占位符 2">
            <a:extLst>
              <a:ext uri="{FF2B5EF4-FFF2-40B4-BE49-F238E27FC236}">
                <a16:creationId xmlns:a16="http://schemas.microsoft.com/office/drawing/2014/main" id="{C4858EC2-E957-4F1C-83FD-787BB2CC1D2F}"/>
              </a:ext>
            </a:extLst>
          </p:cNvPr>
          <p:cNvSpPr>
            <a:spLocks noGrp="1"/>
          </p:cNvSpPr>
          <p:nvPr>
            <p:ph type="dt" sz="half" idx="10"/>
          </p:nvPr>
        </p:nvSpPr>
        <p:spPr/>
        <p:txBody>
          <a:bodyPr/>
          <a:lstStyle/>
          <a:p>
            <a:fld id="{A3ED18E7-AF16-403D-9175-2BEDA2EA9B61}" type="datetime1">
              <a:rPr lang="zh-CN" altLang="en-US" smtClean="0"/>
              <a:t>2026/3/16</a:t>
            </a:fld>
            <a:endParaRPr lang="zh-CN" altLang="en-US"/>
          </a:p>
        </p:txBody>
      </p:sp>
      <p:sp>
        <p:nvSpPr>
          <p:cNvPr id="4" name="页脚占位符 3">
            <a:extLst>
              <a:ext uri="{FF2B5EF4-FFF2-40B4-BE49-F238E27FC236}">
                <a16:creationId xmlns:a16="http://schemas.microsoft.com/office/drawing/2014/main" id="{7806991F-2419-4982-884B-D42FF1AACC1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398A650-CAEE-412E-B9BF-886CCFDE59DE}"/>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3947288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2DBD33B-092C-4074-8EDA-3C4FE78AD990}"/>
              </a:ext>
            </a:extLst>
          </p:cNvPr>
          <p:cNvSpPr>
            <a:spLocks noGrp="1"/>
          </p:cNvSpPr>
          <p:nvPr>
            <p:ph type="dt" sz="half" idx="10"/>
          </p:nvPr>
        </p:nvSpPr>
        <p:spPr>
          <a:xfrm>
            <a:off x="648788" y="6356351"/>
            <a:ext cx="2743200" cy="365125"/>
          </a:xfrm>
        </p:spPr>
        <p:txBody>
          <a:bodyPr/>
          <a:lstStyle/>
          <a:p>
            <a:fld id="{E85D3D3A-77F9-424B-8401-D88E7443C7BA}" type="datetime1">
              <a:rPr lang="zh-CN" altLang="en-US" smtClean="0"/>
              <a:t>2026/3/16</a:t>
            </a:fld>
            <a:endParaRPr lang="zh-CN" altLang="en-US" dirty="0"/>
          </a:p>
        </p:txBody>
      </p:sp>
      <p:sp>
        <p:nvSpPr>
          <p:cNvPr id="3" name="页脚占位符 2">
            <a:extLst>
              <a:ext uri="{FF2B5EF4-FFF2-40B4-BE49-F238E27FC236}">
                <a16:creationId xmlns:a16="http://schemas.microsoft.com/office/drawing/2014/main" id="{A90D8F40-5181-4836-B8DD-3A9908B08A7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2D2A77F-D152-4CDD-99EA-FD8387BB9014}"/>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3201258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621370-F61A-4FFA-8158-63411BEFA177}"/>
              </a:ext>
            </a:extLst>
          </p:cNvPr>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5054B4E2-CBF2-4B8F-9FBE-CE369EF6ADA3}"/>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文本占位符 3">
            <a:extLst>
              <a:ext uri="{FF2B5EF4-FFF2-40B4-BE49-F238E27FC236}">
                <a16:creationId xmlns:a16="http://schemas.microsoft.com/office/drawing/2014/main" id="{B1417E24-6C8C-4AC7-8665-96EC08B1E1F7}"/>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E33FA8D-1C48-4107-82A1-179513CC6589}"/>
              </a:ext>
            </a:extLst>
          </p:cNvPr>
          <p:cNvSpPr>
            <a:spLocks noGrp="1"/>
          </p:cNvSpPr>
          <p:nvPr>
            <p:ph type="dt" sz="half" idx="10"/>
          </p:nvPr>
        </p:nvSpPr>
        <p:spPr/>
        <p:txBody>
          <a:bodyPr/>
          <a:lstStyle/>
          <a:p>
            <a:fld id="{CFCB0EA7-74E6-4FB2-9140-FB5D8B03A084}" type="datetime1">
              <a:rPr lang="zh-CN" altLang="en-US" smtClean="0"/>
              <a:t>2026/3/16</a:t>
            </a:fld>
            <a:endParaRPr lang="zh-CN" altLang="en-US"/>
          </a:p>
        </p:txBody>
      </p:sp>
      <p:sp>
        <p:nvSpPr>
          <p:cNvPr id="6" name="页脚占位符 5">
            <a:extLst>
              <a:ext uri="{FF2B5EF4-FFF2-40B4-BE49-F238E27FC236}">
                <a16:creationId xmlns:a16="http://schemas.microsoft.com/office/drawing/2014/main" id="{C1FBC6DC-C4E0-4913-82DB-024E67FFA4B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867BBE5-0CE5-41DC-8976-ECDB91764343}"/>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2724871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E4D30F-E495-4188-86D6-1CC70B805245}"/>
              </a:ext>
            </a:extLst>
          </p:cNvPr>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endParaRPr lang="en-US"/>
          </a:p>
        </p:txBody>
      </p:sp>
      <p:sp>
        <p:nvSpPr>
          <p:cNvPr id="3" name="图片占位符 2">
            <a:extLst>
              <a:ext uri="{FF2B5EF4-FFF2-40B4-BE49-F238E27FC236}">
                <a16:creationId xmlns:a16="http://schemas.microsoft.com/office/drawing/2014/main" id="{22FD1BDB-E14E-4C2F-8A31-0C6039476416}"/>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文本占位符 3">
            <a:extLst>
              <a:ext uri="{FF2B5EF4-FFF2-40B4-BE49-F238E27FC236}">
                <a16:creationId xmlns:a16="http://schemas.microsoft.com/office/drawing/2014/main" id="{D4D96B3D-921F-4319-83AB-6599543C116E}"/>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A720358-A521-4F46-ABEB-E0AE1BAB1572}"/>
              </a:ext>
            </a:extLst>
          </p:cNvPr>
          <p:cNvSpPr>
            <a:spLocks noGrp="1"/>
          </p:cNvSpPr>
          <p:nvPr>
            <p:ph type="dt" sz="half" idx="10"/>
          </p:nvPr>
        </p:nvSpPr>
        <p:spPr/>
        <p:txBody>
          <a:bodyPr/>
          <a:lstStyle/>
          <a:p>
            <a:fld id="{46B6A25B-0834-4655-A019-0CA277BBA62B}" type="datetime1">
              <a:rPr lang="zh-CN" altLang="en-US" smtClean="0"/>
              <a:t>2026/3/16</a:t>
            </a:fld>
            <a:endParaRPr lang="zh-CN" altLang="en-US"/>
          </a:p>
        </p:txBody>
      </p:sp>
      <p:sp>
        <p:nvSpPr>
          <p:cNvPr id="6" name="页脚占位符 5">
            <a:extLst>
              <a:ext uri="{FF2B5EF4-FFF2-40B4-BE49-F238E27FC236}">
                <a16:creationId xmlns:a16="http://schemas.microsoft.com/office/drawing/2014/main" id="{C778CC20-8FFA-4C0C-89A1-565524146CE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0CBA9C1-FE7E-475B-A075-82D6279FF9AA}"/>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2385556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917C9F-382B-48B3-AEE3-A1275451A3D3}"/>
              </a:ext>
            </a:extLst>
          </p:cNvPr>
          <p:cNvSpPr>
            <a:spLocks noGrp="1"/>
          </p:cNvSpPr>
          <p:nvPr>
            <p:ph type="title"/>
          </p:nvPr>
        </p:nvSpPr>
        <p:spPr/>
        <p:txBody>
          <a:bodyPr/>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E05CEB06-E6AC-47BF-A94B-0ED4AAAD249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E1C0F83F-CE58-4F03-BCC7-46A6A13F7963}"/>
              </a:ext>
            </a:extLst>
          </p:cNvPr>
          <p:cNvSpPr>
            <a:spLocks noGrp="1"/>
          </p:cNvSpPr>
          <p:nvPr>
            <p:ph type="dt" sz="half" idx="10"/>
          </p:nvPr>
        </p:nvSpPr>
        <p:spPr/>
        <p:txBody>
          <a:bodyPr/>
          <a:lstStyle/>
          <a:p>
            <a:fld id="{173E3FE8-D20A-4EE4-8226-599A06356ED0}" type="datetime1">
              <a:rPr lang="zh-CN" altLang="en-US" smtClean="0"/>
              <a:t>2026/3/16</a:t>
            </a:fld>
            <a:endParaRPr lang="zh-CN" altLang="en-US"/>
          </a:p>
        </p:txBody>
      </p:sp>
      <p:sp>
        <p:nvSpPr>
          <p:cNvPr id="5" name="页脚占位符 4">
            <a:extLst>
              <a:ext uri="{FF2B5EF4-FFF2-40B4-BE49-F238E27FC236}">
                <a16:creationId xmlns:a16="http://schemas.microsoft.com/office/drawing/2014/main" id="{F059299B-B55F-4721-90C3-0CFE23FA0EA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390ADCF-1B44-43D8-AB3F-8541D6238899}"/>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3499954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ED9C40E-5C6D-4234-8128-E50188E5E66C}"/>
              </a:ext>
            </a:extLst>
          </p:cNvPr>
          <p:cNvSpPr>
            <a:spLocks noGrp="1"/>
          </p:cNvSpPr>
          <p:nvPr>
            <p:ph type="title" orient="vert"/>
          </p:nvPr>
        </p:nvSpPr>
        <p:spPr>
          <a:xfrm>
            <a:off x="8724901" y="365125"/>
            <a:ext cx="2628900" cy="5811838"/>
          </a:xfrm>
        </p:spPr>
        <p:txBody>
          <a:bodyPr vert="eaVert"/>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C2E915B8-7307-4BCC-9A61-569D45C95F27}"/>
              </a:ext>
            </a:extLst>
          </p:cNvPr>
          <p:cNvSpPr>
            <a:spLocks noGrp="1"/>
          </p:cNvSpPr>
          <p:nvPr>
            <p:ph type="body" orient="vert" idx="1"/>
          </p:nvPr>
        </p:nvSpPr>
        <p:spPr>
          <a:xfrm>
            <a:off x="838201"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66FCA776-3C88-4450-AD71-6D2C500AF8AD}"/>
              </a:ext>
            </a:extLst>
          </p:cNvPr>
          <p:cNvSpPr>
            <a:spLocks noGrp="1"/>
          </p:cNvSpPr>
          <p:nvPr>
            <p:ph type="dt" sz="half" idx="10"/>
          </p:nvPr>
        </p:nvSpPr>
        <p:spPr/>
        <p:txBody>
          <a:bodyPr/>
          <a:lstStyle/>
          <a:p>
            <a:fld id="{4BDFE7FE-20C0-45BF-B15A-146DCD6D0F0A}" type="datetime1">
              <a:rPr lang="zh-CN" altLang="en-US" smtClean="0"/>
              <a:t>2026/3/16</a:t>
            </a:fld>
            <a:endParaRPr lang="zh-CN" altLang="en-US"/>
          </a:p>
        </p:txBody>
      </p:sp>
      <p:sp>
        <p:nvSpPr>
          <p:cNvPr id="5" name="页脚占位符 4">
            <a:extLst>
              <a:ext uri="{FF2B5EF4-FFF2-40B4-BE49-F238E27FC236}">
                <a16:creationId xmlns:a16="http://schemas.microsoft.com/office/drawing/2014/main" id="{46002269-E005-4BE1-94C3-C26720F2B53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B9685CF-5F0E-4F70-99BE-CCD46BC0293D}"/>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2266697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342FFB6-8F21-4ACC-BC1E-3F66BCBF3CA6}"/>
              </a:ext>
            </a:extLst>
          </p:cNvPr>
          <p:cNvSpPr>
            <a:spLocks noGrp="1"/>
          </p:cNvSpPr>
          <p:nvPr>
            <p:ph type="title"/>
          </p:nvPr>
        </p:nvSpPr>
        <p:spPr>
          <a:xfrm>
            <a:off x="627017" y="156305"/>
            <a:ext cx="10515600" cy="596985"/>
          </a:xfrm>
          <a:prstGeom prst="rect">
            <a:avLst/>
          </a:prstGeom>
        </p:spPr>
        <p:txBody>
          <a:bodyPr vert="horz" lIns="91440" tIns="45720" rIns="91440" bIns="45720" rtlCol="0" anchor="ctr">
            <a:noAutofit/>
          </a:bodyPr>
          <a:lstStyle/>
          <a:p>
            <a:r>
              <a:rPr lang="zh-CN" altLang="en-US" dirty="0"/>
              <a:t>单击此处编辑母版标题样式</a:t>
            </a:r>
            <a:endParaRPr lang="en-US" dirty="0"/>
          </a:p>
        </p:txBody>
      </p:sp>
      <p:sp>
        <p:nvSpPr>
          <p:cNvPr id="3" name="文本占位符 2">
            <a:extLst>
              <a:ext uri="{FF2B5EF4-FFF2-40B4-BE49-F238E27FC236}">
                <a16:creationId xmlns:a16="http://schemas.microsoft.com/office/drawing/2014/main" id="{AD525B20-A1AA-4A92-9D7A-2F7B14A413F6}"/>
              </a:ext>
            </a:extLst>
          </p:cNvPr>
          <p:cNvSpPr>
            <a:spLocks noGrp="1"/>
          </p:cNvSpPr>
          <p:nvPr>
            <p:ph type="body" idx="1"/>
          </p:nvPr>
        </p:nvSpPr>
        <p:spPr>
          <a:xfrm>
            <a:off x="838200" y="928915"/>
            <a:ext cx="10515600" cy="5175794"/>
          </a:xfrm>
          <a:prstGeom prst="rect">
            <a:avLst/>
          </a:prstGeom>
        </p:spPr>
        <p:txBody>
          <a:bodyPr vert="horz" lIns="91440" tIns="45720" rIns="91440" bIns="45720" rtlCol="0">
            <a:normAutofit/>
          </a:bodyPr>
          <a:lstStyle/>
          <a:p>
            <a:pPr lvl="0"/>
            <a:r>
              <a:rPr lang="zh-CN" altLang="en-US" dirty="0"/>
              <a:t> 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日期占位符 3">
            <a:extLst>
              <a:ext uri="{FF2B5EF4-FFF2-40B4-BE49-F238E27FC236}">
                <a16:creationId xmlns:a16="http://schemas.microsoft.com/office/drawing/2014/main" id="{7B28EA23-1C26-401F-ABA1-2D300BB691C7}"/>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b="1">
                <a:solidFill>
                  <a:schemeClr val="tx1">
                    <a:tint val="75000"/>
                  </a:schemeClr>
                </a:solidFill>
              </a:defRPr>
            </a:lvl1pPr>
          </a:lstStyle>
          <a:p>
            <a:fld id="{292D2516-6BB2-4D80-AD17-EF4D1CEDF814}" type="datetime1">
              <a:rPr lang="zh-CN" altLang="en-US" smtClean="0"/>
              <a:pPr/>
              <a:t>2026/3/16</a:t>
            </a:fld>
            <a:endParaRPr lang="zh-CN" altLang="en-US"/>
          </a:p>
        </p:txBody>
      </p:sp>
      <p:sp>
        <p:nvSpPr>
          <p:cNvPr id="5" name="页脚占位符 4">
            <a:extLst>
              <a:ext uri="{FF2B5EF4-FFF2-40B4-BE49-F238E27FC236}">
                <a16:creationId xmlns:a16="http://schemas.microsoft.com/office/drawing/2014/main" id="{B22A4D13-4A5F-475E-88F7-2A6ECD6DB426}"/>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b="1">
                <a:solidFill>
                  <a:schemeClr val="tx1">
                    <a:tint val="75000"/>
                  </a:schemeClr>
                </a:solidFill>
              </a:defRPr>
            </a:lvl1pPr>
          </a:lstStyle>
          <a:p>
            <a:endParaRPr lang="zh-CN" altLang="en-US" dirty="0"/>
          </a:p>
        </p:txBody>
      </p:sp>
      <p:sp>
        <p:nvSpPr>
          <p:cNvPr id="6" name="灯片编号占位符 5">
            <a:extLst>
              <a:ext uri="{FF2B5EF4-FFF2-40B4-BE49-F238E27FC236}">
                <a16:creationId xmlns:a16="http://schemas.microsoft.com/office/drawing/2014/main" id="{F9AFCE78-DD67-4C8D-A584-09B016DC5D58}"/>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b="1">
                <a:solidFill>
                  <a:schemeClr val="tx1">
                    <a:tint val="75000"/>
                  </a:schemeClr>
                </a:solidFill>
              </a:defRPr>
            </a:lvl1pPr>
          </a:lstStyle>
          <a:p>
            <a:fld id="{2093D444-7193-46AD-90E8-D84AE4B61CFF}" type="slidenum">
              <a:rPr lang="en-US" smtClean="0"/>
              <a:pPr/>
              <a:t>‹#›</a:t>
            </a:fld>
            <a:r>
              <a:rPr lang="en-US"/>
              <a:t>/56</a:t>
            </a:r>
            <a:endParaRPr lang="en-US" dirty="0"/>
          </a:p>
        </p:txBody>
      </p:sp>
      <p:cxnSp>
        <p:nvCxnSpPr>
          <p:cNvPr id="8" name="直接连接符 7">
            <a:extLst>
              <a:ext uri="{FF2B5EF4-FFF2-40B4-BE49-F238E27FC236}">
                <a16:creationId xmlns:a16="http://schemas.microsoft.com/office/drawing/2014/main" id="{B0F50452-02B7-425B-AC62-B4A14A701625}"/>
              </a:ext>
            </a:extLst>
          </p:cNvPr>
          <p:cNvCxnSpPr>
            <a:cxnSpLocks/>
          </p:cNvCxnSpPr>
          <p:nvPr userDrawn="1"/>
        </p:nvCxnSpPr>
        <p:spPr>
          <a:xfrm>
            <a:off x="627017" y="767807"/>
            <a:ext cx="10984411" cy="0"/>
          </a:xfrm>
          <a:prstGeom prst="line">
            <a:avLst/>
          </a:prstGeom>
          <a:ln w="19050">
            <a:solidFill>
              <a:schemeClr val="accent1">
                <a:lumMod val="75000"/>
              </a:schemeClr>
            </a:solidFill>
          </a:ln>
        </p:spPr>
        <p:style>
          <a:lnRef idx="1">
            <a:schemeClr val="dk1"/>
          </a:lnRef>
          <a:fillRef idx="0">
            <a:schemeClr val="dk1"/>
          </a:fillRef>
          <a:effectRef idx="0">
            <a:schemeClr val="dk1"/>
          </a:effectRef>
          <a:fontRef idx="minor">
            <a:schemeClr val="tx1"/>
          </a:fontRef>
        </p:style>
      </p:cxnSp>
      <p:cxnSp>
        <p:nvCxnSpPr>
          <p:cNvPr id="9" name="直接连接符 8">
            <a:extLst>
              <a:ext uri="{FF2B5EF4-FFF2-40B4-BE49-F238E27FC236}">
                <a16:creationId xmlns:a16="http://schemas.microsoft.com/office/drawing/2014/main" id="{175A9AA1-FEE7-4EAB-B05C-92F8372A2329}"/>
              </a:ext>
            </a:extLst>
          </p:cNvPr>
          <p:cNvCxnSpPr>
            <a:cxnSpLocks/>
          </p:cNvCxnSpPr>
          <p:nvPr userDrawn="1"/>
        </p:nvCxnSpPr>
        <p:spPr>
          <a:xfrm>
            <a:off x="627017" y="6287589"/>
            <a:ext cx="10984411" cy="0"/>
          </a:xfrm>
          <a:prstGeom prst="line">
            <a:avLst/>
          </a:prstGeom>
          <a:ln w="19050">
            <a:solidFill>
              <a:schemeClr val="accent1">
                <a:lumMod val="75000"/>
              </a:schemeClr>
            </a:solidFill>
          </a:ln>
        </p:spPr>
        <p:style>
          <a:lnRef idx="1">
            <a:schemeClr val="dk1"/>
          </a:lnRef>
          <a:fillRef idx="0">
            <a:schemeClr val="dk1"/>
          </a:fillRef>
          <a:effectRef idx="0">
            <a:schemeClr val="dk1"/>
          </a:effectRef>
          <a:fontRef idx="minor">
            <a:schemeClr val="tx1"/>
          </a:fontRef>
        </p:style>
      </p:cxnSp>
      <p:grpSp>
        <p:nvGrpSpPr>
          <p:cNvPr id="15" name="组合 14">
            <a:extLst>
              <a:ext uri="{FF2B5EF4-FFF2-40B4-BE49-F238E27FC236}">
                <a16:creationId xmlns:a16="http://schemas.microsoft.com/office/drawing/2014/main" id="{9E98AC04-83D3-4028-869F-84D382FA74BB}"/>
              </a:ext>
            </a:extLst>
          </p:cNvPr>
          <p:cNvGrpSpPr/>
          <p:nvPr userDrawn="1"/>
        </p:nvGrpSpPr>
        <p:grpSpPr>
          <a:xfrm>
            <a:off x="9982200" y="186423"/>
            <a:ext cx="1794536" cy="472074"/>
            <a:chOff x="504825" y="327025"/>
            <a:chExt cx="2482851" cy="636440"/>
          </a:xfrm>
        </p:grpSpPr>
        <p:pic>
          <p:nvPicPr>
            <p:cNvPr id="16" name="图片 15">
              <a:extLst>
                <a:ext uri="{FF2B5EF4-FFF2-40B4-BE49-F238E27FC236}">
                  <a16:creationId xmlns:a16="http://schemas.microsoft.com/office/drawing/2014/main" id="{49F7D68F-F6C5-482F-BB06-4C7202C968E5}"/>
                </a:ext>
              </a:extLst>
            </p:cNvPr>
            <p:cNvPicPr>
              <a:picLocks noChangeAspect="1"/>
            </p:cNvPicPr>
            <p:nvPr/>
          </p:nvPicPr>
          <p:blipFill rotWithShape="1">
            <a:blip r:embed="rId13">
              <a:duotone>
                <a:schemeClr val="accent1">
                  <a:shade val="45000"/>
                  <a:satMod val="135000"/>
                </a:schemeClr>
                <a:prstClr val="white"/>
              </a:duotone>
            </a:blip>
            <a:srcRect l="8955" t="8651" r="74262" b="8651"/>
            <a:stretch>
              <a:fillRect/>
            </a:stretch>
          </p:blipFill>
          <p:spPr>
            <a:xfrm>
              <a:off x="504825" y="327025"/>
              <a:ext cx="593725" cy="636440"/>
            </a:xfrm>
            <a:prstGeom prst="rect">
              <a:avLst/>
            </a:prstGeom>
          </p:spPr>
        </p:pic>
        <p:pic>
          <p:nvPicPr>
            <p:cNvPr id="17" name="图片 16">
              <a:extLst>
                <a:ext uri="{FF2B5EF4-FFF2-40B4-BE49-F238E27FC236}">
                  <a16:creationId xmlns:a16="http://schemas.microsoft.com/office/drawing/2014/main" id="{18389FF0-6461-4154-A98D-1E4418062FEA}"/>
                </a:ext>
              </a:extLst>
            </p:cNvPr>
            <p:cNvPicPr>
              <a:picLocks noChangeAspect="1"/>
            </p:cNvPicPr>
            <p:nvPr/>
          </p:nvPicPr>
          <p:blipFill rotWithShape="1">
            <a:blip r:embed="rId13">
              <a:duotone>
                <a:schemeClr val="accent1">
                  <a:shade val="45000"/>
                  <a:satMod val="135000"/>
                </a:schemeClr>
                <a:prstClr val="white"/>
              </a:duotone>
            </a:blip>
            <a:srcRect l="36206" t="8651" r="14969" b="8651"/>
            <a:stretch>
              <a:fillRect/>
            </a:stretch>
          </p:blipFill>
          <p:spPr>
            <a:xfrm>
              <a:off x="1260475" y="327025"/>
              <a:ext cx="1727201" cy="636440"/>
            </a:xfrm>
            <a:prstGeom prst="rect">
              <a:avLst/>
            </a:prstGeom>
          </p:spPr>
        </p:pic>
      </p:grpSp>
    </p:spTree>
    <p:extLst>
      <p:ext uri="{BB962C8B-B14F-4D97-AF65-F5344CB8AC3E}">
        <p14:creationId xmlns:p14="http://schemas.microsoft.com/office/powerpoint/2010/main" val="11807596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defTabSz="685800" rtl="0" eaLnBrk="1" latinLnBrk="0" hangingPunct="1">
        <a:lnSpc>
          <a:spcPct val="90000"/>
        </a:lnSpc>
        <a:spcBef>
          <a:spcPct val="0"/>
        </a:spcBef>
        <a:buNone/>
        <a:defRPr sz="2800" b="1" kern="1200">
          <a:solidFill>
            <a:schemeClr val="accent1">
              <a:lumMod val="75000"/>
            </a:schemeClr>
          </a:solidFill>
          <a:latin typeface="Microsoft YaHei" panose="020B0503020204020204" pitchFamily="34" charset="-122"/>
          <a:ea typeface="Microsoft YaHei" panose="020B0503020204020204" pitchFamily="34" charset="-122"/>
          <a:cs typeface="Arial" panose="020B0604020202020204" pitchFamily="34" charset="0"/>
        </a:defRPr>
      </a:lvl1pPr>
    </p:titleStyle>
    <p:bodyStyle>
      <a:lvl1pPr marL="171450" indent="-171450" algn="l" defTabSz="685800" rtl="0" eaLnBrk="1" latinLnBrk="0" hangingPunct="1">
        <a:lnSpc>
          <a:spcPct val="90000"/>
        </a:lnSpc>
        <a:spcBef>
          <a:spcPts val="750"/>
        </a:spcBef>
        <a:buFont typeface="Wingdings" panose="05000000000000000000" pitchFamily="2" charset="2"/>
        <a:buChar char="q"/>
        <a:defRPr sz="2000" b="1"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2pPr>
      <a:lvl3pPr marL="857250" indent="-171450" algn="l" defTabSz="685800" rtl="0" eaLnBrk="1" latinLnBrk="0" hangingPunct="1">
        <a:lnSpc>
          <a:spcPct val="90000"/>
        </a:lnSpc>
        <a:spcBef>
          <a:spcPts val="375"/>
        </a:spcBef>
        <a:buFont typeface="Wingdings" panose="05000000000000000000" pitchFamily="2" charset="2"/>
        <a:buChar char="Ø"/>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iyang23@swjtu.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image" Target="../media/image7.tif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7.tif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tif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0.tif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A872DE78-D6F9-472A-9CF1-47CD5687C7E1}"/>
              </a:ext>
            </a:extLst>
          </p:cNvPr>
          <p:cNvSpPr/>
          <p:nvPr/>
        </p:nvSpPr>
        <p:spPr>
          <a:xfrm>
            <a:off x="875558" y="1041399"/>
            <a:ext cx="10440884" cy="195329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标题 1">
            <a:extLst>
              <a:ext uri="{FF2B5EF4-FFF2-40B4-BE49-F238E27FC236}">
                <a16:creationId xmlns:a16="http://schemas.microsoft.com/office/drawing/2014/main" id="{C392ACE4-89EC-42EB-8E3B-01BAD6AD1DC7}"/>
              </a:ext>
            </a:extLst>
          </p:cNvPr>
          <p:cNvSpPr>
            <a:spLocks noGrp="1"/>
          </p:cNvSpPr>
          <p:nvPr>
            <p:ph type="ctrTitle"/>
          </p:nvPr>
        </p:nvSpPr>
        <p:spPr>
          <a:xfrm>
            <a:off x="891823" y="1115783"/>
            <a:ext cx="10419644" cy="1741055"/>
          </a:xfrm>
        </p:spPr>
        <p:txBody>
          <a:bodyPr>
            <a:normAutofit/>
          </a:bodyPr>
          <a:lstStyle/>
          <a:p>
            <a:r>
              <a:rPr lang="en-US" altLang="zh-CN" sz="5400" b="1" dirty="0">
                <a:solidFill>
                  <a:schemeClr val="accent1"/>
                </a:solidFill>
              </a:rPr>
              <a:t>Chapter</a:t>
            </a:r>
            <a:r>
              <a:rPr lang="zh-CN" altLang="en-US" sz="5400" b="1" dirty="0">
                <a:solidFill>
                  <a:schemeClr val="accent1"/>
                </a:solidFill>
              </a:rPr>
              <a:t> </a:t>
            </a:r>
            <a:r>
              <a:rPr lang="en-US" altLang="zh-CN" sz="5400" b="1" dirty="0">
                <a:solidFill>
                  <a:schemeClr val="accent1"/>
                </a:solidFill>
              </a:rPr>
              <a:t>3</a:t>
            </a:r>
            <a:r>
              <a:rPr lang="zh-CN" altLang="en-US" sz="5400" b="1" dirty="0">
                <a:solidFill>
                  <a:schemeClr val="accent1"/>
                </a:solidFill>
              </a:rPr>
              <a:t>：</a:t>
            </a:r>
            <a:r>
              <a:rPr lang="en-US" altLang="zh-CN" sz="5400" b="1" dirty="0">
                <a:solidFill>
                  <a:schemeClr val="accent1"/>
                </a:solidFill>
              </a:rPr>
              <a:t>Process Description and Control</a:t>
            </a:r>
            <a:endParaRPr lang="zh-CN" altLang="en-US" sz="5400" b="1" dirty="0">
              <a:solidFill>
                <a:schemeClr val="accent1"/>
              </a:solidFill>
            </a:endParaRPr>
          </a:p>
        </p:txBody>
      </p:sp>
      <p:sp>
        <p:nvSpPr>
          <p:cNvPr id="11" name="副标题 2">
            <a:extLst>
              <a:ext uri="{FF2B5EF4-FFF2-40B4-BE49-F238E27FC236}">
                <a16:creationId xmlns:a16="http://schemas.microsoft.com/office/drawing/2014/main" id="{D35711AA-7368-4156-AAC3-87E6F6454EB3}"/>
              </a:ext>
            </a:extLst>
          </p:cNvPr>
          <p:cNvSpPr>
            <a:spLocks noGrp="1"/>
          </p:cNvSpPr>
          <p:nvPr>
            <p:ph type="subTitle" idx="1"/>
          </p:nvPr>
        </p:nvSpPr>
        <p:spPr>
          <a:xfrm>
            <a:off x="2667000" y="3434241"/>
            <a:ext cx="6858000" cy="2487588"/>
          </a:xfrm>
        </p:spPr>
        <p:txBody>
          <a:bodyPr>
            <a:normAutofit/>
          </a:bodyPr>
          <a:lstStyle/>
          <a:p>
            <a:pPr>
              <a:lnSpc>
                <a:spcPct val="120000"/>
              </a:lnSpc>
            </a:pPr>
            <a:r>
              <a:rPr lang="en-US" altLang="zh-CN" sz="2800" dirty="0">
                <a:solidFill>
                  <a:srgbClr val="0070C0"/>
                </a:solidFill>
                <a:latin typeface="Microsoft YaHei UI" panose="020B0503020204020204" pitchFamily="34" charset="-122"/>
                <a:ea typeface="Microsoft YaHei UI" panose="020B0503020204020204" pitchFamily="34" charset="-122"/>
              </a:rPr>
              <a:t>Lecturer: Li Yang</a:t>
            </a:r>
          </a:p>
          <a:p>
            <a:pPr>
              <a:lnSpc>
                <a:spcPct val="120000"/>
              </a:lnSpc>
            </a:pPr>
            <a:r>
              <a:rPr lang="en-US" altLang="zh-CN" sz="2800" dirty="0">
                <a:solidFill>
                  <a:srgbClr val="0070C0"/>
                </a:solidFill>
                <a:latin typeface="Microsoft YaHei UI" panose="020B0503020204020204" pitchFamily="34" charset="-122"/>
                <a:ea typeface="Microsoft YaHei UI" panose="020B0503020204020204" pitchFamily="34" charset="-122"/>
              </a:rPr>
              <a:t>Contact: </a:t>
            </a:r>
            <a:r>
              <a:rPr lang="en-US" altLang="zh-CN" sz="2800" dirty="0">
                <a:solidFill>
                  <a:srgbClr val="0070C0"/>
                </a:solidFill>
                <a:latin typeface="Microsoft YaHei UI" panose="020B0503020204020204" pitchFamily="34" charset="-122"/>
                <a:ea typeface="Microsoft YaHei UI" panose="020B0503020204020204" pitchFamily="34" charset="-122"/>
                <a:hlinkClick r:id="rId3"/>
              </a:rPr>
              <a:t>liyang23@swjtu.edu.cn</a:t>
            </a:r>
            <a:endParaRPr lang="en-US" altLang="zh-CN" sz="2800" dirty="0">
              <a:solidFill>
                <a:srgbClr val="0070C0"/>
              </a:solidFill>
              <a:latin typeface="Microsoft YaHei UI" panose="020B0503020204020204" pitchFamily="34" charset="-122"/>
              <a:ea typeface="Microsoft YaHei UI" panose="020B0503020204020204" pitchFamily="34" charset="-122"/>
            </a:endParaRPr>
          </a:p>
          <a:p>
            <a:pPr>
              <a:lnSpc>
                <a:spcPct val="120000"/>
              </a:lnSpc>
            </a:pPr>
            <a:r>
              <a:rPr lang="en-US" altLang="zh-CN" sz="2800" dirty="0">
                <a:solidFill>
                  <a:srgbClr val="0070C0"/>
                </a:solidFill>
                <a:latin typeface="Microsoft YaHei UI" panose="020B0503020204020204" pitchFamily="34" charset="-122"/>
                <a:ea typeface="Microsoft YaHei UI" panose="020B0503020204020204" pitchFamily="34" charset="-122"/>
              </a:rPr>
              <a:t>Office: X31506</a:t>
            </a:r>
          </a:p>
          <a:p>
            <a:pPr>
              <a:lnSpc>
                <a:spcPct val="120000"/>
              </a:lnSpc>
            </a:pPr>
            <a:r>
              <a:rPr lang="en-US" altLang="zh-CN" sz="2800" dirty="0">
                <a:solidFill>
                  <a:srgbClr val="0070C0"/>
                </a:solidFill>
                <a:latin typeface="Microsoft YaHei UI" panose="020B0503020204020204" pitchFamily="34" charset="-122"/>
                <a:ea typeface="Microsoft YaHei UI" panose="020B0503020204020204" pitchFamily="34" charset="-122"/>
              </a:rPr>
              <a:t>Faculty: Computer and AI</a:t>
            </a:r>
            <a:endParaRPr lang="zh-CN" altLang="en-US" sz="2800" dirty="0">
              <a:solidFill>
                <a:srgbClr val="0070C0"/>
              </a:solidFill>
              <a:latin typeface="Microsoft YaHei UI" panose="020B0503020204020204" pitchFamily="34" charset="-122"/>
              <a:ea typeface="Microsoft YaHei UI"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Process Description and Control</a:t>
            </a:r>
            <a:endParaRPr lang="zh-CN" altLang="en-US" dirty="0"/>
          </a:p>
        </p:txBody>
      </p:sp>
      <p:sp>
        <p:nvSpPr>
          <p:cNvPr id="3" name="内容占位符 2"/>
          <p:cNvSpPr>
            <a:spLocks noGrp="1"/>
          </p:cNvSpPr>
          <p:nvPr>
            <p:ph idx="1"/>
          </p:nvPr>
        </p:nvSpPr>
        <p:spPr/>
        <p:txBody>
          <a:bodyPr/>
          <a:lstStyle/>
          <a:p>
            <a:r>
              <a:rPr lang="en-US" altLang="zh-CN" sz="2400" dirty="0"/>
              <a:t>Process Concept</a:t>
            </a:r>
          </a:p>
          <a:p>
            <a:r>
              <a:rPr lang="en-US" altLang="zh-CN" sz="2400" dirty="0"/>
              <a:t>Process State</a:t>
            </a:r>
          </a:p>
          <a:p>
            <a:r>
              <a:rPr lang="en-US" altLang="zh-CN" sz="2400" dirty="0"/>
              <a:t>Process Description</a:t>
            </a:r>
          </a:p>
          <a:p>
            <a:r>
              <a:rPr lang="en-US" altLang="zh-CN" dirty="0"/>
              <a:t>Process control</a:t>
            </a:r>
          </a:p>
          <a:p>
            <a:r>
              <a:rPr lang="en-US" altLang="zh-CN" sz="2400" dirty="0"/>
              <a:t>OS Execution</a:t>
            </a:r>
          </a:p>
          <a:p>
            <a:pPr marL="0" indent="0">
              <a:buNone/>
            </a:pP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665478-07F0-48CD-8A91-DD16BC413074}"/>
              </a:ext>
            </a:extLst>
          </p:cNvPr>
          <p:cNvSpPr>
            <a:spLocks noGrp="1"/>
          </p:cNvSpPr>
          <p:nvPr>
            <p:ph type="title"/>
          </p:nvPr>
        </p:nvSpPr>
        <p:spPr/>
        <p:txBody>
          <a:bodyPr/>
          <a:lstStyle/>
          <a:p>
            <a:r>
              <a:rPr lang="en-US" dirty="0"/>
              <a:t>Summary of Early Concepts</a:t>
            </a:r>
          </a:p>
        </p:txBody>
      </p:sp>
      <p:sp>
        <p:nvSpPr>
          <p:cNvPr id="4" name="灯片编号占位符 3">
            <a:extLst>
              <a:ext uri="{FF2B5EF4-FFF2-40B4-BE49-F238E27FC236}">
                <a16:creationId xmlns:a16="http://schemas.microsoft.com/office/drawing/2014/main" id="{195CDE5B-AD7F-492D-AAB1-D1AEAB329E53}"/>
              </a:ext>
            </a:extLst>
          </p:cNvPr>
          <p:cNvSpPr>
            <a:spLocks noGrp="1"/>
          </p:cNvSpPr>
          <p:nvPr>
            <p:ph type="sldNum" sz="quarter" idx="12"/>
          </p:nvPr>
        </p:nvSpPr>
        <p:spPr/>
        <p:txBody>
          <a:bodyPr/>
          <a:lstStyle/>
          <a:p>
            <a:fld id="{2093D444-7193-46AD-90E8-D84AE4B61CFF}" type="slidenum">
              <a:rPr lang="en-US" smtClean="0"/>
              <a:pPr/>
              <a:t>3</a:t>
            </a:fld>
            <a:r>
              <a:rPr lang="en-US" dirty="0"/>
              <a:t>/56</a:t>
            </a:r>
          </a:p>
        </p:txBody>
      </p:sp>
      <p:sp>
        <p:nvSpPr>
          <p:cNvPr id="5" name="日期占位符 4">
            <a:extLst>
              <a:ext uri="{FF2B5EF4-FFF2-40B4-BE49-F238E27FC236}">
                <a16:creationId xmlns:a16="http://schemas.microsoft.com/office/drawing/2014/main" id="{38764634-514F-422F-BC74-0924EFC7E43B}"/>
              </a:ext>
            </a:extLst>
          </p:cNvPr>
          <p:cNvSpPr>
            <a:spLocks noGrp="1"/>
          </p:cNvSpPr>
          <p:nvPr>
            <p:ph type="dt" sz="half" idx="10"/>
          </p:nvPr>
        </p:nvSpPr>
        <p:spPr/>
        <p:txBody>
          <a:bodyPr/>
          <a:lstStyle/>
          <a:p>
            <a:fld id="{CAE4635A-F0E4-48AF-AAB4-A99FBE2C944F}" type="datetime1">
              <a:rPr lang="zh-CN" altLang="en-US" smtClean="0"/>
              <a:t>2026/3/16</a:t>
            </a:fld>
            <a:endParaRPr lang="zh-CN" altLang="en-US" dirty="0"/>
          </a:p>
        </p:txBody>
      </p:sp>
      <p:sp>
        <p:nvSpPr>
          <p:cNvPr id="6" name="Content Placeholder 2">
            <a:extLst>
              <a:ext uri="{FF2B5EF4-FFF2-40B4-BE49-F238E27FC236}">
                <a16:creationId xmlns:a16="http://schemas.microsoft.com/office/drawing/2014/main" id="{72411C67-48BA-154F-8212-AACE39E4E517}"/>
              </a:ext>
            </a:extLst>
          </p:cNvPr>
          <p:cNvSpPr txBox="1">
            <a:spLocks/>
          </p:cNvSpPr>
          <p:nvPr/>
        </p:nvSpPr>
        <p:spPr>
          <a:xfrm>
            <a:off x="816948" y="745066"/>
            <a:ext cx="4635586" cy="1715911"/>
          </a:xfrm>
          <a:prstGeom prst="rect">
            <a:avLst/>
          </a:prstGeom>
        </p:spPr>
        <p:txBody>
          <a:bodyPr vert="horz" lIns="91440" tIns="45720" rIns="91440" bIns="45720" rtlCol="0">
            <a:normAutofit/>
          </a:bodyPr>
          <a:lstStyle>
            <a:defPPr>
              <a:defRPr lang="en-US"/>
            </a:defPPr>
            <a:lvl1pPr marL="171450" indent="-171450" algn="just" defTabSz="685800">
              <a:lnSpc>
                <a:spcPct val="100000"/>
              </a:lnSpc>
              <a:spcBef>
                <a:spcPts val="750"/>
              </a:spcBef>
              <a:buFont typeface="Wingdings" panose="05000000000000000000" pitchFamily="2" charset="2"/>
              <a:buChar char="q"/>
              <a:defRPr sz="2400" b="1">
                <a:latin typeface="Microsoft YaHei" panose="020B0503020204020204" pitchFamily="34" charset="-122"/>
                <a:ea typeface="Microsoft YaHei" panose="020B0503020204020204" pitchFamily="34" charset="-122"/>
                <a:cs typeface="Arial" panose="020B0604020202020204" pitchFamily="34" charset="0"/>
              </a:defRPr>
            </a:lvl1pPr>
            <a:lvl2pPr marL="0" lvl="1" indent="0" defTabSz="685800">
              <a:lnSpc>
                <a:spcPct val="90000"/>
              </a:lnSpc>
              <a:spcBef>
                <a:spcPts val="750"/>
              </a:spcBef>
              <a:buFont typeface="Arial" panose="020B0604020202020204" pitchFamily="34" charset="0"/>
              <a:buNone/>
              <a:defRPr sz="2400" b="1">
                <a:latin typeface="Microsoft YaHei" panose="020B0503020204020204" pitchFamily="34" charset="-122"/>
                <a:ea typeface="Microsoft YaHei" panose="020B0503020204020204" pitchFamily="34" charset="-122"/>
                <a:cs typeface="Arial" panose="020B0604020202020204" pitchFamily="34" charset="0"/>
              </a:defRPr>
            </a:lvl2pPr>
            <a:lvl3pPr marL="857250" indent="-171450" algn="just" defTabSz="685800">
              <a:lnSpc>
                <a:spcPct val="100000"/>
              </a:lnSpc>
              <a:spcBef>
                <a:spcPts val="375"/>
              </a:spcBef>
              <a:buFont typeface="Wingdings" panose="05000000000000000000" pitchFamily="2" charset="2"/>
              <a:buChar char="Ø"/>
              <a:defRPr sz="2000">
                <a:latin typeface="Microsoft YaHei" panose="020B0503020204020204" pitchFamily="34" charset="-122"/>
                <a:ea typeface="Microsoft YaHei" panose="020B0503020204020204" pitchFamily="34" charset="-122"/>
                <a:cs typeface="Arial" panose="020B0604020202020204" pitchFamily="34" charset="0"/>
              </a:defRPr>
            </a:lvl3pPr>
            <a:lvl4pPr marL="1200150" indent="-171450" algn="just" defTabSz="685800">
              <a:lnSpc>
                <a:spcPct val="100000"/>
              </a:lnSpc>
              <a:spcBef>
                <a:spcPts val="375"/>
              </a:spcBef>
              <a:buFont typeface="Arial" panose="020B0604020202020204" pitchFamily="34" charset="0"/>
              <a:buChar char="•"/>
              <a:defRPr sz="2000">
                <a:latin typeface="Microsoft YaHei" panose="020B0503020204020204" pitchFamily="34" charset="-122"/>
                <a:ea typeface="Microsoft YaHei" panose="020B0503020204020204" pitchFamily="34" charset="-122"/>
                <a:cs typeface="Arial" panose="020B0604020202020204" pitchFamily="34" charset="0"/>
              </a:defRPr>
            </a:lvl4pPr>
            <a:lvl5pPr marL="1543050" indent="-171450" algn="just" defTabSz="685800">
              <a:lnSpc>
                <a:spcPct val="100000"/>
              </a:lnSpc>
              <a:spcBef>
                <a:spcPts val="375"/>
              </a:spcBef>
              <a:buFont typeface="Arial" panose="020B0604020202020204" pitchFamily="34" charset="0"/>
              <a:buChar char="•"/>
              <a:defRPr sz="2000">
                <a:latin typeface="Microsoft YaHei" panose="020B0503020204020204" pitchFamily="34" charset="-122"/>
                <a:ea typeface="Microsoft YaHei" panose="020B0503020204020204" pitchFamily="34" charset="-122"/>
                <a:cs typeface="Arial" panose="020B0604020202020204" pitchFamily="34" charset="0"/>
              </a:defRPr>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lvl="1"/>
            <a:endParaRPr lang="en-US" dirty="0"/>
          </a:p>
          <a:p>
            <a:pPr marL="268288" lvl="1" indent="-257175" algn="just">
              <a:lnSpc>
                <a:spcPct val="110000"/>
              </a:lnSpc>
              <a:buFont typeface="Wingdings" panose="05000000000000000000" pitchFamily="2" charset="2"/>
              <a:buChar char="q"/>
            </a:pPr>
            <a:r>
              <a:rPr lang="en-US" sz="2200" dirty="0"/>
              <a:t>A computer platform consists of a </a:t>
            </a:r>
            <a:r>
              <a:rPr lang="en-US" sz="2200" dirty="0">
                <a:solidFill>
                  <a:srgbClr val="FF0000"/>
                </a:solidFill>
              </a:rPr>
              <a:t>collection of hardware resources</a:t>
            </a:r>
          </a:p>
        </p:txBody>
      </p:sp>
      <p:sp>
        <p:nvSpPr>
          <p:cNvPr id="7" name="Content Placeholder 3">
            <a:extLst>
              <a:ext uri="{FF2B5EF4-FFF2-40B4-BE49-F238E27FC236}">
                <a16:creationId xmlns:a16="http://schemas.microsoft.com/office/drawing/2014/main" id="{2F3C1654-7795-E14E-8B07-F926EA19AACE}"/>
              </a:ext>
            </a:extLst>
          </p:cNvPr>
          <p:cNvSpPr txBox="1">
            <a:spLocks/>
          </p:cNvSpPr>
          <p:nvPr/>
        </p:nvSpPr>
        <p:spPr>
          <a:xfrm>
            <a:off x="6186311" y="1190977"/>
            <a:ext cx="5012267" cy="1766711"/>
          </a:xfrm>
          <a:prstGeom prst="rect">
            <a:avLst/>
          </a:prstGeom>
        </p:spPr>
        <p:txBody>
          <a:bodyPr>
            <a:noAutofit/>
          </a:bodyPr>
          <a:lstStyle>
            <a:lvl1pPr marL="171450" indent="-171450" algn="l" defTabSz="685800" rtl="0" eaLnBrk="1" latinLnBrk="0" hangingPunct="1">
              <a:lnSpc>
                <a:spcPct val="90000"/>
              </a:lnSpc>
              <a:spcBef>
                <a:spcPts val="750"/>
              </a:spcBef>
              <a:buFont typeface="Wingdings" panose="05000000000000000000" pitchFamily="2" charset="2"/>
              <a:buChar char="q"/>
              <a:defRPr sz="2000" b="1"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2pPr>
            <a:lvl3pPr marL="857250" indent="-171450" algn="l" defTabSz="685800" rtl="0" eaLnBrk="1" latinLnBrk="0" hangingPunct="1">
              <a:lnSpc>
                <a:spcPct val="90000"/>
              </a:lnSpc>
              <a:spcBef>
                <a:spcPts val="375"/>
              </a:spcBef>
              <a:buFont typeface="Wingdings" panose="05000000000000000000" pitchFamily="2" charset="2"/>
              <a:buChar char="Ø"/>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268288" indent="-257175" algn="just">
              <a:lnSpc>
                <a:spcPct val="100000"/>
              </a:lnSpc>
            </a:pPr>
            <a:r>
              <a:rPr lang="en-US" sz="2200" dirty="0"/>
              <a:t>The OS was developed to provide a </a:t>
            </a:r>
            <a:r>
              <a:rPr lang="en-US" sz="2200" dirty="0">
                <a:solidFill>
                  <a:srgbClr val="FF0000"/>
                </a:solidFill>
              </a:rPr>
              <a:t>convenient, feature-rich, secure, and consistent interface</a:t>
            </a:r>
            <a:r>
              <a:rPr lang="en-US" sz="2200" dirty="0"/>
              <a:t> for applications to use</a:t>
            </a:r>
          </a:p>
        </p:txBody>
      </p:sp>
      <p:sp>
        <p:nvSpPr>
          <p:cNvPr id="13" name="TextBox 12">
            <a:extLst>
              <a:ext uri="{FF2B5EF4-FFF2-40B4-BE49-F238E27FC236}">
                <a16:creationId xmlns:a16="http://schemas.microsoft.com/office/drawing/2014/main" id="{F900E7CC-34E9-2D48-AB8B-B3FB8C522976}"/>
              </a:ext>
            </a:extLst>
          </p:cNvPr>
          <p:cNvSpPr txBox="1"/>
          <p:nvPr/>
        </p:nvSpPr>
        <p:spPr>
          <a:xfrm>
            <a:off x="812800" y="3446800"/>
            <a:ext cx="4526845" cy="2878417"/>
          </a:xfrm>
          <a:prstGeom prst="rect">
            <a:avLst/>
          </a:prstGeom>
          <a:noFill/>
        </p:spPr>
        <p:txBody>
          <a:bodyPr wrap="square">
            <a:spAutoFit/>
          </a:bodyPr>
          <a:lstStyle/>
          <a:p>
            <a:pPr marL="268288" lvl="1" indent="-257175" algn="just" defTabSz="685800">
              <a:lnSpc>
                <a:spcPct val="110000"/>
              </a:lnSpc>
              <a:spcBef>
                <a:spcPts val="750"/>
              </a:spcBef>
              <a:buFont typeface="Wingdings" panose="05000000000000000000" pitchFamily="2" charset="2"/>
              <a:buChar char="q"/>
            </a:pPr>
            <a:r>
              <a:rPr lang="en-US" sz="2200" b="1" dirty="0">
                <a:latin typeface="Microsoft YaHei" panose="020B0503020204020204" pitchFamily="34" charset="-122"/>
                <a:ea typeface="Microsoft YaHei" panose="020B0503020204020204" pitchFamily="34" charset="-122"/>
                <a:cs typeface="Arial" panose="020B0604020202020204" pitchFamily="34" charset="0"/>
              </a:rPr>
              <a:t>It is </a:t>
            </a:r>
            <a:r>
              <a:rPr lang="en-US" sz="2200" b="1" dirty="0">
                <a:solidFill>
                  <a:srgbClr val="FF0000"/>
                </a:solidFill>
                <a:latin typeface="Microsoft YaHei" panose="020B0503020204020204" pitchFamily="34" charset="-122"/>
                <a:ea typeface="Microsoft YaHei" panose="020B0503020204020204" pitchFamily="34" charset="-122"/>
                <a:cs typeface="Arial" panose="020B0604020202020204" pitchFamily="34" charset="0"/>
              </a:rPr>
              <a:t>inefficient</a:t>
            </a:r>
            <a:r>
              <a:rPr lang="en-US" sz="2200" b="1" dirty="0">
                <a:latin typeface="Microsoft YaHei" panose="020B0503020204020204" pitchFamily="34" charset="-122"/>
                <a:ea typeface="Microsoft YaHei" panose="020B0503020204020204" pitchFamily="34" charset="-122"/>
                <a:cs typeface="Arial" panose="020B0604020202020204" pitchFamily="34" charset="0"/>
              </a:rPr>
              <a:t> for applications to be written directly for a given hardware platform</a:t>
            </a:r>
          </a:p>
          <a:p>
            <a:pPr marL="811213" lvl="2" indent="-342900" algn="just" defTabSz="685800">
              <a:spcBef>
                <a:spcPts val="750"/>
              </a:spcBef>
              <a:buFont typeface="Arial" panose="020B0604020202020204" pitchFamily="34" charset="0"/>
              <a:buChar char="•"/>
            </a:pPr>
            <a:r>
              <a:rPr lang="en-US" altLang="zh-CN" sz="2200" dirty="0">
                <a:latin typeface="Microsoft YaHei" panose="020B0503020204020204" pitchFamily="34" charset="-122"/>
                <a:ea typeface="Microsoft YaHei" panose="020B0503020204020204" pitchFamily="34" charset="-122"/>
                <a:cs typeface="Arial" panose="020B0604020202020204" pitchFamily="34" charset="0"/>
              </a:rPr>
              <a:t>processor</a:t>
            </a:r>
            <a:r>
              <a:rPr lang="zh-CN" altLang="en-US" sz="2200" dirty="0">
                <a:latin typeface="Microsoft YaHei" panose="020B0503020204020204" pitchFamily="34" charset="-122"/>
                <a:ea typeface="Microsoft YaHei" panose="020B0503020204020204" pitchFamily="34" charset="-122"/>
                <a:cs typeface="Arial" panose="020B0604020202020204" pitchFamily="34" charset="0"/>
              </a:rPr>
              <a:t> </a:t>
            </a:r>
            <a:r>
              <a:rPr lang="en-US" altLang="zh-CN" sz="2200" dirty="0">
                <a:latin typeface="Microsoft YaHei" panose="020B0503020204020204" pitchFamily="34" charset="-122"/>
                <a:ea typeface="Microsoft YaHei" panose="020B0503020204020204" pitchFamily="34" charset="-122"/>
                <a:cs typeface="Arial" panose="020B0604020202020204" pitchFamily="34" charset="0"/>
              </a:rPr>
              <a:t>and</a:t>
            </a:r>
            <a:r>
              <a:rPr lang="zh-CN" altLang="en-US" sz="2200" dirty="0">
                <a:latin typeface="Microsoft YaHei" panose="020B0503020204020204" pitchFamily="34" charset="-122"/>
                <a:ea typeface="Microsoft YaHei" panose="020B0503020204020204" pitchFamily="34" charset="-122"/>
                <a:cs typeface="Arial" panose="020B0604020202020204" pitchFamily="34" charset="0"/>
              </a:rPr>
              <a:t> </a:t>
            </a:r>
            <a:r>
              <a:rPr lang="en-US" altLang="zh-CN" sz="2200" dirty="0">
                <a:latin typeface="Microsoft YaHei" panose="020B0503020204020204" pitchFamily="34" charset="-122"/>
                <a:ea typeface="Microsoft YaHei" panose="020B0503020204020204" pitchFamily="34" charset="-122"/>
                <a:cs typeface="Arial" panose="020B0604020202020204" pitchFamily="34" charset="0"/>
              </a:rPr>
              <a:t>other</a:t>
            </a:r>
            <a:r>
              <a:rPr lang="zh-CN" altLang="en-US" sz="2200" dirty="0">
                <a:latin typeface="Microsoft YaHei" panose="020B0503020204020204" pitchFamily="34" charset="-122"/>
                <a:ea typeface="Microsoft YaHei" panose="020B0503020204020204" pitchFamily="34" charset="-122"/>
                <a:cs typeface="Arial" panose="020B0604020202020204" pitchFamily="34" charset="0"/>
              </a:rPr>
              <a:t> </a:t>
            </a:r>
            <a:r>
              <a:rPr lang="en-US" altLang="zh-CN" sz="2200" dirty="0">
                <a:latin typeface="Microsoft YaHei" panose="020B0503020204020204" pitchFamily="34" charset="-122"/>
                <a:ea typeface="Microsoft YaHei" panose="020B0503020204020204" pitchFamily="34" charset="-122"/>
                <a:cs typeface="Arial" panose="020B0604020202020204" pitchFamily="34" charset="0"/>
              </a:rPr>
              <a:t>shared</a:t>
            </a:r>
            <a:r>
              <a:rPr lang="zh-CN" altLang="en-US" sz="2200" dirty="0">
                <a:latin typeface="Microsoft YaHei" panose="020B0503020204020204" pitchFamily="34" charset="-122"/>
                <a:ea typeface="Microsoft YaHei" panose="020B0503020204020204" pitchFamily="34" charset="-122"/>
                <a:cs typeface="Arial" panose="020B0604020202020204" pitchFamily="34" charset="0"/>
              </a:rPr>
              <a:t> </a:t>
            </a:r>
            <a:r>
              <a:rPr lang="en-US" altLang="zh-CN" sz="2200" dirty="0">
                <a:latin typeface="Microsoft YaHei" panose="020B0503020204020204" pitchFamily="34" charset="-122"/>
                <a:ea typeface="Microsoft YaHei" panose="020B0503020204020204" pitchFamily="34" charset="-122"/>
                <a:cs typeface="Arial" panose="020B0604020202020204" pitchFamily="34" charset="0"/>
              </a:rPr>
              <a:t>resource</a:t>
            </a:r>
          </a:p>
          <a:p>
            <a:pPr marL="811213" lvl="2" indent="-342900" algn="just" defTabSz="685800">
              <a:spcBef>
                <a:spcPts val="750"/>
              </a:spcBef>
              <a:buFont typeface="Arial" panose="020B0604020202020204" pitchFamily="34" charset="0"/>
              <a:buChar char="•"/>
            </a:pPr>
            <a:r>
              <a:rPr lang="en-US" altLang="zh-CN" sz="2200" dirty="0">
                <a:latin typeface="Microsoft YaHei" panose="020B0503020204020204" pitchFamily="34" charset="-122"/>
                <a:ea typeface="Microsoft YaHei" panose="020B0503020204020204" pitchFamily="34" charset="-122"/>
                <a:cs typeface="Arial" panose="020B0604020202020204" pitchFamily="34" charset="0"/>
              </a:rPr>
              <a:t>isolation</a:t>
            </a:r>
            <a:endParaRPr lang="en-US" sz="2200" dirty="0">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15" name="TextBox 14">
            <a:extLst>
              <a:ext uri="{FF2B5EF4-FFF2-40B4-BE49-F238E27FC236}">
                <a16:creationId xmlns:a16="http://schemas.microsoft.com/office/drawing/2014/main" id="{564AE957-AA20-2B4D-A347-D08CCA84D72D}"/>
              </a:ext>
            </a:extLst>
          </p:cNvPr>
          <p:cNvSpPr txBox="1"/>
          <p:nvPr/>
        </p:nvSpPr>
        <p:spPr>
          <a:xfrm>
            <a:off x="6163734" y="3311435"/>
            <a:ext cx="5057422" cy="2649098"/>
          </a:xfrm>
          <a:prstGeom prst="rect">
            <a:avLst/>
          </a:prstGeom>
        </p:spPr>
        <p:txBody>
          <a:bodyPr>
            <a:noAutofit/>
          </a:bodyPr>
          <a:lstStyle>
            <a:defPPr>
              <a:defRPr lang="en-US"/>
            </a:defPPr>
            <a:lvl1pPr marL="171450" indent="-171450" defTabSz="685800">
              <a:lnSpc>
                <a:spcPct val="90000"/>
              </a:lnSpc>
              <a:spcBef>
                <a:spcPts val="750"/>
              </a:spcBef>
              <a:buFont typeface="Wingdings" panose="05000000000000000000" pitchFamily="2" charset="2"/>
              <a:buChar char="q"/>
              <a:defRPr sz="2200" b="1">
                <a:latin typeface="Microsoft YaHei" panose="020B0503020204020204" pitchFamily="34" charset="-122"/>
                <a:ea typeface="Microsoft YaHei" panose="020B0503020204020204" pitchFamily="34" charset="-122"/>
                <a:cs typeface="Arial" panose="020B0604020202020204" pitchFamily="34" charset="0"/>
              </a:defRPr>
            </a:lvl1pPr>
            <a:lvl2pPr marL="514350" indent="-171450" defTabSz="685800">
              <a:lnSpc>
                <a:spcPct val="90000"/>
              </a:lnSpc>
              <a:spcBef>
                <a:spcPts val="375"/>
              </a:spcBef>
              <a:buFont typeface="Arial" panose="020B0604020202020204" pitchFamily="34" charset="0"/>
              <a:buChar char="•"/>
              <a:defRPr sz="2000">
                <a:latin typeface="Microsoft YaHei" panose="020B0503020204020204" pitchFamily="34" charset="-122"/>
                <a:ea typeface="Microsoft YaHei" panose="020B0503020204020204" pitchFamily="34" charset="-122"/>
                <a:cs typeface="Arial" panose="020B0604020202020204" pitchFamily="34" charset="0"/>
              </a:defRPr>
            </a:lvl2pPr>
            <a:lvl3pPr marL="857250" indent="-171450" defTabSz="685800">
              <a:lnSpc>
                <a:spcPct val="90000"/>
              </a:lnSpc>
              <a:spcBef>
                <a:spcPts val="375"/>
              </a:spcBef>
              <a:buFont typeface="Wingdings" panose="05000000000000000000" pitchFamily="2" charset="2"/>
              <a:buChar char="Ø"/>
              <a:defRPr sz="2000">
                <a:latin typeface="Microsoft YaHei" panose="020B0503020204020204" pitchFamily="34" charset="-122"/>
                <a:ea typeface="Microsoft YaHei" panose="020B0503020204020204" pitchFamily="34" charset="-122"/>
                <a:cs typeface="Arial" panose="020B0604020202020204" pitchFamily="34" charset="0"/>
              </a:defRPr>
            </a:lvl3pPr>
            <a:lvl4pPr marL="1200150" indent="-171450" defTabSz="685800">
              <a:lnSpc>
                <a:spcPct val="90000"/>
              </a:lnSpc>
              <a:spcBef>
                <a:spcPts val="375"/>
              </a:spcBef>
              <a:buFont typeface="Arial" panose="020B0604020202020204" pitchFamily="34" charset="0"/>
              <a:buChar char="•"/>
              <a:defRPr sz="2000">
                <a:latin typeface="Microsoft YaHei" panose="020B0503020204020204" pitchFamily="34" charset="-122"/>
                <a:ea typeface="Microsoft YaHei" panose="020B0503020204020204" pitchFamily="34" charset="-122"/>
                <a:cs typeface="Arial" panose="020B0604020202020204" pitchFamily="34" charset="0"/>
              </a:defRPr>
            </a:lvl4pPr>
            <a:lvl5pPr marL="1543050" indent="-171450" defTabSz="685800">
              <a:lnSpc>
                <a:spcPct val="90000"/>
              </a:lnSpc>
              <a:spcBef>
                <a:spcPts val="375"/>
              </a:spcBef>
              <a:buFont typeface="Arial" panose="020B0604020202020204" pitchFamily="34" charset="0"/>
              <a:buChar char="•"/>
              <a:defRPr sz="2000">
                <a:latin typeface="Microsoft YaHei" panose="020B0503020204020204" pitchFamily="34" charset="-122"/>
                <a:ea typeface="Microsoft YaHei" panose="020B0503020204020204" pitchFamily="34" charset="-122"/>
                <a:cs typeface="Arial" panose="020B0604020202020204" pitchFamily="34" charset="0"/>
              </a:defRPr>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algn="just"/>
            <a:endParaRPr lang="en-US" dirty="0"/>
          </a:p>
          <a:p>
            <a:pPr marL="268288" indent="-268288" algn="just"/>
            <a:r>
              <a:rPr lang="en-US" dirty="0"/>
              <a:t>We can think of the OS as providing a </a:t>
            </a:r>
            <a:r>
              <a:rPr lang="en-US" dirty="0">
                <a:solidFill>
                  <a:srgbClr val="FF0000"/>
                </a:solidFill>
              </a:rPr>
              <a:t>uniform, abstract representation of resources </a:t>
            </a:r>
            <a:r>
              <a:rPr lang="en-US" dirty="0"/>
              <a:t>that can be requested and accessed by applications</a:t>
            </a:r>
          </a:p>
        </p:txBody>
      </p:sp>
      <p:sp>
        <p:nvSpPr>
          <p:cNvPr id="16" name="Rectangle 15">
            <a:extLst>
              <a:ext uri="{FF2B5EF4-FFF2-40B4-BE49-F238E27FC236}">
                <a16:creationId xmlns:a16="http://schemas.microsoft.com/office/drawing/2014/main" id="{E7A671E4-E54E-8940-8207-C1C3437E2387}"/>
              </a:ext>
            </a:extLst>
          </p:cNvPr>
          <p:cNvSpPr/>
          <p:nvPr/>
        </p:nvSpPr>
        <p:spPr>
          <a:xfrm>
            <a:off x="1591733" y="2878666"/>
            <a:ext cx="3409245" cy="462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Microsoft YaHei" panose="020B0503020204020204" pitchFamily="34" charset="-122"/>
                <a:ea typeface="Microsoft YaHei" panose="020B0503020204020204" pitchFamily="34" charset="-122"/>
              </a:rPr>
              <a:t>Computer</a:t>
            </a:r>
            <a:endParaRPr lang="en-CN" sz="2400" b="1" dirty="0">
              <a:latin typeface="Microsoft YaHei" panose="020B0503020204020204" pitchFamily="34" charset="-122"/>
              <a:ea typeface="Microsoft YaHei" panose="020B0503020204020204" pitchFamily="34" charset="-122"/>
            </a:endParaRPr>
          </a:p>
        </p:txBody>
      </p:sp>
      <p:sp>
        <p:nvSpPr>
          <p:cNvPr id="17" name="Rectangle 16">
            <a:extLst>
              <a:ext uri="{FF2B5EF4-FFF2-40B4-BE49-F238E27FC236}">
                <a16:creationId xmlns:a16="http://schemas.microsoft.com/office/drawing/2014/main" id="{0A3704A2-C905-3342-95B3-508619CF2CDF}"/>
              </a:ext>
            </a:extLst>
          </p:cNvPr>
          <p:cNvSpPr/>
          <p:nvPr/>
        </p:nvSpPr>
        <p:spPr>
          <a:xfrm>
            <a:off x="7095066" y="2861733"/>
            <a:ext cx="3409245" cy="46284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2400" b="1" dirty="0">
                <a:latin typeface="Microsoft YaHei" panose="020B0503020204020204" pitchFamily="34" charset="-122"/>
                <a:ea typeface="Microsoft YaHei" panose="020B0503020204020204" pitchFamily="34" charset="-122"/>
              </a:rPr>
              <a:t>OS</a:t>
            </a:r>
            <a:endParaRPr lang="en-CN" sz="2400" b="1" dirty="0">
              <a:latin typeface="Microsoft YaHei" panose="020B0503020204020204" pitchFamily="34" charset="-122"/>
              <a:ea typeface="Microsoft YaHei" panose="020B0503020204020204" pitchFamily="34" charset="-122"/>
            </a:endParaRPr>
          </a:p>
        </p:txBody>
      </p:sp>
      <p:sp>
        <p:nvSpPr>
          <p:cNvPr id="18" name="Rectangle 17">
            <a:extLst>
              <a:ext uri="{FF2B5EF4-FFF2-40B4-BE49-F238E27FC236}">
                <a16:creationId xmlns:a16="http://schemas.microsoft.com/office/drawing/2014/main" id="{DA83167C-BE78-9040-BB80-779BA5559C96}"/>
              </a:ext>
            </a:extLst>
          </p:cNvPr>
          <p:cNvSpPr/>
          <p:nvPr/>
        </p:nvSpPr>
        <p:spPr>
          <a:xfrm>
            <a:off x="666044" y="993422"/>
            <a:ext cx="4842934" cy="5226756"/>
          </a:xfrm>
          <a:prstGeom prst="rect">
            <a:avLst/>
          </a:prstGeom>
          <a:noFill/>
          <a:ln w="28575">
            <a:solidFill>
              <a:schemeClr val="tx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9" name="Rectangle 18">
            <a:extLst>
              <a:ext uri="{FF2B5EF4-FFF2-40B4-BE49-F238E27FC236}">
                <a16:creationId xmlns:a16="http://schemas.microsoft.com/office/drawing/2014/main" id="{636A5AAE-C584-0546-88BB-3FCA5C8A18E5}"/>
              </a:ext>
            </a:extLst>
          </p:cNvPr>
          <p:cNvSpPr/>
          <p:nvPr/>
        </p:nvSpPr>
        <p:spPr>
          <a:xfrm>
            <a:off x="6203244" y="999065"/>
            <a:ext cx="5221112" cy="5164667"/>
          </a:xfrm>
          <a:prstGeom prst="rect">
            <a:avLst/>
          </a:prstGeom>
          <a:noFill/>
          <a:ln w="28575">
            <a:solidFill>
              <a:schemeClr val="accent3">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2906451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1"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dissolve">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1"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dissolve">
                                      <p:cBhvr>
                                        <p:cTn id="17" dur="5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dissolve">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1" build="allAtOnce"/>
      <p:bldP spid="7" grpId="1" build="allAtOnce"/>
      <p:bldP spid="13" grpId="0"/>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2A770C-BBE7-420A-9485-1B00F9FEF883}"/>
              </a:ext>
            </a:extLst>
          </p:cNvPr>
          <p:cNvSpPr>
            <a:spLocks noGrp="1"/>
          </p:cNvSpPr>
          <p:nvPr>
            <p:ph type="title"/>
          </p:nvPr>
        </p:nvSpPr>
        <p:spPr/>
        <p:txBody>
          <a:bodyPr/>
          <a:lstStyle/>
          <a:p>
            <a:r>
              <a:rPr lang="en-US" altLang="zh-CN" dirty="0"/>
              <a:t>Objectives</a:t>
            </a:r>
            <a:r>
              <a:rPr lang="zh-CN" altLang="en-US" dirty="0"/>
              <a:t> </a:t>
            </a:r>
            <a:r>
              <a:rPr lang="en-US" altLang="zh-CN" dirty="0"/>
              <a:t>of</a:t>
            </a:r>
            <a:r>
              <a:rPr lang="zh-CN" altLang="en-US" dirty="0"/>
              <a:t> </a:t>
            </a:r>
            <a:r>
              <a:rPr lang="en-US" dirty="0"/>
              <a:t>OS Management of Ap</a:t>
            </a:r>
            <a:r>
              <a:rPr lang="en-US" altLang="zh-CN" dirty="0"/>
              <a:t>p.</a:t>
            </a:r>
            <a:r>
              <a:rPr lang="en-US" dirty="0"/>
              <a:t> Exec</a:t>
            </a:r>
            <a:r>
              <a:rPr lang="en-US" altLang="zh-CN" dirty="0"/>
              <a:t>.</a:t>
            </a:r>
            <a:endParaRPr lang="en-US" dirty="0"/>
          </a:p>
        </p:txBody>
      </p:sp>
      <p:sp>
        <p:nvSpPr>
          <p:cNvPr id="3" name="内容占位符 2">
            <a:extLst>
              <a:ext uri="{FF2B5EF4-FFF2-40B4-BE49-F238E27FC236}">
                <a16:creationId xmlns:a16="http://schemas.microsoft.com/office/drawing/2014/main" id="{BA7E72E9-7E6E-402B-B617-234814EE303A}"/>
              </a:ext>
            </a:extLst>
          </p:cNvPr>
          <p:cNvSpPr>
            <a:spLocks noGrp="1"/>
          </p:cNvSpPr>
          <p:nvPr>
            <p:ph idx="1"/>
          </p:nvPr>
        </p:nvSpPr>
        <p:spPr>
          <a:xfrm>
            <a:off x="838200" y="3172178"/>
            <a:ext cx="10190480" cy="2968978"/>
          </a:xfrm>
        </p:spPr>
        <p:txBody>
          <a:bodyPr>
            <a:normAutofit lnSpcReduction="10000"/>
          </a:bodyPr>
          <a:lstStyle/>
          <a:p>
            <a:pPr marL="0" indent="0">
              <a:buNone/>
            </a:pPr>
            <a:r>
              <a:rPr lang="en-US" altLang="zh-CN" sz="2400" dirty="0"/>
              <a:t>OS</a:t>
            </a:r>
            <a:r>
              <a:rPr lang="zh-CN" altLang="en-US" sz="2400" dirty="0"/>
              <a:t>‘</a:t>
            </a:r>
            <a:r>
              <a:rPr lang="en-US" altLang="zh-CN" sz="2400" dirty="0"/>
              <a:t>s</a:t>
            </a:r>
            <a:r>
              <a:rPr lang="zh-CN" altLang="en-US" sz="2400" dirty="0"/>
              <a:t> </a:t>
            </a:r>
            <a:r>
              <a:rPr lang="en-US" altLang="zh-CN" dirty="0"/>
              <a:t>Objectives</a:t>
            </a:r>
            <a:r>
              <a:rPr lang="zh-CN" altLang="en-US" dirty="0"/>
              <a:t>：</a:t>
            </a:r>
            <a:endParaRPr lang="en-US" sz="2400" dirty="0"/>
          </a:p>
          <a:p>
            <a:pPr>
              <a:lnSpc>
                <a:spcPct val="160000"/>
              </a:lnSpc>
            </a:pPr>
            <a:r>
              <a:rPr lang="en-US" sz="2400" dirty="0"/>
              <a:t>Resources are made available to </a:t>
            </a:r>
            <a:r>
              <a:rPr lang="en-US" sz="2400" dirty="0">
                <a:solidFill>
                  <a:srgbClr val="FF0000"/>
                </a:solidFill>
              </a:rPr>
              <a:t>multiple applications</a:t>
            </a:r>
          </a:p>
          <a:p>
            <a:pPr>
              <a:lnSpc>
                <a:spcPct val="160000"/>
              </a:lnSpc>
            </a:pPr>
            <a:r>
              <a:rPr lang="en-US" sz="2400" dirty="0"/>
              <a:t>The processor is </a:t>
            </a:r>
            <a:r>
              <a:rPr lang="en-US" sz="2400" dirty="0">
                <a:solidFill>
                  <a:srgbClr val="FF0000"/>
                </a:solidFill>
              </a:rPr>
              <a:t>switched</a:t>
            </a:r>
            <a:r>
              <a:rPr lang="en-US" sz="2400" dirty="0"/>
              <a:t> among multiple applications so all will appear to be progressing</a:t>
            </a:r>
          </a:p>
          <a:p>
            <a:pPr>
              <a:lnSpc>
                <a:spcPct val="160000"/>
              </a:lnSpc>
            </a:pPr>
            <a:r>
              <a:rPr lang="en-US" sz="2400" dirty="0"/>
              <a:t>The processor and I/O devices can be used </a:t>
            </a:r>
            <a:r>
              <a:rPr lang="en-US" sz="2400" dirty="0">
                <a:solidFill>
                  <a:srgbClr val="FF0000"/>
                </a:solidFill>
              </a:rPr>
              <a:t>efficiently</a:t>
            </a:r>
          </a:p>
          <a:p>
            <a:endParaRPr lang="en-US" dirty="0"/>
          </a:p>
        </p:txBody>
      </p:sp>
      <p:sp>
        <p:nvSpPr>
          <p:cNvPr id="4" name="灯片编号占位符 3">
            <a:extLst>
              <a:ext uri="{FF2B5EF4-FFF2-40B4-BE49-F238E27FC236}">
                <a16:creationId xmlns:a16="http://schemas.microsoft.com/office/drawing/2014/main" id="{CA834AA7-E506-40CC-A4DA-EA73621D3D2E}"/>
              </a:ext>
            </a:extLst>
          </p:cNvPr>
          <p:cNvSpPr>
            <a:spLocks noGrp="1"/>
          </p:cNvSpPr>
          <p:nvPr>
            <p:ph type="sldNum" sz="quarter" idx="12"/>
          </p:nvPr>
        </p:nvSpPr>
        <p:spPr/>
        <p:txBody>
          <a:bodyPr/>
          <a:lstStyle/>
          <a:p>
            <a:fld id="{2093D444-7193-46AD-90E8-D84AE4B61CFF}" type="slidenum">
              <a:rPr lang="en-US" smtClean="0"/>
              <a:pPr/>
              <a:t>4</a:t>
            </a:fld>
            <a:r>
              <a:rPr lang="en-US"/>
              <a:t>/56</a:t>
            </a:r>
            <a:endParaRPr lang="en-US" dirty="0"/>
          </a:p>
        </p:txBody>
      </p:sp>
      <p:sp>
        <p:nvSpPr>
          <p:cNvPr id="5" name="日期占位符 4">
            <a:extLst>
              <a:ext uri="{FF2B5EF4-FFF2-40B4-BE49-F238E27FC236}">
                <a16:creationId xmlns:a16="http://schemas.microsoft.com/office/drawing/2014/main" id="{586037AF-B482-43AF-BB39-4ECAED080706}"/>
              </a:ext>
            </a:extLst>
          </p:cNvPr>
          <p:cNvSpPr>
            <a:spLocks noGrp="1"/>
          </p:cNvSpPr>
          <p:nvPr>
            <p:ph type="dt" sz="half" idx="10"/>
          </p:nvPr>
        </p:nvSpPr>
        <p:spPr/>
        <p:txBody>
          <a:bodyPr/>
          <a:lstStyle/>
          <a:p>
            <a:fld id="{CAE4635A-F0E4-48AF-AAB4-A99FBE2C944F}" type="datetime1">
              <a:rPr lang="zh-CN" altLang="en-US" smtClean="0"/>
              <a:t>2026/3/16</a:t>
            </a:fld>
            <a:endParaRPr lang="zh-CN" altLang="en-US" dirty="0"/>
          </a:p>
        </p:txBody>
      </p:sp>
      <p:sp>
        <p:nvSpPr>
          <p:cNvPr id="7" name="Oval 6">
            <a:extLst>
              <a:ext uri="{FF2B5EF4-FFF2-40B4-BE49-F238E27FC236}">
                <a16:creationId xmlns:a16="http://schemas.microsoft.com/office/drawing/2014/main" id="{8FC9EC5F-2A0B-0649-8090-AAC6192D2163}"/>
              </a:ext>
            </a:extLst>
          </p:cNvPr>
          <p:cNvSpPr/>
          <p:nvPr/>
        </p:nvSpPr>
        <p:spPr>
          <a:xfrm>
            <a:off x="5373512" y="1399821"/>
            <a:ext cx="891822" cy="835378"/>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OS</a:t>
            </a:r>
            <a:endParaRPr lang="en-CN" dirty="0">
              <a:solidFill>
                <a:schemeClr val="tx1"/>
              </a:solidFill>
            </a:endParaRPr>
          </a:p>
        </p:txBody>
      </p:sp>
      <p:sp>
        <p:nvSpPr>
          <p:cNvPr id="9" name="Rectangle 8">
            <a:extLst>
              <a:ext uri="{FF2B5EF4-FFF2-40B4-BE49-F238E27FC236}">
                <a16:creationId xmlns:a16="http://schemas.microsoft.com/office/drawing/2014/main" id="{4CA3BC85-CF39-A142-B6FB-359ED2C6367C}"/>
              </a:ext>
            </a:extLst>
          </p:cNvPr>
          <p:cNvSpPr/>
          <p:nvPr/>
        </p:nvSpPr>
        <p:spPr>
          <a:xfrm>
            <a:off x="2799648" y="846664"/>
            <a:ext cx="485422" cy="462845"/>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I/O</a:t>
            </a:r>
            <a:endParaRPr lang="en-CN" dirty="0">
              <a:solidFill>
                <a:schemeClr val="tx1"/>
              </a:solidFill>
            </a:endParaRPr>
          </a:p>
        </p:txBody>
      </p:sp>
      <p:sp>
        <p:nvSpPr>
          <p:cNvPr id="11" name="Rectangle 10">
            <a:extLst>
              <a:ext uri="{FF2B5EF4-FFF2-40B4-BE49-F238E27FC236}">
                <a16:creationId xmlns:a16="http://schemas.microsoft.com/office/drawing/2014/main" id="{EEA55EB2-F7AE-314C-8286-28733BE885B1}"/>
              </a:ext>
            </a:extLst>
          </p:cNvPr>
          <p:cNvSpPr/>
          <p:nvPr/>
        </p:nvSpPr>
        <p:spPr>
          <a:xfrm>
            <a:off x="2088447" y="1546577"/>
            <a:ext cx="485422" cy="462845"/>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a:t>
            </a:r>
            <a:endParaRPr lang="en-CN" dirty="0">
              <a:solidFill>
                <a:schemeClr val="tx1"/>
              </a:solidFill>
            </a:endParaRPr>
          </a:p>
        </p:txBody>
      </p:sp>
      <p:sp>
        <p:nvSpPr>
          <p:cNvPr id="12" name="Rectangle 11">
            <a:extLst>
              <a:ext uri="{FF2B5EF4-FFF2-40B4-BE49-F238E27FC236}">
                <a16:creationId xmlns:a16="http://schemas.microsoft.com/office/drawing/2014/main" id="{3D52BE0C-A8A7-0D42-8792-6E41DA96E99E}"/>
              </a:ext>
            </a:extLst>
          </p:cNvPr>
          <p:cNvSpPr/>
          <p:nvPr/>
        </p:nvSpPr>
        <p:spPr>
          <a:xfrm>
            <a:off x="3499559" y="1512709"/>
            <a:ext cx="485422" cy="462845"/>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File</a:t>
            </a:r>
            <a:endParaRPr lang="en-CN" sz="1600" dirty="0">
              <a:solidFill>
                <a:schemeClr val="tx1"/>
              </a:solidFill>
            </a:endParaRPr>
          </a:p>
        </p:txBody>
      </p:sp>
      <p:sp>
        <p:nvSpPr>
          <p:cNvPr id="13" name="Oval 12">
            <a:extLst>
              <a:ext uri="{FF2B5EF4-FFF2-40B4-BE49-F238E27FC236}">
                <a16:creationId xmlns:a16="http://schemas.microsoft.com/office/drawing/2014/main" id="{52551C42-7205-2742-A6BF-12FE6122AA9F}"/>
              </a:ext>
            </a:extLst>
          </p:cNvPr>
          <p:cNvSpPr/>
          <p:nvPr/>
        </p:nvSpPr>
        <p:spPr>
          <a:xfrm>
            <a:off x="9443156" y="1450623"/>
            <a:ext cx="682978" cy="682978"/>
          </a:xfrm>
          <a:prstGeom prst="ellipse">
            <a:avLst/>
          </a:prstGeom>
          <a:solidFill>
            <a:schemeClr val="accent5">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400" dirty="0">
                <a:solidFill>
                  <a:schemeClr val="tx1"/>
                </a:solidFill>
              </a:rPr>
              <a:t>App.</a:t>
            </a:r>
            <a:endParaRPr lang="en-CN" sz="1400" dirty="0">
              <a:solidFill>
                <a:schemeClr val="tx1"/>
              </a:solidFill>
            </a:endParaRPr>
          </a:p>
        </p:txBody>
      </p:sp>
      <p:sp>
        <p:nvSpPr>
          <p:cNvPr id="16" name="Oval 15">
            <a:extLst>
              <a:ext uri="{FF2B5EF4-FFF2-40B4-BE49-F238E27FC236}">
                <a16:creationId xmlns:a16="http://schemas.microsoft.com/office/drawing/2014/main" id="{7C228C12-4734-1943-B275-EEDA51C0830D}"/>
              </a:ext>
            </a:extLst>
          </p:cNvPr>
          <p:cNvSpPr/>
          <p:nvPr/>
        </p:nvSpPr>
        <p:spPr>
          <a:xfrm>
            <a:off x="8715023" y="824089"/>
            <a:ext cx="682978" cy="682978"/>
          </a:xfrm>
          <a:prstGeom prst="ellipse">
            <a:avLst/>
          </a:prstGeom>
          <a:solidFill>
            <a:schemeClr val="accent5">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400" dirty="0">
                <a:solidFill>
                  <a:schemeClr val="tx1"/>
                </a:solidFill>
              </a:rPr>
              <a:t>App.</a:t>
            </a:r>
            <a:endParaRPr lang="en-CN" sz="1400" dirty="0">
              <a:solidFill>
                <a:schemeClr val="tx1"/>
              </a:solidFill>
            </a:endParaRPr>
          </a:p>
        </p:txBody>
      </p:sp>
      <p:sp>
        <p:nvSpPr>
          <p:cNvPr id="17" name="Oval 16">
            <a:extLst>
              <a:ext uri="{FF2B5EF4-FFF2-40B4-BE49-F238E27FC236}">
                <a16:creationId xmlns:a16="http://schemas.microsoft.com/office/drawing/2014/main" id="{CAE3D7AB-1BF9-D94A-97CB-21BC0BF4E2A7}"/>
              </a:ext>
            </a:extLst>
          </p:cNvPr>
          <p:cNvSpPr/>
          <p:nvPr/>
        </p:nvSpPr>
        <p:spPr>
          <a:xfrm>
            <a:off x="8675511" y="2184400"/>
            <a:ext cx="682978" cy="682978"/>
          </a:xfrm>
          <a:prstGeom prst="ellipse">
            <a:avLst/>
          </a:prstGeom>
          <a:solidFill>
            <a:schemeClr val="accent5">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400" dirty="0">
                <a:solidFill>
                  <a:schemeClr val="tx1"/>
                </a:solidFill>
              </a:rPr>
              <a:t>App.</a:t>
            </a:r>
            <a:endParaRPr lang="en-CN" sz="1400" dirty="0">
              <a:solidFill>
                <a:schemeClr val="tx1"/>
              </a:solidFill>
            </a:endParaRPr>
          </a:p>
        </p:txBody>
      </p:sp>
      <p:sp>
        <p:nvSpPr>
          <p:cNvPr id="18" name="Oval 17">
            <a:extLst>
              <a:ext uri="{FF2B5EF4-FFF2-40B4-BE49-F238E27FC236}">
                <a16:creationId xmlns:a16="http://schemas.microsoft.com/office/drawing/2014/main" id="{569535C4-9AC7-584B-9D10-C0A339858F1C}"/>
              </a:ext>
            </a:extLst>
          </p:cNvPr>
          <p:cNvSpPr/>
          <p:nvPr/>
        </p:nvSpPr>
        <p:spPr>
          <a:xfrm>
            <a:off x="7958667" y="1467556"/>
            <a:ext cx="682978" cy="682978"/>
          </a:xfrm>
          <a:prstGeom prst="ellipse">
            <a:avLst/>
          </a:prstGeom>
          <a:solidFill>
            <a:schemeClr val="accent5">
              <a:lumMod val="20000"/>
              <a:lumOff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400" dirty="0">
                <a:solidFill>
                  <a:schemeClr val="tx1"/>
                </a:solidFill>
              </a:rPr>
              <a:t>App.</a:t>
            </a:r>
            <a:endParaRPr lang="en-CN" sz="1400" dirty="0">
              <a:solidFill>
                <a:schemeClr val="tx1"/>
              </a:solidFill>
            </a:endParaRPr>
          </a:p>
        </p:txBody>
      </p:sp>
      <p:sp>
        <p:nvSpPr>
          <p:cNvPr id="19" name="TextBox 18">
            <a:extLst>
              <a:ext uri="{FF2B5EF4-FFF2-40B4-BE49-F238E27FC236}">
                <a16:creationId xmlns:a16="http://schemas.microsoft.com/office/drawing/2014/main" id="{7BB057E7-F98D-CB47-BD53-FB936E0F3EB0}"/>
              </a:ext>
            </a:extLst>
          </p:cNvPr>
          <p:cNvSpPr txBox="1"/>
          <p:nvPr/>
        </p:nvSpPr>
        <p:spPr>
          <a:xfrm>
            <a:off x="2878669" y="1591731"/>
            <a:ext cx="395111" cy="369332"/>
          </a:xfrm>
          <a:prstGeom prst="rect">
            <a:avLst/>
          </a:prstGeom>
          <a:noFill/>
        </p:spPr>
        <p:txBody>
          <a:bodyPr wrap="square" rtlCol="0">
            <a:spAutoFit/>
          </a:bodyPr>
          <a:lstStyle/>
          <a:p>
            <a:r>
              <a:rPr lang="en-US" altLang="zh-CN" dirty="0"/>
              <a:t>…</a:t>
            </a:r>
            <a:endParaRPr lang="en-CN" dirty="0"/>
          </a:p>
        </p:txBody>
      </p:sp>
      <p:sp>
        <p:nvSpPr>
          <p:cNvPr id="20" name="TextBox 19">
            <a:extLst>
              <a:ext uri="{FF2B5EF4-FFF2-40B4-BE49-F238E27FC236}">
                <a16:creationId xmlns:a16="http://schemas.microsoft.com/office/drawing/2014/main" id="{65E5A394-14A8-AB42-B9D9-4A4B4C6A29C5}"/>
              </a:ext>
            </a:extLst>
          </p:cNvPr>
          <p:cNvSpPr txBox="1"/>
          <p:nvPr/>
        </p:nvSpPr>
        <p:spPr>
          <a:xfrm>
            <a:off x="8878710" y="1631245"/>
            <a:ext cx="395111" cy="369332"/>
          </a:xfrm>
          <a:prstGeom prst="rect">
            <a:avLst/>
          </a:prstGeom>
          <a:noFill/>
        </p:spPr>
        <p:txBody>
          <a:bodyPr wrap="square" rtlCol="0">
            <a:spAutoFit/>
          </a:bodyPr>
          <a:lstStyle/>
          <a:p>
            <a:r>
              <a:rPr lang="en-US" altLang="zh-CN" dirty="0"/>
              <a:t>…</a:t>
            </a:r>
            <a:endParaRPr lang="en-CN" dirty="0"/>
          </a:p>
        </p:txBody>
      </p:sp>
      <p:sp>
        <p:nvSpPr>
          <p:cNvPr id="22" name="Right Arrow 21">
            <a:extLst>
              <a:ext uri="{FF2B5EF4-FFF2-40B4-BE49-F238E27FC236}">
                <a16:creationId xmlns:a16="http://schemas.microsoft.com/office/drawing/2014/main" id="{272CD63B-7C92-5341-B00E-B7D5731155B6}"/>
              </a:ext>
            </a:extLst>
          </p:cNvPr>
          <p:cNvSpPr/>
          <p:nvPr/>
        </p:nvSpPr>
        <p:spPr>
          <a:xfrm>
            <a:off x="4233333" y="1682044"/>
            <a:ext cx="733778" cy="3951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3" name="Right Arrow 22">
            <a:extLst>
              <a:ext uri="{FF2B5EF4-FFF2-40B4-BE49-F238E27FC236}">
                <a16:creationId xmlns:a16="http://schemas.microsoft.com/office/drawing/2014/main" id="{5CF511FD-27E6-B74C-8B6B-232DD397CF2A}"/>
              </a:ext>
            </a:extLst>
          </p:cNvPr>
          <p:cNvSpPr/>
          <p:nvPr/>
        </p:nvSpPr>
        <p:spPr>
          <a:xfrm>
            <a:off x="6745111" y="1676399"/>
            <a:ext cx="733778" cy="3951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4" name="Rectangle 23">
            <a:extLst>
              <a:ext uri="{FF2B5EF4-FFF2-40B4-BE49-F238E27FC236}">
                <a16:creationId xmlns:a16="http://schemas.microsoft.com/office/drawing/2014/main" id="{9EE7F175-30E9-E245-BBEC-828AF081C1FE}"/>
              </a:ext>
            </a:extLst>
          </p:cNvPr>
          <p:cNvSpPr/>
          <p:nvPr/>
        </p:nvSpPr>
        <p:spPr>
          <a:xfrm>
            <a:off x="2794003" y="2218266"/>
            <a:ext cx="485422" cy="462845"/>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I/O</a:t>
            </a:r>
            <a:endParaRPr lang="en-CN" dirty="0">
              <a:solidFill>
                <a:schemeClr val="tx1"/>
              </a:solidFill>
            </a:endParaRPr>
          </a:p>
        </p:txBody>
      </p:sp>
    </p:spTree>
    <p:extLst>
      <p:ext uri="{BB962C8B-B14F-4D97-AF65-F5344CB8AC3E}">
        <p14:creationId xmlns:p14="http://schemas.microsoft.com/office/powerpoint/2010/main" val="871150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 What</a:t>
            </a:r>
            <a:r>
              <a:rPr lang="zh-CN" altLang="en-US" dirty="0"/>
              <a:t> </a:t>
            </a:r>
            <a:r>
              <a:rPr lang="en-US" altLang="zh-CN" dirty="0"/>
              <a:t>is</a:t>
            </a:r>
            <a:r>
              <a:rPr lang="zh-CN" altLang="en-US" dirty="0"/>
              <a:t> </a:t>
            </a:r>
            <a:r>
              <a:rPr lang="en-US" altLang="zh-CN" dirty="0"/>
              <a:t>a</a:t>
            </a:r>
            <a:r>
              <a:rPr lang="zh-CN" altLang="en-US" dirty="0"/>
              <a:t> </a:t>
            </a:r>
            <a:r>
              <a:rPr lang="en-US" altLang="zh-CN" dirty="0"/>
              <a:t>Process</a:t>
            </a:r>
            <a:r>
              <a:rPr lang="zh-CN" altLang="en-US" dirty="0"/>
              <a:t>？</a:t>
            </a:r>
          </a:p>
        </p:txBody>
      </p:sp>
      <p:sp>
        <p:nvSpPr>
          <p:cNvPr id="3" name="内容占位符 2"/>
          <p:cNvSpPr>
            <a:spLocks noGrp="1"/>
          </p:cNvSpPr>
          <p:nvPr>
            <p:ph idx="1"/>
          </p:nvPr>
        </p:nvSpPr>
        <p:spPr/>
        <p:txBody>
          <a:bodyPr>
            <a:normAutofit/>
          </a:bodyPr>
          <a:lstStyle/>
          <a:p>
            <a:r>
              <a:rPr lang="en-US" altLang="zh-CN" sz="2800" dirty="0"/>
              <a:t>Definitions</a:t>
            </a:r>
          </a:p>
          <a:p>
            <a:pPr lvl="1"/>
            <a:r>
              <a:rPr lang="en-US" altLang="zh-CN" sz="2400" dirty="0"/>
              <a:t>A </a:t>
            </a:r>
            <a:r>
              <a:rPr lang="en-US" altLang="zh-CN" sz="2400" b="1" dirty="0">
                <a:solidFill>
                  <a:srgbClr val="FF0000"/>
                </a:solidFill>
              </a:rPr>
              <a:t>program</a:t>
            </a:r>
            <a:r>
              <a:rPr lang="zh-CN" altLang="en-US" sz="2400" b="1" dirty="0">
                <a:solidFill>
                  <a:srgbClr val="FF0000"/>
                </a:solidFill>
              </a:rPr>
              <a:t> </a:t>
            </a:r>
            <a:r>
              <a:rPr lang="en-US" altLang="zh-CN" sz="2400" dirty="0"/>
              <a:t> or</a:t>
            </a:r>
            <a:r>
              <a:rPr lang="zh-CN" altLang="en-US" sz="2400" dirty="0"/>
              <a:t> </a:t>
            </a:r>
            <a:r>
              <a:rPr lang="en-US" altLang="zh-CN" sz="2400" dirty="0"/>
              <a:t>a</a:t>
            </a:r>
            <a:r>
              <a:rPr lang="zh-CN" altLang="en-US" sz="2400" dirty="0"/>
              <a:t> </a:t>
            </a:r>
            <a:r>
              <a:rPr lang="en-US" altLang="zh-CN" sz="2400" dirty="0"/>
              <a:t>set</a:t>
            </a:r>
            <a:r>
              <a:rPr lang="zh-CN" altLang="en-US" sz="2400" dirty="0"/>
              <a:t> </a:t>
            </a:r>
            <a:r>
              <a:rPr lang="en-US" altLang="zh-CN" sz="2400" dirty="0"/>
              <a:t>of</a:t>
            </a:r>
            <a:r>
              <a:rPr lang="zh-CN" altLang="en-US" sz="2400" dirty="0"/>
              <a:t> </a:t>
            </a:r>
            <a:r>
              <a:rPr lang="en-US" altLang="zh-CN" sz="2400" dirty="0"/>
              <a:t>programs</a:t>
            </a:r>
            <a:r>
              <a:rPr lang="zh-CN" altLang="en-US" sz="2400" dirty="0"/>
              <a:t> </a:t>
            </a:r>
            <a:r>
              <a:rPr lang="en-US" altLang="zh-CN" sz="2400" dirty="0"/>
              <a:t>in execution. </a:t>
            </a:r>
          </a:p>
          <a:p>
            <a:pPr lvl="1"/>
            <a:r>
              <a:rPr lang="en-US" altLang="zh-CN" sz="2400" dirty="0"/>
              <a:t>An </a:t>
            </a:r>
            <a:r>
              <a:rPr lang="en-US" altLang="zh-CN" sz="2400" b="1" dirty="0">
                <a:solidFill>
                  <a:srgbClr val="FF0000"/>
                </a:solidFill>
              </a:rPr>
              <a:t>instance</a:t>
            </a:r>
            <a:r>
              <a:rPr lang="en-US" altLang="zh-CN" sz="2400" dirty="0"/>
              <a:t> of a program running on a computer. </a:t>
            </a:r>
          </a:p>
          <a:p>
            <a:pPr lvl="1"/>
            <a:r>
              <a:rPr lang="en-US" altLang="zh-CN" sz="2400" dirty="0"/>
              <a:t>The </a:t>
            </a:r>
            <a:r>
              <a:rPr lang="en-US" altLang="zh-CN" sz="2400" b="1" dirty="0">
                <a:solidFill>
                  <a:srgbClr val="FF0000"/>
                </a:solidFill>
              </a:rPr>
              <a:t>entity</a:t>
            </a:r>
            <a:r>
              <a:rPr lang="en-US" altLang="zh-CN" sz="2400" dirty="0"/>
              <a:t> that can be assigned to and executed on a processor. </a:t>
            </a:r>
          </a:p>
          <a:p>
            <a:pPr lvl="1"/>
            <a:r>
              <a:rPr lang="en-US" altLang="zh-CN" sz="2400" b="1" dirty="0"/>
              <a:t> </a:t>
            </a:r>
            <a:r>
              <a:rPr lang="en-US" altLang="zh-CN" sz="2400" b="1" dirty="0">
                <a:solidFill>
                  <a:srgbClr val="FF0000"/>
                </a:solidFill>
              </a:rPr>
              <a:t>A unit of activity </a:t>
            </a:r>
            <a:r>
              <a:rPr lang="en-US" altLang="zh-CN" sz="2400" dirty="0"/>
              <a:t>characterized by a single sequential thread of execution, a current state, and an associated set of system resources.</a:t>
            </a:r>
          </a:p>
          <a:p>
            <a:endParaRPr lang="en-US" altLang="zh-CN" sz="2800" dirty="0">
              <a:solidFill>
                <a:srgbClr val="C00000"/>
              </a:solidFill>
            </a:endParaRPr>
          </a:p>
          <a:p>
            <a:pPr lvl="1"/>
            <a:endParaRPr lang="en-US" altLang="zh-CN"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Process Elements</a:t>
            </a:r>
            <a:endParaRPr lang="zh-CN" altLang="en-US" dirty="0"/>
          </a:p>
        </p:txBody>
      </p:sp>
      <p:sp>
        <p:nvSpPr>
          <p:cNvPr id="3" name="内容占位符 2"/>
          <p:cNvSpPr>
            <a:spLocks noGrp="1"/>
          </p:cNvSpPr>
          <p:nvPr>
            <p:ph idx="1"/>
          </p:nvPr>
        </p:nvSpPr>
        <p:spPr/>
        <p:txBody>
          <a:bodyPr>
            <a:normAutofit/>
          </a:bodyPr>
          <a:lstStyle/>
          <a:p>
            <a:r>
              <a:rPr lang="en-US" altLang="zh-CN" dirty="0">
                <a:solidFill>
                  <a:srgbClr val="FF0000"/>
                </a:solidFill>
              </a:rPr>
              <a:t>Program code</a:t>
            </a:r>
          </a:p>
          <a:p>
            <a:pPr lvl="1"/>
            <a:r>
              <a:rPr lang="en-US" altLang="zh-CN" sz="2400" dirty="0"/>
              <a:t>which may be shared with other processes that are executing the same program</a:t>
            </a:r>
          </a:p>
          <a:p>
            <a:pPr lvl="1"/>
            <a:endParaRPr lang="en-US" altLang="zh-CN" sz="2400" dirty="0"/>
          </a:p>
          <a:p>
            <a:r>
              <a:rPr lang="en-US" altLang="zh-CN" dirty="0">
                <a:solidFill>
                  <a:srgbClr val="FF0000"/>
                </a:solidFill>
              </a:rPr>
              <a:t>A set of data </a:t>
            </a:r>
            <a:r>
              <a:rPr lang="en-US" altLang="zh-CN" dirty="0"/>
              <a:t>associated with that code</a:t>
            </a:r>
          </a:p>
          <a:p>
            <a:pPr lvl="1"/>
            <a:r>
              <a:rPr lang="en-US" altLang="zh-CN" sz="2400" dirty="0"/>
              <a:t>When the </a:t>
            </a:r>
            <a:r>
              <a:rPr lang="en-US" altLang="zh-CN" sz="2400" b="1" dirty="0">
                <a:solidFill>
                  <a:srgbClr val="FF0000"/>
                </a:solidFill>
              </a:rPr>
              <a:t>processor</a:t>
            </a:r>
            <a:r>
              <a:rPr lang="en-US" altLang="zh-CN" sz="2400" dirty="0"/>
              <a:t> begins to execute the program code, we refer to this executing</a:t>
            </a:r>
            <a:r>
              <a:rPr lang="en-US" altLang="zh-CN" sz="2400" dirty="0">
                <a:solidFill>
                  <a:srgbClr val="C00000"/>
                </a:solidFill>
              </a:rPr>
              <a:t> </a:t>
            </a:r>
            <a:r>
              <a:rPr lang="en-US" altLang="zh-CN" sz="2400" dirty="0"/>
              <a:t>entity</a:t>
            </a:r>
            <a:r>
              <a:rPr lang="en-US" altLang="zh-CN" sz="2400" dirty="0">
                <a:solidFill>
                  <a:srgbClr val="C00000"/>
                </a:solidFill>
              </a:rPr>
              <a:t> </a:t>
            </a:r>
            <a:r>
              <a:rPr lang="en-US" altLang="zh-CN" sz="2400" dirty="0"/>
              <a:t>as a </a:t>
            </a:r>
            <a:r>
              <a:rPr lang="en-US" altLang="zh-CN" sz="2400" dirty="0">
                <a:solidFill>
                  <a:srgbClr val="C00000"/>
                </a:solidFill>
              </a:rPr>
              <a:t>process</a:t>
            </a:r>
          </a:p>
          <a:p>
            <a:endParaRPr lang="en-US" altLang="zh-CN" dirty="0">
              <a:solidFill>
                <a:srgbClr val="C00000"/>
              </a:solidFill>
            </a:endParaRPr>
          </a:p>
          <a:p>
            <a:pPr lvl="1"/>
            <a:endParaRPr lang="en-US" altLang="zh-CN" dirty="0"/>
          </a:p>
        </p:txBody>
      </p:sp>
    </p:spTree>
    <p:extLst>
      <p:ext uri="{BB962C8B-B14F-4D97-AF65-F5344CB8AC3E}">
        <p14:creationId xmlns:p14="http://schemas.microsoft.com/office/powerpoint/2010/main" val="3487692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858B02B-A565-42BB-BF8C-065DEFCABB88}"/>
              </a:ext>
            </a:extLst>
          </p:cNvPr>
          <p:cNvSpPr>
            <a:spLocks noGrp="1"/>
          </p:cNvSpPr>
          <p:nvPr>
            <p:ph idx="1"/>
          </p:nvPr>
        </p:nvSpPr>
        <p:spPr/>
        <p:txBody>
          <a:bodyPr/>
          <a:lstStyle/>
          <a:p>
            <a:r>
              <a:rPr lang="en-US" altLang="zh-CN" dirty="0"/>
              <a:t>While the program is executing, this process can </a:t>
            </a:r>
            <a:r>
              <a:rPr lang="en-US" altLang="zh-CN" dirty="0">
                <a:solidFill>
                  <a:srgbClr val="FF0000"/>
                </a:solidFill>
              </a:rPr>
              <a:t>be uniquely characterized</a:t>
            </a:r>
            <a:r>
              <a:rPr lang="en-US" altLang="zh-CN" dirty="0">
                <a:solidFill>
                  <a:srgbClr val="C00000"/>
                </a:solidFill>
              </a:rPr>
              <a:t> </a:t>
            </a:r>
            <a:r>
              <a:rPr lang="en-US" altLang="zh-CN" dirty="0"/>
              <a:t>by a number of elements, including:</a:t>
            </a:r>
          </a:p>
          <a:p>
            <a:pPr lvl="1"/>
            <a:r>
              <a:rPr lang="en-US" altLang="zh-CN" sz="2400" b="1" dirty="0">
                <a:solidFill>
                  <a:srgbClr val="FF0000"/>
                </a:solidFill>
              </a:rPr>
              <a:t>identifier</a:t>
            </a:r>
          </a:p>
          <a:p>
            <a:pPr lvl="1"/>
            <a:r>
              <a:rPr lang="en-US" altLang="zh-CN" sz="2400" dirty="0"/>
              <a:t>state</a:t>
            </a:r>
          </a:p>
          <a:p>
            <a:pPr lvl="1"/>
            <a:r>
              <a:rPr lang="en-US" altLang="zh-CN" sz="2400" dirty="0"/>
              <a:t>priority</a:t>
            </a:r>
          </a:p>
          <a:p>
            <a:pPr lvl="1"/>
            <a:r>
              <a:rPr lang="en-US" altLang="zh-CN" sz="2400" dirty="0"/>
              <a:t>program counter</a:t>
            </a:r>
          </a:p>
          <a:p>
            <a:pPr lvl="1"/>
            <a:r>
              <a:rPr lang="en-US" altLang="zh-CN" sz="2400" dirty="0"/>
              <a:t>memory pointers</a:t>
            </a:r>
          </a:p>
          <a:p>
            <a:pPr lvl="1"/>
            <a:r>
              <a:rPr lang="en-US" altLang="zh-CN" sz="2400" dirty="0"/>
              <a:t>context data</a:t>
            </a:r>
          </a:p>
          <a:p>
            <a:pPr lvl="1"/>
            <a:r>
              <a:rPr lang="en-US" altLang="zh-CN" sz="2400" dirty="0"/>
              <a:t>I/O status information</a:t>
            </a:r>
          </a:p>
          <a:p>
            <a:pPr lvl="1"/>
            <a:r>
              <a:rPr lang="en-US" altLang="zh-CN" sz="2400" dirty="0"/>
              <a:t>accounting information</a:t>
            </a:r>
          </a:p>
          <a:p>
            <a:pPr lvl="1"/>
            <a:r>
              <a:rPr lang="en-US" altLang="zh-CN" sz="2400" dirty="0"/>
              <a:t>…</a:t>
            </a:r>
          </a:p>
          <a:p>
            <a:endParaRPr lang="en-US" dirty="0"/>
          </a:p>
        </p:txBody>
      </p:sp>
      <p:sp>
        <p:nvSpPr>
          <p:cNvPr id="2" name="标题 1">
            <a:extLst>
              <a:ext uri="{FF2B5EF4-FFF2-40B4-BE49-F238E27FC236}">
                <a16:creationId xmlns:a16="http://schemas.microsoft.com/office/drawing/2014/main" id="{C6C005BE-5564-4851-A210-3B0577BECDFB}"/>
              </a:ext>
            </a:extLst>
          </p:cNvPr>
          <p:cNvSpPr>
            <a:spLocks noGrp="1"/>
          </p:cNvSpPr>
          <p:nvPr>
            <p:ph type="title"/>
          </p:nvPr>
        </p:nvSpPr>
        <p:spPr/>
        <p:txBody>
          <a:bodyPr/>
          <a:lstStyle/>
          <a:p>
            <a:r>
              <a:rPr lang="en-US" altLang="zh-CN" dirty="0"/>
              <a:t>Process Elements</a:t>
            </a:r>
            <a:endParaRPr lang="en-US" dirty="0"/>
          </a:p>
        </p:txBody>
      </p:sp>
      <p:sp>
        <p:nvSpPr>
          <p:cNvPr id="4" name="灯片编号占位符 3">
            <a:extLst>
              <a:ext uri="{FF2B5EF4-FFF2-40B4-BE49-F238E27FC236}">
                <a16:creationId xmlns:a16="http://schemas.microsoft.com/office/drawing/2014/main" id="{168633EA-30F8-4F1B-BF4D-413497A58E9E}"/>
              </a:ext>
            </a:extLst>
          </p:cNvPr>
          <p:cNvSpPr>
            <a:spLocks noGrp="1"/>
          </p:cNvSpPr>
          <p:nvPr>
            <p:ph type="sldNum" sz="quarter" idx="12"/>
          </p:nvPr>
        </p:nvSpPr>
        <p:spPr/>
        <p:txBody>
          <a:bodyPr/>
          <a:lstStyle/>
          <a:p>
            <a:fld id="{2093D444-7193-46AD-90E8-D84AE4B61CFF}" type="slidenum">
              <a:rPr lang="en-US" smtClean="0"/>
              <a:pPr/>
              <a:t>7</a:t>
            </a:fld>
            <a:r>
              <a:rPr lang="en-US"/>
              <a:t>/56</a:t>
            </a:r>
            <a:endParaRPr lang="en-US" dirty="0"/>
          </a:p>
        </p:txBody>
      </p:sp>
      <p:sp>
        <p:nvSpPr>
          <p:cNvPr id="5" name="日期占位符 4">
            <a:extLst>
              <a:ext uri="{FF2B5EF4-FFF2-40B4-BE49-F238E27FC236}">
                <a16:creationId xmlns:a16="http://schemas.microsoft.com/office/drawing/2014/main" id="{271AC854-8381-422B-8675-09D94F08C628}"/>
              </a:ext>
            </a:extLst>
          </p:cNvPr>
          <p:cNvSpPr>
            <a:spLocks noGrp="1"/>
          </p:cNvSpPr>
          <p:nvPr>
            <p:ph type="dt" sz="half" idx="10"/>
          </p:nvPr>
        </p:nvSpPr>
        <p:spPr/>
        <p:txBody>
          <a:bodyPr/>
          <a:lstStyle/>
          <a:p>
            <a:fld id="{CAE4635A-F0E4-48AF-AAB4-A99FBE2C944F}" type="datetime1">
              <a:rPr lang="zh-CN" altLang="en-US" smtClean="0"/>
              <a:t>2026/3/16</a:t>
            </a:fld>
            <a:endParaRPr lang="zh-CN" altLang="en-US" dirty="0"/>
          </a:p>
        </p:txBody>
      </p:sp>
      <p:sp>
        <p:nvSpPr>
          <p:cNvPr id="11" name="椭圆 10">
            <a:extLst>
              <a:ext uri="{FF2B5EF4-FFF2-40B4-BE49-F238E27FC236}">
                <a16:creationId xmlns:a16="http://schemas.microsoft.com/office/drawing/2014/main" id="{6BCB72EC-B551-483A-8049-3EE46F706B05}"/>
              </a:ext>
            </a:extLst>
          </p:cNvPr>
          <p:cNvSpPr/>
          <p:nvPr/>
        </p:nvSpPr>
        <p:spPr>
          <a:xfrm>
            <a:off x="8073692" y="2744906"/>
            <a:ext cx="3280107" cy="1350844"/>
          </a:xfrm>
          <a:prstGeom prst="ellipse">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solidFill>
                  <a:schemeClr val="tx1"/>
                </a:solidFill>
                <a:latin typeface="Microsoft YaHei UI" panose="020B0503020204020204" pitchFamily="34" charset="-122"/>
                <a:ea typeface="Microsoft YaHei UI" panose="020B0503020204020204" pitchFamily="34" charset="-122"/>
              </a:rPr>
              <a:t>Process Control Block (PCB)</a:t>
            </a:r>
          </a:p>
        </p:txBody>
      </p:sp>
      <p:sp>
        <p:nvSpPr>
          <p:cNvPr id="18" name="右大括号 17">
            <a:extLst>
              <a:ext uri="{FF2B5EF4-FFF2-40B4-BE49-F238E27FC236}">
                <a16:creationId xmlns:a16="http://schemas.microsoft.com/office/drawing/2014/main" id="{862F9C9A-BFBC-444F-B7B1-5A07EF105305}"/>
              </a:ext>
            </a:extLst>
          </p:cNvPr>
          <p:cNvSpPr/>
          <p:nvPr/>
        </p:nvSpPr>
        <p:spPr>
          <a:xfrm>
            <a:off x="6161247" y="1960658"/>
            <a:ext cx="1687773" cy="3182551"/>
          </a:xfrm>
          <a:prstGeom prst="rightBrace">
            <a:avLst>
              <a:gd name="adj1" fmla="val 8333"/>
              <a:gd name="adj2" fmla="val 44425"/>
            </a:avLst>
          </a:prstGeom>
          <a:ln w="28575">
            <a:solidFill>
              <a:schemeClr val="accent6"/>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A8CFF5AE-022C-B249-9930-30294BE16CF7}"/>
              </a:ext>
            </a:extLst>
          </p:cNvPr>
          <p:cNvSpPr txBox="1"/>
          <p:nvPr/>
        </p:nvSpPr>
        <p:spPr>
          <a:xfrm>
            <a:off x="8432801" y="4436533"/>
            <a:ext cx="2855269" cy="369332"/>
          </a:xfrm>
          <a:prstGeom prst="rect">
            <a:avLst/>
          </a:prstGeom>
          <a:noFill/>
        </p:spPr>
        <p:txBody>
          <a:bodyPr wrap="none" rtlCol="0">
            <a:spAutoFit/>
          </a:bodyPr>
          <a:lstStyle/>
          <a:p>
            <a:r>
              <a:rPr lang="en-US" altLang="zh-CN" b="1" dirty="0"/>
              <a:t>created</a:t>
            </a:r>
            <a:r>
              <a:rPr lang="zh-CN" altLang="en-US" b="1" dirty="0"/>
              <a:t> </a:t>
            </a:r>
            <a:r>
              <a:rPr lang="en-US" altLang="zh-CN" b="1" dirty="0"/>
              <a:t>and</a:t>
            </a:r>
            <a:r>
              <a:rPr lang="zh-CN" altLang="en-US" b="1" dirty="0"/>
              <a:t> </a:t>
            </a:r>
            <a:r>
              <a:rPr lang="en-US" altLang="zh-CN" b="1" dirty="0"/>
              <a:t>managed</a:t>
            </a:r>
            <a:r>
              <a:rPr lang="zh-CN" altLang="en-US" b="1" dirty="0"/>
              <a:t> </a:t>
            </a:r>
            <a:r>
              <a:rPr lang="en-US" altLang="zh-CN" b="1" dirty="0"/>
              <a:t>by</a:t>
            </a:r>
            <a:r>
              <a:rPr lang="zh-CN" altLang="en-US" b="1" dirty="0"/>
              <a:t> </a:t>
            </a:r>
            <a:r>
              <a:rPr lang="en-US" altLang="zh-CN" b="1" dirty="0"/>
              <a:t>OS</a:t>
            </a:r>
            <a:endParaRPr lang="en-CN" b="1" dirty="0"/>
          </a:p>
        </p:txBody>
      </p:sp>
    </p:spTree>
    <p:extLst>
      <p:ext uri="{BB962C8B-B14F-4D97-AF65-F5344CB8AC3E}">
        <p14:creationId xmlns:p14="http://schemas.microsoft.com/office/powerpoint/2010/main" val="2183606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dissolve">
                                      <p:cBhvr>
                                        <p:cTn id="10" dur="500"/>
                                        <p:tgtEl>
                                          <p:spTgt spid="11"/>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8" grpId="0" animBg="1"/>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Process Control Block</a:t>
            </a:r>
            <a:r>
              <a:rPr lang="zh-CN" altLang="en-US" dirty="0"/>
              <a:t> </a:t>
            </a:r>
            <a:r>
              <a:rPr lang="en-US" altLang="zh-CN" dirty="0"/>
              <a:t>(PCBs)</a:t>
            </a:r>
            <a:endParaRPr lang="zh-CN" altLang="en-US" dirty="0"/>
          </a:p>
        </p:txBody>
      </p:sp>
      <p:sp>
        <p:nvSpPr>
          <p:cNvPr id="3" name="内容占位符 2"/>
          <p:cNvSpPr>
            <a:spLocks noGrp="1"/>
          </p:cNvSpPr>
          <p:nvPr>
            <p:ph idx="1"/>
          </p:nvPr>
        </p:nvSpPr>
        <p:spPr>
          <a:xfrm>
            <a:off x="838200" y="841103"/>
            <a:ext cx="7732594" cy="5175794"/>
          </a:xfrm>
        </p:spPr>
        <p:txBody>
          <a:bodyPr/>
          <a:lstStyle/>
          <a:p>
            <a:r>
              <a:rPr lang="en-US" altLang="zh-CN" dirty="0"/>
              <a:t>Functions: </a:t>
            </a:r>
          </a:p>
          <a:p>
            <a:pPr lvl="1"/>
            <a:r>
              <a:rPr lang="en-US" altLang="zh-CN" sz="2400" dirty="0"/>
              <a:t>It is possible to </a:t>
            </a:r>
            <a:r>
              <a:rPr lang="en-US" altLang="zh-CN" sz="2400" dirty="0">
                <a:solidFill>
                  <a:srgbClr val="FF0000"/>
                </a:solidFill>
              </a:rPr>
              <a:t>interrupt</a:t>
            </a:r>
            <a:r>
              <a:rPr lang="en-US" altLang="zh-CN" sz="2400" dirty="0"/>
              <a:t> a running process and later </a:t>
            </a:r>
            <a:r>
              <a:rPr lang="en-US" altLang="zh-CN" sz="2400" dirty="0">
                <a:solidFill>
                  <a:srgbClr val="FF0000"/>
                </a:solidFill>
              </a:rPr>
              <a:t>resume</a:t>
            </a:r>
            <a:r>
              <a:rPr lang="en-US" altLang="zh-CN" sz="2400" dirty="0"/>
              <a:t> execution as if the interruption had not occurred</a:t>
            </a:r>
          </a:p>
          <a:p>
            <a:pPr lvl="1"/>
            <a:endParaRPr lang="en-US" altLang="zh-CN" sz="2400" dirty="0"/>
          </a:p>
          <a:p>
            <a:pPr lvl="1"/>
            <a:r>
              <a:rPr lang="en-US" altLang="zh-CN" sz="2400" dirty="0">
                <a:solidFill>
                  <a:srgbClr val="FF0000"/>
                </a:solidFill>
              </a:rPr>
              <a:t>Key tool </a:t>
            </a:r>
            <a:r>
              <a:rPr lang="en-US" altLang="zh-CN" sz="2400" dirty="0"/>
              <a:t>that allows support for multiple processes</a:t>
            </a:r>
          </a:p>
          <a:p>
            <a:endParaRPr lang="zh-CN" altLang="en-US" b="0" dirty="0"/>
          </a:p>
        </p:txBody>
      </p:sp>
      <p:pic>
        <p:nvPicPr>
          <p:cNvPr id="6" name="图片 5">
            <a:extLst>
              <a:ext uri="{FF2B5EF4-FFF2-40B4-BE49-F238E27FC236}">
                <a16:creationId xmlns:a16="http://schemas.microsoft.com/office/drawing/2014/main" id="{8C518AF0-5795-4689-B535-CBE83DDAAD02}"/>
              </a:ext>
            </a:extLst>
          </p:cNvPr>
          <p:cNvPicPr>
            <a:picLocks noChangeAspect="1"/>
          </p:cNvPicPr>
          <p:nvPr/>
        </p:nvPicPr>
        <p:blipFill>
          <a:blip r:embed="rId2"/>
          <a:stretch>
            <a:fillRect/>
          </a:stretch>
        </p:blipFill>
        <p:spPr>
          <a:xfrm>
            <a:off x="8883114" y="841103"/>
            <a:ext cx="2338042" cy="5080402"/>
          </a:xfrm>
          <a:prstGeom prst="rect">
            <a:avLst/>
          </a:prstGeom>
        </p:spPr>
      </p:pic>
      <p:sp>
        <p:nvSpPr>
          <p:cNvPr id="8" name="椭圆 10">
            <a:extLst>
              <a:ext uri="{FF2B5EF4-FFF2-40B4-BE49-F238E27FC236}">
                <a16:creationId xmlns:a16="http://schemas.microsoft.com/office/drawing/2014/main" id="{5EC01D44-F656-544A-9458-316F5B0634D5}"/>
              </a:ext>
            </a:extLst>
          </p:cNvPr>
          <p:cNvSpPr/>
          <p:nvPr/>
        </p:nvSpPr>
        <p:spPr>
          <a:xfrm>
            <a:off x="6894004" y="4263262"/>
            <a:ext cx="1369463" cy="1087672"/>
          </a:xfrm>
          <a:prstGeom prst="ellipse">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2000" b="1" dirty="0">
                <a:solidFill>
                  <a:schemeClr val="tx1"/>
                </a:solidFill>
                <a:latin typeface="Microsoft YaHei UI" panose="020B0503020204020204" pitchFamily="34" charset="-122"/>
                <a:ea typeface="Microsoft YaHei UI" panose="020B0503020204020204" pitchFamily="34" charset="-122"/>
              </a:rPr>
              <a:t>PCB</a:t>
            </a:r>
            <a:endParaRPr lang="en-US" sz="2000" b="1" dirty="0">
              <a:solidFill>
                <a:schemeClr val="tx1"/>
              </a:solidFill>
              <a:latin typeface="Microsoft YaHei UI" panose="020B0503020204020204" pitchFamily="34" charset="-122"/>
              <a:ea typeface="Microsoft YaHei UI" panose="020B0503020204020204" pitchFamily="34" charset="-122"/>
            </a:endParaRPr>
          </a:p>
        </p:txBody>
      </p:sp>
      <p:sp>
        <p:nvSpPr>
          <p:cNvPr id="9" name="椭圆 10">
            <a:extLst>
              <a:ext uri="{FF2B5EF4-FFF2-40B4-BE49-F238E27FC236}">
                <a16:creationId xmlns:a16="http://schemas.microsoft.com/office/drawing/2014/main" id="{5A61E86D-3355-DA45-9687-33712D8A6D24}"/>
              </a:ext>
            </a:extLst>
          </p:cNvPr>
          <p:cNvSpPr/>
          <p:nvPr/>
        </p:nvSpPr>
        <p:spPr>
          <a:xfrm>
            <a:off x="3163025" y="4291485"/>
            <a:ext cx="1369463" cy="1087672"/>
          </a:xfrm>
          <a:prstGeom prst="ellipse">
            <a:avLst/>
          </a:prstGeom>
          <a:solidFill>
            <a:schemeClr val="accent5">
              <a:lumMod val="20000"/>
              <a:lumOff val="80000"/>
            </a:schemeClr>
          </a:solidFill>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2000" b="1" dirty="0">
                <a:solidFill>
                  <a:schemeClr val="tx1"/>
                </a:solidFill>
                <a:latin typeface="Microsoft YaHei UI" panose="020B0503020204020204" pitchFamily="34" charset="-122"/>
                <a:ea typeface="Microsoft YaHei UI" panose="020B0503020204020204" pitchFamily="34" charset="-122"/>
              </a:rPr>
              <a:t>Code</a:t>
            </a:r>
            <a:endParaRPr lang="en-US" sz="2000" b="1" dirty="0">
              <a:solidFill>
                <a:schemeClr val="tx1"/>
              </a:solidFill>
              <a:latin typeface="Microsoft YaHei UI" panose="020B0503020204020204" pitchFamily="34" charset="-122"/>
              <a:ea typeface="Microsoft YaHei UI" panose="020B0503020204020204" pitchFamily="34" charset="-122"/>
            </a:endParaRPr>
          </a:p>
        </p:txBody>
      </p:sp>
      <p:sp>
        <p:nvSpPr>
          <p:cNvPr id="10" name="椭圆 10">
            <a:extLst>
              <a:ext uri="{FF2B5EF4-FFF2-40B4-BE49-F238E27FC236}">
                <a16:creationId xmlns:a16="http://schemas.microsoft.com/office/drawing/2014/main" id="{43658B50-53DA-A345-90A6-19CAEA58CE7C}"/>
              </a:ext>
            </a:extLst>
          </p:cNvPr>
          <p:cNvSpPr/>
          <p:nvPr/>
        </p:nvSpPr>
        <p:spPr>
          <a:xfrm>
            <a:off x="5014403" y="4268907"/>
            <a:ext cx="1369463" cy="1087672"/>
          </a:xfrm>
          <a:prstGeom prst="ellipse">
            <a:avLst/>
          </a:prstGeom>
          <a:solidFill>
            <a:schemeClr val="accent3">
              <a:lumMod val="20000"/>
              <a:lumOff val="80000"/>
            </a:schemeClr>
          </a:solidFill>
          <a:ln>
            <a:solidFill>
              <a:schemeClr val="accent3">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2000" b="1" dirty="0">
                <a:solidFill>
                  <a:schemeClr val="tx1"/>
                </a:solidFill>
                <a:latin typeface="Microsoft YaHei UI" panose="020B0503020204020204" pitchFamily="34" charset="-122"/>
                <a:ea typeface="Microsoft YaHei UI" panose="020B0503020204020204" pitchFamily="34" charset="-122"/>
              </a:rPr>
              <a:t>Data</a:t>
            </a:r>
            <a:endParaRPr lang="en-US" sz="2000" b="1" dirty="0">
              <a:solidFill>
                <a:schemeClr val="tx1"/>
              </a:solidFill>
              <a:latin typeface="Microsoft YaHei UI" panose="020B0503020204020204" pitchFamily="34" charset="-122"/>
              <a:ea typeface="Microsoft YaHei UI" panose="020B0503020204020204" pitchFamily="34" charset="-122"/>
            </a:endParaRPr>
          </a:p>
        </p:txBody>
      </p:sp>
      <p:sp>
        <p:nvSpPr>
          <p:cNvPr id="11" name="TextBox 10">
            <a:extLst>
              <a:ext uri="{FF2B5EF4-FFF2-40B4-BE49-F238E27FC236}">
                <a16:creationId xmlns:a16="http://schemas.microsoft.com/office/drawing/2014/main" id="{18E87616-A499-E14D-8563-E0F2D6EDCF80}"/>
              </a:ext>
            </a:extLst>
          </p:cNvPr>
          <p:cNvSpPr txBox="1"/>
          <p:nvPr/>
        </p:nvSpPr>
        <p:spPr>
          <a:xfrm>
            <a:off x="1140177" y="4562311"/>
            <a:ext cx="2754489" cy="523220"/>
          </a:xfrm>
          <a:prstGeom prst="rect">
            <a:avLst/>
          </a:prstGeom>
          <a:noFill/>
        </p:spPr>
        <p:txBody>
          <a:bodyPr wrap="square">
            <a:spAutoFit/>
          </a:bodyPr>
          <a:lstStyle/>
          <a:p>
            <a:r>
              <a:rPr lang="en-US" altLang="zh-CN" sz="2800" b="1" dirty="0">
                <a:solidFill>
                  <a:schemeClr val="tx1"/>
                </a:solidFill>
                <a:latin typeface="Microsoft YaHei UI" panose="020B0503020204020204" pitchFamily="34" charset="-122"/>
                <a:ea typeface="Microsoft YaHei UI" panose="020B0503020204020204" pitchFamily="34" charset="-122"/>
              </a:rPr>
              <a:t>Process</a:t>
            </a:r>
            <a:r>
              <a:rPr lang="zh-CN" altLang="en-US" sz="2800" b="1" dirty="0">
                <a:solidFill>
                  <a:schemeClr val="tx1"/>
                </a:solidFill>
                <a:latin typeface="Microsoft YaHei UI" panose="020B0503020204020204" pitchFamily="34" charset="-122"/>
                <a:ea typeface="Microsoft YaHei UI" panose="020B0503020204020204" pitchFamily="34" charset="-122"/>
              </a:rPr>
              <a:t> </a:t>
            </a:r>
            <a:r>
              <a:rPr lang="en-US" altLang="zh-CN" sz="2800" b="1" dirty="0">
                <a:solidFill>
                  <a:schemeClr val="tx1"/>
                </a:solidFill>
                <a:latin typeface="Microsoft YaHei UI" panose="020B0503020204020204" pitchFamily="34" charset="-122"/>
                <a:ea typeface="Microsoft YaHei UI" panose="020B0503020204020204" pitchFamily="34" charset="-122"/>
              </a:rPr>
              <a:t>=</a:t>
            </a:r>
            <a:r>
              <a:rPr lang="zh-CN" altLang="en-US" sz="2800" b="1" dirty="0">
                <a:solidFill>
                  <a:schemeClr val="tx1"/>
                </a:solidFill>
                <a:latin typeface="Microsoft YaHei UI" panose="020B0503020204020204" pitchFamily="34" charset="-122"/>
                <a:ea typeface="Microsoft YaHei UI" panose="020B0503020204020204" pitchFamily="34" charset="-122"/>
              </a:rPr>
              <a:t> </a:t>
            </a:r>
            <a:endParaRPr lang="en-CN" sz="2800" dirty="0"/>
          </a:p>
        </p:txBody>
      </p:sp>
      <p:sp>
        <p:nvSpPr>
          <p:cNvPr id="12" name="TextBox 11">
            <a:extLst>
              <a:ext uri="{FF2B5EF4-FFF2-40B4-BE49-F238E27FC236}">
                <a16:creationId xmlns:a16="http://schemas.microsoft.com/office/drawing/2014/main" id="{76376D26-62C4-FF40-8A0A-A0AD64024182}"/>
              </a:ext>
            </a:extLst>
          </p:cNvPr>
          <p:cNvSpPr txBox="1"/>
          <p:nvPr/>
        </p:nvSpPr>
        <p:spPr>
          <a:xfrm>
            <a:off x="4543778" y="4567955"/>
            <a:ext cx="502356" cy="523220"/>
          </a:xfrm>
          <a:prstGeom prst="rect">
            <a:avLst/>
          </a:prstGeom>
          <a:noFill/>
        </p:spPr>
        <p:txBody>
          <a:bodyPr wrap="square">
            <a:spAutoFit/>
          </a:bodyPr>
          <a:lstStyle/>
          <a:p>
            <a:r>
              <a:rPr lang="en-US" altLang="zh-CN" sz="2800" b="1" dirty="0">
                <a:solidFill>
                  <a:schemeClr val="tx1"/>
                </a:solidFill>
                <a:latin typeface="Microsoft YaHei UI" panose="020B0503020204020204" pitchFamily="34" charset="-122"/>
                <a:ea typeface="Microsoft YaHei UI" panose="020B0503020204020204" pitchFamily="34" charset="-122"/>
              </a:rPr>
              <a:t>+</a:t>
            </a:r>
            <a:endParaRPr lang="en-CN" sz="2800" dirty="0"/>
          </a:p>
        </p:txBody>
      </p:sp>
      <p:sp>
        <p:nvSpPr>
          <p:cNvPr id="13" name="TextBox 12">
            <a:extLst>
              <a:ext uri="{FF2B5EF4-FFF2-40B4-BE49-F238E27FC236}">
                <a16:creationId xmlns:a16="http://schemas.microsoft.com/office/drawing/2014/main" id="{3718EF80-2B1A-4D4B-9F5F-85E4F365B8AF}"/>
              </a:ext>
            </a:extLst>
          </p:cNvPr>
          <p:cNvSpPr txBox="1"/>
          <p:nvPr/>
        </p:nvSpPr>
        <p:spPr>
          <a:xfrm>
            <a:off x="6389512" y="4539733"/>
            <a:ext cx="502356" cy="523220"/>
          </a:xfrm>
          <a:prstGeom prst="rect">
            <a:avLst/>
          </a:prstGeom>
          <a:noFill/>
        </p:spPr>
        <p:txBody>
          <a:bodyPr wrap="square">
            <a:spAutoFit/>
          </a:bodyPr>
          <a:lstStyle/>
          <a:p>
            <a:r>
              <a:rPr lang="en-US" altLang="zh-CN" sz="2800" b="1" dirty="0">
                <a:solidFill>
                  <a:schemeClr val="tx1"/>
                </a:solidFill>
                <a:latin typeface="Microsoft YaHei UI" panose="020B0503020204020204" pitchFamily="34" charset="-122"/>
                <a:ea typeface="Microsoft YaHei UI" panose="020B0503020204020204" pitchFamily="34" charset="-122"/>
              </a:rPr>
              <a:t>+</a:t>
            </a:r>
            <a:endParaRPr lang="en-CN" sz="2800" dirty="0"/>
          </a:p>
        </p:txBody>
      </p:sp>
      <p:sp>
        <p:nvSpPr>
          <p:cNvPr id="14" name="TextBox 13">
            <a:extLst>
              <a:ext uri="{FF2B5EF4-FFF2-40B4-BE49-F238E27FC236}">
                <a16:creationId xmlns:a16="http://schemas.microsoft.com/office/drawing/2014/main" id="{C48BC7C8-0F12-8646-B4B8-7B588AE1CC98}"/>
              </a:ext>
            </a:extLst>
          </p:cNvPr>
          <p:cNvSpPr txBox="1"/>
          <p:nvPr/>
        </p:nvSpPr>
        <p:spPr>
          <a:xfrm>
            <a:off x="8523112" y="5826668"/>
            <a:ext cx="3352799" cy="369332"/>
          </a:xfrm>
          <a:prstGeom prst="rect">
            <a:avLst/>
          </a:prstGeom>
          <a:noFill/>
        </p:spPr>
        <p:txBody>
          <a:bodyPr wrap="square">
            <a:spAutoFit/>
          </a:bodyPr>
          <a:lstStyle/>
          <a:p>
            <a:r>
              <a:rPr lang="en-US" dirty="0">
                <a:effectLst/>
                <a:latin typeface="Times"/>
              </a:rPr>
              <a:t>Simplified Process Control Block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1"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1"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dissolve">
                                      <p:cBhvr>
                                        <p:cTn id="10" dur="500"/>
                                        <p:tgtEl>
                                          <p:spTgt spid="9"/>
                                        </p:tgtEl>
                                      </p:cBhvr>
                                    </p:animEffect>
                                  </p:childTnLst>
                                </p:cTn>
                              </p:par>
                              <p:par>
                                <p:cTn id="11" presetID="9" presetClass="entr" presetSubtype="0" fill="hold" grpId="1"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dissolve">
                                      <p:cBhvr>
                                        <p:cTn id="13" dur="500"/>
                                        <p:tgtEl>
                                          <p:spTgt spid="10"/>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dissolve">
                                      <p:cBhvr>
                                        <p:cTn id="16" dur="500"/>
                                        <p:tgtEl>
                                          <p:spTgt spid="11"/>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dissolve">
                                      <p:cBhvr>
                                        <p:cTn id="19" dur="500"/>
                                        <p:tgtEl>
                                          <p:spTgt spid="12"/>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dissolv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P spid="9" grpId="1" animBg="1"/>
      <p:bldP spid="10" grpId="1" animBg="1"/>
      <p:bldP spid="11" grpId="0"/>
      <p:bldP spid="12"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Process States</a:t>
            </a:r>
            <a:endParaRPr lang="zh-CN" altLang="en-US" dirty="0"/>
          </a:p>
        </p:txBody>
      </p:sp>
      <p:graphicFrame>
        <p:nvGraphicFramePr>
          <p:cNvPr id="11" name="Content Placeholder 4">
            <a:extLst>
              <a:ext uri="{FF2B5EF4-FFF2-40B4-BE49-F238E27FC236}">
                <a16:creationId xmlns:a16="http://schemas.microsoft.com/office/drawing/2014/main" id="{42AAD72D-E0CF-40C3-9B08-14AB2A4018B0}"/>
              </a:ext>
            </a:extLst>
          </p:cNvPr>
          <p:cNvGraphicFramePr>
            <a:graphicFrameLocks/>
          </p:cNvGraphicFramePr>
          <p:nvPr>
            <p:extLst>
              <p:ext uri="{D42A27DB-BD31-4B8C-83A1-F6EECF244321}">
                <p14:modId xmlns:p14="http://schemas.microsoft.com/office/powerpoint/2010/main" val="2393788839"/>
              </p:ext>
            </p:extLst>
          </p:nvPr>
        </p:nvGraphicFramePr>
        <p:xfrm>
          <a:off x="838200" y="1257300"/>
          <a:ext cx="10515600"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6EB982-1867-4AE4-8880-DB0E8ED7AB08}"/>
              </a:ext>
            </a:extLst>
          </p:cNvPr>
          <p:cNvSpPr>
            <a:spLocks noGrp="1"/>
          </p:cNvSpPr>
          <p:nvPr>
            <p:ph type="title"/>
          </p:nvPr>
        </p:nvSpPr>
        <p:spPr/>
        <p:txBody>
          <a:bodyPr/>
          <a:lstStyle/>
          <a:p>
            <a:r>
              <a:rPr lang="en-NZ" dirty="0">
                <a:solidFill>
                  <a:schemeClr val="accent1">
                    <a:lumMod val="75000"/>
                  </a:schemeClr>
                </a:solidFill>
              </a:rPr>
              <a:t>Process Execution</a:t>
            </a:r>
            <a:endParaRPr lang="en-US" dirty="0"/>
          </a:p>
        </p:txBody>
      </p:sp>
      <p:sp>
        <p:nvSpPr>
          <p:cNvPr id="4" name="灯片编号占位符 3">
            <a:extLst>
              <a:ext uri="{FF2B5EF4-FFF2-40B4-BE49-F238E27FC236}">
                <a16:creationId xmlns:a16="http://schemas.microsoft.com/office/drawing/2014/main" id="{EDE3AB50-EB59-447A-824B-97E115456BEE}"/>
              </a:ext>
            </a:extLst>
          </p:cNvPr>
          <p:cNvSpPr>
            <a:spLocks noGrp="1"/>
          </p:cNvSpPr>
          <p:nvPr>
            <p:ph type="sldNum" sz="quarter" idx="12"/>
          </p:nvPr>
        </p:nvSpPr>
        <p:spPr/>
        <p:txBody>
          <a:bodyPr/>
          <a:lstStyle/>
          <a:p>
            <a:fld id="{2093D444-7193-46AD-90E8-D84AE4B61CFF}" type="slidenum">
              <a:rPr lang="en-US" smtClean="0"/>
              <a:pPr/>
              <a:t>10</a:t>
            </a:fld>
            <a:r>
              <a:rPr lang="en-US"/>
              <a:t>/56</a:t>
            </a:r>
            <a:endParaRPr lang="en-US" dirty="0"/>
          </a:p>
        </p:txBody>
      </p:sp>
      <p:sp>
        <p:nvSpPr>
          <p:cNvPr id="5" name="日期占位符 4">
            <a:extLst>
              <a:ext uri="{FF2B5EF4-FFF2-40B4-BE49-F238E27FC236}">
                <a16:creationId xmlns:a16="http://schemas.microsoft.com/office/drawing/2014/main" id="{C9E83FFB-F209-4C0F-9C53-531530FA67AF}"/>
              </a:ext>
            </a:extLst>
          </p:cNvPr>
          <p:cNvSpPr>
            <a:spLocks noGrp="1"/>
          </p:cNvSpPr>
          <p:nvPr>
            <p:ph type="dt" sz="half" idx="10"/>
          </p:nvPr>
        </p:nvSpPr>
        <p:spPr/>
        <p:txBody>
          <a:bodyPr/>
          <a:lstStyle/>
          <a:p>
            <a:fld id="{CAE4635A-F0E4-48AF-AAB4-A99FBE2C944F}" type="datetime1">
              <a:rPr lang="zh-CN" altLang="en-US" smtClean="0"/>
              <a:t>2026/3/16</a:t>
            </a:fld>
            <a:endParaRPr lang="zh-CN" altLang="en-US" dirty="0"/>
          </a:p>
        </p:txBody>
      </p:sp>
      <p:sp>
        <p:nvSpPr>
          <p:cNvPr id="19" name="文本框 18">
            <a:extLst>
              <a:ext uri="{FF2B5EF4-FFF2-40B4-BE49-F238E27FC236}">
                <a16:creationId xmlns:a16="http://schemas.microsoft.com/office/drawing/2014/main" id="{218CF2DF-0560-4661-BD93-0FC405F8E3F4}"/>
              </a:ext>
            </a:extLst>
          </p:cNvPr>
          <p:cNvSpPr txBox="1"/>
          <p:nvPr/>
        </p:nvSpPr>
        <p:spPr>
          <a:xfrm>
            <a:off x="4046144" y="4992131"/>
            <a:ext cx="3449471" cy="369332"/>
          </a:xfrm>
          <a:prstGeom prst="rect">
            <a:avLst/>
          </a:prstGeom>
          <a:noFill/>
        </p:spPr>
        <p:txBody>
          <a:bodyPr wrap="square">
            <a:spAutoFit/>
          </a:bodyPr>
          <a:lstStyle/>
          <a:p>
            <a:pPr algn="ctr"/>
            <a:r>
              <a:rPr lang="en-US" sz="1800" b="1" dirty="0">
                <a:solidFill>
                  <a:srgbClr val="231F20"/>
                </a:solidFill>
                <a:effectLst/>
                <a:latin typeface="TimesTenLTStd-Bold"/>
              </a:rPr>
              <a:t>Basic Instruction Cycle</a:t>
            </a:r>
            <a:endParaRPr lang="en-US" dirty="0"/>
          </a:p>
        </p:txBody>
      </p:sp>
      <p:pic>
        <p:nvPicPr>
          <p:cNvPr id="28" name="图片 27">
            <a:extLst>
              <a:ext uri="{FF2B5EF4-FFF2-40B4-BE49-F238E27FC236}">
                <a16:creationId xmlns:a16="http://schemas.microsoft.com/office/drawing/2014/main" id="{7AE47D08-4725-41A9-B3FA-09D0EA759D05}"/>
              </a:ext>
            </a:extLst>
          </p:cNvPr>
          <p:cNvPicPr>
            <a:picLocks noChangeAspect="1"/>
          </p:cNvPicPr>
          <p:nvPr/>
        </p:nvPicPr>
        <p:blipFill>
          <a:blip r:embed="rId3"/>
          <a:stretch>
            <a:fillRect/>
          </a:stretch>
        </p:blipFill>
        <p:spPr>
          <a:xfrm>
            <a:off x="1032680" y="2200412"/>
            <a:ext cx="10126639" cy="2166162"/>
          </a:xfrm>
          <a:prstGeom prst="rect">
            <a:avLst/>
          </a:prstGeom>
        </p:spPr>
      </p:pic>
    </p:spTree>
    <p:extLst>
      <p:ext uri="{BB962C8B-B14F-4D97-AF65-F5344CB8AC3E}">
        <p14:creationId xmlns:p14="http://schemas.microsoft.com/office/powerpoint/2010/main" val="4229731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0D6B67-8C00-414F-BD4E-C3BF5E8438CD}"/>
              </a:ext>
            </a:extLst>
          </p:cNvPr>
          <p:cNvSpPr>
            <a:spLocks noGrp="1"/>
          </p:cNvSpPr>
          <p:nvPr>
            <p:ph type="title"/>
          </p:nvPr>
        </p:nvSpPr>
        <p:spPr/>
        <p:txBody>
          <a:bodyPr/>
          <a:lstStyle/>
          <a:p>
            <a:r>
              <a:rPr lang="en-NZ" dirty="0">
                <a:solidFill>
                  <a:schemeClr val="accent1">
                    <a:lumMod val="75000"/>
                  </a:schemeClr>
                </a:solidFill>
              </a:rPr>
              <a:t>Traces of Processes</a:t>
            </a:r>
            <a:endParaRPr lang="en-US" dirty="0"/>
          </a:p>
        </p:txBody>
      </p:sp>
      <p:sp>
        <p:nvSpPr>
          <p:cNvPr id="4" name="灯片编号占位符 3">
            <a:extLst>
              <a:ext uri="{FF2B5EF4-FFF2-40B4-BE49-F238E27FC236}">
                <a16:creationId xmlns:a16="http://schemas.microsoft.com/office/drawing/2014/main" id="{7DAA0E78-0832-4C10-8933-9ACAE4808F99}"/>
              </a:ext>
            </a:extLst>
          </p:cNvPr>
          <p:cNvSpPr>
            <a:spLocks noGrp="1"/>
          </p:cNvSpPr>
          <p:nvPr>
            <p:ph type="sldNum" sz="quarter" idx="12"/>
          </p:nvPr>
        </p:nvSpPr>
        <p:spPr/>
        <p:txBody>
          <a:bodyPr/>
          <a:lstStyle/>
          <a:p>
            <a:fld id="{2093D444-7193-46AD-90E8-D84AE4B61CFF}" type="slidenum">
              <a:rPr lang="en-US" smtClean="0"/>
              <a:pPr/>
              <a:t>11</a:t>
            </a:fld>
            <a:r>
              <a:rPr lang="en-US"/>
              <a:t>/56</a:t>
            </a:r>
            <a:endParaRPr lang="en-US" dirty="0"/>
          </a:p>
        </p:txBody>
      </p:sp>
      <p:sp>
        <p:nvSpPr>
          <p:cNvPr id="5" name="日期占位符 4">
            <a:extLst>
              <a:ext uri="{FF2B5EF4-FFF2-40B4-BE49-F238E27FC236}">
                <a16:creationId xmlns:a16="http://schemas.microsoft.com/office/drawing/2014/main" id="{C6B4CD56-940E-4D1F-B53F-498B228CE01E}"/>
              </a:ext>
            </a:extLst>
          </p:cNvPr>
          <p:cNvSpPr>
            <a:spLocks noGrp="1"/>
          </p:cNvSpPr>
          <p:nvPr>
            <p:ph type="dt" sz="half" idx="10"/>
          </p:nvPr>
        </p:nvSpPr>
        <p:spPr/>
        <p:txBody>
          <a:bodyPr/>
          <a:lstStyle/>
          <a:p>
            <a:fld id="{CAE4635A-F0E4-48AF-AAB4-A99FBE2C944F}" type="datetime1">
              <a:rPr lang="zh-CN" altLang="en-US" smtClean="0"/>
              <a:t>2026/3/16</a:t>
            </a:fld>
            <a:endParaRPr lang="zh-CN" altLang="en-US" dirty="0"/>
          </a:p>
        </p:txBody>
      </p:sp>
      <p:pic>
        <p:nvPicPr>
          <p:cNvPr id="6" name="内容占位符 6">
            <a:extLst>
              <a:ext uri="{FF2B5EF4-FFF2-40B4-BE49-F238E27FC236}">
                <a16:creationId xmlns:a16="http://schemas.microsoft.com/office/drawing/2014/main" id="{A02DE497-6D2B-4592-AE60-D88C07AAD9F3}"/>
              </a:ext>
            </a:extLst>
          </p:cNvPr>
          <p:cNvPicPr>
            <a:picLocks noChangeAspect="1"/>
          </p:cNvPicPr>
          <p:nvPr/>
        </p:nvPicPr>
        <p:blipFill>
          <a:blip r:embed="rId3"/>
          <a:stretch>
            <a:fillRect/>
          </a:stretch>
        </p:blipFill>
        <p:spPr>
          <a:xfrm>
            <a:off x="7209702" y="1019301"/>
            <a:ext cx="4472782" cy="4468490"/>
          </a:xfrm>
          <a:prstGeom prst="rect">
            <a:avLst/>
          </a:prstGeom>
        </p:spPr>
      </p:pic>
      <p:pic>
        <p:nvPicPr>
          <p:cNvPr id="11" name="图片 10">
            <a:extLst>
              <a:ext uri="{FF2B5EF4-FFF2-40B4-BE49-F238E27FC236}">
                <a16:creationId xmlns:a16="http://schemas.microsoft.com/office/drawing/2014/main" id="{F718D35F-962C-42CD-9987-001558C503F4}"/>
              </a:ext>
            </a:extLst>
          </p:cNvPr>
          <p:cNvPicPr>
            <a:picLocks noChangeAspect="1"/>
          </p:cNvPicPr>
          <p:nvPr/>
        </p:nvPicPr>
        <p:blipFill>
          <a:blip r:embed="rId4"/>
          <a:stretch>
            <a:fillRect/>
          </a:stretch>
        </p:blipFill>
        <p:spPr>
          <a:xfrm>
            <a:off x="338930" y="1403148"/>
            <a:ext cx="6484939" cy="4047112"/>
          </a:xfrm>
          <a:prstGeom prst="rect">
            <a:avLst/>
          </a:prstGeom>
        </p:spPr>
      </p:pic>
      <p:cxnSp>
        <p:nvCxnSpPr>
          <p:cNvPr id="13" name="直接连接符 12">
            <a:extLst>
              <a:ext uri="{FF2B5EF4-FFF2-40B4-BE49-F238E27FC236}">
                <a16:creationId xmlns:a16="http://schemas.microsoft.com/office/drawing/2014/main" id="{642677F1-8E03-4E29-A31B-4D7E8362676C}"/>
              </a:ext>
            </a:extLst>
          </p:cNvPr>
          <p:cNvCxnSpPr/>
          <p:nvPr/>
        </p:nvCxnSpPr>
        <p:spPr>
          <a:xfrm>
            <a:off x="7101534" y="906709"/>
            <a:ext cx="0" cy="471616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5093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F23182-6A7C-4483-972F-5CDAF5EF8CE5}"/>
              </a:ext>
            </a:extLst>
          </p:cNvPr>
          <p:cNvSpPr>
            <a:spLocks noGrp="1"/>
          </p:cNvSpPr>
          <p:nvPr>
            <p:ph type="title"/>
          </p:nvPr>
        </p:nvSpPr>
        <p:spPr/>
        <p:txBody>
          <a:bodyPr/>
          <a:lstStyle/>
          <a:p>
            <a:r>
              <a:rPr lang="en-US" dirty="0"/>
              <a:t>Combined Trace of Processes</a:t>
            </a:r>
          </a:p>
        </p:txBody>
      </p:sp>
      <p:sp>
        <p:nvSpPr>
          <p:cNvPr id="3" name="内容占位符 2">
            <a:extLst>
              <a:ext uri="{FF2B5EF4-FFF2-40B4-BE49-F238E27FC236}">
                <a16:creationId xmlns:a16="http://schemas.microsoft.com/office/drawing/2014/main" id="{5F7FBFC6-1632-4E7C-BC3C-4840C6DD0B45}"/>
              </a:ext>
            </a:extLst>
          </p:cNvPr>
          <p:cNvSpPr>
            <a:spLocks noGrp="1"/>
          </p:cNvSpPr>
          <p:nvPr>
            <p:ph idx="1"/>
          </p:nvPr>
        </p:nvSpPr>
        <p:spPr>
          <a:xfrm>
            <a:off x="826913" y="1791154"/>
            <a:ext cx="5099754" cy="3505709"/>
          </a:xfrm>
        </p:spPr>
        <p:txBody>
          <a:bodyPr/>
          <a:lstStyle/>
          <a:p>
            <a:r>
              <a:rPr lang="en-US" b="0" dirty="0"/>
              <a:t>100 = Starting address of dispatcher program</a:t>
            </a:r>
          </a:p>
          <a:p>
            <a:r>
              <a:rPr lang="en-US" b="0" dirty="0"/>
              <a:t>Shaded areas indicate execution of dispatcher process;</a:t>
            </a:r>
          </a:p>
          <a:p>
            <a:r>
              <a:rPr lang="en-US" b="0" dirty="0"/>
              <a:t>Maximum six instruction cycles;</a:t>
            </a:r>
          </a:p>
        </p:txBody>
      </p:sp>
      <p:sp>
        <p:nvSpPr>
          <p:cNvPr id="4" name="灯片编号占位符 3">
            <a:extLst>
              <a:ext uri="{FF2B5EF4-FFF2-40B4-BE49-F238E27FC236}">
                <a16:creationId xmlns:a16="http://schemas.microsoft.com/office/drawing/2014/main" id="{E085B619-2D69-456A-9297-965EDFACCAE2}"/>
              </a:ext>
            </a:extLst>
          </p:cNvPr>
          <p:cNvSpPr>
            <a:spLocks noGrp="1"/>
          </p:cNvSpPr>
          <p:nvPr>
            <p:ph type="sldNum" sz="quarter" idx="12"/>
          </p:nvPr>
        </p:nvSpPr>
        <p:spPr/>
        <p:txBody>
          <a:bodyPr/>
          <a:lstStyle/>
          <a:p>
            <a:fld id="{2093D444-7193-46AD-90E8-D84AE4B61CFF}" type="slidenum">
              <a:rPr lang="en-US" smtClean="0"/>
              <a:pPr/>
              <a:t>12</a:t>
            </a:fld>
            <a:r>
              <a:rPr lang="en-US"/>
              <a:t>/56</a:t>
            </a:r>
            <a:endParaRPr lang="en-US" dirty="0"/>
          </a:p>
        </p:txBody>
      </p:sp>
      <p:sp>
        <p:nvSpPr>
          <p:cNvPr id="5" name="日期占位符 4">
            <a:extLst>
              <a:ext uri="{FF2B5EF4-FFF2-40B4-BE49-F238E27FC236}">
                <a16:creationId xmlns:a16="http://schemas.microsoft.com/office/drawing/2014/main" id="{47AA4412-7D9B-40D1-BDC6-BA8524924545}"/>
              </a:ext>
            </a:extLst>
          </p:cNvPr>
          <p:cNvSpPr>
            <a:spLocks noGrp="1"/>
          </p:cNvSpPr>
          <p:nvPr>
            <p:ph type="dt" sz="half" idx="10"/>
          </p:nvPr>
        </p:nvSpPr>
        <p:spPr/>
        <p:txBody>
          <a:bodyPr/>
          <a:lstStyle/>
          <a:p>
            <a:fld id="{CAE4635A-F0E4-48AF-AAB4-A99FBE2C944F}" type="datetime1">
              <a:rPr lang="zh-CN" altLang="en-US" smtClean="0"/>
              <a:t>2026/3/16</a:t>
            </a:fld>
            <a:endParaRPr lang="zh-CN" altLang="en-US" dirty="0"/>
          </a:p>
        </p:txBody>
      </p:sp>
      <p:pic>
        <p:nvPicPr>
          <p:cNvPr id="10" name="图片 9">
            <a:extLst>
              <a:ext uri="{FF2B5EF4-FFF2-40B4-BE49-F238E27FC236}">
                <a16:creationId xmlns:a16="http://schemas.microsoft.com/office/drawing/2014/main" id="{A366E44B-B492-4060-BC43-1374A8C6E99E}"/>
              </a:ext>
            </a:extLst>
          </p:cNvPr>
          <p:cNvPicPr>
            <a:picLocks noChangeAspect="1"/>
          </p:cNvPicPr>
          <p:nvPr/>
        </p:nvPicPr>
        <p:blipFill>
          <a:blip r:embed="rId3"/>
          <a:stretch>
            <a:fillRect/>
          </a:stretch>
        </p:blipFill>
        <p:spPr>
          <a:xfrm>
            <a:off x="6256951" y="841103"/>
            <a:ext cx="5096849" cy="5181932"/>
          </a:xfrm>
          <a:prstGeom prst="rect">
            <a:avLst/>
          </a:prstGeom>
        </p:spPr>
      </p:pic>
      <p:sp>
        <p:nvSpPr>
          <p:cNvPr id="13" name="等腰三角形 12">
            <a:extLst>
              <a:ext uri="{FF2B5EF4-FFF2-40B4-BE49-F238E27FC236}">
                <a16:creationId xmlns:a16="http://schemas.microsoft.com/office/drawing/2014/main" id="{12D3BEFB-8D88-4A99-A3ED-02BCF4F6D561}"/>
              </a:ext>
            </a:extLst>
          </p:cNvPr>
          <p:cNvSpPr/>
          <p:nvPr/>
        </p:nvSpPr>
        <p:spPr>
          <a:xfrm>
            <a:off x="10577016" y="3429000"/>
            <a:ext cx="341194" cy="318209"/>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83835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A3B02-ADE6-FF4D-BDD5-0132F346985C}"/>
              </a:ext>
            </a:extLst>
          </p:cNvPr>
          <p:cNvSpPr>
            <a:spLocks noGrp="1"/>
          </p:cNvSpPr>
          <p:nvPr>
            <p:ph type="title"/>
          </p:nvPr>
        </p:nvSpPr>
        <p:spPr/>
        <p:txBody>
          <a:bodyPr/>
          <a:lstStyle/>
          <a:p>
            <a:r>
              <a:rPr lang="en-US" altLang="zh-CN" dirty="0"/>
              <a:t>Test</a:t>
            </a:r>
            <a:endParaRPr lang="en-CN" dirty="0"/>
          </a:p>
        </p:txBody>
      </p:sp>
      <p:sp>
        <p:nvSpPr>
          <p:cNvPr id="4" name="Slide Number Placeholder 3">
            <a:extLst>
              <a:ext uri="{FF2B5EF4-FFF2-40B4-BE49-F238E27FC236}">
                <a16:creationId xmlns:a16="http://schemas.microsoft.com/office/drawing/2014/main" id="{D37F2DC8-2837-BF45-BBA7-32E13B005F07}"/>
              </a:ext>
            </a:extLst>
          </p:cNvPr>
          <p:cNvSpPr>
            <a:spLocks noGrp="1"/>
          </p:cNvSpPr>
          <p:nvPr>
            <p:ph type="sldNum" sz="quarter" idx="12"/>
          </p:nvPr>
        </p:nvSpPr>
        <p:spPr/>
        <p:txBody>
          <a:bodyPr/>
          <a:lstStyle/>
          <a:p>
            <a:fld id="{2093D444-7193-46AD-90E8-D84AE4B61CFF}" type="slidenum">
              <a:rPr lang="en-US" smtClean="0"/>
              <a:pPr/>
              <a:t>13</a:t>
            </a:fld>
            <a:r>
              <a:rPr lang="en-US"/>
              <a:t>/56</a:t>
            </a:r>
            <a:endParaRPr lang="en-US" dirty="0"/>
          </a:p>
        </p:txBody>
      </p:sp>
      <p:sp>
        <p:nvSpPr>
          <p:cNvPr id="5" name="Date Placeholder 4">
            <a:extLst>
              <a:ext uri="{FF2B5EF4-FFF2-40B4-BE49-F238E27FC236}">
                <a16:creationId xmlns:a16="http://schemas.microsoft.com/office/drawing/2014/main" id="{23546B56-B349-3F40-AE93-AD7372BBD792}"/>
              </a:ext>
            </a:extLst>
          </p:cNvPr>
          <p:cNvSpPr>
            <a:spLocks noGrp="1"/>
          </p:cNvSpPr>
          <p:nvPr>
            <p:ph type="dt" sz="half" idx="10"/>
          </p:nvPr>
        </p:nvSpPr>
        <p:spPr/>
        <p:txBody>
          <a:bodyPr/>
          <a:lstStyle/>
          <a:p>
            <a:fld id="{CAE4635A-F0E4-48AF-AAB4-A99FBE2C944F}" type="datetime1">
              <a:rPr lang="zh-CN" altLang="en-US" smtClean="0"/>
              <a:t>2026/3/16</a:t>
            </a:fld>
            <a:endParaRPr lang="zh-CN" altLang="en-US" dirty="0"/>
          </a:p>
        </p:txBody>
      </p:sp>
      <p:pic>
        <p:nvPicPr>
          <p:cNvPr id="6" name="Picture 5">
            <a:extLst>
              <a:ext uri="{FF2B5EF4-FFF2-40B4-BE49-F238E27FC236}">
                <a16:creationId xmlns:a16="http://schemas.microsoft.com/office/drawing/2014/main" id="{841BDC4D-AA02-F847-9AD0-8B61CF9D013A}"/>
              </a:ext>
            </a:extLst>
          </p:cNvPr>
          <p:cNvPicPr>
            <a:picLocks noChangeAspect="1"/>
          </p:cNvPicPr>
          <p:nvPr/>
        </p:nvPicPr>
        <p:blipFill>
          <a:blip r:embed="rId2"/>
          <a:stretch>
            <a:fillRect/>
          </a:stretch>
        </p:blipFill>
        <p:spPr>
          <a:xfrm>
            <a:off x="2065365" y="810562"/>
            <a:ext cx="8113615" cy="4707802"/>
          </a:xfrm>
          <a:prstGeom prst="rect">
            <a:avLst/>
          </a:prstGeom>
        </p:spPr>
      </p:pic>
      <p:pic>
        <p:nvPicPr>
          <p:cNvPr id="7" name="Picture 6">
            <a:extLst>
              <a:ext uri="{FF2B5EF4-FFF2-40B4-BE49-F238E27FC236}">
                <a16:creationId xmlns:a16="http://schemas.microsoft.com/office/drawing/2014/main" id="{55C9F6B9-2093-FC4C-9FD6-95F5DBE09750}"/>
              </a:ext>
            </a:extLst>
          </p:cNvPr>
          <p:cNvPicPr>
            <a:picLocks noChangeAspect="1"/>
          </p:cNvPicPr>
          <p:nvPr/>
        </p:nvPicPr>
        <p:blipFill>
          <a:blip r:embed="rId3"/>
          <a:stretch>
            <a:fillRect/>
          </a:stretch>
        </p:blipFill>
        <p:spPr>
          <a:xfrm>
            <a:off x="1004835" y="5468554"/>
            <a:ext cx="10671349" cy="792014"/>
          </a:xfrm>
          <a:prstGeom prst="rect">
            <a:avLst/>
          </a:prstGeom>
        </p:spPr>
      </p:pic>
    </p:spTree>
    <p:extLst>
      <p:ext uri="{BB962C8B-B14F-4D97-AF65-F5344CB8AC3E}">
        <p14:creationId xmlns:p14="http://schemas.microsoft.com/office/powerpoint/2010/main" val="977552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Two-State Process Model</a:t>
            </a:r>
            <a:endParaRPr lang="zh-CN" altLang="en-US" dirty="0"/>
          </a:p>
        </p:txBody>
      </p:sp>
      <p:sp>
        <p:nvSpPr>
          <p:cNvPr id="3" name="内容占位符 2"/>
          <p:cNvSpPr>
            <a:spLocks noGrp="1"/>
          </p:cNvSpPr>
          <p:nvPr>
            <p:ph idx="1"/>
          </p:nvPr>
        </p:nvSpPr>
        <p:spPr/>
        <p:txBody>
          <a:bodyPr/>
          <a:lstStyle/>
          <a:p>
            <a:r>
              <a:rPr lang="en-US" altLang="zh-CN" dirty="0"/>
              <a:t>A process may be in one of two states:</a:t>
            </a:r>
          </a:p>
          <a:p>
            <a:pPr lvl="1"/>
            <a:r>
              <a:rPr lang="en-US" altLang="zh-CN" dirty="0"/>
              <a:t>running</a:t>
            </a:r>
          </a:p>
          <a:p>
            <a:pPr lvl="1"/>
            <a:r>
              <a:rPr lang="en-US" altLang="zh-CN" dirty="0"/>
              <a:t>not-running</a:t>
            </a:r>
          </a:p>
          <a:p>
            <a:endParaRPr lang="zh-CN" altLang="en-US" dirty="0"/>
          </a:p>
        </p:txBody>
      </p:sp>
      <p:pic>
        <p:nvPicPr>
          <p:cNvPr id="6" name="图片 5">
            <a:extLst>
              <a:ext uri="{FF2B5EF4-FFF2-40B4-BE49-F238E27FC236}">
                <a16:creationId xmlns:a16="http://schemas.microsoft.com/office/drawing/2014/main" id="{12AF1547-FC1F-4FD6-900C-04EF781107E2}"/>
              </a:ext>
            </a:extLst>
          </p:cNvPr>
          <p:cNvPicPr>
            <a:picLocks noChangeAspect="1"/>
          </p:cNvPicPr>
          <p:nvPr/>
        </p:nvPicPr>
        <p:blipFill>
          <a:blip r:embed="rId3"/>
          <a:stretch>
            <a:fillRect/>
          </a:stretch>
        </p:blipFill>
        <p:spPr>
          <a:xfrm>
            <a:off x="1422388" y="2311926"/>
            <a:ext cx="9347224" cy="277868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Queuing Diagram</a:t>
            </a:r>
            <a:endParaRPr lang="zh-CN" altLang="en-US" dirty="0"/>
          </a:p>
        </p:txBody>
      </p:sp>
      <p:pic>
        <p:nvPicPr>
          <p:cNvPr id="15" name="内容占位符 14">
            <a:extLst>
              <a:ext uri="{FF2B5EF4-FFF2-40B4-BE49-F238E27FC236}">
                <a16:creationId xmlns:a16="http://schemas.microsoft.com/office/drawing/2014/main" id="{D640CFAE-ACDD-441F-9B82-BB8F8520AE66}"/>
              </a:ext>
            </a:extLst>
          </p:cNvPr>
          <p:cNvPicPr>
            <a:picLocks noGrp="1" noChangeAspect="1"/>
          </p:cNvPicPr>
          <p:nvPr>
            <p:ph idx="1"/>
          </p:nvPr>
        </p:nvPicPr>
        <p:blipFill>
          <a:blip r:embed="rId3"/>
          <a:stretch>
            <a:fillRect/>
          </a:stretch>
        </p:blipFill>
        <p:spPr>
          <a:xfrm>
            <a:off x="838200" y="1881722"/>
            <a:ext cx="10515600" cy="3326783"/>
          </a:xfrm>
        </p:spPr>
      </p:pic>
      <p:grpSp>
        <p:nvGrpSpPr>
          <p:cNvPr id="5" name="组合 4"/>
          <p:cNvGrpSpPr/>
          <p:nvPr/>
        </p:nvGrpSpPr>
        <p:grpSpPr>
          <a:xfrm>
            <a:off x="3133079" y="2347684"/>
            <a:ext cx="2585550" cy="627743"/>
            <a:chOff x="2692756" y="3886200"/>
            <a:chExt cx="1879244" cy="457200"/>
          </a:xfrm>
        </p:grpSpPr>
        <p:sp>
          <p:nvSpPr>
            <p:cNvPr id="6" name="Rectangle 3"/>
            <p:cNvSpPr/>
            <p:nvPr/>
          </p:nvSpPr>
          <p:spPr>
            <a:xfrm>
              <a:off x="2692756" y="3886200"/>
              <a:ext cx="266874"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7" name="Rectangle 8"/>
            <p:cNvSpPr/>
            <p:nvPr/>
          </p:nvSpPr>
          <p:spPr>
            <a:xfrm>
              <a:off x="2971800" y="3886200"/>
              <a:ext cx="304800" cy="457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NZ" dirty="0"/>
            </a:p>
          </p:txBody>
        </p:sp>
        <p:sp>
          <p:nvSpPr>
            <p:cNvPr id="8" name="Rectangle 9"/>
            <p:cNvSpPr/>
            <p:nvPr/>
          </p:nvSpPr>
          <p:spPr>
            <a:xfrm>
              <a:off x="3276600" y="3886200"/>
              <a:ext cx="228600" cy="4572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NZ" dirty="0"/>
            </a:p>
          </p:txBody>
        </p:sp>
        <p:sp>
          <p:nvSpPr>
            <p:cNvPr id="9" name="Rectangle 10"/>
            <p:cNvSpPr/>
            <p:nvPr/>
          </p:nvSpPr>
          <p:spPr>
            <a:xfrm>
              <a:off x="3505200" y="3886200"/>
              <a:ext cx="381000" cy="4572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NZ" dirty="0"/>
            </a:p>
          </p:txBody>
        </p:sp>
        <p:sp>
          <p:nvSpPr>
            <p:cNvPr id="10" name="Rectangle 11"/>
            <p:cNvSpPr/>
            <p:nvPr/>
          </p:nvSpPr>
          <p:spPr>
            <a:xfrm>
              <a:off x="3810000" y="3886200"/>
              <a:ext cx="228600" cy="457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NZ" dirty="0"/>
            </a:p>
          </p:txBody>
        </p:sp>
        <p:sp>
          <p:nvSpPr>
            <p:cNvPr id="11" name="Rectangle 12"/>
            <p:cNvSpPr/>
            <p:nvPr/>
          </p:nvSpPr>
          <p:spPr>
            <a:xfrm>
              <a:off x="4038600" y="3886200"/>
              <a:ext cx="228600" cy="4572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NZ" dirty="0"/>
            </a:p>
          </p:txBody>
        </p:sp>
        <p:sp>
          <p:nvSpPr>
            <p:cNvPr id="12" name="Rectangle 13"/>
            <p:cNvSpPr/>
            <p:nvPr/>
          </p:nvSpPr>
          <p:spPr>
            <a:xfrm>
              <a:off x="4267200" y="3886200"/>
              <a:ext cx="304800" cy="4572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NZ" dirty="0"/>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Combined Trace of Processes </a:t>
            </a:r>
            <a:endParaRPr lang="zh-CN" altLang="en-US" dirty="0"/>
          </a:p>
        </p:txBody>
      </p:sp>
      <p:sp>
        <p:nvSpPr>
          <p:cNvPr id="6" name="内容占位符 5">
            <a:extLst>
              <a:ext uri="{FF2B5EF4-FFF2-40B4-BE49-F238E27FC236}">
                <a16:creationId xmlns:a16="http://schemas.microsoft.com/office/drawing/2014/main" id="{4C6589C9-888D-41F3-9F66-E42486D77A8C}"/>
              </a:ext>
            </a:extLst>
          </p:cNvPr>
          <p:cNvSpPr>
            <a:spLocks noGrp="1"/>
          </p:cNvSpPr>
          <p:nvPr>
            <p:ph idx="1"/>
          </p:nvPr>
        </p:nvSpPr>
        <p:spPr>
          <a:xfrm>
            <a:off x="866546" y="2632291"/>
            <a:ext cx="3759200" cy="616768"/>
          </a:xfrm>
        </p:spPr>
        <p:txBody>
          <a:bodyPr/>
          <a:lstStyle/>
          <a:p>
            <a:r>
              <a:rPr lang="en-US" dirty="0"/>
              <a:t>How many states</a:t>
            </a:r>
          </a:p>
        </p:txBody>
      </p:sp>
      <p:sp>
        <p:nvSpPr>
          <p:cNvPr id="5" name="矩形 4"/>
          <p:cNvSpPr/>
          <p:nvPr/>
        </p:nvSpPr>
        <p:spPr>
          <a:xfrm>
            <a:off x="3919095" y="2479010"/>
            <a:ext cx="1195589" cy="923330"/>
          </a:xfrm>
          <a:prstGeom prst="rect">
            <a:avLst/>
          </a:prstGeom>
          <a:noFill/>
        </p:spPr>
        <p:txBody>
          <a:bodyPr wrap="square" lIns="91440" tIns="45720" rIns="91440" bIns="45720">
            <a:spAutoFit/>
          </a:bodyPr>
          <a:lstStyle/>
          <a:p>
            <a:pPr algn="ctr" defTabSz="914400" fontAlgn="base">
              <a:spcBef>
                <a:spcPct val="0"/>
              </a:spcBef>
              <a:spcAft>
                <a:spcPct val="0"/>
              </a:spcAft>
            </a:pPr>
            <a:r>
              <a:rPr lang="en-US" altLang="zh-CN" sz="5400" b="1" dirty="0">
                <a:ln w="1905"/>
                <a:solidFill>
                  <a:srgbClr val="FF0000"/>
                </a:solidFill>
                <a:effectLst>
                  <a:innerShdw blurRad="69850" dist="43180" dir="5400000">
                    <a:srgbClr val="000000">
                      <a:alpha val="65000"/>
                    </a:srgbClr>
                  </a:innerShdw>
                </a:effectLst>
                <a:latin typeface="Arial" panose="020B0604020202020204" pitchFamily="34" charset="0"/>
              </a:rPr>
              <a:t>?</a:t>
            </a:r>
            <a:endParaRPr lang="zh-CN" altLang="en-US" sz="5400" b="1" dirty="0">
              <a:ln w="1905"/>
              <a:solidFill>
                <a:srgbClr val="FF0000"/>
              </a:solidFill>
              <a:effectLst>
                <a:innerShdw blurRad="69850" dist="43180" dir="5400000">
                  <a:srgbClr val="000000">
                    <a:alpha val="65000"/>
                  </a:srgbClr>
                </a:innerShdw>
              </a:effectLst>
              <a:latin typeface="Arial" panose="020B0604020202020204" pitchFamily="34" charset="0"/>
            </a:endParaRPr>
          </a:p>
        </p:txBody>
      </p:sp>
      <p:pic>
        <p:nvPicPr>
          <p:cNvPr id="7" name="图片 6">
            <a:extLst>
              <a:ext uri="{FF2B5EF4-FFF2-40B4-BE49-F238E27FC236}">
                <a16:creationId xmlns:a16="http://schemas.microsoft.com/office/drawing/2014/main" id="{28346D3D-A9AF-4BF5-A713-D115C4F3BD75}"/>
              </a:ext>
            </a:extLst>
          </p:cNvPr>
          <p:cNvPicPr>
            <a:picLocks noChangeAspect="1"/>
          </p:cNvPicPr>
          <p:nvPr/>
        </p:nvPicPr>
        <p:blipFill>
          <a:blip r:embed="rId3"/>
          <a:stretch>
            <a:fillRect/>
          </a:stretch>
        </p:blipFill>
        <p:spPr>
          <a:xfrm>
            <a:off x="5931831" y="838034"/>
            <a:ext cx="5096849" cy="5181932"/>
          </a:xfrm>
          <a:prstGeom prst="rect">
            <a:avLst/>
          </a:prstGeom>
        </p:spPr>
      </p:pic>
      <p:sp>
        <p:nvSpPr>
          <p:cNvPr id="8" name="等腰三角形 12">
            <a:extLst>
              <a:ext uri="{FF2B5EF4-FFF2-40B4-BE49-F238E27FC236}">
                <a16:creationId xmlns:a16="http://schemas.microsoft.com/office/drawing/2014/main" id="{B887BD2E-BE4D-524A-BA4B-A39E778A869B}"/>
              </a:ext>
            </a:extLst>
          </p:cNvPr>
          <p:cNvSpPr/>
          <p:nvPr/>
        </p:nvSpPr>
        <p:spPr>
          <a:xfrm>
            <a:off x="10102883" y="3440289"/>
            <a:ext cx="341194" cy="318209"/>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Five-State Process Model</a:t>
            </a:r>
            <a:endParaRPr lang="zh-CN" altLang="en-US" dirty="0"/>
          </a:p>
        </p:txBody>
      </p:sp>
      <p:pic>
        <p:nvPicPr>
          <p:cNvPr id="7" name="图片 6">
            <a:extLst>
              <a:ext uri="{FF2B5EF4-FFF2-40B4-BE49-F238E27FC236}">
                <a16:creationId xmlns:a16="http://schemas.microsoft.com/office/drawing/2014/main" id="{C61C46FE-133F-43AF-9B37-017096C34CC1}"/>
              </a:ext>
            </a:extLst>
          </p:cNvPr>
          <p:cNvPicPr>
            <a:picLocks noChangeAspect="1"/>
          </p:cNvPicPr>
          <p:nvPr/>
        </p:nvPicPr>
        <p:blipFill>
          <a:blip r:embed="rId3"/>
          <a:stretch>
            <a:fillRect/>
          </a:stretch>
        </p:blipFill>
        <p:spPr>
          <a:xfrm>
            <a:off x="2042761" y="1361800"/>
            <a:ext cx="8592820" cy="3351696"/>
          </a:xfrm>
          <a:prstGeom prst="rect">
            <a:avLst/>
          </a:prstGeom>
        </p:spPr>
      </p:pic>
      <p:sp>
        <p:nvSpPr>
          <p:cNvPr id="20" name="文本框 19">
            <a:extLst>
              <a:ext uri="{FF2B5EF4-FFF2-40B4-BE49-F238E27FC236}">
                <a16:creationId xmlns:a16="http://schemas.microsoft.com/office/drawing/2014/main" id="{5A0607A2-211C-46AF-A52E-5D72949168D5}"/>
              </a:ext>
            </a:extLst>
          </p:cNvPr>
          <p:cNvSpPr txBox="1"/>
          <p:nvPr/>
        </p:nvSpPr>
        <p:spPr>
          <a:xfrm>
            <a:off x="1214297" y="2554576"/>
            <a:ext cx="2940013" cy="923330"/>
          </a:xfrm>
          <a:prstGeom prst="rect">
            <a:avLst/>
          </a:prstGeom>
          <a:noFill/>
        </p:spPr>
        <p:txBody>
          <a:bodyPr wrap="square">
            <a:spAutoFit/>
          </a:bodyPr>
          <a:lstStyle/>
          <a:p>
            <a:pPr marL="285750" indent="-285750">
              <a:buFont typeface="Arial" panose="020B0604020202020204" pitchFamily="34" charset="0"/>
              <a:buChar char="•"/>
            </a:pPr>
            <a:r>
              <a:rPr lang="en-US" sz="1800" b="1" dirty="0">
                <a:solidFill>
                  <a:srgbClr val="231F20"/>
                </a:solidFill>
                <a:effectLst/>
                <a:latin typeface="Microsoft YaHei UI" panose="020B0503020204020204" pitchFamily="34" charset="-122"/>
                <a:ea typeface="Microsoft YaHei UI" panose="020B0503020204020204" pitchFamily="34" charset="-122"/>
              </a:rPr>
              <a:t> A process </a:t>
            </a:r>
            <a:r>
              <a:rPr lang="en-US" altLang="zh-CN" sz="1800" b="1" dirty="0">
                <a:solidFill>
                  <a:srgbClr val="231F20"/>
                </a:solidFill>
                <a:effectLst/>
                <a:latin typeface="Microsoft YaHei UI" panose="020B0503020204020204" pitchFamily="34" charset="-122"/>
                <a:ea typeface="Microsoft YaHei UI" panose="020B0503020204020204" pitchFamily="34" charset="-122"/>
              </a:rPr>
              <a:t>is</a:t>
            </a:r>
            <a:r>
              <a:rPr lang="zh-CN" altLang="en-US" sz="1800" b="1" dirty="0">
                <a:solidFill>
                  <a:srgbClr val="231F20"/>
                </a:solidFill>
                <a:effectLst/>
                <a:latin typeface="Microsoft YaHei UI" panose="020B0503020204020204" pitchFamily="34" charset="-122"/>
                <a:ea typeface="Microsoft YaHei UI" panose="020B0503020204020204" pitchFamily="34" charset="-122"/>
              </a:rPr>
              <a:t> </a:t>
            </a:r>
            <a:r>
              <a:rPr lang="en-US" sz="1800" b="1" dirty="0">
                <a:solidFill>
                  <a:srgbClr val="231F20"/>
                </a:solidFill>
                <a:effectLst/>
                <a:latin typeface="Microsoft YaHei UI" panose="020B0503020204020204" pitchFamily="34" charset="-122"/>
                <a:ea typeface="Microsoft YaHei UI" panose="020B0503020204020204" pitchFamily="34" charset="-122"/>
              </a:rPr>
              <a:t>created but</a:t>
            </a:r>
            <a:r>
              <a:rPr lang="zh-CN" altLang="en-US" sz="1800" b="1" dirty="0">
                <a:solidFill>
                  <a:srgbClr val="231F20"/>
                </a:solidFill>
                <a:effectLst/>
                <a:latin typeface="Microsoft YaHei UI" panose="020B0503020204020204" pitchFamily="34" charset="-122"/>
                <a:ea typeface="Microsoft YaHei UI" panose="020B0503020204020204" pitchFamily="34" charset="-122"/>
              </a:rPr>
              <a:t> </a:t>
            </a:r>
            <a:r>
              <a:rPr lang="en-US" altLang="zh-CN" sz="1800" b="1" dirty="0">
                <a:solidFill>
                  <a:srgbClr val="231F20"/>
                </a:solidFill>
                <a:effectLst/>
                <a:latin typeface="Microsoft YaHei UI" panose="020B0503020204020204" pitchFamily="34" charset="-122"/>
                <a:ea typeface="Microsoft YaHei UI" panose="020B0503020204020204" pitchFamily="34" charset="-122"/>
              </a:rPr>
              <a:t>not</a:t>
            </a:r>
            <a:r>
              <a:rPr lang="zh-CN" altLang="en-US" sz="1800" b="1" dirty="0">
                <a:solidFill>
                  <a:srgbClr val="231F20"/>
                </a:solidFill>
                <a:effectLst/>
                <a:latin typeface="Microsoft YaHei UI" panose="020B0503020204020204" pitchFamily="34" charset="-122"/>
                <a:ea typeface="Microsoft YaHei UI" panose="020B0503020204020204" pitchFamily="34" charset="-122"/>
              </a:rPr>
              <a:t> </a:t>
            </a:r>
            <a:r>
              <a:rPr lang="en-US" altLang="zh-CN" sz="1800" b="1" dirty="0">
                <a:solidFill>
                  <a:srgbClr val="231F20"/>
                </a:solidFill>
                <a:effectLst/>
                <a:latin typeface="Microsoft YaHei UI" panose="020B0503020204020204" pitchFamily="34" charset="-122"/>
                <a:ea typeface="Microsoft YaHei UI" panose="020B0503020204020204" pitchFamily="34" charset="-122"/>
              </a:rPr>
              <a:t>loaded</a:t>
            </a:r>
            <a:r>
              <a:rPr lang="zh-CN" altLang="en-US" sz="1800" b="1" dirty="0">
                <a:solidFill>
                  <a:srgbClr val="231F20"/>
                </a:solidFill>
                <a:effectLst/>
                <a:latin typeface="Microsoft YaHei UI" panose="020B0503020204020204" pitchFamily="34" charset="-122"/>
                <a:ea typeface="Microsoft YaHei UI" panose="020B0503020204020204" pitchFamily="34" charset="-122"/>
              </a:rPr>
              <a:t> </a:t>
            </a:r>
            <a:r>
              <a:rPr lang="en-US" altLang="zh-CN" sz="1800" b="1" dirty="0">
                <a:solidFill>
                  <a:srgbClr val="231F20"/>
                </a:solidFill>
                <a:effectLst/>
                <a:latin typeface="Microsoft YaHei UI" panose="020B0503020204020204" pitchFamily="34" charset="-122"/>
                <a:ea typeface="Microsoft YaHei UI" panose="020B0503020204020204" pitchFamily="34" charset="-122"/>
              </a:rPr>
              <a:t>into</a:t>
            </a:r>
            <a:r>
              <a:rPr lang="zh-CN" altLang="en-US" sz="1800" b="1" dirty="0">
                <a:solidFill>
                  <a:srgbClr val="231F20"/>
                </a:solidFill>
                <a:effectLst/>
                <a:latin typeface="Microsoft YaHei UI" panose="020B0503020204020204" pitchFamily="34" charset="-122"/>
                <a:ea typeface="Microsoft YaHei UI" panose="020B0503020204020204" pitchFamily="34" charset="-122"/>
              </a:rPr>
              <a:t> </a:t>
            </a:r>
            <a:r>
              <a:rPr lang="en-US" altLang="zh-CN" sz="1800" b="1" dirty="0">
                <a:solidFill>
                  <a:srgbClr val="231F20"/>
                </a:solidFill>
                <a:effectLst/>
                <a:latin typeface="Microsoft YaHei UI" panose="020B0503020204020204" pitchFamily="34" charset="-122"/>
                <a:ea typeface="Microsoft YaHei UI" panose="020B0503020204020204" pitchFamily="34" charset="-122"/>
              </a:rPr>
              <a:t>the</a:t>
            </a:r>
            <a:r>
              <a:rPr lang="zh-CN" altLang="en-US" sz="1800" b="1" dirty="0">
                <a:solidFill>
                  <a:srgbClr val="231F20"/>
                </a:solidFill>
                <a:effectLst/>
                <a:latin typeface="Microsoft YaHei UI" panose="020B0503020204020204" pitchFamily="34" charset="-122"/>
                <a:ea typeface="Microsoft YaHei UI" panose="020B0503020204020204" pitchFamily="34" charset="-122"/>
              </a:rPr>
              <a:t> </a:t>
            </a:r>
            <a:r>
              <a:rPr lang="en-US" altLang="zh-CN" sz="1800" b="1" dirty="0">
                <a:solidFill>
                  <a:srgbClr val="231F20"/>
                </a:solidFill>
                <a:effectLst/>
                <a:latin typeface="Microsoft YaHei UI" panose="020B0503020204020204" pitchFamily="34" charset="-122"/>
                <a:ea typeface="Microsoft YaHei UI" panose="020B0503020204020204" pitchFamily="34" charset="-122"/>
              </a:rPr>
              <a:t>memory</a:t>
            </a:r>
            <a:endParaRPr lang="en-US" b="1" dirty="0">
              <a:latin typeface="Microsoft YaHei UI" panose="020B0503020204020204" pitchFamily="34" charset="-122"/>
              <a:ea typeface="Microsoft YaHei UI" panose="020B0503020204020204" pitchFamily="34" charset="-122"/>
            </a:endParaRPr>
          </a:p>
        </p:txBody>
      </p:sp>
      <p:sp>
        <p:nvSpPr>
          <p:cNvPr id="23" name="文本框 22">
            <a:extLst>
              <a:ext uri="{FF2B5EF4-FFF2-40B4-BE49-F238E27FC236}">
                <a16:creationId xmlns:a16="http://schemas.microsoft.com/office/drawing/2014/main" id="{D204F6B3-3F3C-4688-B9F1-1A6633596CF5}"/>
              </a:ext>
            </a:extLst>
          </p:cNvPr>
          <p:cNvSpPr txBox="1"/>
          <p:nvPr/>
        </p:nvSpPr>
        <p:spPr>
          <a:xfrm>
            <a:off x="8076033" y="2615043"/>
            <a:ext cx="3212856" cy="2031325"/>
          </a:xfrm>
          <a:prstGeom prst="rect">
            <a:avLst/>
          </a:prstGeom>
          <a:noFill/>
        </p:spPr>
        <p:txBody>
          <a:bodyPr wrap="square">
            <a:spAutoFit/>
          </a:bodyPr>
          <a:lstStyle/>
          <a:p>
            <a:pPr marL="285750" indent="-285750" algn="just">
              <a:buFont typeface="Arial" panose="020B0604020202020204" pitchFamily="34" charset="0"/>
              <a:buChar char="•"/>
            </a:pPr>
            <a:r>
              <a:rPr lang="en-US" sz="1800" b="1" dirty="0">
                <a:solidFill>
                  <a:srgbClr val="231F20"/>
                </a:solidFill>
                <a:effectLst/>
                <a:latin typeface="Microsoft YaHei UI" panose="020B0503020204020204" pitchFamily="34" charset="-122"/>
                <a:ea typeface="Microsoft YaHei UI" panose="020B0503020204020204" pitchFamily="34" charset="-122"/>
              </a:rPr>
              <a:t>A process that has been released from the pool of executable processes by the OS,</a:t>
            </a:r>
          </a:p>
          <a:p>
            <a:pPr marL="742950" lvl="1" indent="-285750" algn="just">
              <a:buFont typeface="Arial" panose="020B0604020202020204" pitchFamily="34" charset="0"/>
              <a:buChar char="•"/>
            </a:pPr>
            <a:r>
              <a:rPr lang="en-US" dirty="0">
                <a:solidFill>
                  <a:srgbClr val="231F20"/>
                </a:solidFill>
                <a:effectLst/>
                <a:latin typeface="Microsoft YaHei UI" panose="020B0503020204020204" pitchFamily="34" charset="-122"/>
                <a:ea typeface="Microsoft YaHei UI" panose="020B0503020204020204" pitchFamily="34" charset="-122"/>
              </a:rPr>
              <a:t>halted </a:t>
            </a:r>
          </a:p>
          <a:p>
            <a:pPr marL="742950" lvl="1" indent="-285750" algn="just">
              <a:buFont typeface="Arial" panose="020B0604020202020204" pitchFamily="34" charset="0"/>
              <a:buChar char="•"/>
            </a:pPr>
            <a:r>
              <a:rPr lang="en-US" dirty="0">
                <a:solidFill>
                  <a:srgbClr val="231F20"/>
                </a:solidFill>
                <a:effectLst/>
                <a:latin typeface="Microsoft YaHei UI" panose="020B0503020204020204" pitchFamily="34" charset="-122"/>
                <a:ea typeface="Microsoft YaHei UI" panose="020B0503020204020204" pitchFamily="34" charset="-122"/>
              </a:rPr>
              <a:t>aborted for some reason.</a:t>
            </a:r>
            <a:endParaRPr lang="en-US" dirty="0">
              <a:latin typeface="Microsoft YaHei UI" panose="020B0503020204020204" pitchFamily="34" charset="-122"/>
              <a:ea typeface="Microsoft YaHei UI" panose="020B0503020204020204" pitchFamily="34" charset="-122"/>
            </a:endParaRPr>
          </a:p>
        </p:txBody>
      </p:sp>
      <p:sp>
        <p:nvSpPr>
          <p:cNvPr id="3" name="Rectangle 2">
            <a:extLst>
              <a:ext uri="{FF2B5EF4-FFF2-40B4-BE49-F238E27FC236}">
                <a16:creationId xmlns:a16="http://schemas.microsoft.com/office/drawing/2014/main" id="{BDA68AA0-459A-F34D-AAD8-DC8E8F412006}"/>
              </a:ext>
            </a:extLst>
          </p:cNvPr>
          <p:cNvSpPr/>
          <p:nvPr/>
        </p:nvSpPr>
        <p:spPr>
          <a:xfrm>
            <a:off x="4199467" y="1128889"/>
            <a:ext cx="1772355" cy="391724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 name="TextBox 3">
            <a:extLst>
              <a:ext uri="{FF2B5EF4-FFF2-40B4-BE49-F238E27FC236}">
                <a16:creationId xmlns:a16="http://schemas.microsoft.com/office/drawing/2014/main" id="{EF477CBD-C12E-D546-8E0E-A6157EA2447E}"/>
              </a:ext>
            </a:extLst>
          </p:cNvPr>
          <p:cNvSpPr txBox="1"/>
          <p:nvPr/>
        </p:nvSpPr>
        <p:spPr>
          <a:xfrm>
            <a:off x="3680177" y="5328356"/>
            <a:ext cx="2987613" cy="461665"/>
          </a:xfrm>
          <a:prstGeom prst="rect">
            <a:avLst/>
          </a:prstGeom>
          <a:noFill/>
        </p:spPr>
        <p:txBody>
          <a:bodyPr wrap="none" rtlCol="0">
            <a:spAutoFit/>
          </a:bodyPr>
          <a:lstStyle/>
          <a:p>
            <a:r>
              <a:rPr lang="en-US" sz="2400" b="1" dirty="0">
                <a:solidFill>
                  <a:srgbClr val="FF0000"/>
                </a:solidFill>
              </a:rPr>
              <a:t>T</a:t>
            </a:r>
            <a:r>
              <a:rPr lang="en-US" altLang="zh-CN" sz="2400" b="1" dirty="0">
                <a:solidFill>
                  <a:srgbClr val="FF0000"/>
                </a:solidFill>
              </a:rPr>
              <a:t>wo</a:t>
            </a:r>
            <a:r>
              <a:rPr lang="zh-CN" altLang="en-US" sz="2400" b="1" dirty="0">
                <a:solidFill>
                  <a:srgbClr val="FF0000"/>
                </a:solidFill>
              </a:rPr>
              <a:t> </a:t>
            </a:r>
            <a:r>
              <a:rPr lang="en-US" altLang="zh-CN" sz="2400" b="1" dirty="0">
                <a:solidFill>
                  <a:srgbClr val="FF0000"/>
                </a:solidFill>
              </a:rPr>
              <a:t>not</a:t>
            </a:r>
            <a:r>
              <a:rPr lang="zh-CN" altLang="en-US" sz="2400" b="1" dirty="0">
                <a:solidFill>
                  <a:srgbClr val="FF0000"/>
                </a:solidFill>
              </a:rPr>
              <a:t> </a:t>
            </a:r>
            <a:r>
              <a:rPr lang="en-US" altLang="zh-CN" sz="2400" b="1" dirty="0">
                <a:solidFill>
                  <a:srgbClr val="FF0000"/>
                </a:solidFill>
              </a:rPr>
              <a:t>running</a:t>
            </a:r>
            <a:r>
              <a:rPr lang="zh-CN" altLang="en-US" sz="2400" b="1" dirty="0">
                <a:solidFill>
                  <a:srgbClr val="FF0000"/>
                </a:solidFill>
              </a:rPr>
              <a:t> </a:t>
            </a:r>
            <a:r>
              <a:rPr lang="en-US" altLang="zh-CN" sz="2400" b="1" dirty="0">
                <a:solidFill>
                  <a:srgbClr val="FF0000"/>
                </a:solidFill>
              </a:rPr>
              <a:t>state</a:t>
            </a:r>
            <a:endParaRPr lang="en-CN" sz="24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1"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1"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1000"/>
                                        <p:tgtEl>
                                          <p:spTgt spid="20"/>
                                        </p:tgtEl>
                                      </p:cBhvr>
                                    </p:animEffect>
                                    <p:anim calcmode="lin" valueType="num">
                                      <p:cBhvr>
                                        <p:cTn id="16" dur="1000" fill="hold"/>
                                        <p:tgtEl>
                                          <p:spTgt spid="20"/>
                                        </p:tgtEl>
                                        <p:attrNameLst>
                                          <p:attrName>ppt_x</p:attrName>
                                        </p:attrNameLst>
                                      </p:cBhvr>
                                      <p:tavLst>
                                        <p:tav tm="0">
                                          <p:val>
                                            <p:strVal val="#ppt_x"/>
                                          </p:val>
                                        </p:tav>
                                        <p:tav tm="100000">
                                          <p:val>
                                            <p:strVal val="#ppt_x"/>
                                          </p:val>
                                        </p:tav>
                                      </p:tavLst>
                                    </p:anim>
                                    <p:anim calcmode="lin" valueType="num">
                                      <p:cBhvr>
                                        <p:cTn id="17"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1"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1000"/>
                                        <p:tgtEl>
                                          <p:spTgt spid="23"/>
                                        </p:tgtEl>
                                      </p:cBhvr>
                                    </p:animEffect>
                                    <p:anim calcmode="lin" valueType="num">
                                      <p:cBhvr>
                                        <p:cTn id="23" dur="1000" fill="hold"/>
                                        <p:tgtEl>
                                          <p:spTgt spid="23"/>
                                        </p:tgtEl>
                                        <p:attrNameLst>
                                          <p:attrName>ppt_x</p:attrName>
                                        </p:attrNameLst>
                                      </p:cBhvr>
                                      <p:tavLst>
                                        <p:tav tm="0">
                                          <p:val>
                                            <p:strVal val="#ppt_x"/>
                                          </p:val>
                                        </p:tav>
                                        <p:tav tm="100000">
                                          <p:val>
                                            <p:strVal val="#ppt_x"/>
                                          </p:val>
                                        </p:tav>
                                      </p:tavLst>
                                    </p:anim>
                                    <p:anim calcmode="lin" valueType="num">
                                      <p:cBhvr>
                                        <p:cTn id="2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3" grpId="1"/>
      <p:bldP spid="3" grpId="1" animBg="1"/>
      <p:bldP spid="4"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F13BA1-EF83-470F-82CE-96C1A282F18C}"/>
              </a:ext>
            </a:extLst>
          </p:cNvPr>
          <p:cNvSpPr>
            <a:spLocks noGrp="1"/>
          </p:cNvSpPr>
          <p:nvPr>
            <p:ph type="title"/>
          </p:nvPr>
        </p:nvSpPr>
        <p:spPr/>
        <p:txBody>
          <a:bodyPr/>
          <a:lstStyle/>
          <a:p>
            <a:r>
              <a:rPr lang="en-US" dirty="0"/>
              <a:t>Process States for the Trace</a:t>
            </a:r>
          </a:p>
        </p:txBody>
      </p:sp>
      <p:pic>
        <p:nvPicPr>
          <p:cNvPr id="7" name="内容占位符 6">
            <a:extLst>
              <a:ext uri="{FF2B5EF4-FFF2-40B4-BE49-F238E27FC236}">
                <a16:creationId xmlns:a16="http://schemas.microsoft.com/office/drawing/2014/main" id="{E08E8D78-5B1C-4864-85D1-737FFF2689DD}"/>
              </a:ext>
            </a:extLst>
          </p:cNvPr>
          <p:cNvPicPr>
            <a:picLocks noGrp="1" noChangeAspect="1"/>
          </p:cNvPicPr>
          <p:nvPr>
            <p:ph idx="1"/>
          </p:nvPr>
        </p:nvPicPr>
        <p:blipFill>
          <a:blip r:embed="rId3"/>
          <a:stretch>
            <a:fillRect/>
          </a:stretch>
        </p:blipFill>
        <p:spPr>
          <a:xfrm>
            <a:off x="838200" y="857345"/>
            <a:ext cx="10515600" cy="4846376"/>
          </a:xfrm>
        </p:spPr>
      </p:pic>
      <p:sp>
        <p:nvSpPr>
          <p:cNvPr id="4" name="灯片编号占位符 3">
            <a:extLst>
              <a:ext uri="{FF2B5EF4-FFF2-40B4-BE49-F238E27FC236}">
                <a16:creationId xmlns:a16="http://schemas.microsoft.com/office/drawing/2014/main" id="{75EA40CE-D6E0-44DF-8227-9EA987C98CEE}"/>
              </a:ext>
            </a:extLst>
          </p:cNvPr>
          <p:cNvSpPr>
            <a:spLocks noGrp="1"/>
          </p:cNvSpPr>
          <p:nvPr>
            <p:ph type="sldNum" sz="quarter" idx="12"/>
          </p:nvPr>
        </p:nvSpPr>
        <p:spPr/>
        <p:txBody>
          <a:bodyPr/>
          <a:lstStyle/>
          <a:p>
            <a:fld id="{2093D444-7193-46AD-90E8-D84AE4B61CFF}" type="slidenum">
              <a:rPr lang="en-US" smtClean="0"/>
              <a:pPr/>
              <a:t>18</a:t>
            </a:fld>
            <a:r>
              <a:rPr lang="en-US"/>
              <a:t>/56</a:t>
            </a:r>
            <a:endParaRPr lang="en-US" dirty="0"/>
          </a:p>
        </p:txBody>
      </p:sp>
      <p:sp>
        <p:nvSpPr>
          <p:cNvPr id="5" name="日期占位符 4">
            <a:extLst>
              <a:ext uri="{FF2B5EF4-FFF2-40B4-BE49-F238E27FC236}">
                <a16:creationId xmlns:a16="http://schemas.microsoft.com/office/drawing/2014/main" id="{C33AA92F-F933-412A-A648-885059497ED2}"/>
              </a:ext>
            </a:extLst>
          </p:cNvPr>
          <p:cNvSpPr>
            <a:spLocks noGrp="1"/>
          </p:cNvSpPr>
          <p:nvPr>
            <p:ph type="dt" sz="half" idx="10"/>
          </p:nvPr>
        </p:nvSpPr>
        <p:spPr/>
        <p:txBody>
          <a:bodyPr/>
          <a:lstStyle/>
          <a:p>
            <a:fld id="{CAE4635A-F0E4-48AF-AAB4-A99FBE2C944F}" type="datetime1">
              <a:rPr lang="zh-CN" altLang="en-US" smtClean="0"/>
              <a:t>2026/3/16</a:t>
            </a:fld>
            <a:endParaRPr lang="zh-CN" altLang="en-US" dirty="0"/>
          </a:p>
        </p:txBody>
      </p:sp>
      <p:sp>
        <p:nvSpPr>
          <p:cNvPr id="9" name="文本框 8">
            <a:extLst>
              <a:ext uri="{FF2B5EF4-FFF2-40B4-BE49-F238E27FC236}">
                <a16:creationId xmlns:a16="http://schemas.microsoft.com/office/drawing/2014/main" id="{B50E02C0-0DD6-4964-80BD-AE53F2A1BBD8}"/>
              </a:ext>
            </a:extLst>
          </p:cNvPr>
          <p:cNvSpPr txBox="1"/>
          <p:nvPr/>
        </p:nvSpPr>
        <p:spPr>
          <a:xfrm>
            <a:off x="2419350" y="5780602"/>
            <a:ext cx="7353300" cy="400110"/>
          </a:xfrm>
          <a:prstGeom prst="rect">
            <a:avLst/>
          </a:prstGeom>
          <a:noFill/>
        </p:spPr>
        <p:txBody>
          <a:bodyPr wrap="square">
            <a:spAutoFit/>
          </a:bodyPr>
          <a:lstStyle/>
          <a:p>
            <a:pPr algn="ctr"/>
            <a:r>
              <a:rPr lang="en-US" sz="2000" dirty="0">
                <a:solidFill>
                  <a:srgbClr val="231F20"/>
                </a:solidFill>
                <a:latin typeface="Microsoft YaHei UI" panose="020B0503020204020204" pitchFamily="34" charset="-122"/>
                <a:ea typeface="Microsoft YaHei UI" panose="020B0503020204020204" pitchFamily="34" charset="-122"/>
              </a:rPr>
              <a:t>T</a:t>
            </a:r>
            <a:r>
              <a:rPr lang="en-US" sz="2000" dirty="0">
                <a:solidFill>
                  <a:srgbClr val="231F20"/>
                </a:solidFill>
                <a:effectLst/>
                <a:latin typeface="Microsoft YaHei UI" panose="020B0503020204020204" pitchFamily="34" charset="-122"/>
                <a:ea typeface="Microsoft YaHei UI" panose="020B0503020204020204" pitchFamily="34" charset="-122"/>
              </a:rPr>
              <a:t>ransition of each process among the states.</a:t>
            </a:r>
          </a:p>
        </p:txBody>
      </p:sp>
    </p:spTree>
    <p:extLst>
      <p:ext uri="{BB962C8B-B14F-4D97-AF65-F5344CB8AC3E}">
        <p14:creationId xmlns:p14="http://schemas.microsoft.com/office/powerpoint/2010/main" val="2925452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Using Two Queues</a:t>
            </a:r>
            <a:endParaRPr lang="zh-CN" altLang="en-US" dirty="0"/>
          </a:p>
        </p:txBody>
      </p:sp>
      <p:sp>
        <p:nvSpPr>
          <p:cNvPr id="5" name="内容占位符 4">
            <a:extLst>
              <a:ext uri="{FF2B5EF4-FFF2-40B4-BE49-F238E27FC236}">
                <a16:creationId xmlns:a16="http://schemas.microsoft.com/office/drawing/2014/main" id="{FE822A09-8A0E-4BCD-9A2F-946D8CCF2981}"/>
              </a:ext>
            </a:extLst>
          </p:cNvPr>
          <p:cNvSpPr>
            <a:spLocks noGrp="1"/>
          </p:cNvSpPr>
          <p:nvPr>
            <p:ph idx="1"/>
          </p:nvPr>
        </p:nvSpPr>
        <p:spPr/>
        <p:txBody>
          <a:bodyPr/>
          <a:lstStyle/>
          <a:p>
            <a:endParaRPr lang="en-US"/>
          </a:p>
        </p:txBody>
      </p:sp>
      <p:pic>
        <p:nvPicPr>
          <p:cNvPr id="7" name="图片 6">
            <a:extLst>
              <a:ext uri="{FF2B5EF4-FFF2-40B4-BE49-F238E27FC236}">
                <a16:creationId xmlns:a16="http://schemas.microsoft.com/office/drawing/2014/main" id="{23529D3F-17C4-4A2F-8690-ECFE4F822A4F}"/>
              </a:ext>
            </a:extLst>
          </p:cNvPr>
          <p:cNvPicPr>
            <a:picLocks noChangeAspect="1"/>
          </p:cNvPicPr>
          <p:nvPr/>
        </p:nvPicPr>
        <p:blipFill>
          <a:blip r:embed="rId3"/>
          <a:stretch>
            <a:fillRect/>
          </a:stretch>
        </p:blipFill>
        <p:spPr>
          <a:xfrm>
            <a:off x="1132840" y="1502659"/>
            <a:ext cx="9926320" cy="385268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Multiple Blocked Queues</a:t>
            </a:r>
            <a:endParaRPr lang="zh-CN" altLang="en-US" dirty="0"/>
          </a:p>
        </p:txBody>
      </p:sp>
      <p:pic>
        <p:nvPicPr>
          <p:cNvPr id="6" name="图片 5">
            <a:extLst>
              <a:ext uri="{FF2B5EF4-FFF2-40B4-BE49-F238E27FC236}">
                <a16:creationId xmlns:a16="http://schemas.microsoft.com/office/drawing/2014/main" id="{6D279520-5AE2-45C9-A472-21FD12F93342}"/>
              </a:ext>
            </a:extLst>
          </p:cNvPr>
          <p:cNvPicPr>
            <a:picLocks noChangeAspect="1"/>
          </p:cNvPicPr>
          <p:nvPr/>
        </p:nvPicPr>
        <p:blipFill>
          <a:blip r:embed="rId3"/>
          <a:stretch>
            <a:fillRect/>
          </a:stretch>
        </p:blipFill>
        <p:spPr>
          <a:xfrm>
            <a:off x="1163320" y="841103"/>
            <a:ext cx="6663284" cy="5411243"/>
          </a:xfrm>
          <a:prstGeom prst="rect">
            <a:avLst/>
          </a:prstGeom>
        </p:spPr>
      </p:pic>
      <p:sp>
        <p:nvSpPr>
          <p:cNvPr id="7" name="矩形 6">
            <a:extLst>
              <a:ext uri="{FF2B5EF4-FFF2-40B4-BE49-F238E27FC236}">
                <a16:creationId xmlns:a16="http://schemas.microsoft.com/office/drawing/2014/main" id="{4B1C65CD-D13A-444D-9F15-120230F1705E}"/>
              </a:ext>
            </a:extLst>
          </p:cNvPr>
          <p:cNvSpPr/>
          <p:nvPr/>
        </p:nvSpPr>
        <p:spPr>
          <a:xfrm>
            <a:off x="10030766" y="4029747"/>
            <a:ext cx="1195589" cy="923330"/>
          </a:xfrm>
          <a:prstGeom prst="rect">
            <a:avLst/>
          </a:prstGeom>
          <a:noFill/>
        </p:spPr>
        <p:txBody>
          <a:bodyPr wrap="square" lIns="91440" tIns="45720" rIns="91440" bIns="45720">
            <a:spAutoFit/>
          </a:bodyPr>
          <a:lstStyle/>
          <a:p>
            <a:pPr algn="ctr" defTabSz="914400" fontAlgn="base">
              <a:spcBef>
                <a:spcPct val="0"/>
              </a:spcBef>
              <a:spcAft>
                <a:spcPct val="0"/>
              </a:spcAft>
            </a:pPr>
            <a:r>
              <a:rPr lang="en-US" altLang="zh-CN" sz="5400" b="1" dirty="0">
                <a:ln w="1905"/>
                <a:solidFill>
                  <a:srgbClr val="FF0000"/>
                </a:solidFill>
                <a:effectLst>
                  <a:innerShdw blurRad="69850" dist="43180" dir="5400000">
                    <a:srgbClr val="000000">
                      <a:alpha val="65000"/>
                    </a:srgbClr>
                  </a:innerShdw>
                </a:effectLst>
                <a:latin typeface="Arial" panose="020B0604020202020204" pitchFamily="34" charset="0"/>
              </a:rPr>
              <a:t>?</a:t>
            </a:r>
            <a:endParaRPr lang="zh-CN" altLang="en-US" sz="5400" b="1" dirty="0">
              <a:ln w="1905"/>
              <a:solidFill>
                <a:srgbClr val="FF0000"/>
              </a:solidFill>
              <a:effectLst>
                <a:innerShdw blurRad="69850" dist="43180" dir="5400000">
                  <a:srgbClr val="000000">
                    <a:alpha val="65000"/>
                  </a:srgbClr>
                </a:innerShdw>
              </a:effectLst>
              <a:latin typeface="Arial" panose="020B0604020202020204" pitchFamily="34" charset="0"/>
            </a:endParaRPr>
          </a:p>
        </p:txBody>
      </p:sp>
      <p:sp>
        <p:nvSpPr>
          <p:cNvPr id="8" name="文本框 7">
            <a:extLst>
              <a:ext uri="{FF2B5EF4-FFF2-40B4-BE49-F238E27FC236}">
                <a16:creationId xmlns:a16="http://schemas.microsoft.com/office/drawing/2014/main" id="{DA4FD7A1-5329-4641-B167-F02B1FCDE0EF}"/>
              </a:ext>
            </a:extLst>
          </p:cNvPr>
          <p:cNvSpPr txBox="1"/>
          <p:nvPr/>
        </p:nvSpPr>
        <p:spPr>
          <a:xfrm>
            <a:off x="7913131" y="1979975"/>
            <a:ext cx="3654698" cy="1200329"/>
          </a:xfrm>
          <a:prstGeom prst="rect">
            <a:avLst/>
          </a:prstGeom>
          <a:noFill/>
        </p:spPr>
        <p:txBody>
          <a:bodyPr wrap="square" rtlCol="0">
            <a:spAutoFit/>
          </a:bodyPr>
          <a:lstStyle/>
          <a:p>
            <a:r>
              <a:rPr lang="en-US" dirty="0">
                <a:latin typeface="Microsoft YaHei UI" panose="020B0503020204020204" pitchFamily="34" charset="-122"/>
                <a:ea typeface="Microsoft YaHei UI" panose="020B0503020204020204" pitchFamily="34" charset="-122"/>
              </a:rPr>
              <a:t>T</a:t>
            </a:r>
            <a:r>
              <a:rPr lang="en-US" sz="1800" kern="1200" baseline="0" dirty="0">
                <a:solidFill>
                  <a:schemeClr val="tx1"/>
                </a:solidFill>
                <a:latin typeface="Microsoft YaHei UI" panose="020B0503020204020204" pitchFamily="34" charset="-122"/>
                <a:ea typeface="Microsoft YaHei UI" panose="020B0503020204020204" pitchFamily="34" charset="-122"/>
              </a:rPr>
              <a:t>he processor is so much faster than I/O that it will be common for </a:t>
            </a:r>
            <a:r>
              <a:rPr lang="en-US" sz="1800" b="1" kern="1200" baseline="0" dirty="0">
                <a:solidFill>
                  <a:schemeClr val="tx1"/>
                </a:solidFill>
                <a:latin typeface="Microsoft YaHei UI" panose="020B0503020204020204" pitchFamily="34" charset="-122"/>
                <a:ea typeface="Microsoft YaHei UI" panose="020B0503020204020204" pitchFamily="34" charset="-122"/>
              </a:rPr>
              <a:t>all of the processes in memory to be waiting for I/O</a:t>
            </a:r>
            <a:r>
              <a:rPr lang="en-US" sz="1800" kern="1200" baseline="0" dirty="0">
                <a:solidFill>
                  <a:schemeClr val="tx1"/>
                </a:solidFill>
                <a:latin typeface="Microsoft YaHei UI" panose="020B0503020204020204" pitchFamily="34" charset="-122"/>
                <a:ea typeface="Microsoft YaHei UI" panose="020B0503020204020204" pitchFamily="34" charset="-122"/>
              </a:rPr>
              <a:t>.</a:t>
            </a:r>
            <a:endParaRPr lang="en-US" dirty="0">
              <a:latin typeface="Microsoft YaHei UI" panose="020B0503020204020204" pitchFamily="34" charset="-122"/>
              <a:ea typeface="Microsoft YaHei UI" panose="020B0503020204020204" pitchFamily="34" charset="-122"/>
            </a:endParaRPr>
          </a:p>
        </p:txBody>
      </p:sp>
      <p:sp>
        <p:nvSpPr>
          <p:cNvPr id="10" name="文本框 9">
            <a:extLst>
              <a:ext uri="{FF2B5EF4-FFF2-40B4-BE49-F238E27FC236}">
                <a16:creationId xmlns:a16="http://schemas.microsoft.com/office/drawing/2014/main" id="{E3D053B3-501E-43C4-AF9F-51DC5ED82680}"/>
              </a:ext>
            </a:extLst>
          </p:cNvPr>
          <p:cNvSpPr txBox="1"/>
          <p:nvPr/>
        </p:nvSpPr>
        <p:spPr>
          <a:xfrm>
            <a:off x="8347526" y="4260579"/>
            <a:ext cx="2238886" cy="461665"/>
          </a:xfrm>
          <a:prstGeom prst="rect">
            <a:avLst/>
          </a:prstGeom>
          <a:noFill/>
        </p:spPr>
        <p:txBody>
          <a:bodyPr wrap="square">
            <a:spAutoFit/>
          </a:bodyPr>
          <a:lstStyle/>
          <a:p>
            <a:r>
              <a:rPr lang="en-US" sz="2400" b="1" kern="1200" baseline="0" dirty="0">
                <a:solidFill>
                  <a:srgbClr val="FF0000"/>
                </a:solidFill>
                <a:latin typeface="Microsoft YaHei UI" panose="020B0503020204020204" pitchFamily="34" charset="-122"/>
                <a:ea typeface="Microsoft YaHei UI" panose="020B0503020204020204" pitchFamily="34" charset="-122"/>
              </a:rPr>
              <a:t>What to do </a:t>
            </a:r>
            <a:endParaRPr lang="en-US" sz="2400" b="1" dirty="0">
              <a:solidFill>
                <a:srgbClr val="FF0000"/>
              </a:solidFill>
              <a:latin typeface="Microsoft YaHei UI" panose="020B0503020204020204" pitchFamily="34" charset="-122"/>
              <a:ea typeface="Microsoft YaHei UI"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Reasons for Process Creation</a:t>
            </a:r>
            <a:endParaRPr lang="zh-CN" altLang="en-US" dirty="0"/>
          </a:p>
        </p:txBody>
      </p:sp>
      <p:sp>
        <p:nvSpPr>
          <p:cNvPr id="14" name="内容占位符 13">
            <a:extLst>
              <a:ext uri="{FF2B5EF4-FFF2-40B4-BE49-F238E27FC236}">
                <a16:creationId xmlns:a16="http://schemas.microsoft.com/office/drawing/2014/main" id="{07EC7399-E108-42CF-8B27-515ACDEC2669}"/>
              </a:ext>
            </a:extLst>
          </p:cNvPr>
          <p:cNvSpPr>
            <a:spLocks noGrp="1"/>
          </p:cNvSpPr>
          <p:nvPr>
            <p:ph idx="1"/>
          </p:nvPr>
        </p:nvSpPr>
        <p:spPr>
          <a:xfrm>
            <a:off x="725714" y="841103"/>
            <a:ext cx="10515600" cy="5175794"/>
          </a:xfrm>
        </p:spPr>
        <p:txBody>
          <a:bodyPr>
            <a:noAutofit/>
          </a:bodyPr>
          <a:lstStyle/>
          <a:p>
            <a:r>
              <a:rPr lang="en-US" dirty="0">
                <a:solidFill>
                  <a:srgbClr val="231F20"/>
                </a:solidFill>
                <a:effectLst/>
                <a:latin typeface="Microsoft YaHei UI" panose="020B0503020204020204" pitchFamily="34" charset="-122"/>
                <a:ea typeface="Microsoft YaHei UI" panose="020B0503020204020204" pitchFamily="34" charset="-122"/>
              </a:rPr>
              <a:t>New batch job</a:t>
            </a:r>
          </a:p>
          <a:p>
            <a:pPr lvl="1"/>
            <a:r>
              <a:rPr lang="en-US" dirty="0">
                <a:solidFill>
                  <a:srgbClr val="231F20"/>
                </a:solidFill>
                <a:effectLst/>
                <a:latin typeface="Microsoft YaHei UI" panose="020B0503020204020204" pitchFamily="34" charset="-122"/>
                <a:ea typeface="Microsoft YaHei UI" panose="020B0503020204020204" pitchFamily="34" charset="-122"/>
              </a:rPr>
              <a:t>The OS is provided with a batch job control stream, usually on tape or disk. When the OS is prepared to take on new work, it will read the </a:t>
            </a:r>
            <a:r>
              <a:rPr lang="en-US" dirty="0">
                <a:solidFill>
                  <a:srgbClr val="FF0000"/>
                </a:solidFill>
                <a:effectLst/>
                <a:latin typeface="Microsoft YaHei UI" panose="020B0503020204020204" pitchFamily="34" charset="-122"/>
                <a:ea typeface="Microsoft YaHei UI" panose="020B0503020204020204" pitchFamily="34" charset="-122"/>
              </a:rPr>
              <a:t>next sequence of job control commands</a:t>
            </a:r>
            <a:r>
              <a:rPr lang="en-US" dirty="0">
                <a:solidFill>
                  <a:srgbClr val="231F20"/>
                </a:solidFill>
                <a:effectLst/>
                <a:latin typeface="Microsoft YaHei UI" panose="020B0503020204020204" pitchFamily="34" charset="-122"/>
                <a:ea typeface="Microsoft YaHei UI" panose="020B0503020204020204" pitchFamily="34" charset="-122"/>
              </a:rPr>
              <a:t>.</a:t>
            </a:r>
          </a:p>
          <a:p>
            <a:r>
              <a:rPr lang="en-US" dirty="0">
                <a:solidFill>
                  <a:srgbClr val="231F20"/>
                </a:solidFill>
                <a:effectLst/>
                <a:latin typeface="Microsoft YaHei UI" panose="020B0503020204020204" pitchFamily="34" charset="-122"/>
                <a:ea typeface="Microsoft YaHei UI" panose="020B0503020204020204" pitchFamily="34" charset="-122"/>
              </a:rPr>
              <a:t>Interactive log-on</a:t>
            </a:r>
          </a:p>
          <a:p>
            <a:pPr lvl="1"/>
            <a:r>
              <a:rPr lang="en-US" dirty="0">
                <a:solidFill>
                  <a:srgbClr val="231F20"/>
                </a:solidFill>
                <a:effectLst/>
                <a:latin typeface="Microsoft YaHei UI" panose="020B0503020204020204" pitchFamily="34" charset="-122"/>
                <a:ea typeface="Microsoft YaHei UI" panose="020B0503020204020204" pitchFamily="34" charset="-122"/>
              </a:rPr>
              <a:t>A user at a terminal logs on to the system.</a:t>
            </a:r>
            <a:endParaRPr lang="en-US" dirty="0">
              <a:solidFill>
                <a:srgbClr val="231F20"/>
              </a:solidFill>
              <a:latin typeface="Microsoft YaHei UI" panose="020B0503020204020204" pitchFamily="34" charset="-122"/>
              <a:ea typeface="Microsoft YaHei UI" panose="020B0503020204020204" pitchFamily="34" charset="-122"/>
            </a:endParaRPr>
          </a:p>
          <a:p>
            <a:r>
              <a:rPr lang="en-US" dirty="0">
                <a:solidFill>
                  <a:srgbClr val="231F20"/>
                </a:solidFill>
                <a:effectLst/>
                <a:latin typeface="Microsoft YaHei UI" panose="020B0503020204020204" pitchFamily="34" charset="-122"/>
                <a:ea typeface="Microsoft YaHei UI" panose="020B0503020204020204" pitchFamily="34" charset="-122"/>
              </a:rPr>
              <a:t>Created by OS to provide a service</a:t>
            </a:r>
          </a:p>
          <a:p>
            <a:pPr lvl="1"/>
            <a:r>
              <a:rPr lang="en-US" dirty="0">
                <a:solidFill>
                  <a:srgbClr val="231F20"/>
                </a:solidFill>
                <a:effectLst/>
                <a:latin typeface="Microsoft YaHei UI" panose="020B0503020204020204" pitchFamily="34" charset="-122"/>
                <a:ea typeface="Microsoft YaHei UI" panose="020B0503020204020204" pitchFamily="34" charset="-122"/>
              </a:rPr>
              <a:t>The OS can create a process to perform a function on behalf of a user program, without the user having to wait (e.g., a process to control printing).</a:t>
            </a:r>
          </a:p>
          <a:p>
            <a:r>
              <a:rPr lang="en-US" dirty="0">
                <a:solidFill>
                  <a:srgbClr val="231F20"/>
                </a:solidFill>
                <a:effectLst/>
                <a:latin typeface="Microsoft YaHei UI" panose="020B0503020204020204" pitchFamily="34" charset="-122"/>
                <a:ea typeface="Microsoft YaHei UI" panose="020B0503020204020204" pitchFamily="34" charset="-122"/>
              </a:rPr>
              <a:t>Spawned</a:t>
            </a:r>
            <a:r>
              <a:rPr lang="zh-CN" altLang="en-US" dirty="0">
                <a:solidFill>
                  <a:srgbClr val="231F20"/>
                </a:solidFill>
                <a:effectLst/>
                <a:latin typeface="Microsoft YaHei UI" panose="020B0503020204020204" pitchFamily="34" charset="-122"/>
                <a:ea typeface="Microsoft YaHei UI" panose="020B0503020204020204" pitchFamily="34" charset="-122"/>
              </a:rPr>
              <a:t>（派生）</a:t>
            </a:r>
            <a:r>
              <a:rPr lang="en-US" dirty="0">
                <a:solidFill>
                  <a:srgbClr val="231F20"/>
                </a:solidFill>
                <a:effectLst/>
                <a:latin typeface="Microsoft YaHei UI" panose="020B0503020204020204" pitchFamily="34" charset="-122"/>
                <a:ea typeface="Microsoft YaHei UI" panose="020B0503020204020204" pitchFamily="34" charset="-122"/>
              </a:rPr>
              <a:t> by existing process</a:t>
            </a:r>
          </a:p>
          <a:p>
            <a:pPr lvl="1"/>
            <a:r>
              <a:rPr lang="en-US" dirty="0">
                <a:solidFill>
                  <a:srgbClr val="231F20"/>
                </a:solidFill>
                <a:effectLst/>
                <a:latin typeface="Microsoft YaHei UI" panose="020B0503020204020204" pitchFamily="34" charset="-122"/>
                <a:ea typeface="Microsoft YaHei UI" panose="020B0503020204020204" pitchFamily="34" charset="-122"/>
              </a:rPr>
              <a:t>For purposes of </a:t>
            </a:r>
            <a:r>
              <a:rPr lang="en-US" dirty="0">
                <a:solidFill>
                  <a:srgbClr val="FF0000"/>
                </a:solidFill>
                <a:effectLst/>
                <a:latin typeface="Microsoft YaHei UI" panose="020B0503020204020204" pitchFamily="34" charset="-122"/>
                <a:ea typeface="Microsoft YaHei UI" panose="020B0503020204020204" pitchFamily="34" charset="-122"/>
              </a:rPr>
              <a:t>modularity or to exploit parallelism</a:t>
            </a:r>
            <a:r>
              <a:rPr lang="en-US" dirty="0">
                <a:solidFill>
                  <a:srgbClr val="231F20"/>
                </a:solidFill>
                <a:effectLst/>
                <a:latin typeface="Microsoft YaHei UI" panose="020B0503020204020204" pitchFamily="34" charset="-122"/>
                <a:ea typeface="Microsoft YaHei UI" panose="020B0503020204020204" pitchFamily="34" charset="-122"/>
              </a:rPr>
              <a:t>, a user program can dictate the creation of a number of processes.</a:t>
            </a:r>
            <a:endParaRPr lang="en-US" dirty="0">
              <a:latin typeface="Microsoft YaHei UI" panose="020B0503020204020204" pitchFamily="34" charset="-122"/>
              <a:ea typeface="Microsoft YaHei UI"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Process Creation</a:t>
            </a:r>
            <a:endParaRPr lang="zh-CN" altLang="en-US" dirty="0"/>
          </a:p>
        </p:txBody>
      </p:sp>
      <p:sp>
        <p:nvSpPr>
          <p:cNvPr id="3" name="内容占位符 2"/>
          <p:cNvSpPr>
            <a:spLocks noGrp="1"/>
          </p:cNvSpPr>
          <p:nvPr>
            <p:ph idx="1"/>
          </p:nvPr>
        </p:nvSpPr>
        <p:spPr/>
        <p:txBody>
          <a:bodyPr>
            <a:normAutofit/>
          </a:bodyPr>
          <a:lstStyle/>
          <a:p>
            <a:pPr>
              <a:lnSpc>
                <a:spcPct val="150000"/>
              </a:lnSpc>
            </a:pPr>
            <a:r>
              <a:rPr lang="en-US" altLang="zh-CN" dirty="0"/>
              <a:t>Process spawning </a:t>
            </a:r>
            <a:r>
              <a:rPr lang="zh-CN" altLang="en-US" dirty="0"/>
              <a:t>（派生）</a:t>
            </a:r>
            <a:endParaRPr lang="en-US" altLang="zh-CN" dirty="0"/>
          </a:p>
          <a:p>
            <a:pPr lvl="1">
              <a:lnSpc>
                <a:spcPct val="150000"/>
              </a:lnSpc>
            </a:pPr>
            <a:r>
              <a:rPr lang="en-US" altLang="zh-CN" sz="2400" dirty="0"/>
              <a:t>when the OS creates a process at the </a:t>
            </a:r>
            <a:r>
              <a:rPr lang="en-US" altLang="zh-CN" sz="2400" dirty="0">
                <a:solidFill>
                  <a:srgbClr val="FF0000"/>
                </a:solidFill>
              </a:rPr>
              <a:t>explicit request </a:t>
            </a:r>
            <a:r>
              <a:rPr lang="en-US" altLang="zh-CN" sz="2400" dirty="0"/>
              <a:t>of </a:t>
            </a:r>
            <a:r>
              <a:rPr lang="en-US" altLang="zh-CN" sz="2400" dirty="0">
                <a:solidFill>
                  <a:srgbClr val="FF0000"/>
                </a:solidFill>
              </a:rPr>
              <a:t>another process</a:t>
            </a:r>
          </a:p>
          <a:p>
            <a:pPr>
              <a:lnSpc>
                <a:spcPct val="150000"/>
              </a:lnSpc>
            </a:pPr>
            <a:r>
              <a:rPr lang="en-US" altLang="zh-CN" dirty="0"/>
              <a:t>Parent process</a:t>
            </a:r>
          </a:p>
          <a:p>
            <a:pPr lvl="1">
              <a:lnSpc>
                <a:spcPct val="150000"/>
              </a:lnSpc>
            </a:pPr>
            <a:r>
              <a:rPr lang="en-US" altLang="zh-CN" sz="2400" dirty="0"/>
              <a:t>is the original, creating, process</a:t>
            </a:r>
          </a:p>
          <a:p>
            <a:pPr>
              <a:lnSpc>
                <a:spcPct val="150000"/>
              </a:lnSpc>
            </a:pPr>
            <a:r>
              <a:rPr lang="en-US" altLang="zh-CN" dirty="0"/>
              <a:t>Child process </a:t>
            </a:r>
          </a:p>
          <a:p>
            <a:pPr lvl="1">
              <a:lnSpc>
                <a:spcPct val="150000"/>
              </a:lnSpc>
            </a:pPr>
            <a:r>
              <a:rPr lang="en-US" altLang="zh-CN" sz="2400" dirty="0"/>
              <a:t>is the new process</a:t>
            </a:r>
          </a:p>
          <a:p>
            <a:pPr lvl="1"/>
            <a:endParaRPr lang="en-US" altLang="zh-CN" dirty="0"/>
          </a:p>
          <a:p>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Tree of Processes in Linux</a:t>
            </a:r>
            <a:endParaRPr lang="zh-CN" altLang="en-US" dirty="0"/>
          </a:p>
        </p:txBody>
      </p:sp>
      <p:pic>
        <p:nvPicPr>
          <p:cNvPr id="6" name="Picture 1" descr="3_08.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1843" y="841103"/>
            <a:ext cx="10138074" cy="4775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Process Termination</a:t>
            </a:r>
            <a:endParaRPr lang="zh-CN" altLang="en-US" dirty="0"/>
          </a:p>
        </p:txBody>
      </p:sp>
      <p:sp>
        <p:nvSpPr>
          <p:cNvPr id="3" name="内容占位符 2"/>
          <p:cNvSpPr>
            <a:spLocks noGrp="1"/>
          </p:cNvSpPr>
          <p:nvPr>
            <p:ph idx="1"/>
          </p:nvPr>
        </p:nvSpPr>
        <p:spPr/>
        <p:txBody>
          <a:bodyPr/>
          <a:lstStyle/>
          <a:p>
            <a:pPr>
              <a:spcBef>
                <a:spcPts val="1200"/>
              </a:spcBef>
              <a:spcAft>
                <a:spcPts val="1200"/>
              </a:spcAft>
            </a:pPr>
            <a:r>
              <a:rPr lang="en-US" altLang="zh-CN" dirty="0"/>
              <a:t>There must be a means</a:t>
            </a:r>
            <a:r>
              <a:rPr lang="en-US" altLang="zh-CN" dirty="0">
                <a:solidFill>
                  <a:srgbClr val="C00000"/>
                </a:solidFill>
              </a:rPr>
              <a:t> </a:t>
            </a:r>
            <a:r>
              <a:rPr lang="en-US" altLang="zh-CN" dirty="0"/>
              <a:t>for a process to </a:t>
            </a:r>
            <a:r>
              <a:rPr lang="en-US" altLang="zh-CN" dirty="0">
                <a:solidFill>
                  <a:srgbClr val="FF0000"/>
                </a:solidFill>
              </a:rPr>
              <a:t>indicate its completion </a:t>
            </a:r>
          </a:p>
          <a:p>
            <a:pPr lvl="1">
              <a:spcBef>
                <a:spcPts val="1200"/>
              </a:spcBef>
              <a:spcAft>
                <a:spcPts val="1200"/>
              </a:spcAft>
            </a:pPr>
            <a:r>
              <a:rPr lang="en-US" altLang="zh-CN" dirty="0"/>
              <a:t>A batch job should include a </a:t>
            </a:r>
            <a:r>
              <a:rPr lang="en-US" altLang="zh-CN" dirty="0">
                <a:solidFill>
                  <a:srgbClr val="FF0000"/>
                </a:solidFill>
              </a:rPr>
              <a:t>HALT instruction </a:t>
            </a:r>
            <a:r>
              <a:rPr lang="en-US" altLang="zh-CN" dirty="0"/>
              <a:t>or an </a:t>
            </a:r>
            <a:r>
              <a:rPr lang="en-US" altLang="zh-CN" dirty="0">
                <a:solidFill>
                  <a:srgbClr val="FF0000"/>
                </a:solidFill>
              </a:rPr>
              <a:t>explicit OS </a:t>
            </a:r>
            <a:r>
              <a:rPr lang="en-US" altLang="zh-CN" dirty="0"/>
              <a:t>service call for termination</a:t>
            </a:r>
          </a:p>
          <a:p>
            <a:pPr lvl="1">
              <a:spcBef>
                <a:spcPts val="1200"/>
              </a:spcBef>
              <a:spcAft>
                <a:spcPts val="1200"/>
              </a:spcAft>
            </a:pPr>
            <a:r>
              <a:rPr lang="en-US" altLang="zh-CN" dirty="0"/>
              <a:t>For an interactive application, the </a:t>
            </a:r>
            <a:r>
              <a:rPr lang="en-US" altLang="zh-CN" dirty="0">
                <a:solidFill>
                  <a:srgbClr val="FF0000"/>
                </a:solidFill>
              </a:rPr>
              <a:t>action of the user </a:t>
            </a:r>
            <a:r>
              <a:rPr lang="en-US" altLang="zh-CN" dirty="0"/>
              <a:t>will indicate when the process is completed  (e.g. log off, quitting an application)</a:t>
            </a:r>
          </a:p>
          <a:p>
            <a:pPr lvl="1">
              <a:spcBef>
                <a:spcPts val="1200"/>
              </a:spcBef>
              <a:spcAft>
                <a:spcPts val="1200"/>
              </a:spcAft>
            </a:pPr>
            <a:r>
              <a:rPr lang="en-US" altLang="zh-CN" dirty="0"/>
              <a:t>Error</a:t>
            </a:r>
            <a:r>
              <a:rPr lang="zh-CN" altLang="en-US" dirty="0"/>
              <a:t> </a:t>
            </a:r>
            <a:r>
              <a:rPr lang="en-US" altLang="zh-CN" dirty="0"/>
              <a:t>and</a:t>
            </a:r>
            <a:r>
              <a:rPr lang="zh-CN" altLang="en-US" dirty="0"/>
              <a:t> </a:t>
            </a:r>
            <a:r>
              <a:rPr lang="en-US" altLang="zh-CN" dirty="0"/>
              <a:t>failure</a:t>
            </a:r>
            <a:r>
              <a:rPr lang="zh-CN" altLang="en-US" dirty="0"/>
              <a:t> </a:t>
            </a:r>
            <a:r>
              <a:rPr lang="en-US" altLang="zh-CN" dirty="0"/>
              <a:t>conditions</a:t>
            </a:r>
          </a:p>
          <a:p>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Suspended</a:t>
            </a:r>
            <a:r>
              <a:rPr lang="zh-CN" altLang="en-US" dirty="0"/>
              <a:t>（挂起）</a:t>
            </a:r>
            <a:r>
              <a:rPr lang="en-US" altLang="zh-CN" dirty="0"/>
              <a:t> Processes</a:t>
            </a:r>
            <a:endParaRPr lang="zh-CN" altLang="en-US" dirty="0"/>
          </a:p>
        </p:txBody>
      </p:sp>
      <p:sp>
        <p:nvSpPr>
          <p:cNvPr id="3" name="内容占位符 2"/>
          <p:cNvSpPr>
            <a:spLocks noGrp="1"/>
          </p:cNvSpPr>
          <p:nvPr>
            <p:ph idx="1"/>
          </p:nvPr>
        </p:nvSpPr>
        <p:spPr>
          <a:xfrm>
            <a:off x="838200" y="841103"/>
            <a:ext cx="10258778" cy="5175794"/>
          </a:xfrm>
        </p:spPr>
        <p:txBody>
          <a:bodyPr/>
          <a:lstStyle/>
          <a:p>
            <a:r>
              <a:rPr lang="en-US" altLang="zh-CN" dirty="0"/>
              <a:t>W</a:t>
            </a:r>
            <a:r>
              <a:rPr lang="en-US" altLang="zh-CN" sz="2400" dirty="0"/>
              <a:t>hen </a:t>
            </a:r>
            <a:r>
              <a:rPr lang="en-US" altLang="zh-CN" sz="2400" dirty="0">
                <a:solidFill>
                  <a:srgbClr val="FF0000"/>
                </a:solidFill>
              </a:rPr>
              <a:t>none of</a:t>
            </a:r>
            <a:r>
              <a:rPr lang="en-US" altLang="zh-CN" sz="2400" dirty="0"/>
              <a:t> the processes in main memory is in the Ready state</a:t>
            </a:r>
            <a:r>
              <a:rPr lang="zh-CN" altLang="en-US" sz="2400" dirty="0"/>
              <a:t>，</a:t>
            </a:r>
            <a:r>
              <a:rPr lang="en-US" altLang="zh-CN" dirty="0"/>
              <a:t> swapping (</a:t>
            </a:r>
            <a:r>
              <a:rPr lang="zh-CN" altLang="en-US" dirty="0"/>
              <a:t>交换</a:t>
            </a:r>
            <a:r>
              <a:rPr lang="en-US" altLang="zh-CN" dirty="0"/>
              <a:t>)</a:t>
            </a:r>
            <a:r>
              <a:rPr lang="en-US" altLang="zh-CN" sz="2400" dirty="0"/>
              <a:t> </a:t>
            </a:r>
            <a:endParaRPr lang="en-US" altLang="zh-CN" dirty="0"/>
          </a:p>
          <a:p>
            <a:endParaRPr lang="en-US" altLang="zh-CN" dirty="0"/>
          </a:p>
          <a:p>
            <a:pPr lvl="1"/>
            <a:r>
              <a:rPr lang="en-US" altLang="zh-CN" sz="2400" dirty="0"/>
              <a:t>moving a process </a:t>
            </a:r>
            <a:r>
              <a:rPr lang="en-US" altLang="zh-CN" sz="2400" dirty="0">
                <a:solidFill>
                  <a:srgbClr val="FF0000"/>
                </a:solidFill>
              </a:rPr>
              <a:t>from main memory to disk</a:t>
            </a:r>
          </a:p>
          <a:p>
            <a:pPr lvl="1"/>
            <a:endParaRPr lang="en-US" altLang="zh-CN" sz="2400" dirty="0">
              <a:solidFill>
                <a:srgbClr val="FF0000"/>
              </a:solidFill>
            </a:endParaRPr>
          </a:p>
          <a:p>
            <a:pPr lvl="1"/>
            <a:r>
              <a:rPr lang="en-US" altLang="zh-CN" sz="2400" dirty="0"/>
              <a:t>the OS swaps one of the blocked processes out on to disk into a </a:t>
            </a:r>
            <a:r>
              <a:rPr lang="en-US" altLang="zh-CN" sz="2400" dirty="0">
                <a:solidFill>
                  <a:srgbClr val="FF0000"/>
                </a:solidFill>
              </a:rPr>
              <a:t>suspend queue</a:t>
            </a:r>
          </a:p>
          <a:p>
            <a:pPr lvl="1"/>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One Suspend State</a:t>
            </a:r>
            <a:endParaRPr lang="zh-CN" altLang="en-US" dirty="0"/>
          </a:p>
        </p:txBody>
      </p:sp>
      <p:sp>
        <p:nvSpPr>
          <p:cNvPr id="5" name="内容占位符 4">
            <a:extLst>
              <a:ext uri="{FF2B5EF4-FFF2-40B4-BE49-F238E27FC236}">
                <a16:creationId xmlns:a16="http://schemas.microsoft.com/office/drawing/2014/main" id="{3F829D39-54B8-4FBD-9116-BD055E41082B}"/>
              </a:ext>
            </a:extLst>
          </p:cNvPr>
          <p:cNvSpPr>
            <a:spLocks noGrp="1"/>
          </p:cNvSpPr>
          <p:nvPr>
            <p:ph idx="1"/>
          </p:nvPr>
        </p:nvSpPr>
        <p:spPr>
          <a:xfrm>
            <a:off x="838200" y="841103"/>
            <a:ext cx="8378371" cy="3490128"/>
          </a:xfrm>
        </p:spPr>
        <p:txBody>
          <a:bodyPr/>
          <a:lstStyle/>
          <a:p>
            <a:endParaRPr lang="en-US" dirty="0"/>
          </a:p>
        </p:txBody>
      </p:sp>
      <p:pic>
        <p:nvPicPr>
          <p:cNvPr id="8" name="图片 7">
            <a:extLst>
              <a:ext uri="{FF2B5EF4-FFF2-40B4-BE49-F238E27FC236}">
                <a16:creationId xmlns:a16="http://schemas.microsoft.com/office/drawing/2014/main" id="{C3EFA1AA-35BC-4B89-BB49-08F79CA5E80B}"/>
              </a:ext>
            </a:extLst>
          </p:cNvPr>
          <p:cNvPicPr>
            <a:picLocks noChangeAspect="1"/>
          </p:cNvPicPr>
          <p:nvPr/>
        </p:nvPicPr>
        <p:blipFill>
          <a:blip r:embed="rId3"/>
          <a:stretch>
            <a:fillRect/>
          </a:stretch>
        </p:blipFill>
        <p:spPr>
          <a:xfrm>
            <a:off x="1225784" y="1246632"/>
            <a:ext cx="9972660" cy="3490128"/>
          </a:xfrm>
          <a:prstGeom prst="rect">
            <a:avLst/>
          </a:prstGeom>
        </p:spPr>
      </p:pic>
      <p:sp>
        <p:nvSpPr>
          <p:cNvPr id="9" name="矩形 8">
            <a:extLst>
              <a:ext uri="{FF2B5EF4-FFF2-40B4-BE49-F238E27FC236}">
                <a16:creationId xmlns:a16="http://schemas.microsoft.com/office/drawing/2014/main" id="{E2E96588-FF1D-420C-B840-AF1B237C4695}"/>
              </a:ext>
            </a:extLst>
          </p:cNvPr>
          <p:cNvSpPr/>
          <p:nvPr/>
        </p:nvSpPr>
        <p:spPr>
          <a:xfrm>
            <a:off x="838200" y="3701143"/>
            <a:ext cx="2500086" cy="112342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Two Suspend States</a:t>
            </a:r>
            <a:endParaRPr lang="zh-CN" altLang="en-US" dirty="0"/>
          </a:p>
        </p:txBody>
      </p:sp>
      <p:sp>
        <p:nvSpPr>
          <p:cNvPr id="5" name="矩形 4"/>
          <p:cNvSpPr/>
          <p:nvPr/>
        </p:nvSpPr>
        <p:spPr>
          <a:xfrm>
            <a:off x="8418489" y="4841963"/>
            <a:ext cx="1195589" cy="923330"/>
          </a:xfrm>
          <a:prstGeom prst="rect">
            <a:avLst/>
          </a:prstGeom>
          <a:noFill/>
        </p:spPr>
        <p:txBody>
          <a:bodyPr wrap="square" lIns="91440" tIns="45720" rIns="91440" bIns="45720">
            <a:spAutoFit/>
          </a:bodyPr>
          <a:lstStyle/>
          <a:p>
            <a:pPr algn="ctr" defTabSz="914400" fontAlgn="base">
              <a:spcBef>
                <a:spcPct val="0"/>
              </a:spcBef>
              <a:spcAft>
                <a:spcPct val="0"/>
              </a:spcAft>
            </a:pPr>
            <a:r>
              <a:rPr lang="en-US" altLang="zh-CN" sz="5400" b="1" dirty="0">
                <a:ln w="1905"/>
                <a:solidFill>
                  <a:srgbClr val="FF0000"/>
                </a:solidFill>
                <a:effectLst>
                  <a:innerShdw blurRad="69850" dist="43180" dir="5400000">
                    <a:srgbClr val="000000">
                      <a:alpha val="65000"/>
                    </a:srgbClr>
                  </a:innerShdw>
                </a:effectLst>
                <a:latin typeface="Arial" panose="020B0604020202020204" pitchFamily="34" charset="0"/>
              </a:rPr>
              <a:t>?</a:t>
            </a:r>
            <a:endParaRPr lang="zh-CN" altLang="en-US" sz="5400" b="1" dirty="0">
              <a:ln w="1905"/>
              <a:solidFill>
                <a:srgbClr val="FF0000"/>
              </a:solidFill>
              <a:effectLst>
                <a:innerShdw blurRad="69850" dist="43180" dir="5400000">
                  <a:srgbClr val="000000">
                    <a:alpha val="65000"/>
                  </a:srgbClr>
                </a:innerShdw>
              </a:effectLst>
              <a:latin typeface="Arial" panose="020B0604020202020204" pitchFamily="34" charset="0"/>
            </a:endParaRPr>
          </a:p>
        </p:txBody>
      </p:sp>
      <p:sp>
        <p:nvSpPr>
          <p:cNvPr id="6" name="内容占位符 5">
            <a:extLst>
              <a:ext uri="{FF2B5EF4-FFF2-40B4-BE49-F238E27FC236}">
                <a16:creationId xmlns:a16="http://schemas.microsoft.com/office/drawing/2014/main" id="{6C966497-F7F4-493F-8823-AF7408439316}"/>
              </a:ext>
            </a:extLst>
          </p:cNvPr>
          <p:cNvSpPr>
            <a:spLocks noGrp="1"/>
          </p:cNvSpPr>
          <p:nvPr>
            <p:ph idx="1"/>
          </p:nvPr>
        </p:nvSpPr>
        <p:spPr/>
        <p:txBody>
          <a:bodyPr/>
          <a:lstStyle/>
          <a:p>
            <a:endParaRPr lang="en-US" dirty="0"/>
          </a:p>
        </p:txBody>
      </p:sp>
      <p:pic>
        <p:nvPicPr>
          <p:cNvPr id="8" name="图片 7">
            <a:extLst>
              <a:ext uri="{FF2B5EF4-FFF2-40B4-BE49-F238E27FC236}">
                <a16:creationId xmlns:a16="http://schemas.microsoft.com/office/drawing/2014/main" id="{FB762B2F-2573-4A12-8937-6DC09B42080A}"/>
              </a:ext>
            </a:extLst>
          </p:cNvPr>
          <p:cNvPicPr>
            <a:picLocks noChangeAspect="1"/>
          </p:cNvPicPr>
          <p:nvPr/>
        </p:nvPicPr>
        <p:blipFill>
          <a:blip r:embed="rId3"/>
          <a:stretch>
            <a:fillRect/>
          </a:stretch>
        </p:blipFill>
        <p:spPr>
          <a:xfrm>
            <a:off x="1148581" y="871439"/>
            <a:ext cx="8465497" cy="4906554"/>
          </a:xfrm>
          <a:prstGeom prst="rect">
            <a:avLst/>
          </a:prstGeom>
        </p:spPr>
      </p:pic>
      <p:sp>
        <p:nvSpPr>
          <p:cNvPr id="9" name="矩形 8">
            <a:extLst>
              <a:ext uri="{FF2B5EF4-FFF2-40B4-BE49-F238E27FC236}">
                <a16:creationId xmlns:a16="http://schemas.microsoft.com/office/drawing/2014/main" id="{E00495A0-D7FA-452C-BF6B-2EEEC7D6D7CE}"/>
              </a:ext>
            </a:extLst>
          </p:cNvPr>
          <p:cNvSpPr/>
          <p:nvPr/>
        </p:nvSpPr>
        <p:spPr>
          <a:xfrm>
            <a:off x="952500" y="2768600"/>
            <a:ext cx="1765300" cy="299669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Reasons for Process Suspension</a:t>
            </a:r>
            <a:endParaRPr lang="zh-CN" altLang="en-US" dirty="0"/>
          </a:p>
        </p:txBody>
      </p:sp>
      <p:pic>
        <p:nvPicPr>
          <p:cNvPr id="8" name="内容占位符 7">
            <a:extLst>
              <a:ext uri="{FF2B5EF4-FFF2-40B4-BE49-F238E27FC236}">
                <a16:creationId xmlns:a16="http://schemas.microsoft.com/office/drawing/2014/main" id="{C728B159-744E-4BAF-9DCE-3F2243D00514}"/>
              </a:ext>
            </a:extLst>
          </p:cNvPr>
          <p:cNvPicPr>
            <a:picLocks noGrp="1" noChangeAspect="1"/>
          </p:cNvPicPr>
          <p:nvPr>
            <p:ph idx="1"/>
          </p:nvPr>
        </p:nvPicPr>
        <p:blipFill>
          <a:blip r:embed="rId3"/>
          <a:stretch>
            <a:fillRect/>
          </a:stretch>
        </p:blipFill>
        <p:spPr>
          <a:xfrm>
            <a:off x="939800" y="1623226"/>
            <a:ext cx="10515600" cy="3611547"/>
          </a:xfr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Characteristics of a Suspended Process</a:t>
            </a:r>
            <a:endParaRPr lang="zh-CN" altLang="en-US" dirty="0"/>
          </a:p>
        </p:txBody>
      </p:sp>
      <p:sp>
        <p:nvSpPr>
          <p:cNvPr id="3" name="内容占位符 2"/>
          <p:cNvSpPr>
            <a:spLocks noGrp="1"/>
          </p:cNvSpPr>
          <p:nvPr>
            <p:ph idx="1"/>
          </p:nvPr>
        </p:nvSpPr>
        <p:spPr/>
        <p:txBody>
          <a:bodyPr>
            <a:normAutofit/>
          </a:bodyPr>
          <a:lstStyle/>
          <a:p>
            <a:pPr>
              <a:spcBef>
                <a:spcPts val="1200"/>
              </a:spcBef>
              <a:spcAft>
                <a:spcPts val="1200"/>
              </a:spcAft>
            </a:pPr>
            <a:r>
              <a:rPr lang="en-US" altLang="zh-CN" dirty="0"/>
              <a:t>The process is </a:t>
            </a:r>
            <a:r>
              <a:rPr lang="en-US" altLang="zh-CN" dirty="0">
                <a:solidFill>
                  <a:srgbClr val="FF0000"/>
                </a:solidFill>
              </a:rPr>
              <a:t>not immediately available </a:t>
            </a:r>
            <a:r>
              <a:rPr lang="en-US" altLang="zh-CN" dirty="0"/>
              <a:t>for execution</a:t>
            </a:r>
          </a:p>
          <a:p>
            <a:pPr>
              <a:spcBef>
                <a:spcPts val="1200"/>
              </a:spcBef>
              <a:spcAft>
                <a:spcPts val="1200"/>
              </a:spcAft>
            </a:pPr>
            <a:r>
              <a:rPr lang="en-US" altLang="zh-CN" dirty="0"/>
              <a:t>The process was placed in a suspended state </a:t>
            </a:r>
            <a:r>
              <a:rPr lang="en-US" altLang="zh-CN" dirty="0">
                <a:solidFill>
                  <a:srgbClr val="0070C0"/>
                </a:solidFill>
              </a:rPr>
              <a:t>by an agent</a:t>
            </a:r>
            <a:r>
              <a:rPr lang="en-US" altLang="zh-CN" dirty="0"/>
              <a:t>: </a:t>
            </a:r>
            <a:r>
              <a:rPr lang="en-US" altLang="zh-CN" dirty="0">
                <a:solidFill>
                  <a:srgbClr val="FF0000"/>
                </a:solidFill>
              </a:rPr>
              <a:t>either itself, a parent process, or the OS</a:t>
            </a:r>
            <a:r>
              <a:rPr lang="en-US" altLang="zh-CN" dirty="0"/>
              <a:t>, for the purpose of preventing its execution</a:t>
            </a:r>
          </a:p>
          <a:p>
            <a:pPr>
              <a:spcBef>
                <a:spcPts val="1200"/>
              </a:spcBef>
              <a:spcAft>
                <a:spcPts val="1200"/>
              </a:spcAft>
            </a:pPr>
            <a:r>
              <a:rPr lang="en-US" altLang="zh-CN" dirty="0"/>
              <a:t>The process </a:t>
            </a:r>
            <a:r>
              <a:rPr lang="en-US" altLang="zh-CN" dirty="0">
                <a:solidFill>
                  <a:srgbClr val="FF0000"/>
                </a:solidFill>
              </a:rPr>
              <a:t>may or may not </a:t>
            </a:r>
            <a:r>
              <a:rPr lang="en-US" altLang="zh-CN" dirty="0"/>
              <a:t>be waiting on an event</a:t>
            </a:r>
          </a:p>
          <a:p>
            <a:pPr>
              <a:spcBef>
                <a:spcPts val="1200"/>
              </a:spcBef>
              <a:spcAft>
                <a:spcPts val="1200"/>
              </a:spcAft>
            </a:pPr>
            <a:r>
              <a:rPr lang="en-US" altLang="zh-CN" dirty="0"/>
              <a:t>The process may not be removed from this state until the agent </a:t>
            </a:r>
            <a:r>
              <a:rPr lang="en-US" altLang="zh-CN" dirty="0">
                <a:solidFill>
                  <a:srgbClr val="FF0000"/>
                </a:solidFill>
              </a:rPr>
              <a:t>explicitly orders the removal</a:t>
            </a:r>
          </a:p>
          <a:p>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 Process Description</a:t>
            </a:r>
            <a:endParaRPr lang="zh-CN" altLang="en-US" dirty="0"/>
          </a:p>
        </p:txBody>
      </p:sp>
      <p:sp>
        <p:nvSpPr>
          <p:cNvPr id="3" name="内容占位符 2"/>
          <p:cNvSpPr>
            <a:spLocks noGrp="1"/>
          </p:cNvSpPr>
          <p:nvPr>
            <p:ph idx="1"/>
          </p:nvPr>
        </p:nvSpPr>
        <p:spPr>
          <a:xfrm>
            <a:off x="838200" y="841103"/>
            <a:ext cx="10515600" cy="1642790"/>
          </a:xfrm>
        </p:spPr>
        <p:txBody>
          <a:bodyPr>
            <a:noAutofit/>
          </a:bodyPr>
          <a:lstStyle/>
          <a:p>
            <a:r>
              <a:rPr lang="en-US" dirty="0">
                <a:solidFill>
                  <a:srgbClr val="231F20"/>
                </a:solidFill>
                <a:effectLst/>
                <a:latin typeface="Microsoft YaHei UI" panose="020B0503020204020204" pitchFamily="34" charset="-122"/>
                <a:ea typeface="Microsoft YaHei UI" panose="020B0503020204020204" pitchFamily="34" charset="-122"/>
              </a:rPr>
              <a:t>OS as that entity that manages the use of system resources by processes.</a:t>
            </a:r>
            <a:endParaRPr lang="zh-CN" altLang="en-US" dirty="0">
              <a:solidFill>
                <a:srgbClr val="0070C0"/>
              </a:solidFill>
              <a:latin typeface="Microsoft YaHei UI" panose="020B0503020204020204" pitchFamily="34" charset="-122"/>
              <a:ea typeface="Microsoft YaHei UI" panose="020B0503020204020204" pitchFamily="34" charset="-122"/>
            </a:endParaRPr>
          </a:p>
        </p:txBody>
      </p:sp>
      <p:pic>
        <p:nvPicPr>
          <p:cNvPr id="6" name="图片 5">
            <a:extLst>
              <a:ext uri="{FF2B5EF4-FFF2-40B4-BE49-F238E27FC236}">
                <a16:creationId xmlns:a16="http://schemas.microsoft.com/office/drawing/2014/main" id="{E9659CF1-8190-4DA4-AAC6-31F607742472}"/>
              </a:ext>
            </a:extLst>
          </p:cNvPr>
          <p:cNvPicPr>
            <a:picLocks noChangeAspect="1"/>
          </p:cNvPicPr>
          <p:nvPr/>
        </p:nvPicPr>
        <p:blipFill>
          <a:blip r:embed="rId3"/>
          <a:stretch>
            <a:fillRect/>
          </a:stretch>
        </p:blipFill>
        <p:spPr>
          <a:xfrm>
            <a:off x="2691959" y="1984149"/>
            <a:ext cx="7056438" cy="2330609"/>
          </a:xfrm>
          <a:prstGeom prst="rect">
            <a:avLst/>
          </a:prstGeom>
        </p:spPr>
      </p:pic>
      <p:sp>
        <p:nvSpPr>
          <p:cNvPr id="10" name="文本框 9">
            <a:extLst>
              <a:ext uri="{FF2B5EF4-FFF2-40B4-BE49-F238E27FC236}">
                <a16:creationId xmlns:a16="http://schemas.microsoft.com/office/drawing/2014/main" id="{B7C95C27-E2E2-4DA7-8F66-C8BCC47C4656}"/>
              </a:ext>
            </a:extLst>
          </p:cNvPr>
          <p:cNvSpPr txBox="1"/>
          <p:nvPr/>
        </p:nvSpPr>
        <p:spPr>
          <a:xfrm>
            <a:off x="1165745" y="4755024"/>
            <a:ext cx="9862935" cy="830997"/>
          </a:xfrm>
          <a:prstGeom prst="rect">
            <a:avLst/>
          </a:prstGeom>
          <a:noFill/>
        </p:spPr>
        <p:txBody>
          <a:bodyPr wrap="square">
            <a:spAutoFit/>
          </a:bodyPr>
          <a:lstStyle/>
          <a:p>
            <a:pPr algn="ctr"/>
            <a:r>
              <a:rPr lang="en-US" sz="2400" b="1" dirty="0">
                <a:solidFill>
                  <a:srgbClr val="231F20"/>
                </a:solidFill>
                <a:effectLst/>
                <a:latin typeface="Microsoft YaHei UI" panose="020B0503020204020204" pitchFamily="34" charset="-122"/>
                <a:ea typeface="Microsoft YaHei UI" panose="020B0503020204020204" pitchFamily="34" charset="-122"/>
              </a:rPr>
              <a:t>What information does the OS need to </a:t>
            </a:r>
            <a:r>
              <a:rPr lang="en-US" sz="2400" b="1" dirty="0">
                <a:solidFill>
                  <a:srgbClr val="FF0000"/>
                </a:solidFill>
                <a:effectLst/>
                <a:latin typeface="Microsoft YaHei UI" panose="020B0503020204020204" pitchFamily="34" charset="-122"/>
                <a:ea typeface="Microsoft YaHei UI" panose="020B0503020204020204" pitchFamily="34" charset="-122"/>
              </a:rPr>
              <a:t>control processes and  manage resources</a:t>
            </a:r>
            <a:r>
              <a:rPr lang="en-US" sz="2400" b="1" dirty="0">
                <a:solidFill>
                  <a:srgbClr val="231F20"/>
                </a:solidFill>
                <a:effectLst/>
                <a:latin typeface="Microsoft YaHei UI" panose="020B0503020204020204" pitchFamily="34" charset="-122"/>
                <a:ea typeface="Microsoft YaHei UI" panose="020B0503020204020204" pitchFamily="34" charset="-122"/>
              </a:rPr>
              <a:t> for them?</a:t>
            </a:r>
            <a:endParaRPr lang="en-US" sz="2400" b="1" dirty="0">
              <a:latin typeface="Microsoft YaHei UI" panose="020B0503020204020204" pitchFamily="34" charset="-122"/>
              <a:ea typeface="Microsoft YaHei UI"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sz="2800" dirty="0">
                <a:solidFill>
                  <a:schemeClr val="accent1">
                    <a:lumMod val="75000"/>
                  </a:schemeClr>
                </a:solidFill>
              </a:rPr>
              <a:t>OS Control </a:t>
            </a:r>
            <a:r>
              <a:rPr lang="en-US" altLang="zh-CN" dirty="0"/>
              <a:t>Structures</a:t>
            </a:r>
            <a:endParaRPr lang="zh-CN" altLang="en-US" dirty="0"/>
          </a:p>
        </p:txBody>
      </p:sp>
      <p:pic>
        <p:nvPicPr>
          <p:cNvPr id="8" name="图片 7">
            <a:extLst>
              <a:ext uri="{FF2B5EF4-FFF2-40B4-BE49-F238E27FC236}">
                <a16:creationId xmlns:a16="http://schemas.microsoft.com/office/drawing/2014/main" id="{E77B6186-1D4C-4290-8736-9800F6D28A29}"/>
              </a:ext>
            </a:extLst>
          </p:cNvPr>
          <p:cNvPicPr>
            <a:picLocks noChangeAspect="1"/>
          </p:cNvPicPr>
          <p:nvPr/>
        </p:nvPicPr>
        <p:blipFill>
          <a:blip r:embed="rId3"/>
          <a:stretch>
            <a:fillRect/>
          </a:stretch>
        </p:blipFill>
        <p:spPr>
          <a:xfrm>
            <a:off x="2805966" y="819833"/>
            <a:ext cx="6127769" cy="5218333"/>
          </a:xfrm>
          <a:prstGeom prst="rect">
            <a:avLst/>
          </a:prstGeom>
        </p:spPr>
      </p:pic>
      <p:sp>
        <p:nvSpPr>
          <p:cNvPr id="10" name="文本框 9">
            <a:extLst>
              <a:ext uri="{FF2B5EF4-FFF2-40B4-BE49-F238E27FC236}">
                <a16:creationId xmlns:a16="http://schemas.microsoft.com/office/drawing/2014/main" id="{801D203C-58ED-4AF1-81FF-8FCCCE51F509}"/>
              </a:ext>
            </a:extLst>
          </p:cNvPr>
          <p:cNvSpPr txBox="1"/>
          <p:nvPr/>
        </p:nvSpPr>
        <p:spPr>
          <a:xfrm>
            <a:off x="3479234" y="5937757"/>
            <a:ext cx="5952547" cy="369332"/>
          </a:xfrm>
          <a:prstGeom prst="rect">
            <a:avLst/>
          </a:prstGeom>
          <a:noFill/>
        </p:spPr>
        <p:txBody>
          <a:bodyPr wrap="square">
            <a:spAutoFit/>
          </a:bodyPr>
          <a:lstStyle/>
          <a:p>
            <a:r>
              <a:rPr lang="en-US" sz="1800" b="1" dirty="0">
                <a:solidFill>
                  <a:srgbClr val="231F20"/>
                </a:solidFill>
                <a:effectLst/>
                <a:latin typeface="TimesTenLTStd-Bold"/>
              </a:rPr>
              <a:t>General Structure of Operating System Control Tables</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9AE26-D19F-B44B-B6C3-3549E102A1F5}"/>
              </a:ext>
            </a:extLst>
          </p:cNvPr>
          <p:cNvSpPr>
            <a:spLocks noGrp="1"/>
          </p:cNvSpPr>
          <p:nvPr>
            <p:ph type="title"/>
          </p:nvPr>
        </p:nvSpPr>
        <p:spPr/>
        <p:txBody>
          <a:bodyPr/>
          <a:lstStyle/>
          <a:p>
            <a:r>
              <a:rPr lang="en-US" altLang="zh-CN" dirty="0"/>
              <a:t>Memory</a:t>
            </a:r>
            <a:r>
              <a:rPr lang="zh-CN" altLang="en-US" dirty="0"/>
              <a:t> </a:t>
            </a:r>
            <a:r>
              <a:rPr lang="en-US" altLang="zh-CN" dirty="0"/>
              <a:t>Tables</a:t>
            </a:r>
            <a:endParaRPr lang="en-CN" dirty="0"/>
          </a:p>
        </p:txBody>
      </p:sp>
      <p:sp>
        <p:nvSpPr>
          <p:cNvPr id="4" name="Slide Number Placeholder 3">
            <a:extLst>
              <a:ext uri="{FF2B5EF4-FFF2-40B4-BE49-F238E27FC236}">
                <a16:creationId xmlns:a16="http://schemas.microsoft.com/office/drawing/2014/main" id="{285CCE3E-3AAA-4442-8E26-92369141F9C4}"/>
              </a:ext>
            </a:extLst>
          </p:cNvPr>
          <p:cNvSpPr>
            <a:spLocks noGrp="1"/>
          </p:cNvSpPr>
          <p:nvPr>
            <p:ph type="sldNum" sz="quarter" idx="12"/>
          </p:nvPr>
        </p:nvSpPr>
        <p:spPr/>
        <p:txBody>
          <a:bodyPr/>
          <a:lstStyle/>
          <a:p>
            <a:fld id="{2093D444-7193-46AD-90E8-D84AE4B61CFF}" type="slidenum">
              <a:rPr lang="en-US" smtClean="0"/>
              <a:pPr/>
              <a:t>32</a:t>
            </a:fld>
            <a:r>
              <a:rPr lang="en-US"/>
              <a:t>/56</a:t>
            </a:r>
            <a:endParaRPr lang="en-US" dirty="0"/>
          </a:p>
        </p:txBody>
      </p:sp>
      <p:sp>
        <p:nvSpPr>
          <p:cNvPr id="5" name="Date Placeholder 4">
            <a:extLst>
              <a:ext uri="{FF2B5EF4-FFF2-40B4-BE49-F238E27FC236}">
                <a16:creationId xmlns:a16="http://schemas.microsoft.com/office/drawing/2014/main" id="{140B69AA-75FC-4940-B3D8-FFCDE0CBBF06}"/>
              </a:ext>
            </a:extLst>
          </p:cNvPr>
          <p:cNvSpPr>
            <a:spLocks noGrp="1"/>
          </p:cNvSpPr>
          <p:nvPr>
            <p:ph type="dt" sz="half" idx="10"/>
          </p:nvPr>
        </p:nvSpPr>
        <p:spPr/>
        <p:txBody>
          <a:bodyPr/>
          <a:lstStyle/>
          <a:p>
            <a:fld id="{CAE4635A-F0E4-48AF-AAB4-A99FBE2C944F}" type="datetime1">
              <a:rPr lang="zh-CN" altLang="en-US" smtClean="0"/>
              <a:t>2026/3/16</a:t>
            </a:fld>
            <a:endParaRPr lang="zh-CN" altLang="en-US" dirty="0"/>
          </a:p>
        </p:txBody>
      </p:sp>
      <p:sp>
        <p:nvSpPr>
          <p:cNvPr id="6" name="Content Placeholder 2">
            <a:extLst>
              <a:ext uri="{FF2B5EF4-FFF2-40B4-BE49-F238E27FC236}">
                <a16:creationId xmlns:a16="http://schemas.microsoft.com/office/drawing/2014/main" id="{9F44448F-7CC0-D44F-933F-5FE45583CEC1}"/>
              </a:ext>
            </a:extLst>
          </p:cNvPr>
          <p:cNvSpPr txBox="1">
            <a:spLocks/>
          </p:cNvSpPr>
          <p:nvPr/>
        </p:nvSpPr>
        <p:spPr>
          <a:xfrm>
            <a:off x="1121749" y="1044224"/>
            <a:ext cx="4883940" cy="4227688"/>
          </a:xfrm>
          <a:prstGeom prst="rect">
            <a:avLst/>
          </a:prstGeom>
        </p:spPr>
        <p:txBody>
          <a:bodyPr vert="horz" lIns="91440" tIns="45720" rIns="91440" bIns="45720" rtlCol="0">
            <a:normAutofit/>
          </a:bodyPr>
          <a:lstStyle>
            <a:lvl1pPr marL="171450" indent="-171450" algn="just" defTabSz="685800" rtl="0" eaLnBrk="1" latinLnBrk="0" hangingPunct="1">
              <a:lnSpc>
                <a:spcPct val="100000"/>
              </a:lnSpc>
              <a:spcBef>
                <a:spcPts val="750"/>
              </a:spcBef>
              <a:buFont typeface="Wingdings" panose="05000000000000000000" pitchFamily="2" charset="2"/>
              <a:buChar char="q"/>
              <a:defRPr sz="2400" b="1"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14350" indent="-171450" algn="just" defTabSz="685800" rtl="0" eaLnBrk="1" latinLnBrk="0" hangingPunct="1">
              <a:lnSpc>
                <a:spcPct val="10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2pPr>
            <a:lvl3pPr marL="857250" indent="-171450" algn="just" defTabSz="685800" rtl="0" eaLnBrk="1" latinLnBrk="0" hangingPunct="1">
              <a:lnSpc>
                <a:spcPct val="100000"/>
              </a:lnSpc>
              <a:spcBef>
                <a:spcPts val="375"/>
              </a:spcBef>
              <a:buFont typeface="Wingdings" panose="05000000000000000000" pitchFamily="2" charset="2"/>
              <a:buChar char="Ø"/>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3pPr>
            <a:lvl4pPr marL="1200150" indent="-171450" algn="just" defTabSz="685800" rtl="0" eaLnBrk="1" latinLnBrk="0" hangingPunct="1">
              <a:lnSpc>
                <a:spcPct val="10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4pPr>
            <a:lvl5pPr marL="1543050" indent="-171450" algn="just" defTabSz="685800" rtl="0" eaLnBrk="1" latinLnBrk="0" hangingPunct="1">
              <a:lnSpc>
                <a:spcPct val="10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NZ" sz="2200" dirty="0"/>
              <a:t>Used to </a:t>
            </a:r>
            <a:r>
              <a:rPr lang="en-NZ" sz="2200" dirty="0">
                <a:solidFill>
                  <a:srgbClr val="FF0000"/>
                </a:solidFill>
              </a:rPr>
              <a:t>keep track of both main (real) and secondary (virtual)  memory</a:t>
            </a:r>
          </a:p>
          <a:p>
            <a:pPr marL="0" indent="0">
              <a:buNone/>
            </a:pPr>
            <a:endParaRPr lang="en-NZ" sz="2200" dirty="0"/>
          </a:p>
          <a:p>
            <a:endParaRPr lang="en-NZ" sz="2200" dirty="0"/>
          </a:p>
          <a:p>
            <a:r>
              <a:rPr lang="en-NZ" sz="2200" dirty="0"/>
              <a:t>Processes are maintained on secondary memory using some sort of virtual memory or simple swapping mechanism </a:t>
            </a:r>
          </a:p>
        </p:txBody>
      </p:sp>
      <p:graphicFrame>
        <p:nvGraphicFramePr>
          <p:cNvPr id="7" name="Diagram 6">
            <a:extLst>
              <a:ext uri="{FF2B5EF4-FFF2-40B4-BE49-F238E27FC236}">
                <a16:creationId xmlns:a16="http://schemas.microsoft.com/office/drawing/2014/main" id="{EA0C5E9E-DDEC-9F46-8847-20EE27F8DEE6}"/>
              </a:ext>
            </a:extLst>
          </p:cNvPr>
          <p:cNvGraphicFramePr/>
          <p:nvPr>
            <p:extLst>
              <p:ext uri="{D42A27DB-BD31-4B8C-83A1-F6EECF244321}">
                <p14:modId xmlns:p14="http://schemas.microsoft.com/office/powerpoint/2010/main" val="2530233665"/>
              </p:ext>
            </p:extLst>
          </p:nvPr>
        </p:nvGraphicFramePr>
        <p:xfrm>
          <a:off x="7030154" y="1069623"/>
          <a:ext cx="4349045" cy="4710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567242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50BB0-F4FB-7044-AF5F-26C58580F9F2}"/>
              </a:ext>
            </a:extLst>
          </p:cNvPr>
          <p:cNvSpPr>
            <a:spLocks noGrp="1"/>
          </p:cNvSpPr>
          <p:nvPr>
            <p:ph type="title"/>
          </p:nvPr>
        </p:nvSpPr>
        <p:spPr/>
        <p:txBody>
          <a:bodyPr/>
          <a:lstStyle/>
          <a:p>
            <a:r>
              <a:rPr lang="en-US" altLang="zh-CN" dirty="0"/>
              <a:t>I/O</a:t>
            </a:r>
            <a:r>
              <a:rPr lang="zh-CN" altLang="en-US" dirty="0"/>
              <a:t> </a:t>
            </a:r>
            <a:r>
              <a:rPr lang="en-US" altLang="zh-CN" dirty="0"/>
              <a:t>Tables</a:t>
            </a:r>
            <a:endParaRPr lang="en-CN" dirty="0"/>
          </a:p>
        </p:txBody>
      </p:sp>
      <p:sp>
        <p:nvSpPr>
          <p:cNvPr id="4" name="Slide Number Placeholder 3">
            <a:extLst>
              <a:ext uri="{FF2B5EF4-FFF2-40B4-BE49-F238E27FC236}">
                <a16:creationId xmlns:a16="http://schemas.microsoft.com/office/drawing/2014/main" id="{70CC3E6F-D523-DE45-98A6-0F687E5D604E}"/>
              </a:ext>
            </a:extLst>
          </p:cNvPr>
          <p:cNvSpPr>
            <a:spLocks noGrp="1"/>
          </p:cNvSpPr>
          <p:nvPr>
            <p:ph type="sldNum" sz="quarter" idx="12"/>
          </p:nvPr>
        </p:nvSpPr>
        <p:spPr/>
        <p:txBody>
          <a:bodyPr/>
          <a:lstStyle/>
          <a:p>
            <a:fld id="{2093D444-7193-46AD-90E8-D84AE4B61CFF}" type="slidenum">
              <a:rPr lang="en-US" smtClean="0"/>
              <a:pPr/>
              <a:t>33</a:t>
            </a:fld>
            <a:r>
              <a:rPr lang="en-US"/>
              <a:t>/56</a:t>
            </a:r>
            <a:endParaRPr lang="en-US" dirty="0"/>
          </a:p>
        </p:txBody>
      </p:sp>
      <p:sp>
        <p:nvSpPr>
          <p:cNvPr id="5" name="Date Placeholder 4">
            <a:extLst>
              <a:ext uri="{FF2B5EF4-FFF2-40B4-BE49-F238E27FC236}">
                <a16:creationId xmlns:a16="http://schemas.microsoft.com/office/drawing/2014/main" id="{81AA2843-7B0A-744F-8563-9299C3BA4C61}"/>
              </a:ext>
            </a:extLst>
          </p:cNvPr>
          <p:cNvSpPr>
            <a:spLocks noGrp="1"/>
          </p:cNvSpPr>
          <p:nvPr>
            <p:ph type="dt" sz="half" idx="10"/>
          </p:nvPr>
        </p:nvSpPr>
        <p:spPr/>
        <p:txBody>
          <a:bodyPr/>
          <a:lstStyle/>
          <a:p>
            <a:fld id="{CAE4635A-F0E4-48AF-AAB4-A99FBE2C944F}" type="datetime1">
              <a:rPr lang="zh-CN" altLang="en-US" smtClean="0"/>
              <a:t>2026/3/16</a:t>
            </a:fld>
            <a:endParaRPr lang="zh-CN" altLang="en-US" dirty="0"/>
          </a:p>
        </p:txBody>
      </p:sp>
      <p:sp>
        <p:nvSpPr>
          <p:cNvPr id="6" name="Content Placeholder 2">
            <a:extLst>
              <a:ext uri="{FF2B5EF4-FFF2-40B4-BE49-F238E27FC236}">
                <a16:creationId xmlns:a16="http://schemas.microsoft.com/office/drawing/2014/main" id="{EFFC8A90-645B-6B42-94C6-4DB1FE3A4D37}"/>
              </a:ext>
            </a:extLst>
          </p:cNvPr>
          <p:cNvSpPr txBox="1">
            <a:spLocks/>
          </p:cNvSpPr>
          <p:nvPr/>
        </p:nvSpPr>
        <p:spPr>
          <a:xfrm>
            <a:off x="1031437" y="1405466"/>
            <a:ext cx="4872652" cy="3840163"/>
          </a:xfrm>
          <a:prstGeom prst="rect">
            <a:avLst/>
          </a:prstGeom>
        </p:spPr>
        <p:txBody>
          <a:bodyPr vert="horz" lIns="91440" tIns="45720" rIns="91440" bIns="45720" rtlCol="0">
            <a:normAutofit/>
          </a:bodyPr>
          <a:lstStyle>
            <a:lvl1pPr marL="171450" indent="-171450" algn="just" defTabSz="685800" rtl="0" eaLnBrk="1" latinLnBrk="0" hangingPunct="1">
              <a:lnSpc>
                <a:spcPct val="100000"/>
              </a:lnSpc>
              <a:spcBef>
                <a:spcPts val="750"/>
              </a:spcBef>
              <a:buFont typeface="Wingdings" panose="05000000000000000000" pitchFamily="2" charset="2"/>
              <a:buChar char="q"/>
              <a:defRPr sz="2400" b="1"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14350" indent="-171450" algn="just" defTabSz="685800" rtl="0" eaLnBrk="1" latinLnBrk="0" hangingPunct="1">
              <a:lnSpc>
                <a:spcPct val="10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2pPr>
            <a:lvl3pPr marL="857250" indent="-171450" algn="just" defTabSz="685800" rtl="0" eaLnBrk="1" latinLnBrk="0" hangingPunct="1">
              <a:lnSpc>
                <a:spcPct val="100000"/>
              </a:lnSpc>
              <a:spcBef>
                <a:spcPts val="375"/>
              </a:spcBef>
              <a:buFont typeface="Wingdings" panose="05000000000000000000" pitchFamily="2" charset="2"/>
              <a:buChar char="Ø"/>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3pPr>
            <a:lvl4pPr marL="1200150" indent="-171450" algn="just" defTabSz="685800" rtl="0" eaLnBrk="1" latinLnBrk="0" hangingPunct="1">
              <a:lnSpc>
                <a:spcPct val="10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4pPr>
            <a:lvl5pPr marL="1543050" indent="-171450" algn="just" defTabSz="685800" rtl="0" eaLnBrk="1" latinLnBrk="0" hangingPunct="1">
              <a:lnSpc>
                <a:spcPct val="10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NZ" sz="2200" dirty="0"/>
              <a:t>Used by the OS to manage the I/O devices and channels of the computer system</a:t>
            </a:r>
          </a:p>
          <a:p>
            <a:endParaRPr lang="en-US" sz="2200" dirty="0"/>
          </a:p>
          <a:p>
            <a:r>
              <a:rPr lang="en-US" sz="2200" dirty="0"/>
              <a:t>At any given time, an I/O device may be available or assigned to a particular process</a:t>
            </a:r>
          </a:p>
        </p:txBody>
      </p:sp>
      <p:graphicFrame>
        <p:nvGraphicFramePr>
          <p:cNvPr id="7" name="Diagram 6">
            <a:extLst>
              <a:ext uri="{FF2B5EF4-FFF2-40B4-BE49-F238E27FC236}">
                <a16:creationId xmlns:a16="http://schemas.microsoft.com/office/drawing/2014/main" id="{8DD910DB-F95F-5641-853C-4EF692BB5DAE}"/>
              </a:ext>
            </a:extLst>
          </p:cNvPr>
          <p:cNvGraphicFramePr/>
          <p:nvPr>
            <p:extLst>
              <p:ext uri="{D42A27DB-BD31-4B8C-83A1-F6EECF244321}">
                <p14:modId xmlns:p14="http://schemas.microsoft.com/office/powerpoint/2010/main" val="567086992"/>
              </p:ext>
            </p:extLst>
          </p:nvPr>
        </p:nvGraphicFramePr>
        <p:xfrm>
          <a:off x="6917266" y="1193800"/>
          <a:ext cx="4439355" cy="4495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271668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226A4-E288-D34A-B0AE-0C8CE6FEEBEE}"/>
              </a:ext>
            </a:extLst>
          </p:cNvPr>
          <p:cNvSpPr>
            <a:spLocks noGrp="1"/>
          </p:cNvSpPr>
          <p:nvPr>
            <p:ph type="title"/>
          </p:nvPr>
        </p:nvSpPr>
        <p:spPr/>
        <p:txBody>
          <a:bodyPr/>
          <a:lstStyle/>
          <a:p>
            <a:r>
              <a:rPr lang="en-US" altLang="zh-CN" dirty="0"/>
              <a:t>File</a:t>
            </a:r>
            <a:r>
              <a:rPr lang="zh-CN" altLang="en-US" dirty="0"/>
              <a:t> </a:t>
            </a:r>
            <a:r>
              <a:rPr lang="en-US" altLang="zh-CN" dirty="0"/>
              <a:t>Tables</a:t>
            </a:r>
            <a:endParaRPr lang="en-CN" dirty="0"/>
          </a:p>
        </p:txBody>
      </p:sp>
      <p:sp>
        <p:nvSpPr>
          <p:cNvPr id="4" name="Slide Number Placeholder 3">
            <a:extLst>
              <a:ext uri="{FF2B5EF4-FFF2-40B4-BE49-F238E27FC236}">
                <a16:creationId xmlns:a16="http://schemas.microsoft.com/office/drawing/2014/main" id="{0D609CA3-1F2E-5542-AB74-AA2B46E67441}"/>
              </a:ext>
            </a:extLst>
          </p:cNvPr>
          <p:cNvSpPr>
            <a:spLocks noGrp="1"/>
          </p:cNvSpPr>
          <p:nvPr>
            <p:ph type="sldNum" sz="quarter" idx="12"/>
          </p:nvPr>
        </p:nvSpPr>
        <p:spPr/>
        <p:txBody>
          <a:bodyPr/>
          <a:lstStyle/>
          <a:p>
            <a:fld id="{2093D444-7193-46AD-90E8-D84AE4B61CFF}" type="slidenum">
              <a:rPr lang="en-US" smtClean="0"/>
              <a:pPr/>
              <a:t>34</a:t>
            </a:fld>
            <a:r>
              <a:rPr lang="en-US"/>
              <a:t>/56</a:t>
            </a:r>
            <a:endParaRPr lang="en-US" dirty="0"/>
          </a:p>
        </p:txBody>
      </p:sp>
      <p:sp>
        <p:nvSpPr>
          <p:cNvPr id="5" name="Date Placeholder 4">
            <a:extLst>
              <a:ext uri="{FF2B5EF4-FFF2-40B4-BE49-F238E27FC236}">
                <a16:creationId xmlns:a16="http://schemas.microsoft.com/office/drawing/2014/main" id="{AF1A445B-1610-DE4C-9056-3794FEC53639}"/>
              </a:ext>
            </a:extLst>
          </p:cNvPr>
          <p:cNvSpPr>
            <a:spLocks noGrp="1"/>
          </p:cNvSpPr>
          <p:nvPr>
            <p:ph type="dt" sz="half" idx="10"/>
          </p:nvPr>
        </p:nvSpPr>
        <p:spPr/>
        <p:txBody>
          <a:bodyPr/>
          <a:lstStyle/>
          <a:p>
            <a:fld id="{CAE4635A-F0E4-48AF-AAB4-A99FBE2C944F}" type="datetime1">
              <a:rPr lang="zh-CN" altLang="en-US" smtClean="0"/>
              <a:t>2026/3/16</a:t>
            </a:fld>
            <a:endParaRPr lang="zh-CN" altLang="en-US" dirty="0"/>
          </a:p>
        </p:txBody>
      </p:sp>
      <p:graphicFrame>
        <p:nvGraphicFramePr>
          <p:cNvPr id="9" name="Content Placeholder 8">
            <a:extLst>
              <a:ext uri="{FF2B5EF4-FFF2-40B4-BE49-F238E27FC236}">
                <a16:creationId xmlns:a16="http://schemas.microsoft.com/office/drawing/2014/main" id="{AA82C38E-D294-A146-A0D1-51FC19913F65}"/>
              </a:ext>
            </a:extLst>
          </p:cNvPr>
          <p:cNvGraphicFramePr>
            <a:graphicFrameLocks noGrp="1"/>
          </p:cNvGraphicFramePr>
          <p:nvPr>
            <p:ph idx="1"/>
            <p:extLst>
              <p:ext uri="{D42A27DB-BD31-4B8C-83A1-F6EECF244321}">
                <p14:modId xmlns:p14="http://schemas.microsoft.com/office/powerpoint/2010/main" val="2095571174"/>
              </p:ext>
            </p:extLst>
          </p:nvPr>
        </p:nvGraphicFramePr>
        <p:xfrm>
          <a:off x="838200" y="841375"/>
          <a:ext cx="10515600" cy="5175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285638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solidFill>
                  <a:schemeClr val="accent1">
                    <a:lumMod val="75000"/>
                  </a:schemeClr>
                </a:solidFill>
              </a:rPr>
              <a:t>Process</a:t>
            </a:r>
            <a:r>
              <a:rPr lang="zh-CN" altLang="en-US" sz="2800" dirty="0">
                <a:solidFill>
                  <a:schemeClr val="accent1">
                    <a:lumMod val="75000"/>
                  </a:schemeClr>
                </a:solidFill>
              </a:rPr>
              <a:t> </a:t>
            </a:r>
            <a:r>
              <a:rPr lang="en-US" altLang="zh-CN" sz="2800" dirty="0">
                <a:solidFill>
                  <a:schemeClr val="accent1">
                    <a:lumMod val="75000"/>
                  </a:schemeClr>
                </a:solidFill>
              </a:rPr>
              <a:t>Tables</a:t>
            </a:r>
            <a:endParaRPr lang="zh-CN" altLang="en-US" dirty="0"/>
          </a:p>
        </p:txBody>
      </p:sp>
      <p:sp>
        <p:nvSpPr>
          <p:cNvPr id="6" name="内容占位符 5">
            <a:extLst>
              <a:ext uri="{FF2B5EF4-FFF2-40B4-BE49-F238E27FC236}">
                <a16:creationId xmlns:a16="http://schemas.microsoft.com/office/drawing/2014/main" id="{0876CAD1-21A0-4235-9677-31F87E31381A}"/>
              </a:ext>
            </a:extLst>
          </p:cNvPr>
          <p:cNvSpPr>
            <a:spLocks noGrp="1"/>
          </p:cNvSpPr>
          <p:nvPr>
            <p:ph idx="1"/>
          </p:nvPr>
        </p:nvSpPr>
        <p:spPr>
          <a:xfrm>
            <a:off x="702732" y="1162755"/>
            <a:ext cx="4524024" cy="4109075"/>
          </a:xfrm>
        </p:spPr>
        <p:txBody>
          <a:bodyPr vert="horz" lIns="91440" tIns="45720" rIns="91440" bIns="45720" rtlCol="0">
            <a:normAutofit/>
          </a:bodyPr>
          <a:lstStyle/>
          <a:p>
            <a:pPr lvl="1">
              <a:buFont typeface="Wingdings" pitchFamily="2" charset="2"/>
              <a:buChar char="q"/>
            </a:pPr>
            <a:endParaRPr lang="en-US" sz="2400" b="1" dirty="0"/>
          </a:p>
          <a:p>
            <a:r>
              <a:rPr lang="en-US" dirty="0"/>
              <a:t>Must be maintained to manage processes</a:t>
            </a:r>
          </a:p>
          <a:p>
            <a:r>
              <a:rPr lang="en-US" b="1" dirty="0"/>
              <a:t>There must be some reference to memory,    I/O, and files, directly or indirectly</a:t>
            </a:r>
          </a:p>
          <a:p>
            <a:r>
              <a:rPr lang="en-US" b="1" dirty="0"/>
              <a:t>The tables themselves must be accessible by the OS</a:t>
            </a:r>
          </a:p>
        </p:txBody>
      </p:sp>
      <p:pic>
        <p:nvPicPr>
          <p:cNvPr id="8" name="图片 7">
            <a:extLst>
              <a:ext uri="{FF2B5EF4-FFF2-40B4-BE49-F238E27FC236}">
                <a16:creationId xmlns:a16="http://schemas.microsoft.com/office/drawing/2014/main" id="{E77B6186-1D4C-4290-8736-9800F6D28A29}"/>
              </a:ext>
            </a:extLst>
          </p:cNvPr>
          <p:cNvPicPr>
            <a:picLocks noChangeAspect="1"/>
          </p:cNvPicPr>
          <p:nvPr/>
        </p:nvPicPr>
        <p:blipFill>
          <a:blip r:embed="rId3"/>
          <a:stretch>
            <a:fillRect/>
          </a:stretch>
        </p:blipFill>
        <p:spPr>
          <a:xfrm>
            <a:off x="5481433" y="819833"/>
            <a:ext cx="6127769" cy="5218333"/>
          </a:xfrm>
          <a:prstGeom prst="rect">
            <a:avLst/>
          </a:prstGeom>
        </p:spPr>
      </p:pic>
      <p:sp>
        <p:nvSpPr>
          <p:cNvPr id="10" name="文本框 9">
            <a:extLst>
              <a:ext uri="{FF2B5EF4-FFF2-40B4-BE49-F238E27FC236}">
                <a16:creationId xmlns:a16="http://schemas.microsoft.com/office/drawing/2014/main" id="{801D203C-58ED-4AF1-81FF-8FCCCE51F509}"/>
              </a:ext>
            </a:extLst>
          </p:cNvPr>
          <p:cNvSpPr txBox="1"/>
          <p:nvPr/>
        </p:nvSpPr>
        <p:spPr>
          <a:xfrm>
            <a:off x="5770879" y="5971624"/>
            <a:ext cx="5952547" cy="369332"/>
          </a:xfrm>
          <a:prstGeom prst="rect">
            <a:avLst/>
          </a:prstGeom>
          <a:noFill/>
        </p:spPr>
        <p:txBody>
          <a:bodyPr wrap="square">
            <a:spAutoFit/>
          </a:bodyPr>
          <a:lstStyle/>
          <a:p>
            <a:r>
              <a:rPr lang="en-US" sz="1800" b="1" dirty="0">
                <a:solidFill>
                  <a:srgbClr val="231F20"/>
                </a:solidFill>
                <a:effectLst/>
                <a:latin typeface="TimesTenLTStd-Bold"/>
              </a:rPr>
              <a:t>General Structure of Operating System Control Tables</a:t>
            </a:r>
            <a:endParaRPr lang="en-US" dirty="0"/>
          </a:p>
        </p:txBody>
      </p:sp>
      <p:sp>
        <p:nvSpPr>
          <p:cNvPr id="11" name="矩形 10">
            <a:extLst>
              <a:ext uri="{FF2B5EF4-FFF2-40B4-BE49-F238E27FC236}">
                <a16:creationId xmlns:a16="http://schemas.microsoft.com/office/drawing/2014/main" id="{F6EC1ADE-5D15-44BF-9239-9FC43FE66038}"/>
              </a:ext>
            </a:extLst>
          </p:cNvPr>
          <p:cNvSpPr/>
          <p:nvPr/>
        </p:nvSpPr>
        <p:spPr>
          <a:xfrm>
            <a:off x="8106770" y="3429000"/>
            <a:ext cx="3616657" cy="258789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29265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Process Control Structures</a:t>
            </a:r>
            <a:endParaRPr lang="zh-CN" altLang="en-US" dirty="0"/>
          </a:p>
        </p:txBody>
      </p:sp>
      <p:sp>
        <p:nvSpPr>
          <p:cNvPr id="3" name="内容占位符 2"/>
          <p:cNvSpPr>
            <a:spLocks noGrp="1"/>
          </p:cNvSpPr>
          <p:nvPr>
            <p:ph idx="1"/>
          </p:nvPr>
        </p:nvSpPr>
        <p:spPr>
          <a:xfrm>
            <a:off x="838200" y="841103"/>
            <a:ext cx="10515600" cy="4126008"/>
          </a:xfrm>
        </p:spPr>
        <p:txBody>
          <a:bodyPr>
            <a:normAutofit/>
          </a:bodyPr>
          <a:lstStyle/>
          <a:p>
            <a:r>
              <a:rPr lang="en-US" altLang="zh-CN" dirty="0"/>
              <a:t>To manage and control a process the OS must know:</a:t>
            </a:r>
          </a:p>
          <a:p>
            <a:pPr lvl="1"/>
            <a:r>
              <a:rPr lang="en-US" altLang="zh-CN" sz="2400" dirty="0">
                <a:solidFill>
                  <a:srgbClr val="FF0000"/>
                </a:solidFill>
              </a:rPr>
              <a:t>where</a:t>
            </a:r>
            <a:r>
              <a:rPr lang="en-US" altLang="zh-CN" sz="2400" dirty="0"/>
              <a:t> the process is located</a:t>
            </a:r>
          </a:p>
          <a:p>
            <a:pPr lvl="1"/>
            <a:r>
              <a:rPr lang="en-US" altLang="zh-CN" sz="2400" dirty="0"/>
              <a:t>the </a:t>
            </a:r>
            <a:r>
              <a:rPr lang="en-US" altLang="zh-CN" sz="2400" dirty="0">
                <a:solidFill>
                  <a:srgbClr val="FF0000"/>
                </a:solidFill>
              </a:rPr>
              <a:t>attributes (PID, State)</a:t>
            </a:r>
            <a:r>
              <a:rPr lang="en-US" altLang="zh-CN" sz="2400" dirty="0"/>
              <a:t> of the process that are necessary for its management</a:t>
            </a:r>
          </a:p>
          <a:p>
            <a:pPr lvl="1"/>
            <a:endParaRPr lang="en-US" altLang="zh-C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Process Image</a:t>
            </a:r>
            <a:r>
              <a:rPr lang="zh-CN" altLang="en-US" dirty="0"/>
              <a:t> </a:t>
            </a:r>
            <a:r>
              <a:rPr lang="en-US" altLang="zh-CN" dirty="0"/>
              <a:t>(Where)</a:t>
            </a:r>
            <a:endParaRPr lang="zh-CN" altLang="en-US" dirty="0"/>
          </a:p>
        </p:txBody>
      </p:sp>
      <p:sp>
        <p:nvSpPr>
          <p:cNvPr id="3" name="内容占位符 2"/>
          <p:cNvSpPr>
            <a:spLocks noGrp="1"/>
          </p:cNvSpPr>
          <p:nvPr>
            <p:ph idx="1"/>
          </p:nvPr>
        </p:nvSpPr>
        <p:spPr>
          <a:xfrm>
            <a:off x="838200" y="841103"/>
            <a:ext cx="10515600" cy="4634008"/>
          </a:xfrm>
        </p:spPr>
        <p:txBody>
          <a:bodyPr>
            <a:normAutofit lnSpcReduction="10000"/>
          </a:bodyPr>
          <a:lstStyle/>
          <a:p>
            <a:r>
              <a:rPr lang="en-US" altLang="zh-CN" dirty="0"/>
              <a:t>What is the physical manifestation (</a:t>
            </a:r>
            <a:r>
              <a:rPr lang="zh-CN" altLang="en-US" dirty="0"/>
              <a:t>物理表示</a:t>
            </a:r>
            <a:r>
              <a:rPr lang="en-US" altLang="zh-CN" dirty="0"/>
              <a:t>) of a process?</a:t>
            </a:r>
          </a:p>
          <a:p>
            <a:pPr lvl="1"/>
            <a:r>
              <a:rPr lang="en-US" altLang="zh-CN" sz="2400" dirty="0"/>
              <a:t>A process must include </a:t>
            </a:r>
            <a:r>
              <a:rPr lang="en-US" altLang="zh-CN" sz="2400" dirty="0">
                <a:solidFill>
                  <a:srgbClr val="FF0000"/>
                </a:solidFill>
              </a:rPr>
              <a:t>a program or set of programs </a:t>
            </a:r>
            <a:r>
              <a:rPr lang="en-US" altLang="zh-CN" sz="2400" dirty="0"/>
              <a:t>to be executed</a:t>
            </a:r>
          </a:p>
          <a:p>
            <a:pPr lvl="1"/>
            <a:r>
              <a:rPr lang="en-US" altLang="zh-CN" sz="2400" dirty="0"/>
              <a:t>A process will consist of at least sufficient memory to hold the </a:t>
            </a:r>
            <a:r>
              <a:rPr lang="en-US" altLang="zh-CN" sz="2400" dirty="0">
                <a:solidFill>
                  <a:srgbClr val="FF0000"/>
                </a:solidFill>
              </a:rPr>
              <a:t>programs and data </a:t>
            </a:r>
            <a:r>
              <a:rPr lang="en-US" altLang="zh-CN" sz="2400" dirty="0"/>
              <a:t>of that process</a:t>
            </a:r>
          </a:p>
          <a:p>
            <a:pPr lvl="1"/>
            <a:r>
              <a:rPr lang="en-US" altLang="zh-CN" sz="2400" dirty="0"/>
              <a:t>The execution of a program typically involves a </a:t>
            </a:r>
            <a:r>
              <a:rPr lang="en-US" altLang="zh-CN" sz="2400" dirty="0">
                <a:solidFill>
                  <a:srgbClr val="FF0000"/>
                </a:solidFill>
              </a:rPr>
              <a:t>stack</a:t>
            </a:r>
            <a:r>
              <a:rPr lang="en-US" altLang="zh-CN" sz="2400" dirty="0"/>
              <a:t> that is used to keep track of procedure calls and parameter passing between procedures </a:t>
            </a:r>
          </a:p>
          <a:p>
            <a:pPr lvl="1"/>
            <a:r>
              <a:rPr lang="en-US" altLang="zh-CN" sz="2400" dirty="0"/>
              <a:t>Each process has associated with it </a:t>
            </a:r>
            <a:r>
              <a:rPr lang="en-US" altLang="zh-CN" sz="2400" dirty="0">
                <a:solidFill>
                  <a:srgbClr val="FF0000"/>
                </a:solidFill>
              </a:rPr>
              <a:t>a number of attributes</a:t>
            </a:r>
            <a:r>
              <a:rPr lang="en-US" altLang="zh-CN" sz="2400" dirty="0"/>
              <a:t> that are used by the OS for process control</a:t>
            </a:r>
          </a:p>
          <a:p>
            <a:pPr lvl="1"/>
            <a:r>
              <a:rPr lang="en-US" sz="2400" dirty="0">
                <a:solidFill>
                  <a:srgbClr val="FF0000"/>
                </a:solidFill>
              </a:rPr>
              <a:t>Process image location </a:t>
            </a:r>
            <a:r>
              <a:rPr lang="en-US" sz="2400" dirty="0"/>
              <a:t>will depend on the memory management scheme being used</a:t>
            </a:r>
          </a:p>
          <a:p>
            <a:pPr lvl="1"/>
            <a:endParaRPr lang="en-US" altLang="zh-CN" sz="2400" dirty="0"/>
          </a:p>
          <a:p>
            <a:pPr lvl="1"/>
            <a:endParaRPr lang="en-US" altLang="zh-CN" dirty="0"/>
          </a:p>
        </p:txBody>
      </p:sp>
      <p:sp>
        <p:nvSpPr>
          <p:cNvPr id="5" name="TextBox 4">
            <a:extLst>
              <a:ext uri="{FF2B5EF4-FFF2-40B4-BE49-F238E27FC236}">
                <a16:creationId xmlns:a16="http://schemas.microsoft.com/office/drawing/2014/main" id="{AB7AA56D-334B-BB46-8219-16C10A482846}"/>
              </a:ext>
            </a:extLst>
          </p:cNvPr>
          <p:cNvSpPr txBox="1"/>
          <p:nvPr/>
        </p:nvSpPr>
        <p:spPr>
          <a:xfrm>
            <a:off x="2054580" y="5599973"/>
            <a:ext cx="8252178" cy="523220"/>
          </a:xfrm>
          <a:prstGeom prst="rect">
            <a:avLst/>
          </a:prstGeom>
          <a:noFill/>
          <a:ln w="28575">
            <a:solidFill>
              <a:srgbClr val="FF0000"/>
            </a:solidFill>
            <a:prstDash val="dash"/>
          </a:ln>
        </p:spPr>
        <p:txBody>
          <a:bodyPr wrap="square">
            <a:spAutoFit/>
          </a:bodyPr>
          <a:lstStyle/>
          <a:p>
            <a:pPr marL="171450" lvl="1">
              <a:spcBef>
                <a:spcPts val="750"/>
              </a:spcBef>
            </a:pPr>
            <a:r>
              <a:rPr lang="en-US" altLang="zh-CN" sz="2800" b="1" dirty="0">
                <a:solidFill>
                  <a:srgbClr val="FF0000"/>
                </a:solidFill>
              </a:rPr>
              <a:t>Program</a:t>
            </a:r>
            <a:r>
              <a:rPr lang="zh-CN" altLang="en-US" sz="2800" b="1" dirty="0">
                <a:solidFill>
                  <a:srgbClr val="FF0000"/>
                </a:solidFill>
              </a:rPr>
              <a:t> </a:t>
            </a:r>
            <a:r>
              <a:rPr lang="en-US" altLang="zh-CN" sz="2800" b="1" dirty="0">
                <a:solidFill>
                  <a:srgbClr val="FF0000"/>
                </a:solidFill>
              </a:rPr>
              <a:t>+ data</a:t>
            </a:r>
            <a:r>
              <a:rPr lang="zh-CN" altLang="en-US" sz="2800" b="1" dirty="0">
                <a:solidFill>
                  <a:srgbClr val="FF0000"/>
                </a:solidFill>
              </a:rPr>
              <a:t> </a:t>
            </a:r>
            <a:r>
              <a:rPr lang="en-US" altLang="zh-CN" sz="2800" b="1" dirty="0">
                <a:solidFill>
                  <a:srgbClr val="FF0000"/>
                </a:solidFill>
              </a:rPr>
              <a:t>+</a:t>
            </a:r>
            <a:r>
              <a:rPr lang="zh-CN" altLang="en-US" sz="2800" b="1" dirty="0">
                <a:solidFill>
                  <a:srgbClr val="FF0000"/>
                </a:solidFill>
              </a:rPr>
              <a:t> </a:t>
            </a:r>
            <a:r>
              <a:rPr lang="en-US" altLang="zh-CN" sz="2800" b="1" dirty="0">
                <a:solidFill>
                  <a:srgbClr val="FF0000"/>
                </a:solidFill>
              </a:rPr>
              <a:t>stack</a:t>
            </a:r>
            <a:r>
              <a:rPr lang="zh-CN" altLang="en-US" sz="2800" b="1" dirty="0">
                <a:solidFill>
                  <a:srgbClr val="FF0000"/>
                </a:solidFill>
              </a:rPr>
              <a:t> </a:t>
            </a:r>
            <a:r>
              <a:rPr lang="en-US" altLang="zh-CN" sz="2800" b="1" dirty="0">
                <a:solidFill>
                  <a:srgbClr val="FF0000"/>
                </a:solidFill>
              </a:rPr>
              <a:t>+</a:t>
            </a:r>
            <a:r>
              <a:rPr lang="zh-CN" altLang="en-US" sz="2800" b="1" dirty="0">
                <a:solidFill>
                  <a:srgbClr val="FF0000"/>
                </a:solidFill>
              </a:rPr>
              <a:t> </a:t>
            </a:r>
            <a:r>
              <a:rPr lang="en-US" altLang="zh-CN" sz="2800" b="1" dirty="0">
                <a:solidFill>
                  <a:srgbClr val="FF0000"/>
                </a:solidFill>
              </a:rPr>
              <a:t>attributes</a:t>
            </a:r>
            <a:r>
              <a:rPr lang="en-US" altLang="zh-CN" sz="2800" b="1" dirty="0"/>
              <a:t> =</a:t>
            </a:r>
            <a:r>
              <a:rPr lang="zh-CN" altLang="en-US" sz="2800" b="1" dirty="0"/>
              <a:t> </a:t>
            </a:r>
            <a:r>
              <a:rPr lang="en-US" altLang="zh-CN" sz="2800" b="1" dirty="0">
                <a:solidFill>
                  <a:srgbClr val="FF0000"/>
                </a:solidFill>
              </a:rPr>
              <a:t>process image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Typical Elements of a Process Image</a:t>
            </a:r>
            <a:endParaRPr lang="zh-CN" altLang="en-US" dirty="0"/>
          </a:p>
        </p:txBody>
      </p:sp>
      <p:pic>
        <p:nvPicPr>
          <p:cNvPr id="10" name="图片 9">
            <a:extLst>
              <a:ext uri="{FF2B5EF4-FFF2-40B4-BE49-F238E27FC236}">
                <a16:creationId xmlns:a16="http://schemas.microsoft.com/office/drawing/2014/main" id="{659D04C0-C488-4E24-B43A-1CFF3F5204C4}"/>
              </a:ext>
            </a:extLst>
          </p:cNvPr>
          <p:cNvPicPr>
            <a:picLocks noChangeAspect="1"/>
          </p:cNvPicPr>
          <p:nvPr/>
        </p:nvPicPr>
        <p:blipFill>
          <a:blip r:embed="rId3"/>
          <a:stretch>
            <a:fillRect/>
          </a:stretch>
        </p:blipFill>
        <p:spPr>
          <a:xfrm>
            <a:off x="1668144" y="1020240"/>
            <a:ext cx="8636999" cy="506079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Process Control Block</a:t>
            </a:r>
            <a:r>
              <a:rPr lang="zh-CN" altLang="en-US" dirty="0"/>
              <a:t>（</a:t>
            </a:r>
            <a:r>
              <a:rPr lang="en-US" altLang="zh-CN" dirty="0"/>
              <a:t>Attributes</a:t>
            </a:r>
            <a:r>
              <a:rPr lang="zh-CN" altLang="en-US" dirty="0"/>
              <a:t>）</a:t>
            </a:r>
          </a:p>
        </p:txBody>
      </p:sp>
      <p:sp>
        <p:nvSpPr>
          <p:cNvPr id="3" name="内容占位符 2"/>
          <p:cNvSpPr>
            <a:spLocks noGrp="1"/>
          </p:cNvSpPr>
          <p:nvPr>
            <p:ph idx="1"/>
          </p:nvPr>
        </p:nvSpPr>
        <p:spPr>
          <a:xfrm>
            <a:off x="838200" y="841103"/>
            <a:ext cx="10515600" cy="1943040"/>
          </a:xfrm>
        </p:spPr>
        <p:txBody>
          <a:bodyPr>
            <a:normAutofit/>
          </a:bodyPr>
          <a:lstStyle/>
          <a:p>
            <a:r>
              <a:rPr lang="en-US" altLang="zh-CN" dirty="0"/>
              <a:t>The most important </a:t>
            </a:r>
            <a:r>
              <a:rPr lang="en-US" altLang="zh-CN" dirty="0">
                <a:solidFill>
                  <a:srgbClr val="FF0000"/>
                </a:solidFill>
              </a:rPr>
              <a:t>data structure </a:t>
            </a:r>
            <a:r>
              <a:rPr lang="en-US" altLang="zh-CN" dirty="0"/>
              <a:t>in an OS</a:t>
            </a:r>
          </a:p>
          <a:p>
            <a:pPr lvl="1"/>
            <a:r>
              <a:rPr lang="en-US" altLang="zh-CN" dirty="0"/>
              <a:t> contains all of the information about a process that is needed by the OS</a:t>
            </a:r>
          </a:p>
          <a:p>
            <a:pPr lvl="1"/>
            <a:r>
              <a:rPr lang="en-US" altLang="zh-CN" dirty="0"/>
              <a:t>blocks are </a:t>
            </a:r>
            <a:r>
              <a:rPr lang="en-US" altLang="zh-CN" dirty="0">
                <a:solidFill>
                  <a:srgbClr val="FF0000"/>
                </a:solidFill>
              </a:rPr>
              <a:t>read and/or modified</a:t>
            </a:r>
            <a:r>
              <a:rPr lang="en-US" altLang="zh-CN" dirty="0"/>
              <a:t> by every module in the OS</a:t>
            </a:r>
          </a:p>
          <a:p>
            <a:pPr lvl="1"/>
            <a:r>
              <a:rPr lang="en-US" altLang="zh-CN" dirty="0"/>
              <a:t>defines the </a:t>
            </a:r>
            <a:r>
              <a:rPr lang="en-US" altLang="zh-CN" dirty="0">
                <a:solidFill>
                  <a:srgbClr val="FF0000"/>
                </a:solidFill>
              </a:rPr>
              <a:t>state of the OS</a:t>
            </a:r>
          </a:p>
          <a:p>
            <a:pPr lvl="1"/>
            <a:endParaRPr lang="en-US" altLang="zh-CN" dirty="0"/>
          </a:p>
        </p:txBody>
      </p:sp>
      <p:sp>
        <p:nvSpPr>
          <p:cNvPr id="8" name="矩形: 圆角 7">
            <a:extLst>
              <a:ext uri="{FF2B5EF4-FFF2-40B4-BE49-F238E27FC236}">
                <a16:creationId xmlns:a16="http://schemas.microsoft.com/office/drawing/2014/main" id="{19ECFCD2-EEE3-440F-833C-B38AAC9D69C9}"/>
              </a:ext>
            </a:extLst>
          </p:cNvPr>
          <p:cNvSpPr/>
          <p:nvPr/>
        </p:nvSpPr>
        <p:spPr>
          <a:xfrm>
            <a:off x="1271667" y="3043451"/>
            <a:ext cx="8773085" cy="2468479"/>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矩形: 圆角 8">
            <a:extLst>
              <a:ext uri="{FF2B5EF4-FFF2-40B4-BE49-F238E27FC236}">
                <a16:creationId xmlns:a16="http://schemas.microsoft.com/office/drawing/2014/main" id="{916C5708-519B-4114-AB05-46BE4899D896}"/>
              </a:ext>
            </a:extLst>
          </p:cNvPr>
          <p:cNvSpPr/>
          <p:nvPr/>
        </p:nvSpPr>
        <p:spPr>
          <a:xfrm>
            <a:off x="1717494" y="4003852"/>
            <a:ext cx="2442949" cy="1228298"/>
          </a:xfrm>
          <a:prstGeom prst="round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lgn="ctr"/>
            <a:r>
              <a:rPr lang="en-US" altLang="zh-CN" sz="2000" b="1" dirty="0">
                <a:solidFill>
                  <a:schemeClr val="tx1"/>
                </a:solidFill>
                <a:latin typeface="Microsoft YaHei UI" panose="020B0503020204020204" pitchFamily="34" charset="-122"/>
                <a:ea typeface="Microsoft YaHei UI" panose="020B0503020204020204" pitchFamily="34" charset="-122"/>
              </a:rPr>
              <a:t>Process </a:t>
            </a:r>
            <a:r>
              <a:rPr lang="en-US" altLang="zh-CN" sz="2000" b="1" dirty="0">
                <a:solidFill>
                  <a:srgbClr val="FF0000"/>
                </a:solidFill>
                <a:latin typeface="Microsoft YaHei UI" panose="020B0503020204020204" pitchFamily="34" charset="-122"/>
                <a:ea typeface="Microsoft YaHei UI" panose="020B0503020204020204" pitchFamily="34" charset="-122"/>
              </a:rPr>
              <a:t>identification</a:t>
            </a:r>
          </a:p>
        </p:txBody>
      </p:sp>
      <p:sp>
        <p:nvSpPr>
          <p:cNvPr id="10" name="矩形: 圆角 9">
            <a:extLst>
              <a:ext uri="{FF2B5EF4-FFF2-40B4-BE49-F238E27FC236}">
                <a16:creationId xmlns:a16="http://schemas.microsoft.com/office/drawing/2014/main" id="{9D1D0824-7A4B-4F79-BCE2-143E986DF685}"/>
              </a:ext>
            </a:extLst>
          </p:cNvPr>
          <p:cNvSpPr/>
          <p:nvPr/>
        </p:nvSpPr>
        <p:spPr>
          <a:xfrm>
            <a:off x="4396853" y="4003852"/>
            <a:ext cx="2442949" cy="1228298"/>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lgn="ctr"/>
            <a:r>
              <a:rPr lang="en-US" altLang="zh-CN" sz="2000" b="1" dirty="0">
                <a:solidFill>
                  <a:srgbClr val="FF0000"/>
                </a:solidFill>
                <a:latin typeface="Microsoft YaHei UI" panose="020B0503020204020204" pitchFamily="34" charset="-122"/>
                <a:ea typeface="Microsoft YaHei UI" panose="020B0503020204020204" pitchFamily="34" charset="-122"/>
              </a:rPr>
              <a:t>Processor</a:t>
            </a:r>
            <a:r>
              <a:rPr lang="en-US" altLang="zh-CN" sz="2000" b="1" dirty="0">
                <a:solidFill>
                  <a:schemeClr val="tx1"/>
                </a:solidFill>
                <a:latin typeface="Microsoft YaHei UI" panose="020B0503020204020204" pitchFamily="34" charset="-122"/>
                <a:ea typeface="Microsoft YaHei UI" panose="020B0503020204020204" pitchFamily="34" charset="-122"/>
              </a:rPr>
              <a:t> </a:t>
            </a:r>
            <a:r>
              <a:rPr lang="en-US" altLang="zh-CN" sz="2000" b="1" dirty="0">
                <a:solidFill>
                  <a:srgbClr val="FF0000"/>
                </a:solidFill>
                <a:latin typeface="Microsoft YaHei UI" panose="020B0503020204020204" pitchFamily="34" charset="-122"/>
                <a:ea typeface="Microsoft YaHei UI" panose="020B0503020204020204" pitchFamily="34" charset="-122"/>
              </a:rPr>
              <a:t>state</a:t>
            </a:r>
            <a:r>
              <a:rPr lang="en-US" altLang="zh-CN" sz="2000" b="1" dirty="0">
                <a:solidFill>
                  <a:schemeClr val="tx1"/>
                </a:solidFill>
                <a:latin typeface="Microsoft YaHei UI" panose="020B0503020204020204" pitchFamily="34" charset="-122"/>
                <a:ea typeface="Microsoft YaHei UI" panose="020B0503020204020204" pitchFamily="34" charset="-122"/>
              </a:rPr>
              <a:t> information </a:t>
            </a:r>
          </a:p>
        </p:txBody>
      </p:sp>
      <p:sp>
        <p:nvSpPr>
          <p:cNvPr id="11" name="矩形: 圆角 10">
            <a:extLst>
              <a:ext uri="{FF2B5EF4-FFF2-40B4-BE49-F238E27FC236}">
                <a16:creationId xmlns:a16="http://schemas.microsoft.com/office/drawing/2014/main" id="{2E9C1BAB-15FE-4F89-B340-2FBBB5B47FFD}"/>
              </a:ext>
            </a:extLst>
          </p:cNvPr>
          <p:cNvSpPr/>
          <p:nvPr/>
        </p:nvSpPr>
        <p:spPr>
          <a:xfrm>
            <a:off x="7083036" y="4003852"/>
            <a:ext cx="2442949" cy="1228298"/>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lgn="ctr"/>
            <a:r>
              <a:rPr lang="en-US" altLang="zh-CN" sz="2000" b="1" dirty="0">
                <a:solidFill>
                  <a:schemeClr val="tx1"/>
                </a:solidFill>
                <a:latin typeface="Microsoft YaHei UI" panose="020B0503020204020204" pitchFamily="34" charset="-122"/>
                <a:ea typeface="Microsoft YaHei UI" panose="020B0503020204020204" pitchFamily="34" charset="-122"/>
              </a:rPr>
              <a:t>Process </a:t>
            </a:r>
            <a:r>
              <a:rPr lang="en-US" altLang="zh-CN" sz="2000" b="1" dirty="0">
                <a:solidFill>
                  <a:srgbClr val="FF0000"/>
                </a:solidFill>
                <a:latin typeface="Microsoft YaHei UI" panose="020B0503020204020204" pitchFamily="34" charset="-122"/>
                <a:ea typeface="Microsoft YaHei UI" panose="020B0503020204020204" pitchFamily="34" charset="-122"/>
              </a:rPr>
              <a:t>control</a:t>
            </a:r>
            <a:r>
              <a:rPr lang="en-US" altLang="zh-CN" sz="2000" b="1" dirty="0">
                <a:solidFill>
                  <a:schemeClr val="tx1"/>
                </a:solidFill>
                <a:latin typeface="Microsoft YaHei UI" panose="020B0503020204020204" pitchFamily="34" charset="-122"/>
                <a:ea typeface="Microsoft YaHei UI" panose="020B0503020204020204" pitchFamily="34" charset="-122"/>
              </a:rPr>
              <a:t> information</a:t>
            </a:r>
            <a:endParaRPr lang="zh-CN" altLang="en-US" sz="2000" b="1" dirty="0">
              <a:solidFill>
                <a:schemeClr val="tx1"/>
              </a:solidFill>
              <a:latin typeface="Microsoft YaHei UI" panose="020B0503020204020204" pitchFamily="34" charset="-122"/>
              <a:ea typeface="Microsoft YaHei UI" panose="020B0503020204020204" pitchFamily="34" charset="-122"/>
            </a:endParaRPr>
          </a:p>
        </p:txBody>
      </p:sp>
      <p:sp>
        <p:nvSpPr>
          <p:cNvPr id="13" name="文本框 12">
            <a:extLst>
              <a:ext uri="{FF2B5EF4-FFF2-40B4-BE49-F238E27FC236}">
                <a16:creationId xmlns:a16="http://schemas.microsoft.com/office/drawing/2014/main" id="{2D883763-3F33-4B0F-86FF-C65F5DC34A00}"/>
              </a:ext>
            </a:extLst>
          </p:cNvPr>
          <p:cNvSpPr txBox="1"/>
          <p:nvPr/>
        </p:nvSpPr>
        <p:spPr>
          <a:xfrm>
            <a:off x="2571465" y="3292819"/>
            <a:ext cx="6093724" cy="461665"/>
          </a:xfrm>
          <a:prstGeom prst="rect">
            <a:avLst/>
          </a:prstGeom>
          <a:noFill/>
        </p:spPr>
        <p:txBody>
          <a:bodyPr wrap="square">
            <a:spAutoFit/>
          </a:bodyPr>
          <a:lstStyle/>
          <a:p>
            <a:pPr algn="ctr"/>
            <a:r>
              <a:rPr lang="en-US" altLang="zh-CN" sz="2400" b="1" dirty="0">
                <a:latin typeface="Microsoft YaHei UI" panose="020B0503020204020204" pitchFamily="34" charset="-122"/>
                <a:ea typeface="Microsoft YaHei UI" panose="020B0503020204020204" pitchFamily="34" charset="-122"/>
              </a:rPr>
              <a:t>Process Control Block</a:t>
            </a:r>
            <a:r>
              <a:rPr lang="zh-CN" altLang="en-US" sz="2400" b="1" dirty="0">
                <a:latin typeface="Microsoft YaHei UI" panose="020B0503020204020204" pitchFamily="34" charset="-122"/>
                <a:ea typeface="Microsoft YaHei UI" panose="020B0503020204020204" pitchFamily="34" charset="-122"/>
              </a:rPr>
              <a:t>（</a:t>
            </a:r>
            <a:r>
              <a:rPr lang="en-US" altLang="zh-CN" sz="2400" b="1" dirty="0">
                <a:latin typeface="Microsoft YaHei UI" panose="020B0503020204020204" pitchFamily="34" charset="-122"/>
                <a:ea typeface="Microsoft YaHei UI" panose="020B0503020204020204" pitchFamily="34" charset="-122"/>
              </a:rPr>
              <a:t>PCB</a:t>
            </a:r>
            <a:r>
              <a:rPr lang="zh-CN" altLang="en-US" sz="2400" b="1" dirty="0">
                <a:latin typeface="Microsoft YaHei UI" panose="020B0503020204020204" pitchFamily="34" charset="-122"/>
                <a:ea typeface="Microsoft YaHei UI" panose="020B0503020204020204" pitchFamily="34" charset="-122"/>
              </a:rPr>
              <a:t>）</a:t>
            </a:r>
            <a:endParaRPr lang="en-US" sz="2400" b="1" dirty="0">
              <a:latin typeface="Microsoft YaHei UI" panose="020B0503020204020204" pitchFamily="34" charset="-122"/>
              <a:ea typeface="Microsoft YaHei UI"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000"/>
                                        <p:tgtEl>
                                          <p:spTgt spid="13"/>
                                        </p:tgtEl>
                                      </p:cBhvr>
                                    </p:animEffect>
                                    <p:anim calcmode="lin" valueType="num">
                                      <p:cBhvr>
                                        <p:cTn id="28" dur="1000" fill="hold"/>
                                        <p:tgtEl>
                                          <p:spTgt spid="13"/>
                                        </p:tgtEl>
                                        <p:attrNameLst>
                                          <p:attrName>ppt_x</p:attrName>
                                        </p:attrNameLst>
                                      </p:cBhvr>
                                      <p:tavLst>
                                        <p:tav tm="0">
                                          <p:val>
                                            <p:strVal val="#ppt_x"/>
                                          </p:val>
                                        </p:tav>
                                        <p:tav tm="100000">
                                          <p:val>
                                            <p:strVal val="#ppt_x"/>
                                          </p:val>
                                        </p:tav>
                                      </p:tavLst>
                                    </p:anim>
                                    <p:anim calcmode="lin" valueType="num">
                                      <p:cBhvr>
                                        <p:cTn id="2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PCB-Process Identification</a:t>
            </a:r>
            <a:r>
              <a:rPr lang="zh-CN" altLang="en-US" dirty="0"/>
              <a:t>（进程标识符）</a:t>
            </a:r>
          </a:p>
        </p:txBody>
      </p:sp>
      <p:sp>
        <p:nvSpPr>
          <p:cNvPr id="3" name="内容占位符 2"/>
          <p:cNvSpPr>
            <a:spLocks noGrp="1"/>
          </p:cNvSpPr>
          <p:nvPr>
            <p:ph idx="1"/>
          </p:nvPr>
        </p:nvSpPr>
        <p:spPr>
          <a:xfrm>
            <a:off x="838199" y="841102"/>
            <a:ext cx="10642601" cy="5559697"/>
          </a:xfrm>
        </p:spPr>
        <p:txBody>
          <a:bodyPr>
            <a:normAutofit/>
          </a:bodyPr>
          <a:lstStyle/>
          <a:p>
            <a:r>
              <a:rPr lang="en-US" altLang="zh-CN" dirty="0"/>
              <a:t>Each process is assigned a </a:t>
            </a:r>
            <a:r>
              <a:rPr lang="en-US" altLang="zh-CN" dirty="0">
                <a:solidFill>
                  <a:srgbClr val="FF0000"/>
                </a:solidFill>
              </a:rPr>
              <a:t>unique</a:t>
            </a:r>
            <a:r>
              <a:rPr lang="en-US" altLang="zh-CN" dirty="0"/>
              <a:t> numeric identifier</a:t>
            </a:r>
            <a:r>
              <a:rPr lang="zh-CN" altLang="en-US" dirty="0"/>
              <a:t> （</a:t>
            </a:r>
            <a:r>
              <a:rPr lang="en-US" altLang="zh-CN" dirty="0"/>
              <a:t>PID</a:t>
            </a:r>
            <a:r>
              <a:rPr lang="zh-CN" altLang="en-US" dirty="0"/>
              <a:t>）</a:t>
            </a:r>
            <a:endParaRPr lang="en-US" altLang="zh-CN" dirty="0"/>
          </a:p>
          <a:p>
            <a:pPr lvl="1"/>
            <a:r>
              <a:rPr lang="en-US" altLang="zh-CN" sz="2400" dirty="0"/>
              <a:t>otherwise there must be a mapping that allows the OS to locate the appropriate tables based on the process identifier</a:t>
            </a:r>
          </a:p>
          <a:p>
            <a:pPr lvl="1"/>
            <a:endParaRPr lang="en-US" altLang="zh-CN" dirty="0"/>
          </a:p>
          <a:p>
            <a:r>
              <a:rPr lang="en-US" altLang="zh-CN" dirty="0"/>
              <a:t>Usage</a:t>
            </a:r>
            <a:r>
              <a:rPr lang="zh-CN" altLang="en-US" dirty="0"/>
              <a:t> </a:t>
            </a:r>
            <a:r>
              <a:rPr lang="en-US" altLang="zh-CN" dirty="0"/>
              <a:t>scenario</a:t>
            </a:r>
          </a:p>
          <a:p>
            <a:pPr lvl="1"/>
            <a:r>
              <a:rPr lang="en-US" altLang="zh-CN" sz="2400" dirty="0"/>
              <a:t>OS may use process identifiers to </a:t>
            </a:r>
            <a:r>
              <a:rPr lang="en-US" altLang="zh-CN" sz="2400" dirty="0">
                <a:solidFill>
                  <a:srgbClr val="FF0000"/>
                </a:solidFill>
              </a:rPr>
              <a:t>cross-reference</a:t>
            </a:r>
            <a:r>
              <a:rPr lang="en-US" altLang="zh-CN" sz="2400" dirty="0"/>
              <a:t> process tables</a:t>
            </a:r>
          </a:p>
          <a:p>
            <a:pPr lvl="1"/>
            <a:r>
              <a:rPr lang="en-US" altLang="zh-CN" sz="2400" dirty="0"/>
              <a:t>Memory tables provide </a:t>
            </a:r>
            <a:r>
              <a:rPr lang="en-US" altLang="zh-CN" sz="2400" dirty="0">
                <a:solidFill>
                  <a:srgbClr val="FF0000"/>
                </a:solidFill>
              </a:rPr>
              <a:t>a map of main memory </a:t>
            </a:r>
            <a:r>
              <a:rPr lang="en-US" altLang="zh-CN" sz="2400" dirty="0"/>
              <a:t>with an indication of which process is assigned to each region</a:t>
            </a:r>
          </a:p>
          <a:p>
            <a:pPr lvl="2"/>
            <a:r>
              <a:rPr lang="en-US" altLang="zh-CN" sz="2400" dirty="0"/>
              <a:t>similar references will appear in  I/O and file tables</a:t>
            </a:r>
          </a:p>
          <a:p>
            <a:pPr lvl="1"/>
            <a:r>
              <a:rPr lang="en-US" altLang="zh-CN" sz="2400" dirty="0"/>
              <a:t>The process identifier can</a:t>
            </a:r>
            <a:r>
              <a:rPr lang="zh-CN" altLang="en-US" sz="2400" dirty="0"/>
              <a:t> </a:t>
            </a:r>
            <a:r>
              <a:rPr lang="en-US" altLang="zh-CN" sz="2400" dirty="0"/>
              <a:t>be</a:t>
            </a:r>
            <a:r>
              <a:rPr lang="zh-CN" altLang="en-US" sz="2400" dirty="0"/>
              <a:t> </a:t>
            </a:r>
            <a:r>
              <a:rPr lang="en-US" altLang="zh-CN" sz="2400" dirty="0"/>
              <a:t>the destination of a particular </a:t>
            </a:r>
            <a:r>
              <a:rPr lang="en-US" altLang="zh-CN" sz="2400" dirty="0">
                <a:solidFill>
                  <a:srgbClr val="FF0000"/>
                </a:solidFill>
              </a:rPr>
              <a:t>communication</a:t>
            </a:r>
          </a:p>
          <a:p>
            <a:pPr lvl="1"/>
            <a:r>
              <a:rPr lang="en-US" altLang="zh-CN" sz="2400" dirty="0"/>
              <a:t>identifiers indicate the </a:t>
            </a:r>
            <a:r>
              <a:rPr lang="en-US" altLang="zh-CN" sz="2400" dirty="0">
                <a:solidFill>
                  <a:srgbClr val="FF0000"/>
                </a:solidFill>
              </a:rPr>
              <a:t>parent</a:t>
            </a:r>
            <a:r>
              <a:rPr lang="en-US" altLang="zh-CN" sz="2400" dirty="0"/>
              <a:t> and </a:t>
            </a:r>
            <a:r>
              <a:rPr lang="en-US" altLang="zh-CN" sz="2400" dirty="0">
                <a:solidFill>
                  <a:srgbClr val="FF0000"/>
                </a:solidFill>
              </a:rPr>
              <a:t>descendants</a:t>
            </a:r>
            <a:r>
              <a:rPr lang="en-US" altLang="zh-CN" sz="2400" dirty="0"/>
              <a:t> of each process</a:t>
            </a:r>
            <a:r>
              <a:rPr lang="zh-CN" altLang="en-US" sz="2400" dirty="0"/>
              <a:t>（父亲和后代进程）</a:t>
            </a:r>
            <a:endParaRPr lang="en-US" altLang="zh-CN" sz="2400" dirty="0"/>
          </a:p>
          <a:p>
            <a:endParaRPr lang="en-US" altLang="zh-CN" dirty="0"/>
          </a:p>
          <a:p>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PCB-Processor State Information</a:t>
            </a:r>
            <a:endParaRPr lang="zh-CN" altLang="en-US" dirty="0"/>
          </a:p>
        </p:txBody>
      </p:sp>
      <p:sp>
        <p:nvSpPr>
          <p:cNvPr id="3" name="内容占位符 2"/>
          <p:cNvSpPr>
            <a:spLocks noGrp="1"/>
          </p:cNvSpPr>
          <p:nvPr>
            <p:ph idx="1"/>
          </p:nvPr>
        </p:nvSpPr>
        <p:spPr>
          <a:xfrm>
            <a:off x="838200" y="841102"/>
            <a:ext cx="10515600" cy="2963253"/>
          </a:xfrm>
        </p:spPr>
        <p:txBody>
          <a:bodyPr>
            <a:normAutofit/>
          </a:bodyPr>
          <a:lstStyle/>
          <a:p>
            <a:r>
              <a:rPr lang="en-US" altLang="zh-CN" dirty="0"/>
              <a:t>Consists of the contents of </a:t>
            </a:r>
            <a:r>
              <a:rPr lang="en-US" altLang="zh-CN" dirty="0">
                <a:solidFill>
                  <a:srgbClr val="FF0000"/>
                </a:solidFill>
              </a:rPr>
              <a:t>processor registers </a:t>
            </a:r>
          </a:p>
          <a:p>
            <a:pPr lvl="1"/>
            <a:r>
              <a:rPr lang="en-US" altLang="zh-CN" sz="2400" dirty="0"/>
              <a:t>user-visible registers</a:t>
            </a:r>
          </a:p>
          <a:p>
            <a:pPr lvl="1"/>
            <a:r>
              <a:rPr lang="en-US" altLang="zh-CN" sz="2400" dirty="0"/>
              <a:t>stack pointers</a:t>
            </a:r>
          </a:p>
          <a:p>
            <a:pPr lvl="1"/>
            <a:r>
              <a:rPr lang="en-US" altLang="zh-CN" sz="2400" dirty="0"/>
              <a:t>control and status registers</a:t>
            </a:r>
            <a:r>
              <a:rPr lang="zh-CN" altLang="en-US" sz="2400" dirty="0"/>
              <a:t>： </a:t>
            </a:r>
            <a:r>
              <a:rPr lang="en-US" altLang="zh-CN" sz="2400" dirty="0"/>
              <a:t>PC</a:t>
            </a:r>
            <a:r>
              <a:rPr lang="zh-CN" altLang="en-US" sz="2400" dirty="0"/>
              <a:t>，</a:t>
            </a:r>
            <a:r>
              <a:rPr lang="en-US" altLang="zh-CN" sz="2400" dirty="0"/>
              <a:t>condition code</a:t>
            </a:r>
            <a:r>
              <a:rPr lang="zh-CN" altLang="en-US" sz="2400" dirty="0"/>
              <a:t>， </a:t>
            </a:r>
            <a:r>
              <a:rPr lang="en-US" altLang="zh-CN" sz="2400" dirty="0"/>
              <a:t>status info.</a:t>
            </a:r>
          </a:p>
          <a:p>
            <a:pPr lvl="1"/>
            <a:endParaRPr lang="en-US" altLang="zh-CN" dirty="0"/>
          </a:p>
          <a:p>
            <a:pPr lvl="1"/>
            <a:endParaRPr lang="en-US" altLang="zh-CN" dirty="0"/>
          </a:p>
          <a:p>
            <a:pPr lvl="1"/>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A670E8-E97F-443E-A28E-EB7A3EC04FBC}"/>
              </a:ext>
            </a:extLst>
          </p:cNvPr>
          <p:cNvSpPr>
            <a:spLocks noGrp="1"/>
          </p:cNvSpPr>
          <p:nvPr>
            <p:ph type="title"/>
          </p:nvPr>
        </p:nvSpPr>
        <p:spPr/>
        <p:txBody>
          <a:bodyPr/>
          <a:lstStyle/>
          <a:p>
            <a:r>
              <a:rPr lang="en-US" sz="2800" dirty="0">
                <a:solidFill>
                  <a:schemeClr val="accent1">
                    <a:lumMod val="75000"/>
                  </a:schemeClr>
                </a:solidFill>
              </a:rPr>
              <a:t>X86 EFLAGS Register</a:t>
            </a:r>
            <a:endParaRPr lang="en-US" dirty="0"/>
          </a:p>
        </p:txBody>
      </p:sp>
      <p:sp>
        <p:nvSpPr>
          <p:cNvPr id="4" name="灯片编号占位符 3">
            <a:extLst>
              <a:ext uri="{FF2B5EF4-FFF2-40B4-BE49-F238E27FC236}">
                <a16:creationId xmlns:a16="http://schemas.microsoft.com/office/drawing/2014/main" id="{B9311B91-9297-4B17-8A54-16938B690AF2}"/>
              </a:ext>
            </a:extLst>
          </p:cNvPr>
          <p:cNvSpPr>
            <a:spLocks noGrp="1"/>
          </p:cNvSpPr>
          <p:nvPr>
            <p:ph type="sldNum" sz="quarter" idx="12"/>
          </p:nvPr>
        </p:nvSpPr>
        <p:spPr/>
        <p:txBody>
          <a:bodyPr/>
          <a:lstStyle/>
          <a:p>
            <a:fld id="{2093D444-7193-46AD-90E8-D84AE4B61CFF}" type="slidenum">
              <a:rPr lang="en-US" smtClean="0"/>
              <a:pPr/>
              <a:t>42</a:t>
            </a:fld>
            <a:r>
              <a:rPr lang="en-US"/>
              <a:t>/56</a:t>
            </a:r>
            <a:endParaRPr lang="en-US" dirty="0"/>
          </a:p>
        </p:txBody>
      </p:sp>
      <p:sp>
        <p:nvSpPr>
          <p:cNvPr id="5" name="日期占位符 4">
            <a:extLst>
              <a:ext uri="{FF2B5EF4-FFF2-40B4-BE49-F238E27FC236}">
                <a16:creationId xmlns:a16="http://schemas.microsoft.com/office/drawing/2014/main" id="{2A80622E-0C40-47A4-B037-D6C665D4E96A}"/>
              </a:ext>
            </a:extLst>
          </p:cNvPr>
          <p:cNvSpPr>
            <a:spLocks noGrp="1"/>
          </p:cNvSpPr>
          <p:nvPr>
            <p:ph type="dt" sz="half" idx="10"/>
          </p:nvPr>
        </p:nvSpPr>
        <p:spPr/>
        <p:txBody>
          <a:bodyPr/>
          <a:lstStyle/>
          <a:p>
            <a:fld id="{CAE4635A-F0E4-48AF-AAB4-A99FBE2C944F}" type="datetime1">
              <a:rPr lang="zh-CN" altLang="en-US" smtClean="0"/>
              <a:t>2026/3/16</a:t>
            </a:fld>
            <a:endParaRPr lang="zh-CN" altLang="en-US" dirty="0"/>
          </a:p>
        </p:txBody>
      </p:sp>
      <p:pic>
        <p:nvPicPr>
          <p:cNvPr id="7" name="图片 6">
            <a:extLst>
              <a:ext uri="{FF2B5EF4-FFF2-40B4-BE49-F238E27FC236}">
                <a16:creationId xmlns:a16="http://schemas.microsoft.com/office/drawing/2014/main" id="{845ADB1C-594D-44AB-A92A-30FFC7A8D426}"/>
              </a:ext>
            </a:extLst>
          </p:cNvPr>
          <p:cNvPicPr>
            <a:picLocks noChangeAspect="1"/>
          </p:cNvPicPr>
          <p:nvPr/>
        </p:nvPicPr>
        <p:blipFill>
          <a:blip r:embed="rId2"/>
          <a:stretch>
            <a:fillRect/>
          </a:stretch>
        </p:blipFill>
        <p:spPr>
          <a:xfrm>
            <a:off x="1414453" y="790589"/>
            <a:ext cx="8275458" cy="5276821"/>
          </a:xfrm>
          <a:prstGeom prst="rect">
            <a:avLst/>
          </a:prstGeom>
        </p:spPr>
      </p:pic>
      <p:sp>
        <p:nvSpPr>
          <p:cNvPr id="8" name="矩形 7">
            <a:extLst>
              <a:ext uri="{FF2B5EF4-FFF2-40B4-BE49-F238E27FC236}">
                <a16:creationId xmlns:a16="http://schemas.microsoft.com/office/drawing/2014/main" id="{737A8A08-EB78-4868-B701-0CCA2F5CCB5A}"/>
              </a:ext>
            </a:extLst>
          </p:cNvPr>
          <p:cNvSpPr/>
          <p:nvPr/>
        </p:nvSpPr>
        <p:spPr>
          <a:xfrm>
            <a:off x="2442949" y="4831307"/>
            <a:ext cx="2743200" cy="123610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481396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PCB-Process Control Information</a:t>
            </a:r>
            <a:endParaRPr lang="zh-CN" altLang="en-US" dirty="0"/>
          </a:p>
        </p:txBody>
      </p:sp>
      <p:sp>
        <p:nvSpPr>
          <p:cNvPr id="3" name="内容占位符 2"/>
          <p:cNvSpPr>
            <a:spLocks noGrp="1"/>
          </p:cNvSpPr>
          <p:nvPr>
            <p:ph idx="1"/>
          </p:nvPr>
        </p:nvSpPr>
        <p:spPr/>
        <p:txBody>
          <a:bodyPr/>
          <a:lstStyle/>
          <a:p>
            <a:r>
              <a:rPr lang="en-US" altLang="zh-CN" dirty="0"/>
              <a:t>The additional information needed by the OS to </a:t>
            </a:r>
            <a:r>
              <a:rPr lang="en-US" altLang="zh-CN" dirty="0">
                <a:solidFill>
                  <a:srgbClr val="FF0000"/>
                </a:solidFill>
              </a:rPr>
              <a:t>control and coordinate the various active processes</a:t>
            </a:r>
          </a:p>
        </p:txBody>
      </p:sp>
      <p:grpSp>
        <p:nvGrpSpPr>
          <p:cNvPr id="9" name="组合 8">
            <a:extLst>
              <a:ext uri="{FF2B5EF4-FFF2-40B4-BE49-F238E27FC236}">
                <a16:creationId xmlns:a16="http://schemas.microsoft.com/office/drawing/2014/main" id="{2765F622-D0CA-4280-B2EA-84451CA5DCA3}"/>
              </a:ext>
            </a:extLst>
          </p:cNvPr>
          <p:cNvGrpSpPr/>
          <p:nvPr/>
        </p:nvGrpSpPr>
        <p:grpSpPr>
          <a:xfrm>
            <a:off x="2322929" y="1148940"/>
            <a:ext cx="7883130" cy="6081423"/>
            <a:chOff x="1829315" y="136523"/>
            <a:chExt cx="7883130" cy="6081423"/>
          </a:xfrm>
        </p:grpSpPr>
        <p:pic>
          <p:nvPicPr>
            <p:cNvPr id="7" name="图片 6">
              <a:extLst>
                <a:ext uri="{FF2B5EF4-FFF2-40B4-BE49-F238E27FC236}">
                  <a16:creationId xmlns:a16="http://schemas.microsoft.com/office/drawing/2014/main" id="{1CA4C69C-564E-41C3-BD70-E9AC502B74E8}"/>
                </a:ext>
              </a:extLst>
            </p:cNvPr>
            <p:cNvPicPr>
              <a:picLocks noChangeAspect="1"/>
            </p:cNvPicPr>
            <p:nvPr/>
          </p:nvPicPr>
          <p:blipFill>
            <a:blip r:embed="rId3"/>
            <a:stretch>
              <a:fillRect/>
            </a:stretch>
          </p:blipFill>
          <p:spPr>
            <a:xfrm>
              <a:off x="1829315" y="136523"/>
              <a:ext cx="7883130" cy="6081423"/>
            </a:xfrm>
            <a:prstGeom prst="rect">
              <a:avLst/>
            </a:prstGeom>
          </p:spPr>
        </p:pic>
        <p:sp>
          <p:nvSpPr>
            <p:cNvPr id="8" name="矩形 7">
              <a:extLst>
                <a:ext uri="{FF2B5EF4-FFF2-40B4-BE49-F238E27FC236}">
                  <a16:creationId xmlns:a16="http://schemas.microsoft.com/office/drawing/2014/main" id="{10567381-68BA-4D5A-8843-561E7095F6D3}"/>
                </a:ext>
              </a:extLst>
            </p:cNvPr>
            <p:cNvSpPr/>
            <p:nvPr/>
          </p:nvSpPr>
          <p:spPr>
            <a:xfrm>
              <a:off x="1895173" y="464024"/>
              <a:ext cx="7751413" cy="223823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2.4 Process Control</a:t>
            </a:r>
            <a:endParaRPr lang="zh-CN" altLang="en-US" dirty="0"/>
          </a:p>
        </p:txBody>
      </p:sp>
      <p:sp>
        <p:nvSpPr>
          <p:cNvPr id="3" name="内容占位符 2"/>
          <p:cNvSpPr>
            <a:spLocks noGrp="1"/>
          </p:cNvSpPr>
          <p:nvPr>
            <p:ph idx="1"/>
          </p:nvPr>
        </p:nvSpPr>
        <p:spPr/>
        <p:txBody>
          <a:bodyPr/>
          <a:lstStyle/>
          <a:p>
            <a:r>
              <a:rPr lang="en-US" altLang="zh-CN" dirty="0"/>
              <a:t>Modes of execution</a:t>
            </a:r>
          </a:p>
          <a:p>
            <a:r>
              <a:rPr lang="en-US" altLang="zh-CN" dirty="0"/>
              <a:t>Process creation</a:t>
            </a:r>
          </a:p>
          <a:p>
            <a:r>
              <a:rPr lang="en-US" altLang="zh-CN" dirty="0"/>
              <a:t>Process switching</a:t>
            </a:r>
          </a:p>
          <a:p>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Modes of Execution</a:t>
            </a:r>
            <a:endParaRPr lang="zh-CN" altLang="en-US" dirty="0"/>
          </a:p>
        </p:txBody>
      </p:sp>
      <p:sp>
        <p:nvSpPr>
          <p:cNvPr id="3" name="内容占位符 2"/>
          <p:cNvSpPr>
            <a:spLocks noGrp="1"/>
          </p:cNvSpPr>
          <p:nvPr>
            <p:ph idx="1"/>
          </p:nvPr>
        </p:nvSpPr>
        <p:spPr/>
        <p:txBody>
          <a:bodyPr>
            <a:normAutofit/>
          </a:bodyPr>
          <a:lstStyle/>
          <a:p>
            <a:r>
              <a:rPr lang="en-US" altLang="zh-CN" dirty="0"/>
              <a:t>User Mode</a:t>
            </a:r>
          </a:p>
          <a:p>
            <a:pPr lvl="1"/>
            <a:r>
              <a:rPr lang="en-US" altLang="zh-CN" dirty="0"/>
              <a:t>less-privileged mode</a:t>
            </a:r>
          </a:p>
          <a:p>
            <a:pPr lvl="1"/>
            <a:r>
              <a:rPr lang="en-US" altLang="zh-CN" dirty="0"/>
              <a:t>user programs typically execute in this mode</a:t>
            </a:r>
          </a:p>
          <a:p>
            <a:pPr lvl="1"/>
            <a:r>
              <a:rPr lang="en-US" altLang="zh-CN" dirty="0"/>
              <a:t>PSW-current privilege level (CPL)</a:t>
            </a:r>
          </a:p>
          <a:p>
            <a:r>
              <a:rPr lang="en-US" altLang="zh-CN" dirty="0"/>
              <a:t>System Mode</a:t>
            </a:r>
          </a:p>
          <a:p>
            <a:pPr lvl="1"/>
            <a:r>
              <a:rPr lang="en-US" altLang="zh-CN" dirty="0"/>
              <a:t>more-privileged mode</a:t>
            </a:r>
          </a:p>
          <a:p>
            <a:pPr lvl="1"/>
            <a:r>
              <a:rPr lang="en-US" altLang="zh-CN" dirty="0"/>
              <a:t>also referred </a:t>
            </a:r>
            <a:r>
              <a:rPr lang="en-US" altLang="zh-CN" dirty="0">
                <a:solidFill>
                  <a:srgbClr val="002060"/>
                </a:solidFill>
              </a:rPr>
              <a:t>to as control mode or</a:t>
            </a:r>
            <a:r>
              <a:rPr lang="en-US" altLang="zh-CN" dirty="0"/>
              <a:t> </a:t>
            </a:r>
            <a:r>
              <a:rPr lang="en-US" altLang="zh-CN" dirty="0">
                <a:solidFill>
                  <a:srgbClr val="C00000"/>
                </a:solidFill>
              </a:rPr>
              <a:t>kernel mode</a:t>
            </a:r>
          </a:p>
          <a:p>
            <a:pPr lvl="1"/>
            <a:r>
              <a:rPr lang="en-US" altLang="zh-CN" dirty="0"/>
              <a:t>kernel of the operating system</a:t>
            </a:r>
          </a:p>
          <a:p>
            <a:pPr lvl="1"/>
            <a:endParaRPr lang="en-US" altLang="zh-CN" dirty="0"/>
          </a:p>
          <a:p>
            <a:pPr lvl="1"/>
            <a:endParaRPr lang="zh-CN" altLang="en-US" dirty="0"/>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4731" y="3922852"/>
            <a:ext cx="7602538"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dirty="0"/>
              <a:t>Typical Functions of an Operating System Kernel</a:t>
            </a:r>
            <a:endParaRPr lang="zh-CN" altLang="en-US" dirty="0"/>
          </a:p>
        </p:txBody>
      </p:sp>
      <p:pic>
        <p:nvPicPr>
          <p:cNvPr id="4" name="Content Placeholder 3"/>
          <p:cNvPicPr>
            <a:picLocks noGrp="1" noChangeAspect="1" noChangeArrowheads="1"/>
          </p:cNvPicPr>
          <p:nvPr>
            <p:ph idx="1"/>
          </p:nvPr>
        </p:nvPicPr>
        <p:blipFill>
          <a:blip r:embed="rId2"/>
          <a:stretch>
            <a:fillRect/>
          </a:stretch>
        </p:blipFill>
        <p:spPr bwMode="auto">
          <a:xfrm>
            <a:off x="2593585" y="736600"/>
            <a:ext cx="7004830" cy="5367338"/>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Step of Process Creation</a:t>
            </a:r>
            <a:endParaRPr lang="zh-CN" altLang="en-US" dirty="0"/>
          </a:p>
        </p:txBody>
      </p:sp>
      <p:sp>
        <p:nvSpPr>
          <p:cNvPr id="3" name="内容占位符 2"/>
          <p:cNvSpPr>
            <a:spLocks noGrp="1"/>
          </p:cNvSpPr>
          <p:nvPr>
            <p:ph idx="1"/>
          </p:nvPr>
        </p:nvSpPr>
        <p:spPr/>
        <p:txBody>
          <a:bodyPr/>
          <a:lstStyle/>
          <a:p>
            <a:r>
              <a:rPr lang="en-US" altLang="zh-CN" dirty="0"/>
              <a:t>Once the OS decides to create a new process</a:t>
            </a:r>
          </a:p>
          <a:p>
            <a:pPr marL="914400" lvl="1" indent="-457200">
              <a:buFont typeface="+mj-ea"/>
              <a:buAutoNum type="circleNumDbPlain"/>
            </a:pPr>
            <a:r>
              <a:rPr lang="en-US" altLang="zh-CN" dirty="0"/>
              <a:t>assigns a unique process </a:t>
            </a:r>
            <a:r>
              <a:rPr lang="en-US" altLang="zh-CN" dirty="0">
                <a:solidFill>
                  <a:srgbClr val="FF0000"/>
                </a:solidFill>
              </a:rPr>
              <a:t>identifier</a:t>
            </a:r>
            <a:r>
              <a:rPr lang="en-US" altLang="zh-CN" dirty="0"/>
              <a:t> to the new process</a:t>
            </a:r>
          </a:p>
          <a:p>
            <a:pPr marL="914400" lvl="1" indent="-457200">
              <a:buFont typeface="+mj-ea"/>
              <a:buAutoNum type="circleNumDbPlain"/>
            </a:pPr>
            <a:r>
              <a:rPr lang="en-US" altLang="zh-CN" dirty="0"/>
              <a:t>allocates </a:t>
            </a:r>
            <a:r>
              <a:rPr lang="en-US" altLang="zh-CN" dirty="0">
                <a:solidFill>
                  <a:srgbClr val="FF0000"/>
                </a:solidFill>
              </a:rPr>
              <a:t>space</a:t>
            </a:r>
            <a:r>
              <a:rPr lang="en-US" altLang="zh-CN" dirty="0"/>
              <a:t> for the process</a:t>
            </a:r>
          </a:p>
          <a:p>
            <a:pPr marL="914400" lvl="1" indent="-457200">
              <a:buFont typeface="+mj-ea"/>
              <a:buAutoNum type="circleNumDbPlain"/>
            </a:pPr>
            <a:r>
              <a:rPr lang="en-US" altLang="zh-CN" dirty="0">
                <a:solidFill>
                  <a:srgbClr val="FF0000"/>
                </a:solidFill>
              </a:rPr>
              <a:t>initializes</a:t>
            </a:r>
            <a:r>
              <a:rPr lang="en-US" altLang="zh-CN" dirty="0"/>
              <a:t> the PCB</a:t>
            </a:r>
          </a:p>
          <a:p>
            <a:pPr marL="914400" lvl="1" indent="-457200">
              <a:buFont typeface="+mj-ea"/>
              <a:buAutoNum type="circleNumDbPlain"/>
            </a:pPr>
            <a:r>
              <a:rPr lang="en-US" altLang="zh-CN" dirty="0"/>
              <a:t>sets the appropriate </a:t>
            </a:r>
            <a:r>
              <a:rPr lang="en-US" altLang="zh-CN" dirty="0">
                <a:solidFill>
                  <a:srgbClr val="FF0000"/>
                </a:solidFill>
              </a:rPr>
              <a:t>linkages</a:t>
            </a:r>
          </a:p>
          <a:p>
            <a:pPr marL="914400" lvl="1" indent="-457200">
              <a:buFont typeface="+mj-ea"/>
              <a:buAutoNum type="circleNumDbPlain"/>
            </a:pPr>
            <a:r>
              <a:rPr lang="en-US" altLang="zh-CN" dirty="0"/>
              <a:t>creates or expands other data structures</a:t>
            </a:r>
          </a:p>
          <a:p>
            <a:pPr lvl="1"/>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Process Switching</a:t>
            </a:r>
            <a:endParaRPr lang="zh-CN" altLang="en-US" dirty="0"/>
          </a:p>
        </p:txBody>
      </p:sp>
      <p:sp>
        <p:nvSpPr>
          <p:cNvPr id="3" name="内容占位符 2"/>
          <p:cNvSpPr>
            <a:spLocks noGrp="1"/>
          </p:cNvSpPr>
          <p:nvPr>
            <p:ph idx="1"/>
          </p:nvPr>
        </p:nvSpPr>
        <p:spPr/>
        <p:txBody>
          <a:bodyPr>
            <a:normAutofit/>
          </a:bodyPr>
          <a:lstStyle/>
          <a:p>
            <a:r>
              <a:rPr lang="en-US" altLang="zh-CN" dirty="0"/>
              <a:t>A process switch may occur any time that the OS has gained control from the currently running process. </a:t>
            </a:r>
          </a:p>
          <a:p>
            <a:pPr lvl="1"/>
            <a:r>
              <a:rPr lang="en-US" altLang="zh-CN" dirty="0"/>
              <a:t>Possible events giving OS control are: </a:t>
            </a:r>
            <a:r>
              <a:rPr lang="en-US" altLang="zh-CN" dirty="0">
                <a:solidFill>
                  <a:srgbClr val="0070C0"/>
                </a:solidFill>
              </a:rPr>
              <a:t>Interrupt, Trap and Supervisor call(</a:t>
            </a:r>
            <a:r>
              <a:rPr lang="zh-CN" altLang="en-US" dirty="0">
                <a:solidFill>
                  <a:srgbClr val="0070C0"/>
                </a:solidFill>
              </a:rPr>
              <a:t>系统调用</a:t>
            </a:r>
            <a:r>
              <a:rPr lang="en-US" altLang="zh-CN" dirty="0">
                <a:solidFill>
                  <a:srgbClr val="0070C0"/>
                </a:solidFill>
              </a:rPr>
              <a:t>)</a:t>
            </a:r>
          </a:p>
          <a:p>
            <a:pPr lvl="1"/>
            <a:endParaRPr lang="en-US" altLang="zh-CN" dirty="0">
              <a:solidFill>
                <a:srgbClr val="0070C0"/>
              </a:solidFill>
            </a:endParaRPr>
          </a:p>
          <a:p>
            <a:r>
              <a:rPr lang="en-US" altLang="zh-CN" dirty="0"/>
              <a:t>Interrupt </a:t>
            </a:r>
          </a:p>
          <a:p>
            <a:pPr lvl="1"/>
            <a:r>
              <a:rPr lang="en-US" altLang="zh-CN" dirty="0"/>
              <a:t>Due to some </a:t>
            </a:r>
            <a:r>
              <a:rPr lang="en-US" altLang="zh-CN" dirty="0">
                <a:solidFill>
                  <a:srgbClr val="FF0000"/>
                </a:solidFill>
              </a:rPr>
              <a:t>external event</a:t>
            </a:r>
            <a:r>
              <a:rPr lang="en-US" altLang="zh-CN" dirty="0"/>
              <a:t>, which is </a:t>
            </a:r>
            <a:r>
              <a:rPr lang="en-US" altLang="zh-CN" dirty="0">
                <a:solidFill>
                  <a:srgbClr val="0070C0"/>
                </a:solidFill>
              </a:rPr>
              <a:t>independent</a:t>
            </a:r>
            <a:r>
              <a:rPr lang="en-US" altLang="zh-CN" dirty="0"/>
              <a:t> of the currently running process</a:t>
            </a:r>
          </a:p>
          <a:p>
            <a:pPr lvl="2"/>
            <a:r>
              <a:rPr lang="en-US" altLang="zh-CN" dirty="0"/>
              <a:t>clock interrupt</a:t>
            </a:r>
          </a:p>
          <a:p>
            <a:pPr lvl="2"/>
            <a:r>
              <a:rPr lang="en-US" altLang="zh-CN" dirty="0"/>
              <a:t>I/O interrupt</a:t>
            </a:r>
          </a:p>
          <a:p>
            <a:pPr lvl="2"/>
            <a:r>
              <a:rPr lang="en-US" altLang="zh-CN" dirty="0"/>
              <a:t>memory fault</a:t>
            </a:r>
          </a:p>
          <a:p>
            <a:r>
              <a:rPr lang="en-US" altLang="zh-CN" dirty="0"/>
              <a:t>Trap </a:t>
            </a:r>
          </a:p>
          <a:p>
            <a:pPr lvl="1"/>
            <a:r>
              <a:rPr lang="en-US" altLang="zh-CN" dirty="0"/>
              <a:t>An </a:t>
            </a:r>
            <a:r>
              <a:rPr lang="en-US" altLang="zh-CN" dirty="0">
                <a:solidFill>
                  <a:srgbClr val="FF0000"/>
                </a:solidFill>
              </a:rPr>
              <a:t>error or exception condition </a:t>
            </a:r>
            <a:r>
              <a:rPr lang="en-US" altLang="zh-CN" dirty="0"/>
              <a:t>generated within the currently running process</a:t>
            </a:r>
          </a:p>
          <a:p>
            <a:pPr lvl="1"/>
            <a:endParaRPr lang="en-US" altLang="zh-CN" dirty="0">
              <a:solidFill>
                <a:srgbClr val="0070C0"/>
              </a:solidFill>
            </a:endParaRPr>
          </a:p>
          <a:p>
            <a:pPr lvl="1"/>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8DD287-4B7B-4C41-BF09-48EA7DB79D26}"/>
              </a:ext>
            </a:extLst>
          </p:cNvPr>
          <p:cNvSpPr>
            <a:spLocks noGrp="1"/>
          </p:cNvSpPr>
          <p:nvPr>
            <p:ph type="title"/>
          </p:nvPr>
        </p:nvSpPr>
        <p:spPr>
          <a:xfrm>
            <a:off x="567671" y="237306"/>
            <a:ext cx="10515600" cy="616768"/>
          </a:xfrm>
        </p:spPr>
        <p:txBody>
          <a:bodyPr/>
          <a:lstStyle/>
          <a:p>
            <a:r>
              <a:rPr lang="en-US" dirty="0"/>
              <a:t>E</a:t>
            </a:r>
            <a:r>
              <a:rPr lang="en-US" altLang="zh-CN" dirty="0"/>
              <a:t>xample of Process Switch</a:t>
            </a:r>
            <a:endParaRPr lang="en-US" dirty="0"/>
          </a:p>
        </p:txBody>
      </p:sp>
      <p:sp>
        <p:nvSpPr>
          <p:cNvPr id="4" name="灯片编号占位符 3">
            <a:extLst>
              <a:ext uri="{FF2B5EF4-FFF2-40B4-BE49-F238E27FC236}">
                <a16:creationId xmlns:a16="http://schemas.microsoft.com/office/drawing/2014/main" id="{DF76B228-6745-47EE-8AB5-EB5BCB8DC1E3}"/>
              </a:ext>
            </a:extLst>
          </p:cNvPr>
          <p:cNvSpPr>
            <a:spLocks noGrp="1"/>
          </p:cNvSpPr>
          <p:nvPr>
            <p:ph type="sldNum" sz="quarter" idx="12"/>
          </p:nvPr>
        </p:nvSpPr>
        <p:spPr/>
        <p:txBody>
          <a:bodyPr/>
          <a:lstStyle/>
          <a:p>
            <a:fld id="{2093D444-7193-46AD-90E8-D84AE4B61CFF}" type="slidenum">
              <a:rPr lang="en-US" smtClean="0"/>
              <a:pPr/>
              <a:t>49</a:t>
            </a:fld>
            <a:r>
              <a:rPr lang="en-US"/>
              <a:t>/56</a:t>
            </a:r>
            <a:endParaRPr lang="en-US" dirty="0"/>
          </a:p>
        </p:txBody>
      </p:sp>
      <p:sp>
        <p:nvSpPr>
          <p:cNvPr id="5" name="日期占位符 4">
            <a:extLst>
              <a:ext uri="{FF2B5EF4-FFF2-40B4-BE49-F238E27FC236}">
                <a16:creationId xmlns:a16="http://schemas.microsoft.com/office/drawing/2014/main" id="{201A7DB5-41A2-4B5E-9560-3234890D1BF3}"/>
              </a:ext>
            </a:extLst>
          </p:cNvPr>
          <p:cNvSpPr>
            <a:spLocks noGrp="1"/>
          </p:cNvSpPr>
          <p:nvPr>
            <p:ph type="dt" sz="half" idx="10"/>
          </p:nvPr>
        </p:nvSpPr>
        <p:spPr/>
        <p:txBody>
          <a:bodyPr/>
          <a:lstStyle/>
          <a:p>
            <a:fld id="{CAE4635A-F0E4-48AF-AAB4-A99FBE2C944F}" type="datetime1">
              <a:rPr lang="zh-CN" altLang="en-US" smtClean="0"/>
              <a:t>2026/3/16</a:t>
            </a:fld>
            <a:endParaRPr lang="zh-CN" altLang="en-US" dirty="0"/>
          </a:p>
        </p:txBody>
      </p:sp>
      <p:pic>
        <p:nvPicPr>
          <p:cNvPr id="6" name="Picture 9">
            <a:extLst>
              <a:ext uri="{FF2B5EF4-FFF2-40B4-BE49-F238E27FC236}">
                <a16:creationId xmlns:a16="http://schemas.microsoft.com/office/drawing/2014/main" id="{7B34E18C-738D-4D16-BFAF-17ABAE4097F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07436" y="797333"/>
            <a:ext cx="8209910" cy="5514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a:extLst>
              <a:ext uri="{FF2B5EF4-FFF2-40B4-BE49-F238E27FC236}">
                <a16:creationId xmlns:a16="http://schemas.microsoft.com/office/drawing/2014/main" id="{2F045D6C-0546-478A-BC48-D432EE69FA71}"/>
              </a:ext>
            </a:extLst>
          </p:cNvPr>
          <p:cNvSpPr txBox="1"/>
          <p:nvPr/>
        </p:nvSpPr>
        <p:spPr>
          <a:xfrm>
            <a:off x="5086065" y="761204"/>
            <a:ext cx="2019869" cy="369332"/>
          </a:xfrm>
          <a:prstGeom prst="rect">
            <a:avLst/>
          </a:prstGeom>
          <a:noFill/>
        </p:spPr>
        <p:txBody>
          <a:bodyPr wrap="square" rtlCol="0">
            <a:spAutoFit/>
          </a:bodyPr>
          <a:lstStyle/>
          <a:p>
            <a:pPr algn="ctr"/>
            <a:r>
              <a:rPr lang="en-US" b="1" dirty="0">
                <a:solidFill>
                  <a:srgbClr val="FF0000"/>
                </a:solidFill>
              </a:rPr>
              <a:t>K</a:t>
            </a:r>
            <a:r>
              <a:rPr lang="en-US" altLang="zh-CN" b="1" dirty="0">
                <a:solidFill>
                  <a:srgbClr val="FF0000"/>
                </a:solidFill>
              </a:rPr>
              <a:t>ernel mode</a:t>
            </a:r>
            <a:endParaRPr lang="en-US" b="1" dirty="0">
              <a:solidFill>
                <a:srgbClr val="FF0000"/>
              </a:solidFill>
            </a:endParaRPr>
          </a:p>
        </p:txBody>
      </p:sp>
      <p:sp>
        <p:nvSpPr>
          <p:cNvPr id="11" name="文本框 10">
            <a:extLst>
              <a:ext uri="{FF2B5EF4-FFF2-40B4-BE49-F238E27FC236}">
                <a16:creationId xmlns:a16="http://schemas.microsoft.com/office/drawing/2014/main" id="{6E16854C-0DA1-424C-BDE6-FE4EB4777995}"/>
              </a:ext>
            </a:extLst>
          </p:cNvPr>
          <p:cNvSpPr txBox="1"/>
          <p:nvPr/>
        </p:nvSpPr>
        <p:spPr>
          <a:xfrm>
            <a:off x="2754572" y="713450"/>
            <a:ext cx="2019869" cy="369332"/>
          </a:xfrm>
          <a:prstGeom prst="rect">
            <a:avLst/>
          </a:prstGeom>
          <a:noFill/>
        </p:spPr>
        <p:txBody>
          <a:bodyPr wrap="square" rtlCol="0">
            <a:spAutoFit/>
          </a:bodyPr>
          <a:lstStyle/>
          <a:p>
            <a:pPr algn="ctr"/>
            <a:r>
              <a:rPr lang="en-US" b="1" dirty="0">
                <a:solidFill>
                  <a:srgbClr val="FF0000"/>
                </a:solidFill>
              </a:rPr>
              <a:t>User</a:t>
            </a:r>
            <a:r>
              <a:rPr lang="en-US" altLang="zh-CN" b="1" dirty="0">
                <a:solidFill>
                  <a:srgbClr val="FF0000"/>
                </a:solidFill>
              </a:rPr>
              <a:t> mode</a:t>
            </a:r>
            <a:endParaRPr lang="en-US" b="1" dirty="0">
              <a:solidFill>
                <a:srgbClr val="FF0000"/>
              </a:solidFill>
            </a:endParaRPr>
          </a:p>
        </p:txBody>
      </p:sp>
      <p:sp>
        <p:nvSpPr>
          <p:cNvPr id="12" name="文本框 11">
            <a:extLst>
              <a:ext uri="{FF2B5EF4-FFF2-40B4-BE49-F238E27FC236}">
                <a16:creationId xmlns:a16="http://schemas.microsoft.com/office/drawing/2014/main" id="{240BBD13-5D70-4553-8B1C-316ABAA8B677}"/>
              </a:ext>
            </a:extLst>
          </p:cNvPr>
          <p:cNvSpPr txBox="1"/>
          <p:nvPr/>
        </p:nvSpPr>
        <p:spPr>
          <a:xfrm>
            <a:off x="7233313" y="705537"/>
            <a:ext cx="2019869" cy="369332"/>
          </a:xfrm>
          <a:prstGeom prst="rect">
            <a:avLst/>
          </a:prstGeom>
          <a:noFill/>
        </p:spPr>
        <p:txBody>
          <a:bodyPr wrap="square" rtlCol="0">
            <a:spAutoFit/>
          </a:bodyPr>
          <a:lstStyle/>
          <a:p>
            <a:pPr algn="ctr"/>
            <a:r>
              <a:rPr lang="en-US" b="1" dirty="0">
                <a:solidFill>
                  <a:srgbClr val="FF0000"/>
                </a:solidFill>
              </a:rPr>
              <a:t>User</a:t>
            </a:r>
            <a:r>
              <a:rPr lang="en-US" altLang="zh-CN" b="1" dirty="0">
                <a:solidFill>
                  <a:srgbClr val="FF0000"/>
                </a:solidFill>
              </a:rPr>
              <a:t> mode</a:t>
            </a:r>
            <a:endParaRPr lang="en-US" b="1" dirty="0">
              <a:solidFill>
                <a:srgbClr val="FF0000"/>
              </a:solidFill>
            </a:endParaRPr>
          </a:p>
        </p:txBody>
      </p:sp>
    </p:spTree>
    <p:extLst>
      <p:ext uri="{BB962C8B-B14F-4D97-AF65-F5344CB8AC3E}">
        <p14:creationId xmlns:p14="http://schemas.microsoft.com/office/powerpoint/2010/main" val="3377901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arn(inVertical)">
                                      <p:cBhvr>
                                        <p:cTn id="10" dur="500"/>
                                        <p:tgtEl>
                                          <p:spTgt spid="10"/>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arn(inVertical)">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Change of Process State</a:t>
            </a:r>
            <a:endParaRPr lang="zh-CN" altLang="en-US" dirty="0"/>
          </a:p>
        </p:txBody>
      </p:sp>
      <p:sp>
        <p:nvSpPr>
          <p:cNvPr id="4" name="Content Placeholder 2">
            <a:extLst>
              <a:ext uri="{FF2B5EF4-FFF2-40B4-BE49-F238E27FC236}">
                <a16:creationId xmlns:a16="http://schemas.microsoft.com/office/drawing/2014/main" id="{610CF97F-5A1F-422C-9F25-F4A56F3434F3}"/>
              </a:ext>
            </a:extLst>
          </p:cNvPr>
          <p:cNvSpPr txBox="1">
            <a:spLocks/>
          </p:cNvSpPr>
          <p:nvPr/>
        </p:nvSpPr>
        <p:spPr>
          <a:xfrm>
            <a:off x="623248" y="895066"/>
            <a:ext cx="10035654" cy="40147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Wingdings" panose="05000000000000000000" pitchFamily="2" charset="2"/>
              <a:buChar char="q"/>
              <a:defRPr sz="2000" b="1"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2pPr>
            <a:lvl3pPr marL="857250" indent="-171450" algn="l" defTabSz="685800" rtl="0" eaLnBrk="1" latinLnBrk="0" hangingPunct="1">
              <a:lnSpc>
                <a:spcPct val="90000"/>
              </a:lnSpc>
              <a:spcBef>
                <a:spcPts val="375"/>
              </a:spcBef>
              <a:buFont typeface="Wingdings" panose="05000000000000000000" pitchFamily="2" charset="2"/>
              <a:buChar char="Ø"/>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ts val="1200"/>
              </a:spcBef>
            </a:pPr>
            <a:r>
              <a:rPr lang="en-US" dirty="0"/>
              <a:t>The steps in a full process switch are:</a:t>
            </a:r>
          </a:p>
          <a:p>
            <a:pPr>
              <a:spcBef>
                <a:spcPts val="0"/>
              </a:spcBef>
              <a:buFont typeface="Wingdings" panose="05000000000000000000" pitchFamily="2" charset="2"/>
              <a:buNone/>
            </a:pPr>
            <a:endParaRPr lang="en-US" dirty="0"/>
          </a:p>
        </p:txBody>
      </p:sp>
      <p:graphicFrame>
        <p:nvGraphicFramePr>
          <p:cNvPr id="5" name="Diagram 3">
            <a:extLst>
              <a:ext uri="{FF2B5EF4-FFF2-40B4-BE49-F238E27FC236}">
                <a16:creationId xmlns:a16="http://schemas.microsoft.com/office/drawing/2014/main" id="{A8DB1556-AAC0-40DB-9984-1FB20631A439}"/>
              </a:ext>
            </a:extLst>
          </p:cNvPr>
          <p:cNvGraphicFramePr/>
          <p:nvPr>
            <p:extLst>
              <p:ext uri="{D42A27DB-BD31-4B8C-83A1-F6EECF244321}">
                <p14:modId xmlns:p14="http://schemas.microsoft.com/office/powerpoint/2010/main" val="1713270582"/>
              </p:ext>
            </p:extLst>
          </p:nvPr>
        </p:nvGraphicFramePr>
        <p:xfrm>
          <a:off x="838199" y="1543333"/>
          <a:ext cx="10762397" cy="45708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2.5</a:t>
            </a:r>
            <a:r>
              <a:rPr lang="zh-CN" altLang="en-US" dirty="0"/>
              <a:t> </a:t>
            </a:r>
            <a:r>
              <a:rPr lang="en-US" altLang="zh-CN" dirty="0"/>
              <a:t>Execution of the OS</a:t>
            </a:r>
            <a:endParaRPr lang="zh-CN" altLang="en-US" dirty="0"/>
          </a:p>
        </p:txBody>
      </p:sp>
      <p:sp>
        <p:nvSpPr>
          <p:cNvPr id="5" name="内容占位符 4">
            <a:extLst>
              <a:ext uri="{FF2B5EF4-FFF2-40B4-BE49-F238E27FC236}">
                <a16:creationId xmlns:a16="http://schemas.microsoft.com/office/drawing/2014/main" id="{913CA4DA-B6A3-4A28-A801-9CC987F7E82B}"/>
              </a:ext>
            </a:extLst>
          </p:cNvPr>
          <p:cNvSpPr>
            <a:spLocks noGrp="1"/>
          </p:cNvSpPr>
          <p:nvPr>
            <p:ph idx="1"/>
          </p:nvPr>
        </p:nvSpPr>
        <p:spPr>
          <a:xfrm>
            <a:off x="838200" y="841103"/>
            <a:ext cx="10732911" cy="5175794"/>
          </a:xfrm>
        </p:spPr>
        <p:txBody>
          <a:bodyPr/>
          <a:lstStyle/>
          <a:p>
            <a:r>
              <a:rPr lang="en-US" dirty="0"/>
              <a:t>The OS functions in the same way as </a:t>
            </a:r>
            <a:r>
              <a:rPr lang="en-US" dirty="0">
                <a:solidFill>
                  <a:srgbClr val="FF0000"/>
                </a:solidFill>
              </a:rPr>
              <a:t>ordinary computer software</a:t>
            </a:r>
            <a:r>
              <a:rPr lang="en-US" dirty="0"/>
              <a:t>, in the sense that the OS is a set of programs executed by the processor.</a:t>
            </a:r>
          </a:p>
          <a:p>
            <a:endParaRPr lang="en-US" dirty="0"/>
          </a:p>
          <a:p>
            <a:r>
              <a:rPr lang="en-US" dirty="0"/>
              <a:t>The OS frequently </a:t>
            </a:r>
            <a:r>
              <a:rPr lang="en-US" dirty="0">
                <a:solidFill>
                  <a:srgbClr val="FF0000"/>
                </a:solidFill>
              </a:rPr>
              <a:t>relinquishes control </a:t>
            </a:r>
            <a:r>
              <a:rPr lang="en-US" dirty="0"/>
              <a:t>and depends on the processor to restore control to the OS.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CDAB2-1909-C548-8ED5-CA16D2EE19AD}"/>
              </a:ext>
            </a:extLst>
          </p:cNvPr>
          <p:cNvSpPr>
            <a:spLocks noGrp="1"/>
          </p:cNvSpPr>
          <p:nvPr>
            <p:ph type="title"/>
          </p:nvPr>
        </p:nvSpPr>
        <p:spPr/>
        <p:txBody>
          <a:bodyPr/>
          <a:lstStyle/>
          <a:p>
            <a:r>
              <a:rPr lang="en-US" altLang="zh-CN" dirty="0" err="1"/>
              <a:t>Nonprocess</a:t>
            </a:r>
            <a:r>
              <a:rPr lang="en-US" altLang="zh-CN" dirty="0"/>
              <a:t> kernel</a:t>
            </a:r>
            <a:endParaRPr lang="en-CN" dirty="0"/>
          </a:p>
        </p:txBody>
      </p:sp>
      <p:sp>
        <p:nvSpPr>
          <p:cNvPr id="3" name="Content Placeholder 2">
            <a:extLst>
              <a:ext uri="{FF2B5EF4-FFF2-40B4-BE49-F238E27FC236}">
                <a16:creationId xmlns:a16="http://schemas.microsoft.com/office/drawing/2014/main" id="{8D61577A-4989-9943-9A5F-0415CC220F75}"/>
              </a:ext>
            </a:extLst>
          </p:cNvPr>
          <p:cNvSpPr>
            <a:spLocks noGrp="1"/>
          </p:cNvSpPr>
          <p:nvPr>
            <p:ph idx="1"/>
          </p:nvPr>
        </p:nvSpPr>
        <p:spPr/>
        <p:txBody>
          <a:bodyPr/>
          <a:lstStyle/>
          <a:p>
            <a:r>
              <a:rPr lang="en-US" dirty="0"/>
              <a:t>Kernel is outside of any process</a:t>
            </a:r>
          </a:p>
          <a:p>
            <a:r>
              <a:rPr lang="en-US" dirty="0"/>
              <a:t>OS has its own region of memory and system stack</a:t>
            </a:r>
          </a:p>
          <a:p>
            <a:r>
              <a:rPr lang="en-US" dirty="0"/>
              <a:t>Concept of </a:t>
            </a:r>
            <a:r>
              <a:rPr lang="en-US" dirty="0">
                <a:solidFill>
                  <a:srgbClr val="FF0000"/>
                </a:solidFill>
              </a:rPr>
              <a:t>process</a:t>
            </a:r>
            <a:r>
              <a:rPr lang="en-US" dirty="0"/>
              <a:t> applies </a:t>
            </a:r>
            <a:r>
              <a:rPr lang="en-US" dirty="0">
                <a:solidFill>
                  <a:srgbClr val="FF0000"/>
                </a:solidFill>
              </a:rPr>
              <a:t>only to user program</a:t>
            </a:r>
            <a:r>
              <a:rPr lang="en-US" dirty="0"/>
              <a:t>. </a:t>
            </a:r>
          </a:p>
          <a:p>
            <a:endParaRPr lang="en-CN" dirty="0"/>
          </a:p>
        </p:txBody>
      </p:sp>
      <p:sp>
        <p:nvSpPr>
          <p:cNvPr id="4" name="Slide Number Placeholder 3">
            <a:extLst>
              <a:ext uri="{FF2B5EF4-FFF2-40B4-BE49-F238E27FC236}">
                <a16:creationId xmlns:a16="http://schemas.microsoft.com/office/drawing/2014/main" id="{7299633E-7BD6-464E-B229-C683D388A42E}"/>
              </a:ext>
            </a:extLst>
          </p:cNvPr>
          <p:cNvSpPr>
            <a:spLocks noGrp="1"/>
          </p:cNvSpPr>
          <p:nvPr>
            <p:ph type="sldNum" sz="quarter" idx="12"/>
          </p:nvPr>
        </p:nvSpPr>
        <p:spPr/>
        <p:txBody>
          <a:bodyPr/>
          <a:lstStyle/>
          <a:p>
            <a:fld id="{2093D444-7193-46AD-90E8-D84AE4B61CFF}" type="slidenum">
              <a:rPr lang="en-US" smtClean="0"/>
              <a:pPr/>
              <a:t>52</a:t>
            </a:fld>
            <a:r>
              <a:rPr lang="en-US"/>
              <a:t>/56</a:t>
            </a:r>
            <a:endParaRPr lang="en-US" dirty="0"/>
          </a:p>
        </p:txBody>
      </p:sp>
      <p:sp>
        <p:nvSpPr>
          <p:cNvPr id="5" name="Date Placeholder 4">
            <a:extLst>
              <a:ext uri="{FF2B5EF4-FFF2-40B4-BE49-F238E27FC236}">
                <a16:creationId xmlns:a16="http://schemas.microsoft.com/office/drawing/2014/main" id="{29131C07-41AD-BF4F-B36E-1774D8FB0E74}"/>
              </a:ext>
            </a:extLst>
          </p:cNvPr>
          <p:cNvSpPr>
            <a:spLocks noGrp="1"/>
          </p:cNvSpPr>
          <p:nvPr>
            <p:ph type="dt" sz="half" idx="10"/>
          </p:nvPr>
        </p:nvSpPr>
        <p:spPr/>
        <p:txBody>
          <a:bodyPr/>
          <a:lstStyle/>
          <a:p>
            <a:fld id="{CAE4635A-F0E4-48AF-AAB4-A99FBE2C944F}" type="datetime1">
              <a:rPr lang="zh-CN" altLang="en-US" smtClean="0"/>
              <a:t>2026/3/16</a:t>
            </a:fld>
            <a:endParaRPr lang="zh-CN" altLang="en-US" dirty="0"/>
          </a:p>
        </p:txBody>
      </p:sp>
      <p:pic>
        <p:nvPicPr>
          <p:cNvPr id="6" name="Picture 5">
            <a:extLst>
              <a:ext uri="{FF2B5EF4-FFF2-40B4-BE49-F238E27FC236}">
                <a16:creationId xmlns:a16="http://schemas.microsoft.com/office/drawing/2014/main" id="{5C9263F0-2B22-EF46-80F8-3F540114684E}"/>
              </a:ext>
            </a:extLst>
          </p:cNvPr>
          <p:cNvPicPr>
            <a:picLocks noChangeAspect="1"/>
          </p:cNvPicPr>
          <p:nvPr/>
        </p:nvPicPr>
        <p:blipFill>
          <a:blip r:embed="rId2"/>
          <a:stretch>
            <a:fillRect/>
          </a:stretch>
        </p:blipFill>
        <p:spPr>
          <a:xfrm>
            <a:off x="3019072" y="2724855"/>
            <a:ext cx="5741106" cy="2823495"/>
          </a:xfrm>
          <a:prstGeom prst="rect">
            <a:avLst/>
          </a:prstGeom>
        </p:spPr>
      </p:pic>
    </p:spTree>
    <p:extLst>
      <p:ext uri="{BB962C8B-B14F-4D97-AF65-F5344CB8AC3E}">
        <p14:creationId xmlns:p14="http://schemas.microsoft.com/office/powerpoint/2010/main" val="17628870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CDAB2-1909-C548-8ED5-CA16D2EE19AD}"/>
              </a:ext>
            </a:extLst>
          </p:cNvPr>
          <p:cNvSpPr>
            <a:spLocks noGrp="1"/>
          </p:cNvSpPr>
          <p:nvPr>
            <p:ph type="title"/>
          </p:nvPr>
        </p:nvSpPr>
        <p:spPr/>
        <p:txBody>
          <a:bodyPr/>
          <a:lstStyle/>
          <a:p>
            <a:r>
              <a:rPr lang="en-US" altLang="zh-CN" dirty="0"/>
              <a:t>Execution within User Processes</a:t>
            </a:r>
          </a:p>
        </p:txBody>
      </p:sp>
      <p:sp>
        <p:nvSpPr>
          <p:cNvPr id="3" name="Content Placeholder 2">
            <a:extLst>
              <a:ext uri="{FF2B5EF4-FFF2-40B4-BE49-F238E27FC236}">
                <a16:creationId xmlns:a16="http://schemas.microsoft.com/office/drawing/2014/main" id="{8D61577A-4989-9943-9A5F-0415CC220F75}"/>
              </a:ext>
            </a:extLst>
          </p:cNvPr>
          <p:cNvSpPr>
            <a:spLocks noGrp="1"/>
          </p:cNvSpPr>
          <p:nvPr>
            <p:ph idx="1"/>
          </p:nvPr>
        </p:nvSpPr>
        <p:spPr>
          <a:xfrm>
            <a:off x="838200" y="841103"/>
            <a:ext cx="8294511" cy="2094008"/>
          </a:xfrm>
        </p:spPr>
        <p:txBody>
          <a:bodyPr>
            <a:normAutofit lnSpcReduction="10000"/>
          </a:bodyPr>
          <a:lstStyle/>
          <a:p>
            <a:r>
              <a:rPr lang="en-US" dirty="0"/>
              <a:t>Small computers</a:t>
            </a:r>
          </a:p>
          <a:p>
            <a:r>
              <a:rPr lang="en-US" dirty="0"/>
              <a:t>OS is viewed as a collection of routines（</a:t>
            </a:r>
            <a:r>
              <a:rPr lang="zh-CN" altLang="en-US" dirty="0"/>
              <a:t>例程）</a:t>
            </a:r>
          </a:p>
          <a:p>
            <a:r>
              <a:rPr lang="en-US" dirty="0"/>
              <a:t>When an interrupt occurs, mode switching passes control to OS, and performs </a:t>
            </a:r>
            <a:r>
              <a:rPr lang="en-US" dirty="0">
                <a:solidFill>
                  <a:srgbClr val="FF0000"/>
                </a:solidFill>
              </a:rPr>
              <a:t>mode switch rather the process switch</a:t>
            </a:r>
            <a:r>
              <a:rPr lang="en-US" dirty="0"/>
              <a:t>. </a:t>
            </a:r>
          </a:p>
          <a:p>
            <a:endParaRPr lang="en-CN" dirty="0"/>
          </a:p>
        </p:txBody>
      </p:sp>
      <p:sp>
        <p:nvSpPr>
          <p:cNvPr id="4" name="Slide Number Placeholder 3">
            <a:extLst>
              <a:ext uri="{FF2B5EF4-FFF2-40B4-BE49-F238E27FC236}">
                <a16:creationId xmlns:a16="http://schemas.microsoft.com/office/drawing/2014/main" id="{7299633E-7BD6-464E-B229-C683D388A42E}"/>
              </a:ext>
            </a:extLst>
          </p:cNvPr>
          <p:cNvSpPr>
            <a:spLocks noGrp="1"/>
          </p:cNvSpPr>
          <p:nvPr>
            <p:ph type="sldNum" sz="quarter" idx="12"/>
          </p:nvPr>
        </p:nvSpPr>
        <p:spPr/>
        <p:txBody>
          <a:bodyPr/>
          <a:lstStyle/>
          <a:p>
            <a:fld id="{2093D444-7193-46AD-90E8-D84AE4B61CFF}" type="slidenum">
              <a:rPr lang="en-US" smtClean="0"/>
              <a:pPr/>
              <a:t>53</a:t>
            </a:fld>
            <a:r>
              <a:rPr lang="en-US"/>
              <a:t>/56</a:t>
            </a:r>
            <a:endParaRPr lang="en-US" dirty="0"/>
          </a:p>
        </p:txBody>
      </p:sp>
      <p:sp>
        <p:nvSpPr>
          <p:cNvPr id="5" name="Date Placeholder 4">
            <a:extLst>
              <a:ext uri="{FF2B5EF4-FFF2-40B4-BE49-F238E27FC236}">
                <a16:creationId xmlns:a16="http://schemas.microsoft.com/office/drawing/2014/main" id="{29131C07-41AD-BF4F-B36E-1774D8FB0E74}"/>
              </a:ext>
            </a:extLst>
          </p:cNvPr>
          <p:cNvSpPr>
            <a:spLocks noGrp="1"/>
          </p:cNvSpPr>
          <p:nvPr>
            <p:ph type="dt" sz="half" idx="10"/>
          </p:nvPr>
        </p:nvSpPr>
        <p:spPr/>
        <p:txBody>
          <a:bodyPr/>
          <a:lstStyle/>
          <a:p>
            <a:fld id="{CAE4635A-F0E4-48AF-AAB4-A99FBE2C944F}" type="datetime1">
              <a:rPr lang="zh-CN" altLang="en-US" smtClean="0"/>
              <a:t>2026/3/16</a:t>
            </a:fld>
            <a:endParaRPr lang="zh-CN" altLang="en-US" dirty="0"/>
          </a:p>
        </p:txBody>
      </p:sp>
      <p:pic>
        <p:nvPicPr>
          <p:cNvPr id="7" name="Picture 6">
            <a:extLst>
              <a:ext uri="{FF2B5EF4-FFF2-40B4-BE49-F238E27FC236}">
                <a16:creationId xmlns:a16="http://schemas.microsoft.com/office/drawing/2014/main" id="{C8A47677-B784-3B44-AC2B-8A63350FD6F8}"/>
              </a:ext>
            </a:extLst>
          </p:cNvPr>
          <p:cNvPicPr>
            <a:picLocks noChangeAspect="1"/>
          </p:cNvPicPr>
          <p:nvPr/>
        </p:nvPicPr>
        <p:blipFill>
          <a:blip r:embed="rId2"/>
          <a:stretch>
            <a:fillRect/>
          </a:stretch>
        </p:blipFill>
        <p:spPr>
          <a:xfrm>
            <a:off x="1252361" y="2863849"/>
            <a:ext cx="6773840" cy="3311174"/>
          </a:xfrm>
          <a:prstGeom prst="rect">
            <a:avLst/>
          </a:prstGeom>
        </p:spPr>
      </p:pic>
      <p:pic>
        <p:nvPicPr>
          <p:cNvPr id="8" name="图片 6">
            <a:extLst>
              <a:ext uri="{FF2B5EF4-FFF2-40B4-BE49-F238E27FC236}">
                <a16:creationId xmlns:a16="http://schemas.microsoft.com/office/drawing/2014/main" id="{F8538D08-10FD-0F41-BC3C-3C9F1D4983A2}"/>
              </a:ext>
            </a:extLst>
          </p:cNvPr>
          <p:cNvPicPr>
            <a:picLocks noChangeAspect="1"/>
          </p:cNvPicPr>
          <p:nvPr/>
        </p:nvPicPr>
        <p:blipFill>
          <a:blip r:embed="rId3"/>
          <a:stretch>
            <a:fillRect/>
          </a:stretch>
        </p:blipFill>
        <p:spPr>
          <a:xfrm>
            <a:off x="9372921" y="999147"/>
            <a:ext cx="2633712" cy="5177512"/>
          </a:xfrm>
          <a:prstGeom prst="rect">
            <a:avLst/>
          </a:prstGeom>
        </p:spPr>
      </p:pic>
      <p:sp>
        <p:nvSpPr>
          <p:cNvPr id="9" name="矩形 4">
            <a:extLst>
              <a:ext uri="{FF2B5EF4-FFF2-40B4-BE49-F238E27FC236}">
                <a16:creationId xmlns:a16="http://schemas.microsoft.com/office/drawing/2014/main" id="{2C9E71C5-AFFC-6742-9133-3ED8040D17FC}"/>
              </a:ext>
            </a:extLst>
          </p:cNvPr>
          <p:cNvSpPr/>
          <p:nvPr/>
        </p:nvSpPr>
        <p:spPr>
          <a:xfrm>
            <a:off x="9372921" y="4347397"/>
            <a:ext cx="1765004" cy="694780"/>
          </a:xfrm>
          <a:prstGeom prst="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0" name="Right Arrow 9">
            <a:extLst>
              <a:ext uri="{FF2B5EF4-FFF2-40B4-BE49-F238E27FC236}">
                <a16:creationId xmlns:a16="http://schemas.microsoft.com/office/drawing/2014/main" id="{A9CC4CFF-61B9-5241-BD5D-D6FD507228C4}"/>
              </a:ext>
            </a:extLst>
          </p:cNvPr>
          <p:cNvSpPr/>
          <p:nvPr/>
        </p:nvSpPr>
        <p:spPr>
          <a:xfrm>
            <a:off x="6784622" y="3115733"/>
            <a:ext cx="1873956" cy="6434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 name="Rectangle 10">
            <a:extLst>
              <a:ext uri="{FF2B5EF4-FFF2-40B4-BE49-F238E27FC236}">
                <a16:creationId xmlns:a16="http://schemas.microsoft.com/office/drawing/2014/main" id="{049ACB2A-5A12-C243-AB8A-A56EFF84EF6E}"/>
              </a:ext>
            </a:extLst>
          </p:cNvPr>
          <p:cNvSpPr/>
          <p:nvPr/>
        </p:nvSpPr>
        <p:spPr>
          <a:xfrm>
            <a:off x="1388533" y="4741333"/>
            <a:ext cx="5734756" cy="936978"/>
          </a:xfrm>
          <a:prstGeom prst="rect">
            <a:avLst/>
          </a:prstGeom>
          <a:no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2433839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1"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dissolve">
                                      <p:cBhvr>
                                        <p:cTn id="15" dur="500"/>
                                        <p:tgtEl>
                                          <p:spTgt spid="9"/>
                                        </p:tgtEl>
                                      </p:cBhvr>
                                    </p:animEffect>
                                  </p:childTnLst>
                                </p:cTn>
                              </p:par>
                              <p:par>
                                <p:cTn id="16" presetID="9"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dissolv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1"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CDAB2-1909-C548-8ED5-CA16D2EE19AD}"/>
              </a:ext>
            </a:extLst>
          </p:cNvPr>
          <p:cNvSpPr>
            <a:spLocks noGrp="1"/>
          </p:cNvSpPr>
          <p:nvPr>
            <p:ph type="title"/>
          </p:nvPr>
        </p:nvSpPr>
        <p:spPr/>
        <p:txBody>
          <a:bodyPr/>
          <a:lstStyle/>
          <a:p>
            <a:r>
              <a:rPr lang="en-US" altLang="zh-CN" dirty="0"/>
              <a:t>Process-based OS</a:t>
            </a:r>
          </a:p>
        </p:txBody>
      </p:sp>
      <p:sp>
        <p:nvSpPr>
          <p:cNvPr id="3" name="Content Placeholder 2">
            <a:extLst>
              <a:ext uri="{FF2B5EF4-FFF2-40B4-BE49-F238E27FC236}">
                <a16:creationId xmlns:a16="http://schemas.microsoft.com/office/drawing/2014/main" id="{8D61577A-4989-9943-9A5F-0415CC220F75}"/>
              </a:ext>
            </a:extLst>
          </p:cNvPr>
          <p:cNvSpPr>
            <a:spLocks noGrp="1"/>
          </p:cNvSpPr>
          <p:nvPr>
            <p:ph idx="1"/>
          </p:nvPr>
        </p:nvSpPr>
        <p:spPr/>
        <p:txBody>
          <a:bodyPr/>
          <a:lstStyle/>
          <a:p>
            <a:r>
              <a:rPr lang="en-US" dirty="0"/>
              <a:t>Multiprocessor environment </a:t>
            </a:r>
          </a:p>
          <a:p>
            <a:r>
              <a:rPr lang="en-US" dirty="0"/>
              <a:t>OS is viewed as </a:t>
            </a:r>
            <a:r>
              <a:rPr lang="en-US" dirty="0">
                <a:solidFill>
                  <a:srgbClr val="FF0000"/>
                </a:solidFill>
              </a:rPr>
              <a:t>a collection of system processes</a:t>
            </a:r>
          </a:p>
          <a:p>
            <a:r>
              <a:rPr lang="en-US" dirty="0"/>
              <a:t>Clean interfaces between modules</a:t>
            </a:r>
          </a:p>
          <a:p>
            <a:endParaRPr lang="en-CN" dirty="0"/>
          </a:p>
        </p:txBody>
      </p:sp>
      <p:sp>
        <p:nvSpPr>
          <p:cNvPr id="4" name="Slide Number Placeholder 3">
            <a:extLst>
              <a:ext uri="{FF2B5EF4-FFF2-40B4-BE49-F238E27FC236}">
                <a16:creationId xmlns:a16="http://schemas.microsoft.com/office/drawing/2014/main" id="{7299633E-7BD6-464E-B229-C683D388A42E}"/>
              </a:ext>
            </a:extLst>
          </p:cNvPr>
          <p:cNvSpPr>
            <a:spLocks noGrp="1"/>
          </p:cNvSpPr>
          <p:nvPr>
            <p:ph type="sldNum" sz="quarter" idx="12"/>
          </p:nvPr>
        </p:nvSpPr>
        <p:spPr/>
        <p:txBody>
          <a:bodyPr/>
          <a:lstStyle/>
          <a:p>
            <a:fld id="{2093D444-7193-46AD-90E8-D84AE4B61CFF}" type="slidenum">
              <a:rPr lang="en-US" smtClean="0"/>
              <a:pPr/>
              <a:t>54</a:t>
            </a:fld>
            <a:r>
              <a:rPr lang="en-US"/>
              <a:t>/56</a:t>
            </a:r>
            <a:endParaRPr lang="en-US" dirty="0"/>
          </a:p>
        </p:txBody>
      </p:sp>
      <p:sp>
        <p:nvSpPr>
          <p:cNvPr id="5" name="Date Placeholder 4">
            <a:extLst>
              <a:ext uri="{FF2B5EF4-FFF2-40B4-BE49-F238E27FC236}">
                <a16:creationId xmlns:a16="http://schemas.microsoft.com/office/drawing/2014/main" id="{29131C07-41AD-BF4F-B36E-1774D8FB0E74}"/>
              </a:ext>
            </a:extLst>
          </p:cNvPr>
          <p:cNvSpPr>
            <a:spLocks noGrp="1"/>
          </p:cNvSpPr>
          <p:nvPr>
            <p:ph type="dt" sz="half" idx="10"/>
          </p:nvPr>
        </p:nvSpPr>
        <p:spPr/>
        <p:txBody>
          <a:bodyPr/>
          <a:lstStyle/>
          <a:p>
            <a:fld id="{CAE4635A-F0E4-48AF-AAB4-A99FBE2C944F}" type="datetime1">
              <a:rPr lang="zh-CN" altLang="en-US" smtClean="0"/>
              <a:t>2026/3/16</a:t>
            </a:fld>
            <a:endParaRPr lang="zh-CN" altLang="en-US" dirty="0"/>
          </a:p>
        </p:txBody>
      </p:sp>
      <p:pic>
        <p:nvPicPr>
          <p:cNvPr id="8" name="Picture 7">
            <a:extLst>
              <a:ext uri="{FF2B5EF4-FFF2-40B4-BE49-F238E27FC236}">
                <a16:creationId xmlns:a16="http://schemas.microsoft.com/office/drawing/2014/main" id="{43D9BA35-3508-214F-A52A-D29F49D44F31}"/>
              </a:ext>
            </a:extLst>
          </p:cNvPr>
          <p:cNvPicPr>
            <a:picLocks noChangeAspect="1"/>
          </p:cNvPicPr>
          <p:nvPr/>
        </p:nvPicPr>
        <p:blipFill>
          <a:blip r:embed="rId2"/>
          <a:stretch>
            <a:fillRect/>
          </a:stretch>
        </p:blipFill>
        <p:spPr>
          <a:xfrm>
            <a:off x="486128" y="2912532"/>
            <a:ext cx="11145121" cy="2596446"/>
          </a:xfrm>
          <a:prstGeom prst="rect">
            <a:avLst/>
          </a:prstGeom>
        </p:spPr>
      </p:pic>
    </p:spTree>
    <p:extLst>
      <p:ext uri="{BB962C8B-B14F-4D97-AF65-F5344CB8AC3E}">
        <p14:creationId xmlns:p14="http://schemas.microsoft.com/office/powerpoint/2010/main" val="37275296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D80277-7AAA-409E-B530-873FD3D5CB24}"/>
              </a:ext>
            </a:extLst>
          </p:cNvPr>
          <p:cNvSpPr>
            <a:spLocks noGrp="1"/>
          </p:cNvSpPr>
          <p:nvPr>
            <p:ph type="title"/>
          </p:nvPr>
        </p:nvSpPr>
        <p:spPr/>
        <p:txBody>
          <a:bodyPr/>
          <a:lstStyle/>
          <a:p>
            <a:r>
              <a:rPr lang="en-US" dirty="0"/>
              <a:t>Unix</a:t>
            </a:r>
          </a:p>
        </p:txBody>
      </p:sp>
      <p:sp>
        <p:nvSpPr>
          <p:cNvPr id="3" name="内容占位符 2">
            <a:extLst>
              <a:ext uri="{FF2B5EF4-FFF2-40B4-BE49-F238E27FC236}">
                <a16:creationId xmlns:a16="http://schemas.microsoft.com/office/drawing/2014/main" id="{2D5862D2-ED32-41FC-8BC4-F810AEBE530E}"/>
              </a:ext>
            </a:extLst>
          </p:cNvPr>
          <p:cNvSpPr>
            <a:spLocks noGrp="1"/>
          </p:cNvSpPr>
          <p:nvPr>
            <p:ph idx="1"/>
          </p:nvPr>
        </p:nvSpPr>
        <p:spPr/>
        <p:txBody>
          <a:bodyPr/>
          <a:lstStyle/>
          <a:p>
            <a:r>
              <a:rPr lang="en-NZ" dirty="0"/>
              <a:t>Uses the model where </a:t>
            </a:r>
            <a:r>
              <a:rPr lang="en-NZ" dirty="0">
                <a:solidFill>
                  <a:srgbClr val="FF0000"/>
                </a:solidFill>
              </a:rPr>
              <a:t>most of the OS executes within the environment of a user process</a:t>
            </a:r>
          </a:p>
          <a:p>
            <a:endParaRPr lang="en-NZ" dirty="0">
              <a:solidFill>
                <a:srgbClr val="FF0000"/>
              </a:solidFill>
            </a:endParaRPr>
          </a:p>
          <a:p>
            <a:r>
              <a:rPr lang="en-NZ" dirty="0">
                <a:solidFill>
                  <a:srgbClr val="FF0000"/>
                </a:solidFill>
              </a:rPr>
              <a:t>System processes </a:t>
            </a:r>
            <a:r>
              <a:rPr lang="en-NZ" dirty="0"/>
              <a:t>run in kernel mode </a:t>
            </a:r>
          </a:p>
          <a:p>
            <a:pPr lvl="1"/>
            <a:r>
              <a:rPr lang="en-NZ" dirty="0"/>
              <a:t>executes operating system code to perform administrative and housekeeping functions</a:t>
            </a:r>
          </a:p>
          <a:p>
            <a:r>
              <a:rPr lang="en-NZ" dirty="0">
                <a:solidFill>
                  <a:srgbClr val="FF0000"/>
                </a:solidFill>
              </a:rPr>
              <a:t>User Processes</a:t>
            </a:r>
            <a:r>
              <a:rPr lang="zh-CN" altLang="en-US" dirty="0">
                <a:solidFill>
                  <a:srgbClr val="FF0000"/>
                </a:solidFill>
              </a:rPr>
              <a:t> </a:t>
            </a:r>
            <a:r>
              <a:rPr lang="en-US" altLang="zh-CN" dirty="0"/>
              <a:t>run</a:t>
            </a:r>
            <a:r>
              <a:rPr lang="zh-CN" altLang="en-US" dirty="0"/>
              <a:t> </a:t>
            </a:r>
            <a:r>
              <a:rPr lang="en-US" altLang="zh-CN" dirty="0"/>
              <a:t>in</a:t>
            </a:r>
            <a:r>
              <a:rPr lang="zh-CN" altLang="en-US" dirty="0"/>
              <a:t> </a:t>
            </a:r>
            <a:r>
              <a:rPr lang="en-US" altLang="zh-CN" dirty="0"/>
              <a:t>user</a:t>
            </a:r>
            <a:r>
              <a:rPr lang="zh-CN" altLang="en-US" dirty="0"/>
              <a:t> </a:t>
            </a:r>
            <a:r>
              <a:rPr lang="en-US" altLang="zh-CN" dirty="0"/>
              <a:t>model</a:t>
            </a:r>
          </a:p>
          <a:p>
            <a:endParaRPr lang="en-US" dirty="0"/>
          </a:p>
          <a:p>
            <a:r>
              <a:rPr lang="en-US" altLang="zh-CN" dirty="0"/>
              <a:t>E</a:t>
            </a:r>
            <a:r>
              <a:rPr lang="en-NZ" dirty="0" err="1"/>
              <a:t>nter</a:t>
            </a:r>
            <a:r>
              <a:rPr lang="en-NZ" dirty="0"/>
              <a:t> kernel mode by issuing a </a:t>
            </a:r>
            <a:r>
              <a:rPr lang="en-NZ" dirty="0">
                <a:solidFill>
                  <a:srgbClr val="FF0000"/>
                </a:solidFill>
              </a:rPr>
              <a:t>system call</a:t>
            </a:r>
            <a:r>
              <a:rPr lang="en-NZ" dirty="0"/>
              <a:t>, when an </a:t>
            </a:r>
            <a:r>
              <a:rPr lang="en-NZ" dirty="0">
                <a:solidFill>
                  <a:srgbClr val="FF0000"/>
                </a:solidFill>
              </a:rPr>
              <a:t>exception</a:t>
            </a:r>
            <a:r>
              <a:rPr lang="en-NZ" dirty="0"/>
              <a:t> is generated, or when an </a:t>
            </a:r>
            <a:r>
              <a:rPr lang="en-NZ" dirty="0">
                <a:solidFill>
                  <a:srgbClr val="FF0000"/>
                </a:solidFill>
              </a:rPr>
              <a:t>interrupt</a:t>
            </a:r>
            <a:r>
              <a:rPr lang="en-NZ" dirty="0"/>
              <a:t> occurs</a:t>
            </a:r>
          </a:p>
          <a:p>
            <a:endParaRPr lang="en-NZ" dirty="0"/>
          </a:p>
          <a:p>
            <a:endParaRPr lang="en-US" dirty="0"/>
          </a:p>
        </p:txBody>
      </p:sp>
      <p:sp>
        <p:nvSpPr>
          <p:cNvPr id="4" name="灯片编号占位符 3">
            <a:extLst>
              <a:ext uri="{FF2B5EF4-FFF2-40B4-BE49-F238E27FC236}">
                <a16:creationId xmlns:a16="http://schemas.microsoft.com/office/drawing/2014/main" id="{16A66DCE-16E6-4579-8A0D-1D2C19D6DA79}"/>
              </a:ext>
            </a:extLst>
          </p:cNvPr>
          <p:cNvSpPr>
            <a:spLocks noGrp="1"/>
          </p:cNvSpPr>
          <p:nvPr>
            <p:ph type="sldNum" sz="quarter" idx="12"/>
          </p:nvPr>
        </p:nvSpPr>
        <p:spPr/>
        <p:txBody>
          <a:bodyPr/>
          <a:lstStyle/>
          <a:p>
            <a:fld id="{2093D444-7193-46AD-90E8-D84AE4B61CFF}" type="slidenum">
              <a:rPr lang="en-US" smtClean="0"/>
              <a:pPr/>
              <a:t>55</a:t>
            </a:fld>
            <a:r>
              <a:rPr lang="en-US"/>
              <a:t>/56</a:t>
            </a:r>
            <a:endParaRPr lang="en-US" dirty="0"/>
          </a:p>
        </p:txBody>
      </p:sp>
      <p:sp>
        <p:nvSpPr>
          <p:cNvPr id="5" name="日期占位符 4">
            <a:extLst>
              <a:ext uri="{FF2B5EF4-FFF2-40B4-BE49-F238E27FC236}">
                <a16:creationId xmlns:a16="http://schemas.microsoft.com/office/drawing/2014/main" id="{C1E0E1B3-99DE-423B-985C-B4520182A030}"/>
              </a:ext>
            </a:extLst>
          </p:cNvPr>
          <p:cNvSpPr>
            <a:spLocks noGrp="1"/>
          </p:cNvSpPr>
          <p:nvPr>
            <p:ph type="dt" sz="half" idx="10"/>
          </p:nvPr>
        </p:nvSpPr>
        <p:spPr/>
        <p:txBody>
          <a:bodyPr/>
          <a:lstStyle/>
          <a:p>
            <a:fld id="{CAE4635A-F0E4-48AF-AAB4-A99FBE2C944F}" type="datetime1">
              <a:rPr lang="zh-CN" altLang="en-US" smtClean="0"/>
              <a:t>2026/3/16</a:t>
            </a:fld>
            <a:endParaRPr lang="zh-CN" altLang="en-US" dirty="0"/>
          </a:p>
        </p:txBody>
      </p:sp>
    </p:spTree>
    <p:extLst>
      <p:ext uri="{BB962C8B-B14F-4D97-AF65-F5344CB8AC3E}">
        <p14:creationId xmlns:p14="http://schemas.microsoft.com/office/powerpoint/2010/main" val="21147567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UNIX Process State</a:t>
            </a:r>
            <a:endParaRPr lang="zh-CN" altLang="en-US" dirty="0"/>
          </a:p>
        </p:txBody>
      </p:sp>
      <p:sp>
        <p:nvSpPr>
          <p:cNvPr id="8" name="内容占位符 7">
            <a:extLst>
              <a:ext uri="{FF2B5EF4-FFF2-40B4-BE49-F238E27FC236}">
                <a16:creationId xmlns:a16="http://schemas.microsoft.com/office/drawing/2014/main" id="{B3E9B762-BD79-4EA4-88EF-8CD5B0D1E039}"/>
              </a:ext>
            </a:extLst>
          </p:cNvPr>
          <p:cNvSpPr>
            <a:spLocks noGrp="1"/>
          </p:cNvSpPr>
          <p:nvPr>
            <p:ph idx="1"/>
          </p:nvPr>
        </p:nvSpPr>
        <p:spPr>
          <a:xfrm>
            <a:off x="812800" y="1231899"/>
            <a:ext cx="3568700" cy="3553097"/>
          </a:xfrm>
        </p:spPr>
        <p:txBody>
          <a:bodyPr/>
          <a:lstStyle/>
          <a:p>
            <a:r>
              <a:rPr lang="en-US" dirty="0"/>
              <a:t> Preempted (</a:t>
            </a:r>
            <a:r>
              <a:rPr lang="zh-CN" altLang="en-US" dirty="0"/>
              <a:t>被抢占</a:t>
            </a:r>
            <a:r>
              <a:rPr lang="en-US" dirty="0"/>
              <a:t>)</a:t>
            </a:r>
            <a:r>
              <a:rPr lang="zh-CN" altLang="en-US" dirty="0"/>
              <a:t>：</a:t>
            </a:r>
            <a:r>
              <a:rPr lang="en-US" altLang="zh-CN" dirty="0"/>
              <a:t>Process is returning from kernel to user mode, but the </a:t>
            </a:r>
            <a:r>
              <a:rPr lang="en-US" altLang="zh-CN" dirty="0">
                <a:solidFill>
                  <a:srgbClr val="FF0000"/>
                </a:solidFill>
              </a:rPr>
              <a:t>kernel preempts </a:t>
            </a:r>
            <a:r>
              <a:rPr lang="en-US" altLang="zh-CN" dirty="0"/>
              <a:t>it and does a </a:t>
            </a:r>
            <a:r>
              <a:rPr lang="en-US" altLang="zh-CN" dirty="0">
                <a:solidFill>
                  <a:srgbClr val="FF0000"/>
                </a:solidFill>
              </a:rPr>
              <a:t>process switch </a:t>
            </a:r>
            <a:r>
              <a:rPr lang="en-US" altLang="zh-CN" dirty="0"/>
              <a:t>to schedule another process.</a:t>
            </a:r>
            <a:endParaRPr lang="en-US" dirty="0"/>
          </a:p>
        </p:txBody>
      </p:sp>
      <p:pic>
        <p:nvPicPr>
          <p:cNvPr id="7" name="图片 6">
            <a:extLst>
              <a:ext uri="{FF2B5EF4-FFF2-40B4-BE49-F238E27FC236}">
                <a16:creationId xmlns:a16="http://schemas.microsoft.com/office/drawing/2014/main" id="{57819711-BB82-49BD-9F53-047B8392ECB2}"/>
              </a:ext>
            </a:extLst>
          </p:cNvPr>
          <p:cNvPicPr>
            <a:picLocks noChangeAspect="1"/>
          </p:cNvPicPr>
          <p:nvPr/>
        </p:nvPicPr>
        <p:blipFill>
          <a:blip r:embed="rId3"/>
          <a:stretch>
            <a:fillRect/>
          </a:stretch>
        </p:blipFill>
        <p:spPr>
          <a:xfrm>
            <a:off x="4535977" y="961438"/>
            <a:ext cx="6949903" cy="4935124"/>
          </a:xfrm>
          <a:prstGeom prst="rect">
            <a:avLst/>
          </a:prstGeom>
        </p:spPr>
      </p:pic>
      <p:sp>
        <p:nvSpPr>
          <p:cNvPr id="5" name="矩形 4"/>
          <p:cNvSpPr/>
          <p:nvPr/>
        </p:nvSpPr>
        <p:spPr>
          <a:xfrm>
            <a:off x="6096000" y="1651000"/>
            <a:ext cx="1155870" cy="12319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Process Creation in</a:t>
            </a:r>
            <a:r>
              <a:rPr lang="zh-CN" altLang="en-US" dirty="0"/>
              <a:t> </a:t>
            </a:r>
            <a:r>
              <a:rPr lang="en-US" altLang="zh-CN" dirty="0"/>
              <a:t>Unix</a:t>
            </a:r>
            <a:endParaRPr lang="zh-CN" altLang="en-US" dirty="0"/>
          </a:p>
        </p:txBody>
      </p:sp>
      <p:sp>
        <p:nvSpPr>
          <p:cNvPr id="6" name="Content Placeholder 2">
            <a:extLst>
              <a:ext uri="{FF2B5EF4-FFF2-40B4-BE49-F238E27FC236}">
                <a16:creationId xmlns:a16="http://schemas.microsoft.com/office/drawing/2014/main" id="{027C789C-C26A-4836-AE07-310118C61D68}"/>
              </a:ext>
            </a:extLst>
          </p:cNvPr>
          <p:cNvSpPr txBox="1">
            <a:spLocks/>
          </p:cNvSpPr>
          <p:nvPr/>
        </p:nvSpPr>
        <p:spPr>
          <a:xfrm>
            <a:off x="762000" y="1549400"/>
            <a:ext cx="3416300" cy="187960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Wingdings" panose="05000000000000000000" pitchFamily="2" charset="2"/>
              <a:buChar char="q"/>
              <a:defRPr sz="2000" b="1"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2pPr>
            <a:lvl3pPr marL="857250" indent="-171450" algn="l" defTabSz="685800" rtl="0" eaLnBrk="1" latinLnBrk="0" hangingPunct="1">
              <a:lnSpc>
                <a:spcPct val="90000"/>
              </a:lnSpc>
              <a:spcBef>
                <a:spcPts val="375"/>
              </a:spcBef>
              <a:buFont typeface="Wingdings" panose="05000000000000000000" pitchFamily="2" charset="2"/>
              <a:buChar char="Ø"/>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NZ" dirty="0"/>
              <a:t>Process creation is by means of the kernel system call, </a:t>
            </a:r>
            <a:r>
              <a:rPr lang="en-NZ" dirty="0">
                <a:solidFill>
                  <a:srgbClr val="FF0000"/>
                </a:solidFill>
              </a:rPr>
              <a:t>fork(  )</a:t>
            </a:r>
          </a:p>
          <a:p>
            <a:r>
              <a:rPr lang="en-NZ" dirty="0"/>
              <a:t>This causes the OS, in Kernel Mode,</a:t>
            </a:r>
          </a:p>
        </p:txBody>
      </p:sp>
      <p:graphicFrame>
        <p:nvGraphicFramePr>
          <p:cNvPr id="7" name="Diagram 4">
            <a:extLst>
              <a:ext uri="{FF2B5EF4-FFF2-40B4-BE49-F238E27FC236}">
                <a16:creationId xmlns:a16="http://schemas.microsoft.com/office/drawing/2014/main" id="{95BB6078-570D-443D-B8AA-CB284D4DCE34}"/>
              </a:ext>
            </a:extLst>
          </p:cNvPr>
          <p:cNvGraphicFramePr/>
          <p:nvPr>
            <p:extLst>
              <p:ext uri="{D42A27DB-BD31-4B8C-83A1-F6EECF244321}">
                <p14:modId xmlns:p14="http://schemas.microsoft.com/office/powerpoint/2010/main" val="950195379"/>
              </p:ext>
            </p:extLst>
          </p:nvPr>
        </p:nvGraphicFramePr>
        <p:xfrm>
          <a:off x="4089400" y="1117600"/>
          <a:ext cx="7340600" cy="4622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Summary </a:t>
            </a:r>
            <a:endParaRPr lang="zh-CN" altLang="en-US" dirty="0"/>
          </a:p>
        </p:txBody>
      </p:sp>
      <p:sp>
        <p:nvSpPr>
          <p:cNvPr id="3" name="内容占位符 2"/>
          <p:cNvSpPr>
            <a:spLocks noGrp="1"/>
          </p:cNvSpPr>
          <p:nvPr>
            <p:ph idx="1"/>
          </p:nvPr>
        </p:nvSpPr>
        <p:spPr/>
        <p:txBody>
          <a:bodyPr>
            <a:normAutofit fontScale="92500" lnSpcReduction="20000"/>
          </a:bodyPr>
          <a:lstStyle/>
          <a:p>
            <a:r>
              <a:rPr lang="en-US" altLang="zh-CN" dirty="0"/>
              <a:t>Process Elements:</a:t>
            </a:r>
            <a:r>
              <a:rPr lang="zh-CN" altLang="en-US" dirty="0"/>
              <a:t> </a:t>
            </a:r>
            <a:endParaRPr lang="en-US" altLang="zh-CN" dirty="0"/>
          </a:p>
          <a:p>
            <a:pPr lvl="1"/>
            <a:r>
              <a:rPr lang="en-US" altLang="zh-CN" sz="2600" dirty="0"/>
              <a:t>code</a:t>
            </a:r>
            <a:r>
              <a:rPr lang="zh-CN" altLang="en-US" sz="2600" dirty="0"/>
              <a:t>、</a:t>
            </a:r>
            <a:r>
              <a:rPr lang="en-US" altLang="zh-CN" sz="2600" dirty="0"/>
              <a:t>data</a:t>
            </a:r>
            <a:r>
              <a:rPr lang="zh-CN" altLang="en-US" sz="2600" dirty="0"/>
              <a:t>、</a:t>
            </a:r>
            <a:r>
              <a:rPr lang="en-US" altLang="zh-CN" sz="2600" dirty="0"/>
              <a:t>PCB</a:t>
            </a:r>
          </a:p>
          <a:p>
            <a:r>
              <a:rPr lang="en-US" altLang="zh-CN" dirty="0"/>
              <a:t>Process description</a:t>
            </a:r>
          </a:p>
          <a:p>
            <a:pPr lvl="1"/>
            <a:r>
              <a:rPr lang="en-US" altLang="zh-CN" sz="2400" dirty="0">
                <a:solidFill>
                  <a:srgbClr val="FF0000"/>
                </a:solidFill>
              </a:rPr>
              <a:t>Process image</a:t>
            </a:r>
            <a:r>
              <a:rPr lang="en-US" altLang="zh-CN" sz="2400" dirty="0"/>
              <a:t>: program, data, stack, PCB</a:t>
            </a:r>
          </a:p>
          <a:p>
            <a:pPr lvl="1"/>
            <a:r>
              <a:rPr lang="en-US" altLang="zh-CN" sz="2400" dirty="0"/>
              <a:t>PCB: identification, state info and control info</a:t>
            </a:r>
          </a:p>
          <a:p>
            <a:r>
              <a:rPr lang="en-US" altLang="zh-CN" dirty="0"/>
              <a:t>Process control </a:t>
            </a:r>
          </a:p>
          <a:p>
            <a:pPr lvl="1"/>
            <a:r>
              <a:rPr lang="en-US" altLang="zh-CN" sz="2400" dirty="0"/>
              <a:t>Modes of execution: kernel and user</a:t>
            </a:r>
          </a:p>
          <a:p>
            <a:pPr lvl="1"/>
            <a:r>
              <a:rPr lang="en-US" altLang="zh-CN" sz="2400" dirty="0"/>
              <a:t>Change of process state, 7 steps</a:t>
            </a:r>
            <a:endParaRPr lang="en-US" altLang="zh-CN" dirty="0"/>
          </a:p>
          <a:p>
            <a:pPr marL="171450" lvl="1">
              <a:spcBef>
                <a:spcPts val="750"/>
              </a:spcBef>
              <a:buFont typeface="Wingdings" panose="05000000000000000000" pitchFamily="2" charset="2"/>
              <a:buChar char="q"/>
            </a:pPr>
            <a:r>
              <a:rPr lang="en-US" altLang="zh-CN" sz="2400" b="1" dirty="0"/>
              <a:t>OS</a:t>
            </a:r>
            <a:r>
              <a:rPr lang="zh-CN" altLang="en-US" sz="2400" b="1" dirty="0"/>
              <a:t> </a:t>
            </a:r>
            <a:r>
              <a:rPr lang="en-US" altLang="zh-CN" sz="2400" b="1" dirty="0"/>
              <a:t>execution</a:t>
            </a:r>
          </a:p>
          <a:p>
            <a:pPr lvl="1"/>
            <a:r>
              <a:rPr lang="en-US" altLang="zh-CN" dirty="0" err="1"/>
              <a:t>Nonprocess</a:t>
            </a:r>
            <a:r>
              <a:rPr lang="zh-CN" altLang="en-US" dirty="0"/>
              <a:t> </a:t>
            </a:r>
            <a:r>
              <a:rPr lang="en-US" altLang="zh-CN" dirty="0"/>
              <a:t>kernel</a:t>
            </a:r>
          </a:p>
          <a:p>
            <a:pPr lvl="1"/>
            <a:r>
              <a:rPr lang="en-US" altLang="zh-CN" dirty="0"/>
              <a:t>Execution</a:t>
            </a:r>
            <a:r>
              <a:rPr lang="zh-CN" altLang="en-US" dirty="0"/>
              <a:t> </a:t>
            </a:r>
            <a:r>
              <a:rPr lang="en-US" altLang="zh-CN" dirty="0"/>
              <a:t>with</a:t>
            </a:r>
            <a:r>
              <a:rPr lang="zh-CN" altLang="en-US" dirty="0"/>
              <a:t> </a:t>
            </a:r>
            <a:r>
              <a:rPr lang="en-US" altLang="zh-CN" dirty="0"/>
              <a:t>user</a:t>
            </a:r>
            <a:r>
              <a:rPr lang="zh-CN" altLang="en-US" dirty="0"/>
              <a:t> </a:t>
            </a:r>
            <a:r>
              <a:rPr lang="en-US" altLang="zh-CN" dirty="0"/>
              <a:t>process</a:t>
            </a:r>
          </a:p>
          <a:p>
            <a:pPr lvl="1"/>
            <a:r>
              <a:rPr lang="en-US" altLang="zh-CN" dirty="0"/>
              <a:t>Process-based</a:t>
            </a:r>
            <a:r>
              <a:rPr lang="zh-CN" altLang="en-US" dirty="0"/>
              <a:t> </a:t>
            </a:r>
            <a:r>
              <a:rPr lang="en-US" altLang="zh-CN" dirty="0" err="1"/>
              <a:t>os</a:t>
            </a:r>
            <a:endParaRPr lang="en-US" altLang="zh-CN" sz="2400" b="1" dirty="0"/>
          </a:p>
          <a:p>
            <a:pPr marL="171450" lvl="1">
              <a:spcBef>
                <a:spcPts val="750"/>
              </a:spcBef>
              <a:buFont typeface="Wingdings" panose="05000000000000000000" pitchFamily="2" charset="2"/>
              <a:buChar char="q"/>
            </a:pPr>
            <a:r>
              <a:rPr lang="en-US" altLang="zh-CN" sz="2400" b="1" dirty="0"/>
              <a:t>Process in Unix</a:t>
            </a:r>
            <a:r>
              <a:rPr lang="zh-CN" altLang="en-US" sz="2400" b="1" dirty="0"/>
              <a:t> </a:t>
            </a:r>
            <a:r>
              <a:rPr lang="en-US" altLang="zh-CN" sz="2400" b="1" dirty="0"/>
              <a:t>(process-based</a:t>
            </a:r>
            <a:r>
              <a:rPr lang="zh-CN" altLang="en-US" sz="2400" b="1" dirty="0"/>
              <a:t> </a:t>
            </a:r>
            <a:r>
              <a:rPr lang="en-US" altLang="zh-CN" sz="2400" b="1" dirty="0" err="1"/>
              <a:t>os</a:t>
            </a:r>
            <a:r>
              <a:rPr lang="en-US" altLang="zh-CN" sz="2400" b="1" dirty="0"/>
              <a:t>)</a:t>
            </a:r>
          </a:p>
          <a:p>
            <a:pPr marL="685800" lvl="2" indent="-342900">
              <a:spcBef>
                <a:spcPts val="750"/>
              </a:spcBef>
              <a:buFont typeface="Arial" panose="020B0604020202020204" pitchFamily="34" charset="0"/>
              <a:buChar char="•"/>
            </a:pPr>
            <a:r>
              <a:rPr lang="en-US" altLang="zh-CN" dirty="0"/>
              <a:t>Preempted</a:t>
            </a:r>
            <a:r>
              <a:rPr lang="zh-CN" altLang="en-US" dirty="0"/>
              <a:t> </a:t>
            </a:r>
            <a:r>
              <a:rPr lang="en-US" altLang="zh-CN" dirty="0"/>
              <a:t>state</a:t>
            </a:r>
          </a:p>
          <a:p>
            <a:pPr marL="685800" lvl="2" indent="-342900">
              <a:spcBef>
                <a:spcPts val="750"/>
              </a:spcBef>
              <a:buFont typeface="Arial" panose="020B0604020202020204" pitchFamily="34" charset="0"/>
              <a:buChar char="•"/>
            </a:pPr>
            <a:r>
              <a:rPr lang="en-US" altLang="zh-CN" dirty="0"/>
              <a:t>Process</a:t>
            </a:r>
            <a:r>
              <a:rPr lang="zh-CN" altLang="en-US" dirty="0"/>
              <a:t> </a:t>
            </a:r>
            <a:r>
              <a:rPr lang="en-US" altLang="zh-CN" dirty="0"/>
              <a:t>Creation</a:t>
            </a:r>
          </a:p>
          <a:p>
            <a:endParaRPr lang="en-US" altLang="zh-CN" dirty="0"/>
          </a:p>
          <a:p>
            <a:pPr lvl="1"/>
            <a:endParaRPr lang="en-US" altLang="zh-CN" dirty="0"/>
          </a:p>
          <a:p>
            <a:pPr lvl="1"/>
            <a:endParaRPr lang="en-US" altLang="zh-CN" dirty="0">
              <a:solidFill>
                <a:srgbClr val="0070C0"/>
              </a:solidFill>
            </a:endParaRPr>
          </a:p>
          <a:p>
            <a:pPr lvl="1"/>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47108-434D-0847-9604-5172B396377B}"/>
              </a:ext>
            </a:extLst>
          </p:cNvPr>
          <p:cNvSpPr>
            <a:spLocks noGrp="1"/>
          </p:cNvSpPr>
          <p:nvPr>
            <p:ph type="title"/>
          </p:nvPr>
        </p:nvSpPr>
        <p:spPr/>
        <p:txBody>
          <a:bodyPr/>
          <a:lstStyle/>
          <a:p>
            <a:r>
              <a:rPr lang="en-US" altLang="zh-CN" dirty="0"/>
              <a:t>Key</a:t>
            </a:r>
            <a:r>
              <a:rPr lang="zh-CN" altLang="en-US" dirty="0"/>
              <a:t> </a:t>
            </a:r>
            <a:r>
              <a:rPr lang="en-US" altLang="zh-CN" dirty="0"/>
              <a:t>Terms</a:t>
            </a:r>
            <a:endParaRPr lang="en-CN" dirty="0"/>
          </a:p>
        </p:txBody>
      </p:sp>
      <p:sp>
        <p:nvSpPr>
          <p:cNvPr id="3" name="Content Placeholder 2">
            <a:extLst>
              <a:ext uri="{FF2B5EF4-FFF2-40B4-BE49-F238E27FC236}">
                <a16:creationId xmlns:a16="http://schemas.microsoft.com/office/drawing/2014/main" id="{84BB5D57-E66A-274B-B8CD-95026225A1DD}"/>
              </a:ext>
            </a:extLst>
          </p:cNvPr>
          <p:cNvSpPr>
            <a:spLocks noGrp="1"/>
          </p:cNvSpPr>
          <p:nvPr>
            <p:ph idx="1"/>
          </p:nvPr>
        </p:nvSpPr>
        <p:spPr/>
        <p:txBody>
          <a:bodyPr/>
          <a:lstStyle/>
          <a:p>
            <a:r>
              <a:rPr lang="en-US" altLang="zh-CN" dirty="0"/>
              <a:t>Model</a:t>
            </a:r>
            <a:r>
              <a:rPr lang="zh-CN" altLang="en-US" dirty="0"/>
              <a:t> </a:t>
            </a:r>
            <a:r>
              <a:rPr lang="en-US" altLang="zh-CN" dirty="0"/>
              <a:t>switch</a:t>
            </a:r>
          </a:p>
          <a:p>
            <a:r>
              <a:rPr lang="en-US" altLang="zh-CN" dirty="0"/>
              <a:t>Process</a:t>
            </a:r>
            <a:r>
              <a:rPr lang="zh-CN" altLang="en-US" dirty="0"/>
              <a:t> </a:t>
            </a:r>
            <a:r>
              <a:rPr lang="en-US" altLang="zh-CN" dirty="0"/>
              <a:t>image</a:t>
            </a:r>
          </a:p>
          <a:p>
            <a:r>
              <a:rPr lang="en-US" altLang="zh-CN" dirty="0"/>
              <a:t>Process</a:t>
            </a:r>
            <a:r>
              <a:rPr lang="zh-CN" altLang="en-US" dirty="0"/>
              <a:t> </a:t>
            </a:r>
            <a:r>
              <a:rPr lang="en-US" altLang="zh-CN" dirty="0"/>
              <a:t>control</a:t>
            </a:r>
            <a:r>
              <a:rPr lang="zh-CN" altLang="en-US" dirty="0"/>
              <a:t> </a:t>
            </a:r>
            <a:r>
              <a:rPr lang="en-US" altLang="zh-CN" dirty="0"/>
              <a:t>block</a:t>
            </a:r>
          </a:p>
          <a:p>
            <a:r>
              <a:rPr lang="en-US" altLang="zh-CN" dirty="0"/>
              <a:t>Block</a:t>
            </a:r>
            <a:r>
              <a:rPr lang="zh-CN" altLang="en-US" dirty="0"/>
              <a:t> </a:t>
            </a:r>
            <a:r>
              <a:rPr lang="en-US" altLang="zh-CN" dirty="0"/>
              <a:t>state</a:t>
            </a:r>
          </a:p>
          <a:p>
            <a:r>
              <a:rPr lang="en-US" altLang="zh-CN" dirty="0"/>
              <a:t>Suspend</a:t>
            </a:r>
            <a:r>
              <a:rPr lang="zh-CN" altLang="en-US" dirty="0"/>
              <a:t> </a:t>
            </a:r>
            <a:r>
              <a:rPr lang="en-US" altLang="zh-CN" dirty="0"/>
              <a:t>state</a:t>
            </a:r>
          </a:p>
        </p:txBody>
      </p:sp>
      <p:sp>
        <p:nvSpPr>
          <p:cNvPr id="4" name="Slide Number Placeholder 3">
            <a:extLst>
              <a:ext uri="{FF2B5EF4-FFF2-40B4-BE49-F238E27FC236}">
                <a16:creationId xmlns:a16="http://schemas.microsoft.com/office/drawing/2014/main" id="{0877136E-766B-7942-AA88-586E09666D6B}"/>
              </a:ext>
            </a:extLst>
          </p:cNvPr>
          <p:cNvSpPr>
            <a:spLocks noGrp="1"/>
          </p:cNvSpPr>
          <p:nvPr>
            <p:ph type="sldNum" sz="quarter" idx="12"/>
          </p:nvPr>
        </p:nvSpPr>
        <p:spPr/>
        <p:txBody>
          <a:bodyPr/>
          <a:lstStyle/>
          <a:p>
            <a:fld id="{2093D444-7193-46AD-90E8-D84AE4B61CFF}" type="slidenum">
              <a:rPr lang="en-US" smtClean="0"/>
              <a:pPr/>
              <a:t>59</a:t>
            </a:fld>
            <a:r>
              <a:rPr lang="en-US"/>
              <a:t>/56</a:t>
            </a:r>
            <a:endParaRPr lang="en-US" dirty="0"/>
          </a:p>
        </p:txBody>
      </p:sp>
      <p:sp>
        <p:nvSpPr>
          <p:cNvPr id="5" name="Date Placeholder 4">
            <a:extLst>
              <a:ext uri="{FF2B5EF4-FFF2-40B4-BE49-F238E27FC236}">
                <a16:creationId xmlns:a16="http://schemas.microsoft.com/office/drawing/2014/main" id="{5CA3098F-118C-F74D-9B02-412CDA7FBCEA}"/>
              </a:ext>
            </a:extLst>
          </p:cNvPr>
          <p:cNvSpPr>
            <a:spLocks noGrp="1"/>
          </p:cNvSpPr>
          <p:nvPr>
            <p:ph type="dt" sz="half" idx="10"/>
          </p:nvPr>
        </p:nvSpPr>
        <p:spPr/>
        <p:txBody>
          <a:bodyPr/>
          <a:lstStyle/>
          <a:p>
            <a:fld id="{CAE4635A-F0E4-48AF-AAB4-A99FBE2C944F}" type="datetime1">
              <a:rPr lang="zh-CN" altLang="en-US" smtClean="0"/>
              <a:t>2026/3/16</a:t>
            </a:fld>
            <a:endParaRPr lang="zh-CN" altLang="en-US" dirty="0"/>
          </a:p>
        </p:txBody>
      </p:sp>
    </p:spTree>
    <p:extLst>
      <p:ext uri="{BB962C8B-B14F-4D97-AF65-F5344CB8AC3E}">
        <p14:creationId xmlns:p14="http://schemas.microsoft.com/office/powerpoint/2010/main" val="15380488"/>
      </p:ext>
    </p:extLst>
  </p:cSld>
  <p:clrMapOvr>
    <a:masterClrMapping/>
  </p:clrMapOvr>
</p:sld>
</file>

<file path=ppt/theme/theme1.xml><?xml version="1.0" encoding="utf-8"?>
<a:theme xmlns:a="http://schemas.openxmlformats.org/drawingml/2006/main" name="1_Office 主题​​">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3905</TotalTime>
  <Words>5333</Words>
  <Application>Microsoft Macintosh PowerPoint</Application>
  <PresentationFormat>Widescreen</PresentationFormat>
  <Paragraphs>564</Paragraphs>
  <Slides>59</Slides>
  <Notes>38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59</vt:i4>
      </vt:variant>
    </vt:vector>
  </HeadingPairs>
  <TitlesOfParts>
    <vt:vector size="71" baseType="lpstr">
      <vt:lpstr>-apple-system</vt:lpstr>
      <vt:lpstr>等线</vt:lpstr>
      <vt:lpstr>Microsoft YaHei</vt:lpstr>
      <vt:lpstr>Microsoft YaHei UI</vt:lpstr>
      <vt:lpstr>Segoe UI Web (West European)</vt:lpstr>
      <vt:lpstr>Times</vt:lpstr>
      <vt:lpstr>TimesTenLTStd-Bold</vt:lpstr>
      <vt:lpstr>TimesTenLTStd-Roman</vt:lpstr>
      <vt:lpstr>Arial</vt:lpstr>
      <vt:lpstr>Calibri</vt:lpstr>
      <vt:lpstr>Wingdings</vt:lpstr>
      <vt:lpstr>1_Office 主题​​</vt:lpstr>
      <vt:lpstr>Chapter 3：Process Description and Control</vt:lpstr>
      <vt:lpstr>Process Description and Control</vt:lpstr>
      <vt:lpstr>Summary of Early Concepts</vt:lpstr>
      <vt:lpstr>Objectives of OS Management of App. Exec.</vt:lpstr>
      <vt:lpstr>2.1 What is a Process？</vt:lpstr>
      <vt:lpstr>Process Elements</vt:lpstr>
      <vt:lpstr>Process Elements</vt:lpstr>
      <vt:lpstr>Process Control Block (PCBs)</vt:lpstr>
      <vt:lpstr>2.2 Process States</vt:lpstr>
      <vt:lpstr>Process Execution</vt:lpstr>
      <vt:lpstr>Traces of Processes</vt:lpstr>
      <vt:lpstr>Combined Trace of Processes</vt:lpstr>
      <vt:lpstr>Test</vt:lpstr>
      <vt:lpstr>Two-State Process Model</vt:lpstr>
      <vt:lpstr>Queuing Diagram</vt:lpstr>
      <vt:lpstr>Combined Trace of Processes </vt:lpstr>
      <vt:lpstr>Five-State Process Model</vt:lpstr>
      <vt:lpstr>Process States for the Trace</vt:lpstr>
      <vt:lpstr>Using Two Queues</vt:lpstr>
      <vt:lpstr>Multiple Blocked Queues</vt:lpstr>
      <vt:lpstr>Reasons for Process Creation</vt:lpstr>
      <vt:lpstr>Process Creation</vt:lpstr>
      <vt:lpstr>Tree of Processes in Linux</vt:lpstr>
      <vt:lpstr>Process Termination</vt:lpstr>
      <vt:lpstr>Suspended（挂起） Processes</vt:lpstr>
      <vt:lpstr>One Suspend State</vt:lpstr>
      <vt:lpstr>Two Suspend States</vt:lpstr>
      <vt:lpstr>Reasons for Process Suspension</vt:lpstr>
      <vt:lpstr>Characteristics of a Suspended Process</vt:lpstr>
      <vt:lpstr>2.3 Process Description</vt:lpstr>
      <vt:lpstr>OS Control Structures</vt:lpstr>
      <vt:lpstr>Memory Tables</vt:lpstr>
      <vt:lpstr>I/O Tables</vt:lpstr>
      <vt:lpstr>File Tables</vt:lpstr>
      <vt:lpstr>Process Tables</vt:lpstr>
      <vt:lpstr>Process Control Structures</vt:lpstr>
      <vt:lpstr>Process Image (Where)</vt:lpstr>
      <vt:lpstr>Typical Elements of a Process Image</vt:lpstr>
      <vt:lpstr>Process Control Block（Attributes）</vt:lpstr>
      <vt:lpstr>PCB-Process Identification（进程标识符）</vt:lpstr>
      <vt:lpstr>PCB-Processor State Information</vt:lpstr>
      <vt:lpstr>X86 EFLAGS Register</vt:lpstr>
      <vt:lpstr>PCB-Process Control Information</vt:lpstr>
      <vt:lpstr>2.4 Process Control</vt:lpstr>
      <vt:lpstr>Modes of Execution</vt:lpstr>
      <vt:lpstr>Typical Functions of an Operating System Kernel</vt:lpstr>
      <vt:lpstr>Step of Process Creation</vt:lpstr>
      <vt:lpstr>Process Switching</vt:lpstr>
      <vt:lpstr>Example of Process Switch</vt:lpstr>
      <vt:lpstr>Change of Process State</vt:lpstr>
      <vt:lpstr>2.5 Execution of the OS</vt:lpstr>
      <vt:lpstr>Nonprocess kernel</vt:lpstr>
      <vt:lpstr>Execution within User Processes</vt:lpstr>
      <vt:lpstr>Process-based OS</vt:lpstr>
      <vt:lpstr>Unix</vt:lpstr>
      <vt:lpstr>UNIX Process State</vt:lpstr>
      <vt:lpstr>Process Creation in Unix</vt:lpstr>
      <vt:lpstr>Summary </vt:lpstr>
      <vt:lpstr>Key Terms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dc:title>
  <dc:creator>飞 滕</dc:creator>
  <cp:lastModifiedBy>yang li</cp:lastModifiedBy>
  <cp:revision>986</cp:revision>
  <dcterms:created xsi:type="dcterms:W3CDTF">2020-02-20T05:29:00Z</dcterms:created>
  <dcterms:modified xsi:type="dcterms:W3CDTF">2026-03-16T16:40:27Z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58751727362E4E1B89C2C5317794F013</vt:lpwstr>
  </property>
  <property fmtid="{D5CDD505-2E9C-101B-9397-08002B2CF9AE}" pid="3" name="KSOProductBuildVer">
    <vt:lpwstr>2052-11.1.0.11365</vt:lpwstr>
  </property>
</Properties>
</file>