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63"/>
  </p:notesMasterIdLst>
  <p:sldIdLst>
    <p:sldId id="256" r:id="rId2"/>
    <p:sldId id="259" r:id="rId3"/>
    <p:sldId id="332" r:id="rId4"/>
    <p:sldId id="260" r:id="rId5"/>
    <p:sldId id="261" r:id="rId6"/>
    <p:sldId id="262" r:id="rId7"/>
    <p:sldId id="264" r:id="rId8"/>
    <p:sldId id="266" r:id="rId9"/>
    <p:sldId id="335" r:id="rId10"/>
    <p:sldId id="339" r:id="rId11"/>
    <p:sldId id="358" r:id="rId12"/>
    <p:sldId id="340" r:id="rId13"/>
    <p:sldId id="270" r:id="rId14"/>
    <p:sldId id="273" r:id="rId15"/>
    <p:sldId id="274" r:id="rId16"/>
    <p:sldId id="359" r:id="rId17"/>
    <p:sldId id="275" r:id="rId18"/>
    <p:sldId id="317" r:id="rId19"/>
    <p:sldId id="360" r:id="rId20"/>
    <p:sldId id="361" r:id="rId21"/>
    <p:sldId id="276" r:id="rId22"/>
    <p:sldId id="319" r:id="rId23"/>
    <p:sldId id="277" r:id="rId24"/>
    <p:sldId id="341" r:id="rId25"/>
    <p:sldId id="279" r:id="rId26"/>
    <p:sldId id="281" r:id="rId27"/>
    <p:sldId id="282" r:id="rId28"/>
    <p:sldId id="320" r:id="rId29"/>
    <p:sldId id="362" r:id="rId30"/>
    <p:sldId id="285" r:id="rId31"/>
    <p:sldId id="321" r:id="rId32"/>
    <p:sldId id="287" r:id="rId33"/>
    <p:sldId id="322" r:id="rId34"/>
    <p:sldId id="323" r:id="rId35"/>
    <p:sldId id="363" r:id="rId36"/>
    <p:sldId id="284" r:id="rId37"/>
    <p:sldId id="364" r:id="rId38"/>
    <p:sldId id="324" r:id="rId39"/>
    <p:sldId id="325" r:id="rId40"/>
    <p:sldId id="326" r:id="rId41"/>
    <p:sldId id="365" r:id="rId42"/>
    <p:sldId id="328" r:id="rId43"/>
    <p:sldId id="343" r:id="rId44"/>
    <p:sldId id="327" r:id="rId45"/>
    <p:sldId id="329" r:id="rId46"/>
    <p:sldId id="345" r:id="rId47"/>
    <p:sldId id="330" r:id="rId48"/>
    <p:sldId id="346" r:id="rId49"/>
    <p:sldId id="312" r:id="rId50"/>
    <p:sldId id="347" r:id="rId51"/>
    <p:sldId id="348" r:id="rId52"/>
    <p:sldId id="349" r:id="rId53"/>
    <p:sldId id="350" r:id="rId54"/>
    <p:sldId id="351" r:id="rId55"/>
    <p:sldId id="352" r:id="rId56"/>
    <p:sldId id="344" r:id="rId57"/>
    <p:sldId id="353" r:id="rId58"/>
    <p:sldId id="354" r:id="rId59"/>
    <p:sldId id="355" r:id="rId60"/>
    <p:sldId id="356" r:id="rId61"/>
    <p:sldId id="288"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82AD"/>
    <a:srgbClr val="CCE4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22" autoAdjust="0"/>
    <p:restoredTop sz="96604" autoAdjust="0"/>
  </p:normalViewPr>
  <p:slideViewPr>
    <p:cSldViewPr snapToGrid="0">
      <p:cViewPr varScale="1">
        <p:scale>
          <a:sx n="135" d="100"/>
          <a:sy n="135" d="100"/>
        </p:scale>
        <p:origin x="1040" y="168"/>
      </p:cViewPr>
      <p:guideLst/>
    </p:cSldViewPr>
  </p:slideViewPr>
  <p:outlineViewPr>
    <p:cViewPr>
      <p:scale>
        <a:sx n="33" d="100"/>
        <a:sy n="33" d="100"/>
      </p:scale>
      <p:origin x="0" y="-324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7AB2FD-E868-499E-BAFB-75BC94A9870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4FF374E9-8167-431D-B786-ABE3EA883DD4}">
      <dgm:prSet phldrT="[文本]" custT="1">
        <dgm:style>
          <a:lnRef idx="2">
            <a:schemeClr val="accent1"/>
          </a:lnRef>
          <a:fillRef idx="1">
            <a:schemeClr val="lt1"/>
          </a:fillRef>
          <a:effectRef idx="0">
            <a:schemeClr val="accent1"/>
          </a:effectRef>
          <a:fontRef idx="minor">
            <a:schemeClr val="dk1"/>
          </a:fontRef>
        </dgm:style>
      </dgm:prSet>
      <dgm:spPr>
        <a:solidFill>
          <a:schemeClr val="accent1"/>
        </a:solidFill>
      </dgm:spPr>
      <dgm:t>
        <a:bodyPr/>
        <a:lstStyle/>
        <a:p>
          <a:pPr>
            <a:lnSpc>
              <a:spcPct val="100000"/>
            </a:lnSpc>
          </a:pPr>
          <a:r>
            <a:rPr lang="en-US" sz="1800" b="1" dirty="0">
              <a:solidFill>
                <a:schemeClr val="bg1"/>
              </a:solidFill>
              <a:latin typeface="Microsoft YaHei UI" panose="020B0503020204020204" pitchFamily="34" charset="-122"/>
              <a:ea typeface="Microsoft YaHei UI" panose="020B0503020204020204" pitchFamily="34" charset="-122"/>
            </a:rPr>
            <a:t>B</a:t>
          </a:r>
          <a:r>
            <a:rPr lang="en-US" altLang="zh-CN" sz="1800" b="1" dirty="0">
              <a:solidFill>
                <a:schemeClr val="bg1"/>
              </a:solidFill>
              <a:latin typeface="Microsoft YaHei UI" panose="020B0503020204020204" pitchFamily="34" charset="-122"/>
              <a:ea typeface="Microsoft YaHei UI" panose="020B0503020204020204" pitchFamily="34" charset="-122"/>
            </a:rPr>
            <a:t>asic concept of modern OS</a:t>
          </a:r>
          <a:endParaRPr lang="en-US" sz="1800" b="1" dirty="0">
            <a:solidFill>
              <a:schemeClr val="bg1"/>
            </a:solidFill>
            <a:latin typeface="Microsoft YaHei UI" panose="020B0503020204020204" pitchFamily="34" charset="-122"/>
            <a:ea typeface="Microsoft YaHei UI" panose="020B0503020204020204" pitchFamily="34" charset="-122"/>
          </a:endParaRPr>
        </a:p>
      </dgm:t>
    </dgm:pt>
    <dgm:pt modelId="{63402AEB-0836-48DC-A5D8-FA9B775EC1E1}" type="parTrans" cxnId="{395C21BA-0FA5-4C53-817F-EC90FC6EC8E9}">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C898146D-BEBA-4FD4-B19B-76FDFC8EB748}" type="sibTrans" cxnId="{395C21BA-0FA5-4C53-817F-EC90FC6EC8E9}">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E760952B-2A4E-481E-830F-C96EA6242A90}">
      <dgm:prSet phldrT="[文本]" custT="1">
        <dgm:style>
          <a:lnRef idx="2">
            <a:schemeClr val="accent1"/>
          </a:lnRef>
          <a:fillRef idx="1">
            <a:schemeClr val="lt1"/>
          </a:fillRef>
          <a:effectRef idx="0">
            <a:schemeClr val="accent1"/>
          </a:effectRef>
          <a:fontRef idx="minor">
            <a:schemeClr val="dk1"/>
          </a:fontRef>
        </dgm:style>
      </dgm:prSet>
      <dgm:spPr>
        <a:solidFill>
          <a:schemeClr val="accent5">
            <a:lumMod val="20000"/>
            <a:lumOff val="80000"/>
          </a:schemeClr>
        </a:solidFill>
      </dgm:spPr>
      <dgm:t>
        <a:bodyPr/>
        <a:lstStyle/>
        <a:p>
          <a:pPr>
            <a:lnSpc>
              <a:spcPct val="100000"/>
            </a:lnSpc>
          </a:pPr>
          <a:r>
            <a:rPr lang="en-US" sz="1800" dirty="0">
              <a:latin typeface="Microsoft YaHei UI" panose="020B0503020204020204" pitchFamily="34" charset="-122"/>
              <a:ea typeface="Microsoft YaHei UI" panose="020B0503020204020204" pitchFamily="34" charset="-122"/>
            </a:rPr>
            <a:t>External view</a:t>
          </a:r>
        </a:p>
      </dgm:t>
    </dgm:pt>
    <dgm:pt modelId="{7ABF67F2-8816-4C41-B264-814E1337E0BD}" type="parTrans" cxnId="{651D9DBC-50BB-4B69-8A5B-CDC75DCF45DE}">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F06D51AB-0696-4EE1-99BF-DF3FF6F9703D}" type="sibTrans" cxnId="{651D9DBC-50BB-4B69-8A5B-CDC75DCF45DE}">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EBC67633-DF3C-4865-BB59-7899F72BE482}">
      <dgm:prSet phldrT="[文本]" custT="1">
        <dgm:style>
          <a:lnRef idx="2">
            <a:schemeClr val="accent1"/>
          </a:lnRef>
          <a:fillRef idx="1">
            <a:schemeClr val="lt1"/>
          </a:fillRef>
          <a:effectRef idx="0">
            <a:schemeClr val="accent1"/>
          </a:effectRef>
          <a:fontRef idx="minor">
            <a:schemeClr val="dk1"/>
          </a:fontRef>
        </dgm:style>
      </dgm:prSet>
      <dgm:spPr>
        <a:solidFill>
          <a:schemeClr val="accent5">
            <a:lumMod val="40000"/>
            <a:lumOff val="60000"/>
          </a:schemeClr>
        </a:solidFill>
      </dgm:spPr>
      <dgm:t>
        <a:bodyPr/>
        <a:lstStyle/>
        <a:p>
          <a:pPr algn="ctr">
            <a:lnSpc>
              <a:spcPct val="100000"/>
            </a:lnSpc>
          </a:pPr>
          <a:r>
            <a:rPr lang="en-US" sz="1800" dirty="0">
              <a:latin typeface="Microsoft YaHei UI" panose="020B0503020204020204" pitchFamily="34" charset="-122"/>
              <a:ea typeface="Microsoft YaHei UI" panose="020B0503020204020204" pitchFamily="34" charset="-122"/>
            </a:rPr>
            <a:t>Computer user:</a:t>
          </a:r>
        </a:p>
        <a:p>
          <a:pPr algn="ctr">
            <a:lnSpc>
              <a:spcPct val="100000"/>
            </a:lnSpc>
          </a:pPr>
          <a:r>
            <a:rPr lang="en-US" sz="1800" dirty="0">
              <a:latin typeface="Microsoft YaHei UI" panose="020B0503020204020204" pitchFamily="34" charset="-122"/>
              <a:ea typeface="Microsoft YaHei UI" panose="020B0503020204020204" pitchFamily="34" charset="-122"/>
            </a:rPr>
            <a:t>User environment</a:t>
          </a:r>
        </a:p>
      </dgm:t>
    </dgm:pt>
    <dgm:pt modelId="{33FC9A16-432D-4E3D-AAC6-2B8BABF1CA06}" type="parTrans" cxnId="{14D27F71-A2FA-4CC6-9F7D-F94DAB3EB128}">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10423677-0F63-459D-AFCE-054EEA733409}" type="sibTrans" cxnId="{14D27F71-A2FA-4CC6-9F7D-F94DAB3EB128}">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E1CDA973-4AAD-45C8-98CF-23FFF7B5E2AF}">
      <dgm:prSet phldrT="[文本]" custT="1">
        <dgm:style>
          <a:lnRef idx="2">
            <a:schemeClr val="accent1"/>
          </a:lnRef>
          <a:fillRef idx="1">
            <a:schemeClr val="lt1"/>
          </a:fillRef>
          <a:effectRef idx="0">
            <a:schemeClr val="accent1"/>
          </a:effectRef>
          <a:fontRef idx="minor">
            <a:schemeClr val="dk1"/>
          </a:fontRef>
        </dgm:style>
      </dgm:prSet>
      <dgm:spPr>
        <a:solidFill>
          <a:schemeClr val="accent5">
            <a:lumMod val="40000"/>
            <a:lumOff val="60000"/>
          </a:schemeClr>
        </a:solidFill>
      </dgm:spPr>
      <dgm:t>
        <a:bodyPr/>
        <a:lstStyle/>
        <a:p>
          <a:pPr algn="ctr">
            <a:lnSpc>
              <a:spcPct val="100000"/>
            </a:lnSpc>
          </a:pPr>
          <a:r>
            <a:rPr lang="en-US" sz="1800" dirty="0">
              <a:latin typeface="Microsoft YaHei UI" panose="020B0503020204020204" pitchFamily="34" charset="-122"/>
              <a:ea typeface="Microsoft YaHei UI" panose="020B0503020204020204" pitchFamily="34" charset="-122"/>
            </a:rPr>
            <a:t>Programmer:</a:t>
          </a:r>
        </a:p>
        <a:p>
          <a:pPr algn="ctr">
            <a:lnSpc>
              <a:spcPct val="100000"/>
            </a:lnSpc>
          </a:pPr>
          <a:r>
            <a:rPr lang="en-US" sz="1800" dirty="0">
              <a:latin typeface="Microsoft YaHei UI" panose="020B0503020204020204" pitchFamily="34" charset="-122"/>
              <a:ea typeface="Microsoft YaHei UI" panose="020B0503020204020204" pitchFamily="34" charset="-122"/>
            </a:rPr>
            <a:t>Virtual machine</a:t>
          </a:r>
        </a:p>
      </dgm:t>
    </dgm:pt>
    <dgm:pt modelId="{84CAEE61-F270-4BBE-BB78-A3580A7D4D53}" type="parTrans" cxnId="{E43143E6-FED9-41C0-A375-99133085948C}">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B8E68FDF-E340-48BD-AB52-6F23F6EAF60A}" type="sibTrans" cxnId="{E43143E6-FED9-41C0-A375-99133085948C}">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FFB667B5-6F70-4853-9E9E-1B8E4344A520}">
      <dgm:prSet phldrT="[文本]" custT="1">
        <dgm:style>
          <a:lnRef idx="2">
            <a:schemeClr val="accent1"/>
          </a:lnRef>
          <a:fillRef idx="1">
            <a:schemeClr val="lt1"/>
          </a:fillRef>
          <a:effectRef idx="0">
            <a:schemeClr val="accent1"/>
          </a:effectRef>
          <a:fontRef idx="minor">
            <a:schemeClr val="dk1"/>
          </a:fontRef>
        </dgm:style>
      </dgm:prSet>
      <dgm:spPr>
        <a:solidFill>
          <a:schemeClr val="accent3">
            <a:lumMod val="20000"/>
            <a:lumOff val="80000"/>
          </a:schemeClr>
        </a:solidFill>
        <a:ln>
          <a:solidFill>
            <a:schemeClr val="accent3">
              <a:lumMod val="75000"/>
            </a:schemeClr>
          </a:solidFill>
        </a:ln>
      </dgm:spPr>
      <dgm:t>
        <a:bodyPr/>
        <a:lstStyle/>
        <a:p>
          <a:pPr>
            <a:lnSpc>
              <a:spcPct val="100000"/>
            </a:lnSpc>
          </a:pPr>
          <a:r>
            <a:rPr lang="en-US" sz="1800" dirty="0">
              <a:latin typeface="Microsoft YaHei UI" panose="020B0503020204020204" pitchFamily="34" charset="-122"/>
              <a:ea typeface="Microsoft YaHei UI" panose="020B0503020204020204" pitchFamily="34" charset="-122"/>
            </a:rPr>
            <a:t>Internal view</a:t>
          </a:r>
        </a:p>
      </dgm:t>
    </dgm:pt>
    <dgm:pt modelId="{9F45CA80-3E63-413B-9AE6-326160A414B7}" type="parTrans" cxnId="{D9F79DDA-23D1-4D7E-B45C-49A6718A16F3}">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92EDBD2D-9499-4330-9D3A-7709CE14E0CC}" type="sibTrans" cxnId="{D9F79DDA-23D1-4D7E-B45C-49A6718A16F3}">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78794C1F-A139-4563-B001-0C690800EB68}">
      <dgm:prSet phldrT="[文本]" custT="1">
        <dgm:style>
          <a:lnRef idx="2">
            <a:schemeClr val="accent1"/>
          </a:lnRef>
          <a:fillRef idx="1">
            <a:schemeClr val="lt1"/>
          </a:fillRef>
          <a:effectRef idx="0">
            <a:schemeClr val="accent1"/>
          </a:effectRef>
          <a:fontRef idx="minor">
            <a:schemeClr val="dk1"/>
          </a:fontRef>
        </dgm:style>
      </dgm:prSet>
      <dgm:spPr>
        <a:solidFill>
          <a:schemeClr val="accent3">
            <a:lumMod val="40000"/>
            <a:lumOff val="60000"/>
          </a:schemeClr>
        </a:solidFill>
        <a:ln>
          <a:solidFill>
            <a:schemeClr val="accent3">
              <a:lumMod val="75000"/>
            </a:schemeClr>
          </a:solidFill>
        </a:ln>
      </dgm:spPr>
      <dgm:t>
        <a:bodyPr/>
        <a:lstStyle/>
        <a:p>
          <a:pPr algn="ctr">
            <a:lnSpc>
              <a:spcPct val="100000"/>
            </a:lnSpc>
          </a:pPr>
          <a:r>
            <a:rPr lang="en-US" sz="1800" dirty="0">
              <a:latin typeface="Microsoft YaHei UI" panose="020B0503020204020204" pitchFamily="34" charset="-122"/>
              <a:ea typeface="Microsoft YaHei UI" panose="020B0503020204020204" pitchFamily="34" charset="-122"/>
            </a:rPr>
            <a:t>OS developer1: Resource manager</a:t>
          </a:r>
        </a:p>
      </dgm:t>
    </dgm:pt>
    <dgm:pt modelId="{777197DE-2509-4723-8B4B-3E73985B8996}" type="parTrans" cxnId="{BF69E4A2-07D7-4480-B240-07D0119A8B96}">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CBB3E6C8-FED0-4263-962E-587B79E380E6}" type="sibTrans" cxnId="{BF69E4A2-07D7-4480-B240-07D0119A8B96}">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AC7D66C7-8415-4BF2-8B40-8A38CC40D064}">
      <dgm:prSet custT="1">
        <dgm:style>
          <a:lnRef idx="2">
            <a:schemeClr val="accent1"/>
          </a:lnRef>
          <a:fillRef idx="1">
            <a:schemeClr val="lt1"/>
          </a:fillRef>
          <a:effectRef idx="0">
            <a:schemeClr val="accent1"/>
          </a:effectRef>
          <a:fontRef idx="minor">
            <a:schemeClr val="dk1"/>
          </a:fontRef>
        </dgm:style>
      </dgm:prSet>
      <dgm:spPr>
        <a:solidFill>
          <a:schemeClr val="accent3">
            <a:lumMod val="40000"/>
            <a:lumOff val="60000"/>
          </a:schemeClr>
        </a:solidFill>
        <a:ln>
          <a:solidFill>
            <a:schemeClr val="accent3">
              <a:lumMod val="75000"/>
            </a:schemeClr>
          </a:solidFill>
        </a:ln>
      </dgm:spPr>
      <dgm:t>
        <a:bodyPr/>
        <a:lstStyle/>
        <a:p>
          <a:pPr algn="ctr">
            <a:lnSpc>
              <a:spcPct val="100000"/>
            </a:lnSpc>
          </a:pPr>
          <a:r>
            <a:rPr lang="en-US" sz="1800" dirty="0">
              <a:latin typeface="Microsoft YaHei UI" panose="020B0503020204020204" pitchFamily="34" charset="-122"/>
              <a:ea typeface="Microsoft YaHei UI" panose="020B0503020204020204" pitchFamily="34" charset="-122"/>
            </a:rPr>
            <a:t>OS developer2:</a:t>
          </a:r>
        </a:p>
        <a:p>
          <a:pPr algn="ctr">
            <a:lnSpc>
              <a:spcPct val="100000"/>
            </a:lnSpc>
          </a:pPr>
          <a:r>
            <a:rPr lang="en-US" sz="1800" dirty="0">
              <a:latin typeface="Microsoft YaHei UI" panose="020B0503020204020204" pitchFamily="34" charset="-122"/>
              <a:ea typeface="Microsoft YaHei UI" panose="020B0503020204020204" pitchFamily="34" charset="-122"/>
            </a:rPr>
            <a:t>Job organizer</a:t>
          </a:r>
        </a:p>
      </dgm:t>
    </dgm:pt>
    <dgm:pt modelId="{3AF712D5-334E-45A8-8D7F-93FD985D02B3}" type="parTrans" cxnId="{D1F4046D-3100-418C-B511-09567BDDF28B}">
      <dgm:prSet custT="1"/>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FC9C9327-D946-4A24-BD8C-66AA307B95CB}" type="sibTrans" cxnId="{D1F4046D-3100-418C-B511-09567BDDF28B}">
      <dgm:prSet/>
      <dgm:spPr/>
      <dgm:t>
        <a:bodyPr/>
        <a:lstStyle/>
        <a:p>
          <a:pPr>
            <a:lnSpc>
              <a:spcPct val="100000"/>
            </a:lnSpc>
          </a:pPr>
          <a:endParaRPr lang="en-US" sz="1800">
            <a:latin typeface="Microsoft YaHei UI" panose="020B0503020204020204" pitchFamily="34" charset="-122"/>
            <a:ea typeface="Microsoft YaHei UI" panose="020B0503020204020204" pitchFamily="34" charset="-122"/>
          </a:endParaRPr>
        </a:p>
      </dgm:t>
    </dgm:pt>
    <dgm:pt modelId="{264DB997-200B-445A-8968-FE2BBE5FD4BF}" type="pres">
      <dgm:prSet presAssocID="{4A7AB2FD-E868-499E-BAFB-75BC94A98709}" presName="diagram" presStyleCnt="0">
        <dgm:presLayoutVars>
          <dgm:chPref val="1"/>
          <dgm:dir/>
          <dgm:animOne val="branch"/>
          <dgm:animLvl val="lvl"/>
          <dgm:resizeHandles val="exact"/>
        </dgm:presLayoutVars>
      </dgm:prSet>
      <dgm:spPr/>
    </dgm:pt>
    <dgm:pt modelId="{A5CCFCE3-232C-47D5-A2D0-AEA4E5D40B01}" type="pres">
      <dgm:prSet presAssocID="{4FF374E9-8167-431D-B786-ABE3EA883DD4}" presName="root1" presStyleCnt="0"/>
      <dgm:spPr/>
    </dgm:pt>
    <dgm:pt modelId="{8D40B967-4207-44AF-BB9F-059110BF125A}" type="pres">
      <dgm:prSet presAssocID="{4FF374E9-8167-431D-B786-ABE3EA883DD4}" presName="LevelOneTextNode" presStyleLbl="node0" presStyleIdx="0" presStyleCnt="1">
        <dgm:presLayoutVars>
          <dgm:chPref val="3"/>
        </dgm:presLayoutVars>
      </dgm:prSet>
      <dgm:spPr/>
    </dgm:pt>
    <dgm:pt modelId="{58BA8F31-52C9-434E-8573-73C832F8D064}" type="pres">
      <dgm:prSet presAssocID="{4FF374E9-8167-431D-B786-ABE3EA883DD4}" presName="level2hierChild" presStyleCnt="0"/>
      <dgm:spPr/>
    </dgm:pt>
    <dgm:pt modelId="{473D4B8C-E7BB-4CFF-AC4E-A567A97AFD01}" type="pres">
      <dgm:prSet presAssocID="{7ABF67F2-8816-4C41-B264-814E1337E0BD}" presName="conn2-1" presStyleLbl="parChTrans1D2" presStyleIdx="0" presStyleCnt="2"/>
      <dgm:spPr/>
    </dgm:pt>
    <dgm:pt modelId="{BDC0A5A7-67DD-48AE-B4BA-C4EEC91056F5}" type="pres">
      <dgm:prSet presAssocID="{7ABF67F2-8816-4C41-B264-814E1337E0BD}" presName="connTx" presStyleLbl="parChTrans1D2" presStyleIdx="0" presStyleCnt="2"/>
      <dgm:spPr/>
    </dgm:pt>
    <dgm:pt modelId="{D52EE640-06B8-4ADE-9BDC-9B1FF04952D4}" type="pres">
      <dgm:prSet presAssocID="{E760952B-2A4E-481E-830F-C96EA6242A90}" presName="root2" presStyleCnt="0"/>
      <dgm:spPr/>
    </dgm:pt>
    <dgm:pt modelId="{01DC452B-681F-4F90-AFB4-AB7B0F8D342A}" type="pres">
      <dgm:prSet presAssocID="{E760952B-2A4E-481E-830F-C96EA6242A90}" presName="LevelTwoTextNode" presStyleLbl="node2" presStyleIdx="0" presStyleCnt="2">
        <dgm:presLayoutVars>
          <dgm:chPref val="3"/>
        </dgm:presLayoutVars>
      </dgm:prSet>
      <dgm:spPr/>
    </dgm:pt>
    <dgm:pt modelId="{E1A770CD-BA2D-40AE-ABC3-73E24537A6AB}" type="pres">
      <dgm:prSet presAssocID="{E760952B-2A4E-481E-830F-C96EA6242A90}" presName="level3hierChild" presStyleCnt="0"/>
      <dgm:spPr/>
    </dgm:pt>
    <dgm:pt modelId="{037351C2-5456-4FAF-A0AA-A61B00A802F9}" type="pres">
      <dgm:prSet presAssocID="{33FC9A16-432D-4E3D-AAC6-2B8BABF1CA06}" presName="conn2-1" presStyleLbl="parChTrans1D3" presStyleIdx="0" presStyleCnt="4"/>
      <dgm:spPr/>
    </dgm:pt>
    <dgm:pt modelId="{91171C64-4AD6-4343-A177-CC7D6BBAA462}" type="pres">
      <dgm:prSet presAssocID="{33FC9A16-432D-4E3D-AAC6-2B8BABF1CA06}" presName="connTx" presStyleLbl="parChTrans1D3" presStyleIdx="0" presStyleCnt="4"/>
      <dgm:spPr/>
    </dgm:pt>
    <dgm:pt modelId="{2FC16AF4-B04F-468F-868E-0E8797971C64}" type="pres">
      <dgm:prSet presAssocID="{EBC67633-DF3C-4865-BB59-7899F72BE482}" presName="root2" presStyleCnt="0"/>
      <dgm:spPr/>
    </dgm:pt>
    <dgm:pt modelId="{CEBA4BBE-8297-414D-AB7F-B72040D37AEC}" type="pres">
      <dgm:prSet presAssocID="{EBC67633-DF3C-4865-BB59-7899F72BE482}" presName="LevelTwoTextNode" presStyleLbl="node3" presStyleIdx="0" presStyleCnt="4" custScaleX="138323">
        <dgm:presLayoutVars>
          <dgm:chPref val="3"/>
        </dgm:presLayoutVars>
      </dgm:prSet>
      <dgm:spPr/>
    </dgm:pt>
    <dgm:pt modelId="{DB033342-2812-485A-80A3-3D21D4047AD1}" type="pres">
      <dgm:prSet presAssocID="{EBC67633-DF3C-4865-BB59-7899F72BE482}" presName="level3hierChild" presStyleCnt="0"/>
      <dgm:spPr/>
    </dgm:pt>
    <dgm:pt modelId="{902D920D-3ECA-4412-AA78-B0AAEE2D22E6}" type="pres">
      <dgm:prSet presAssocID="{84CAEE61-F270-4BBE-BB78-A3580A7D4D53}" presName="conn2-1" presStyleLbl="parChTrans1D3" presStyleIdx="1" presStyleCnt="4"/>
      <dgm:spPr/>
    </dgm:pt>
    <dgm:pt modelId="{7C428F83-FA25-4855-BB01-686B9C90E246}" type="pres">
      <dgm:prSet presAssocID="{84CAEE61-F270-4BBE-BB78-A3580A7D4D53}" presName="connTx" presStyleLbl="parChTrans1D3" presStyleIdx="1" presStyleCnt="4"/>
      <dgm:spPr/>
    </dgm:pt>
    <dgm:pt modelId="{ED90D2F0-14E7-4157-A186-7C1AA9CFA03E}" type="pres">
      <dgm:prSet presAssocID="{E1CDA973-4AAD-45C8-98CF-23FFF7B5E2AF}" presName="root2" presStyleCnt="0"/>
      <dgm:spPr/>
    </dgm:pt>
    <dgm:pt modelId="{0F59FADD-594A-4D3B-B1C2-AD10EA83D11F}" type="pres">
      <dgm:prSet presAssocID="{E1CDA973-4AAD-45C8-98CF-23FFF7B5E2AF}" presName="LevelTwoTextNode" presStyleLbl="node3" presStyleIdx="1" presStyleCnt="4" custScaleX="138323">
        <dgm:presLayoutVars>
          <dgm:chPref val="3"/>
        </dgm:presLayoutVars>
      </dgm:prSet>
      <dgm:spPr/>
    </dgm:pt>
    <dgm:pt modelId="{339E0ED5-FD9C-4876-8BD0-48E2AD69D347}" type="pres">
      <dgm:prSet presAssocID="{E1CDA973-4AAD-45C8-98CF-23FFF7B5E2AF}" presName="level3hierChild" presStyleCnt="0"/>
      <dgm:spPr/>
    </dgm:pt>
    <dgm:pt modelId="{8BFA3461-523F-4885-A39A-5104B9D9E7E1}" type="pres">
      <dgm:prSet presAssocID="{9F45CA80-3E63-413B-9AE6-326160A414B7}" presName="conn2-1" presStyleLbl="parChTrans1D2" presStyleIdx="1" presStyleCnt="2"/>
      <dgm:spPr/>
    </dgm:pt>
    <dgm:pt modelId="{2D96EBEF-4DA8-458E-8A8A-F9C53AFE55C3}" type="pres">
      <dgm:prSet presAssocID="{9F45CA80-3E63-413B-9AE6-326160A414B7}" presName="connTx" presStyleLbl="parChTrans1D2" presStyleIdx="1" presStyleCnt="2"/>
      <dgm:spPr/>
    </dgm:pt>
    <dgm:pt modelId="{4B492B5C-6CCD-4217-A99D-C023D737EE5E}" type="pres">
      <dgm:prSet presAssocID="{FFB667B5-6F70-4853-9E9E-1B8E4344A520}" presName="root2" presStyleCnt="0"/>
      <dgm:spPr/>
    </dgm:pt>
    <dgm:pt modelId="{2C12BDC9-F974-4ED6-8CDB-6042E4DE54DA}" type="pres">
      <dgm:prSet presAssocID="{FFB667B5-6F70-4853-9E9E-1B8E4344A520}" presName="LevelTwoTextNode" presStyleLbl="node2" presStyleIdx="1" presStyleCnt="2">
        <dgm:presLayoutVars>
          <dgm:chPref val="3"/>
        </dgm:presLayoutVars>
      </dgm:prSet>
      <dgm:spPr/>
    </dgm:pt>
    <dgm:pt modelId="{D5AE50CF-4226-452B-87A5-D279A1228C20}" type="pres">
      <dgm:prSet presAssocID="{FFB667B5-6F70-4853-9E9E-1B8E4344A520}" presName="level3hierChild" presStyleCnt="0"/>
      <dgm:spPr/>
    </dgm:pt>
    <dgm:pt modelId="{530244D1-0B5E-43FB-A09C-B48DF7A2856F}" type="pres">
      <dgm:prSet presAssocID="{777197DE-2509-4723-8B4B-3E73985B8996}" presName="conn2-1" presStyleLbl="parChTrans1D3" presStyleIdx="2" presStyleCnt="4"/>
      <dgm:spPr/>
    </dgm:pt>
    <dgm:pt modelId="{59AD0BAB-BB95-40B8-8A53-E5111F4DD2D1}" type="pres">
      <dgm:prSet presAssocID="{777197DE-2509-4723-8B4B-3E73985B8996}" presName="connTx" presStyleLbl="parChTrans1D3" presStyleIdx="2" presStyleCnt="4"/>
      <dgm:spPr/>
    </dgm:pt>
    <dgm:pt modelId="{252829AB-3C78-4F33-AFD3-8E6462758231}" type="pres">
      <dgm:prSet presAssocID="{78794C1F-A139-4563-B001-0C690800EB68}" presName="root2" presStyleCnt="0"/>
      <dgm:spPr/>
    </dgm:pt>
    <dgm:pt modelId="{E55FD6E0-4759-4EE4-9B98-ED2BDBF0B52C}" type="pres">
      <dgm:prSet presAssocID="{78794C1F-A139-4563-B001-0C690800EB68}" presName="LevelTwoTextNode" presStyleLbl="node3" presStyleIdx="2" presStyleCnt="4" custScaleX="138323">
        <dgm:presLayoutVars>
          <dgm:chPref val="3"/>
        </dgm:presLayoutVars>
      </dgm:prSet>
      <dgm:spPr/>
    </dgm:pt>
    <dgm:pt modelId="{06AE9D0C-6B0A-463D-B44A-40CB2393EB73}" type="pres">
      <dgm:prSet presAssocID="{78794C1F-A139-4563-B001-0C690800EB68}" presName="level3hierChild" presStyleCnt="0"/>
      <dgm:spPr/>
    </dgm:pt>
    <dgm:pt modelId="{5EF347D9-4933-4E97-95CC-74F87A115CB2}" type="pres">
      <dgm:prSet presAssocID="{3AF712D5-334E-45A8-8D7F-93FD985D02B3}" presName="conn2-1" presStyleLbl="parChTrans1D3" presStyleIdx="3" presStyleCnt="4"/>
      <dgm:spPr/>
    </dgm:pt>
    <dgm:pt modelId="{066BE4B3-4142-4AC5-999E-E0D4A3A01DFC}" type="pres">
      <dgm:prSet presAssocID="{3AF712D5-334E-45A8-8D7F-93FD985D02B3}" presName="connTx" presStyleLbl="parChTrans1D3" presStyleIdx="3" presStyleCnt="4"/>
      <dgm:spPr/>
    </dgm:pt>
    <dgm:pt modelId="{DF1BC2B7-BA44-460E-BF41-564A301C1080}" type="pres">
      <dgm:prSet presAssocID="{AC7D66C7-8415-4BF2-8B40-8A38CC40D064}" presName="root2" presStyleCnt="0"/>
      <dgm:spPr/>
    </dgm:pt>
    <dgm:pt modelId="{A87F4410-D04F-47B1-9180-7672DE60199F}" type="pres">
      <dgm:prSet presAssocID="{AC7D66C7-8415-4BF2-8B40-8A38CC40D064}" presName="LevelTwoTextNode" presStyleLbl="node3" presStyleIdx="3" presStyleCnt="4" custScaleX="138323">
        <dgm:presLayoutVars>
          <dgm:chPref val="3"/>
        </dgm:presLayoutVars>
      </dgm:prSet>
      <dgm:spPr/>
    </dgm:pt>
    <dgm:pt modelId="{A8CEF015-52FF-4302-BF38-60CB41708E05}" type="pres">
      <dgm:prSet presAssocID="{AC7D66C7-8415-4BF2-8B40-8A38CC40D064}" presName="level3hierChild" presStyleCnt="0"/>
      <dgm:spPr/>
    </dgm:pt>
  </dgm:ptLst>
  <dgm:cxnLst>
    <dgm:cxn modelId="{0C273F04-7356-4A27-B297-48C3E9E3908C}" type="presOf" srcId="{4FF374E9-8167-431D-B786-ABE3EA883DD4}" destId="{8D40B967-4207-44AF-BB9F-059110BF125A}" srcOrd="0" destOrd="0" presId="urn:microsoft.com/office/officeart/2005/8/layout/hierarchy2"/>
    <dgm:cxn modelId="{445CE81A-74C3-4D3E-B4B0-3F10ADC96F88}" type="presOf" srcId="{777197DE-2509-4723-8B4B-3E73985B8996}" destId="{59AD0BAB-BB95-40B8-8A53-E5111F4DD2D1}" srcOrd="1" destOrd="0" presId="urn:microsoft.com/office/officeart/2005/8/layout/hierarchy2"/>
    <dgm:cxn modelId="{D7741833-E239-4DAC-AFC3-35C2E8F614F3}" type="presOf" srcId="{84CAEE61-F270-4BBE-BB78-A3580A7D4D53}" destId="{7C428F83-FA25-4855-BB01-686B9C90E246}" srcOrd="1" destOrd="0" presId="urn:microsoft.com/office/officeart/2005/8/layout/hierarchy2"/>
    <dgm:cxn modelId="{892D4537-B82E-4F68-8368-28327D2090D1}" type="presOf" srcId="{3AF712D5-334E-45A8-8D7F-93FD985D02B3}" destId="{066BE4B3-4142-4AC5-999E-E0D4A3A01DFC}" srcOrd="1" destOrd="0" presId="urn:microsoft.com/office/officeart/2005/8/layout/hierarchy2"/>
    <dgm:cxn modelId="{6ED89A39-6756-472B-8A2E-3C2350CB0DDA}" type="presOf" srcId="{E1CDA973-4AAD-45C8-98CF-23FFF7B5E2AF}" destId="{0F59FADD-594A-4D3B-B1C2-AD10EA83D11F}" srcOrd="0" destOrd="0" presId="urn:microsoft.com/office/officeart/2005/8/layout/hierarchy2"/>
    <dgm:cxn modelId="{0F76593A-2E9A-4624-B2B6-10FA87E1CED3}" type="presOf" srcId="{7ABF67F2-8816-4C41-B264-814E1337E0BD}" destId="{473D4B8C-E7BB-4CFF-AC4E-A567A97AFD01}" srcOrd="0" destOrd="0" presId="urn:microsoft.com/office/officeart/2005/8/layout/hierarchy2"/>
    <dgm:cxn modelId="{2918CD3A-DEC9-460A-A06C-32FDDEF48C2A}" type="presOf" srcId="{AC7D66C7-8415-4BF2-8B40-8A38CC40D064}" destId="{A87F4410-D04F-47B1-9180-7672DE60199F}" srcOrd="0" destOrd="0" presId="urn:microsoft.com/office/officeart/2005/8/layout/hierarchy2"/>
    <dgm:cxn modelId="{D991D069-998D-40C0-895A-2E42DF255CB3}" type="presOf" srcId="{3AF712D5-334E-45A8-8D7F-93FD985D02B3}" destId="{5EF347D9-4933-4E97-95CC-74F87A115CB2}" srcOrd="0" destOrd="0" presId="urn:microsoft.com/office/officeart/2005/8/layout/hierarchy2"/>
    <dgm:cxn modelId="{D1F4046D-3100-418C-B511-09567BDDF28B}" srcId="{FFB667B5-6F70-4853-9E9E-1B8E4344A520}" destId="{AC7D66C7-8415-4BF2-8B40-8A38CC40D064}" srcOrd="1" destOrd="0" parTransId="{3AF712D5-334E-45A8-8D7F-93FD985D02B3}" sibTransId="{FC9C9327-D946-4A24-BD8C-66AA307B95CB}"/>
    <dgm:cxn modelId="{14D27F71-A2FA-4CC6-9F7D-F94DAB3EB128}" srcId="{E760952B-2A4E-481E-830F-C96EA6242A90}" destId="{EBC67633-DF3C-4865-BB59-7899F72BE482}" srcOrd="0" destOrd="0" parTransId="{33FC9A16-432D-4E3D-AAC6-2B8BABF1CA06}" sibTransId="{10423677-0F63-459D-AFCE-054EEA733409}"/>
    <dgm:cxn modelId="{C5EFF17B-14B1-4E1D-BD92-89A33A950D2D}" type="presOf" srcId="{7ABF67F2-8816-4C41-B264-814E1337E0BD}" destId="{BDC0A5A7-67DD-48AE-B4BA-C4EEC91056F5}" srcOrd="1" destOrd="0" presId="urn:microsoft.com/office/officeart/2005/8/layout/hierarchy2"/>
    <dgm:cxn modelId="{6BFF377F-EB83-471A-9A97-3737A7A1B61A}" type="presOf" srcId="{9F45CA80-3E63-413B-9AE6-326160A414B7}" destId="{2D96EBEF-4DA8-458E-8A8A-F9C53AFE55C3}" srcOrd="1" destOrd="0" presId="urn:microsoft.com/office/officeart/2005/8/layout/hierarchy2"/>
    <dgm:cxn modelId="{5E478696-71CD-4735-B56E-AD2D559A54FE}" type="presOf" srcId="{84CAEE61-F270-4BBE-BB78-A3580A7D4D53}" destId="{902D920D-3ECA-4412-AA78-B0AAEE2D22E6}" srcOrd="0" destOrd="0" presId="urn:microsoft.com/office/officeart/2005/8/layout/hierarchy2"/>
    <dgm:cxn modelId="{37CEA097-08CD-46FC-9FFE-F5F54CB1A542}" type="presOf" srcId="{E760952B-2A4E-481E-830F-C96EA6242A90}" destId="{01DC452B-681F-4F90-AFB4-AB7B0F8D342A}" srcOrd="0" destOrd="0" presId="urn:microsoft.com/office/officeart/2005/8/layout/hierarchy2"/>
    <dgm:cxn modelId="{BF69E4A2-07D7-4480-B240-07D0119A8B96}" srcId="{FFB667B5-6F70-4853-9E9E-1B8E4344A520}" destId="{78794C1F-A139-4563-B001-0C690800EB68}" srcOrd="0" destOrd="0" parTransId="{777197DE-2509-4723-8B4B-3E73985B8996}" sibTransId="{CBB3E6C8-FED0-4263-962E-587B79E380E6}"/>
    <dgm:cxn modelId="{91A426A6-ED79-4221-9232-DDFF42B28E91}" type="presOf" srcId="{33FC9A16-432D-4E3D-AAC6-2B8BABF1CA06}" destId="{037351C2-5456-4FAF-A0AA-A61B00A802F9}" srcOrd="0" destOrd="0" presId="urn:microsoft.com/office/officeart/2005/8/layout/hierarchy2"/>
    <dgm:cxn modelId="{395C21BA-0FA5-4C53-817F-EC90FC6EC8E9}" srcId="{4A7AB2FD-E868-499E-BAFB-75BC94A98709}" destId="{4FF374E9-8167-431D-B786-ABE3EA883DD4}" srcOrd="0" destOrd="0" parTransId="{63402AEB-0836-48DC-A5D8-FA9B775EC1E1}" sibTransId="{C898146D-BEBA-4FD4-B19B-76FDFC8EB748}"/>
    <dgm:cxn modelId="{651D9DBC-50BB-4B69-8A5B-CDC75DCF45DE}" srcId="{4FF374E9-8167-431D-B786-ABE3EA883DD4}" destId="{E760952B-2A4E-481E-830F-C96EA6242A90}" srcOrd="0" destOrd="0" parTransId="{7ABF67F2-8816-4C41-B264-814E1337E0BD}" sibTransId="{F06D51AB-0696-4EE1-99BF-DF3FF6F9703D}"/>
    <dgm:cxn modelId="{812305BF-796A-43B0-8919-C4D182F5CCBF}" type="presOf" srcId="{EBC67633-DF3C-4865-BB59-7899F72BE482}" destId="{CEBA4BBE-8297-414D-AB7F-B72040D37AEC}" srcOrd="0" destOrd="0" presId="urn:microsoft.com/office/officeart/2005/8/layout/hierarchy2"/>
    <dgm:cxn modelId="{06B426CA-74E2-4A20-A344-C2EB5048BE79}" type="presOf" srcId="{33FC9A16-432D-4E3D-AAC6-2B8BABF1CA06}" destId="{91171C64-4AD6-4343-A177-CC7D6BBAA462}" srcOrd="1" destOrd="0" presId="urn:microsoft.com/office/officeart/2005/8/layout/hierarchy2"/>
    <dgm:cxn modelId="{A322B4CC-66E5-4C4F-9016-D4FC861B3832}" type="presOf" srcId="{777197DE-2509-4723-8B4B-3E73985B8996}" destId="{530244D1-0B5E-43FB-A09C-B48DF7A2856F}" srcOrd="0" destOrd="0" presId="urn:microsoft.com/office/officeart/2005/8/layout/hierarchy2"/>
    <dgm:cxn modelId="{741577CD-887E-4BC8-9F09-201F8A492749}" type="presOf" srcId="{78794C1F-A139-4563-B001-0C690800EB68}" destId="{E55FD6E0-4759-4EE4-9B98-ED2BDBF0B52C}" srcOrd="0" destOrd="0" presId="urn:microsoft.com/office/officeart/2005/8/layout/hierarchy2"/>
    <dgm:cxn modelId="{2EB494D8-8C76-44ED-BAF4-6355532BBF41}" type="presOf" srcId="{4A7AB2FD-E868-499E-BAFB-75BC94A98709}" destId="{264DB997-200B-445A-8968-FE2BBE5FD4BF}" srcOrd="0" destOrd="0" presId="urn:microsoft.com/office/officeart/2005/8/layout/hierarchy2"/>
    <dgm:cxn modelId="{D9F79DDA-23D1-4D7E-B45C-49A6718A16F3}" srcId="{4FF374E9-8167-431D-B786-ABE3EA883DD4}" destId="{FFB667B5-6F70-4853-9E9E-1B8E4344A520}" srcOrd="1" destOrd="0" parTransId="{9F45CA80-3E63-413B-9AE6-326160A414B7}" sibTransId="{92EDBD2D-9499-4330-9D3A-7709CE14E0CC}"/>
    <dgm:cxn modelId="{E43143E6-FED9-41C0-A375-99133085948C}" srcId="{E760952B-2A4E-481E-830F-C96EA6242A90}" destId="{E1CDA973-4AAD-45C8-98CF-23FFF7B5E2AF}" srcOrd="1" destOrd="0" parTransId="{84CAEE61-F270-4BBE-BB78-A3580A7D4D53}" sibTransId="{B8E68FDF-E340-48BD-AB52-6F23F6EAF60A}"/>
    <dgm:cxn modelId="{8F4A29E9-BAD3-45E4-B8D3-5B88AD2F8050}" type="presOf" srcId="{9F45CA80-3E63-413B-9AE6-326160A414B7}" destId="{8BFA3461-523F-4885-A39A-5104B9D9E7E1}" srcOrd="0" destOrd="0" presId="urn:microsoft.com/office/officeart/2005/8/layout/hierarchy2"/>
    <dgm:cxn modelId="{974619F9-F4BF-4726-A938-C5A74FEF8D57}" type="presOf" srcId="{FFB667B5-6F70-4853-9E9E-1B8E4344A520}" destId="{2C12BDC9-F974-4ED6-8CDB-6042E4DE54DA}" srcOrd="0" destOrd="0" presId="urn:microsoft.com/office/officeart/2005/8/layout/hierarchy2"/>
    <dgm:cxn modelId="{8FF1FC9C-03C9-4700-99DB-34B821EA858E}" type="presParOf" srcId="{264DB997-200B-445A-8968-FE2BBE5FD4BF}" destId="{A5CCFCE3-232C-47D5-A2D0-AEA4E5D40B01}" srcOrd="0" destOrd="0" presId="urn:microsoft.com/office/officeart/2005/8/layout/hierarchy2"/>
    <dgm:cxn modelId="{5A35CC25-91FF-4941-9E37-81F66FA0DC5C}" type="presParOf" srcId="{A5CCFCE3-232C-47D5-A2D0-AEA4E5D40B01}" destId="{8D40B967-4207-44AF-BB9F-059110BF125A}" srcOrd="0" destOrd="0" presId="urn:microsoft.com/office/officeart/2005/8/layout/hierarchy2"/>
    <dgm:cxn modelId="{BF281423-2168-43C8-9EC9-76D0EE508A89}" type="presParOf" srcId="{A5CCFCE3-232C-47D5-A2D0-AEA4E5D40B01}" destId="{58BA8F31-52C9-434E-8573-73C832F8D064}" srcOrd="1" destOrd="0" presId="urn:microsoft.com/office/officeart/2005/8/layout/hierarchy2"/>
    <dgm:cxn modelId="{981C9F0B-E5A0-4871-8E11-9788F0633654}" type="presParOf" srcId="{58BA8F31-52C9-434E-8573-73C832F8D064}" destId="{473D4B8C-E7BB-4CFF-AC4E-A567A97AFD01}" srcOrd="0" destOrd="0" presId="urn:microsoft.com/office/officeart/2005/8/layout/hierarchy2"/>
    <dgm:cxn modelId="{C1C66F2A-D038-4E5D-B847-531D454E96A8}" type="presParOf" srcId="{473D4B8C-E7BB-4CFF-AC4E-A567A97AFD01}" destId="{BDC0A5A7-67DD-48AE-B4BA-C4EEC91056F5}" srcOrd="0" destOrd="0" presId="urn:microsoft.com/office/officeart/2005/8/layout/hierarchy2"/>
    <dgm:cxn modelId="{D285E236-CC49-4ACE-BD47-677714D18A95}" type="presParOf" srcId="{58BA8F31-52C9-434E-8573-73C832F8D064}" destId="{D52EE640-06B8-4ADE-9BDC-9B1FF04952D4}" srcOrd="1" destOrd="0" presId="urn:microsoft.com/office/officeart/2005/8/layout/hierarchy2"/>
    <dgm:cxn modelId="{B628DCF4-1110-46A0-824C-0737E10C2388}" type="presParOf" srcId="{D52EE640-06B8-4ADE-9BDC-9B1FF04952D4}" destId="{01DC452B-681F-4F90-AFB4-AB7B0F8D342A}" srcOrd="0" destOrd="0" presId="urn:microsoft.com/office/officeart/2005/8/layout/hierarchy2"/>
    <dgm:cxn modelId="{6B8C8D5A-718C-4DB9-9A16-358924254AA6}" type="presParOf" srcId="{D52EE640-06B8-4ADE-9BDC-9B1FF04952D4}" destId="{E1A770CD-BA2D-40AE-ABC3-73E24537A6AB}" srcOrd="1" destOrd="0" presId="urn:microsoft.com/office/officeart/2005/8/layout/hierarchy2"/>
    <dgm:cxn modelId="{254B925B-6AFE-454E-97E0-7AF7F6CFE82C}" type="presParOf" srcId="{E1A770CD-BA2D-40AE-ABC3-73E24537A6AB}" destId="{037351C2-5456-4FAF-A0AA-A61B00A802F9}" srcOrd="0" destOrd="0" presId="urn:microsoft.com/office/officeart/2005/8/layout/hierarchy2"/>
    <dgm:cxn modelId="{B3311FFD-F4F1-4AB1-8073-B8BDC35F264B}" type="presParOf" srcId="{037351C2-5456-4FAF-A0AA-A61B00A802F9}" destId="{91171C64-4AD6-4343-A177-CC7D6BBAA462}" srcOrd="0" destOrd="0" presId="urn:microsoft.com/office/officeart/2005/8/layout/hierarchy2"/>
    <dgm:cxn modelId="{1FE4C8CC-1E41-477F-BE1D-E6CDB0FFE57B}" type="presParOf" srcId="{E1A770CD-BA2D-40AE-ABC3-73E24537A6AB}" destId="{2FC16AF4-B04F-468F-868E-0E8797971C64}" srcOrd="1" destOrd="0" presId="urn:microsoft.com/office/officeart/2005/8/layout/hierarchy2"/>
    <dgm:cxn modelId="{77EA6810-5396-47A7-B470-CB1527BA53F4}" type="presParOf" srcId="{2FC16AF4-B04F-468F-868E-0E8797971C64}" destId="{CEBA4BBE-8297-414D-AB7F-B72040D37AEC}" srcOrd="0" destOrd="0" presId="urn:microsoft.com/office/officeart/2005/8/layout/hierarchy2"/>
    <dgm:cxn modelId="{616F59FE-B28A-4D24-9A14-2B446E05F06C}" type="presParOf" srcId="{2FC16AF4-B04F-468F-868E-0E8797971C64}" destId="{DB033342-2812-485A-80A3-3D21D4047AD1}" srcOrd="1" destOrd="0" presId="urn:microsoft.com/office/officeart/2005/8/layout/hierarchy2"/>
    <dgm:cxn modelId="{D2F5FAAE-83C4-4903-9EEA-3B2B6EC754C9}" type="presParOf" srcId="{E1A770CD-BA2D-40AE-ABC3-73E24537A6AB}" destId="{902D920D-3ECA-4412-AA78-B0AAEE2D22E6}" srcOrd="2" destOrd="0" presId="urn:microsoft.com/office/officeart/2005/8/layout/hierarchy2"/>
    <dgm:cxn modelId="{6E0AF793-2E20-40A8-A62E-9DC5ADCA50A1}" type="presParOf" srcId="{902D920D-3ECA-4412-AA78-B0AAEE2D22E6}" destId="{7C428F83-FA25-4855-BB01-686B9C90E246}" srcOrd="0" destOrd="0" presId="urn:microsoft.com/office/officeart/2005/8/layout/hierarchy2"/>
    <dgm:cxn modelId="{A2749455-A3BD-41C0-91BB-7E7F9E17EB87}" type="presParOf" srcId="{E1A770CD-BA2D-40AE-ABC3-73E24537A6AB}" destId="{ED90D2F0-14E7-4157-A186-7C1AA9CFA03E}" srcOrd="3" destOrd="0" presId="urn:microsoft.com/office/officeart/2005/8/layout/hierarchy2"/>
    <dgm:cxn modelId="{A6974756-0E60-44B8-A217-D162FE501119}" type="presParOf" srcId="{ED90D2F0-14E7-4157-A186-7C1AA9CFA03E}" destId="{0F59FADD-594A-4D3B-B1C2-AD10EA83D11F}" srcOrd="0" destOrd="0" presId="urn:microsoft.com/office/officeart/2005/8/layout/hierarchy2"/>
    <dgm:cxn modelId="{A88844D2-A9B7-41F9-AE7F-DA33C599A009}" type="presParOf" srcId="{ED90D2F0-14E7-4157-A186-7C1AA9CFA03E}" destId="{339E0ED5-FD9C-4876-8BD0-48E2AD69D347}" srcOrd="1" destOrd="0" presId="urn:microsoft.com/office/officeart/2005/8/layout/hierarchy2"/>
    <dgm:cxn modelId="{EFCD6FD3-2CC1-4FDF-89EB-902DADE8DC61}" type="presParOf" srcId="{58BA8F31-52C9-434E-8573-73C832F8D064}" destId="{8BFA3461-523F-4885-A39A-5104B9D9E7E1}" srcOrd="2" destOrd="0" presId="urn:microsoft.com/office/officeart/2005/8/layout/hierarchy2"/>
    <dgm:cxn modelId="{CB254691-3363-422B-A70C-A7DE9AB79991}" type="presParOf" srcId="{8BFA3461-523F-4885-A39A-5104B9D9E7E1}" destId="{2D96EBEF-4DA8-458E-8A8A-F9C53AFE55C3}" srcOrd="0" destOrd="0" presId="urn:microsoft.com/office/officeart/2005/8/layout/hierarchy2"/>
    <dgm:cxn modelId="{07711A95-3985-42AE-A558-1700FEB8B6B7}" type="presParOf" srcId="{58BA8F31-52C9-434E-8573-73C832F8D064}" destId="{4B492B5C-6CCD-4217-A99D-C023D737EE5E}" srcOrd="3" destOrd="0" presId="urn:microsoft.com/office/officeart/2005/8/layout/hierarchy2"/>
    <dgm:cxn modelId="{2F1E505D-BC24-461D-AEF0-399400FC592D}" type="presParOf" srcId="{4B492B5C-6CCD-4217-A99D-C023D737EE5E}" destId="{2C12BDC9-F974-4ED6-8CDB-6042E4DE54DA}" srcOrd="0" destOrd="0" presId="urn:microsoft.com/office/officeart/2005/8/layout/hierarchy2"/>
    <dgm:cxn modelId="{B43F6DE7-F56D-4AAD-B129-41E1FE9C4A66}" type="presParOf" srcId="{4B492B5C-6CCD-4217-A99D-C023D737EE5E}" destId="{D5AE50CF-4226-452B-87A5-D279A1228C20}" srcOrd="1" destOrd="0" presId="urn:microsoft.com/office/officeart/2005/8/layout/hierarchy2"/>
    <dgm:cxn modelId="{1E8FE91C-F5B7-4558-BF39-636322D7DD63}" type="presParOf" srcId="{D5AE50CF-4226-452B-87A5-D279A1228C20}" destId="{530244D1-0B5E-43FB-A09C-B48DF7A2856F}" srcOrd="0" destOrd="0" presId="urn:microsoft.com/office/officeart/2005/8/layout/hierarchy2"/>
    <dgm:cxn modelId="{6663B79C-DA74-49E6-9B22-E8FE5F549AF0}" type="presParOf" srcId="{530244D1-0B5E-43FB-A09C-B48DF7A2856F}" destId="{59AD0BAB-BB95-40B8-8A53-E5111F4DD2D1}" srcOrd="0" destOrd="0" presId="urn:microsoft.com/office/officeart/2005/8/layout/hierarchy2"/>
    <dgm:cxn modelId="{382B0189-0E24-460F-8C0D-9468DEFE1627}" type="presParOf" srcId="{D5AE50CF-4226-452B-87A5-D279A1228C20}" destId="{252829AB-3C78-4F33-AFD3-8E6462758231}" srcOrd="1" destOrd="0" presId="urn:microsoft.com/office/officeart/2005/8/layout/hierarchy2"/>
    <dgm:cxn modelId="{0A57745A-438D-41FF-AF70-B3D212B720DF}" type="presParOf" srcId="{252829AB-3C78-4F33-AFD3-8E6462758231}" destId="{E55FD6E0-4759-4EE4-9B98-ED2BDBF0B52C}" srcOrd="0" destOrd="0" presId="urn:microsoft.com/office/officeart/2005/8/layout/hierarchy2"/>
    <dgm:cxn modelId="{C916BB48-936E-4006-B57C-DC151ADB695F}" type="presParOf" srcId="{252829AB-3C78-4F33-AFD3-8E6462758231}" destId="{06AE9D0C-6B0A-463D-B44A-40CB2393EB73}" srcOrd="1" destOrd="0" presId="urn:microsoft.com/office/officeart/2005/8/layout/hierarchy2"/>
    <dgm:cxn modelId="{6150562B-1B04-44B2-9E86-08A8743E9E4E}" type="presParOf" srcId="{D5AE50CF-4226-452B-87A5-D279A1228C20}" destId="{5EF347D9-4933-4E97-95CC-74F87A115CB2}" srcOrd="2" destOrd="0" presId="urn:microsoft.com/office/officeart/2005/8/layout/hierarchy2"/>
    <dgm:cxn modelId="{81F10250-EEF9-4FB3-9DF8-01CE348808F7}" type="presParOf" srcId="{5EF347D9-4933-4E97-95CC-74F87A115CB2}" destId="{066BE4B3-4142-4AC5-999E-E0D4A3A01DFC}" srcOrd="0" destOrd="0" presId="urn:microsoft.com/office/officeart/2005/8/layout/hierarchy2"/>
    <dgm:cxn modelId="{2EB7B63B-60CF-41AA-9C7E-900959BFECBC}" type="presParOf" srcId="{D5AE50CF-4226-452B-87A5-D279A1228C20}" destId="{DF1BC2B7-BA44-460E-BF41-564A301C1080}" srcOrd="3" destOrd="0" presId="urn:microsoft.com/office/officeart/2005/8/layout/hierarchy2"/>
    <dgm:cxn modelId="{84628935-8154-419C-9D0C-ED7D2CB12327}" type="presParOf" srcId="{DF1BC2B7-BA44-460E-BF41-564A301C1080}" destId="{A87F4410-D04F-47B1-9180-7672DE60199F}" srcOrd="0" destOrd="0" presId="urn:microsoft.com/office/officeart/2005/8/layout/hierarchy2"/>
    <dgm:cxn modelId="{D2DB2826-D0BB-4279-8B88-65FFC01C3693}" type="presParOf" srcId="{DF1BC2B7-BA44-460E-BF41-564A301C1080}" destId="{A8CEF015-52FF-4302-BF38-60CB41708E0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215D41-72FF-4AFD-BD2A-EF411E172559}" type="doc">
      <dgm:prSet loTypeId="urn:microsoft.com/office/officeart/2005/8/layout/arrow2" loCatId="process" qsTypeId="urn:microsoft.com/office/officeart/2005/8/quickstyle/simple1" qsCatId="simple" csTypeId="urn:microsoft.com/office/officeart/2005/8/colors/accent1_2" csCatId="accent1" phldr="1"/>
      <dgm:spPr/>
    </dgm:pt>
    <dgm:pt modelId="{A1A6F2C5-A7FD-4D92-9EAD-E4225FA02134}">
      <dgm:prSet phldrT="[文本]"/>
      <dgm:spPr/>
      <dgm:t>
        <a:bodyPr/>
        <a:lstStyle/>
        <a:p>
          <a:r>
            <a:rPr lang="en-US" altLang="zh-CN" dirty="0"/>
            <a:t>Serial Processing</a:t>
          </a:r>
          <a:endParaRPr lang="en-US" dirty="0"/>
        </a:p>
      </dgm:t>
    </dgm:pt>
    <dgm:pt modelId="{B3656CF8-98D0-44E4-863D-BF3293E50021}" type="parTrans" cxnId="{9F4460B6-2E98-448F-8073-09D01203B33D}">
      <dgm:prSet/>
      <dgm:spPr/>
      <dgm:t>
        <a:bodyPr/>
        <a:lstStyle/>
        <a:p>
          <a:endParaRPr lang="en-US"/>
        </a:p>
      </dgm:t>
    </dgm:pt>
    <dgm:pt modelId="{2A3CFBC3-9831-4655-801A-7DCCBF59EC37}" type="sibTrans" cxnId="{9F4460B6-2E98-448F-8073-09D01203B33D}">
      <dgm:prSet/>
      <dgm:spPr/>
      <dgm:t>
        <a:bodyPr/>
        <a:lstStyle/>
        <a:p>
          <a:endParaRPr lang="en-US"/>
        </a:p>
      </dgm:t>
    </dgm:pt>
    <dgm:pt modelId="{F31056AF-11D6-41C0-8C60-1BF2E9251812}">
      <dgm:prSet phldrT="[文本]"/>
      <dgm:spPr/>
      <dgm:t>
        <a:bodyPr/>
        <a:lstStyle/>
        <a:p>
          <a:r>
            <a:rPr lang="en-NZ" dirty="0"/>
            <a:t>Simple Batch Systems</a:t>
          </a:r>
          <a:endParaRPr lang="en-US" dirty="0"/>
        </a:p>
      </dgm:t>
    </dgm:pt>
    <dgm:pt modelId="{D97050BB-26C7-4E1C-9EFF-A927382480D8}" type="parTrans" cxnId="{DAB4A81C-2B27-4F97-B0B3-28A1F9BEF7E4}">
      <dgm:prSet/>
      <dgm:spPr/>
      <dgm:t>
        <a:bodyPr/>
        <a:lstStyle/>
        <a:p>
          <a:endParaRPr lang="en-US"/>
        </a:p>
      </dgm:t>
    </dgm:pt>
    <dgm:pt modelId="{F5887446-8FCB-4047-AA72-4D06EAC70314}" type="sibTrans" cxnId="{DAB4A81C-2B27-4F97-B0B3-28A1F9BEF7E4}">
      <dgm:prSet/>
      <dgm:spPr/>
      <dgm:t>
        <a:bodyPr/>
        <a:lstStyle/>
        <a:p>
          <a:endParaRPr lang="en-US"/>
        </a:p>
      </dgm:t>
    </dgm:pt>
    <dgm:pt modelId="{8EB54E9C-9064-4CB9-BC15-DEAAA33E1F4D}">
      <dgm:prSet phldrT="[文本]"/>
      <dgm:spPr/>
      <dgm:t>
        <a:bodyPr/>
        <a:lstStyle/>
        <a:p>
          <a:r>
            <a:rPr lang="en-NZ" dirty="0"/>
            <a:t>Multi</a:t>
          </a:r>
          <a:r>
            <a:rPr lang="en-US" altLang="zh-CN" dirty="0"/>
            <a:t>-</a:t>
          </a:r>
          <a:r>
            <a:rPr lang="en-NZ" dirty="0"/>
            <a:t>programmed Batch Systems</a:t>
          </a:r>
          <a:endParaRPr lang="en-US" dirty="0"/>
        </a:p>
      </dgm:t>
    </dgm:pt>
    <dgm:pt modelId="{BB8D7147-47A4-4859-86EB-8DCC8CAC7F77}" type="parTrans" cxnId="{922399B0-D92C-4F73-89DB-A336609E6933}">
      <dgm:prSet/>
      <dgm:spPr/>
      <dgm:t>
        <a:bodyPr/>
        <a:lstStyle/>
        <a:p>
          <a:endParaRPr lang="en-US"/>
        </a:p>
      </dgm:t>
    </dgm:pt>
    <dgm:pt modelId="{BD8AF2C9-C319-4045-ABCC-7375152E575D}" type="sibTrans" cxnId="{922399B0-D92C-4F73-89DB-A336609E6933}">
      <dgm:prSet/>
      <dgm:spPr/>
      <dgm:t>
        <a:bodyPr/>
        <a:lstStyle/>
        <a:p>
          <a:endParaRPr lang="en-US"/>
        </a:p>
      </dgm:t>
    </dgm:pt>
    <dgm:pt modelId="{EC53A980-0B20-44F9-924D-8CE98B1AA6B4}">
      <dgm:prSet phldrT="[文本]"/>
      <dgm:spPr/>
      <dgm:t>
        <a:bodyPr/>
        <a:lstStyle/>
        <a:p>
          <a:r>
            <a:rPr lang="en-NZ" dirty="0"/>
            <a:t>Time Sharing Systems</a:t>
          </a:r>
          <a:endParaRPr lang="en-US" dirty="0"/>
        </a:p>
      </dgm:t>
    </dgm:pt>
    <dgm:pt modelId="{79C0AE00-B0C1-48CC-AD3A-3B06CA2231EE}" type="parTrans" cxnId="{425C526B-FA77-438F-A73B-5F4514904A45}">
      <dgm:prSet/>
      <dgm:spPr/>
      <dgm:t>
        <a:bodyPr/>
        <a:lstStyle/>
        <a:p>
          <a:endParaRPr lang="en-US"/>
        </a:p>
      </dgm:t>
    </dgm:pt>
    <dgm:pt modelId="{BA5C0627-A239-4169-8A80-736D8E82D5EE}" type="sibTrans" cxnId="{425C526B-FA77-438F-A73B-5F4514904A45}">
      <dgm:prSet/>
      <dgm:spPr/>
      <dgm:t>
        <a:bodyPr/>
        <a:lstStyle/>
        <a:p>
          <a:endParaRPr lang="en-US"/>
        </a:p>
      </dgm:t>
    </dgm:pt>
    <dgm:pt modelId="{CF66A2AB-4DCE-43B1-ADDD-A2D59C656CB2}">
      <dgm:prSet phldrT="[文本]"/>
      <dgm:spPr/>
      <dgm:t>
        <a:bodyPr/>
        <a:lstStyle/>
        <a:p>
          <a:r>
            <a:rPr lang="en-US" dirty="0"/>
            <a:t>M</a:t>
          </a:r>
          <a:r>
            <a:rPr lang="en-US" altLang="zh-CN" dirty="0"/>
            <a:t>odern Operating System</a:t>
          </a:r>
          <a:endParaRPr lang="en-US" dirty="0"/>
        </a:p>
      </dgm:t>
    </dgm:pt>
    <dgm:pt modelId="{D6516861-3953-4E3A-AC6D-8BCBA4D8DEB1}" type="parTrans" cxnId="{CBF3D776-767A-4FA8-8560-8AB84CBE735C}">
      <dgm:prSet/>
      <dgm:spPr/>
      <dgm:t>
        <a:bodyPr/>
        <a:lstStyle/>
        <a:p>
          <a:endParaRPr lang="en-US"/>
        </a:p>
      </dgm:t>
    </dgm:pt>
    <dgm:pt modelId="{CDA15E30-EBEB-47E2-9C00-0F1662847260}" type="sibTrans" cxnId="{CBF3D776-767A-4FA8-8560-8AB84CBE735C}">
      <dgm:prSet/>
      <dgm:spPr/>
      <dgm:t>
        <a:bodyPr/>
        <a:lstStyle/>
        <a:p>
          <a:endParaRPr lang="en-US"/>
        </a:p>
      </dgm:t>
    </dgm:pt>
    <dgm:pt modelId="{914E4C1C-D0BD-4B79-9DF5-003F1EC8D016}" type="pres">
      <dgm:prSet presAssocID="{3D215D41-72FF-4AFD-BD2A-EF411E172559}" presName="arrowDiagram" presStyleCnt="0">
        <dgm:presLayoutVars>
          <dgm:chMax val="5"/>
          <dgm:dir/>
          <dgm:resizeHandles val="exact"/>
        </dgm:presLayoutVars>
      </dgm:prSet>
      <dgm:spPr/>
    </dgm:pt>
    <dgm:pt modelId="{2409332A-C9DB-48D3-BE47-6F05AADB648C}" type="pres">
      <dgm:prSet presAssocID="{3D215D41-72FF-4AFD-BD2A-EF411E172559}" presName="arrow" presStyleLbl="bgShp" presStyleIdx="0" presStyleCnt="1" custLinFactNeighborX="166"/>
      <dgm:spPr/>
    </dgm:pt>
    <dgm:pt modelId="{121A972F-3AEC-493C-8A96-69CB6F0D0951}" type="pres">
      <dgm:prSet presAssocID="{3D215D41-72FF-4AFD-BD2A-EF411E172559}" presName="arrowDiagram5" presStyleCnt="0"/>
      <dgm:spPr/>
    </dgm:pt>
    <dgm:pt modelId="{E349D99E-7F2B-496B-B9FE-094036247581}" type="pres">
      <dgm:prSet presAssocID="{A1A6F2C5-A7FD-4D92-9EAD-E4225FA02134}" presName="bullet5a" presStyleLbl="node1" presStyleIdx="0" presStyleCnt="5"/>
      <dgm:spPr/>
    </dgm:pt>
    <dgm:pt modelId="{1A31E8E8-471C-44AA-A46E-3D2FFB0CEC75}" type="pres">
      <dgm:prSet presAssocID="{A1A6F2C5-A7FD-4D92-9EAD-E4225FA02134}" presName="textBox5a" presStyleLbl="revTx" presStyleIdx="0" presStyleCnt="5">
        <dgm:presLayoutVars>
          <dgm:bulletEnabled val="1"/>
        </dgm:presLayoutVars>
      </dgm:prSet>
      <dgm:spPr/>
    </dgm:pt>
    <dgm:pt modelId="{032C208A-7193-43C4-B137-389AED494651}" type="pres">
      <dgm:prSet presAssocID="{F31056AF-11D6-41C0-8C60-1BF2E9251812}" presName="bullet5b" presStyleLbl="node1" presStyleIdx="1" presStyleCnt="5"/>
      <dgm:spPr/>
    </dgm:pt>
    <dgm:pt modelId="{9CFC37C2-5978-41E8-B0BE-A86A58A0CE95}" type="pres">
      <dgm:prSet presAssocID="{F31056AF-11D6-41C0-8C60-1BF2E9251812}" presName="textBox5b" presStyleLbl="revTx" presStyleIdx="1" presStyleCnt="5">
        <dgm:presLayoutVars>
          <dgm:bulletEnabled val="1"/>
        </dgm:presLayoutVars>
      </dgm:prSet>
      <dgm:spPr/>
    </dgm:pt>
    <dgm:pt modelId="{2AA63AEC-69BD-4883-93EA-C87EE78EDEBB}" type="pres">
      <dgm:prSet presAssocID="{8EB54E9C-9064-4CB9-BC15-DEAAA33E1F4D}" presName="bullet5c" presStyleLbl="node1" presStyleIdx="2" presStyleCnt="5"/>
      <dgm:spPr/>
    </dgm:pt>
    <dgm:pt modelId="{24721E77-AAC6-4E7B-AA75-3A94662334BB}" type="pres">
      <dgm:prSet presAssocID="{8EB54E9C-9064-4CB9-BC15-DEAAA33E1F4D}" presName="textBox5c" presStyleLbl="revTx" presStyleIdx="2" presStyleCnt="5">
        <dgm:presLayoutVars>
          <dgm:bulletEnabled val="1"/>
        </dgm:presLayoutVars>
      </dgm:prSet>
      <dgm:spPr/>
    </dgm:pt>
    <dgm:pt modelId="{A2C7C1A5-9CE6-4D5B-872D-4D063660E85A}" type="pres">
      <dgm:prSet presAssocID="{EC53A980-0B20-44F9-924D-8CE98B1AA6B4}" presName="bullet5d" presStyleLbl="node1" presStyleIdx="3" presStyleCnt="5"/>
      <dgm:spPr/>
    </dgm:pt>
    <dgm:pt modelId="{14652382-8E80-4FA2-B24C-C4C1E21A8E22}" type="pres">
      <dgm:prSet presAssocID="{EC53A980-0B20-44F9-924D-8CE98B1AA6B4}" presName="textBox5d" presStyleLbl="revTx" presStyleIdx="3" presStyleCnt="5">
        <dgm:presLayoutVars>
          <dgm:bulletEnabled val="1"/>
        </dgm:presLayoutVars>
      </dgm:prSet>
      <dgm:spPr/>
    </dgm:pt>
    <dgm:pt modelId="{F33D190B-3EE1-42BD-86C0-F5D91566D48B}" type="pres">
      <dgm:prSet presAssocID="{CF66A2AB-4DCE-43B1-ADDD-A2D59C656CB2}" presName="bullet5e" presStyleLbl="node1" presStyleIdx="4" presStyleCnt="5"/>
      <dgm:spPr/>
    </dgm:pt>
    <dgm:pt modelId="{C0A854F1-2456-44B0-9619-475965C9AFBF}" type="pres">
      <dgm:prSet presAssocID="{CF66A2AB-4DCE-43B1-ADDD-A2D59C656CB2}" presName="textBox5e" presStyleLbl="revTx" presStyleIdx="4" presStyleCnt="5">
        <dgm:presLayoutVars>
          <dgm:bulletEnabled val="1"/>
        </dgm:presLayoutVars>
      </dgm:prSet>
      <dgm:spPr/>
    </dgm:pt>
  </dgm:ptLst>
  <dgm:cxnLst>
    <dgm:cxn modelId="{E2591F11-57C2-4175-ABB7-89ED8BD9DA3D}" type="presOf" srcId="{F31056AF-11D6-41C0-8C60-1BF2E9251812}" destId="{9CFC37C2-5978-41E8-B0BE-A86A58A0CE95}" srcOrd="0" destOrd="0" presId="urn:microsoft.com/office/officeart/2005/8/layout/arrow2"/>
    <dgm:cxn modelId="{DAB4A81C-2B27-4F97-B0B3-28A1F9BEF7E4}" srcId="{3D215D41-72FF-4AFD-BD2A-EF411E172559}" destId="{F31056AF-11D6-41C0-8C60-1BF2E9251812}" srcOrd="1" destOrd="0" parTransId="{D97050BB-26C7-4E1C-9EFF-A927382480D8}" sibTransId="{F5887446-8FCB-4047-AA72-4D06EAC70314}"/>
    <dgm:cxn modelId="{EE136226-58CA-40DE-AE6A-B6E52F320BAD}" type="presOf" srcId="{A1A6F2C5-A7FD-4D92-9EAD-E4225FA02134}" destId="{1A31E8E8-471C-44AA-A46E-3D2FFB0CEC75}" srcOrd="0" destOrd="0" presId="urn:microsoft.com/office/officeart/2005/8/layout/arrow2"/>
    <dgm:cxn modelId="{3FE2DE29-8C51-4A5D-B443-299FA080773D}" type="presOf" srcId="{3D215D41-72FF-4AFD-BD2A-EF411E172559}" destId="{914E4C1C-D0BD-4B79-9DF5-003F1EC8D016}" srcOrd="0" destOrd="0" presId="urn:microsoft.com/office/officeart/2005/8/layout/arrow2"/>
    <dgm:cxn modelId="{425C526B-FA77-438F-A73B-5F4514904A45}" srcId="{3D215D41-72FF-4AFD-BD2A-EF411E172559}" destId="{EC53A980-0B20-44F9-924D-8CE98B1AA6B4}" srcOrd="3" destOrd="0" parTransId="{79C0AE00-B0C1-48CC-AD3A-3B06CA2231EE}" sibTransId="{BA5C0627-A239-4169-8A80-736D8E82D5EE}"/>
    <dgm:cxn modelId="{A857B06F-A27E-4786-82DA-0A4A0E01AAFF}" type="presOf" srcId="{EC53A980-0B20-44F9-924D-8CE98B1AA6B4}" destId="{14652382-8E80-4FA2-B24C-C4C1E21A8E22}" srcOrd="0" destOrd="0" presId="urn:microsoft.com/office/officeart/2005/8/layout/arrow2"/>
    <dgm:cxn modelId="{CBF3D776-767A-4FA8-8560-8AB84CBE735C}" srcId="{3D215D41-72FF-4AFD-BD2A-EF411E172559}" destId="{CF66A2AB-4DCE-43B1-ADDD-A2D59C656CB2}" srcOrd="4" destOrd="0" parTransId="{D6516861-3953-4E3A-AC6D-8BCBA4D8DEB1}" sibTransId="{CDA15E30-EBEB-47E2-9C00-0F1662847260}"/>
    <dgm:cxn modelId="{922399B0-D92C-4F73-89DB-A336609E6933}" srcId="{3D215D41-72FF-4AFD-BD2A-EF411E172559}" destId="{8EB54E9C-9064-4CB9-BC15-DEAAA33E1F4D}" srcOrd="2" destOrd="0" parTransId="{BB8D7147-47A4-4859-86EB-8DCC8CAC7F77}" sibTransId="{BD8AF2C9-C319-4045-ABCC-7375152E575D}"/>
    <dgm:cxn modelId="{9F4460B6-2E98-448F-8073-09D01203B33D}" srcId="{3D215D41-72FF-4AFD-BD2A-EF411E172559}" destId="{A1A6F2C5-A7FD-4D92-9EAD-E4225FA02134}" srcOrd="0" destOrd="0" parTransId="{B3656CF8-98D0-44E4-863D-BF3293E50021}" sibTransId="{2A3CFBC3-9831-4655-801A-7DCCBF59EC37}"/>
    <dgm:cxn modelId="{16C32CE1-A72A-453B-931E-45B1C41E0FB7}" type="presOf" srcId="{8EB54E9C-9064-4CB9-BC15-DEAAA33E1F4D}" destId="{24721E77-AAC6-4E7B-AA75-3A94662334BB}" srcOrd="0" destOrd="0" presId="urn:microsoft.com/office/officeart/2005/8/layout/arrow2"/>
    <dgm:cxn modelId="{3599D5FC-6E76-42A5-9AB2-C21157564D9E}" type="presOf" srcId="{CF66A2AB-4DCE-43B1-ADDD-A2D59C656CB2}" destId="{C0A854F1-2456-44B0-9619-475965C9AFBF}" srcOrd="0" destOrd="0" presId="urn:microsoft.com/office/officeart/2005/8/layout/arrow2"/>
    <dgm:cxn modelId="{CDA80D04-A3F3-4F6B-9732-81E53FAC08CF}" type="presParOf" srcId="{914E4C1C-D0BD-4B79-9DF5-003F1EC8D016}" destId="{2409332A-C9DB-48D3-BE47-6F05AADB648C}" srcOrd="0" destOrd="0" presId="urn:microsoft.com/office/officeart/2005/8/layout/arrow2"/>
    <dgm:cxn modelId="{80D2E44D-916E-4FBC-B919-0E99F2E8B921}" type="presParOf" srcId="{914E4C1C-D0BD-4B79-9DF5-003F1EC8D016}" destId="{121A972F-3AEC-493C-8A96-69CB6F0D0951}" srcOrd="1" destOrd="0" presId="urn:microsoft.com/office/officeart/2005/8/layout/arrow2"/>
    <dgm:cxn modelId="{A962E276-57B7-4EC4-8C6B-C1340DBFFF8C}" type="presParOf" srcId="{121A972F-3AEC-493C-8A96-69CB6F0D0951}" destId="{E349D99E-7F2B-496B-B9FE-094036247581}" srcOrd="0" destOrd="0" presId="urn:microsoft.com/office/officeart/2005/8/layout/arrow2"/>
    <dgm:cxn modelId="{C2ECFF6F-B6F3-4E5F-A4A4-DD2E8E0B48C8}" type="presParOf" srcId="{121A972F-3AEC-493C-8A96-69CB6F0D0951}" destId="{1A31E8E8-471C-44AA-A46E-3D2FFB0CEC75}" srcOrd="1" destOrd="0" presId="urn:microsoft.com/office/officeart/2005/8/layout/arrow2"/>
    <dgm:cxn modelId="{C097D8E7-C1B0-4991-95E9-6636D68BEC09}" type="presParOf" srcId="{121A972F-3AEC-493C-8A96-69CB6F0D0951}" destId="{032C208A-7193-43C4-B137-389AED494651}" srcOrd="2" destOrd="0" presId="urn:microsoft.com/office/officeart/2005/8/layout/arrow2"/>
    <dgm:cxn modelId="{710612AB-4731-4DED-B5ED-A5C636959F3F}" type="presParOf" srcId="{121A972F-3AEC-493C-8A96-69CB6F0D0951}" destId="{9CFC37C2-5978-41E8-B0BE-A86A58A0CE95}" srcOrd="3" destOrd="0" presId="urn:microsoft.com/office/officeart/2005/8/layout/arrow2"/>
    <dgm:cxn modelId="{A8E12471-FB8A-4635-8F1A-8DE6D9B02DCE}" type="presParOf" srcId="{121A972F-3AEC-493C-8A96-69CB6F0D0951}" destId="{2AA63AEC-69BD-4883-93EA-C87EE78EDEBB}" srcOrd="4" destOrd="0" presId="urn:microsoft.com/office/officeart/2005/8/layout/arrow2"/>
    <dgm:cxn modelId="{0635CF1A-7D55-49FB-9566-B5B847B6B447}" type="presParOf" srcId="{121A972F-3AEC-493C-8A96-69CB6F0D0951}" destId="{24721E77-AAC6-4E7B-AA75-3A94662334BB}" srcOrd="5" destOrd="0" presId="urn:microsoft.com/office/officeart/2005/8/layout/arrow2"/>
    <dgm:cxn modelId="{20A097AA-88D4-4B71-861E-E121D2A025A2}" type="presParOf" srcId="{121A972F-3AEC-493C-8A96-69CB6F0D0951}" destId="{A2C7C1A5-9CE6-4D5B-872D-4D063660E85A}" srcOrd="6" destOrd="0" presId="urn:microsoft.com/office/officeart/2005/8/layout/arrow2"/>
    <dgm:cxn modelId="{BFF7B438-B7B3-49D8-BB1E-DDAB2A7A867E}" type="presParOf" srcId="{121A972F-3AEC-493C-8A96-69CB6F0D0951}" destId="{14652382-8E80-4FA2-B24C-C4C1E21A8E22}" srcOrd="7" destOrd="0" presId="urn:microsoft.com/office/officeart/2005/8/layout/arrow2"/>
    <dgm:cxn modelId="{3BC90679-4188-4999-8128-32081CA430B7}" type="presParOf" srcId="{121A972F-3AEC-493C-8A96-69CB6F0D0951}" destId="{F33D190B-3EE1-42BD-86C0-F5D91566D48B}" srcOrd="8" destOrd="0" presId="urn:microsoft.com/office/officeart/2005/8/layout/arrow2"/>
    <dgm:cxn modelId="{A281FA32-E271-4F24-970A-FF10A44D14F1}" type="presParOf" srcId="{121A972F-3AEC-493C-8A96-69CB6F0D0951}" destId="{C0A854F1-2456-44B0-9619-475965C9AFBF}"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CD640B-1ED1-E545-8C95-FC3B3A514613}"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C62BB11-5FF5-7445-973A-9CD6D2EC382F}">
      <dgm:prSet phldrT="[Text]" custT="1"/>
      <dgm:spPr/>
      <dgm:t>
        <a:bodyPr/>
        <a:lstStyle/>
        <a:p>
          <a:r>
            <a:rPr lang="en-US" sz="2000" dirty="0"/>
            <a:t>A </a:t>
          </a:r>
          <a:r>
            <a:rPr lang="en-US" sz="2000" i="1" dirty="0">
              <a:solidFill>
                <a:schemeClr val="accent1"/>
              </a:solidFill>
            </a:rPr>
            <a:t>process</a:t>
          </a:r>
          <a:r>
            <a:rPr lang="en-US" sz="2000" i="1" dirty="0"/>
            <a:t> </a:t>
          </a:r>
          <a:r>
            <a:rPr lang="en-US" sz="2000" dirty="0"/>
            <a:t>can be defined as:</a:t>
          </a:r>
        </a:p>
      </dgm:t>
    </dgm:pt>
    <dgm:pt modelId="{56F10605-F79F-3041-939F-8CE6A5D80164}" type="parTrans" cxnId="{D466C52E-900F-EA41-BFDD-0839C8F58BC7}">
      <dgm:prSet/>
      <dgm:spPr/>
      <dgm:t>
        <a:bodyPr/>
        <a:lstStyle/>
        <a:p>
          <a:endParaRPr lang="en-US"/>
        </a:p>
      </dgm:t>
    </dgm:pt>
    <dgm:pt modelId="{FAB5343E-48E2-874A-BC00-971D7E2412A5}" type="sibTrans" cxnId="{D466C52E-900F-EA41-BFDD-0839C8F58BC7}">
      <dgm:prSet/>
      <dgm:spPr/>
      <dgm:t>
        <a:bodyPr/>
        <a:lstStyle/>
        <a:p>
          <a:endParaRPr lang="en-US"/>
        </a:p>
      </dgm:t>
    </dgm:pt>
    <dgm:pt modelId="{95CBCD0F-6E16-1344-9F14-F981E96C6989}">
      <dgm:prSet custT="1"/>
      <dgm:spPr/>
      <dgm:t>
        <a:bodyPr/>
        <a:lstStyle/>
        <a:p>
          <a:r>
            <a:rPr lang="en-US" sz="2000" dirty="0">
              <a:solidFill>
                <a:schemeClr val="bg1"/>
              </a:solidFill>
            </a:rPr>
            <a:t>a program in execution</a:t>
          </a:r>
        </a:p>
      </dgm:t>
    </dgm:pt>
    <dgm:pt modelId="{EF05AB83-83E2-184A-B52C-5034A4B5B55A}" type="parTrans" cxnId="{63BB4037-112A-6840-A694-03E1BACE8C3E}">
      <dgm:prSet/>
      <dgm:spPr/>
      <dgm:t>
        <a:bodyPr/>
        <a:lstStyle/>
        <a:p>
          <a:endParaRPr lang="en-US"/>
        </a:p>
      </dgm:t>
    </dgm:pt>
    <dgm:pt modelId="{BFF519C2-BCDD-724D-BEC6-BF3130017AB8}" type="sibTrans" cxnId="{63BB4037-112A-6840-A694-03E1BACE8C3E}">
      <dgm:prSet/>
      <dgm:spPr/>
      <dgm:t>
        <a:bodyPr/>
        <a:lstStyle/>
        <a:p>
          <a:endParaRPr lang="en-US"/>
        </a:p>
      </dgm:t>
    </dgm:pt>
    <dgm:pt modelId="{4CA4B62F-7C46-3B41-A492-185F51A757D3}">
      <dgm:prSet custT="1"/>
      <dgm:spPr>
        <a:solidFill>
          <a:schemeClr val="accent6"/>
        </a:solidFill>
      </dgm:spPr>
      <dgm:t>
        <a:bodyPr/>
        <a:lstStyle/>
        <a:p>
          <a:r>
            <a:rPr lang="en-US" sz="2000" dirty="0">
              <a:solidFill>
                <a:schemeClr val="bg1"/>
              </a:solidFill>
            </a:rPr>
            <a:t>an instance of a running program</a:t>
          </a:r>
        </a:p>
      </dgm:t>
    </dgm:pt>
    <dgm:pt modelId="{143A724B-3349-C447-AB09-A6D7BE18F189}" type="parTrans" cxnId="{6B4DBA37-4F7C-804F-933F-319552022C65}">
      <dgm:prSet/>
      <dgm:spPr/>
      <dgm:t>
        <a:bodyPr/>
        <a:lstStyle/>
        <a:p>
          <a:endParaRPr lang="en-US"/>
        </a:p>
      </dgm:t>
    </dgm:pt>
    <dgm:pt modelId="{AFD4CA3E-8735-644F-9FF2-F62A60485800}" type="sibTrans" cxnId="{6B4DBA37-4F7C-804F-933F-319552022C65}">
      <dgm:prSet/>
      <dgm:spPr/>
      <dgm:t>
        <a:bodyPr/>
        <a:lstStyle/>
        <a:p>
          <a:endParaRPr lang="en-US"/>
        </a:p>
      </dgm:t>
    </dgm:pt>
    <dgm:pt modelId="{E4785D30-E0FF-1843-A381-4F0D089C2F66}">
      <dgm:prSet custT="1"/>
      <dgm:spPr>
        <a:solidFill>
          <a:schemeClr val="accent2">
            <a:lumMod val="75000"/>
          </a:schemeClr>
        </a:solidFill>
      </dgm:spPr>
      <dgm:t>
        <a:bodyPr/>
        <a:lstStyle/>
        <a:p>
          <a:r>
            <a:rPr lang="en-US" sz="2000" dirty="0">
              <a:solidFill>
                <a:schemeClr val="bg1"/>
              </a:solidFill>
            </a:rPr>
            <a:t>the entity that can be assigned to, and executed on, a processor</a:t>
          </a:r>
        </a:p>
      </dgm:t>
    </dgm:pt>
    <dgm:pt modelId="{B8046299-320D-A946-ACB6-3DB16AF4F31C}" type="parTrans" cxnId="{908EF44B-F8E8-1C41-96CA-7B1DB06D29DB}">
      <dgm:prSet/>
      <dgm:spPr/>
      <dgm:t>
        <a:bodyPr/>
        <a:lstStyle/>
        <a:p>
          <a:endParaRPr lang="en-US"/>
        </a:p>
      </dgm:t>
    </dgm:pt>
    <dgm:pt modelId="{9BBD65EA-C84E-3342-BFEF-54D109D2AF54}" type="sibTrans" cxnId="{908EF44B-F8E8-1C41-96CA-7B1DB06D29DB}">
      <dgm:prSet/>
      <dgm:spPr/>
      <dgm:t>
        <a:bodyPr/>
        <a:lstStyle/>
        <a:p>
          <a:endParaRPr lang="en-US"/>
        </a:p>
      </dgm:t>
    </dgm:pt>
    <dgm:pt modelId="{5C59D184-E519-A141-B217-726CFCF69A53}">
      <dgm:prSet custT="1"/>
      <dgm:spPr>
        <a:solidFill>
          <a:schemeClr val="accent3">
            <a:lumMod val="75000"/>
          </a:schemeClr>
        </a:solidFill>
      </dgm:spPr>
      <dgm:t>
        <a:bodyPr/>
        <a:lstStyle/>
        <a:p>
          <a:r>
            <a:rPr lang="en-NZ" sz="2000" dirty="0">
              <a:solidFill>
                <a:schemeClr val="bg1"/>
              </a:solidFill>
            </a:rPr>
            <a:t>a unit of activity characterized by a single sequential thread of execution, a current state, and an associated set of system resources</a:t>
          </a:r>
          <a:endParaRPr lang="en-US" sz="2000" dirty="0">
            <a:solidFill>
              <a:schemeClr val="bg1"/>
            </a:solidFill>
          </a:endParaRPr>
        </a:p>
      </dgm:t>
    </dgm:pt>
    <dgm:pt modelId="{DA118F64-06A3-2E42-A162-CBF13C8F721F}" type="parTrans" cxnId="{DAD2B452-4B92-D946-BF47-B8B744F79DB3}">
      <dgm:prSet/>
      <dgm:spPr/>
      <dgm:t>
        <a:bodyPr/>
        <a:lstStyle/>
        <a:p>
          <a:endParaRPr lang="en-US"/>
        </a:p>
      </dgm:t>
    </dgm:pt>
    <dgm:pt modelId="{BA26C5EB-C056-0148-87C5-8714C3E0BABC}" type="sibTrans" cxnId="{DAD2B452-4B92-D946-BF47-B8B744F79DB3}">
      <dgm:prSet/>
      <dgm:spPr/>
      <dgm:t>
        <a:bodyPr/>
        <a:lstStyle/>
        <a:p>
          <a:endParaRPr lang="en-US"/>
        </a:p>
      </dgm:t>
    </dgm:pt>
    <dgm:pt modelId="{AA498229-2F44-AB4B-B8FF-9E8F57E7E1DB}" type="pres">
      <dgm:prSet presAssocID="{60CD640B-1ED1-E545-8C95-FC3B3A514613}" presName="theList" presStyleCnt="0">
        <dgm:presLayoutVars>
          <dgm:dir/>
          <dgm:animLvl val="lvl"/>
          <dgm:resizeHandles val="exact"/>
        </dgm:presLayoutVars>
      </dgm:prSet>
      <dgm:spPr/>
    </dgm:pt>
    <dgm:pt modelId="{3C5569B6-FD0B-C64E-ABFD-09FBCA665F0A}" type="pres">
      <dgm:prSet presAssocID="{9C62BB11-5FF5-7445-973A-9CD6D2EC382F}" presName="compNode" presStyleCnt="0"/>
      <dgm:spPr/>
    </dgm:pt>
    <dgm:pt modelId="{0CB26FD4-9907-2748-832C-F91F21C962A7}" type="pres">
      <dgm:prSet presAssocID="{9C62BB11-5FF5-7445-973A-9CD6D2EC382F}" presName="aNode" presStyleLbl="bgShp" presStyleIdx="0" presStyleCnt="1" custLinFactNeighborX="-400" custLinFactNeighborY="-42557"/>
      <dgm:spPr/>
    </dgm:pt>
    <dgm:pt modelId="{723B4B6B-62E8-DD4A-8861-DC96C6708683}" type="pres">
      <dgm:prSet presAssocID="{9C62BB11-5FF5-7445-973A-9CD6D2EC382F}" presName="textNode" presStyleLbl="bgShp" presStyleIdx="0" presStyleCnt="1"/>
      <dgm:spPr/>
    </dgm:pt>
    <dgm:pt modelId="{CFB91E46-5524-5243-9298-3630DCA76CF4}" type="pres">
      <dgm:prSet presAssocID="{9C62BB11-5FF5-7445-973A-9CD6D2EC382F}" presName="compChildNode" presStyleCnt="0"/>
      <dgm:spPr/>
    </dgm:pt>
    <dgm:pt modelId="{5D51FDE5-4109-FF46-A900-15DEE9CCE2FF}" type="pres">
      <dgm:prSet presAssocID="{9C62BB11-5FF5-7445-973A-9CD6D2EC382F}" presName="theInnerList" presStyleCnt="0"/>
      <dgm:spPr/>
    </dgm:pt>
    <dgm:pt modelId="{9F6B7AC7-BCB3-4244-B25A-23CDDD94424B}" type="pres">
      <dgm:prSet presAssocID="{95CBCD0F-6E16-1344-9F14-F981E96C6989}" presName="childNode" presStyleLbl="node1" presStyleIdx="0" presStyleCnt="4" custScaleX="102373" custScaleY="2000000" custLinFactNeighborX="0" custLinFactNeighborY="-42530">
        <dgm:presLayoutVars>
          <dgm:bulletEnabled val="1"/>
        </dgm:presLayoutVars>
      </dgm:prSet>
      <dgm:spPr/>
    </dgm:pt>
    <dgm:pt modelId="{33827AAA-650F-0443-AF63-677E041DFFDE}" type="pres">
      <dgm:prSet presAssocID="{95CBCD0F-6E16-1344-9F14-F981E96C6989}" presName="aSpace2" presStyleCnt="0"/>
      <dgm:spPr/>
    </dgm:pt>
    <dgm:pt modelId="{F3F77B7A-035D-B349-9DB8-48C9B0CD4D14}" type="pres">
      <dgm:prSet presAssocID="{4CA4B62F-7C46-3B41-A492-185F51A757D3}" presName="childNode" presStyleLbl="node1" presStyleIdx="1" presStyleCnt="4" custScaleX="104900" custScaleY="2000000" custLinFactY="-23462" custLinFactNeighborX="0" custLinFactNeighborY="-100000">
        <dgm:presLayoutVars>
          <dgm:bulletEnabled val="1"/>
        </dgm:presLayoutVars>
      </dgm:prSet>
      <dgm:spPr/>
    </dgm:pt>
    <dgm:pt modelId="{95524E04-5C95-6D4A-A6D7-ED6AADF51D29}" type="pres">
      <dgm:prSet presAssocID="{4CA4B62F-7C46-3B41-A492-185F51A757D3}" presName="aSpace2" presStyleCnt="0"/>
      <dgm:spPr/>
    </dgm:pt>
    <dgm:pt modelId="{3F65BAAA-18B9-4047-82A7-7018E03752A1}" type="pres">
      <dgm:prSet presAssocID="{E4785D30-E0FF-1843-A381-4F0D089C2F66}" presName="childNode" presStyleLbl="node1" presStyleIdx="2" presStyleCnt="4" custScaleX="115011" custScaleY="2000000" custLinFactY="-42566" custLinFactNeighborX="0" custLinFactNeighborY="-100000">
        <dgm:presLayoutVars>
          <dgm:bulletEnabled val="1"/>
        </dgm:presLayoutVars>
      </dgm:prSet>
      <dgm:spPr/>
    </dgm:pt>
    <dgm:pt modelId="{F01004BC-7CAF-1148-9C7F-8A4B94046671}" type="pres">
      <dgm:prSet presAssocID="{E4785D30-E0FF-1843-A381-4F0D089C2F66}" presName="aSpace2" presStyleCnt="0"/>
      <dgm:spPr/>
    </dgm:pt>
    <dgm:pt modelId="{A82AB75B-5168-3348-B180-A3053A31EAEA}" type="pres">
      <dgm:prSet presAssocID="{5C59D184-E519-A141-B217-726CFCF69A53}" presName="childNode" presStyleLbl="node1" presStyleIdx="3" presStyleCnt="4" custScaleX="125122" custScaleY="2000000" custLinFactY="-56703" custLinFactNeighborX="0" custLinFactNeighborY="-100000">
        <dgm:presLayoutVars>
          <dgm:bulletEnabled val="1"/>
        </dgm:presLayoutVars>
      </dgm:prSet>
      <dgm:spPr/>
    </dgm:pt>
  </dgm:ptLst>
  <dgm:cxnLst>
    <dgm:cxn modelId="{973F1000-596F-7D48-BCC8-6D9046AB6034}" type="presOf" srcId="{5C59D184-E519-A141-B217-726CFCF69A53}" destId="{A82AB75B-5168-3348-B180-A3053A31EAEA}" srcOrd="0" destOrd="0" presId="urn:microsoft.com/office/officeart/2005/8/layout/lProcess2"/>
    <dgm:cxn modelId="{3263340F-8F88-3349-84AD-9CF7260031B4}" type="presOf" srcId="{9C62BB11-5FF5-7445-973A-9CD6D2EC382F}" destId="{0CB26FD4-9907-2748-832C-F91F21C962A7}" srcOrd="0" destOrd="0" presId="urn:microsoft.com/office/officeart/2005/8/layout/lProcess2"/>
    <dgm:cxn modelId="{735A3F12-10EE-ED47-8541-0F9849EEB686}" type="presOf" srcId="{9C62BB11-5FF5-7445-973A-9CD6D2EC382F}" destId="{723B4B6B-62E8-DD4A-8861-DC96C6708683}" srcOrd="1" destOrd="0" presId="urn:microsoft.com/office/officeart/2005/8/layout/lProcess2"/>
    <dgm:cxn modelId="{D466C52E-900F-EA41-BFDD-0839C8F58BC7}" srcId="{60CD640B-1ED1-E545-8C95-FC3B3A514613}" destId="{9C62BB11-5FF5-7445-973A-9CD6D2EC382F}" srcOrd="0" destOrd="0" parTransId="{56F10605-F79F-3041-939F-8CE6A5D80164}" sibTransId="{FAB5343E-48E2-874A-BC00-971D7E2412A5}"/>
    <dgm:cxn modelId="{63BB4037-112A-6840-A694-03E1BACE8C3E}" srcId="{9C62BB11-5FF5-7445-973A-9CD6D2EC382F}" destId="{95CBCD0F-6E16-1344-9F14-F981E96C6989}" srcOrd="0" destOrd="0" parTransId="{EF05AB83-83E2-184A-B52C-5034A4B5B55A}" sibTransId="{BFF519C2-BCDD-724D-BEC6-BF3130017AB8}"/>
    <dgm:cxn modelId="{6B4DBA37-4F7C-804F-933F-319552022C65}" srcId="{9C62BB11-5FF5-7445-973A-9CD6D2EC382F}" destId="{4CA4B62F-7C46-3B41-A492-185F51A757D3}" srcOrd="1" destOrd="0" parTransId="{143A724B-3349-C447-AB09-A6D7BE18F189}" sibTransId="{AFD4CA3E-8735-644F-9FF2-F62A60485800}"/>
    <dgm:cxn modelId="{E400583B-458F-5640-A0A0-36815301231A}" type="presOf" srcId="{4CA4B62F-7C46-3B41-A492-185F51A757D3}" destId="{F3F77B7A-035D-B349-9DB8-48C9B0CD4D14}" srcOrd="0" destOrd="0" presId="urn:microsoft.com/office/officeart/2005/8/layout/lProcess2"/>
    <dgm:cxn modelId="{CE84A345-0D29-754A-A01E-D3846FFE3C3F}" type="presOf" srcId="{95CBCD0F-6E16-1344-9F14-F981E96C6989}" destId="{9F6B7AC7-BCB3-4244-B25A-23CDDD94424B}" srcOrd="0" destOrd="0" presId="urn:microsoft.com/office/officeart/2005/8/layout/lProcess2"/>
    <dgm:cxn modelId="{908EF44B-F8E8-1C41-96CA-7B1DB06D29DB}" srcId="{9C62BB11-5FF5-7445-973A-9CD6D2EC382F}" destId="{E4785D30-E0FF-1843-A381-4F0D089C2F66}" srcOrd="2" destOrd="0" parTransId="{B8046299-320D-A946-ACB6-3DB16AF4F31C}" sibTransId="{9BBD65EA-C84E-3342-BFEF-54D109D2AF54}"/>
    <dgm:cxn modelId="{DAD2B452-4B92-D946-BF47-B8B744F79DB3}" srcId="{9C62BB11-5FF5-7445-973A-9CD6D2EC382F}" destId="{5C59D184-E519-A141-B217-726CFCF69A53}" srcOrd="3" destOrd="0" parTransId="{DA118F64-06A3-2E42-A162-CBF13C8F721F}" sibTransId="{BA26C5EB-C056-0148-87C5-8714C3E0BABC}"/>
    <dgm:cxn modelId="{D3D8EB54-146F-4347-9349-161A6B341FEA}" type="presOf" srcId="{60CD640B-1ED1-E545-8C95-FC3B3A514613}" destId="{AA498229-2F44-AB4B-B8FF-9E8F57E7E1DB}" srcOrd="0" destOrd="0" presId="urn:microsoft.com/office/officeart/2005/8/layout/lProcess2"/>
    <dgm:cxn modelId="{8D924FA3-5920-B643-B1CB-2120551B63A5}" type="presOf" srcId="{E4785D30-E0FF-1843-A381-4F0D089C2F66}" destId="{3F65BAAA-18B9-4047-82A7-7018E03752A1}" srcOrd="0" destOrd="0" presId="urn:microsoft.com/office/officeart/2005/8/layout/lProcess2"/>
    <dgm:cxn modelId="{70895E5F-7FFC-8E4C-8D54-A758AE61183F}" type="presParOf" srcId="{AA498229-2F44-AB4B-B8FF-9E8F57E7E1DB}" destId="{3C5569B6-FD0B-C64E-ABFD-09FBCA665F0A}" srcOrd="0" destOrd="0" presId="urn:microsoft.com/office/officeart/2005/8/layout/lProcess2"/>
    <dgm:cxn modelId="{E27D7651-7228-EA4A-9D51-FD9A42A931AA}" type="presParOf" srcId="{3C5569B6-FD0B-C64E-ABFD-09FBCA665F0A}" destId="{0CB26FD4-9907-2748-832C-F91F21C962A7}" srcOrd="0" destOrd="0" presId="urn:microsoft.com/office/officeart/2005/8/layout/lProcess2"/>
    <dgm:cxn modelId="{2DC6FD2B-760E-9E41-A078-53378CEBADA7}" type="presParOf" srcId="{3C5569B6-FD0B-C64E-ABFD-09FBCA665F0A}" destId="{723B4B6B-62E8-DD4A-8861-DC96C6708683}" srcOrd="1" destOrd="0" presId="urn:microsoft.com/office/officeart/2005/8/layout/lProcess2"/>
    <dgm:cxn modelId="{7F8009B7-C665-7340-9DEA-F237A411ADA0}" type="presParOf" srcId="{3C5569B6-FD0B-C64E-ABFD-09FBCA665F0A}" destId="{CFB91E46-5524-5243-9298-3630DCA76CF4}" srcOrd="2" destOrd="0" presId="urn:microsoft.com/office/officeart/2005/8/layout/lProcess2"/>
    <dgm:cxn modelId="{FE0DC388-AD7F-B341-8B57-7A4165E68326}" type="presParOf" srcId="{CFB91E46-5524-5243-9298-3630DCA76CF4}" destId="{5D51FDE5-4109-FF46-A900-15DEE9CCE2FF}" srcOrd="0" destOrd="0" presId="urn:microsoft.com/office/officeart/2005/8/layout/lProcess2"/>
    <dgm:cxn modelId="{B2000F17-B41A-7849-88E8-2CA0DA5F9314}" type="presParOf" srcId="{5D51FDE5-4109-FF46-A900-15DEE9CCE2FF}" destId="{9F6B7AC7-BCB3-4244-B25A-23CDDD94424B}" srcOrd="0" destOrd="0" presId="urn:microsoft.com/office/officeart/2005/8/layout/lProcess2"/>
    <dgm:cxn modelId="{88584D81-BA7E-9F42-B722-6A08D7BB4F02}" type="presParOf" srcId="{5D51FDE5-4109-FF46-A900-15DEE9CCE2FF}" destId="{33827AAA-650F-0443-AF63-677E041DFFDE}" srcOrd="1" destOrd="0" presId="urn:microsoft.com/office/officeart/2005/8/layout/lProcess2"/>
    <dgm:cxn modelId="{E165D6F4-6BA2-444F-AA91-85669C34975E}" type="presParOf" srcId="{5D51FDE5-4109-FF46-A900-15DEE9CCE2FF}" destId="{F3F77B7A-035D-B349-9DB8-48C9B0CD4D14}" srcOrd="2" destOrd="0" presId="urn:microsoft.com/office/officeart/2005/8/layout/lProcess2"/>
    <dgm:cxn modelId="{7C8AB816-6304-B647-98F2-7EF8E95511B7}" type="presParOf" srcId="{5D51FDE5-4109-FF46-A900-15DEE9CCE2FF}" destId="{95524E04-5C95-6D4A-A6D7-ED6AADF51D29}" srcOrd="3" destOrd="0" presId="urn:microsoft.com/office/officeart/2005/8/layout/lProcess2"/>
    <dgm:cxn modelId="{98A3E909-9371-794C-BEB7-165FA28A268A}" type="presParOf" srcId="{5D51FDE5-4109-FF46-A900-15DEE9CCE2FF}" destId="{3F65BAAA-18B9-4047-82A7-7018E03752A1}" srcOrd="4" destOrd="0" presId="urn:microsoft.com/office/officeart/2005/8/layout/lProcess2"/>
    <dgm:cxn modelId="{CECC3173-AD32-A543-9D3A-4D50CF5547DD}" type="presParOf" srcId="{5D51FDE5-4109-FF46-A900-15DEE9CCE2FF}" destId="{F01004BC-7CAF-1148-9C7F-8A4B94046671}" srcOrd="5" destOrd="0" presId="urn:microsoft.com/office/officeart/2005/8/layout/lProcess2"/>
    <dgm:cxn modelId="{9A38A8EB-542F-9B4A-BDA3-893DB7A7386C}" type="presParOf" srcId="{5D51FDE5-4109-FF46-A900-15DEE9CCE2FF}" destId="{A82AB75B-5168-3348-B180-A3053A31EAEA}"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B64831-39A6-FB4C-A523-F5E3B9751DA1}"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090C1A0A-C26D-D14F-8596-B5F3B36BD3BF}">
      <dgm:prSet phldrT="[Text]" custT="1"/>
      <dgm:spPr/>
      <dgm:t>
        <a:bodyPr/>
        <a:lstStyle/>
        <a:p>
          <a:r>
            <a:rPr lang="en-US" sz="1800" b="1" dirty="0"/>
            <a:t>Multiprogramming Batch Operation</a:t>
          </a:r>
        </a:p>
      </dgm:t>
    </dgm:pt>
    <dgm:pt modelId="{6ED5D5D4-7F03-9B46-A760-DEDD371E9C38}" type="parTrans" cxnId="{072DC3B1-9105-E642-B250-A05A84572AE6}">
      <dgm:prSet/>
      <dgm:spPr/>
      <dgm:t>
        <a:bodyPr/>
        <a:lstStyle/>
        <a:p>
          <a:endParaRPr lang="en-US"/>
        </a:p>
      </dgm:t>
    </dgm:pt>
    <dgm:pt modelId="{819FE901-AE43-8E44-B500-DE7D1B5A3CEE}" type="sibTrans" cxnId="{072DC3B1-9105-E642-B250-A05A84572AE6}">
      <dgm:prSet/>
      <dgm:spPr/>
      <dgm:t>
        <a:bodyPr/>
        <a:lstStyle/>
        <a:p>
          <a:endParaRPr lang="en-US"/>
        </a:p>
      </dgm:t>
    </dgm:pt>
    <dgm:pt modelId="{A861B948-FADD-F049-9021-E112D39A70C3}">
      <dgm:prSet custT="1"/>
      <dgm:spPr/>
      <dgm:t>
        <a:bodyPr/>
        <a:lstStyle/>
        <a:p>
          <a:r>
            <a:rPr lang="en-US" sz="1800" dirty="0"/>
            <a:t>processor is switched among the various programs residing in main memory</a:t>
          </a:r>
        </a:p>
      </dgm:t>
    </dgm:pt>
    <dgm:pt modelId="{E7FEEB4C-00D7-0F4D-BCE9-F0D511CB898E}" type="parTrans" cxnId="{01C21743-68F0-1440-A634-FA44F3E31905}">
      <dgm:prSet/>
      <dgm:spPr/>
      <dgm:t>
        <a:bodyPr/>
        <a:lstStyle/>
        <a:p>
          <a:endParaRPr lang="en-US"/>
        </a:p>
      </dgm:t>
    </dgm:pt>
    <dgm:pt modelId="{7072DCA2-6C0C-004D-BFFC-C79F9E83A169}" type="sibTrans" cxnId="{01C21743-68F0-1440-A634-FA44F3E31905}">
      <dgm:prSet/>
      <dgm:spPr/>
      <dgm:t>
        <a:bodyPr/>
        <a:lstStyle/>
        <a:p>
          <a:endParaRPr lang="en-US"/>
        </a:p>
      </dgm:t>
    </dgm:pt>
    <dgm:pt modelId="{7AC27B81-B188-3E47-8705-81041E0FC3E0}">
      <dgm:prSet custT="1"/>
      <dgm:spPr/>
      <dgm:t>
        <a:bodyPr/>
        <a:lstStyle/>
        <a:p>
          <a:r>
            <a:rPr lang="en-US" sz="1800" b="1" dirty="0"/>
            <a:t>Time Sharing</a:t>
          </a:r>
        </a:p>
      </dgm:t>
    </dgm:pt>
    <dgm:pt modelId="{D7EF37F5-3D53-4E40-904A-9F17B7D02362}" type="parTrans" cxnId="{D7C025BF-80F4-A946-B860-1EC135D1BC8B}">
      <dgm:prSet/>
      <dgm:spPr/>
      <dgm:t>
        <a:bodyPr/>
        <a:lstStyle/>
        <a:p>
          <a:endParaRPr lang="en-US"/>
        </a:p>
      </dgm:t>
    </dgm:pt>
    <dgm:pt modelId="{603AAE72-C019-334E-8F2E-205C975EB218}" type="sibTrans" cxnId="{D7C025BF-80F4-A946-B860-1EC135D1BC8B}">
      <dgm:prSet/>
      <dgm:spPr/>
      <dgm:t>
        <a:bodyPr/>
        <a:lstStyle/>
        <a:p>
          <a:endParaRPr lang="en-US"/>
        </a:p>
      </dgm:t>
    </dgm:pt>
    <dgm:pt modelId="{691904B2-8C8C-9E48-8963-C4E4A346B2D7}">
      <dgm:prSet custT="1"/>
      <dgm:spPr/>
      <dgm:t>
        <a:bodyPr/>
        <a:lstStyle/>
        <a:p>
          <a:r>
            <a:rPr lang="en-US" sz="1800" dirty="0"/>
            <a:t>be responsive to the individual user but be able to support many users simultaneously</a:t>
          </a:r>
        </a:p>
      </dgm:t>
    </dgm:pt>
    <dgm:pt modelId="{0968DDFD-1996-BC44-983C-E4BA4151C7EF}" type="parTrans" cxnId="{64087701-C20D-1441-996A-CB5B2B3C3FDD}">
      <dgm:prSet/>
      <dgm:spPr/>
      <dgm:t>
        <a:bodyPr/>
        <a:lstStyle/>
        <a:p>
          <a:endParaRPr lang="en-US"/>
        </a:p>
      </dgm:t>
    </dgm:pt>
    <dgm:pt modelId="{46105771-6ADF-D947-BEF5-92A1F7734EB5}" type="sibTrans" cxnId="{64087701-C20D-1441-996A-CB5B2B3C3FDD}">
      <dgm:prSet/>
      <dgm:spPr/>
      <dgm:t>
        <a:bodyPr/>
        <a:lstStyle/>
        <a:p>
          <a:endParaRPr lang="en-US"/>
        </a:p>
      </dgm:t>
    </dgm:pt>
    <dgm:pt modelId="{D902A58C-EFD2-8042-8EDA-A0048E155FFA}">
      <dgm:prSet custT="1"/>
      <dgm:spPr/>
      <dgm:t>
        <a:bodyPr/>
        <a:lstStyle/>
        <a:p>
          <a:r>
            <a:rPr lang="en-US" sz="1800" b="1" dirty="0"/>
            <a:t>Real-time Transaction systems</a:t>
          </a:r>
        </a:p>
      </dgm:t>
    </dgm:pt>
    <dgm:pt modelId="{A31C1E0D-0762-3448-9F73-7DF2B4D47AAE}" type="parTrans" cxnId="{062E594F-6ED6-9242-BDA7-263C3BDD4C74}">
      <dgm:prSet/>
      <dgm:spPr/>
      <dgm:t>
        <a:bodyPr/>
        <a:lstStyle/>
        <a:p>
          <a:endParaRPr lang="en-US"/>
        </a:p>
      </dgm:t>
    </dgm:pt>
    <dgm:pt modelId="{E9AF713B-294C-1747-ACFB-8F1C11F212D5}" type="sibTrans" cxnId="{062E594F-6ED6-9242-BDA7-263C3BDD4C74}">
      <dgm:prSet/>
      <dgm:spPr/>
      <dgm:t>
        <a:bodyPr/>
        <a:lstStyle/>
        <a:p>
          <a:endParaRPr lang="en-US"/>
        </a:p>
      </dgm:t>
    </dgm:pt>
    <dgm:pt modelId="{C68CCDAE-7D91-4B48-BF77-F04382F40DB1}">
      <dgm:prSet custT="1"/>
      <dgm:spPr/>
      <dgm:t>
        <a:bodyPr/>
        <a:lstStyle/>
        <a:p>
          <a:r>
            <a:rPr lang="en-US" sz="1800" dirty="0"/>
            <a:t>a number of users are entering queries or updates against a database</a:t>
          </a:r>
        </a:p>
      </dgm:t>
    </dgm:pt>
    <dgm:pt modelId="{7C0169C0-7C2E-A548-B1C3-E39E55953B65}" type="parTrans" cxnId="{A390C873-0E3A-A74D-97D1-E2B97818038F}">
      <dgm:prSet/>
      <dgm:spPr/>
      <dgm:t>
        <a:bodyPr/>
        <a:lstStyle/>
        <a:p>
          <a:endParaRPr lang="en-US"/>
        </a:p>
      </dgm:t>
    </dgm:pt>
    <dgm:pt modelId="{159750F5-3324-A442-BB0E-FC4EF4D6206A}" type="sibTrans" cxnId="{A390C873-0E3A-A74D-97D1-E2B97818038F}">
      <dgm:prSet/>
      <dgm:spPr/>
      <dgm:t>
        <a:bodyPr/>
        <a:lstStyle/>
        <a:p>
          <a:endParaRPr lang="en-US"/>
        </a:p>
      </dgm:t>
    </dgm:pt>
    <dgm:pt modelId="{0D525144-E81D-4B3D-8E23-0E1E6CF548E3}" type="pres">
      <dgm:prSet presAssocID="{1DB64831-39A6-FB4C-A523-F5E3B9751DA1}" presName="Name0" presStyleCnt="0">
        <dgm:presLayoutVars>
          <dgm:dir/>
          <dgm:animLvl val="lvl"/>
          <dgm:resizeHandles val="exact"/>
        </dgm:presLayoutVars>
      </dgm:prSet>
      <dgm:spPr/>
    </dgm:pt>
    <dgm:pt modelId="{CA2F1FB6-13CC-46CD-A65D-B584B7AC846F}" type="pres">
      <dgm:prSet presAssocID="{090C1A0A-C26D-D14F-8596-B5F3B36BD3BF}" presName="composite" presStyleCnt="0"/>
      <dgm:spPr/>
    </dgm:pt>
    <dgm:pt modelId="{61013495-D092-41D3-B4CB-DA4A06DD9FF9}" type="pres">
      <dgm:prSet presAssocID="{090C1A0A-C26D-D14F-8596-B5F3B36BD3BF}" presName="parTx" presStyleLbl="alignNode1" presStyleIdx="0" presStyleCnt="3">
        <dgm:presLayoutVars>
          <dgm:chMax val="0"/>
          <dgm:chPref val="0"/>
          <dgm:bulletEnabled val="1"/>
        </dgm:presLayoutVars>
      </dgm:prSet>
      <dgm:spPr/>
    </dgm:pt>
    <dgm:pt modelId="{16A025FF-27BA-471D-B1C1-E4091E1E0244}" type="pres">
      <dgm:prSet presAssocID="{090C1A0A-C26D-D14F-8596-B5F3B36BD3BF}" presName="desTx" presStyleLbl="alignAccFollowNode1" presStyleIdx="0" presStyleCnt="3">
        <dgm:presLayoutVars>
          <dgm:bulletEnabled val="1"/>
        </dgm:presLayoutVars>
      </dgm:prSet>
      <dgm:spPr/>
    </dgm:pt>
    <dgm:pt modelId="{3564A7D8-1FFD-4FA4-B625-1E22C96D8102}" type="pres">
      <dgm:prSet presAssocID="{819FE901-AE43-8E44-B500-DE7D1B5A3CEE}" presName="space" presStyleCnt="0"/>
      <dgm:spPr/>
    </dgm:pt>
    <dgm:pt modelId="{FD0325CE-74BF-4B79-9F07-19EDA09726CC}" type="pres">
      <dgm:prSet presAssocID="{7AC27B81-B188-3E47-8705-81041E0FC3E0}" presName="composite" presStyleCnt="0"/>
      <dgm:spPr/>
    </dgm:pt>
    <dgm:pt modelId="{48EB47F1-183C-445A-8AD3-E1F29F7A4A45}" type="pres">
      <dgm:prSet presAssocID="{7AC27B81-B188-3E47-8705-81041E0FC3E0}" presName="parTx" presStyleLbl="alignNode1" presStyleIdx="1" presStyleCnt="3">
        <dgm:presLayoutVars>
          <dgm:chMax val="0"/>
          <dgm:chPref val="0"/>
          <dgm:bulletEnabled val="1"/>
        </dgm:presLayoutVars>
      </dgm:prSet>
      <dgm:spPr/>
    </dgm:pt>
    <dgm:pt modelId="{0732F5EA-D58A-4FBB-9983-4A8A12271B0C}" type="pres">
      <dgm:prSet presAssocID="{7AC27B81-B188-3E47-8705-81041E0FC3E0}" presName="desTx" presStyleLbl="alignAccFollowNode1" presStyleIdx="1" presStyleCnt="3">
        <dgm:presLayoutVars>
          <dgm:bulletEnabled val="1"/>
        </dgm:presLayoutVars>
      </dgm:prSet>
      <dgm:spPr/>
    </dgm:pt>
    <dgm:pt modelId="{3648CDF3-0B75-4737-AFC0-024F17062145}" type="pres">
      <dgm:prSet presAssocID="{603AAE72-C019-334E-8F2E-205C975EB218}" presName="space" presStyleCnt="0"/>
      <dgm:spPr/>
    </dgm:pt>
    <dgm:pt modelId="{2E66F605-0877-46F7-9815-E52F6563AC34}" type="pres">
      <dgm:prSet presAssocID="{D902A58C-EFD2-8042-8EDA-A0048E155FFA}" presName="composite" presStyleCnt="0"/>
      <dgm:spPr/>
    </dgm:pt>
    <dgm:pt modelId="{845762A1-8AF9-4575-89F2-B737B1059957}" type="pres">
      <dgm:prSet presAssocID="{D902A58C-EFD2-8042-8EDA-A0048E155FFA}" presName="parTx" presStyleLbl="alignNode1" presStyleIdx="2" presStyleCnt="3">
        <dgm:presLayoutVars>
          <dgm:chMax val="0"/>
          <dgm:chPref val="0"/>
          <dgm:bulletEnabled val="1"/>
        </dgm:presLayoutVars>
      </dgm:prSet>
      <dgm:spPr/>
    </dgm:pt>
    <dgm:pt modelId="{40478BE8-A6E3-4999-8620-7EE195728D47}" type="pres">
      <dgm:prSet presAssocID="{D902A58C-EFD2-8042-8EDA-A0048E155FFA}" presName="desTx" presStyleLbl="alignAccFollowNode1" presStyleIdx="2" presStyleCnt="3">
        <dgm:presLayoutVars>
          <dgm:bulletEnabled val="1"/>
        </dgm:presLayoutVars>
      </dgm:prSet>
      <dgm:spPr/>
    </dgm:pt>
  </dgm:ptLst>
  <dgm:cxnLst>
    <dgm:cxn modelId="{64087701-C20D-1441-996A-CB5B2B3C3FDD}" srcId="{7AC27B81-B188-3E47-8705-81041E0FC3E0}" destId="{691904B2-8C8C-9E48-8963-C4E4A346B2D7}" srcOrd="0" destOrd="0" parTransId="{0968DDFD-1996-BC44-983C-E4BA4151C7EF}" sibTransId="{46105771-6ADF-D947-BEF5-92A1F7734EB5}"/>
    <dgm:cxn modelId="{56572C0B-79B6-4A83-A06C-46EBD9F7EB00}" type="presOf" srcId="{C68CCDAE-7D91-4B48-BF77-F04382F40DB1}" destId="{40478BE8-A6E3-4999-8620-7EE195728D47}" srcOrd="0" destOrd="0" presId="urn:microsoft.com/office/officeart/2005/8/layout/hList1"/>
    <dgm:cxn modelId="{01C21743-68F0-1440-A634-FA44F3E31905}" srcId="{090C1A0A-C26D-D14F-8596-B5F3B36BD3BF}" destId="{A861B948-FADD-F049-9021-E112D39A70C3}" srcOrd="0" destOrd="0" parTransId="{E7FEEB4C-00D7-0F4D-BCE9-F0D511CB898E}" sibTransId="{7072DCA2-6C0C-004D-BFFC-C79F9E83A169}"/>
    <dgm:cxn modelId="{062E594F-6ED6-9242-BDA7-263C3BDD4C74}" srcId="{1DB64831-39A6-FB4C-A523-F5E3B9751DA1}" destId="{D902A58C-EFD2-8042-8EDA-A0048E155FFA}" srcOrd="2" destOrd="0" parTransId="{A31C1E0D-0762-3448-9F73-7DF2B4D47AAE}" sibTransId="{E9AF713B-294C-1747-ACFB-8F1C11F212D5}"/>
    <dgm:cxn modelId="{A390C873-0E3A-A74D-97D1-E2B97818038F}" srcId="{D902A58C-EFD2-8042-8EDA-A0048E155FFA}" destId="{C68CCDAE-7D91-4B48-BF77-F04382F40DB1}" srcOrd="0" destOrd="0" parTransId="{7C0169C0-7C2E-A548-B1C3-E39E55953B65}" sibTransId="{159750F5-3324-A442-BB0E-FC4EF4D6206A}"/>
    <dgm:cxn modelId="{9450C48C-1CDD-417F-AAD2-B32536A51558}" type="presOf" srcId="{1DB64831-39A6-FB4C-A523-F5E3B9751DA1}" destId="{0D525144-E81D-4B3D-8E23-0E1E6CF548E3}" srcOrd="0" destOrd="0" presId="urn:microsoft.com/office/officeart/2005/8/layout/hList1"/>
    <dgm:cxn modelId="{BB2A44A5-E41C-4757-B0DE-3FF9F7C7853C}" type="presOf" srcId="{691904B2-8C8C-9E48-8963-C4E4A346B2D7}" destId="{0732F5EA-D58A-4FBB-9983-4A8A12271B0C}" srcOrd="0" destOrd="0" presId="urn:microsoft.com/office/officeart/2005/8/layout/hList1"/>
    <dgm:cxn modelId="{8CC355AC-DBBF-439E-8B2B-76219BB0CF7A}" type="presOf" srcId="{090C1A0A-C26D-D14F-8596-B5F3B36BD3BF}" destId="{61013495-D092-41D3-B4CB-DA4A06DD9FF9}" srcOrd="0" destOrd="0" presId="urn:microsoft.com/office/officeart/2005/8/layout/hList1"/>
    <dgm:cxn modelId="{072DC3B1-9105-E642-B250-A05A84572AE6}" srcId="{1DB64831-39A6-FB4C-A523-F5E3B9751DA1}" destId="{090C1A0A-C26D-D14F-8596-B5F3B36BD3BF}" srcOrd="0" destOrd="0" parTransId="{6ED5D5D4-7F03-9B46-A760-DEDD371E9C38}" sibTransId="{819FE901-AE43-8E44-B500-DE7D1B5A3CEE}"/>
    <dgm:cxn modelId="{D7C025BF-80F4-A946-B860-1EC135D1BC8B}" srcId="{1DB64831-39A6-FB4C-A523-F5E3B9751DA1}" destId="{7AC27B81-B188-3E47-8705-81041E0FC3E0}" srcOrd="1" destOrd="0" parTransId="{D7EF37F5-3D53-4E40-904A-9F17B7D02362}" sibTransId="{603AAE72-C019-334E-8F2E-205C975EB218}"/>
    <dgm:cxn modelId="{DB69ADCD-020E-4CF0-B54C-A2C45E3B8DD6}" type="presOf" srcId="{D902A58C-EFD2-8042-8EDA-A0048E155FFA}" destId="{845762A1-8AF9-4575-89F2-B737B1059957}" srcOrd="0" destOrd="0" presId="urn:microsoft.com/office/officeart/2005/8/layout/hList1"/>
    <dgm:cxn modelId="{BF8012D0-44F7-49ED-A15B-58D70C8240F8}" type="presOf" srcId="{A861B948-FADD-F049-9021-E112D39A70C3}" destId="{16A025FF-27BA-471D-B1C1-E4091E1E0244}" srcOrd="0" destOrd="0" presId="urn:microsoft.com/office/officeart/2005/8/layout/hList1"/>
    <dgm:cxn modelId="{102C29E1-186E-4185-835A-46325909A1D4}" type="presOf" srcId="{7AC27B81-B188-3E47-8705-81041E0FC3E0}" destId="{48EB47F1-183C-445A-8AD3-E1F29F7A4A45}" srcOrd="0" destOrd="0" presId="urn:microsoft.com/office/officeart/2005/8/layout/hList1"/>
    <dgm:cxn modelId="{CA541B1A-2029-43BD-BC32-1C7745491C45}" type="presParOf" srcId="{0D525144-E81D-4B3D-8E23-0E1E6CF548E3}" destId="{CA2F1FB6-13CC-46CD-A65D-B584B7AC846F}" srcOrd="0" destOrd="0" presId="urn:microsoft.com/office/officeart/2005/8/layout/hList1"/>
    <dgm:cxn modelId="{57ED5A89-387B-4B7F-A1B6-2F38C6494465}" type="presParOf" srcId="{CA2F1FB6-13CC-46CD-A65D-B584B7AC846F}" destId="{61013495-D092-41D3-B4CB-DA4A06DD9FF9}" srcOrd="0" destOrd="0" presId="urn:microsoft.com/office/officeart/2005/8/layout/hList1"/>
    <dgm:cxn modelId="{D0E519E6-AD5D-4F36-9012-B95FA1591605}" type="presParOf" srcId="{CA2F1FB6-13CC-46CD-A65D-B584B7AC846F}" destId="{16A025FF-27BA-471D-B1C1-E4091E1E0244}" srcOrd="1" destOrd="0" presId="urn:microsoft.com/office/officeart/2005/8/layout/hList1"/>
    <dgm:cxn modelId="{F3B06FE4-951E-49AD-99F8-66B4B260219A}" type="presParOf" srcId="{0D525144-E81D-4B3D-8E23-0E1E6CF548E3}" destId="{3564A7D8-1FFD-4FA4-B625-1E22C96D8102}" srcOrd="1" destOrd="0" presId="urn:microsoft.com/office/officeart/2005/8/layout/hList1"/>
    <dgm:cxn modelId="{51978D3A-492D-481D-9765-2A21C09F6519}" type="presParOf" srcId="{0D525144-E81D-4B3D-8E23-0E1E6CF548E3}" destId="{FD0325CE-74BF-4B79-9F07-19EDA09726CC}" srcOrd="2" destOrd="0" presId="urn:microsoft.com/office/officeart/2005/8/layout/hList1"/>
    <dgm:cxn modelId="{C7DA5CC4-949C-4BB0-97D1-C09BE4E4A7C2}" type="presParOf" srcId="{FD0325CE-74BF-4B79-9F07-19EDA09726CC}" destId="{48EB47F1-183C-445A-8AD3-E1F29F7A4A45}" srcOrd="0" destOrd="0" presId="urn:microsoft.com/office/officeart/2005/8/layout/hList1"/>
    <dgm:cxn modelId="{8E378617-3FEB-4385-B3D5-2667442EE57F}" type="presParOf" srcId="{FD0325CE-74BF-4B79-9F07-19EDA09726CC}" destId="{0732F5EA-D58A-4FBB-9983-4A8A12271B0C}" srcOrd="1" destOrd="0" presId="urn:microsoft.com/office/officeart/2005/8/layout/hList1"/>
    <dgm:cxn modelId="{32BF0FB4-7D51-4421-B083-7A42A8086911}" type="presParOf" srcId="{0D525144-E81D-4B3D-8E23-0E1E6CF548E3}" destId="{3648CDF3-0B75-4737-AFC0-024F17062145}" srcOrd="3" destOrd="0" presId="urn:microsoft.com/office/officeart/2005/8/layout/hList1"/>
    <dgm:cxn modelId="{3EE0D438-29CE-4100-A6B8-E17E00A5EEDC}" type="presParOf" srcId="{0D525144-E81D-4B3D-8E23-0E1E6CF548E3}" destId="{2E66F605-0877-46F7-9815-E52F6563AC34}" srcOrd="4" destOrd="0" presId="urn:microsoft.com/office/officeart/2005/8/layout/hList1"/>
    <dgm:cxn modelId="{93D6B873-3FB9-424C-B1A2-9C4D82B83784}" type="presParOf" srcId="{2E66F605-0877-46F7-9815-E52F6563AC34}" destId="{845762A1-8AF9-4575-89F2-B737B1059957}" srcOrd="0" destOrd="0" presId="urn:microsoft.com/office/officeart/2005/8/layout/hList1"/>
    <dgm:cxn modelId="{A5B2D927-7867-4A3B-963E-E6865CD4CE40}" type="presParOf" srcId="{2E66F605-0877-46F7-9815-E52F6563AC34}" destId="{40478BE8-A6E3-4999-8620-7EE195728D4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custT="1"/>
      <dgm:spPr/>
      <dgm:t>
        <a:bodyPr/>
        <a:lstStyle/>
        <a:p>
          <a:r>
            <a:rPr lang="en-US" sz="1800" b="1" dirty="0"/>
            <a:t>process isolation</a:t>
          </a:r>
        </a:p>
      </dgm:t>
    </dgm:pt>
    <dgm:pt modelId="{57DA6739-13AF-B24D-B6D0-B4668A60BF4B}" type="parTrans" cxnId="{7F362CC4-ECC9-CD44-9D58-6E2B6146DB71}">
      <dgm:prSet/>
      <dgm:spPr/>
      <dgm:t>
        <a:bodyPr/>
        <a:lstStyle/>
        <a:p>
          <a:endParaRPr lang="en-US" sz="1800" b="1"/>
        </a:p>
      </dgm:t>
    </dgm:pt>
    <dgm:pt modelId="{79E5EA0B-B2CC-2748-AC4F-138875C68729}" type="sibTrans" cxnId="{7F362CC4-ECC9-CD44-9D58-6E2B6146DB71}">
      <dgm:prSet/>
      <dgm:spPr/>
      <dgm:t>
        <a:bodyPr/>
        <a:lstStyle/>
        <a:p>
          <a:endParaRPr lang="en-US" sz="1800" b="1"/>
        </a:p>
      </dgm:t>
    </dgm:pt>
    <dgm:pt modelId="{62F64981-E47C-2F47-B840-C2EC17A82FE8}">
      <dgm:prSet custT="1"/>
      <dgm:spPr/>
      <dgm:t>
        <a:bodyPr/>
        <a:lstStyle/>
        <a:p>
          <a:r>
            <a:rPr lang="en-US" sz="1800" b="1" dirty="0"/>
            <a:t>long-term storage</a:t>
          </a:r>
        </a:p>
      </dgm:t>
    </dgm:pt>
    <dgm:pt modelId="{EF32C7B3-B10B-CA40-A86A-92162F8861D6}" type="sibTrans" cxnId="{94AE492E-D8DD-044E-B047-87834BE1E331}">
      <dgm:prSet/>
      <dgm:spPr/>
      <dgm:t>
        <a:bodyPr/>
        <a:lstStyle/>
        <a:p>
          <a:endParaRPr lang="en-US" sz="1800" b="1"/>
        </a:p>
      </dgm:t>
    </dgm:pt>
    <dgm:pt modelId="{065A02B7-14B2-F941-9D22-A3CAC1C77409}" type="parTrans" cxnId="{94AE492E-D8DD-044E-B047-87834BE1E331}">
      <dgm:prSet/>
      <dgm:spPr/>
      <dgm:t>
        <a:bodyPr/>
        <a:lstStyle/>
        <a:p>
          <a:endParaRPr lang="en-US" sz="1800" b="1"/>
        </a:p>
      </dgm:t>
    </dgm:pt>
    <dgm:pt modelId="{755CA9AD-2300-F345-A6A2-4A43D52AFA2C}">
      <dgm:prSet custT="1"/>
      <dgm:spPr>
        <a:solidFill>
          <a:schemeClr val="accent6"/>
        </a:solidFill>
      </dgm:spPr>
      <dgm:t>
        <a:bodyPr/>
        <a:lstStyle/>
        <a:p>
          <a:r>
            <a:rPr lang="en-US" sz="1800" b="1" dirty="0"/>
            <a:t>protection and access control</a:t>
          </a:r>
        </a:p>
      </dgm:t>
    </dgm:pt>
    <dgm:pt modelId="{3B33AB8A-BFAA-D148-9699-18DA89353B27}" type="sibTrans" cxnId="{0C81C5A5-B48B-4C49-BA7B-9745E51FA8FE}">
      <dgm:prSet/>
      <dgm:spPr/>
      <dgm:t>
        <a:bodyPr/>
        <a:lstStyle/>
        <a:p>
          <a:endParaRPr lang="en-US" sz="1800" b="1"/>
        </a:p>
      </dgm:t>
    </dgm:pt>
    <dgm:pt modelId="{79444687-56B4-BE42-89B6-5E68C61243A9}" type="parTrans" cxnId="{0C81C5A5-B48B-4C49-BA7B-9745E51FA8FE}">
      <dgm:prSet/>
      <dgm:spPr/>
      <dgm:t>
        <a:bodyPr/>
        <a:lstStyle/>
        <a:p>
          <a:endParaRPr lang="en-US" sz="1800" b="1"/>
        </a:p>
      </dgm:t>
    </dgm:pt>
    <dgm:pt modelId="{6AD32E60-30EB-5F49-8402-FEBB1BEC15FB}">
      <dgm:prSet custT="1"/>
      <dgm:spPr/>
      <dgm:t>
        <a:bodyPr/>
        <a:lstStyle/>
        <a:p>
          <a:r>
            <a:rPr lang="en-US" sz="1800" b="1" dirty="0"/>
            <a:t>support of modular programming</a:t>
          </a:r>
        </a:p>
      </dgm:t>
    </dgm:pt>
    <dgm:pt modelId="{E5771208-8447-2F49-876E-5F704802A112}" type="sibTrans" cxnId="{51DF8080-7CAB-D046-BCF8-A72F41EC976A}">
      <dgm:prSet/>
      <dgm:spPr/>
      <dgm:t>
        <a:bodyPr/>
        <a:lstStyle/>
        <a:p>
          <a:endParaRPr lang="en-US" sz="1800" b="1"/>
        </a:p>
      </dgm:t>
    </dgm:pt>
    <dgm:pt modelId="{D17AC847-18A7-6242-95AF-C5A5041F1189}" type="parTrans" cxnId="{51DF8080-7CAB-D046-BCF8-A72F41EC976A}">
      <dgm:prSet/>
      <dgm:spPr/>
      <dgm:t>
        <a:bodyPr/>
        <a:lstStyle/>
        <a:p>
          <a:endParaRPr lang="en-US" sz="1800" b="1"/>
        </a:p>
      </dgm:t>
    </dgm:pt>
    <dgm:pt modelId="{917AD6AD-473C-6B42-9778-12D0B8634556}">
      <dgm:prSet custT="1"/>
      <dgm:spPr>
        <a:solidFill>
          <a:schemeClr val="accent6"/>
        </a:solidFill>
      </dgm:spPr>
      <dgm:t>
        <a:bodyPr/>
        <a:lstStyle/>
        <a:p>
          <a:r>
            <a:rPr lang="en-US" sz="1800" b="1" dirty="0"/>
            <a:t>automatic allocation and management</a:t>
          </a:r>
        </a:p>
      </dgm:t>
    </dgm:pt>
    <dgm:pt modelId="{9C593880-76CB-0B4A-AF58-0D6DCF60392C}" type="sibTrans" cxnId="{A19416EE-902F-3548-9C7C-8BD8736681ED}">
      <dgm:prSet/>
      <dgm:spPr/>
      <dgm:t>
        <a:bodyPr/>
        <a:lstStyle/>
        <a:p>
          <a:endParaRPr lang="en-US" sz="1800" b="1"/>
        </a:p>
      </dgm:t>
    </dgm:pt>
    <dgm:pt modelId="{FB5C4788-E623-8A42-9435-061E3F472B60}" type="parTrans" cxnId="{A19416EE-902F-3548-9C7C-8BD8736681ED}">
      <dgm:prSet/>
      <dgm:spPr/>
      <dgm:t>
        <a:bodyPr/>
        <a:lstStyle/>
        <a:p>
          <a:endParaRPr lang="en-US" sz="1800" b="1"/>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custLinFactNeighborX="0" custLinFactNeighborY="-22071">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D079CE7-16E6-034F-99F5-3BA490E326B1}" type="doc">
      <dgm:prSet loTypeId="urn:microsoft.com/office/officeart/2005/8/layout/chart3" loCatId="relationship" qsTypeId="urn:microsoft.com/office/officeart/2005/8/quickstyle/simple4" qsCatId="simple" csTypeId="urn:microsoft.com/office/officeart/2005/8/colors/accent1_2" csCatId="accent1" phldr="1"/>
      <dgm:spPr/>
    </dgm:pt>
    <dgm:pt modelId="{25E9CC9E-D029-B544-A856-1F89D88BF301}">
      <dgm:prSet phldrT="[Text]" custT="1"/>
      <dgm:spPr>
        <a:solidFill>
          <a:schemeClr val="accent6"/>
        </a:solidFill>
      </dgm:spPr>
      <dgm:t>
        <a:bodyPr/>
        <a:lstStyle/>
        <a:p>
          <a:r>
            <a:rPr lang="en-US" sz="2000" b="1" dirty="0"/>
            <a:t>fairness</a:t>
          </a:r>
        </a:p>
      </dgm:t>
    </dgm:pt>
    <dgm:pt modelId="{FC78C980-CC63-F743-B4D3-A70F7A65F0B6}" type="parTrans" cxnId="{969B6929-87BD-A041-B50C-F7CE60D8689F}">
      <dgm:prSet/>
      <dgm:spPr/>
      <dgm:t>
        <a:bodyPr/>
        <a:lstStyle/>
        <a:p>
          <a:endParaRPr lang="en-US" sz="2000" b="1"/>
        </a:p>
      </dgm:t>
    </dgm:pt>
    <dgm:pt modelId="{78BC3165-2594-3542-8B29-80F6DDFE436D}" type="sibTrans" cxnId="{969B6929-87BD-A041-B50C-F7CE60D8689F}">
      <dgm:prSet/>
      <dgm:spPr/>
      <dgm:t>
        <a:bodyPr/>
        <a:lstStyle/>
        <a:p>
          <a:endParaRPr lang="en-US" sz="2000" b="1"/>
        </a:p>
      </dgm:t>
    </dgm:pt>
    <dgm:pt modelId="{BB4D58E7-1496-B545-A368-663EBE3D2C4A}">
      <dgm:prSet custT="1"/>
      <dgm:spPr/>
      <dgm:t>
        <a:bodyPr/>
        <a:lstStyle/>
        <a:p>
          <a:r>
            <a:rPr lang="en-US" sz="2000" b="1" dirty="0"/>
            <a:t>differential responsiveness</a:t>
          </a:r>
        </a:p>
      </dgm:t>
    </dgm:pt>
    <dgm:pt modelId="{02C64378-8B9A-F541-8E01-EE0339C15C90}" type="parTrans" cxnId="{008FADFF-3B1A-D647-B4C3-2A29387D9058}">
      <dgm:prSet/>
      <dgm:spPr/>
      <dgm:t>
        <a:bodyPr/>
        <a:lstStyle/>
        <a:p>
          <a:endParaRPr lang="en-US" sz="2000" b="1"/>
        </a:p>
      </dgm:t>
    </dgm:pt>
    <dgm:pt modelId="{AE6C5CBD-1C44-0F4A-B157-1E8206EE160B}" type="sibTrans" cxnId="{008FADFF-3B1A-D647-B4C3-2A29387D9058}">
      <dgm:prSet/>
      <dgm:spPr/>
      <dgm:t>
        <a:bodyPr/>
        <a:lstStyle/>
        <a:p>
          <a:endParaRPr lang="en-US" sz="2000" b="1"/>
        </a:p>
      </dgm:t>
    </dgm:pt>
    <dgm:pt modelId="{C613BF03-F977-2F4F-A760-AFC8D733F736}">
      <dgm:prSet custT="1"/>
      <dgm:spPr>
        <a:solidFill>
          <a:schemeClr val="accent3">
            <a:lumMod val="75000"/>
          </a:schemeClr>
        </a:solidFill>
      </dgm:spPr>
      <dgm:t>
        <a:bodyPr/>
        <a:lstStyle/>
        <a:p>
          <a:r>
            <a:rPr lang="en-US" sz="2000" b="1" dirty="0"/>
            <a:t>efficiency</a:t>
          </a:r>
        </a:p>
      </dgm:t>
    </dgm:pt>
    <dgm:pt modelId="{E87DB409-189C-9741-9826-7DB0C0EE106E}" type="parTrans" cxnId="{1D9AFF14-DBBF-974E-88BB-51D3401BB8A8}">
      <dgm:prSet/>
      <dgm:spPr/>
      <dgm:t>
        <a:bodyPr/>
        <a:lstStyle/>
        <a:p>
          <a:endParaRPr lang="en-US" sz="2000" b="1"/>
        </a:p>
      </dgm:t>
    </dgm:pt>
    <dgm:pt modelId="{1736C681-EC1A-D243-9F80-F0A3ABB03709}" type="sibTrans" cxnId="{1D9AFF14-DBBF-974E-88BB-51D3401BB8A8}">
      <dgm:prSet/>
      <dgm:spPr/>
      <dgm:t>
        <a:bodyPr/>
        <a:lstStyle/>
        <a:p>
          <a:endParaRPr lang="en-US" sz="2000" b="1"/>
        </a:p>
      </dgm:t>
    </dgm:pt>
    <dgm:pt modelId="{788A266D-CB5A-C849-AEA7-048D1CE7E056}" type="pres">
      <dgm:prSet presAssocID="{5D079CE7-16E6-034F-99F5-3BA490E326B1}" presName="compositeShape" presStyleCnt="0">
        <dgm:presLayoutVars>
          <dgm:chMax val="7"/>
          <dgm:dir/>
          <dgm:resizeHandles val="exact"/>
        </dgm:presLayoutVars>
      </dgm:prSet>
      <dgm:spPr/>
    </dgm:pt>
    <dgm:pt modelId="{C6C0398E-5DF1-F24E-9796-ADAD05B8C726}" type="pres">
      <dgm:prSet presAssocID="{5D079CE7-16E6-034F-99F5-3BA490E326B1}" presName="wedge1" presStyleLbl="node1" presStyleIdx="0" presStyleCnt="3" custLinFactNeighborX="-4816" custLinFactNeighborY="2709"/>
      <dgm:spPr/>
    </dgm:pt>
    <dgm:pt modelId="{A6561189-97BA-D64B-BBC0-25686C4693DA}" type="pres">
      <dgm:prSet presAssocID="{5D079CE7-16E6-034F-99F5-3BA490E326B1}" presName="wedge1Tx" presStyleLbl="node1" presStyleIdx="0" presStyleCnt="3">
        <dgm:presLayoutVars>
          <dgm:chMax val="0"/>
          <dgm:chPref val="0"/>
          <dgm:bulletEnabled val="1"/>
        </dgm:presLayoutVars>
      </dgm:prSet>
      <dgm:spPr/>
    </dgm:pt>
    <dgm:pt modelId="{71C7C1E5-AC56-8D4C-B0F8-41E32D153D9D}" type="pres">
      <dgm:prSet presAssocID="{5D079CE7-16E6-034F-99F5-3BA490E326B1}" presName="wedge2" presStyleLbl="node1" presStyleIdx="1" presStyleCnt="3"/>
      <dgm:spPr/>
    </dgm:pt>
    <dgm:pt modelId="{CF3A5B1E-B121-5146-A96C-4C8904DF404E}" type="pres">
      <dgm:prSet presAssocID="{5D079CE7-16E6-034F-99F5-3BA490E326B1}" presName="wedge2Tx" presStyleLbl="node1" presStyleIdx="1" presStyleCnt="3">
        <dgm:presLayoutVars>
          <dgm:chMax val="0"/>
          <dgm:chPref val="0"/>
          <dgm:bulletEnabled val="1"/>
        </dgm:presLayoutVars>
      </dgm:prSet>
      <dgm:spPr/>
    </dgm:pt>
    <dgm:pt modelId="{DB3E713C-5D2F-BA4F-A01C-1C230AC4E998}" type="pres">
      <dgm:prSet presAssocID="{5D079CE7-16E6-034F-99F5-3BA490E326B1}" presName="wedge3" presStyleLbl="node1" presStyleIdx="2" presStyleCnt="3"/>
      <dgm:spPr/>
    </dgm:pt>
    <dgm:pt modelId="{52E7D205-C601-B548-B539-E8E946E429D8}" type="pres">
      <dgm:prSet presAssocID="{5D079CE7-16E6-034F-99F5-3BA490E326B1}" presName="wedge3Tx" presStyleLbl="node1" presStyleIdx="2" presStyleCnt="3">
        <dgm:presLayoutVars>
          <dgm:chMax val="0"/>
          <dgm:chPref val="0"/>
          <dgm:bulletEnabled val="1"/>
        </dgm:presLayoutVars>
      </dgm:prSet>
      <dgm:spPr/>
    </dgm:pt>
  </dgm:ptLst>
  <dgm:cxnLst>
    <dgm:cxn modelId="{1D9AFF14-DBBF-974E-88BB-51D3401BB8A8}" srcId="{5D079CE7-16E6-034F-99F5-3BA490E326B1}" destId="{C613BF03-F977-2F4F-A760-AFC8D733F736}" srcOrd="2" destOrd="0" parTransId="{E87DB409-189C-9741-9826-7DB0C0EE106E}" sibTransId="{1736C681-EC1A-D243-9F80-F0A3ABB03709}"/>
    <dgm:cxn modelId="{C5D5E528-F0F1-904D-8E59-5BADF4CAF8EE}" type="presOf" srcId="{C613BF03-F977-2F4F-A760-AFC8D733F736}" destId="{52E7D205-C601-B548-B539-E8E946E429D8}" srcOrd="1" destOrd="0" presId="urn:microsoft.com/office/officeart/2005/8/layout/chart3"/>
    <dgm:cxn modelId="{969B6929-87BD-A041-B50C-F7CE60D8689F}" srcId="{5D079CE7-16E6-034F-99F5-3BA490E326B1}" destId="{25E9CC9E-D029-B544-A856-1F89D88BF301}" srcOrd="0" destOrd="0" parTransId="{FC78C980-CC63-F743-B4D3-A70F7A65F0B6}" sibTransId="{78BC3165-2594-3542-8B29-80F6DDFE436D}"/>
    <dgm:cxn modelId="{1B7A7941-B96B-E64E-A486-E02829561424}" type="presOf" srcId="{C613BF03-F977-2F4F-A760-AFC8D733F736}" destId="{DB3E713C-5D2F-BA4F-A01C-1C230AC4E998}" srcOrd="0" destOrd="0" presId="urn:microsoft.com/office/officeart/2005/8/layout/chart3"/>
    <dgm:cxn modelId="{1F854488-B78B-FB4D-BF59-1F693007421F}" type="presOf" srcId="{25E9CC9E-D029-B544-A856-1F89D88BF301}" destId="{A6561189-97BA-D64B-BBC0-25686C4693DA}" srcOrd="1" destOrd="0" presId="urn:microsoft.com/office/officeart/2005/8/layout/chart3"/>
    <dgm:cxn modelId="{29BA89A2-9A17-0644-82FA-A6D43E5BE5F1}" type="presOf" srcId="{BB4D58E7-1496-B545-A368-663EBE3D2C4A}" destId="{CF3A5B1E-B121-5146-A96C-4C8904DF404E}" srcOrd="1" destOrd="0" presId="urn:microsoft.com/office/officeart/2005/8/layout/chart3"/>
    <dgm:cxn modelId="{FD037AB6-B638-B345-ACA4-370733A1E827}" type="presOf" srcId="{25E9CC9E-D029-B544-A856-1F89D88BF301}" destId="{C6C0398E-5DF1-F24E-9796-ADAD05B8C726}" srcOrd="0" destOrd="0" presId="urn:microsoft.com/office/officeart/2005/8/layout/chart3"/>
    <dgm:cxn modelId="{CFFFDCEB-DE72-5543-8D4A-E04D6CCAE398}" type="presOf" srcId="{5D079CE7-16E6-034F-99F5-3BA490E326B1}" destId="{788A266D-CB5A-C849-AEA7-048D1CE7E056}" srcOrd="0" destOrd="0" presId="urn:microsoft.com/office/officeart/2005/8/layout/chart3"/>
    <dgm:cxn modelId="{BF6220F2-CAAA-EE40-A664-2EDC173E4D12}" type="presOf" srcId="{BB4D58E7-1496-B545-A368-663EBE3D2C4A}" destId="{71C7C1E5-AC56-8D4C-B0F8-41E32D153D9D}" srcOrd="0" destOrd="0" presId="urn:microsoft.com/office/officeart/2005/8/layout/chart3"/>
    <dgm:cxn modelId="{008FADFF-3B1A-D647-B4C3-2A29387D9058}" srcId="{5D079CE7-16E6-034F-99F5-3BA490E326B1}" destId="{BB4D58E7-1496-B545-A368-663EBE3D2C4A}" srcOrd="1" destOrd="0" parTransId="{02C64378-8B9A-F541-8E01-EE0339C15C90}" sibTransId="{AE6C5CBD-1C44-0F4A-B157-1E8206EE160B}"/>
    <dgm:cxn modelId="{2044A7BC-158C-CC4C-9059-6C788D9E8640}" type="presParOf" srcId="{788A266D-CB5A-C849-AEA7-048D1CE7E056}" destId="{C6C0398E-5DF1-F24E-9796-ADAD05B8C726}" srcOrd="0" destOrd="0" presId="urn:microsoft.com/office/officeart/2005/8/layout/chart3"/>
    <dgm:cxn modelId="{70F5908A-2223-3C49-9628-EE95C8041EDB}" type="presParOf" srcId="{788A266D-CB5A-C849-AEA7-048D1CE7E056}" destId="{A6561189-97BA-D64B-BBC0-25686C4693DA}" srcOrd="1" destOrd="0" presId="urn:microsoft.com/office/officeart/2005/8/layout/chart3"/>
    <dgm:cxn modelId="{EEA851E0-14F0-1541-8944-7F29370764D2}" type="presParOf" srcId="{788A266D-CB5A-C849-AEA7-048D1CE7E056}" destId="{71C7C1E5-AC56-8D4C-B0F8-41E32D153D9D}" srcOrd="2" destOrd="0" presId="urn:microsoft.com/office/officeart/2005/8/layout/chart3"/>
    <dgm:cxn modelId="{3B246168-C015-D04E-9619-FCB3FCC1301E}" type="presParOf" srcId="{788A266D-CB5A-C849-AEA7-048D1CE7E056}" destId="{CF3A5B1E-B121-5146-A96C-4C8904DF404E}" srcOrd="3" destOrd="0" presId="urn:microsoft.com/office/officeart/2005/8/layout/chart3"/>
    <dgm:cxn modelId="{14BE57F0-399E-BB4A-BA10-ADD0EF51DB32}" type="presParOf" srcId="{788A266D-CB5A-C849-AEA7-048D1CE7E056}" destId="{DB3E713C-5D2F-BA4F-A01C-1C230AC4E998}" srcOrd="4" destOrd="0" presId="urn:microsoft.com/office/officeart/2005/8/layout/chart3"/>
    <dgm:cxn modelId="{AE011557-447A-774A-9DFA-051F2C0A5131}" type="presParOf" srcId="{788A266D-CB5A-C849-AEA7-048D1CE7E056}" destId="{52E7D205-C601-B548-B539-E8E946E429D8}"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77E1EA-87F7-BF48-B76A-6165B2DE4E2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DCD145F8-83B5-2E42-A9F8-E854520EAC63}">
      <dgm:prSet phldrT="[Text]" custT="1"/>
      <dgm:spPr/>
      <dgm:t>
        <a:bodyPr/>
        <a:lstStyle/>
        <a:p>
          <a:r>
            <a:rPr lang="en-NZ" sz="2200" b="1" dirty="0"/>
            <a:t>Different approaches and design elements :</a:t>
          </a:r>
          <a:endParaRPr lang="en-US" sz="2200" b="1" dirty="0"/>
        </a:p>
      </dgm:t>
    </dgm:pt>
    <dgm:pt modelId="{740764E2-5B3C-9D40-BA44-038C3CF19D35}" type="parTrans" cxnId="{0914CDE4-D52B-4C44-999A-7C4E4113B9DC}">
      <dgm:prSet/>
      <dgm:spPr/>
      <dgm:t>
        <a:bodyPr/>
        <a:lstStyle/>
        <a:p>
          <a:endParaRPr lang="en-US"/>
        </a:p>
      </dgm:t>
    </dgm:pt>
    <dgm:pt modelId="{4517C349-6294-7B48-8278-ED5FD9B8FC61}" type="sibTrans" cxnId="{0914CDE4-D52B-4C44-999A-7C4E4113B9DC}">
      <dgm:prSet/>
      <dgm:spPr/>
      <dgm:t>
        <a:bodyPr/>
        <a:lstStyle/>
        <a:p>
          <a:endParaRPr lang="en-US"/>
        </a:p>
      </dgm:t>
    </dgm:pt>
    <dgm:pt modelId="{4C876D49-8477-2C4A-BB4A-12851A6EE2FE}">
      <dgm:prSet custT="1"/>
      <dgm:spPr/>
      <dgm:t>
        <a:bodyPr/>
        <a:lstStyle/>
        <a:p>
          <a:r>
            <a:rPr lang="en-NZ" sz="2000" b="1" dirty="0">
              <a:latin typeface="Microsoft YaHei" panose="020B0503020204020204" pitchFamily="34" charset="-122"/>
              <a:ea typeface="Microsoft YaHei" panose="020B0503020204020204" pitchFamily="34" charset="-122"/>
            </a:rPr>
            <a:t>Microkernel architecture</a:t>
          </a:r>
        </a:p>
      </dgm:t>
    </dgm:pt>
    <dgm:pt modelId="{4A895147-C49F-4045-B3A0-0F0E96D01822}" type="parTrans" cxnId="{3C2A5F09-1A3D-5141-9A11-539E2D43DD4F}">
      <dgm:prSet/>
      <dgm:spPr/>
      <dgm:t>
        <a:bodyPr/>
        <a:lstStyle/>
        <a:p>
          <a:endParaRPr lang="en-US"/>
        </a:p>
      </dgm:t>
    </dgm:pt>
    <dgm:pt modelId="{2AFE65BC-047D-4747-BA3A-620FE859BAB7}" type="sibTrans" cxnId="{3C2A5F09-1A3D-5141-9A11-539E2D43DD4F}">
      <dgm:prSet/>
      <dgm:spPr/>
      <dgm:t>
        <a:bodyPr/>
        <a:lstStyle/>
        <a:p>
          <a:endParaRPr lang="en-US"/>
        </a:p>
      </dgm:t>
    </dgm:pt>
    <dgm:pt modelId="{22F80CB3-9173-2548-B161-4E16CD387926}">
      <dgm:prSet custT="1"/>
      <dgm:spPr/>
      <dgm:t>
        <a:bodyPr/>
        <a:lstStyle/>
        <a:p>
          <a:r>
            <a:rPr lang="en-NZ" sz="2000" b="1" dirty="0">
              <a:latin typeface="Microsoft YaHei" panose="020B0503020204020204" pitchFamily="34" charset="-122"/>
              <a:ea typeface="Microsoft YaHei" panose="020B0503020204020204" pitchFamily="34" charset="-122"/>
            </a:rPr>
            <a:t>Multithreading</a:t>
          </a:r>
        </a:p>
      </dgm:t>
    </dgm:pt>
    <dgm:pt modelId="{CC55D367-E5DD-1C41-88C0-715C4D5F5776}" type="parTrans" cxnId="{45A8A8C0-9AF3-E542-B6EB-F3CB52F3953A}">
      <dgm:prSet/>
      <dgm:spPr/>
      <dgm:t>
        <a:bodyPr/>
        <a:lstStyle/>
        <a:p>
          <a:endParaRPr lang="en-US"/>
        </a:p>
      </dgm:t>
    </dgm:pt>
    <dgm:pt modelId="{BFCEF71D-0588-244D-ABFC-AA372BCD87E0}" type="sibTrans" cxnId="{45A8A8C0-9AF3-E542-B6EB-F3CB52F3953A}">
      <dgm:prSet/>
      <dgm:spPr/>
      <dgm:t>
        <a:bodyPr/>
        <a:lstStyle/>
        <a:p>
          <a:endParaRPr lang="en-US"/>
        </a:p>
      </dgm:t>
    </dgm:pt>
    <dgm:pt modelId="{C0ED2A2F-69EF-FD4D-8999-D9EBBBB68B3B}">
      <dgm:prSet custT="1"/>
      <dgm:spPr/>
      <dgm:t>
        <a:bodyPr/>
        <a:lstStyle/>
        <a:p>
          <a:r>
            <a:rPr lang="en-NZ" sz="2000" b="1" dirty="0">
              <a:latin typeface="Microsoft YaHei" panose="020B0503020204020204" pitchFamily="34" charset="-122"/>
              <a:ea typeface="Microsoft YaHei" panose="020B0503020204020204" pitchFamily="34" charset="-122"/>
            </a:rPr>
            <a:t>Symmetric multiprocessing</a:t>
          </a:r>
        </a:p>
      </dgm:t>
    </dgm:pt>
    <dgm:pt modelId="{6D14272C-A272-124C-B272-0B93C3FBE164}" type="parTrans" cxnId="{A15C3EEC-00F4-DA4B-96C7-D8DBDA6F1DAF}">
      <dgm:prSet/>
      <dgm:spPr/>
      <dgm:t>
        <a:bodyPr/>
        <a:lstStyle/>
        <a:p>
          <a:endParaRPr lang="en-US"/>
        </a:p>
      </dgm:t>
    </dgm:pt>
    <dgm:pt modelId="{B9488A49-8E20-634B-BB37-1BE399AA9313}" type="sibTrans" cxnId="{A15C3EEC-00F4-DA4B-96C7-D8DBDA6F1DAF}">
      <dgm:prSet/>
      <dgm:spPr/>
      <dgm:t>
        <a:bodyPr/>
        <a:lstStyle/>
        <a:p>
          <a:endParaRPr lang="en-US"/>
        </a:p>
      </dgm:t>
    </dgm:pt>
    <dgm:pt modelId="{CA2FCDA9-35D5-ED47-ADC6-F0992EA0D9FC}">
      <dgm:prSet custT="1"/>
      <dgm:spPr/>
      <dgm:t>
        <a:bodyPr/>
        <a:lstStyle/>
        <a:p>
          <a:r>
            <a:rPr lang="en-NZ" sz="2000" dirty="0">
              <a:latin typeface="Microsoft YaHei" panose="020B0503020204020204" pitchFamily="34" charset="-122"/>
              <a:ea typeface="Microsoft YaHei" panose="020B0503020204020204" pitchFamily="34" charset="-122"/>
            </a:rPr>
            <a:t>Distributed operating systems</a:t>
          </a:r>
        </a:p>
      </dgm:t>
    </dgm:pt>
    <dgm:pt modelId="{062AB766-5965-A040-AF71-E9F77315A035}" type="parTrans" cxnId="{C5424E64-20F9-FB47-9D8F-04C1243230E1}">
      <dgm:prSet/>
      <dgm:spPr/>
      <dgm:t>
        <a:bodyPr/>
        <a:lstStyle/>
        <a:p>
          <a:endParaRPr lang="en-US"/>
        </a:p>
      </dgm:t>
    </dgm:pt>
    <dgm:pt modelId="{42EE109C-99A4-BB43-8E32-627383E4AAF6}" type="sibTrans" cxnId="{C5424E64-20F9-FB47-9D8F-04C1243230E1}">
      <dgm:prSet/>
      <dgm:spPr/>
      <dgm:t>
        <a:bodyPr/>
        <a:lstStyle/>
        <a:p>
          <a:endParaRPr lang="en-US"/>
        </a:p>
      </dgm:t>
    </dgm:pt>
    <dgm:pt modelId="{47690C75-3716-A241-A311-4612C26AC664}">
      <dgm:prSet custT="1"/>
      <dgm:spPr/>
      <dgm:t>
        <a:bodyPr/>
        <a:lstStyle/>
        <a:p>
          <a:r>
            <a:rPr lang="en-NZ" sz="2000" dirty="0">
              <a:latin typeface="Microsoft YaHei" panose="020B0503020204020204" pitchFamily="34" charset="-122"/>
              <a:ea typeface="Microsoft YaHei" panose="020B0503020204020204" pitchFamily="34" charset="-122"/>
            </a:rPr>
            <a:t>Object-oriented design</a:t>
          </a:r>
        </a:p>
      </dgm:t>
    </dgm:pt>
    <dgm:pt modelId="{D23161CC-D3C3-CD47-B1A1-A1A172F98306}" type="parTrans" cxnId="{42495778-F9FB-CB46-A12C-00EA0B21E491}">
      <dgm:prSet/>
      <dgm:spPr/>
      <dgm:t>
        <a:bodyPr/>
        <a:lstStyle/>
        <a:p>
          <a:endParaRPr lang="en-US"/>
        </a:p>
      </dgm:t>
    </dgm:pt>
    <dgm:pt modelId="{C5E525BB-5371-6A4F-A564-91D787A81443}" type="sibTrans" cxnId="{42495778-F9FB-CB46-A12C-00EA0B21E491}">
      <dgm:prSet/>
      <dgm:spPr/>
      <dgm:t>
        <a:bodyPr/>
        <a:lstStyle/>
        <a:p>
          <a:endParaRPr lang="en-US"/>
        </a:p>
      </dgm:t>
    </dgm:pt>
    <dgm:pt modelId="{31962772-51CB-6A40-B816-9D224BEAEA79}" type="pres">
      <dgm:prSet presAssocID="{EB77E1EA-87F7-BF48-B76A-6165B2DE4E2D}" presName="linear" presStyleCnt="0">
        <dgm:presLayoutVars>
          <dgm:dir/>
          <dgm:animLvl val="lvl"/>
          <dgm:resizeHandles val="exact"/>
        </dgm:presLayoutVars>
      </dgm:prSet>
      <dgm:spPr/>
    </dgm:pt>
    <dgm:pt modelId="{1EFAECEF-C095-964B-B308-F82287B1DBD9}" type="pres">
      <dgm:prSet presAssocID="{DCD145F8-83B5-2E42-A9F8-E854520EAC63}" presName="parentLin" presStyleCnt="0"/>
      <dgm:spPr/>
    </dgm:pt>
    <dgm:pt modelId="{674079A8-1F41-B548-897C-6270953BC33C}" type="pres">
      <dgm:prSet presAssocID="{DCD145F8-83B5-2E42-A9F8-E854520EAC63}" presName="parentLeftMargin" presStyleLbl="node1" presStyleIdx="0" presStyleCnt="1"/>
      <dgm:spPr/>
    </dgm:pt>
    <dgm:pt modelId="{83794904-62F1-3248-BF0D-6CBE7893EADB}" type="pres">
      <dgm:prSet presAssocID="{DCD145F8-83B5-2E42-A9F8-E854520EAC63}" presName="parentText" presStyleLbl="node1" presStyleIdx="0" presStyleCnt="1" custScaleX="714460" custScaleY="49862" custLinFactNeighborX="1136" custLinFactNeighborY="-69">
        <dgm:presLayoutVars>
          <dgm:chMax val="0"/>
          <dgm:bulletEnabled val="1"/>
        </dgm:presLayoutVars>
      </dgm:prSet>
      <dgm:spPr/>
    </dgm:pt>
    <dgm:pt modelId="{406F8105-6D84-A843-A576-74A971264734}" type="pres">
      <dgm:prSet presAssocID="{DCD145F8-83B5-2E42-A9F8-E854520EAC63}" presName="negativeSpace" presStyleCnt="0"/>
      <dgm:spPr/>
    </dgm:pt>
    <dgm:pt modelId="{6DABB729-FAEA-4D42-9064-64C0C1BA4D27}" type="pres">
      <dgm:prSet presAssocID="{DCD145F8-83B5-2E42-A9F8-E854520EAC63}" presName="childText" presStyleLbl="conFgAcc1" presStyleIdx="0" presStyleCnt="1">
        <dgm:presLayoutVars>
          <dgm:bulletEnabled val="1"/>
        </dgm:presLayoutVars>
      </dgm:prSet>
      <dgm:spPr/>
    </dgm:pt>
  </dgm:ptLst>
  <dgm:cxnLst>
    <dgm:cxn modelId="{3C2A5F09-1A3D-5141-9A11-539E2D43DD4F}" srcId="{DCD145F8-83B5-2E42-A9F8-E854520EAC63}" destId="{4C876D49-8477-2C4A-BB4A-12851A6EE2FE}" srcOrd="0" destOrd="0" parTransId="{4A895147-C49F-4045-B3A0-0F0E96D01822}" sibTransId="{2AFE65BC-047D-4747-BA3A-620FE859BAB7}"/>
    <dgm:cxn modelId="{A3E4DC30-0924-B94D-8F89-40E05F3E662F}" type="presOf" srcId="{22F80CB3-9173-2548-B161-4E16CD387926}" destId="{6DABB729-FAEA-4D42-9064-64C0C1BA4D27}" srcOrd="0" destOrd="1" presId="urn:microsoft.com/office/officeart/2005/8/layout/list1"/>
    <dgm:cxn modelId="{A9DC873E-5D79-9D4C-B971-C1EE4E0DD92C}" type="presOf" srcId="{EB77E1EA-87F7-BF48-B76A-6165B2DE4E2D}" destId="{31962772-51CB-6A40-B816-9D224BEAEA79}" srcOrd="0" destOrd="0" presId="urn:microsoft.com/office/officeart/2005/8/layout/list1"/>
    <dgm:cxn modelId="{C5424E64-20F9-FB47-9D8F-04C1243230E1}" srcId="{DCD145F8-83B5-2E42-A9F8-E854520EAC63}" destId="{CA2FCDA9-35D5-ED47-ADC6-F0992EA0D9FC}" srcOrd="3" destOrd="0" parTransId="{062AB766-5965-A040-AF71-E9F77315A035}" sibTransId="{42EE109C-99A4-BB43-8E32-627383E4AAF6}"/>
    <dgm:cxn modelId="{5D15536F-5902-2F44-872B-1F5CB99E0BFC}" type="presOf" srcId="{DCD145F8-83B5-2E42-A9F8-E854520EAC63}" destId="{83794904-62F1-3248-BF0D-6CBE7893EADB}" srcOrd="1" destOrd="0" presId="urn:microsoft.com/office/officeart/2005/8/layout/list1"/>
    <dgm:cxn modelId="{42495778-F9FB-CB46-A12C-00EA0B21E491}" srcId="{DCD145F8-83B5-2E42-A9F8-E854520EAC63}" destId="{47690C75-3716-A241-A311-4612C26AC664}" srcOrd="4" destOrd="0" parTransId="{D23161CC-D3C3-CD47-B1A1-A1A172F98306}" sibTransId="{C5E525BB-5371-6A4F-A564-91D787A81443}"/>
    <dgm:cxn modelId="{D632C696-4A56-1D47-90EC-2FFCE52D97E8}" type="presOf" srcId="{47690C75-3716-A241-A311-4612C26AC664}" destId="{6DABB729-FAEA-4D42-9064-64C0C1BA4D27}" srcOrd="0" destOrd="4" presId="urn:microsoft.com/office/officeart/2005/8/layout/list1"/>
    <dgm:cxn modelId="{EDC4EE99-5D73-6D4B-9849-28513D184F65}" type="presOf" srcId="{C0ED2A2F-69EF-FD4D-8999-D9EBBBB68B3B}" destId="{6DABB729-FAEA-4D42-9064-64C0C1BA4D27}" srcOrd="0" destOrd="2" presId="urn:microsoft.com/office/officeart/2005/8/layout/list1"/>
    <dgm:cxn modelId="{12BF4DAF-E24E-3D41-B200-057F7C93E059}" type="presOf" srcId="{CA2FCDA9-35D5-ED47-ADC6-F0992EA0D9FC}" destId="{6DABB729-FAEA-4D42-9064-64C0C1BA4D27}" srcOrd="0" destOrd="3" presId="urn:microsoft.com/office/officeart/2005/8/layout/list1"/>
    <dgm:cxn modelId="{45A8A8C0-9AF3-E542-B6EB-F3CB52F3953A}" srcId="{DCD145F8-83B5-2E42-A9F8-E854520EAC63}" destId="{22F80CB3-9173-2548-B161-4E16CD387926}" srcOrd="1" destOrd="0" parTransId="{CC55D367-E5DD-1C41-88C0-715C4D5F5776}" sibTransId="{BFCEF71D-0588-244D-ABFC-AA372BCD87E0}"/>
    <dgm:cxn modelId="{0914CDE4-D52B-4C44-999A-7C4E4113B9DC}" srcId="{EB77E1EA-87F7-BF48-B76A-6165B2DE4E2D}" destId="{DCD145F8-83B5-2E42-A9F8-E854520EAC63}" srcOrd="0" destOrd="0" parTransId="{740764E2-5B3C-9D40-BA44-038C3CF19D35}" sibTransId="{4517C349-6294-7B48-8278-ED5FD9B8FC61}"/>
    <dgm:cxn modelId="{A15C3EEC-00F4-DA4B-96C7-D8DBDA6F1DAF}" srcId="{DCD145F8-83B5-2E42-A9F8-E854520EAC63}" destId="{C0ED2A2F-69EF-FD4D-8999-D9EBBBB68B3B}" srcOrd="2" destOrd="0" parTransId="{6D14272C-A272-124C-B272-0B93C3FBE164}" sibTransId="{B9488A49-8E20-634B-BB37-1BE399AA9313}"/>
    <dgm:cxn modelId="{2DC3D7FC-E2E2-D54A-91BA-6B559E516F83}" type="presOf" srcId="{4C876D49-8477-2C4A-BB4A-12851A6EE2FE}" destId="{6DABB729-FAEA-4D42-9064-64C0C1BA4D27}" srcOrd="0" destOrd="0" presId="urn:microsoft.com/office/officeart/2005/8/layout/list1"/>
    <dgm:cxn modelId="{C99F7CFF-C908-1D4C-AD14-3B490F8B1C15}" type="presOf" srcId="{DCD145F8-83B5-2E42-A9F8-E854520EAC63}" destId="{674079A8-1F41-B548-897C-6270953BC33C}" srcOrd="0" destOrd="0" presId="urn:microsoft.com/office/officeart/2005/8/layout/list1"/>
    <dgm:cxn modelId="{F3AC6D7E-F906-F84E-8835-5F8D20A37793}" type="presParOf" srcId="{31962772-51CB-6A40-B816-9D224BEAEA79}" destId="{1EFAECEF-C095-964B-B308-F82287B1DBD9}" srcOrd="0" destOrd="0" presId="urn:microsoft.com/office/officeart/2005/8/layout/list1"/>
    <dgm:cxn modelId="{BE114CB0-ADCE-534B-B725-0D77722E91BD}" type="presParOf" srcId="{1EFAECEF-C095-964B-B308-F82287B1DBD9}" destId="{674079A8-1F41-B548-897C-6270953BC33C}" srcOrd="0" destOrd="0" presId="urn:microsoft.com/office/officeart/2005/8/layout/list1"/>
    <dgm:cxn modelId="{9657D2CC-5D82-7144-B917-F31713D71133}" type="presParOf" srcId="{1EFAECEF-C095-964B-B308-F82287B1DBD9}" destId="{83794904-62F1-3248-BF0D-6CBE7893EADB}" srcOrd="1" destOrd="0" presId="urn:microsoft.com/office/officeart/2005/8/layout/list1"/>
    <dgm:cxn modelId="{BF03E4DA-796B-9A46-826F-508884222740}" type="presParOf" srcId="{31962772-51CB-6A40-B816-9D224BEAEA79}" destId="{406F8105-6D84-A843-A576-74A971264734}" srcOrd="1" destOrd="0" presId="urn:microsoft.com/office/officeart/2005/8/layout/list1"/>
    <dgm:cxn modelId="{61FD82B3-6BAA-144E-A839-5490A1B72CC7}" type="presParOf" srcId="{31962772-51CB-6A40-B816-9D224BEAEA79}" destId="{6DABB729-FAEA-4D42-9064-64C0C1BA4D2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C2DE963-3067-B94E-956B-0C8C8CF41C90}"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362CC42F-7764-F644-8C01-BFBACD099A88}">
      <dgm:prSet phldrT="[Text]" custT="1">
        <dgm:style>
          <a:lnRef idx="3">
            <a:schemeClr val="lt1"/>
          </a:lnRef>
          <a:fillRef idx="1">
            <a:schemeClr val="accent1"/>
          </a:fillRef>
          <a:effectRef idx="1">
            <a:schemeClr val="accent1"/>
          </a:effectRef>
          <a:fontRef idx="minor">
            <a:schemeClr val="lt1"/>
          </a:fontRef>
        </dgm:style>
      </dgm:prSet>
      <dgm:spPr/>
      <dgm:t>
        <a:bodyPr/>
        <a:lstStyle/>
        <a:p>
          <a:r>
            <a:rPr lang="en-US" sz="1800" dirty="0"/>
            <a:t>address spaces</a:t>
          </a:r>
        </a:p>
      </dgm:t>
    </dgm:pt>
    <dgm:pt modelId="{F9CF7677-59EC-CF48-96F3-8A6BE1D984B7}" type="parTrans" cxnId="{43DF288B-9A0E-6240-B5D6-E5C03AD48AA8}">
      <dgm:prSet/>
      <dgm:spPr/>
      <dgm:t>
        <a:bodyPr/>
        <a:lstStyle/>
        <a:p>
          <a:endParaRPr lang="en-US"/>
        </a:p>
      </dgm:t>
    </dgm:pt>
    <dgm:pt modelId="{C9145C9C-3E41-394E-801D-48917F873A9F}" type="sibTrans" cxnId="{43DF288B-9A0E-6240-B5D6-E5C03AD48AA8}">
      <dgm:prSet/>
      <dgm:spPr/>
      <dgm:t>
        <a:bodyPr/>
        <a:lstStyle/>
        <a:p>
          <a:endParaRPr lang="en-US"/>
        </a:p>
      </dgm:t>
    </dgm:pt>
    <dgm:pt modelId="{9D4C506F-618F-3A4E-97CF-426D8D09AC24}">
      <dgm:prSet custT="1">
        <dgm:style>
          <a:lnRef idx="3">
            <a:schemeClr val="lt1"/>
          </a:lnRef>
          <a:fillRef idx="1">
            <a:schemeClr val="accent6"/>
          </a:fillRef>
          <a:effectRef idx="1">
            <a:schemeClr val="accent6"/>
          </a:effectRef>
          <a:fontRef idx="minor">
            <a:schemeClr val="lt1"/>
          </a:fontRef>
        </dgm:style>
      </dgm:prSet>
      <dgm:spPr/>
      <dgm:t>
        <a:bodyPr/>
        <a:lstStyle/>
        <a:p>
          <a:r>
            <a:rPr lang="en-US" sz="1800" dirty="0"/>
            <a:t>interprocess communication (IPC)</a:t>
          </a:r>
        </a:p>
      </dgm:t>
    </dgm:pt>
    <dgm:pt modelId="{72FBBC00-958B-EA4A-9C1C-A4F4F5F65295}" type="parTrans" cxnId="{43243DCE-9440-9648-9233-E0496E070E70}">
      <dgm:prSet/>
      <dgm:spPr/>
      <dgm:t>
        <a:bodyPr/>
        <a:lstStyle/>
        <a:p>
          <a:endParaRPr lang="en-US"/>
        </a:p>
      </dgm:t>
    </dgm:pt>
    <dgm:pt modelId="{0B777CBA-95B5-4544-BA58-C63CBAA981BB}" type="sibTrans" cxnId="{43243DCE-9440-9648-9233-E0496E070E70}">
      <dgm:prSet/>
      <dgm:spPr/>
      <dgm:t>
        <a:bodyPr/>
        <a:lstStyle/>
        <a:p>
          <a:endParaRPr lang="en-US"/>
        </a:p>
      </dgm:t>
    </dgm:pt>
    <dgm:pt modelId="{508EE5EC-40ED-E145-9EF6-0434DD3EDAFF}">
      <dgm:prSet custT="1">
        <dgm:style>
          <a:lnRef idx="3">
            <a:schemeClr val="lt1"/>
          </a:lnRef>
          <a:fillRef idx="1">
            <a:schemeClr val="accent5"/>
          </a:fillRef>
          <a:effectRef idx="1">
            <a:schemeClr val="accent5"/>
          </a:effectRef>
          <a:fontRef idx="minor">
            <a:schemeClr val="lt1"/>
          </a:fontRef>
        </dgm:style>
      </dgm:prSet>
      <dgm:spPr/>
      <dgm:t>
        <a:bodyPr/>
        <a:lstStyle/>
        <a:p>
          <a:r>
            <a:rPr lang="en-US" sz="1800" dirty="0">
              <a:solidFill>
                <a:sysClr val="windowText" lastClr="000000"/>
              </a:solidFill>
            </a:rPr>
            <a:t>basic scheduling</a:t>
          </a:r>
        </a:p>
      </dgm:t>
    </dgm:pt>
    <dgm:pt modelId="{094DBDBD-7912-594A-8ED0-93ECB756BB26}" type="parTrans" cxnId="{42856B09-5D76-A545-856B-DE1AFF0CCB89}">
      <dgm:prSet/>
      <dgm:spPr/>
      <dgm:t>
        <a:bodyPr/>
        <a:lstStyle/>
        <a:p>
          <a:endParaRPr lang="en-US"/>
        </a:p>
      </dgm:t>
    </dgm:pt>
    <dgm:pt modelId="{D39A62B2-182E-DD4D-9910-3DAA29162281}" type="sibTrans" cxnId="{42856B09-5D76-A545-856B-DE1AFF0CCB89}">
      <dgm:prSet/>
      <dgm:spPr/>
      <dgm:t>
        <a:bodyPr/>
        <a:lstStyle/>
        <a:p>
          <a:endParaRPr lang="en-US"/>
        </a:p>
      </dgm:t>
    </dgm:pt>
    <dgm:pt modelId="{5144ED24-3012-F34B-8D7E-B9FD668B09F0}" type="pres">
      <dgm:prSet presAssocID="{2C2DE963-3067-B94E-956B-0C8C8CF41C90}" presName="Name0" presStyleCnt="0">
        <dgm:presLayoutVars>
          <dgm:dir/>
          <dgm:resizeHandles val="exact"/>
        </dgm:presLayoutVars>
      </dgm:prSet>
      <dgm:spPr/>
    </dgm:pt>
    <dgm:pt modelId="{458BA974-D1D0-7C45-8BAD-1585AF825221}" type="pres">
      <dgm:prSet presAssocID="{362CC42F-7764-F644-8C01-BFBACD099A88}" presName="Name5" presStyleLbl="vennNode1" presStyleIdx="0" presStyleCnt="3" custScaleX="135924">
        <dgm:presLayoutVars>
          <dgm:bulletEnabled val="1"/>
        </dgm:presLayoutVars>
      </dgm:prSet>
      <dgm:spPr/>
    </dgm:pt>
    <dgm:pt modelId="{0AD5A3F3-2527-D74C-BF11-80E10A5069E2}" type="pres">
      <dgm:prSet presAssocID="{C9145C9C-3E41-394E-801D-48917F873A9F}" presName="space" presStyleCnt="0"/>
      <dgm:spPr/>
    </dgm:pt>
    <dgm:pt modelId="{0C1E7BE6-80C6-3C42-B6EA-D548FFF8D7E8}" type="pres">
      <dgm:prSet presAssocID="{9D4C506F-618F-3A4E-97CF-426D8D09AC24}" presName="Name5" presStyleLbl="vennNode1" presStyleIdx="1" presStyleCnt="3" custScaleX="175004">
        <dgm:presLayoutVars>
          <dgm:bulletEnabled val="1"/>
        </dgm:presLayoutVars>
      </dgm:prSet>
      <dgm:spPr/>
    </dgm:pt>
    <dgm:pt modelId="{A020397B-F51F-E140-811B-4D1B2347ECAF}" type="pres">
      <dgm:prSet presAssocID="{0B777CBA-95B5-4544-BA58-C63CBAA981BB}" presName="space" presStyleCnt="0"/>
      <dgm:spPr/>
    </dgm:pt>
    <dgm:pt modelId="{3D639D55-9910-DA41-B3AE-143CA9255248}" type="pres">
      <dgm:prSet presAssocID="{508EE5EC-40ED-E145-9EF6-0434DD3EDAFF}" presName="Name5" presStyleLbl="vennNode1" presStyleIdx="2" presStyleCnt="3" custScaleX="135924">
        <dgm:presLayoutVars>
          <dgm:bulletEnabled val="1"/>
        </dgm:presLayoutVars>
      </dgm:prSet>
      <dgm:spPr/>
    </dgm:pt>
  </dgm:ptLst>
  <dgm:cxnLst>
    <dgm:cxn modelId="{42856B09-5D76-A545-856B-DE1AFF0CCB89}" srcId="{2C2DE963-3067-B94E-956B-0C8C8CF41C90}" destId="{508EE5EC-40ED-E145-9EF6-0434DD3EDAFF}" srcOrd="2" destOrd="0" parTransId="{094DBDBD-7912-594A-8ED0-93ECB756BB26}" sibTransId="{D39A62B2-182E-DD4D-9910-3DAA29162281}"/>
    <dgm:cxn modelId="{11798F6A-37ED-5F41-96D5-31B5ABEF2B6E}" type="presOf" srcId="{2C2DE963-3067-B94E-956B-0C8C8CF41C90}" destId="{5144ED24-3012-F34B-8D7E-B9FD668B09F0}" srcOrd="0" destOrd="0" presId="urn:microsoft.com/office/officeart/2005/8/layout/venn3"/>
    <dgm:cxn modelId="{2FDCB66D-9E1B-3A43-A8ED-04B95B086A02}" type="presOf" srcId="{508EE5EC-40ED-E145-9EF6-0434DD3EDAFF}" destId="{3D639D55-9910-DA41-B3AE-143CA9255248}" srcOrd="0" destOrd="0" presId="urn:microsoft.com/office/officeart/2005/8/layout/venn3"/>
    <dgm:cxn modelId="{43DF288B-9A0E-6240-B5D6-E5C03AD48AA8}" srcId="{2C2DE963-3067-B94E-956B-0C8C8CF41C90}" destId="{362CC42F-7764-F644-8C01-BFBACD099A88}" srcOrd="0" destOrd="0" parTransId="{F9CF7677-59EC-CF48-96F3-8A6BE1D984B7}" sibTransId="{C9145C9C-3E41-394E-801D-48917F873A9F}"/>
    <dgm:cxn modelId="{796BA697-B6B5-4A4D-A5B3-9E56FA87A1B6}" type="presOf" srcId="{362CC42F-7764-F644-8C01-BFBACD099A88}" destId="{458BA974-D1D0-7C45-8BAD-1585AF825221}" srcOrd="0" destOrd="0" presId="urn:microsoft.com/office/officeart/2005/8/layout/venn3"/>
    <dgm:cxn modelId="{43243DCE-9440-9648-9233-E0496E070E70}" srcId="{2C2DE963-3067-B94E-956B-0C8C8CF41C90}" destId="{9D4C506F-618F-3A4E-97CF-426D8D09AC24}" srcOrd="1" destOrd="0" parTransId="{72FBBC00-958B-EA4A-9C1C-A4F4F5F65295}" sibTransId="{0B777CBA-95B5-4544-BA58-C63CBAA981BB}"/>
    <dgm:cxn modelId="{413208DC-7380-2246-A617-51F91F4522FF}" type="presOf" srcId="{9D4C506F-618F-3A4E-97CF-426D8D09AC24}" destId="{0C1E7BE6-80C6-3C42-B6EA-D548FFF8D7E8}" srcOrd="0" destOrd="0" presId="urn:microsoft.com/office/officeart/2005/8/layout/venn3"/>
    <dgm:cxn modelId="{67598948-2BB5-3D44-8251-258F52C59A51}" type="presParOf" srcId="{5144ED24-3012-F34B-8D7E-B9FD668B09F0}" destId="{458BA974-D1D0-7C45-8BAD-1585AF825221}" srcOrd="0" destOrd="0" presId="urn:microsoft.com/office/officeart/2005/8/layout/venn3"/>
    <dgm:cxn modelId="{E788365A-023D-3547-8F43-8D2B9511ED75}" type="presParOf" srcId="{5144ED24-3012-F34B-8D7E-B9FD668B09F0}" destId="{0AD5A3F3-2527-D74C-BF11-80E10A5069E2}" srcOrd="1" destOrd="0" presId="urn:microsoft.com/office/officeart/2005/8/layout/venn3"/>
    <dgm:cxn modelId="{759DC6CD-3EDF-A44C-A3A6-6774678E5937}" type="presParOf" srcId="{5144ED24-3012-F34B-8D7E-B9FD668B09F0}" destId="{0C1E7BE6-80C6-3C42-B6EA-D548FFF8D7E8}" srcOrd="2" destOrd="0" presId="urn:microsoft.com/office/officeart/2005/8/layout/venn3"/>
    <dgm:cxn modelId="{CAE3D086-7813-5340-A589-C2968F37A629}" type="presParOf" srcId="{5144ED24-3012-F34B-8D7E-B9FD668B09F0}" destId="{A020397B-F51F-E140-811B-4D1B2347ECAF}" srcOrd="3" destOrd="0" presId="urn:microsoft.com/office/officeart/2005/8/layout/venn3"/>
    <dgm:cxn modelId="{54D27D7F-9097-1544-AB52-5098265AD710}" type="presParOf" srcId="{5144ED24-3012-F34B-8D7E-B9FD668B09F0}" destId="{3D639D55-9910-DA41-B3AE-143CA9255248}"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3D82D6B-86E2-F94E-A342-E4FD0701C9C8}"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33887FBB-63CF-B849-AD14-F2855A4D3AA3}">
      <dgm:prSet phldrT="[Text]" custT="1">
        <dgm:style>
          <a:lnRef idx="1">
            <a:schemeClr val="accent5"/>
          </a:lnRef>
          <a:fillRef idx="3">
            <a:schemeClr val="accent5"/>
          </a:fillRef>
          <a:effectRef idx="2">
            <a:schemeClr val="accent5"/>
          </a:effectRef>
          <a:fontRef idx="minor">
            <a:schemeClr val="lt1"/>
          </a:fontRef>
        </dgm:style>
      </dgm:prSet>
      <dgm:spPr/>
      <dgm:t>
        <a:bodyPr/>
        <a:lstStyle/>
        <a:p>
          <a:r>
            <a:rPr lang="en-US" sz="1800" dirty="0"/>
            <a:t>simplifies implementation</a:t>
          </a:r>
        </a:p>
      </dgm:t>
    </dgm:pt>
    <dgm:pt modelId="{30F287CE-644F-D542-B7B2-9C8D4075B5E3}" type="parTrans" cxnId="{AA355B9B-9B2A-A14B-92D8-5CA435EFE77C}">
      <dgm:prSet/>
      <dgm:spPr/>
      <dgm:t>
        <a:bodyPr/>
        <a:lstStyle/>
        <a:p>
          <a:endParaRPr lang="en-US"/>
        </a:p>
      </dgm:t>
    </dgm:pt>
    <dgm:pt modelId="{CF5F2B01-1290-0241-A083-7529D13E0B29}" type="sibTrans" cxnId="{AA355B9B-9B2A-A14B-92D8-5CA435EFE77C}">
      <dgm:prSet/>
      <dgm:spPr/>
      <dgm:t>
        <a:bodyPr/>
        <a:lstStyle/>
        <a:p>
          <a:endParaRPr lang="en-US"/>
        </a:p>
      </dgm:t>
    </dgm:pt>
    <dgm:pt modelId="{241F9BB7-8158-FB46-8B5B-09FDED8494A7}">
      <dgm:prSet custT="1">
        <dgm:style>
          <a:lnRef idx="3">
            <a:schemeClr val="lt1"/>
          </a:lnRef>
          <a:fillRef idx="1">
            <a:schemeClr val="accent3"/>
          </a:fillRef>
          <a:effectRef idx="1">
            <a:schemeClr val="accent3"/>
          </a:effectRef>
          <a:fontRef idx="minor">
            <a:schemeClr val="lt1"/>
          </a:fontRef>
        </dgm:style>
      </dgm:prSet>
      <dgm:spPr/>
      <dgm:t>
        <a:bodyPr/>
        <a:lstStyle/>
        <a:p>
          <a:r>
            <a:rPr lang="en-US" sz="1800" dirty="0"/>
            <a:t>provides flexibility</a:t>
          </a:r>
        </a:p>
      </dgm:t>
    </dgm:pt>
    <dgm:pt modelId="{B8BEBE66-9810-6141-A57B-7DAA3967DE5D}" type="parTrans" cxnId="{5D2C2339-4820-D94A-99FE-4D654CF15B0D}">
      <dgm:prSet/>
      <dgm:spPr/>
      <dgm:t>
        <a:bodyPr/>
        <a:lstStyle/>
        <a:p>
          <a:endParaRPr lang="en-US"/>
        </a:p>
      </dgm:t>
    </dgm:pt>
    <dgm:pt modelId="{97FFB707-BDC0-814E-8337-BEF53A1A9CB1}" type="sibTrans" cxnId="{5D2C2339-4820-D94A-99FE-4D654CF15B0D}">
      <dgm:prSet/>
      <dgm:spPr/>
      <dgm:t>
        <a:bodyPr/>
        <a:lstStyle/>
        <a:p>
          <a:endParaRPr lang="en-US"/>
        </a:p>
      </dgm:t>
    </dgm:pt>
    <dgm:pt modelId="{FB258617-5D6C-F24C-B814-B7E4498F5627}">
      <dgm:prSet custT="1">
        <dgm:style>
          <a:lnRef idx="3">
            <a:schemeClr val="lt1"/>
          </a:lnRef>
          <a:fillRef idx="1">
            <a:schemeClr val="accent4"/>
          </a:fillRef>
          <a:effectRef idx="1">
            <a:schemeClr val="accent4"/>
          </a:effectRef>
          <a:fontRef idx="minor">
            <a:schemeClr val="lt1"/>
          </a:fontRef>
        </dgm:style>
      </dgm:prSet>
      <dgm:spPr/>
      <dgm:t>
        <a:bodyPr/>
        <a:lstStyle/>
        <a:p>
          <a:r>
            <a:rPr lang="en-US" sz="1800" dirty="0"/>
            <a:t>is well suited to a distributed environment</a:t>
          </a:r>
        </a:p>
      </dgm:t>
    </dgm:pt>
    <dgm:pt modelId="{A6648C37-814A-724C-98E9-AF4789374C97}" type="parTrans" cxnId="{85FABEFA-07EF-3041-85F4-FCC6D4B127DD}">
      <dgm:prSet/>
      <dgm:spPr/>
      <dgm:t>
        <a:bodyPr/>
        <a:lstStyle/>
        <a:p>
          <a:endParaRPr lang="en-US"/>
        </a:p>
      </dgm:t>
    </dgm:pt>
    <dgm:pt modelId="{397F509E-75D1-FF43-B6FC-B95ABAEF5DE4}" type="sibTrans" cxnId="{85FABEFA-07EF-3041-85F4-FCC6D4B127DD}">
      <dgm:prSet/>
      <dgm:spPr/>
      <dgm:t>
        <a:bodyPr/>
        <a:lstStyle/>
        <a:p>
          <a:endParaRPr lang="en-US"/>
        </a:p>
      </dgm:t>
    </dgm:pt>
    <dgm:pt modelId="{ACA9E242-03A2-DC46-B37E-488814D417B5}" type="pres">
      <dgm:prSet presAssocID="{03D82D6B-86E2-F94E-A342-E4FD0701C9C8}" presName="Name0" presStyleCnt="0">
        <dgm:presLayoutVars>
          <dgm:dir/>
          <dgm:resizeHandles val="exact"/>
        </dgm:presLayoutVars>
      </dgm:prSet>
      <dgm:spPr/>
    </dgm:pt>
    <dgm:pt modelId="{C42EC200-AA31-FF49-9439-3332FF002BCA}" type="pres">
      <dgm:prSet presAssocID="{33887FBB-63CF-B849-AD14-F2855A4D3AA3}" presName="Name5" presStyleLbl="vennNode1" presStyleIdx="0" presStyleCnt="3" custScaleX="168205">
        <dgm:presLayoutVars>
          <dgm:bulletEnabled val="1"/>
        </dgm:presLayoutVars>
      </dgm:prSet>
      <dgm:spPr/>
    </dgm:pt>
    <dgm:pt modelId="{DD953A8A-B43C-AC43-B924-4D7FACF9C095}" type="pres">
      <dgm:prSet presAssocID="{CF5F2B01-1290-0241-A083-7529D13E0B29}" presName="space" presStyleCnt="0"/>
      <dgm:spPr/>
    </dgm:pt>
    <dgm:pt modelId="{8F15053A-8F42-F340-900D-93E5ADC1CDED}" type="pres">
      <dgm:prSet presAssocID="{241F9BB7-8158-FB46-8B5B-09FDED8494A7}" presName="Name5" presStyleLbl="vennNode1" presStyleIdx="1" presStyleCnt="3" custScaleX="168205">
        <dgm:presLayoutVars>
          <dgm:bulletEnabled val="1"/>
        </dgm:presLayoutVars>
      </dgm:prSet>
      <dgm:spPr/>
    </dgm:pt>
    <dgm:pt modelId="{C7DC57B6-4CF2-6841-BB28-BEFF4772681A}" type="pres">
      <dgm:prSet presAssocID="{97FFB707-BDC0-814E-8337-BEF53A1A9CB1}" presName="space" presStyleCnt="0"/>
      <dgm:spPr/>
    </dgm:pt>
    <dgm:pt modelId="{F7CF12E1-CFEB-A84D-AE77-A9FCC92CF154}" type="pres">
      <dgm:prSet presAssocID="{FB258617-5D6C-F24C-B814-B7E4498F5627}" presName="Name5" presStyleLbl="vennNode1" presStyleIdx="2" presStyleCnt="3" custScaleX="168205">
        <dgm:presLayoutVars>
          <dgm:bulletEnabled val="1"/>
        </dgm:presLayoutVars>
      </dgm:prSet>
      <dgm:spPr/>
    </dgm:pt>
  </dgm:ptLst>
  <dgm:cxnLst>
    <dgm:cxn modelId="{5D2C2339-4820-D94A-99FE-4D654CF15B0D}" srcId="{03D82D6B-86E2-F94E-A342-E4FD0701C9C8}" destId="{241F9BB7-8158-FB46-8B5B-09FDED8494A7}" srcOrd="1" destOrd="0" parTransId="{B8BEBE66-9810-6141-A57B-7DAA3967DE5D}" sibTransId="{97FFB707-BDC0-814E-8337-BEF53A1A9CB1}"/>
    <dgm:cxn modelId="{AA355B9B-9B2A-A14B-92D8-5CA435EFE77C}" srcId="{03D82D6B-86E2-F94E-A342-E4FD0701C9C8}" destId="{33887FBB-63CF-B849-AD14-F2855A4D3AA3}" srcOrd="0" destOrd="0" parTransId="{30F287CE-644F-D542-B7B2-9C8D4075B5E3}" sibTransId="{CF5F2B01-1290-0241-A083-7529D13E0B29}"/>
    <dgm:cxn modelId="{725454A6-B1C1-0F44-AEBE-9C55EBD6B809}" type="presOf" srcId="{03D82D6B-86E2-F94E-A342-E4FD0701C9C8}" destId="{ACA9E242-03A2-DC46-B37E-488814D417B5}" srcOrd="0" destOrd="0" presId="urn:microsoft.com/office/officeart/2005/8/layout/venn3"/>
    <dgm:cxn modelId="{9833C1AE-B5BE-4846-97A8-F59A87D5B0F9}" type="presOf" srcId="{FB258617-5D6C-F24C-B814-B7E4498F5627}" destId="{F7CF12E1-CFEB-A84D-AE77-A9FCC92CF154}" srcOrd="0" destOrd="0" presId="urn:microsoft.com/office/officeart/2005/8/layout/venn3"/>
    <dgm:cxn modelId="{422EC8BB-7396-2848-BE83-B6A7FD9A7CCB}" type="presOf" srcId="{241F9BB7-8158-FB46-8B5B-09FDED8494A7}" destId="{8F15053A-8F42-F340-900D-93E5ADC1CDED}" srcOrd="0" destOrd="0" presId="urn:microsoft.com/office/officeart/2005/8/layout/venn3"/>
    <dgm:cxn modelId="{7E8491DB-C924-9948-8E84-25A1F4452EF2}" type="presOf" srcId="{33887FBB-63CF-B849-AD14-F2855A4D3AA3}" destId="{C42EC200-AA31-FF49-9439-3332FF002BCA}" srcOrd="0" destOrd="0" presId="urn:microsoft.com/office/officeart/2005/8/layout/venn3"/>
    <dgm:cxn modelId="{85FABEFA-07EF-3041-85F4-FCC6D4B127DD}" srcId="{03D82D6B-86E2-F94E-A342-E4FD0701C9C8}" destId="{FB258617-5D6C-F24C-B814-B7E4498F5627}" srcOrd="2" destOrd="0" parTransId="{A6648C37-814A-724C-98E9-AF4789374C97}" sibTransId="{397F509E-75D1-FF43-B6FC-B95ABAEF5DE4}"/>
    <dgm:cxn modelId="{453B6C90-AF91-C640-AC2F-FF295EECB658}" type="presParOf" srcId="{ACA9E242-03A2-DC46-B37E-488814D417B5}" destId="{C42EC200-AA31-FF49-9439-3332FF002BCA}" srcOrd="0" destOrd="0" presId="urn:microsoft.com/office/officeart/2005/8/layout/venn3"/>
    <dgm:cxn modelId="{DE9C33F9-806C-1341-AB28-751E37CACE04}" type="presParOf" srcId="{ACA9E242-03A2-DC46-B37E-488814D417B5}" destId="{DD953A8A-B43C-AC43-B924-4D7FACF9C095}" srcOrd="1" destOrd="0" presId="urn:microsoft.com/office/officeart/2005/8/layout/venn3"/>
    <dgm:cxn modelId="{D90EA90E-9CC8-194D-9843-3EADD5AD56D9}" type="presParOf" srcId="{ACA9E242-03A2-DC46-B37E-488814D417B5}" destId="{8F15053A-8F42-F340-900D-93E5ADC1CDED}" srcOrd="2" destOrd="0" presId="urn:microsoft.com/office/officeart/2005/8/layout/venn3"/>
    <dgm:cxn modelId="{6E830A05-02B3-1E4F-BA9A-42557C8D8E1D}" type="presParOf" srcId="{ACA9E242-03A2-DC46-B37E-488814D417B5}" destId="{C7DC57B6-4CF2-6841-BB28-BEFF4772681A}" srcOrd="3" destOrd="0" presId="urn:microsoft.com/office/officeart/2005/8/layout/venn3"/>
    <dgm:cxn modelId="{0C66AAF0-184D-6A4E-B739-652CCCCBC2A5}" type="presParOf" srcId="{ACA9E242-03A2-DC46-B37E-488814D417B5}" destId="{F7CF12E1-CFEB-A84D-AE77-A9FCC92CF154}" srcOrd="4" destOrd="0" presId="urn:microsoft.com/office/officeart/2005/8/layout/ven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A64BEDC-1FFA-2445-A2B4-71CB4B513E0F}"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0F62A0C-A340-5C43-80D3-C5E6794DB9D8}">
      <dgm:prSet phldrT="[Text]" custT="1"/>
      <dgm:spPr/>
      <dgm:t>
        <a:bodyPr/>
        <a:lstStyle/>
        <a:p>
          <a:r>
            <a:rPr lang="en-US" sz="2000" b="1" dirty="0">
              <a:latin typeface="Microsoft YaHei UI" panose="020B0503020204020204" pitchFamily="34" charset="-122"/>
              <a:ea typeface="Microsoft YaHei UI" panose="020B0503020204020204" pitchFamily="34" charset="-122"/>
            </a:rPr>
            <a:t>Thread</a:t>
          </a:r>
        </a:p>
      </dgm:t>
    </dgm:pt>
    <dgm:pt modelId="{B7DB1E6B-AAB2-5F4C-945A-752ADE459ACE}" type="parTrans" cxnId="{3E5F3F0B-27B7-064B-8764-57F118DC0BCE}">
      <dgm:prSet/>
      <dgm:spPr/>
      <dgm:t>
        <a:bodyPr/>
        <a:lstStyle/>
        <a:p>
          <a:endParaRPr lang="en-US">
            <a:latin typeface="Microsoft YaHei UI" panose="020B0503020204020204" pitchFamily="34" charset="-122"/>
            <a:ea typeface="Microsoft YaHei UI" panose="020B0503020204020204" pitchFamily="34" charset="-122"/>
          </a:endParaRPr>
        </a:p>
      </dgm:t>
    </dgm:pt>
    <dgm:pt modelId="{2E8EE099-98FC-A647-A84C-323D637DB960}" type="sibTrans" cxnId="{3E5F3F0B-27B7-064B-8764-57F118DC0BCE}">
      <dgm:prSet/>
      <dgm:spPr/>
      <dgm:t>
        <a:bodyPr/>
        <a:lstStyle/>
        <a:p>
          <a:endParaRPr lang="en-US">
            <a:latin typeface="Microsoft YaHei UI" panose="020B0503020204020204" pitchFamily="34" charset="-122"/>
            <a:ea typeface="Microsoft YaHei UI" panose="020B0503020204020204" pitchFamily="34" charset="-122"/>
          </a:endParaRPr>
        </a:p>
      </dgm:t>
    </dgm:pt>
    <dgm:pt modelId="{CB611E91-19C4-E34C-86A3-7C4779BEFBDC}">
      <dgm:prSet custT="1"/>
      <dgm:spPr/>
      <dgm:t>
        <a:bodyPr/>
        <a:lstStyle/>
        <a:p>
          <a:r>
            <a:rPr lang="en-US" sz="1800" b="1" dirty="0">
              <a:latin typeface="Microsoft YaHei UI" panose="020B0503020204020204" pitchFamily="34" charset="-122"/>
              <a:ea typeface="Microsoft YaHei UI" panose="020B0503020204020204" pitchFamily="34" charset="-122"/>
            </a:rPr>
            <a:t>dispatchable unit </a:t>
          </a:r>
          <a:r>
            <a:rPr lang="en-US" sz="1800" dirty="0">
              <a:latin typeface="Microsoft YaHei UI" panose="020B0503020204020204" pitchFamily="34" charset="-122"/>
              <a:ea typeface="Microsoft YaHei UI" panose="020B0503020204020204" pitchFamily="34" charset="-122"/>
            </a:rPr>
            <a:t>of work</a:t>
          </a:r>
        </a:p>
      </dgm:t>
    </dgm:pt>
    <dgm:pt modelId="{D9229EAD-4CAD-6B45-B772-2D7247B8ABB4}" type="parTrans" cxnId="{B518D96B-CF99-3241-B868-0DBD1C54556D}">
      <dgm:prSet/>
      <dgm:spPr/>
      <dgm:t>
        <a:bodyPr/>
        <a:lstStyle/>
        <a:p>
          <a:endParaRPr lang="en-US">
            <a:latin typeface="Microsoft YaHei UI" panose="020B0503020204020204" pitchFamily="34" charset="-122"/>
            <a:ea typeface="Microsoft YaHei UI" panose="020B0503020204020204" pitchFamily="34" charset="-122"/>
          </a:endParaRPr>
        </a:p>
      </dgm:t>
    </dgm:pt>
    <dgm:pt modelId="{35BFE0A6-8A94-3E4E-A7AB-884FAEF3F832}" type="sibTrans" cxnId="{B518D96B-CF99-3241-B868-0DBD1C54556D}">
      <dgm:prSet/>
      <dgm:spPr/>
      <dgm:t>
        <a:bodyPr/>
        <a:lstStyle/>
        <a:p>
          <a:endParaRPr lang="en-US">
            <a:latin typeface="Microsoft YaHei UI" panose="020B0503020204020204" pitchFamily="34" charset="-122"/>
            <a:ea typeface="Microsoft YaHei UI" panose="020B0503020204020204" pitchFamily="34" charset="-122"/>
          </a:endParaRPr>
        </a:p>
      </dgm:t>
    </dgm:pt>
    <dgm:pt modelId="{19A9D586-6EC6-D54B-ADBD-F6D39C0A3CB8}">
      <dgm:prSet custT="1"/>
      <dgm:spPr/>
      <dgm:t>
        <a:bodyPr/>
        <a:lstStyle/>
        <a:p>
          <a:r>
            <a:rPr lang="en-US" sz="1800" dirty="0">
              <a:latin typeface="Microsoft YaHei UI" panose="020B0503020204020204" pitchFamily="34" charset="-122"/>
              <a:ea typeface="Microsoft YaHei UI" panose="020B0503020204020204" pitchFamily="34" charset="-122"/>
            </a:rPr>
            <a:t>includes a </a:t>
          </a:r>
          <a:r>
            <a:rPr lang="en-US" sz="1800" b="1" dirty="0">
              <a:latin typeface="Microsoft YaHei UI" panose="020B0503020204020204" pitchFamily="34" charset="-122"/>
              <a:ea typeface="Microsoft YaHei UI" panose="020B0503020204020204" pitchFamily="34" charset="-122"/>
            </a:rPr>
            <a:t>processor context and its own data </a:t>
          </a:r>
          <a:r>
            <a:rPr lang="en-US" sz="1800" dirty="0">
              <a:latin typeface="Microsoft YaHei UI" panose="020B0503020204020204" pitchFamily="34" charset="-122"/>
              <a:ea typeface="Microsoft YaHei UI" panose="020B0503020204020204" pitchFamily="34" charset="-122"/>
            </a:rPr>
            <a:t>area to enable subroutine branching</a:t>
          </a:r>
        </a:p>
      </dgm:t>
    </dgm:pt>
    <dgm:pt modelId="{F0CAF8C1-FB79-1A40-94D9-7E826D067DCC}" type="parTrans" cxnId="{F84FAD3C-DF9C-9B47-8E13-392BA5136403}">
      <dgm:prSet/>
      <dgm:spPr/>
      <dgm:t>
        <a:bodyPr/>
        <a:lstStyle/>
        <a:p>
          <a:endParaRPr lang="en-US">
            <a:latin typeface="Microsoft YaHei UI" panose="020B0503020204020204" pitchFamily="34" charset="-122"/>
            <a:ea typeface="Microsoft YaHei UI" panose="020B0503020204020204" pitchFamily="34" charset="-122"/>
          </a:endParaRPr>
        </a:p>
      </dgm:t>
    </dgm:pt>
    <dgm:pt modelId="{3446EC40-F06A-3F4E-BB3D-28BC3FA83DDE}" type="sibTrans" cxnId="{F84FAD3C-DF9C-9B47-8E13-392BA5136403}">
      <dgm:prSet/>
      <dgm:spPr/>
      <dgm:t>
        <a:bodyPr/>
        <a:lstStyle/>
        <a:p>
          <a:endParaRPr lang="en-US">
            <a:latin typeface="Microsoft YaHei UI" panose="020B0503020204020204" pitchFamily="34" charset="-122"/>
            <a:ea typeface="Microsoft YaHei UI" panose="020B0503020204020204" pitchFamily="34" charset="-122"/>
          </a:endParaRPr>
        </a:p>
      </dgm:t>
    </dgm:pt>
    <dgm:pt modelId="{8BDF6262-EF5E-9F42-91FD-53FA25A416EA}">
      <dgm:prSet custT="1"/>
      <dgm:spPr/>
      <dgm:t>
        <a:bodyPr/>
        <a:lstStyle/>
        <a:p>
          <a:r>
            <a:rPr lang="en-US" sz="1800" dirty="0">
              <a:latin typeface="Microsoft YaHei UI" panose="020B0503020204020204" pitchFamily="34" charset="-122"/>
              <a:ea typeface="Microsoft YaHei UI" panose="020B0503020204020204" pitchFamily="34" charset="-122"/>
            </a:rPr>
            <a:t>executes </a:t>
          </a:r>
          <a:r>
            <a:rPr lang="en-US" sz="1800" b="1" dirty="0">
              <a:latin typeface="Microsoft YaHei UI" panose="020B0503020204020204" pitchFamily="34" charset="-122"/>
              <a:ea typeface="Microsoft YaHei UI" panose="020B0503020204020204" pitchFamily="34" charset="-122"/>
            </a:rPr>
            <a:t>sequentially</a:t>
          </a:r>
          <a:r>
            <a:rPr lang="en-US" sz="1800" dirty="0">
              <a:latin typeface="Microsoft YaHei UI" panose="020B0503020204020204" pitchFamily="34" charset="-122"/>
              <a:ea typeface="Microsoft YaHei UI" panose="020B0503020204020204" pitchFamily="34" charset="-122"/>
            </a:rPr>
            <a:t> and is </a:t>
          </a:r>
          <a:r>
            <a:rPr lang="en-US" sz="1800" b="1" dirty="0">
              <a:latin typeface="Microsoft YaHei UI" panose="020B0503020204020204" pitchFamily="34" charset="-122"/>
              <a:ea typeface="Microsoft YaHei UI" panose="020B0503020204020204" pitchFamily="34" charset="-122"/>
            </a:rPr>
            <a:t>interruptible</a:t>
          </a:r>
        </a:p>
      </dgm:t>
    </dgm:pt>
    <dgm:pt modelId="{BC414CA7-CEAE-9448-8244-9F129A09435B}" type="parTrans" cxnId="{2D9BC46A-A922-1B48-992D-B38154DAAC10}">
      <dgm:prSet/>
      <dgm:spPr/>
      <dgm:t>
        <a:bodyPr/>
        <a:lstStyle/>
        <a:p>
          <a:endParaRPr lang="en-US">
            <a:latin typeface="Microsoft YaHei UI" panose="020B0503020204020204" pitchFamily="34" charset="-122"/>
            <a:ea typeface="Microsoft YaHei UI" panose="020B0503020204020204" pitchFamily="34" charset="-122"/>
          </a:endParaRPr>
        </a:p>
      </dgm:t>
    </dgm:pt>
    <dgm:pt modelId="{0586B2B2-B4EF-0742-B455-FD8657427BE1}" type="sibTrans" cxnId="{2D9BC46A-A922-1B48-992D-B38154DAAC10}">
      <dgm:prSet/>
      <dgm:spPr/>
      <dgm:t>
        <a:bodyPr/>
        <a:lstStyle/>
        <a:p>
          <a:endParaRPr lang="en-US">
            <a:latin typeface="Microsoft YaHei UI" panose="020B0503020204020204" pitchFamily="34" charset="-122"/>
            <a:ea typeface="Microsoft YaHei UI" panose="020B0503020204020204" pitchFamily="34" charset="-122"/>
          </a:endParaRPr>
        </a:p>
      </dgm:t>
    </dgm:pt>
    <dgm:pt modelId="{64A01B46-ADFB-334F-BEA5-FAA0E77296A3}">
      <dgm:prSet custT="1"/>
      <dgm:spPr/>
      <dgm:t>
        <a:bodyPr/>
        <a:lstStyle/>
        <a:p>
          <a:r>
            <a:rPr lang="en-US" sz="2000" b="1" dirty="0">
              <a:latin typeface="Microsoft YaHei UI" panose="020B0503020204020204" pitchFamily="34" charset="-122"/>
              <a:ea typeface="Microsoft YaHei UI" panose="020B0503020204020204" pitchFamily="34" charset="-122"/>
            </a:rPr>
            <a:t>Process </a:t>
          </a:r>
        </a:p>
      </dgm:t>
    </dgm:pt>
    <dgm:pt modelId="{5E2E3C9A-1D80-7E49-96F3-756EB29887C3}" type="parTrans" cxnId="{65D46421-B6EA-354B-81E2-8D264C304CAB}">
      <dgm:prSet/>
      <dgm:spPr/>
      <dgm:t>
        <a:bodyPr/>
        <a:lstStyle/>
        <a:p>
          <a:endParaRPr lang="en-US">
            <a:latin typeface="Microsoft YaHei UI" panose="020B0503020204020204" pitchFamily="34" charset="-122"/>
            <a:ea typeface="Microsoft YaHei UI" panose="020B0503020204020204" pitchFamily="34" charset="-122"/>
          </a:endParaRPr>
        </a:p>
      </dgm:t>
    </dgm:pt>
    <dgm:pt modelId="{4C25808B-B632-5645-A35B-69469FC6DCE9}" type="sibTrans" cxnId="{65D46421-B6EA-354B-81E2-8D264C304CAB}">
      <dgm:prSet/>
      <dgm:spPr/>
      <dgm:t>
        <a:bodyPr/>
        <a:lstStyle/>
        <a:p>
          <a:endParaRPr lang="en-US">
            <a:latin typeface="Microsoft YaHei UI" panose="020B0503020204020204" pitchFamily="34" charset="-122"/>
            <a:ea typeface="Microsoft YaHei UI" panose="020B0503020204020204" pitchFamily="34" charset="-122"/>
          </a:endParaRPr>
        </a:p>
      </dgm:t>
    </dgm:pt>
    <dgm:pt modelId="{A5483425-E586-134F-9A1E-D862D3F16E27}">
      <dgm:prSet custT="1"/>
      <dgm:spPr/>
      <dgm:t>
        <a:bodyPr/>
        <a:lstStyle/>
        <a:p>
          <a:r>
            <a:rPr lang="en-US" sz="1800" dirty="0">
              <a:latin typeface="Microsoft YaHei UI" panose="020B0503020204020204" pitchFamily="34" charset="-122"/>
              <a:ea typeface="Microsoft YaHei UI" panose="020B0503020204020204" pitchFamily="34" charset="-122"/>
            </a:rPr>
            <a:t>a collection of </a:t>
          </a:r>
          <a:r>
            <a:rPr lang="en-US" sz="1800" b="1" dirty="0">
              <a:latin typeface="Microsoft YaHei UI" panose="020B0503020204020204" pitchFamily="34" charset="-122"/>
              <a:ea typeface="Microsoft YaHei UI" panose="020B0503020204020204" pitchFamily="34" charset="-122"/>
            </a:rPr>
            <a:t>one or more threads </a:t>
          </a:r>
          <a:r>
            <a:rPr lang="en-US" sz="1800" dirty="0">
              <a:latin typeface="Microsoft YaHei UI" panose="020B0503020204020204" pitchFamily="34" charset="-122"/>
              <a:ea typeface="Microsoft YaHei UI" panose="020B0503020204020204" pitchFamily="34" charset="-122"/>
            </a:rPr>
            <a:t>and associated </a:t>
          </a:r>
          <a:r>
            <a:rPr lang="en-US" sz="1800" b="1" dirty="0">
              <a:latin typeface="Microsoft YaHei UI" panose="020B0503020204020204" pitchFamily="34" charset="-122"/>
              <a:ea typeface="Microsoft YaHei UI" panose="020B0503020204020204" pitchFamily="34" charset="-122"/>
            </a:rPr>
            <a:t>system resources</a:t>
          </a:r>
        </a:p>
      </dgm:t>
    </dgm:pt>
    <dgm:pt modelId="{989FCAAA-309A-F441-919A-6561D4259AC7}" type="parTrans" cxnId="{98E5EC7F-7818-1F4C-B693-E3D64303119C}">
      <dgm:prSet/>
      <dgm:spPr/>
      <dgm:t>
        <a:bodyPr/>
        <a:lstStyle/>
        <a:p>
          <a:endParaRPr lang="en-US">
            <a:latin typeface="Microsoft YaHei UI" panose="020B0503020204020204" pitchFamily="34" charset="-122"/>
            <a:ea typeface="Microsoft YaHei UI" panose="020B0503020204020204" pitchFamily="34" charset="-122"/>
          </a:endParaRPr>
        </a:p>
      </dgm:t>
    </dgm:pt>
    <dgm:pt modelId="{6726D3AC-BE0D-F143-9BF7-89B7DF712C32}" type="sibTrans" cxnId="{98E5EC7F-7818-1F4C-B693-E3D64303119C}">
      <dgm:prSet/>
      <dgm:spPr/>
      <dgm:t>
        <a:bodyPr/>
        <a:lstStyle/>
        <a:p>
          <a:endParaRPr lang="en-US">
            <a:latin typeface="Microsoft YaHei UI" panose="020B0503020204020204" pitchFamily="34" charset="-122"/>
            <a:ea typeface="Microsoft YaHei UI" panose="020B0503020204020204" pitchFamily="34" charset="-122"/>
          </a:endParaRPr>
        </a:p>
      </dgm:t>
    </dgm:pt>
    <dgm:pt modelId="{C9348E03-F0DE-334C-A511-B057467648D2}">
      <dgm:prSet custT="1"/>
      <dgm:spPr/>
      <dgm:t>
        <a:bodyPr/>
        <a:lstStyle/>
        <a:p>
          <a:r>
            <a:rPr lang="en-US" sz="1800" dirty="0">
              <a:latin typeface="Microsoft YaHei UI" panose="020B0503020204020204" pitchFamily="34" charset="-122"/>
              <a:ea typeface="Microsoft YaHei UI" panose="020B0503020204020204" pitchFamily="34" charset="-122"/>
            </a:rPr>
            <a:t>programmer has greater control over the </a:t>
          </a:r>
          <a:r>
            <a:rPr lang="en-US" sz="1800" b="1" dirty="0">
              <a:latin typeface="Microsoft YaHei UI" panose="020B0503020204020204" pitchFamily="34" charset="-122"/>
              <a:ea typeface="Microsoft YaHei UI" panose="020B0503020204020204" pitchFamily="34" charset="-122"/>
            </a:rPr>
            <a:t>modularity</a:t>
          </a:r>
          <a:r>
            <a:rPr lang="en-US" sz="1800" dirty="0">
              <a:latin typeface="Microsoft YaHei UI" panose="020B0503020204020204" pitchFamily="34" charset="-122"/>
              <a:ea typeface="Microsoft YaHei UI" panose="020B0503020204020204" pitchFamily="34" charset="-122"/>
            </a:rPr>
            <a:t> of the application and the </a:t>
          </a:r>
          <a:r>
            <a:rPr lang="en-US" sz="1800" b="1" dirty="0">
              <a:latin typeface="Microsoft YaHei UI" panose="020B0503020204020204" pitchFamily="34" charset="-122"/>
              <a:ea typeface="Microsoft YaHei UI" panose="020B0503020204020204" pitchFamily="34" charset="-122"/>
            </a:rPr>
            <a:t>timing of application related events</a:t>
          </a:r>
        </a:p>
      </dgm:t>
    </dgm:pt>
    <dgm:pt modelId="{FC311450-F9D4-734A-B19F-2E67CC2F6459}" type="parTrans" cxnId="{BEF7AABD-E549-354D-B8AB-400758B20A0F}">
      <dgm:prSet/>
      <dgm:spPr/>
      <dgm:t>
        <a:bodyPr/>
        <a:lstStyle/>
        <a:p>
          <a:endParaRPr lang="en-US">
            <a:latin typeface="Microsoft YaHei UI" panose="020B0503020204020204" pitchFamily="34" charset="-122"/>
            <a:ea typeface="Microsoft YaHei UI" panose="020B0503020204020204" pitchFamily="34" charset="-122"/>
          </a:endParaRPr>
        </a:p>
      </dgm:t>
    </dgm:pt>
    <dgm:pt modelId="{D453CDF1-D479-E247-9DDE-EBEE978ED664}" type="sibTrans" cxnId="{BEF7AABD-E549-354D-B8AB-400758B20A0F}">
      <dgm:prSet/>
      <dgm:spPr/>
      <dgm:t>
        <a:bodyPr/>
        <a:lstStyle/>
        <a:p>
          <a:endParaRPr lang="en-US">
            <a:latin typeface="Microsoft YaHei UI" panose="020B0503020204020204" pitchFamily="34" charset="-122"/>
            <a:ea typeface="Microsoft YaHei UI" panose="020B0503020204020204" pitchFamily="34" charset="-122"/>
          </a:endParaRPr>
        </a:p>
      </dgm:t>
    </dgm:pt>
    <dgm:pt modelId="{4118B874-B9DF-4340-B503-7A62112AD9AB}" type="pres">
      <dgm:prSet presAssocID="{5A64BEDC-1FFA-2445-A2B4-71CB4B513E0F}" presName="linear" presStyleCnt="0">
        <dgm:presLayoutVars>
          <dgm:animLvl val="lvl"/>
          <dgm:resizeHandles val="exact"/>
        </dgm:presLayoutVars>
      </dgm:prSet>
      <dgm:spPr/>
    </dgm:pt>
    <dgm:pt modelId="{26D4C4FB-FEAD-ED48-A0AE-2A84F6D6F3C5}" type="pres">
      <dgm:prSet presAssocID="{70F62A0C-A340-5C43-80D3-C5E6794DB9D8}" presName="parentText" presStyleLbl="node1" presStyleIdx="0" presStyleCnt="2">
        <dgm:presLayoutVars>
          <dgm:chMax val="0"/>
          <dgm:bulletEnabled val="1"/>
        </dgm:presLayoutVars>
      </dgm:prSet>
      <dgm:spPr/>
    </dgm:pt>
    <dgm:pt modelId="{B4FD0212-1D78-CE47-83E2-150D9E986556}" type="pres">
      <dgm:prSet presAssocID="{70F62A0C-A340-5C43-80D3-C5E6794DB9D8}" presName="childText" presStyleLbl="revTx" presStyleIdx="0" presStyleCnt="2">
        <dgm:presLayoutVars>
          <dgm:bulletEnabled val="1"/>
        </dgm:presLayoutVars>
      </dgm:prSet>
      <dgm:spPr/>
    </dgm:pt>
    <dgm:pt modelId="{A7FA07F0-CADB-7B40-BA4A-D97041E1B80A}" type="pres">
      <dgm:prSet presAssocID="{64A01B46-ADFB-334F-BEA5-FAA0E77296A3}" presName="parentText" presStyleLbl="node1" presStyleIdx="1" presStyleCnt="2">
        <dgm:presLayoutVars>
          <dgm:chMax val="0"/>
          <dgm:bulletEnabled val="1"/>
        </dgm:presLayoutVars>
      </dgm:prSet>
      <dgm:spPr/>
    </dgm:pt>
    <dgm:pt modelId="{364D31BB-83A3-C745-980D-1D6C1545B46C}" type="pres">
      <dgm:prSet presAssocID="{64A01B46-ADFB-334F-BEA5-FAA0E77296A3}" presName="childText" presStyleLbl="revTx" presStyleIdx="1" presStyleCnt="2">
        <dgm:presLayoutVars>
          <dgm:bulletEnabled val="1"/>
        </dgm:presLayoutVars>
      </dgm:prSet>
      <dgm:spPr/>
    </dgm:pt>
  </dgm:ptLst>
  <dgm:cxnLst>
    <dgm:cxn modelId="{3E5F3F0B-27B7-064B-8764-57F118DC0BCE}" srcId="{5A64BEDC-1FFA-2445-A2B4-71CB4B513E0F}" destId="{70F62A0C-A340-5C43-80D3-C5E6794DB9D8}" srcOrd="0" destOrd="0" parTransId="{B7DB1E6B-AAB2-5F4C-945A-752ADE459ACE}" sibTransId="{2E8EE099-98FC-A647-A84C-323D637DB960}"/>
    <dgm:cxn modelId="{F2641421-533A-3B4E-93F6-1AE43C89D812}" type="presOf" srcId="{CB611E91-19C4-E34C-86A3-7C4779BEFBDC}" destId="{B4FD0212-1D78-CE47-83E2-150D9E986556}" srcOrd="0" destOrd="0" presId="urn:microsoft.com/office/officeart/2005/8/layout/vList2"/>
    <dgm:cxn modelId="{65D46421-B6EA-354B-81E2-8D264C304CAB}" srcId="{5A64BEDC-1FFA-2445-A2B4-71CB4B513E0F}" destId="{64A01B46-ADFB-334F-BEA5-FAA0E77296A3}" srcOrd="1" destOrd="0" parTransId="{5E2E3C9A-1D80-7E49-96F3-756EB29887C3}" sibTransId="{4C25808B-B632-5645-A35B-69469FC6DCE9}"/>
    <dgm:cxn modelId="{342AA93A-2F42-0743-8870-8B524BD4A0AF}" type="presOf" srcId="{70F62A0C-A340-5C43-80D3-C5E6794DB9D8}" destId="{26D4C4FB-FEAD-ED48-A0AE-2A84F6D6F3C5}" srcOrd="0" destOrd="0" presId="urn:microsoft.com/office/officeart/2005/8/layout/vList2"/>
    <dgm:cxn modelId="{F84FAD3C-DF9C-9B47-8E13-392BA5136403}" srcId="{70F62A0C-A340-5C43-80D3-C5E6794DB9D8}" destId="{19A9D586-6EC6-D54B-ADBD-F6D39C0A3CB8}" srcOrd="1" destOrd="0" parTransId="{F0CAF8C1-FB79-1A40-94D9-7E826D067DCC}" sibTransId="{3446EC40-F06A-3F4E-BB3D-28BC3FA83DDE}"/>
    <dgm:cxn modelId="{E2364F3E-2A20-C84E-B06C-2101EED5CD08}" type="presOf" srcId="{8BDF6262-EF5E-9F42-91FD-53FA25A416EA}" destId="{B4FD0212-1D78-CE47-83E2-150D9E986556}" srcOrd="0" destOrd="2" presId="urn:microsoft.com/office/officeart/2005/8/layout/vList2"/>
    <dgm:cxn modelId="{75615D66-37BB-DF4A-B770-69C7C3479CB7}" type="presOf" srcId="{A5483425-E586-134F-9A1E-D862D3F16E27}" destId="{364D31BB-83A3-C745-980D-1D6C1545B46C}" srcOrd="0" destOrd="0" presId="urn:microsoft.com/office/officeart/2005/8/layout/vList2"/>
    <dgm:cxn modelId="{2D9BC46A-A922-1B48-992D-B38154DAAC10}" srcId="{70F62A0C-A340-5C43-80D3-C5E6794DB9D8}" destId="{8BDF6262-EF5E-9F42-91FD-53FA25A416EA}" srcOrd="2" destOrd="0" parTransId="{BC414CA7-CEAE-9448-8244-9F129A09435B}" sibTransId="{0586B2B2-B4EF-0742-B455-FD8657427BE1}"/>
    <dgm:cxn modelId="{B518D96B-CF99-3241-B868-0DBD1C54556D}" srcId="{70F62A0C-A340-5C43-80D3-C5E6794DB9D8}" destId="{CB611E91-19C4-E34C-86A3-7C4779BEFBDC}" srcOrd="0" destOrd="0" parTransId="{D9229EAD-4CAD-6B45-B772-2D7247B8ABB4}" sibTransId="{35BFE0A6-8A94-3E4E-A7AB-884FAEF3F832}"/>
    <dgm:cxn modelId="{98E5EC7F-7818-1F4C-B693-E3D64303119C}" srcId="{64A01B46-ADFB-334F-BEA5-FAA0E77296A3}" destId="{A5483425-E586-134F-9A1E-D862D3F16E27}" srcOrd="0" destOrd="0" parTransId="{989FCAAA-309A-F441-919A-6561D4259AC7}" sibTransId="{6726D3AC-BE0D-F143-9BF7-89B7DF712C32}"/>
    <dgm:cxn modelId="{0D6B298E-B717-DD48-8730-732858141AC9}" type="presOf" srcId="{19A9D586-6EC6-D54B-ADBD-F6D39C0A3CB8}" destId="{B4FD0212-1D78-CE47-83E2-150D9E986556}" srcOrd="0" destOrd="1" presId="urn:microsoft.com/office/officeart/2005/8/layout/vList2"/>
    <dgm:cxn modelId="{BEF7AABD-E549-354D-B8AB-400758B20A0F}" srcId="{64A01B46-ADFB-334F-BEA5-FAA0E77296A3}" destId="{C9348E03-F0DE-334C-A511-B057467648D2}" srcOrd="1" destOrd="0" parTransId="{FC311450-F9D4-734A-B19F-2E67CC2F6459}" sibTransId="{D453CDF1-D479-E247-9DDE-EBEE978ED664}"/>
    <dgm:cxn modelId="{B8B1ADC4-44B9-9E48-9D12-81CD71732C13}" type="presOf" srcId="{64A01B46-ADFB-334F-BEA5-FAA0E77296A3}" destId="{A7FA07F0-CADB-7B40-BA4A-D97041E1B80A}" srcOrd="0" destOrd="0" presId="urn:microsoft.com/office/officeart/2005/8/layout/vList2"/>
    <dgm:cxn modelId="{5D8499E8-35A6-BC42-AAA4-2BC120BE9E2D}" type="presOf" srcId="{5A64BEDC-1FFA-2445-A2B4-71CB4B513E0F}" destId="{4118B874-B9DF-4340-B503-7A62112AD9AB}" srcOrd="0" destOrd="0" presId="urn:microsoft.com/office/officeart/2005/8/layout/vList2"/>
    <dgm:cxn modelId="{A6367FF1-3CBE-2C40-ACA8-92DF8D8DD6C2}" type="presOf" srcId="{C9348E03-F0DE-334C-A511-B057467648D2}" destId="{364D31BB-83A3-C745-980D-1D6C1545B46C}" srcOrd="0" destOrd="1" presId="urn:microsoft.com/office/officeart/2005/8/layout/vList2"/>
    <dgm:cxn modelId="{D34DBD31-7E29-6A45-B822-035D5E3E087B}" type="presParOf" srcId="{4118B874-B9DF-4340-B503-7A62112AD9AB}" destId="{26D4C4FB-FEAD-ED48-A0AE-2A84F6D6F3C5}" srcOrd="0" destOrd="0" presId="urn:microsoft.com/office/officeart/2005/8/layout/vList2"/>
    <dgm:cxn modelId="{12EAA771-DB8F-BE46-A242-48B76F1DC390}" type="presParOf" srcId="{4118B874-B9DF-4340-B503-7A62112AD9AB}" destId="{B4FD0212-1D78-CE47-83E2-150D9E986556}" srcOrd="1" destOrd="0" presId="urn:microsoft.com/office/officeart/2005/8/layout/vList2"/>
    <dgm:cxn modelId="{BF281ADD-0D00-0C41-8424-F1FD952CA7EF}" type="presParOf" srcId="{4118B874-B9DF-4340-B503-7A62112AD9AB}" destId="{A7FA07F0-CADB-7B40-BA4A-D97041E1B80A}" srcOrd="2" destOrd="0" presId="urn:microsoft.com/office/officeart/2005/8/layout/vList2"/>
    <dgm:cxn modelId="{884DC73B-9391-F244-ABF0-1C8852A247EE}" type="presParOf" srcId="{4118B874-B9DF-4340-B503-7A62112AD9AB}" destId="{364D31BB-83A3-C745-980D-1D6C1545B46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B66C26E-7658-3F4D-87B9-56DEA3DA1277}" type="doc">
      <dgm:prSet loTypeId="urn:microsoft.com/office/officeart/2005/8/layout/lProcess3" loCatId="process" qsTypeId="urn:microsoft.com/office/officeart/2005/8/quickstyle/simple4" qsCatId="simple" csTypeId="urn:microsoft.com/office/officeart/2005/8/colors/accent1_2" csCatId="accent1" phldr="1"/>
      <dgm:spPr/>
      <dgm:t>
        <a:bodyPr/>
        <a:lstStyle/>
        <a:p>
          <a:endParaRPr lang="en-US"/>
        </a:p>
      </dgm:t>
    </dgm:pt>
    <dgm:pt modelId="{45C10F6C-9BD7-944B-8325-8B0D9B8EC984}">
      <dgm:prSet/>
      <dgm:spPr/>
      <dgm:t>
        <a:bodyPr/>
        <a:lstStyle/>
        <a:p>
          <a:pPr rtl="0"/>
          <a:r>
            <a:rPr lang="en-US" b="1" dirty="0">
              <a:solidFill>
                <a:schemeClr val="bg1"/>
              </a:solidFill>
            </a:rPr>
            <a:t>Performance</a:t>
          </a:r>
        </a:p>
      </dgm:t>
    </dgm:pt>
    <dgm:pt modelId="{BF9FA86F-A34A-0D4F-BE03-5F0EFD3E18A5}" type="parTrans" cxnId="{A7639771-A054-A640-A2E0-393A86F514AE}">
      <dgm:prSet/>
      <dgm:spPr/>
      <dgm:t>
        <a:bodyPr/>
        <a:lstStyle/>
        <a:p>
          <a:endParaRPr lang="en-US" b="1"/>
        </a:p>
      </dgm:t>
    </dgm:pt>
    <dgm:pt modelId="{BD02FB20-CCBB-1843-B7AA-66A7500902F0}" type="sibTrans" cxnId="{A7639771-A054-A640-A2E0-393A86F514AE}">
      <dgm:prSet/>
      <dgm:spPr/>
      <dgm:t>
        <a:bodyPr/>
        <a:lstStyle/>
        <a:p>
          <a:endParaRPr lang="en-US" b="1"/>
        </a:p>
      </dgm:t>
    </dgm:pt>
    <dgm:pt modelId="{34014611-702B-E14A-AB3C-E6EE5CD85021}">
      <dgm:prSet custT="1"/>
      <dgm:spPr>
        <a:solidFill>
          <a:schemeClr val="accent6"/>
        </a:solidFill>
      </dgm:spPr>
      <dgm:t>
        <a:bodyPr/>
        <a:lstStyle/>
        <a:p>
          <a:pPr rtl="0"/>
          <a:r>
            <a:rPr lang="en-US" sz="1800" b="1" dirty="0">
              <a:solidFill>
                <a:schemeClr val="bg1"/>
              </a:solidFill>
            </a:rPr>
            <a:t>more than one process can be running simultaneously, each on a different processor</a:t>
          </a:r>
        </a:p>
      </dgm:t>
    </dgm:pt>
    <dgm:pt modelId="{81FD828F-CBAF-1A45-8F22-952BE85B029D}" type="parTrans" cxnId="{FA642E8C-E56B-6748-875A-AC2D82D3BF2F}">
      <dgm:prSet/>
      <dgm:spPr/>
      <dgm:t>
        <a:bodyPr/>
        <a:lstStyle/>
        <a:p>
          <a:endParaRPr lang="en-US" b="1"/>
        </a:p>
      </dgm:t>
    </dgm:pt>
    <dgm:pt modelId="{D9A4A5BB-6255-0048-9912-929FB0D76AF4}" type="sibTrans" cxnId="{FA642E8C-E56B-6748-875A-AC2D82D3BF2F}">
      <dgm:prSet/>
      <dgm:spPr/>
      <dgm:t>
        <a:bodyPr/>
        <a:lstStyle/>
        <a:p>
          <a:endParaRPr lang="en-US" b="1"/>
        </a:p>
      </dgm:t>
    </dgm:pt>
    <dgm:pt modelId="{DA435AE3-263E-064E-A7A6-A283FC2FF7B8}">
      <dgm:prSet/>
      <dgm:spPr/>
      <dgm:t>
        <a:bodyPr/>
        <a:lstStyle/>
        <a:p>
          <a:pPr rtl="0"/>
          <a:r>
            <a:rPr lang="en-US" b="1" dirty="0">
              <a:solidFill>
                <a:schemeClr val="bg1"/>
              </a:solidFill>
            </a:rPr>
            <a:t>Availability</a:t>
          </a:r>
        </a:p>
      </dgm:t>
    </dgm:pt>
    <dgm:pt modelId="{4CDC0589-0E9D-0D4C-A048-F037C4B96473}" type="parTrans" cxnId="{A530EFD6-B6E4-E14A-99E1-DCE46A12C659}">
      <dgm:prSet/>
      <dgm:spPr/>
      <dgm:t>
        <a:bodyPr/>
        <a:lstStyle/>
        <a:p>
          <a:endParaRPr lang="en-US" b="1"/>
        </a:p>
      </dgm:t>
    </dgm:pt>
    <dgm:pt modelId="{5E31FA71-5796-6D4F-87AA-8E1C07915CD0}" type="sibTrans" cxnId="{A530EFD6-B6E4-E14A-99E1-DCE46A12C659}">
      <dgm:prSet/>
      <dgm:spPr/>
      <dgm:t>
        <a:bodyPr/>
        <a:lstStyle/>
        <a:p>
          <a:endParaRPr lang="en-US" b="1"/>
        </a:p>
      </dgm:t>
    </dgm:pt>
    <dgm:pt modelId="{B6A6355D-3B1A-6A47-A3F9-BDF6C7EE5077}">
      <dgm:prSet custT="1"/>
      <dgm:spPr>
        <a:solidFill>
          <a:schemeClr val="accent6"/>
        </a:solidFill>
      </dgm:spPr>
      <dgm:t>
        <a:bodyPr/>
        <a:lstStyle/>
        <a:p>
          <a:pPr rtl="0"/>
          <a:r>
            <a:rPr lang="en-US" sz="1800" b="1" dirty="0">
              <a:solidFill>
                <a:schemeClr val="bg1"/>
              </a:solidFill>
            </a:rPr>
            <a:t>failure of a single process does not halt the system</a:t>
          </a:r>
        </a:p>
      </dgm:t>
    </dgm:pt>
    <dgm:pt modelId="{0698DECD-8033-094D-9155-260780D79C11}" type="parTrans" cxnId="{CBBB3CDA-3FCB-FE42-B649-4E9C4C023291}">
      <dgm:prSet/>
      <dgm:spPr/>
      <dgm:t>
        <a:bodyPr/>
        <a:lstStyle/>
        <a:p>
          <a:endParaRPr lang="en-US" b="1"/>
        </a:p>
      </dgm:t>
    </dgm:pt>
    <dgm:pt modelId="{75195BCC-5468-5045-B2C5-8087D3C72771}" type="sibTrans" cxnId="{CBBB3CDA-3FCB-FE42-B649-4E9C4C023291}">
      <dgm:prSet/>
      <dgm:spPr/>
      <dgm:t>
        <a:bodyPr/>
        <a:lstStyle/>
        <a:p>
          <a:endParaRPr lang="en-US" b="1"/>
        </a:p>
      </dgm:t>
    </dgm:pt>
    <dgm:pt modelId="{2C7E77CE-3A8F-6846-B646-004FD0DA38C8}">
      <dgm:prSet/>
      <dgm:spPr/>
      <dgm:t>
        <a:bodyPr/>
        <a:lstStyle/>
        <a:p>
          <a:pPr rtl="0"/>
          <a:r>
            <a:rPr lang="en-US" b="1" dirty="0">
              <a:solidFill>
                <a:schemeClr val="bg1"/>
              </a:solidFill>
            </a:rPr>
            <a:t>Incremental Growth</a:t>
          </a:r>
        </a:p>
      </dgm:t>
    </dgm:pt>
    <dgm:pt modelId="{A89C4313-91B0-BC45-B44C-342547E9FFC6}" type="parTrans" cxnId="{D17B2F4A-7055-3342-86D7-54D5482D72FF}">
      <dgm:prSet/>
      <dgm:spPr/>
      <dgm:t>
        <a:bodyPr/>
        <a:lstStyle/>
        <a:p>
          <a:endParaRPr lang="en-US" b="1"/>
        </a:p>
      </dgm:t>
    </dgm:pt>
    <dgm:pt modelId="{48B820C0-39BB-9144-8E2C-26EC5750BB54}" type="sibTrans" cxnId="{D17B2F4A-7055-3342-86D7-54D5482D72FF}">
      <dgm:prSet/>
      <dgm:spPr/>
      <dgm:t>
        <a:bodyPr/>
        <a:lstStyle/>
        <a:p>
          <a:endParaRPr lang="en-US" b="1"/>
        </a:p>
      </dgm:t>
    </dgm:pt>
    <dgm:pt modelId="{52762223-7F14-8542-BC7C-F76ED6127440}">
      <dgm:prSet custT="1"/>
      <dgm:spPr>
        <a:solidFill>
          <a:schemeClr val="accent6"/>
        </a:solidFill>
      </dgm:spPr>
      <dgm:t>
        <a:bodyPr/>
        <a:lstStyle/>
        <a:p>
          <a:pPr rtl="0"/>
          <a:r>
            <a:rPr lang="en-US" sz="1800" b="1" dirty="0">
              <a:solidFill>
                <a:schemeClr val="bg1"/>
              </a:solidFill>
            </a:rPr>
            <a:t>performance of a system can be enhanced by adding an additional processor</a:t>
          </a:r>
        </a:p>
      </dgm:t>
    </dgm:pt>
    <dgm:pt modelId="{7C412A29-1D23-364D-9729-5874FDB3C77A}" type="parTrans" cxnId="{D4685A31-CCA2-3244-A2D2-CD48CB9D145C}">
      <dgm:prSet/>
      <dgm:spPr/>
      <dgm:t>
        <a:bodyPr/>
        <a:lstStyle/>
        <a:p>
          <a:endParaRPr lang="en-US" b="1"/>
        </a:p>
      </dgm:t>
    </dgm:pt>
    <dgm:pt modelId="{49C14F09-DF81-ED4F-901D-5EFA3E0B11D1}" type="sibTrans" cxnId="{D4685A31-CCA2-3244-A2D2-CD48CB9D145C}">
      <dgm:prSet/>
      <dgm:spPr/>
      <dgm:t>
        <a:bodyPr/>
        <a:lstStyle/>
        <a:p>
          <a:endParaRPr lang="en-US" b="1"/>
        </a:p>
      </dgm:t>
    </dgm:pt>
    <dgm:pt modelId="{F4ACE233-0219-EE4C-9D0C-17E375974B83}">
      <dgm:prSet/>
      <dgm:spPr/>
      <dgm:t>
        <a:bodyPr/>
        <a:lstStyle/>
        <a:p>
          <a:pPr rtl="0"/>
          <a:r>
            <a:rPr lang="en-US" b="1" dirty="0">
              <a:solidFill>
                <a:schemeClr val="bg1"/>
              </a:solidFill>
            </a:rPr>
            <a:t>Scaling</a:t>
          </a:r>
        </a:p>
      </dgm:t>
    </dgm:pt>
    <dgm:pt modelId="{C9BF8693-76B9-3744-AED4-0E8127B07A8B}" type="parTrans" cxnId="{254A8FBB-1662-7D4B-AE0F-9A0692A5A7A8}">
      <dgm:prSet/>
      <dgm:spPr/>
      <dgm:t>
        <a:bodyPr/>
        <a:lstStyle/>
        <a:p>
          <a:endParaRPr lang="en-US" b="1"/>
        </a:p>
      </dgm:t>
    </dgm:pt>
    <dgm:pt modelId="{E22AB2F9-D743-064D-8B73-E74368FE4B15}" type="sibTrans" cxnId="{254A8FBB-1662-7D4B-AE0F-9A0692A5A7A8}">
      <dgm:prSet/>
      <dgm:spPr/>
      <dgm:t>
        <a:bodyPr/>
        <a:lstStyle/>
        <a:p>
          <a:endParaRPr lang="en-US" b="1"/>
        </a:p>
      </dgm:t>
    </dgm:pt>
    <dgm:pt modelId="{F4A8BD76-A775-7A4D-9877-C2AC9826E818}">
      <dgm:prSet custT="1"/>
      <dgm:spPr>
        <a:solidFill>
          <a:schemeClr val="accent6"/>
        </a:solidFill>
      </dgm:spPr>
      <dgm:t>
        <a:bodyPr/>
        <a:lstStyle/>
        <a:p>
          <a:pPr rtl="0"/>
          <a:r>
            <a:rPr lang="en-US" sz="1800" b="1" dirty="0">
              <a:solidFill>
                <a:schemeClr val="bg1"/>
              </a:solidFill>
            </a:rPr>
            <a:t>vendors can offer a range of products based on the number of processors configured in the system </a:t>
          </a:r>
        </a:p>
      </dgm:t>
    </dgm:pt>
    <dgm:pt modelId="{B3FEB357-0FE4-E54F-8347-5E3A5942DA66}" type="parTrans" cxnId="{2DEAC185-3E10-AB4C-9BB7-A4C091C506D4}">
      <dgm:prSet/>
      <dgm:spPr/>
      <dgm:t>
        <a:bodyPr/>
        <a:lstStyle/>
        <a:p>
          <a:endParaRPr lang="en-US" b="1"/>
        </a:p>
      </dgm:t>
    </dgm:pt>
    <dgm:pt modelId="{9FDA4D0E-A803-BF43-B763-B707184DF86D}" type="sibTrans" cxnId="{2DEAC185-3E10-AB4C-9BB7-A4C091C506D4}">
      <dgm:prSet/>
      <dgm:spPr/>
      <dgm:t>
        <a:bodyPr/>
        <a:lstStyle/>
        <a:p>
          <a:endParaRPr lang="en-US" b="1"/>
        </a:p>
      </dgm:t>
    </dgm:pt>
    <dgm:pt modelId="{1A79A4AA-F0D4-6B43-9AEF-AF99F39485AB}" type="pres">
      <dgm:prSet presAssocID="{BB66C26E-7658-3F4D-87B9-56DEA3DA1277}" presName="Name0" presStyleCnt="0">
        <dgm:presLayoutVars>
          <dgm:chPref val="3"/>
          <dgm:dir/>
          <dgm:animLvl val="lvl"/>
          <dgm:resizeHandles/>
        </dgm:presLayoutVars>
      </dgm:prSet>
      <dgm:spPr/>
    </dgm:pt>
    <dgm:pt modelId="{7D214221-B666-D24B-A131-F39DB444DFB7}" type="pres">
      <dgm:prSet presAssocID="{45C10F6C-9BD7-944B-8325-8B0D9B8EC984}" presName="horFlow" presStyleCnt="0"/>
      <dgm:spPr/>
    </dgm:pt>
    <dgm:pt modelId="{52A1816B-4E7E-2E48-8BDA-C4A334EFB13D}" type="pres">
      <dgm:prSet presAssocID="{45C10F6C-9BD7-944B-8325-8B0D9B8EC984}" presName="bigChev" presStyleLbl="node1" presStyleIdx="0" presStyleCnt="4"/>
      <dgm:spPr/>
    </dgm:pt>
    <dgm:pt modelId="{2578F17B-2004-294C-BB31-A5282AB1A3FC}" type="pres">
      <dgm:prSet presAssocID="{81FD828F-CBAF-1A45-8F22-952BE85B029D}" presName="parTrans" presStyleCnt="0"/>
      <dgm:spPr/>
    </dgm:pt>
    <dgm:pt modelId="{D1409364-D0A8-404B-A03C-74C180546E0E}" type="pres">
      <dgm:prSet presAssocID="{34014611-702B-E14A-AB3C-E6EE5CD85021}" presName="node" presStyleLbl="alignAccFollowNode1" presStyleIdx="0" presStyleCnt="4" custScaleX="216700">
        <dgm:presLayoutVars>
          <dgm:bulletEnabled val="1"/>
        </dgm:presLayoutVars>
      </dgm:prSet>
      <dgm:spPr/>
    </dgm:pt>
    <dgm:pt modelId="{0E65C198-D371-4E4D-B8BD-BD84F948610B}" type="pres">
      <dgm:prSet presAssocID="{45C10F6C-9BD7-944B-8325-8B0D9B8EC984}" presName="vSp" presStyleCnt="0"/>
      <dgm:spPr/>
    </dgm:pt>
    <dgm:pt modelId="{9B841B51-CE8E-B546-90A6-3F909014FA0B}" type="pres">
      <dgm:prSet presAssocID="{DA435AE3-263E-064E-A7A6-A283FC2FF7B8}" presName="horFlow" presStyleCnt="0"/>
      <dgm:spPr/>
    </dgm:pt>
    <dgm:pt modelId="{6EE4EF73-36EE-7D42-A45F-E6E41F881006}" type="pres">
      <dgm:prSet presAssocID="{DA435AE3-263E-064E-A7A6-A283FC2FF7B8}" presName="bigChev" presStyleLbl="node1" presStyleIdx="1" presStyleCnt="4"/>
      <dgm:spPr/>
    </dgm:pt>
    <dgm:pt modelId="{010C79D6-266C-E349-9765-9E43834FFDAD}" type="pres">
      <dgm:prSet presAssocID="{0698DECD-8033-094D-9155-260780D79C11}" presName="parTrans" presStyleCnt="0"/>
      <dgm:spPr/>
    </dgm:pt>
    <dgm:pt modelId="{65CA66AD-A686-A64E-B74D-33DC4C582B00}" type="pres">
      <dgm:prSet presAssocID="{B6A6355D-3B1A-6A47-A3F9-BDF6C7EE5077}" presName="node" presStyleLbl="alignAccFollowNode1" presStyleIdx="1" presStyleCnt="4" custScaleX="209223">
        <dgm:presLayoutVars>
          <dgm:bulletEnabled val="1"/>
        </dgm:presLayoutVars>
      </dgm:prSet>
      <dgm:spPr/>
    </dgm:pt>
    <dgm:pt modelId="{F4D11299-27B4-8C45-9186-D8FCA4BE396E}" type="pres">
      <dgm:prSet presAssocID="{DA435AE3-263E-064E-A7A6-A283FC2FF7B8}" presName="vSp" presStyleCnt="0"/>
      <dgm:spPr/>
    </dgm:pt>
    <dgm:pt modelId="{2C51EE73-276B-2343-A658-FAC8C7C4A323}" type="pres">
      <dgm:prSet presAssocID="{2C7E77CE-3A8F-6846-B646-004FD0DA38C8}" presName="horFlow" presStyleCnt="0"/>
      <dgm:spPr/>
    </dgm:pt>
    <dgm:pt modelId="{8F9EA938-DC97-864B-99D0-4FC17442E668}" type="pres">
      <dgm:prSet presAssocID="{2C7E77CE-3A8F-6846-B646-004FD0DA38C8}" presName="bigChev" presStyleLbl="node1" presStyleIdx="2" presStyleCnt="4"/>
      <dgm:spPr/>
    </dgm:pt>
    <dgm:pt modelId="{0D685C49-3FDD-C641-A13F-44442BFD78E5}" type="pres">
      <dgm:prSet presAssocID="{7C412A29-1D23-364D-9729-5874FDB3C77A}" presName="parTrans" presStyleCnt="0"/>
      <dgm:spPr/>
    </dgm:pt>
    <dgm:pt modelId="{8F69CEFB-EA93-B34B-B0E2-B6DC3736F014}" type="pres">
      <dgm:prSet presAssocID="{52762223-7F14-8542-BC7C-F76ED6127440}" presName="node" presStyleLbl="alignAccFollowNode1" presStyleIdx="2" presStyleCnt="4" custScaleX="198809">
        <dgm:presLayoutVars>
          <dgm:bulletEnabled val="1"/>
        </dgm:presLayoutVars>
      </dgm:prSet>
      <dgm:spPr/>
    </dgm:pt>
    <dgm:pt modelId="{22D7BABD-D664-CA4B-AA4D-DD282BB963B6}" type="pres">
      <dgm:prSet presAssocID="{2C7E77CE-3A8F-6846-B646-004FD0DA38C8}" presName="vSp" presStyleCnt="0"/>
      <dgm:spPr/>
    </dgm:pt>
    <dgm:pt modelId="{19E62D5F-4BF7-9341-B14E-1DC173A89B97}" type="pres">
      <dgm:prSet presAssocID="{F4ACE233-0219-EE4C-9D0C-17E375974B83}" presName="horFlow" presStyleCnt="0"/>
      <dgm:spPr/>
    </dgm:pt>
    <dgm:pt modelId="{875511A4-5AA0-AD4B-9347-384E886407FB}" type="pres">
      <dgm:prSet presAssocID="{F4ACE233-0219-EE4C-9D0C-17E375974B83}" presName="bigChev" presStyleLbl="node1" presStyleIdx="3" presStyleCnt="4"/>
      <dgm:spPr/>
    </dgm:pt>
    <dgm:pt modelId="{4E4803F3-D488-D746-88EB-241E9B39BDC2}" type="pres">
      <dgm:prSet presAssocID="{B3FEB357-0FE4-E54F-8347-5E3A5942DA66}" presName="parTrans" presStyleCnt="0"/>
      <dgm:spPr/>
    </dgm:pt>
    <dgm:pt modelId="{C6ADD55F-E00F-2644-A5F1-6B69A1D16E1D}" type="pres">
      <dgm:prSet presAssocID="{F4A8BD76-A775-7A4D-9877-C2AC9826E818}" presName="node" presStyleLbl="alignAccFollowNode1" presStyleIdx="3" presStyleCnt="4" custScaleX="221242">
        <dgm:presLayoutVars>
          <dgm:bulletEnabled val="1"/>
        </dgm:presLayoutVars>
      </dgm:prSet>
      <dgm:spPr/>
    </dgm:pt>
  </dgm:ptLst>
  <dgm:cxnLst>
    <dgm:cxn modelId="{296B4219-5373-DF4B-A73A-C0D547B2CFD4}" type="presOf" srcId="{2C7E77CE-3A8F-6846-B646-004FD0DA38C8}" destId="{8F9EA938-DC97-864B-99D0-4FC17442E668}" srcOrd="0" destOrd="0" presId="urn:microsoft.com/office/officeart/2005/8/layout/lProcess3"/>
    <dgm:cxn modelId="{D4685A31-CCA2-3244-A2D2-CD48CB9D145C}" srcId="{2C7E77CE-3A8F-6846-B646-004FD0DA38C8}" destId="{52762223-7F14-8542-BC7C-F76ED6127440}" srcOrd="0" destOrd="0" parTransId="{7C412A29-1D23-364D-9729-5874FDB3C77A}" sibTransId="{49C14F09-DF81-ED4F-901D-5EFA3E0B11D1}"/>
    <dgm:cxn modelId="{6E2BAD35-304F-7347-AF6C-85A1940BB650}" type="presOf" srcId="{45C10F6C-9BD7-944B-8325-8B0D9B8EC984}" destId="{52A1816B-4E7E-2E48-8BDA-C4A334EFB13D}" srcOrd="0" destOrd="0" presId="urn:microsoft.com/office/officeart/2005/8/layout/lProcess3"/>
    <dgm:cxn modelId="{D17B2F4A-7055-3342-86D7-54D5482D72FF}" srcId="{BB66C26E-7658-3F4D-87B9-56DEA3DA1277}" destId="{2C7E77CE-3A8F-6846-B646-004FD0DA38C8}" srcOrd="2" destOrd="0" parTransId="{A89C4313-91B0-BC45-B44C-342547E9FFC6}" sibTransId="{48B820C0-39BB-9144-8E2C-26EC5750BB54}"/>
    <dgm:cxn modelId="{087D984F-D540-B446-8CD8-2A176982A4B3}" type="presOf" srcId="{BB66C26E-7658-3F4D-87B9-56DEA3DA1277}" destId="{1A79A4AA-F0D4-6B43-9AEF-AF99F39485AB}" srcOrd="0" destOrd="0" presId="urn:microsoft.com/office/officeart/2005/8/layout/lProcess3"/>
    <dgm:cxn modelId="{A7639771-A054-A640-A2E0-393A86F514AE}" srcId="{BB66C26E-7658-3F4D-87B9-56DEA3DA1277}" destId="{45C10F6C-9BD7-944B-8325-8B0D9B8EC984}" srcOrd="0" destOrd="0" parTransId="{BF9FA86F-A34A-0D4F-BE03-5F0EFD3E18A5}" sibTransId="{BD02FB20-CCBB-1843-B7AA-66A7500902F0}"/>
    <dgm:cxn modelId="{2DEAC185-3E10-AB4C-9BB7-A4C091C506D4}" srcId="{F4ACE233-0219-EE4C-9D0C-17E375974B83}" destId="{F4A8BD76-A775-7A4D-9877-C2AC9826E818}" srcOrd="0" destOrd="0" parTransId="{B3FEB357-0FE4-E54F-8347-5E3A5942DA66}" sibTransId="{9FDA4D0E-A803-BF43-B763-B707184DF86D}"/>
    <dgm:cxn modelId="{EC8D4B86-9FCF-5240-9187-D218DC7FC136}" type="presOf" srcId="{52762223-7F14-8542-BC7C-F76ED6127440}" destId="{8F69CEFB-EA93-B34B-B0E2-B6DC3736F014}" srcOrd="0" destOrd="0" presId="urn:microsoft.com/office/officeart/2005/8/layout/lProcess3"/>
    <dgm:cxn modelId="{F23D8E87-BA59-A947-AFE2-817B252F5B9D}" type="presOf" srcId="{B6A6355D-3B1A-6A47-A3F9-BDF6C7EE5077}" destId="{65CA66AD-A686-A64E-B74D-33DC4C582B00}" srcOrd="0" destOrd="0" presId="urn:microsoft.com/office/officeart/2005/8/layout/lProcess3"/>
    <dgm:cxn modelId="{2605F38A-C1AE-8F4F-9BED-A15F1FF08CA8}" type="presOf" srcId="{F4A8BD76-A775-7A4D-9877-C2AC9826E818}" destId="{C6ADD55F-E00F-2644-A5F1-6B69A1D16E1D}" srcOrd="0" destOrd="0" presId="urn:microsoft.com/office/officeart/2005/8/layout/lProcess3"/>
    <dgm:cxn modelId="{FA642E8C-E56B-6748-875A-AC2D82D3BF2F}" srcId="{45C10F6C-9BD7-944B-8325-8B0D9B8EC984}" destId="{34014611-702B-E14A-AB3C-E6EE5CD85021}" srcOrd="0" destOrd="0" parTransId="{81FD828F-CBAF-1A45-8F22-952BE85B029D}" sibTransId="{D9A4A5BB-6255-0048-9912-929FB0D76AF4}"/>
    <dgm:cxn modelId="{254A8FBB-1662-7D4B-AE0F-9A0692A5A7A8}" srcId="{BB66C26E-7658-3F4D-87B9-56DEA3DA1277}" destId="{F4ACE233-0219-EE4C-9D0C-17E375974B83}" srcOrd="3" destOrd="0" parTransId="{C9BF8693-76B9-3744-AED4-0E8127B07A8B}" sibTransId="{E22AB2F9-D743-064D-8B73-E74368FE4B15}"/>
    <dgm:cxn modelId="{4110F8C3-B61C-884C-A601-C305624B1A90}" type="presOf" srcId="{34014611-702B-E14A-AB3C-E6EE5CD85021}" destId="{D1409364-D0A8-404B-A03C-74C180546E0E}" srcOrd="0" destOrd="0" presId="urn:microsoft.com/office/officeart/2005/8/layout/lProcess3"/>
    <dgm:cxn modelId="{A530EFD6-B6E4-E14A-99E1-DCE46A12C659}" srcId="{BB66C26E-7658-3F4D-87B9-56DEA3DA1277}" destId="{DA435AE3-263E-064E-A7A6-A283FC2FF7B8}" srcOrd="1" destOrd="0" parTransId="{4CDC0589-0E9D-0D4C-A048-F037C4B96473}" sibTransId="{5E31FA71-5796-6D4F-87AA-8E1C07915CD0}"/>
    <dgm:cxn modelId="{CBBB3CDA-3FCB-FE42-B649-4E9C4C023291}" srcId="{DA435AE3-263E-064E-A7A6-A283FC2FF7B8}" destId="{B6A6355D-3B1A-6A47-A3F9-BDF6C7EE5077}" srcOrd="0" destOrd="0" parTransId="{0698DECD-8033-094D-9155-260780D79C11}" sibTransId="{75195BCC-5468-5045-B2C5-8087D3C72771}"/>
    <dgm:cxn modelId="{5AF35FF6-B00D-164C-B65A-83402E05D6CE}" type="presOf" srcId="{F4ACE233-0219-EE4C-9D0C-17E375974B83}" destId="{875511A4-5AA0-AD4B-9347-384E886407FB}" srcOrd="0" destOrd="0" presId="urn:microsoft.com/office/officeart/2005/8/layout/lProcess3"/>
    <dgm:cxn modelId="{E0321AF7-F222-C245-8160-CF718430E93E}" type="presOf" srcId="{DA435AE3-263E-064E-A7A6-A283FC2FF7B8}" destId="{6EE4EF73-36EE-7D42-A45F-E6E41F881006}" srcOrd="0" destOrd="0" presId="urn:microsoft.com/office/officeart/2005/8/layout/lProcess3"/>
    <dgm:cxn modelId="{43A0B034-F94F-7D46-8F37-65BF4558B23F}" type="presParOf" srcId="{1A79A4AA-F0D4-6B43-9AEF-AF99F39485AB}" destId="{7D214221-B666-D24B-A131-F39DB444DFB7}" srcOrd="0" destOrd="0" presId="urn:microsoft.com/office/officeart/2005/8/layout/lProcess3"/>
    <dgm:cxn modelId="{351E85E8-3DAC-9A40-89B8-4793FC5AD2C7}" type="presParOf" srcId="{7D214221-B666-D24B-A131-F39DB444DFB7}" destId="{52A1816B-4E7E-2E48-8BDA-C4A334EFB13D}" srcOrd="0" destOrd="0" presId="urn:microsoft.com/office/officeart/2005/8/layout/lProcess3"/>
    <dgm:cxn modelId="{9BE2570F-3843-9E44-A0BC-FF9DF5267A5E}" type="presParOf" srcId="{7D214221-B666-D24B-A131-F39DB444DFB7}" destId="{2578F17B-2004-294C-BB31-A5282AB1A3FC}" srcOrd="1" destOrd="0" presId="urn:microsoft.com/office/officeart/2005/8/layout/lProcess3"/>
    <dgm:cxn modelId="{30745FF9-B597-6B41-97F5-D3959CD51BAA}" type="presParOf" srcId="{7D214221-B666-D24B-A131-F39DB444DFB7}" destId="{D1409364-D0A8-404B-A03C-74C180546E0E}" srcOrd="2" destOrd="0" presId="urn:microsoft.com/office/officeart/2005/8/layout/lProcess3"/>
    <dgm:cxn modelId="{BD84F754-D61E-B44E-BCF7-0E46E4A3D239}" type="presParOf" srcId="{1A79A4AA-F0D4-6B43-9AEF-AF99F39485AB}" destId="{0E65C198-D371-4E4D-B8BD-BD84F948610B}" srcOrd="1" destOrd="0" presId="urn:microsoft.com/office/officeart/2005/8/layout/lProcess3"/>
    <dgm:cxn modelId="{ED20933B-095E-C242-9E7D-9F9076355709}" type="presParOf" srcId="{1A79A4AA-F0D4-6B43-9AEF-AF99F39485AB}" destId="{9B841B51-CE8E-B546-90A6-3F909014FA0B}" srcOrd="2" destOrd="0" presId="urn:microsoft.com/office/officeart/2005/8/layout/lProcess3"/>
    <dgm:cxn modelId="{C19B1C80-584A-3A44-983F-38E0A79F916C}" type="presParOf" srcId="{9B841B51-CE8E-B546-90A6-3F909014FA0B}" destId="{6EE4EF73-36EE-7D42-A45F-E6E41F881006}" srcOrd="0" destOrd="0" presId="urn:microsoft.com/office/officeart/2005/8/layout/lProcess3"/>
    <dgm:cxn modelId="{19A75237-1D3D-B840-8B43-61B0AC3D9D2A}" type="presParOf" srcId="{9B841B51-CE8E-B546-90A6-3F909014FA0B}" destId="{010C79D6-266C-E349-9765-9E43834FFDAD}" srcOrd="1" destOrd="0" presId="urn:microsoft.com/office/officeart/2005/8/layout/lProcess3"/>
    <dgm:cxn modelId="{B01DD4AC-AC05-394B-AD16-7401F1A36EAF}" type="presParOf" srcId="{9B841B51-CE8E-B546-90A6-3F909014FA0B}" destId="{65CA66AD-A686-A64E-B74D-33DC4C582B00}" srcOrd="2" destOrd="0" presId="urn:microsoft.com/office/officeart/2005/8/layout/lProcess3"/>
    <dgm:cxn modelId="{336AF96D-DB41-3749-853C-1BF6FE050357}" type="presParOf" srcId="{1A79A4AA-F0D4-6B43-9AEF-AF99F39485AB}" destId="{F4D11299-27B4-8C45-9186-D8FCA4BE396E}" srcOrd="3" destOrd="0" presId="urn:microsoft.com/office/officeart/2005/8/layout/lProcess3"/>
    <dgm:cxn modelId="{B1F74D3F-2A3C-7D49-8FE6-D9ECF0CC5D8C}" type="presParOf" srcId="{1A79A4AA-F0D4-6B43-9AEF-AF99F39485AB}" destId="{2C51EE73-276B-2343-A658-FAC8C7C4A323}" srcOrd="4" destOrd="0" presId="urn:microsoft.com/office/officeart/2005/8/layout/lProcess3"/>
    <dgm:cxn modelId="{14E19C29-2C46-6344-8D3F-6EF444F52D4B}" type="presParOf" srcId="{2C51EE73-276B-2343-A658-FAC8C7C4A323}" destId="{8F9EA938-DC97-864B-99D0-4FC17442E668}" srcOrd="0" destOrd="0" presId="urn:microsoft.com/office/officeart/2005/8/layout/lProcess3"/>
    <dgm:cxn modelId="{883C896A-932B-8146-8D16-497F6442F1BF}" type="presParOf" srcId="{2C51EE73-276B-2343-A658-FAC8C7C4A323}" destId="{0D685C49-3FDD-C641-A13F-44442BFD78E5}" srcOrd="1" destOrd="0" presId="urn:microsoft.com/office/officeart/2005/8/layout/lProcess3"/>
    <dgm:cxn modelId="{25F71000-0BE7-3542-9DE0-77CBBE49CFDE}" type="presParOf" srcId="{2C51EE73-276B-2343-A658-FAC8C7C4A323}" destId="{8F69CEFB-EA93-B34B-B0E2-B6DC3736F014}" srcOrd="2" destOrd="0" presId="urn:microsoft.com/office/officeart/2005/8/layout/lProcess3"/>
    <dgm:cxn modelId="{ACEBFE39-839E-D946-9315-10FA3DF28718}" type="presParOf" srcId="{1A79A4AA-F0D4-6B43-9AEF-AF99F39485AB}" destId="{22D7BABD-D664-CA4B-AA4D-DD282BB963B6}" srcOrd="5" destOrd="0" presId="urn:microsoft.com/office/officeart/2005/8/layout/lProcess3"/>
    <dgm:cxn modelId="{48F678FC-146F-9E48-92D3-D217787FE610}" type="presParOf" srcId="{1A79A4AA-F0D4-6B43-9AEF-AF99F39485AB}" destId="{19E62D5F-4BF7-9341-B14E-1DC173A89B97}" srcOrd="6" destOrd="0" presId="urn:microsoft.com/office/officeart/2005/8/layout/lProcess3"/>
    <dgm:cxn modelId="{3A4FB95D-C2BE-B54A-9EA4-0CC34419DA9D}" type="presParOf" srcId="{19E62D5F-4BF7-9341-B14E-1DC173A89B97}" destId="{875511A4-5AA0-AD4B-9347-384E886407FB}" srcOrd="0" destOrd="0" presId="urn:microsoft.com/office/officeart/2005/8/layout/lProcess3"/>
    <dgm:cxn modelId="{84F9F335-F52D-3245-853F-0F6F711D58EF}" type="presParOf" srcId="{19E62D5F-4BF7-9341-B14E-1DC173A89B97}" destId="{4E4803F3-D488-D746-88EB-241E9B39BDC2}" srcOrd="1" destOrd="0" presId="urn:microsoft.com/office/officeart/2005/8/layout/lProcess3"/>
    <dgm:cxn modelId="{C4E51776-2C9C-3443-94BA-FD8A82792BCF}" type="presParOf" srcId="{19E62D5F-4BF7-9341-B14E-1DC173A89B97}" destId="{C6ADD55F-E00F-2644-A5F1-6B69A1D16E1D}"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AA208D9-790E-CE41-832D-4908CE57DB18}"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FD6930FA-CDF1-9345-8FD7-ACF390E8E49C}">
      <dgm:prSet phldrT="[Text]" custT="1"/>
      <dgm:spPr/>
      <dgm:t>
        <a:bodyPr/>
        <a:lstStyle/>
        <a:p>
          <a:r>
            <a:rPr lang="en-US" sz="1600" b="1" dirty="0"/>
            <a:t>Simultaneous concurrent processes or threads</a:t>
          </a:r>
          <a:endParaRPr lang="en-US" sz="1600" dirty="0"/>
        </a:p>
      </dgm:t>
    </dgm:pt>
    <dgm:pt modelId="{E09B3B42-23C3-314F-8F33-AD0247E7C2B8}" type="parTrans" cxnId="{E798993B-2788-664E-BC2B-BC4D7AA878A0}">
      <dgm:prSet/>
      <dgm:spPr/>
      <dgm:t>
        <a:bodyPr/>
        <a:lstStyle/>
        <a:p>
          <a:endParaRPr lang="en-US"/>
        </a:p>
      </dgm:t>
    </dgm:pt>
    <dgm:pt modelId="{9DFBC693-85B2-F64C-90CD-663AA47B60F6}" type="sibTrans" cxnId="{E798993B-2788-664E-BC2B-BC4D7AA878A0}">
      <dgm:prSet/>
      <dgm:spPr/>
      <dgm:t>
        <a:bodyPr/>
        <a:lstStyle/>
        <a:p>
          <a:endParaRPr lang="en-US"/>
        </a:p>
      </dgm:t>
    </dgm:pt>
    <dgm:pt modelId="{CF03254C-2E97-A042-8DDF-EEF373916426}">
      <dgm:prSet phldrT="[Text]" custT="1"/>
      <dgm:spPr/>
      <dgm:t>
        <a:bodyPr/>
        <a:lstStyle/>
        <a:p>
          <a:r>
            <a:rPr lang="en-US" sz="1600" b="1" dirty="0">
              <a:solidFill>
                <a:schemeClr val="tx1"/>
              </a:solidFill>
            </a:rPr>
            <a:t>allow several processors to execute the same kernel code </a:t>
          </a:r>
          <a:r>
            <a:rPr lang="en-US" sz="1600" b="1" dirty="0"/>
            <a:t>simultaneously</a:t>
          </a:r>
        </a:p>
      </dgm:t>
    </dgm:pt>
    <dgm:pt modelId="{B24F7352-4171-054A-B7A1-45B8DF8DA828}" type="parTrans" cxnId="{7CAA66FC-F844-8946-978D-C3C8C6495253}">
      <dgm:prSet/>
      <dgm:spPr/>
      <dgm:t>
        <a:bodyPr/>
        <a:lstStyle/>
        <a:p>
          <a:endParaRPr lang="en-US" dirty="0"/>
        </a:p>
      </dgm:t>
    </dgm:pt>
    <dgm:pt modelId="{50DE34A9-53CA-9248-96CB-E46FF05E10F7}" type="sibTrans" cxnId="{7CAA66FC-F844-8946-978D-C3C8C6495253}">
      <dgm:prSet/>
      <dgm:spPr/>
      <dgm:t>
        <a:bodyPr/>
        <a:lstStyle/>
        <a:p>
          <a:endParaRPr lang="en-US"/>
        </a:p>
      </dgm:t>
    </dgm:pt>
    <dgm:pt modelId="{1D28519B-A810-F648-8278-275178BF4CC1}">
      <dgm:prSet custT="1"/>
      <dgm:spPr/>
      <dgm:t>
        <a:bodyPr/>
        <a:lstStyle/>
        <a:p>
          <a:r>
            <a:rPr lang="en-US" sz="1600" b="1" dirty="0"/>
            <a:t>Scheduling</a:t>
          </a:r>
          <a:endParaRPr lang="en-US" sz="1600" dirty="0"/>
        </a:p>
      </dgm:t>
    </dgm:pt>
    <dgm:pt modelId="{3532CE72-04BB-4447-9BFF-B465B92AA39E}" type="parTrans" cxnId="{FD7E5936-ED36-2D4F-96EB-70BD959F0254}">
      <dgm:prSet/>
      <dgm:spPr/>
      <dgm:t>
        <a:bodyPr/>
        <a:lstStyle/>
        <a:p>
          <a:endParaRPr lang="en-US"/>
        </a:p>
      </dgm:t>
    </dgm:pt>
    <dgm:pt modelId="{CCC02F46-DADA-7C4C-8FBD-64EF181B807B}" type="sibTrans" cxnId="{FD7E5936-ED36-2D4F-96EB-70BD959F0254}">
      <dgm:prSet/>
      <dgm:spPr/>
      <dgm:t>
        <a:bodyPr/>
        <a:lstStyle/>
        <a:p>
          <a:endParaRPr lang="en-US"/>
        </a:p>
      </dgm:t>
    </dgm:pt>
    <dgm:pt modelId="{C9DD314C-0D29-184F-A07A-C5DC2F8A2323}">
      <dgm:prSet custT="1"/>
      <dgm:spPr/>
      <dgm:t>
        <a:bodyPr/>
        <a:lstStyle/>
        <a:p>
          <a:r>
            <a:rPr lang="en-US" sz="1600" b="1" dirty="0"/>
            <a:t>any processor may perform scheduling,</a:t>
          </a:r>
        </a:p>
      </dgm:t>
    </dgm:pt>
    <dgm:pt modelId="{00B13440-F990-184E-9B45-BC2B00E91DDD}" type="parTrans" cxnId="{904F65C6-EEE0-364E-BE60-1328F96D40B9}">
      <dgm:prSet/>
      <dgm:spPr/>
      <dgm:t>
        <a:bodyPr/>
        <a:lstStyle/>
        <a:p>
          <a:endParaRPr lang="en-US" dirty="0"/>
        </a:p>
      </dgm:t>
    </dgm:pt>
    <dgm:pt modelId="{4EE793BF-3646-1046-A5D2-D82EF53B84A5}" type="sibTrans" cxnId="{904F65C6-EEE0-364E-BE60-1328F96D40B9}">
      <dgm:prSet/>
      <dgm:spPr/>
      <dgm:t>
        <a:bodyPr/>
        <a:lstStyle/>
        <a:p>
          <a:endParaRPr lang="en-US"/>
        </a:p>
      </dgm:t>
    </dgm:pt>
    <dgm:pt modelId="{41728C1A-E909-4648-904A-203B6124390F}">
      <dgm:prSet custT="1"/>
      <dgm:spPr/>
      <dgm:t>
        <a:bodyPr/>
        <a:lstStyle/>
        <a:p>
          <a:r>
            <a:rPr lang="en-US" sz="1600" b="1" dirty="0"/>
            <a:t>Synchronization</a:t>
          </a:r>
          <a:endParaRPr lang="en-US" sz="1600" dirty="0"/>
        </a:p>
      </dgm:t>
    </dgm:pt>
    <dgm:pt modelId="{90CA631D-CE4D-AE44-BE0C-C370F481E799}" type="parTrans" cxnId="{C08A6BAB-D9CC-604C-982E-10DC172DBE50}">
      <dgm:prSet/>
      <dgm:spPr/>
      <dgm:t>
        <a:bodyPr/>
        <a:lstStyle/>
        <a:p>
          <a:endParaRPr lang="en-US"/>
        </a:p>
      </dgm:t>
    </dgm:pt>
    <dgm:pt modelId="{09148EA3-2B91-BB4E-95DD-17B07FCE3B38}" type="sibTrans" cxnId="{C08A6BAB-D9CC-604C-982E-10DC172DBE50}">
      <dgm:prSet/>
      <dgm:spPr/>
      <dgm:t>
        <a:bodyPr/>
        <a:lstStyle/>
        <a:p>
          <a:endParaRPr lang="en-US"/>
        </a:p>
      </dgm:t>
    </dgm:pt>
    <dgm:pt modelId="{23B84F0C-40A3-214C-A5B8-E2A51FAE70E1}">
      <dgm:prSet custT="1"/>
      <dgm:spPr/>
      <dgm:t>
        <a:bodyPr/>
        <a:lstStyle/>
        <a:p>
          <a:r>
            <a:rPr lang="en-US" sz="1600" dirty="0"/>
            <a:t>with multiple active processes having potential access </a:t>
          </a:r>
          <a:r>
            <a:rPr lang="en-US" sz="1600" b="1" dirty="0"/>
            <a:t>to shared address spaces or shared I/O </a:t>
          </a:r>
          <a:r>
            <a:rPr lang="en-US" sz="1600" dirty="0"/>
            <a:t>resources, care must be taken to provide effective synchronization</a:t>
          </a:r>
        </a:p>
      </dgm:t>
    </dgm:pt>
    <dgm:pt modelId="{51315BE9-15D2-3148-8668-4DF77E6E0CA8}" type="parTrans" cxnId="{B78C9A39-3CDD-8844-9813-24CC7AF05DF8}">
      <dgm:prSet/>
      <dgm:spPr/>
      <dgm:t>
        <a:bodyPr/>
        <a:lstStyle/>
        <a:p>
          <a:endParaRPr lang="en-US" dirty="0"/>
        </a:p>
      </dgm:t>
    </dgm:pt>
    <dgm:pt modelId="{D3AE82C6-1501-C44A-8003-403E75EF403D}" type="sibTrans" cxnId="{B78C9A39-3CDD-8844-9813-24CC7AF05DF8}">
      <dgm:prSet/>
      <dgm:spPr/>
      <dgm:t>
        <a:bodyPr/>
        <a:lstStyle/>
        <a:p>
          <a:endParaRPr lang="en-US"/>
        </a:p>
      </dgm:t>
    </dgm:pt>
    <dgm:pt modelId="{7583D4B7-C644-E84C-9F68-F52BE8BF913A}">
      <dgm:prSet custT="1"/>
      <dgm:spPr/>
      <dgm:t>
        <a:bodyPr/>
        <a:lstStyle/>
        <a:p>
          <a:r>
            <a:rPr lang="en-US" sz="1600" b="1" dirty="0"/>
            <a:t>Memory management</a:t>
          </a:r>
          <a:endParaRPr lang="en-US" sz="1600" dirty="0"/>
        </a:p>
      </dgm:t>
    </dgm:pt>
    <dgm:pt modelId="{3A8153AE-8BEE-1D41-9BD8-2A532C2AA704}" type="parTrans" cxnId="{4BAF6596-7D29-DD40-BC6E-E29A5A668820}">
      <dgm:prSet/>
      <dgm:spPr/>
      <dgm:t>
        <a:bodyPr/>
        <a:lstStyle/>
        <a:p>
          <a:endParaRPr lang="en-US"/>
        </a:p>
      </dgm:t>
    </dgm:pt>
    <dgm:pt modelId="{6391536A-ED8E-BE40-B261-EAF6EA285D04}" type="sibTrans" cxnId="{4BAF6596-7D29-DD40-BC6E-E29A5A668820}">
      <dgm:prSet/>
      <dgm:spPr/>
      <dgm:t>
        <a:bodyPr/>
        <a:lstStyle/>
        <a:p>
          <a:endParaRPr lang="en-US"/>
        </a:p>
      </dgm:t>
    </dgm:pt>
    <dgm:pt modelId="{279FD7B2-5886-5C4E-A835-1E04D67D5778}">
      <dgm:prSet custT="1"/>
      <dgm:spPr/>
      <dgm:t>
        <a:bodyPr/>
        <a:lstStyle/>
        <a:p>
          <a:r>
            <a:rPr lang="en-US" sz="1600" dirty="0"/>
            <a:t>the reuse of physical pages is the biggest problem of concern</a:t>
          </a:r>
        </a:p>
      </dgm:t>
    </dgm:pt>
    <dgm:pt modelId="{64448336-5A70-AF44-B59B-23989B8D078F}" type="parTrans" cxnId="{6FC8ACFE-474F-0B49-9050-BE775288EFDF}">
      <dgm:prSet/>
      <dgm:spPr/>
      <dgm:t>
        <a:bodyPr/>
        <a:lstStyle/>
        <a:p>
          <a:endParaRPr lang="en-US" dirty="0"/>
        </a:p>
      </dgm:t>
    </dgm:pt>
    <dgm:pt modelId="{6B2B6F55-A247-4648-8723-23A89E545F08}" type="sibTrans" cxnId="{6FC8ACFE-474F-0B49-9050-BE775288EFDF}">
      <dgm:prSet/>
      <dgm:spPr/>
      <dgm:t>
        <a:bodyPr/>
        <a:lstStyle/>
        <a:p>
          <a:endParaRPr lang="en-US"/>
        </a:p>
      </dgm:t>
    </dgm:pt>
    <dgm:pt modelId="{1D155A38-8A10-BD4D-B599-31C6FB1BDAF4}">
      <dgm:prSet custT="1"/>
      <dgm:spPr/>
      <dgm:t>
        <a:bodyPr/>
        <a:lstStyle/>
        <a:p>
          <a:r>
            <a:rPr lang="en-US" sz="1600" b="1" dirty="0"/>
            <a:t>Reliability and fault tolerance</a:t>
          </a:r>
          <a:endParaRPr lang="en-US" sz="1600" dirty="0"/>
        </a:p>
      </dgm:t>
    </dgm:pt>
    <dgm:pt modelId="{D7715A89-DA8A-A44B-8C2A-4B37BB010B76}" type="parTrans" cxnId="{364A71AD-ECCF-2547-9528-CD0E28B2A9BB}">
      <dgm:prSet/>
      <dgm:spPr/>
      <dgm:t>
        <a:bodyPr/>
        <a:lstStyle/>
        <a:p>
          <a:endParaRPr lang="en-US"/>
        </a:p>
      </dgm:t>
    </dgm:pt>
    <dgm:pt modelId="{459B2552-DE64-3641-9621-814FFCD03FA1}" type="sibTrans" cxnId="{364A71AD-ECCF-2547-9528-CD0E28B2A9BB}">
      <dgm:prSet/>
      <dgm:spPr/>
      <dgm:t>
        <a:bodyPr/>
        <a:lstStyle/>
        <a:p>
          <a:endParaRPr lang="en-US"/>
        </a:p>
      </dgm:t>
    </dgm:pt>
    <dgm:pt modelId="{758ECEBE-0C17-E740-B108-1DA818C7D8AF}">
      <dgm:prSet custT="1"/>
      <dgm:spPr/>
      <dgm:t>
        <a:bodyPr/>
        <a:lstStyle/>
        <a:p>
          <a:r>
            <a:rPr lang="en-US" sz="1600" dirty="0"/>
            <a:t>the OS should provide graceful degradation in the face of processor failure</a:t>
          </a:r>
        </a:p>
      </dgm:t>
    </dgm:pt>
    <dgm:pt modelId="{B0900AE4-8A0D-714E-B1FC-519AC461F167}" type="parTrans" cxnId="{68708DFE-AC94-3C4D-A0C9-30B495EBBCD7}">
      <dgm:prSet/>
      <dgm:spPr/>
      <dgm:t>
        <a:bodyPr/>
        <a:lstStyle/>
        <a:p>
          <a:endParaRPr lang="en-US" dirty="0"/>
        </a:p>
      </dgm:t>
    </dgm:pt>
    <dgm:pt modelId="{AFD6CF11-BB48-D443-B3AF-21D51F005598}" type="sibTrans" cxnId="{68708DFE-AC94-3C4D-A0C9-30B495EBBCD7}">
      <dgm:prSet/>
      <dgm:spPr/>
      <dgm:t>
        <a:bodyPr/>
        <a:lstStyle/>
        <a:p>
          <a:endParaRPr lang="en-US"/>
        </a:p>
      </dgm:t>
    </dgm:pt>
    <dgm:pt modelId="{AB7C04AF-1606-3547-B393-795A270E4997}" type="pres">
      <dgm:prSet presAssocID="{5AA208D9-790E-CE41-832D-4908CE57DB18}" presName="diagram" presStyleCnt="0">
        <dgm:presLayoutVars>
          <dgm:chPref val="1"/>
          <dgm:dir/>
          <dgm:animOne val="branch"/>
          <dgm:animLvl val="lvl"/>
          <dgm:resizeHandles/>
        </dgm:presLayoutVars>
      </dgm:prSet>
      <dgm:spPr/>
    </dgm:pt>
    <dgm:pt modelId="{534CEC71-421F-074E-AEBA-135F2ABF16D7}" type="pres">
      <dgm:prSet presAssocID="{FD6930FA-CDF1-9345-8FD7-ACF390E8E49C}" presName="root" presStyleCnt="0"/>
      <dgm:spPr/>
    </dgm:pt>
    <dgm:pt modelId="{29392FE0-6609-954C-979E-62314438BDA7}" type="pres">
      <dgm:prSet presAssocID="{FD6930FA-CDF1-9345-8FD7-ACF390E8E49C}" presName="rootComposite" presStyleCnt="0"/>
      <dgm:spPr/>
    </dgm:pt>
    <dgm:pt modelId="{3BBBB033-098B-874D-86E2-F7E6A1FCCA9C}" type="pres">
      <dgm:prSet presAssocID="{FD6930FA-CDF1-9345-8FD7-ACF390E8E49C}" presName="rootText" presStyleLbl="node1" presStyleIdx="0" presStyleCnt="5" custScaleX="183602" custScaleY="215922" custLinFactNeighborX="-835" custLinFactNeighborY="6522"/>
      <dgm:spPr/>
    </dgm:pt>
    <dgm:pt modelId="{564FDF94-83FC-804F-BADF-B87097BEE906}" type="pres">
      <dgm:prSet presAssocID="{FD6930FA-CDF1-9345-8FD7-ACF390E8E49C}" presName="rootConnector" presStyleLbl="node1" presStyleIdx="0" presStyleCnt="5"/>
      <dgm:spPr/>
    </dgm:pt>
    <dgm:pt modelId="{B58AA2D9-84BA-064A-9B7E-A4B00DF49E36}" type="pres">
      <dgm:prSet presAssocID="{FD6930FA-CDF1-9345-8FD7-ACF390E8E49C}" presName="childShape" presStyleCnt="0"/>
      <dgm:spPr/>
    </dgm:pt>
    <dgm:pt modelId="{E3ED8868-6417-A346-9D8B-83023FB15D3C}" type="pres">
      <dgm:prSet presAssocID="{B24F7352-4171-054A-B7A1-45B8DF8DA828}" presName="Name13" presStyleLbl="parChTrans1D2" presStyleIdx="0" presStyleCnt="5"/>
      <dgm:spPr/>
    </dgm:pt>
    <dgm:pt modelId="{E26FC7CB-FC61-E246-8BE5-826CA9D5A0A9}" type="pres">
      <dgm:prSet presAssocID="{CF03254C-2E97-A042-8DDF-EEF373916426}" presName="childText" presStyleLbl="bgAcc1" presStyleIdx="0" presStyleCnt="5" custScaleX="218634" custScaleY="502409">
        <dgm:presLayoutVars>
          <dgm:bulletEnabled val="1"/>
        </dgm:presLayoutVars>
      </dgm:prSet>
      <dgm:spPr/>
    </dgm:pt>
    <dgm:pt modelId="{C3869943-138D-E942-A6B2-E830239E4926}" type="pres">
      <dgm:prSet presAssocID="{1D28519B-A810-F648-8278-275178BF4CC1}" presName="root" presStyleCnt="0"/>
      <dgm:spPr/>
    </dgm:pt>
    <dgm:pt modelId="{2DA6440E-2A98-A741-B985-1C04FE22767C}" type="pres">
      <dgm:prSet presAssocID="{1D28519B-A810-F648-8278-275178BF4CC1}" presName="rootComposite" presStyleCnt="0"/>
      <dgm:spPr/>
    </dgm:pt>
    <dgm:pt modelId="{928E9B85-F95F-0A4D-B01A-FAA0C04D08A8}" type="pres">
      <dgm:prSet presAssocID="{1D28519B-A810-F648-8278-275178BF4CC1}" presName="rootText" presStyleLbl="node1" presStyleIdx="1" presStyleCnt="5" custScaleX="132100"/>
      <dgm:spPr/>
    </dgm:pt>
    <dgm:pt modelId="{604DF5E0-0E35-024D-A8B7-48555D17D47F}" type="pres">
      <dgm:prSet presAssocID="{1D28519B-A810-F648-8278-275178BF4CC1}" presName="rootConnector" presStyleLbl="node1" presStyleIdx="1" presStyleCnt="5"/>
      <dgm:spPr/>
    </dgm:pt>
    <dgm:pt modelId="{82DA697E-DFF8-6544-982A-C34B0438F7AB}" type="pres">
      <dgm:prSet presAssocID="{1D28519B-A810-F648-8278-275178BF4CC1}" presName="childShape" presStyleCnt="0"/>
      <dgm:spPr/>
    </dgm:pt>
    <dgm:pt modelId="{56A42574-112F-F040-A0EA-3834A89B47EC}" type="pres">
      <dgm:prSet presAssocID="{00B13440-F990-184E-9B45-BC2B00E91DDD}" presName="Name13" presStyleLbl="parChTrans1D2" presStyleIdx="1" presStyleCnt="5"/>
      <dgm:spPr/>
    </dgm:pt>
    <dgm:pt modelId="{E7927819-7273-1D4F-8666-58E261183BF4}" type="pres">
      <dgm:prSet presAssocID="{C9DD314C-0D29-184F-A07A-C5DC2F8A2323}" presName="childText" presStyleLbl="bgAcc1" presStyleIdx="1" presStyleCnt="5" custScaleX="196250" custScaleY="543608">
        <dgm:presLayoutVars>
          <dgm:bulletEnabled val="1"/>
        </dgm:presLayoutVars>
      </dgm:prSet>
      <dgm:spPr/>
    </dgm:pt>
    <dgm:pt modelId="{061755FA-E814-6E40-94B7-82AECE33E952}" type="pres">
      <dgm:prSet presAssocID="{41728C1A-E909-4648-904A-203B6124390F}" presName="root" presStyleCnt="0"/>
      <dgm:spPr/>
    </dgm:pt>
    <dgm:pt modelId="{322EE887-A359-B24A-92C0-BD9C9A3C129B}" type="pres">
      <dgm:prSet presAssocID="{41728C1A-E909-4648-904A-203B6124390F}" presName="rootComposite" presStyleCnt="0"/>
      <dgm:spPr/>
    </dgm:pt>
    <dgm:pt modelId="{7D87930C-06A0-324F-A5FB-AE995B6F9475}" type="pres">
      <dgm:prSet presAssocID="{41728C1A-E909-4648-904A-203B6124390F}" presName="rootText" presStyleLbl="node1" presStyleIdx="2" presStyleCnt="5" custScaleX="188612" custScaleY="133830"/>
      <dgm:spPr/>
    </dgm:pt>
    <dgm:pt modelId="{F41E1732-51D1-984B-9071-6383130DDFBC}" type="pres">
      <dgm:prSet presAssocID="{41728C1A-E909-4648-904A-203B6124390F}" presName="rootConnector" presStyleLbl="node1" presStyleIdx="2" presStyleCnt="5"/>
      <dgm:spPr/>
    </dgm:pt>
    <dgm:pt modelId="{AA440818-C2DC-9F42-822D-F5C4471CB6DB}" type="pres">
      <dgm:prSet presAssocID="{41728C1A-E909-4648-904A-203B6124390F}" presName="childShape" presStyleCnt="0"/>
      <dgm:spPr/>
    </dgm:pt>
    <dgm:pt modelId="{CA7A6154-558A-3E4E-B569-99648CCD0383}" type="pres">
      <dgm:prSet presAssocID="{51315BE9-15D2-3148-8668-4DF77E6E0CA8}" presName="Name13" presStyleLbl="parChTrans1D2" presStyleIdx="2" presStyleCnt="5"/>
      <dgm:spPr/>
    </dgm:pt>
    <dgm:pt modelId="{F8F41A71-083D-3540-B421-42793CF68D4D}" type="pres">
      <dgm:prSet presAssocID="{23B84F0C-40A3-214C-A5B8-E2A51FAE70E1}" presName="childText" presStyleLbl="bgAcc1" presStyleIdx="2" presStyleCnt="5" custScaleX="239744" custScaleY="561144">
        <dgm:presLayoutVars>
          <dgm:bulletEnabled val="1"/>
        </dgm:presLayoutVars>
      </dgm:prSet>
      <dgm:spPr/>
    </dgm:pt>
    <dgm:pt modelId="{5AE15392-EDDC-0142-B05F-593CA16D50DB}" type="pres">
      <dgm:prSet presAssocID="{7583D4B7-C644-E84C-9F68-F52BE8BF913A}" presName="root" presStyleCnt="0"/>
      <dgm:spPr/>
    </dgm:pt>
    <dgm:pt modelId="{3E2AACF5-1BC5-8945-869A-D0A707C34248}" type="pres">
      <dgm:prSet presAssocID="{7583D4B7-C644-E84C-9F68-F52BE8BF913A}" presName="rootComposite" presStyleCnt="0"/>
      <dgm:spPr/>
    </dgm:pt>
    <dgm:pt modelId="{F3501B9F-2370-6940-A77C-F30D50C22A16}" type="pres">
      <dgm:prSet presAssocID="{7583D4B7-C644-E84C-9F68-F52BE8BF913A}" presName="rootText" presStyleLbl="node1" presStyleIdx="3" presStyleCnt="5" custScaleX="173944" custScaleY="132726"/>
      <dgm:spPr/>
    </dgm:pt>
    <dgm:pt modelId="{A87B12E2-B6BE-9446-8B95-9AB52DD3E4E0}" type="pres">
      <dgm:prSet presAssocID="{7583D4B7-C644-E84C-9F68-F52BE8BF913A}" presName="rootConnector" presStyleLbl="node1" presStyleIdx="3" presStyleCnt="5"/>
      <dgm:spPr/>
    </dgm:pt>
    <dgm:pt modelId="{9675B986-4C3A-2149-8C24-5303BEAF4EDA}" type="pres">
      <dgm:prSet presAssocID="{7583D4B7-C644-E84C-9F68-F52BE8BF913A}" presName="childShape" presStyleCnt="0"/>
      <dgm:spPr/>
    </dgm:pt>
    <dgm:pt modelId="{AD04DFED-755B-6749-8AC3-4C207875CB01}" type="pres">
      <dgm:prSet presAssocID="{64448336-5A70-AF44-B59B-23989B8D078F}" presName="Name13" presStyleLbl="parChTrans1D2" presStyleIdx="3" presStyleCnt="5"/>
      <dgm:spPr/>
    </dgm:pt>
    <dgm:pt modelId="{05F242F4-2600-5940-A614-2DA85E5F1AAD}" type="pres">
      <dgm:prSet presAssocID="{279FD7B2-5886-5C4E-A835-1E04D67D5778}" presName="childText" presStyleLbl="bgAcc1" presStyleIdx="3" presStyleCnt="5" custScaleX="173576" custScaleY="347469">
        <dgm:presLayoutVars>
          <dgm:bulletEnabled val="1"/>
        </dgm:presLayoutVars>
      </dgm:prSet>
      <dgm:spPr/>
    </dgm:pt>
    <dgm:pt modelId="{38509C56-B36B-0B44-9386-A212A3E9184C}" type="pres">
      <dgm:prSet presAssocID="{1D155A38-8A10-BD4D-B599-31C6FB1BDAF4}" presName="root" presStyleCnt="0"/>
      <dgm:spPr/>
    </dgm:pt>
    <dgm:pt modelId="{F552A334-F9E8-6243-A6B9-51B38138CFEA}" type="pres">
      <dgm:prSet presAssocID="{1D155A38-8A10-BD4D-B599-31C6FB1BDAF4}" presName="rootComposite" presStyleCnt="0"/>
      <dgm:spPr/>
    </dgm:pt>
    <dgm:pt modelId="{C49E4D76-4FDD-B444-9BBB-C61EA22E2950}" type="pres">
      <dgm:prSet presAssocID="{1D155A38-8A10-BD4D-B599-31C6FB1BDAF4}" presName="rootText" presStyleLbl="node1" presStyleIdx="4" presStyleCnt="5" custScaleX="139784" custScaleY="195556"/>
      <dgm:spPr/>
    </dgm:pt>
    <dgm:pt modelId="{F6A4412D-25E4-B74C-A257-CE26709EB531}" type="pres">
      <dgm:prSet presAssocID="{1D155A38-8A10-BD4D-B599-31C6FB1BDAF4}" presName="rootConnector" presStyleLbl="node1" presStyleIdx="4" presStyleCnt="5"/>
      <dgm:spPr/>
    </dgm:pt>
    <dgm:pt modelId="{F4E69D38-0253-C04C-82ED-5CE32D4626DB}" type="pres">
      <dgm:prSet presAssocID="{1D155A38-8A10-BD4D-B599-31C6FB1BDAF4}" presName="childShape" presStyleCnt="0"/>
      <dgm:spPr/>
    </dgm:pt>
    <dgm:pt modelId="{761D829C-1A3D-A544-9740-C515EBF69C9C}" type="pres">
      <dgm:prSet presAssocID="{B0900AE4-8A0D-714E-B1FC-519AC461F167}" presName="Name13" presStyleLbl="parChTrans1D2" presStyleIdx="4" presStyleCnt="5"/>
      <dgm:spPr/>
    </dgm:pt>
    <dgm:pt modelId="{C68B9DD7-46CF-5944-85DC-F784C37E24D7}" type="pres">
      <dgm:prSet presAssocID="{758ECEBE-0C17-E740-B108-1DA818C7D8AF}" presName="childText" presStyleLbl="bgAcc1" presStyleIdx="4" presStyleCnt="5" custScaleX="203326" custScaleY="432040" custLinFactNeighborX="-37117" custLinFactNeighborY="47773">
        <dgm:presLayoutVars>
          <dgm:bulletEnabled val="1"/>
        </dgm:presLayoutVars>
      </dgm:prSet>
      <dgm:spPr/>
    </dgm:pt>
  </dgm:ptLst>
  <dgm:cxnLst>
    <dgm:cxn modelId="{B637CE0B-AE48-854A-A410-94C38663B01C}" type="presOf" srcId="{1D28519B-A810-F648-8278-275178BF4CC1}" destId="{928E9B85-F95F-0A4D-B01A-FAA0C04D08A8}" srcOrd="0" destOrd="0" presId="urn:microsoft.com/office/officeart/2005/8/layout/hierarchy3"/>
    <dgm:cxn modelId="{FF3C6A1F-56A2-D74F-80FB-4DF30D7E6CBE}" type="presOf" srcId="{41728C1A-E909-4648-904A-203B6124390F}" destId="{F41E1732-51D1-984B-9071-6383130DDFBC}" srcOrd="1" destOrd="0" presId="urn:microsoft.com/office/officeart/2005/8/layout/hierarchy3"/>
    <dgm:cxn modelId="{1B6C5428-A863-F348-A227-EC566574A047}" type="presOf" srcId="{1D155A38-8A10-BD4D-B599-31C6FB1BDAF4}" destId="{F6A4412D-25E4-B74C-A257-CE26709EB531}" srcOrd="1" destOrd="0" presId="urn:microsoft.com/office/officeart/2005/8/layout/hierarchy3"/>
    <dgm:cxn modelId="{89407929-2210-2040-B63C-D74868593A36}" type="presOf" srcId="{23B84F0C-40A3-214C-A5B8-E2A51FAE70E1}" destId="{F8F41A71-083D-3540-B421-42793CF68D4D}" srcOrd="0" destOrd="0" presId="urn:microsoft.com/office/officeart/2005/8/layout/hierarchy3"/>
    <dgm:cxn modelId="{FD7E5936-ED36-2D4F-96EB-70BD959F0254}" srcId="{5AA208D9-790E-CE41-832D-4908CE57DB18}" destId="{1D28519B-A810-F648-8278-275178BF4CC1}" srcOrd="1" destOrd="0" parTransId="{3532CE72-04BB-4447-9BFF-B465B92AA39E}" sibTransId="{CCC02F46-DADA-7C4C-8FBD-64EF181B807B}"/>
    <dgm:cxn modelId="{B78C9A39-3CDD-8844-9813-24CC7AF05DF8}" srcId="{41728C1A-E909-4648-904A-203B6124390F}" destId="{23B84F0C-40A3-214C-A5B8-E2A51FAE70E1}" srcOrd="0" destOrd="0" parTransId="{51315BE9-15D2-3148-8668-4DF77E6E0CA8}" sibTransId="{D3AE82C6-1501-C44A-8003-403E75EF403D}"/>
    <dgm:cxn modelId="{97DBB239-EDAA-C040-A0D5-FE4D0500DA15}" type="presOf" srcId="{279FD7B2-5886-5C4E-A835-1E04D67D5778}" destId="{05F242F4-2600-5940-A614-2DA85E5F1AAD}" srcOrd="0" destOrd="0" presId="urn:microsoft.com/office/officeart/2005/8/layout/hierarchy3"/>
    <dgm:cxn modelId="{E798993B-2788-664E-BC2B-BC4D7AA878A0}" srcId="{5AA208D9-790E-CE41-832D-4908CE57DB18}" destId="{FD6930FA-CDF1-9345-8FD7-ACF390E8E49C}" srcOrd="0" destOrd="0" parTransId="{E09B3B42-23C3-314F-8F33-AD0247E7C2B8}" sibTransId="{9DFBC693-85B2-F64C-90CD-663AA47B60F6}"/>
    <dgm:cxn modelId="{BD7F6251-CC2A-2F44-AEC6-70796D204206}" type="presOf" srcId="{CF03254C-2E97-A042-8DDF-EEF373916426}" destId="{E26FC7CB-FC61-E246-8BE5-826CA9D5A0A9}" srcOrd="0" destOrd="0" presId="urn:microsoft.com/office/officeart/2005/8/layout/hierarchy3"/>
    <dgm:cxn modelId="{0DC5EA73-B876-044C-8F1C-67AA048A8E5B}" type="presOf" srcId="{41728C1A-E909-4648-904A-203B6124390F}" destId="{7D87930C-06A0-324F-A5FB-AE995B6F9475}" srcOrd="0" destOrd="0" presId="urn:microsoft.com/office/officeart/2005/8/layout/hierarchy3"/>
    <dgm:cxn modelId="{5598528A-A307-1A46-A686-E16AE3A72083}" type="presOf" srcId="{FD6930FA-CDF1-9345-8FD7-ACF390E8E49C}" destId="{564FDF94-83FC-804F-BADF-B87097BEE906}" srcOrd="1" destOrd="0" presId="urn:microsoft.com/office/officeart/2005/8/layout/hierarchy3"/>
    <dgm:cxn modelId="{080A1D8C-BBF0-B04C-948E-4DC6E63E9C97}" type="presOf" srcId="{00B13440-F990-184E-9B45-BC2B00E91DDD}" destId="{56A42574-112F-F040-A0EA-3834A89B47EC}" srcOrd="0" destOrd="0" presId="urn:microsoft.com/office/officeart/2005/8/layout/hierarchy3"/>
    <dgm:cxn modelId="{F671DF90-48F7-5D44-B415-6813A949A251}" type="presOf" srcId="{5AA208D9-790E-CE41-832D-4908CE57DB18}" destId="{AB7C04AF-1606-3547-B393-795A270E4997}" srcOrd="0" destOrd="0" presId="urn:microsoft.com/office/officeart/2005/8/layout/hierarchy3"/>
    <dgm:cxn modelId="{4BAF6596-7D29-DD40-BC6E-E29A5A668820}" srcId="{5AA208D9-790E-CE41-832D-4908CE57DB18}" destId="{7583D4B7-C644-E84C-9F68-F52BE8BF913A}" srcOrd="3" destOrd="0" parTransId="{3A8153AE-8BEE-1D41-9BD8-2A532C2AA704}" sibTransId="{6391536A-ED8E-BE40-B261-EAF6EA285D04}"/>
    <dgm:cxn modelId="{29F48C96-F9C5-6C4D-8789-5A2D1D64D313}" type="presOf" srcId="{B24F7352-4171-054A-B7A1-45B8DF8DA828}" destId="{E3ED8868-6417-A346-9D8B-83023FB15D3C}" srcOrd="0" destOrd="0" presId="urn:microsoft.com/office/officeart/2005/8/layout/hierarchy3"/>
    <dgm:cxn modelId="{9E33239E-B456-E140-9E87-DBC321C85E87}" type="presOf" srcId="{7583D4B7-C644-E84C-9F68-F52BE8BF913A}" destId="{A87B12E2-B6BE-9446-8B95-9AB52DD3E4E0}" srcOrd="1" destOrd="0" presId="urn:microsoft.com/office/officeart/2005/8/layout/hierarchy3"/>
    <dgm:cxn modelId="{6334B79F-3FF0-7B4B-899D-7A353ADFC3A1}" type="presOf" srcId="{758ECEBE-0C17-E740-B108-1DA818C7D8AF}" destId="{C68B9DD7-46CF-5944-85DC-F784C37E24D7}" srcOrd="0" destOrd="0" presId="urn:microsoft.com/office/officeart/2005/8/layout/hierarchy3"/>
    <dgm:cxn modelId="{C08A6BAB-D9CC-604C-982E-10DC172DBE50}" srcId="{5AA208D9-790E-CE41-832D-4908CE57DB18}" destId="{41728C1A-E909-4648-904A-203B6124390F}" srcOrd="2" destOrd="0" parTransId="{90CA631D-CE4D-AE44-BE0C-C370F481E799}" sibTransId="{09148EA3-2B91-BB4E-95DD-17B07FCE3B38}"/>
    <dgm:cxn modelId="{364A71AD-ECCF-2547-9528-CD0E28B2A9BB}" srcId="{5AA208D9-790E-CE41-832D-4908CE57DB18}" destId="{1D155A38-8A10-BD4D-B599-31C6FB1BDAF4}" srcOrd="4" destOrd="0" parTransId="{D7715A89-DA8A-A44B-8C2A-4B37BB010B76}" sibTransId="{459B2552-DE64-3641-9621-814FFCD03FA1}"/>
    <dgm:cxn modelId="{EF044DAE-D502-E742-BB90-79CCF922AC79}" type="presOf" srcId="{1D155A38-8A10-BD4D-B599-31C6FB1BDAF4}" destId="{C49E4D76-4FDD-B444-9BBB-C61EA22E2950}" srcOrd="0" destOrd="0" presId="urn:microsoft.com/office/officeart/2005/8/layout/hierarchy3"/>
    <dgm:cxn modelId="{4D7961B2-FDF7-2048-A654-99B7D113207C}" type="presOf" srcId="{B0900AE4-8A0D-714E-B1FC-519AC461F167}" destId="{761D829C-1A3D-A544-9740-C515EBF69C9C}" srcOrd="0" destOrd="0" presId="urn:microsoft.com/office/officeart/2005/8/layout/hierarchy3"/>
    <dgm:cxn modelId="{6CF6AFB6-E227-3F45-9A8F-5482F8227DDA}" type="presOf" srcId="{51315BE9-15D2-3148-8668-4DF77E6E0CA8}" destId="{CA7A6154-558A-3E4E-B569-99648CCD0383}" srcOrd="0" destOrd="0" presId="urn:microsoft.com/office/officeart/2005/8/layout/hierarchy3"/>
    <dgm:cxn modelId="{79DB20C0-54D6-FD43-B797-2E537304CDFA}" type="presOf" srcId="{7583D4B7-C644-E84C-9F68-F52BE8BF913A}" destId="{F3501B9F-2370-6940-A77C-F30D50C22A16}" srcOrd="0" destOrd="0" presId="urn:microsoft.com/office/officeart/2005/8/layout/hierarchy3"/>
    <dgm:cxn modelId="{A8C3FEC1-50D2-A143-8756-56F2C931ABC3}" type="presOf" srcId="{1D28519B-A810-F648-8278-275178BF4CC1}" destId="{604DF5E0-0E35-024D-A8B7-48555D17D47F}" srcOrd="1" destOrd="0" presId="urn:microsoft.com/office/officeart/2005/8/layout/hierarchy3"/>
    <dgm:cxn modelId="{904F65C6-EEE0-364E-BE60-1328F96D40B9}" srcId="{1D28519B-A810-F648-8278-275178BF4CC1}" destId="{C9DD314C-0D29-184F-A07A-C5DC2F8A2323}" srcOrd="0" destOrd="0" parTransId="{00B13440-F990-184E-9B45-BC2B00E91DDD}" sibTransId="{4EE793BF-3646-1046-A5D2-D82EF53B84A5}"/>
    <dgm:cxn modelId="{85AA10F6-1C00-9046-AA06-BE572135F06E}" type="presOf" srcId="{C9DD314C-0D29-184F-A07A-C5DC2F8A2323}" destId="{E7927819-7273-1D4F-8666-58E261183BF4}" srcOrd="0" destOrd="0" presId="urn:microsoft.com/office/officeart/2005/8/layout/hierarchy3"/>
    <dgm:cxn modelId="{BDE96CFA-14EF-E749-9CB4-085D1E439998}" type="presOf" srcId="{FD6930FA-CDF1-9345-8FD7-ACF390E8E49C}" destId="{3BBBB033-098B-874D-86E2-F7E6A1FCCA9C}" srcOrd="0" destOrd="0" presId="urn:microsoft.com/office/officeart/2005/8/layout/hierarchy3"/>
    <dgm:cxn modelId="{7CAA66FC-F844-8946-978D-C3C8C6495253}" srcId="{FD6930FA-CDF1-9345-8FD7-ACF390E8E49C}" destId="{CF03254C-2E97-A042-8DDF-EEF373916426}" srcOrd="0" destOrd="0" parTransId="{B24F7352-4171-054A-B7A1-45B8DF8DA828}" sibTransId="{50DE34A9-53CA-9248-96CB-E46FF05E10F7}"/>
    <dgm:cxn modelId="{929067FC-901F-324E-850C-B3DB4A39DFDD}" type="presOf" srcId="{64448336-5A70-AF44-B59B-23989B8D078F}" destId="{AD04DFED-755B-6749-8AC3-4C207875CB01}" srcOrd="0" destOrd="0" presId="urn:microsoft.com/office/officeart/2005/8/layout/hierarchy3"/>
    <dgm:cxn modelId="{68708DFE-AC94-3C4D-A0C9-30B495EBBCD7}" srcId="{1D155A38-8A10-BD4D-B599-31C6FB1BDAF4}" destId="{758ECEBE-0C17-E740-B108-1DA818C7D8AF}" srcOrd="0" destOrd="0" parTransId="{B0900AE4-8A0D-714E-B1FC-519AC461F167}" sibTransId="{AFD6CF11-BB48-D443-B3AF-21D51F005598}"/>
    <dgm:cxn modelId="{6FC8ACFE-474F-0B49-9050-BE775288EFDF}" srcId="{7583D4B7-C644-E84C-9F68-F52BE8BF913A}" destId="{279FD7B2-5886-5C4E-A835-1E04D67D5778}" srcOrd="0" destOrd="0" parTransId="{64448336-5A70-AF44-B59B-23989B8D078F}" sibTransId="{6B2B6F55-A247-4648-8723-23A89E545F08}"/>
    <dgm:cxn modelId="{DD934EBD-DDB0-2749-8DF4-E3EEC1A42208}" type="presParOf" srcId="{AB7C04AF-1606-3547-B393-795A270E4997}" destId="{534CEC71-421F-074E-AEBA-135F2ABF16D7}" srcOrd="0" destOrd="0" presId="urn:microsoft.com/office/officeart/2005/8/layout/hierarchy3"/>
    <dgm:cxn modelId="{710E014C-E6B3-E641-B72C-653A8FC7A2D2}" type="presParOf" srcId="{534CEC71-421F-074E-AEBA-135F2ABF16D7}" destId="{29392FE0-6609-954C-979E-62314438BDA7}" srcOrd="0" destOrd="0" presId="urn:microsoft.com/office/officeart/2005/8/layout/hierarchy3"/>
    <dgm:cxn modelId="{C1297E27-459D-0D43-A6F7-7EA1522614F2}" type="presParOf" srcId="{29392FE0-6609-954C-979E-62314438BDA7}" destId="{3BBBB033-098B-874D-86E2-F7E6A1FCCA9C}" srcOrd="0" destOrd="0" presId="urn:microsoft.com/office/officeart/2005/8/layout/hierarchy3"/>
    <dgm:cxn modelId="{25575BCD-D75B-5B46-ACFA-DB512C57B9C3}" type="presParOf" srcId="{29392FE0-6609-954C-979E-62314438BDA7}" destId="{564FDF94-83FC-804F-BADF-B87097BEE906}" srcOrd="1" destOrd="0" presId="urn:microsoft.com/office/officeart/2005/8/layout/hierarchy3"/>
    <dgm:cxn modelId="{7B3E22E0-FD7A-3849-97FC-3207DC3968D6}" type="presParOf" srcId="{534CEC71-421F-074E-AEBA-135F2ABF16D7}" destId="{B58AA2D9-84BA-064A-9B7E-A4B00DF49E36}" srcOrd="1" destOrd="0" presId="urn:microsoft.com/office/officeart/2005/8/layout/hierarchy3"/>
    <dgm:cxn modelId="{8ACD8CC5-D9BA-9D4F-9022-7F157EB9976C}" type="presParOf" srcId="{B58AA2D9-84BA-064A-9B7E-A4B00DF49E36}" destId="{E3ED8868-6417-A346-9D8B-83023FB15D3C}" srcOrd="0" destOrd="0" presId="urn:microsoft.com/office/officeart/2005/8/layout/hierarchy3"/>
    <dgm:cxn modelId="{BE00C9F5-8D81-A640-BC91-4EF7495DEE74}" type="presParOf" srcId="{B58AA2D9-84BA-064A-9B7E-A4B00DF49E36}" destId="{E26FC7CB-FC61-E246-8BE5-826CA9D5A0A9}" srcOrd="1" destOrd="0" presId="urn:microsoft.com/office/officeart/2005/8/layout/hierarchy3"/>
    <dgm:cxn modelId="{F56688CD-90AF-A640-A112-383C5314799D}" type="presParOf" srcId="{AB7C04AF-1606-3547-B393-795A270E4997}" destId="{C3869943-138D-E942-A6B2-E830239E4926}" srcOrd="1" destOrd="0" presId="urn:microsoft.com/office/officeart/2005/8/layout/hierarchy3"/>
    <dgm:cxn modelId="{A32A3142-2A10-C742-BDBB-17E46368C499}" type="presParOf" srcId="{C3869943-138D-E942-A6B2-E830239E4926}" destId="{2DA6440E-2A98-A741-B985-1C04FE22767C}" srcOrd="0" destOrd="0" presId="urn:microsoft.com/office/officeart/2005/8/layout/hierarchy3"/>
    <dgm:cxn modelId="{4A80D420-C272-A94B-AA92-513D9620FB61}" type="presParOf" srcId="{2DA6440E-2A98-A741-B985-1C04FE22767C}" destId="{928E9B85-F95F-0A4D-B01A-FAA0C04D08A8}" srcOrd="0" destOrd="0" presId="urn:microsoft.com/office/officeart/2005/8/layout/hierarchy3"/>
    <dgm:cxn modelId="{649734E6-D0EC-9E4B-881B-6CC0F388956D}" type="presParOf" srcId="{2DA6440E-2A98-A741-B985-1C04FE22767C}" destId="{604DF5E0-0E35-024D-A8B7-48555D17D47F}" srcOrd="1" destOrd="0" presId="urn:microsoft.com/office/officeart/2005/8/layout/hierarchy3"/>
    <dgm:cxn modelId="{7F4BA8E4-BF54-4545-A99B-2A1D94EC33C1}" type="presParOf" srcId="{C3869943-138D-E942-A6B2-E830239E4926}" destId="{82DA697E-DFF8-6544-982A-C34B0438F7AB}" srcOrd="1" destOrd="0" presId="urn:microsoft.com/office/officeart/2005/8/layout/hierarchy3"/>
    <dgm:cxn modelId="{FDD23E53-7ABD-0249-91FF-AF9068F8312A}" type="presParOf" srcId="{82DA697E-DFF8-6544-982A-C34B0438F7AB}" destId="{56A42574-112F-F040-A0EA-3834A89B47EC}" srcOrd="0" destOrd="0" presId="urn:microsoft.com/office/officeart/2005/8/layout/hierarchy3"/>
    <dgm:cxn modelId="{C697E225-20E9-8447-81F1-FC62A70815F2}" type="presParOf" srcId="{82DA697E-DFF8-6544-982A-C34B0438F7AB}" destId="{E7927819-7273-1D4F-8666-58E261183BF4}" srcOrd="1" destOrd="0" presId="urn:microsoft.com/office/officeart/2005/8/layout/hierarchy3"/>
    <dgm:cxn modelId="{C294B569-78BB-234A-96A4-A8CC87AD575D}" type="presParOf" srcId="{AB7C04AF-1606-3547-B393-795A270E4997}" destId="{061755FA-E814-6E40-94B7-82AECE33E952}" srcOrd="2" destOrd="0" presId="urn:microsoft.com/office/officeart/2005/8/layout/hierarchy3"/>
    <dgm:cxn modelId="{A3C1420D-F7DB-EB4E-983D-6DF1E5F7C48C}" type="presParOf" srcId="{061755FA-E814-6E40-94B7-82AECE33E952}" destId="{322EE887-A359-B24A-92C0-BD9C9A3C129B}" srcOrd="0" destOrd="0" presId="urn:microsoft.com/office/officeart/2005/8/layout/hierarchy3"/>
    <dgm:cxn modelId="{708A1FB2-0C86-CD41-ABE6-C03DCF78DBE3}" type="presParOf" srcId="{322EE887-A359-B24A-92C0-BD9C9A3C129B}" destId="{7D87930C-06A0-324F-A5FB-AE995B6F9475}" srcOrd="0" destOrd="0" presId="urn:microsoft.com/office/officeart/2005/8/layout/hierarchy3"/>
    <dgm:cxn modelId="{DD159CED-AF36-8746-818B-DA96A43E0ADA}" type="presParOf" srcId="{322EE887-A359-B24A-92C0-BD9C9A3C129B}" destId="{F41E1732-51D1-984B-9071-6383130DDFBC}" srcOrd="1" destOrd="0" presId="urn:microsoft.com/office/officeart/2005/8/layout/hierarchy3"/>
    <dgm:cxn modelId="{86CEF9BB-BAFE-C943-A2DA-09E0E069E4BE}" type="presParOf" srcId="{061755FA-E814-6E40-94B7-82AECE33E952}" destId="{AA440818-C2DC-9F42-822D-F5C4471CB6DB}" srcOrd="1" destOrd="0" presId="urn:microsoft.com/office/officeart/2005/8/layout/hierarchy3"/>
    <dgm:cxn modelId="{8CECCAE9-E06F-B84B-A043-C38001E5C5CE}" type="presParOf" srcId="{AA440818-C2DC-9F42-822D-F5C4471CB6DB}" destId="{CA7A6154-558A-3E4E-B569-99648CCD0383}" srcOrd="0" destOrd="0" presId="urn:microsoft.com/office/officeart/2005/8/layout/hierarchy3"/>
    <dgm:cxn modelId="{9FACBBA5-55FD-6F4A-A163-6C0B980F8577}" type="presParOf" srcId="{AA440818-C2DC-9F42-822D-F5C4471CB6DB}" destId="{F8F41A71-083D-3540-B421-42793CF68D4D}" srcOrd="1" destOrd="0" presId="urn:microsoft.com/office/officeart/2005/8/layout/hierarchy3"/>
    <dgm:cxn modelId="{1E27A506-F168-3C48-A1AF-444BDEB94F4C}" type="presParOf" srcId="{AB7C04AF-1606-3547-B393-795A270E4997}" destId="{5AE15392-EDDC-0142-B05F-593CA16D50DB}" srcOrd="3" destOrd="0" presId="urn:microsoft.com/office/officeart/2005/8/layout/hierarchy3"/>
    <dgm:cxn modelId="{96CAD0B7-88BA-3040-AC5D-E60648EFF591}" type="presParOf" srcId="{5AE15392-EDDC-0142-B05F-593CA16D50DB}" destId="{3E2AACF5-1BC5-8945-869A-D0A707C34248}" srcOrd="0" destOrd="0" presId="urn:microsoft.com/office/officeart/2005/8/layout/hierarchy3"/>
    <dgm:cxn modelId="{7515FCCB-F012-3E4C-A542-48D6BB89732C}" type="presParOf" srcId="{3E2AACF5-1BC5-8945-869A-D0A707C34248}" destId="{F3501B9F-2370-6940-A77C-F30D50C22A16}" srcOrd="0" destOrd="0" presId="urn:microsoft.com/office/officeart/2005/8/layout/hierarchy3"/>
    <dgm:cxn modelId="{4D7FB76C-F92B-3244-B993-37546912CEF4}" type="presParOf" srcId="{3E2AACF5-1BC5-8945-869A-D0A707C34248}" destId="{A87B12E2-B6BE-9446-8B95-9AB52DD3E4E0}" srcOrd="1" destOrd="0" presId="urn:microsoft.com/office/officeart/2005/8/layout/hierarchy3"/>
    <dgm:cxn modelId="{E76CB00D-87B3-0543-9A16-127EACA4FEB9}" type="presParOf" srcId="{5AE15392-EDDC-0142-B05F-593CA16D50DB}" destId="{9675B986-4C3A-2149-8C24-5303BEAF4EDA}" srcOrd="1" destOrd="0" presId="urn:microsoft.com/office/officeart/2005/8/layout/hierarchy3"/>
    <dgm:cxn modelId="{7CAD36AB-7C1C-6D43-AC5F-19EF4D31739E}" type="presParOf" srcId="{9675B986-4C3A-2149-8C24-5303BEAF4EDA}" destId="{AD04DFED-755B-6749-8AC3-4C207875CB01}" srcOrd="0" destOrd="0" presId="urn:microsoft.com/office/officeart/2005/8/layout/hierarchy3"/>
    <dgm:cxn modelId="{B99C91A9-0DE1-5548-AA1C-CF30BA7A803A}" type="presParOf" srcId="{9675B986-4C3A-2149-8C24-5303BEAF4EDA}" destId="{05F242F4-2600-5940-A614-2DA85E5F1AAD}" srcOrd="1" destOrd="0" presId="urn:microsoft.com/office/officeart/2005/8/layout/hierarchy3"/>
    <dgm:cxn modelId="{74199057-AC8E-7B44-A49E-619E4F1D97A8}" type="presParOf" srcId="{AB7C04AF-1606-3547-B393-795A270E4997}" destId="{38509C56-B36B-0B44-9386-A212A3E9184C}" srcOrd="4" destOrd="0" presId="urn:microsoft.com/office/officeart/2005/8/layout/hierarchy3"/>
    <dgm:cxn modelId="{280C0784-02E1-3C43-B4E1-1513A9938C69}" type="presParOf" srcId="{38509C56-B36B-0B44-9386-A212A3E9184C}" destId="{F552A334-F9E8-6243-A6B9-51B38138CFEA}" srcOrd="0" destOrd="0" presId="urn:microsoft.com/office/officeart/2005/8/layout/hierarchy3"/>
    <dgm:cxn modelId="{521314CD-A04D-AB43-BAC3-4F561736ACFB}" type="presParOf" srcId="{F552A334-F9E8-6243-A6B9-51B38138CFEA}" destId="{C49E4D76-4FDD-B444-9BBB-C61EA22E2950}" srcOrd="0" destOrd="0" presId="urn:microsoft.com/office/officeart/2005/8/layout/hierarchy3"/>
    <dgm:cxn modelId="{93E39A50-48B1-5648-B24A-4CD53D6A102B}" type="presParOf" srcId="{F552A334-F9E8-6243-A6B9-51B38138CFEA}" destId="{F6A4412D-25E4-B74C-A257-CE26709EB531}" srcOrd="1" destOrd="0" presId="urn:microsoft.com/office/officeart/2005/8/layout/hierarchy3"/>
    <dgm:cxn modelId="{F617C8E8-5DC9-C649-A324-5C6D896E94DC}" type="presParOf" srcId="{38509C56-B36B-0B44-9386-A212A3E9184C}" destId="{F4E69D38-0253-C04C-82ED-5CE32D4626DB}" srcOrd="1" destOrd="0" presId="urn:microsoft.com/office/officeart/2005/8/layout/hierarchy3"/>
    <dgm:cxn modelId="{66697014-6F45-9F43-9F8C-D54AF9E4B1BC}" type="presParOf" srcId="{F4E69D38-0253-C04C-82ED-5CE32D4626DB}" destId="{761D829C-1A3D-A544-9740-C515EBF69C9C}" srcOrd="0" destOrd="0" presId="urn:microsoft.com/office/officeart/2005/8/layout/hierarchy3"/>
    <dgm:cxn modelId="{673EA389-D3A8-0A4A-9754-468EFF8D411E}" type="presParOf" srcId="{F4E69D38-0253-C04C-82ED-5CE32D4626DB}" destId="{C68B9DD7-46CF-5944-85DC-F784C37E24D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76C3747-D6BF-9044-B478-977EC19ADD65}" type="doc">
      <dgm:prSet loTypeId="urn:microsoft.com/office/officeart/2005/8/layout/pyramid2" loCatId="pyramid" qsTypeId="urn:microsoft.com/office/officeart/2005/8/quickstyle/simple4" qsCatId="simple" csTypeId="urn:microsoft.com/office/officeart/2005/8/colors/accent1_2" csCatId="accent1" phldr="1"/>
      <dgm:spPr/>
    </dgm:pt>
    <dgm:pt modelId="{72AB407E-755E-CF4D-BA56-B41BBC5E2F23}">
      <dgm:prSet phldrT="[Text]" custT="1"/>
      <dgm:spPr>
        <a:ln>
          <a:solidFill>
            <a:schemeClr val="accent6"/>
          </a:solidFill>
        </a:ln>
      </dgm:spPr>
      <dgm:t>
        <a:bodyPr/>
        <a:lstStyle/>
        <a:p>
          <a:r>
            <a:rPr lang="en-US" sz="1600" dirty="0"/>
            <a:t>hardware parallelism within each core processor, known as </a:t>
          </a:r>
          <a:r>
            <a:rPr lang="en-US" sz="1600" dirty="0">
              <a:solidFill>
                <a:srgbClr val="FF0000"/>
              </a:solidFill>
            </a:rPr>
            <a:t>instruction level parallelism</a:t>
          </a:r>
        </a:p>
      </dgm:t>
    </dgm:pt>
    <dgm:pt modelId="{892B2E88-6AB6-9747-BEA9-963ACCC1580D}" type="parTrans" cxnId="{D7F23E11-7D1D-6541-9205-E27A9BDFABDC}">
      <dgm:prSet/>
      <dgm:spPr/>
      <dgm:t>
        <a:bodyPr/>
        <a:lstStyle/>
        <a:p>
          <a:endParaRPr lang="en-US"/>
        </a:p>
      </dgm:t>
    </dgm:pt>
    <dgm:pt modelId="{2C469FA6-1A6E-E948-815B-0B9F4E3D78DE}" type="sibTrans" cxnId="{D7F23E11-7D1D-6541-9205-E27A9BDFABDC}">
      <dgm:prSet/>
      <dgm:spPr/>
      <dgm:t>
        <a:bodyPr/>
        <a:lstStyle/>
        <a:p>
          <a:endParaRPr lang="en-US"/>
        </a:p>
      </dgm:t>
    </dgm:pt>
    <dgm:pt modelId="{6E151500-9625-304C-9353-5D58F0D42984}">
      <dgm:prSet custT="1"/>
      <dgm:spPr>
        <a:ln>
          <a:solidFill>
            <a:schemeClr val="accent6"/>
          </a:solidFill>
        </a:ln>
      </dgm:spPr>
      <dgm:t>
        <a:bodyPr/>
        <a:lstStyle/>
        <a:p>
          <a:r>
            <a:rPr lang="en-US" sz="1600" dirty="0"/>
            <a:t>potential for </a:t>
          </a:r>
          <a:r>
            <a:rPr lang="en-US" sz="1600" dirty="0">
              <a:solidFill>
                <a:srgbClr val="FF0000"/>
              </a:solidFill>
            </a:rPr>
            <a:t>multiprogramming and multithreaded execution </a:t>
          </a:r>
          <a:r>
            <a:rPr lang="en-US" sz="1600" dirty="0"/>
            <a:t>within each processor</a:t>
          </a:r>
        </a:p>
      </dgm:t>
    </dgm:pt>
    <dgm:pt modelId="{6EAE68D1-EC02-9348-940F-DB8837FAA439}" type="parTrans" cxnId="{60B4DB38-F541-6C4F-AE46-FD1163B93AA0}">
      <dgm:prSet/>
      <dgm:spPr/>
      <dgm:t>
        <a:bodyPr/>
        <a:lstStyle/>
        <a:p>
          <a:endParaRPr lang="en-US"/>
        </a:p>
      </dgm:t>
    </dgm:pt>
    <dgm:pt modelId="{264CD669-0731-EF41-8FF0-B0332CF089C0}" type="sibTrans" cxnId="{60B4DB38-F541-6C4F-AE46-FD1163B93AA0}">
      <dgm:prSet/>
      <dgm:spPr/>
      <dgm:t>
        <a:bodyPr/>
        <a:lstStyle/>
        <a:p>
          <a:endParaRPr lang="en-US"/>
        </a:p>
      </dgm:t>
    </dgm:pt>
    <dgm:pt modelId="{5F3FCE9C-46BF-C245-B229-C2619EE0DBD1}">
      <dgm:prSet custT="1"/>
      <dgm:spPr>
        <a:ln>
          <a:solidFill>
            <a:schemeClr val="accent6"/>
          </a:solidFill>
        </a:ln>
      </dgm:spPr>
      <dgm:t>
        <a:bodyPr/>
        <a:lstStyle/>
        <a:p>
          <a:r>
            <a:rPr lang="en-US" sz="1600" dirty="0"/>
            <a:t>potential for a single application to execute in concurrent                   processes or threads </a:t>
          </a:r>
          <a:r>
            <a:rPr lang="en-US" sz="1600" dirty="0">
              <a:solidFill>
                <a:srgbClr val="FF0000"/>
              </a:solidFill>
            </a:rPr>
            <a:t>across multiple cores</a:t>
          </a:r>
        </a:p>
      </dgm:t>
    </dgm:pt>
    <dgm:pt modelId="{9143D711-9DB9-9546-AA63-58DBB58F8753}" type="parTrans" cxnId="{C60E6FE2-E7FA-374A-95D6-E486F862BE21}">
      <dgm:prSet/>
      <dgm:spPr/>
      <dgm:t>
        <a:bodyPr/>
        <a:lstStyle/>
        <a:p>
          <a:endParaRPr lang="en-US"/>
        </a:p>
      </dgm:t>
    </dgm:pt>
    <dgm:pt modelId="{9F6897A0-3920-B04D-8755-C76A1DA3799D}" type="sibTrans" cxnId="{C60E6FE2-E7FA-374A-95D6-E486F862BE21}">
      <dgm:prSet/>
      <dgm:spPr/>
      <dgm:t>
        <a:bodyPr/>
        <a:lstStyle/>
        <a:p>
          <a:endParaRPr lang="en-US"/>
        </a:p>
      </dgm:t>
    </dgm:pt>
    <dgm:pt modelId="{6B8994AE-F637-5245-A00C-01735E7CF3DA}" type="pres">
      <dgm:prSet presAssocID="{676C3747-D6BF-9044-B478-977EC19ADD65}" presName="compositeShape" presStyleCnt="0">
        <dgm:presLayoutVars>
          <dgm:dir/>
          <dgm:resizeHandles/>
        </dgm:presLayoutVars>
      </dgm:prSet>
      <dgm:spPr/>
    </dgm:pt>
    <dgm:pt modelId="{FD47DFC4-F116-384B-8311-1DA47811EBA8}" type="pres">
      <dgm:prSet presAssocID="{676C3747-D6BF-9044-B478-977EC19ADD65}" presName="pyramid" presStyleLbl="node1" presStyleIdx="0" presStyleCnt="1"/>
      <dgm:spPr/>
    </dgm:pt>
    <dgm:pt modelId="{405EC740-BC89-AB47-9BBA-830439C5FC42}" type="pres">
      <dgm:prSet presAssocID="{676C3747-D6BF-9044-B478-977EC19ADD65}" presName="theList" presStyleCnt="0"/>
      <dgm:spPr/>
    </dgm:pt>
    <dgm:pt modelId="{28D6FE2A-06A0-8946-BE62-371410770D3A}" type="pres">
      <dgm:prSet presAssocID="{72AB407E-755E-CF4D-BA56-B41BBC5E2F23}" presName="aNode" presStyleLbl="fgAcc1" presStyleIdx="0" presStyleCnt="3" custScaleX="114492">
        <dgm:presLayoutVars>
          <dgm:bulletEnabled val="1"/>
        </dgm:presLayoutVars>
      </dgm:prSet>
      <dgm:spPr/>
    </dgm:pt>
    <dgm:pt modelId="{AE798A09-A9F1-6F4C-93DD-CB61D8EDB557}" type="pres">
      <dgm:prSet presAssocID="{72AB407E-755E-CF4D-BA56-B41BBC5E2F23}" presName="aSpace" presStyleCnt="0"/>
      <dgm:spPr/>
    </dgm:pt>
    <dgm:pt modelId="{8F1D499D-8424-A849-9418-80D6BBCB722D}" type="pres">
      <dgm:prSet presAssocID="{6E151500-9625-304C-9353-5D58F0D42984}" presName="aNode" presStyleLbl="fgAcc1" presStyleIdx="1" presStyleCnt="3" custScaleX="114492">
        <dgm:presLayoutVars>
          <dgm:bulletEnabled val="1"/>
        </dgm:presLayoutVars>
      </dgm:prSet>
      <dgm:spPr/>
    </dgm:pt>
    <dgm:pt modelId="{0DEDD211-7A34-8B40-99E5-27C8B2A504E9}" type="pres">
      <dgm:prSet presAssocID="{6E151500-9625-304C-9353-5D58F0D42984}" presName="aSpace" presStyleCnt="0"/>
      <dgm:spPr/>
    </dgm:pt>
    <dgm:pt modelId="{59D77581-3DD3-234B-9639-73587DAE796F}" type="pres">
      <dgm:prSet presAssocID="{5F3FCE9C-46BF-C245-B229-C2619EE0DBD1}" presName="aNode" presStyleLbl="fgAcc1" presStyleIdx="2" presStyleCnt="3" custScaleX="114492">
        <dgm:presLayoutVars>
          <dgm:bulletEnabled val="1"/>
        </dgm:presLayoutVars>
      </dgm:prSet>
      <dgm:spPr/>
    </dgm:pt>
    <dgm:pt modelId="{E4668E5A-46B5-C742-A90D-EC81E01105E0}" type="pres">
      <dgm:prSet presAssocID="{5F3FCE9C-46BF-C245-B229-C2619EE0DBD1}" presName="aSpace" presStyleCnt="0"/>
      <dgm:spPr/>
    </dgm:pt>
  </dgm:ptLst>
  <dgm:cxnLst>
    <dgm:cxn modelId="{D7F23E11-7D1D-6541-9205-E27A9BDFABDC}" srcId="{676C3747-D6BF-9044-B478-977EC19ADD65}" destId="{72AB407E-755E-CF4D-BA56-B41BBC5E2F23}" srcOrd="0" destOrd="0" parTransId="{892B2E88-6AB6-9747-BEA9-963ACCC1580D}" sibTransId="{2C469FA6-1A6E-E948-815B-0B9F4E3D78DE}"/>
    <dgm:cxn modelId="{60B4DB38-F541-6C4F-AE46-FD1163B93AA0}" srcId="{676C3747-D6BF-9044-B478-977EC19ADD65}" destId="{6E151500-9625-304C-9353-5D58F0D42984}" srcOrd="1" destOrd="0" parTransId="{6EAE68D1-EC02-9348-940F-DB8837FAA439}" sibTransId="{264CD669-0731-EF41-8FF0-B0332CF089C0}"/>
    <dgm:cxn modelId="{0BD94640-37C2-B045-978F-F03D1CC7195D}" type="presOf" srcId="{676C3747-D6BF-9044-B478-977EC19ADD65}" destId="{6B8994AE-F637-5245-A00C-01735E7CF3DA}" srcOrd="0" destOrd="0" presId="urn:microsoft.com/office/officeart/2005/8/layout/pyramid2"/>
    <dgm:cxn modelId="{640B809D-8B2B-DB49-9C4F-226CA96F2E1C}" type="presOf" srcId="{5F3FCE9C-46BF-C245-B229-C2619EE0DBD1}" destId="{59D77581-3DD3-234B-9639-73587DAE796F}" srcOrd="0" destOrd="0" presId="urn:microsoft.com/office/officeart/2005/8/layout/pyramid2"/>
    <dgm:cxn modelId="{C60E6FE2-E7FA-374A-95D6-E486F862BE21}" srcId="{676C3747-D6BF-9044-B478-977EC19ADD65}" destId="{5F3FCE9C-46BF-C245-B229-C2619EE0DBD1}" srcOrd="2" destOrd="0" parTransId="{9143D711-9DB9-9546-AA63-58DBB58F8753}" sibTransId="{9F6897A0-3920-B04D-8755-C76A1DA3799D}"/>
    <dgm:cxn modelId="{31150DEC-CD5B-AB4B-BDBB-F49E56E82A83}" type="presOf" srcId="{6E151500-9625-304C-9353-5D58F0D42984}" destId="{8F1D499D-8424-A849-9418-80D6BBCB722D}" srcOrd="0" destOrd="0" presId="urn:microsoft.com/office/officeart/2005/8/layout/pyramid2"/>
    <dgm:cxn modelId="{FB9C54EE-2E0E-4E4C-824B-3E4D434DD976}" type="presOf" srcId="{72AB407E-755E-CF4D-BA56-B41BBC5E2F23}" destId="{28D6FE2A-06A0-8946-BE62-371410770D3A}" srcOrd="0" destOrd="0" presId="urn:microsoft.com/office/officeart/2005/8/layout/pyramid2"/>
    <dgm:cxn modelId="{023A15E1-B398-4545-967D-393403163E71}" type="presParOf" srcId="{6B8994AE-F637-5245-A00C-01735E7CF3DA}" destId="{FD47DFC4-F116-384B-8311-1DA47811EBA8}" srcOrd="0" destOrd="0" presId="urn:microsoft.com/office/officeart/2005/8/layout/pyramid2"/>
    <dgm:cxn modelId="{6C5C71B9-CB40-CD4B-A22B-0E558B3D44FF}" type="presParOf" srcId="{6B8994AE-F637-5245-A00C-01735E7CF3DA}" destId="{405EC740-BC89-AB47-9BBA-830439C5FC42}" srcOrd="1" destOrd="0" presId="urn:microsoft.com/office/officeart/2005/8/layout/pyramid2"/>
    <dgm:cxn modelId="{2602F37C-2196-0D40-BD07-C62713BA0418}" type="presParOf" srcId="{405EC740-BC89-AB47-9BBA-830439C5FC42}" destId="{28D6FE2A-06A0-8946-BE62-371410770D3A}" srcOrd="0" destOrd="0" presId="urn:microsoft.com/office/officeart/2005/8/layout/pyramid2"/>
    <dgm:cxn modelId="{68B5F6C6-A495-DB48-A474-089F3DC13652}" type="presParOf" srcId="{405EC740-BC89-AB47-9BBA-830439C5FC42}" destId="{AE798A09-A9F1-6F4C-93DD-CB61D8EDB557}" srcOrd="1" destOrd="0" presId="urn:microsoft.com/office/officeart/2005/8/layout/pyramid2"/>
    <dgm:cxn modelId="{2A89838B-BB40-0E40-8FC6-DC4F011EF3CA}" type="presParOf" srcId="{405EC740-BC89-AB47-9BBA-830439C5FC42}" destId="{8F1D499D-8424-A849-9418-80D6BBCB722D}" srcOrd="2" destOrd="0" presId="urn:microsoft.com/office/officeart/2005/8/layout/pyramid2"/>
    <dgm:cxn modelId="{04CD521B-509B-1F4A-92B8-B2CE219F3A7E}" type="presParOf" srcId="{405EC740-BC89-AB47-9BBA-830439C5FC42}" destId="{0DEDD211-7A34-8B40-99E5-27C8B2A504E9}" srcOrd="3" destOrd="0" presId="urn:microsoft.com/office/officeart/2005/8/layout/pyramid2"/>
    <dgm:cxn modelId="{66C86918-4D96-E048-A9E4-C049CC5DD53D}" type="presParOf" srcId="{405EC740-BC89-AB47-9BBA-830439C5FC42}" destId="{59D77581-3DD3-234B-9639-73587DAE796F}" srcOrd="4" destOrd="0" presId="urn:microsoft.com/office/officeart/2005/8/layout/pyramid2"/>
    <dgm:cxn modelId="{2391AA8E-5F2A-0049-A579-1BFF4E04E08E}" type="presParOf" srcId="{405EC740-BC89-AB47-9BBA-830439C5FC42}" destId="{E4668E5A-46B5-C742-A90D-EC81E01105E0}"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3E14DA5-D759-F541-8B16-977471FE3DF9}"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084217-1845-9443-93AB-30DC4AA11EB0}">
      <dgm:prSet phldrT="[Text]"/>
      <dgm:spPr/>
      <dgm:t>
        <a:bodyPr/>
        <a:lstStyle/>
        <a:p>
          <a:r>
            <a:rPr lang="en-US" dirty="0"/>
            <a:t>Grand Central Dispatch (GCD)</a:t>
          </a:r>
        </a:p>
      </dgm:t>
    </dgm:pt>
    <dgm:pt modelId="{760370DB-04CA-7B49-B5C4-A679EDABD512}" type="parTrans" cxnId="{24DAE6BB-D8DF-5143-A72E-6049FEAD2BF3}">
      <dgm:prSet/>
      <dgm:spPr/>
      <dgm:t>
        <a:bodyPr/>
        <a:lstStyle/>
        <a:p>
          <a:endParaRPr lang="en-US"/>
        </a:p>
      </dgm:t>
    </dgm:pt>
    <dgm:pt modelId="{D99E7A39-65C9-C543-90E9-57126E738AF3}" type="sibTrans" cxnId="{24DAE6BB-D8DF-5143-A72E-6049FEAD2BF3}">
      <dgm:prSet/>
      <dgm:spPr/>
      <dgm:t>
        <a:bodyPr/>
        <a:lstStyle/>
        <a:p>
          <a:endParaRPr lang="en-US"/>
        </a:p>
      </dgm:t>
    </dgm:pt>
    <dgm:pt modelId="{A95A777E-66FA-9341-B41F-4EF7DA82342C}">
      <dgm:prSet/>
      <dgm:spPr/>
      <dgm:t>
        <a:bodyPr/>
        <a:lstStyle/>
        <a:p>
          <a:r>
            <a:rPr lang="en-US" dirty="0"/>
            <a:t>implemented in Mac Os X 10.6</a:t>
          </a:r>
          <a:r>
            <a:rPr lang="en-US" altLang="zh-CN" dirty="0"/>
            <a:t>/iOS</a:t>
          </a:r>
          <a:endParaRPr lang="en-US" dirty="0"/>
        </a:p>
      </dgm:t>
    </dgm:pt>
    <dgm:pt modelId="{77504356-B8E2-EC4D-B4ED-CA531002EA23}" type="parTrans" cxnId="{1AD99CA3-47EE-B548-8783-F8EAF01F161C}">
      <dgm:prSet/>
      <dgm:spPr/>
      <dgm:t>
        <a:bodyPr/>
        <a:lstStyle/>
        <a:p>
          <a:endParaRPr lang="en-US"/>
        </a:p>
      </dgm:t>
    </dgm:pt>
    <dgm:pt modelId="{9C27BFE1-60F9-244B-83A2-DA67669C84CC}" type="sibTrans" cxnId="{1AD99CA3-47EE-B548-8783-F8EAF01F161C}">
      <dgm:prSet/>
      <dgm:spPr/>
      <dgm:t>
        <a:bodyPr/>
        <a:lstStyle/>
        <a:p>
          <a:endParaRPr lang="en-US"/>
        </a:p>
      </dgm:t>
    </dgm:pt>
    <dgm:pt modelId="{8D2722F4-9906-A54F-8748-1365DFCBABEB}">
      <dgm:prSet/>
      <dgm:spPr/>
      <dgm:t>
        <a:bodyPr/>
        <a:lstStyle/>
        <a:p>
          <a:r>
            <a:rPr lang="en-US" dirty="0"/>
            <a:t>helps a developer once something has been identified that can be split off into a separate task</a:t>
          </a:r>
        </a:p>
      </dgm:t>
    </dgm:pt>
    <dgm:pt modelId="{EC74E4BA-6B40-584D-A148-A100AC6AF120}" type="parTrans" cxnId="{E4AA986F-F91D-5341-BC60-A33A5D31843D}">
      <dgm:prSet/>
      <dgm:spPr/>
      <dgm:t>
        <a:bodyPr/>
        <a:lstStyle/>
        <a:p>
          <a:endParaRPr lang="en-US"/>
        </a:p>
      </dgm:t>
    </dgm:pt>
    <dgm:pt modelId="{CAB96874-2ACF-1446-97E2-FCA0C1C0BA7E}" type="sibTrans" cxnId="{E4AA986F-F91D-5341-BC60-A33A5D31843D}">
      <dgm:prSet/>
      <dgm:spPr/>
      <dgm:t>
        <a:bodyPr/>
        <a:lstStyle/>
        <a:p>
          <a:endParaRPr lang="en-US"/>
        </a:p>
      </dgm:t>
    </dgm:pt>
    <dgm:pt modelId="{D1B43AF8-A02E-054E-871F-DEC40E7E73DC}">
      <dgm:prSet/>
      <dgm:spPr/>
      <dgm:t>
        <a:bodyPr/>
        <a:lstStyle/>
        <a:p>
          <a:r>
            <a:rPr lang="en-US" b="1" dirty="0">
              <a:solidFill>
                <a:srgbClr val="FF0000"/>
              </a:solidFill>
            </a:rPr>
            <a:t>thread pool </a:t>
          </a:r>
          <a:r>
            <a:rPr lang="en-US" dirty="0"/>
            <a:t>mechanism</a:t>
          </a:r>
        </a:p>
      </dgm:t>
    </dgm:pt>
    <dgm:pt modelId="{F623C994-A9E0-9345-A554-E268F9E5F634}" type="parTrans" cxnId="{8698926F-F022-DA46-977A-1855A3971571}">
      <dgm:prSet/>
      <dgm:spPr/>
      <dgm:t>
        <a:bodyPr/>
        <a:lstStyle/>
        <a:p>
          <a:endParaRPr lang="en-US"/>
        </a:p>
      </dgm:t>
    </dgm:pt>
    <dgm:pt modelId="{53EED6B0-12BA-414B-ADC8-70A399B8A3F0}" type="sibTrans" cxnId="{8698926F-F022-DA46-977A-1855A3971571}">
      <dgm:prSet/>
      <dgm:spPr/>
      <dgm:t>
        <a:bodyPr/>
        <a:lstStyle/>
        <a:p>
          <a:endParaRPr lang="en-US"/>
        </a:p>
      </dgm:t>
    </dgm:pt>
    <dgm:pt modelId="{9F4051FA-0D78-AA46-BE4B-48BBD6F414CE}" type="pres">
      <dgm:prSet presAssocID="{83E14DA5-D759-F541-8B16-977471FE3DF9}" presName="Name0" presStyleCnt="0">
        <dgm:presLayoutVars>
          <dgm:dir/>
          <dgm:animLvl val="lvl"/>
          <dgm:resizeHandles val="exact"/>
        </dgm:presLayoutVars>
      </dgm:prSet>
      <dgm:spPr/>
    </dgm:pt>
    <dgm:pt modelId="{57C72012-269C-3D40-A4D5-EFBA05C0C8F2}" type="pres">
      <dgm:prSet presAssocID="{D7084217-1845-9443-93AB-30DC4AA11EB0}" presName="composite" presStyleCnt="0"/>
      <dgm:spPr/>
    </dgm:pt>
    <dgm:pt modelId="{60FCBC03-7B76-DD48-803C-C7963A0171D5}" type="pres">
      <dgm:prSet presAssocID="{D7084217-1845-9443-93AB-30DC4AA11EB0}" presName="parTx" presStyleLbl="alignNode1" presStyleIdx="0" presStyleCnt="1">
        <dgm:presLayoutVars>
          <dgm:chMax val="0"/>
          <dgm:chPref val="0"/>
          <dgm:bulletEnabled val="1"/>
        </dgm:presLayoutVars>
      </dgm:prSet>
      <dgm:spPr/>
    </dgm:pt>
    <dgm:pt modelId="{C4E7449B-DB6D-5C4E-8BE9-0CBFAC0E778B}" type="pres">
      <dgm:prSet presAssocID="{D7084217-1845-9443-93AB-30DC4AA11EB0}" presName="desTx" presStyleLbl="alignAccFollowNode1" presStyleIdx="0" presStyleCnt="1">
        <dgm:presLayoutVars>
          <dgm:bulletEnabled val="1"/>
        </dgm:presLayoutVars>
      </dgm:prSet>
      <dgm:spPr/>
    </dgm:pt>
  </dgm:ptLst>
  <dgm:cxnLst>
    <dgm:cxn modelId="{94AE9132-BBE6-C749-90B5-F60EC140CE55}" type="presOf" srcId="{83E14DA5-D759-F541-8B16-977471FE3DF9}" destId="{9F4051FA-0D78-AA46-BE4B-48BBD6F414CE}" srcOrd="0" destOrd="0" presId="urn:microsoft.com/office/officeart/2005/8/layout/hList1"/>
    <dgm:cxn modelId="{8698926F-F022-DA46-977A-1855A3971571}" srcId="{D7084217-1845-9443-93AB-30DC4AA11EB0}" destId="{D1B43AF8-A02E-054E-871F-DEC40E7E73DC}" srcOrd="2" destOrd="0" parTransId="{F623C994-A9E0-9345-A554-E268F9E5F634}" sibTransId="{53EED6B0-12BA-414B-ADC8-70A399B8A3F0}"/>
    <dgm:cxn modelId="{E4AA986F-F91D-5341-BC60-A33A5D31843D}" srcId="{D7084217-1845-9443-93AB-30DC4AA11EB0}" destId="{8D2722F4-9906-A54F-8748-1365DFCBABEB}" srcOrd="1" destOrd="0" parTransId="{EC74E4BA-6B40-584D-A148-A100AC6AF120}" sibTransId="{CAB96874-2ACF-1446-97E2-FCA0C1C0BA7E}"/>
    <dgm:cxn modelId="{ADD07192-354E-9F4D-9509-A6F9575565A5}" type="presOf" srcId="{A95A777E-66FA-9341-B41F-4EF7DA82342C}" destId="{C4E7449B-DB6D-5C4E-8BE9-0CBFAC0E778B}" srcOrd="0" destOrd="0" presId="urn:microsoft.com/office/officeart/2005/8/layout/hList1"/>
    <dgm:cxn modelId="{1AD99CA3-47EE-B548-8783-F8EAF01F161C}" srcId="{D7084217-1845-9443-93AB-30DC4AA11EB0}" destId="{A95A777E-66FA-9341-B41F-4EF7DA82342C}" srcOrd="0" destOrd="0" parTransId="{77504356-B8E2-EC4D-B4ED-CA531002EA23}" sibTransId="{9C27BFE1-60F9-244B-83A2-DA67669C84CC}"/>
    <dgm:cxn modelId="{EDC90EB9-4A86-FE43-A480-00D8D2F280B0}" type="presOf" srcId="{D1B43AF8-A02E-054E-871F-DEC40E7E73DC}" destId="{C4E7449B-DB6D-5C4E-8BE9-0CBFAC0E778B}" srcOrd="0" destOrd="2" presId="urn:microsoft.com/office/officeart/2005/8/layout/hList1"/>
    <dgm:cxn modelId="{24DAE6BB-D8DF-5143-A72E-6049FEAD2BF3}" srcId="{83E14DA5-D759-F541-8B16-977471FE3DF9}" destId="{D7084217-1845-9443-93AB-30DC4AA11EB0}" srcOrd="0" destOrd="0" parTransId="{760370DB-04CA-7B49-B5C4-A679EDABD512}" sibTransId="{D99E7A39-65C9-C543-90E9-57126E738AF3}"/>
    <dgm:cxn modelId="{0EC198DD-F189-954E-8226-A3D856C185CC}" type="presOf" srcId="{8D2722F4-9906-A54F-8748-1365DFCBABEB}" destId="{C4E7449B-DB6D-5C4E-8BE9-0CBFAC0E778B}" srcOrd="0" destOrd="1" presId="urn:microsoft.com/office/officeart/2005/8/layout/hList1"/>
    <dgm:cxn modelId="{CE0F16F5-F4A0-244A-B27C-3AF8B2DDDF9E}" type="presOf" srcId="{D7084217-1845-9443-93AB-30DC4AA11EB0}" destId="{60FCBC03-7B76-DD48-803C-C7963A0171D5}" srcOrd="0" destOrd="0" presId="urn:microsoft.com/office/officeart/2005/8/layout/hList1"/>
    <dgm:cxn modelId="{69B9ED6E-D32C-B345-B346-60B4D95D6CDB}" type="presParOf" srcId="{9F4051FA-0D78-AA46-BE4B-48BBD6F414CE}" destId="{57C72012-269C-3D40-A4D5-EFBA05C0C8F2}" srcOrd="0" destOrd="0" presId="urn:microsoft.com/office/officeart/2005/8/layout/hList1"/>
    <dgm:cxn modelId="{EFE6FECC-D865-7540-8B0A-A5D1A9418DB7}" type="presParOf" srcId="{57C72012-269C-3D40-A4D5-EFBA05C0C8F2}" destId="{60FCBC03-7B76-DD48-803C-C7963A0171D5}" srcOrd="0" destOrd="0" presId="urn:microsoft.com/office/officeart/2005/8/layout/hList1"/>
    <dgm:cxn modelId="{2C9F050F-8B64-3541-9D50-A9B8090F45FC}" type="presParOf" srcId="{57C72012-269C-3D40-A4D5-EFBA05C0C8F2}" destId="{C4E7449B-DB6D-5C4E-8BE9-0CBFAC0E778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0B967-4207-44AF-BB9F-059110BF125A}">
      <dsp:nvSpPr>
        <dsp:cNvPr id="0" name=""/>
        <dsp:cNvSpPr/>
      </dsp:nvSpPr>
      <dsp:spPr>
        <a:xfrm>
          <a:off x="5897" y="2213045"/>
          <a:ext cx="1882493" cy="941246"/>
        </a:xfrm>
        <a:prstGeom prst="roundRect">
          <a:avLst>
            <a:gd name="adj" fmla="val 10000"/>
          </a:avLst>
        </a:prstGeom>
        <a:solidFill>
          <a:schemeClr val="accen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bg1"/>
              </a:solidFill>
              <a:latin typeface="Microsoft YaHei UI" panose="020B0503020204020204" pitchFamily="34" charset="-122"/>
              <a:ea typeface="Microsoft YaHei UI" panose="020B0503020204020204" pitchFamily="34" charset="-122"/>
            </a:rPr>
            <a:t>B</a:t>
          </a:r>
          <a:r>
            <a:rPr lang="en-US" altLang="zh-CN" sz="1800" b="1" kern="1200" dirty="0">
              <a:solidFill>
                <a:schemeClr val="bg1"/>
              </a:solidFill>
              <a:latin typeface="Microsoft YaHei UI" panose="020B0503020204020204" pitchFamily="34" charset="-122"/>
              <a:ea typeface="Microsoft YaHei UI" panose="020B0503020204020204" pitchFamily="34" charset="-122"/>
            </a:rPr>
            <a:t>asic concept of modern OS</a:t>
          </a:r>
          <a:endParaRPr lang="en-US" sz="1800" b="1" kern="1200" dirty="0">
            <a:solidFill>
              <a:schemeClr val="bg1"/>
            </a:solidFill>
            <a:latin typeface="Microsoft YaHei UI" panose="020B0503020204020204" pitchFamily="34" charset="-122"/>
            <a:ea typeface="Microsoft YaHei UI" panose="020B0503020204020204" pitchFamily="34" charset="-122"/>
          </a:endParaRPr>
        </a:p>
      </dsp:txBody>
      <dsp:txXfrm>
        <a:off x="33465" y="2240613"/>
        <a:ext cx="1827357" cy="886110"/>
      </dsp:txXfrm>
    </dsp:sp>
    <dsp:sp modelId="{473D4B8C-E7BB-4CFF-AC4E-A567A97AFD01}">
      <dsp:nvSpPr>
        <dsp:cNvPr id="0" name=""/>
        <dsp:cNvSpPr/>
      </dsp:nvSpPr>
      <dsp:spPr>
        <a:xfrm rot="18289469">
          <a:off x="1605597" y="2126669"/>
          <a:ext cx="1318585" cy="31565"/>
        </a:xfrm>
        <a:custGeom>
          <a:avLst/>
          <a:gdLst/>
          <a:ahLst/>
          <a:cxnLst/>
          <a:rect l="0" t="0" r="0" b="0"/>
          <a:pathLst>
            <a:path>
              <a:moveTo>
                <a:pt x="0" y="15782"/>
              </a:moveTo>
              <a:lnTo>
                <a:pt x="1318585" y="15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2231925" y="2109487"/>
        <a:ext cx="65929" cy="65929"/>
      </dsp:txXfrm>
    </dsp:sp>
    <dsp:sp modelId="{01DC452B-681F-4F90-AFB4-AB7B0F8D342A}">
      <dsp:nvSpPr>
        <dsp:cNvPr id="0" name=""/>
        <dsp:cNvSpPr/>
      </dsp:nvSpPr>
      <dsp:spPr>
        <a:xfrm>
          <a:off x="2641389" y="1130611"/>
          <a:ext cx="1882493" cy="941246"/>
        </a:xfrm>
        <a:prstGeom prst="roundRect">
          <a:avLst>
            <a:gd name="adj" fmla="val 10000"/>
          </a:avLst>
        </a:prstGeom>
        <a:solidFill>
          <a:schemeClr val="accent5">
            <a:lumMod val="20000"/>
            <a:lumOff val="80000"/>
          </a:schemeClr>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External view</a:t>
          </a:r>
        </a:p>
      </dsp:txBody>
      <dsp:txXfrm>
        <a:off x="2668957" y="1158179"/>
        <a:ext cx="1827357" cy="886110"/>
      </dsp:txXfrm>
    </dsp:sp>
    <dsp:sp modelId="{037351C2-5456-4FAF-A0AA-A61B00A802F9}">
      <dsp:nvSpPr>
        <dsp:cNvPr id="0" name=""/>
        <dsp:cNvSpPr/>
      </dsp:nvSpPr>
      <dsp:spPr>
        <a:xfrm rot="19457599">
          <a:off x="4436721" y="1314843"/>
          <a:ext cx="927319" cy="31565"/>
        </a:xfrm>
        <a:custGeom>
          <a:avLst/>
          <a:gdLst/>
          <a:ahLst/>
          <a:cxnLst/>
          <a:rect l="0" t="0" r="0" b="0"/>
          <a:pathLst>
            <a:path>
              <a:moveTo>
                <a:pt x="0" y="15782"/>
              </a:moveTo>
              <a:lnTo>
                <a:pt x="927319" y="157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4877198" y="1307443"/>
        <a:ext cx="46365" cy="46365"/>
      </dsp:txXfrm>
    </dsp:sp>
    <dsp:sp modelId="{CEBA4BBE-8297-414D-AB7F-B72040D37AEC}">
      <dsp:nvSpPr>
        <dsp:cNvPr id="0" name=""/>
        <dsp:cNvSpPr/>
      </dsp:nvSpPr>
      <dsp:spPr>
        <a:xfrm>
          <a:off x="5276880" y="589394"/>
          <a:ext cx="2603921" cy="941246"/>
        </a:xfrm>
        <a:prstGeom prst="roundRect">
          <a:avLst>
            <a:gd name="adj" fmla="val 10000"/>
          </a:avLst>
        </a:prstGeom>
        <a:solidFill>
          <a:schemeClr val="accent5">
            <a:lumMod val="40000"/>
            <a:lumOff val="60000"/>
          </a:schemeClr>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Computer user:</a:t>
          </a:r>
        </a:p>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User environment</a:t>
          </a:r>
        </a:p>
      </dsp:txBody>
      <dsp:txXfrm>
        <a:off x="5304448" y="616962"/>
        <a:ext cx="2548785" cy="886110"/>
      </dsp:txXfrm>
    </dsp:sp>
    <dsp:sp modelId="{902D920D-3ECA-4412-AA78-B0AAEE2D22E6}">
      <dsp:nvSpPr>
        <dsp:cNvPr id="0" name=""/>
        <dsp:cNvSpPr/>
      </dsp:nvSpPr>
      <dsp:spPr>
        <a:xfrm rot="2142401">
          <a:off x="4436721" y="1856060"/>
          <a:ext cx="927319" cy="31565"/>
        </a:xfrm>
        <a:custGeom>
          <a:avLst/>
          <a:gdLst/>
          <a:ahLst/>
          <a:cxnLst/>
          <a:rect l="0" t="0" r="0" b="0"/>
          <a:pathLst>
            <a:path>
              <a:moveTo>
                <a:pt x="0" y="15782"/>
              </a:moveTo>
              <a:lnTo>
                <a:pt x="927319" y="157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4877198" y="1848660"/>
        <a:ext cx="46365" cy="46365"/>
      </dsp:txXfrm>
    </dsp:sp>
    <dsp:sp modelId="{0F59FADD-594A-4D3B-B1C2-AD10EA83D11F}">
      <dsp:nvSpPr>
        <dsp:cNvPr id="0" name=""/>
        <dsp:cNvSpPr/>
      </dsp:nvSpPr>
      <dsp:spPr>
        <a:xfrm>
          <a:off x="5276880" y="1671828"/>
          <a:ext cx="2603921" cy="941246"/>
        </a:xfrm>
        <a:prstGeom prst="roundRect">
          <a:avLst>
            <a:gd name="adj" fmla="val 10000"/>
          </a:avLst>
        </a:prstGeom>
        <a:solidFill>
          <a:schemeClr val="accent5">
            <a:lumMod val="40000"/>
            <a:lumOff val="60000"/>
          </a:schemeClr>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Programmer:</a:t>
          </a:r>
        </a:p>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Virtual machine</a:t>
          </a:r>
        </a:p>
      </dsp:txBody>
      <dsp:txXfrm>
        <a:off x="5304448" y="1699396"/>
        <a:ext cx="2548785" cy="886110"/>
      </dsp:txXfrm>
    </dsp:sp>
    <dsp:sp modelId="{8BFA3461-523F-4885-A39A-5104B9D9E7E1}">
      <dsp:nvSpPr>
        <dsp:cNvPr id="0" name=""/>
        <dsp:cNvSpPr/>
      </dsp:nvSpPr>
      <dsp:spPr>
        <a:xfrm rot="3310531">
          <a:off x="1605597" y="3209103"/>
          <a:ext cx="1318585" cy="31565"/>
        </a:xfrm>
        <a:custGeom>
          <a:avLst/>
          <a:gdLst/>
          <a:ahLst/>
          <a:cxnLst/>
          <a:rect l="0" t="0" r="0" b="0"/>
          <a:pathLst>
            <a:path>
              <a:moveTo>
                <a:pt x="0" y="15782"/>
              </a:moveTo>
              <a:lnTo>
                <a:pt x="1318585" y="15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2231925" y="3191921"/>
        <a:ext cx="65929" cy="65929"/>
      </dsp:txXfrm>
    </dsp:sp>
    <dsp:sp modelId="{2C12BDC9-F974-4ED6-8CDB-6042E4DE54DA}">
      <dsp:nvSpPr>
        <dsp:cNvPr id="0" name=""/>
        <dsp:cNvSpPr/>
      </dsp:nvSpPr>
      <dsp:spPr>
        <a:xfrm>
          <a:off x="2641389" y="3295479"/>
          <a:ext cx="1882493" cy="941246"/>
        </a:xfrm>
        <a:prstGeom prst="roundRect">
          <a:avLst>
            <a:gd name="adj" fmla="val 10000"/>
          </a:avLst>
        </a:prstGeom>
        <a:solidFill>
          <a:schemeClr val="accent3">
            <a:lumMod val="20000"/>
            <a:lumOff val="80000"/>
          </a:schemeClr>
        </a:solidFill>
        <a:ln w="12700" cap="flat" cmpd="sng" algn="ctr">
          <a:solidFill>
            <a:schemeClr val="accent3">
              <a:lumMod val="75000"/>
            </a:schemeClr>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Internal view</a:t>
          </a:r>
        </a:p>
      </dsp:txBody>
      <dsp:txXfrm>
        <a:off x="2668957" y="3323047"/>
        <a:ext cx="1827357" cy="886110"/>
      </dsp:txXfrm>
    </dsp:sp>
    <dsp:sp modelId="{530244D1-0B5E-43FB-A09C-B48DF7A2856F}">
      <dsp:nvSpPr>
        <dsp:cNvPr id="0" name=""/>
        <dsp:cNvSpPr/>
      </dsp:nvSpPr>
      <dsp:spPr>
        <a:xfrm rot="19457599">
          <a:off x="4436721" y="3479711"/>
          <a:ext cx="927319" cy="31565"/>
        </a:xfrm>
        <a:custGeom>
          <a:avLst/>
          <a:gdLst/>
          <a:ahLst/>
          <a:cxnLst/>
          <a:rect l="0" t="0" r="0" b="0"/>
          <a:pathLst>
            <a:path>
              <a:moveTo>
                <a:pt x="0" y="15782"/>
              </a:moveTo>
              <a:lnTo>
                <a:pt x="927319" y="157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4877198" y="3472311"/>
        <a:ext cx="46365" cy="46365"/>
      </dsp:txXfrm>
    </dsp:sp>
    <dsp:sp modelId="{E55FD6E0-4759-4EE4-9B98-ED2BDBF0B52C}">
      <dsp:nvSpPr>
        <dsp:cNvPr id="0" name=""/>
        <dsp:cNvSpPr/>
      </dsp:nvSpPr>
      <dsp:spPr>
        <a:xfrm>
          <a:off x="5276880" y="2754262"/>
          <a:ext cx="2603921" cy="941246"/>
        </a:xfrm>
        <a:prstGeom prst="roundRect">
          <a:avLst>
            <a:gd name="adj" fmla="val 10000"/>
          </a:avLst>
        </a:prstGeom>
        <a:solidFill>
          <a:schemeClr val="accent3">
            <a:lumMod val="40000"/>
            <a:lumOff val="60000"/>
          </a:schemeClr>
        </a:solidFill>
        <a:ln w="12700" cap="flat" cmpd="sng" algn="ctr">
          <a:solidFill>
            <a:schemeClr val="accent3">
              <a:lumMod val="75000"/>
            </a:schemeClr>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OS developer1: Resource manager</a:t>
          </a:r>
        </a:p>
      </dsp:txBody>
      <dsp:txXfrm>
        <a:off x="5304448" y="2781830"/>
        <a:ext cx="2548785" cy="886110"/>
      </dsp:txXfrm>
    </dsp:sp>
    <dsp:sp modelId="{5EF347D9-4933-4E97-95CC-74F87A115CB2}">
      <dsp:nvSpPr>
        <dsp:cNvPr id="0" name=""/>
        <dsp:cNvSpPr/>
      </dsp:nvSpPr>
      <dsp:spPr>
        <a:xfrm rot="2142401">
          <a:off x="4436721" y="4020928"/>
          <a:ext cx="927319" cy="31565"/>
        </a:xfrm>
        <a:custGeom>
          <a:avLst/>
          <a:gdLst/>
          <a:ahLst/>
          <a:cxnLst/>
          <a:rect l="0" t="0" r="0" b="0"/>
          <a:pathLst>
            <a:path>
              <a:moveTo>
                <a:pt x="0" y="15782"/>
              </a:moveTo>
              <a:lnTo>
                <a:pt x="927319" y="157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100000"/>
            </a:lnSpc>
            <a:spcBef>
              <a:spcPct val="0"/>
            </a:spcBef>
            <a:spcAft>
              <a:spcPct val="35000"/>
            </a:spcAft>
            <a:buNone/>
          </a:pPr>
          <a:endParaRPr lang="en-US" sz="1800" kern="1200">
            <a:latin typeface="Microsoft YaHei UI" panose="020B0503020204020204" pitchFamily="34" charset="-122"/>
            <a:ea typeface="Microsoft YaHei UI" panose="020B0503020204020204" pitchFamily="34" charset="-122"/>
          </a:endParaRPr>
        </a:p>
      </dsp:txBody>
      <dsp:txXfrm>
        <a:off x="4877198" y="4013528"/>
        <a:ext cx="46365" cy="46365"/>
      </dsp:txXfrm>
    </dsp:sp>
    <dsp:sp modelId="{A87F4410-D04F-47B1-9180-7672DE60199F}">
      <dsp:nvSpPr>
        <dsp:cNvPr id="0" name=""/>
        <dsp:cNvSpPr/>
      </dsp:nvSpPr>
      <dsp:spPr>
        <a:xfrm>
          <a:off x="5276880" y="3836696"/>
          <a:ext cx="2603921" cy="941246"/>
        </a:xfrm>
        <a:prstGeom prst="roundRect">
          <a:avLst>
            <a:gd name="adj" fmla="val 10000"/>
          </a:avLst>
        </a:prstGeom>
        <a:solidFill>
          <a:schemeClr val="accent3">
            <a:lumMod val="40000"/>
            <a:lumOff val="60000"/>
          </a:schemeClr>
        </a:solidFill>
        <a:ln w="12700" cap="flat" cmpd="sng" algn="ctr">
          <a:solidFill>
            <a:schemeClr val="accent3">
              <a:lumMod val="75000"/>
            </a:schemeClr>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OS developer2:</a:t>
          </a:r>
        </a:p>
        <a:p>
          <a:pPr marL="0" lvl="0" indent="0" algn="ctr" defTabSz="800100">
            <a:lnSpc>
              <a:spcPct val="100000"/>
            </a:lnSpc>
            <a:spcBef>
              <a:spcPct val="0"/>
            </a:spcBef>
            <a:spcAft>
              <a:spcPct val="35000"/>
            </a:spcAft>
            <a:buNone/>
          </a:pPr>
          <a:r>
            <a:rPr lang="en-US" sz="1800" kern="1200" dirty="0">
              <a:latin typeface="Microsoft YaHei UI" panose="020B0503020204020204" pitchFamily="34" charset="-122"/>
              <a:ea typeface="Microsoft YaHei UI" panose="020B0503020204020204" pitchFamily="34" charset="-122"/>
            </a:rPr>
            <a:t>Job organizer</a:t>
          </a:r>
        </a:p>
      </dsp:txBody>
      <dsp:txXfrm>
        <a:off x="5304448" y="3864264"/>
        <a:ext cx="2548785" cy="886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9332A-C9DB-48D3-BE47-6F05AADB648C}">
      <dsp:nvSpPr>
        <dsp:cNvPr id="0" name=""/>
        <dsp:cNvSpPr/>
      </dsp:nvSpPr>
      <dsp:spPr>
        <a:xfrm>
          <a:off x="469898" y="0"/>
          <a:ext cx="6502400" cy="40640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9D99E-7F2B-496B-B9FE-094036247581}">
      <dsp:nvSpPr>
        <dsp:cNvPr id="0" name=""/>
        <dsp:cNvSpPr/>
      </dsp:nvSpPr>
      <dsp:spPr>
        <a:xfrm>
          <a:off x="1099591" y="3021990"/>
          <a:ext cx="149555" cy="1495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31E8E8-471C-44AA-A46E-3D2FFB0CEC75}">
      <dsp:nvSpPr>
        <dsp:cNvPr id="0" name=""/>
        <dsp:cNvSpPr/>
      </dsp:nvSpPr>
      <dsp:spPr>
        <a:xfrm>
          <a:off x="1174368" y="3096768"/>
          <a:ext cx="851814" cy="967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246" tIns="0" rIns="0" bIns="0" numCol="1" spcCol="1270" anchor="t" anchorCtr="0">
          <a:noAutofit/>
        </a:bodyPr>
        <a:lstStyle/>
        <a:p>
          <a:pPr marL="0" lvl="0" indent="0" algn="l" defTabSz="622300">
            <a:lnSpc>
              <a:spcPct val="90000"/>
            </a:lnSpc>
            <a:spcBef>
              <a:spcPct val="0"/>
            </a:spcBef>
            <a:spcAft>
              <a:spcPct val="35000"/>
            </a:spcAft>
            <a:buNone/>
          </a:pPr>
          <a:r>
            <a:rPr lang="en-US" altLang="zh-CN" sz="1400" kern="1200" dirty="0"/>
            <a:t>Serial Processing</a:t>
          </a:r>
          <a:endParaRPr lang="en-US" sz="1400" kern="1200" dirty="0"/>
        </a:p>
      </dsp:txBody>
      <dsp:txXfrm>
        <a:off x="1174368" y="3096768"/>
        <a:ext cx="851814" cy="967232"/>
      </dsp:txXfrm>
    </dsp:sp>
    <dsp:sp modelId="{032C208A-7193-43C4-B137-389AED494651}">
      <dsp:nvSpPr>
        <dsp:cNvPr id="0" name=""/>
        <dsp:cNvSpPr/>
      </dsp:nvSpPr>
      <dsp:spPr>
        <a:xfrm>
          <a:off x="1909140" y="2244140"/>
          <a:ext cx="234086" cy="2340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FC37C2-5978-41E8-B0BE-A86A58A0CE95}">
      <dsp:nvSpPr>
        <dsp:cNvPr id="0" name=""/>
        <dsp:cNvSpPr/>
      </dsp:nvSpPr>
      <dsp:spPr>
        <a:xfrm>
          <a:off x="2026183" y="2361183"/>
          <a:ext cx="1079398" cy="170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38" tIns="0" rIns="0" bIns="0" numCol="1" spcCol="1270" anchor="t" anchorCtr="0">
          <a:noAutofit/>
        </a:bodyPr>
        <a:lstStyle/>
        <a:p>
          <a:pPr marL="0" lvl="0" indent="0" algn="l" defTabSz="622300">
            <a:lnSpc>
              <a:spcPct val="90000"/>
            </a:lnSpc>
            <a:spcBef>
              <a:spcPct val="0"/>
            </a:spcBef>
            <a:spcAft>
              <a:spcPct val="35000"/>
            </a:spcAft>
            <a:buNone/>
          </a:pPr>
          <a:r>
            <a:rPr lang="en-NZ" sz="1400" kern="1200" dirty="0"/>
            <a:t>Simple Batch Systems</a:t>
          </a:r>
          <a:endParaRPr lang="en-US" sz="1400" kern="1200" dirty="0"/>
        </a:p>
      </dsp:txBody>
      <dsp:txXfrm>
        <a:off x="2026183" y="2361183"/>
        <a:ext cx="1079398" cy="1702816"/>
      </dsp:txXfrm>
    </dsp:sp>
    <dsp:sp modelId="{2AA63AEC-69BD-4883-93EA-C87EE78EDEBB}">
      <dsp:nvSpPr>
        <dsp:cNvPr id="0" name=""/>
        <dsp:cNvSpPr/>
      </dsp:nvSpPr>
      <dsp:spPr>
        <a:xfrm>
          <a:off x="2949524" y="1623974"/>
          <a:ext cx="312115" cy="31211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721E77-AAC6-4E7B-AA75-3A94662334BB}">
      <dsp:nvSpPr>
        <dsp:cNvPr id="0" name=""/>
        <dsp:cNvSpPr/>
      </dsp:nvSpPr>
      <dsp:spPr>
        <a:xfrm>
          <a:off x="3105581" y="1780031"/>
          <a:ext cx="1254963" cy="2283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383" tIns="0" rIns="0" bIns="0" numCol="1" spcCol="1270" anchor="t" anchorCtr="0">
          <a:noAutofit/>
        </a:bodyPr>
        <a:lstStyle/>
        <a:p>
          <a:pPr marL="0" lvl="0" indent="0" algn="l" defTabSz="622300">
            <a:lnSpc>
              <a:spcPct val="90000"/>
            </a:lnSpc>
            <a:spcBef>
              <a:spcPct val="0"/>
            </a:spcBef>
            <a:spcAft>
              <a:spcPct val="35000"/>
            </a:spcAft>
            <a:buNone/>
          </a:pPr>
          <a:r>
            <a:rPr lang="en-NZ" sz="1400" kern="1200" dirty="0"/>
            <a:t>Multi</a:t>
          </a:r>
          <a:r>
            <a:rPr lang="en-US" altLang="zh-CN" sz="1400" kern="1200" dirty="0"/>
            <a:t>-</a:t>
          </a:r>
          <a:r>
            <a:rPr lang="en-NZ" sz="1400" kern="1200" dirty="0"/>
            <a:t>programmed Batch Systems</a:t>
          </a:r>
          <a:endParaRPr lang="en-US" sz="1400" kern="1200" dirty="0"/>
        </a:p>
      </dsp:txBody>
      <dsp:txXfrm>
        <a:off x="3105581" y="1780031"/>
        <a:ext cx="1254963" cy="2283968"/>
      </dsp:txXfrm>
    </dsp:sp>
    <dsp:sp modelId="{A2C7C1A5-9CE6-4D5B-872D-4D063660E85A}">
      <dsp:nvSpPr>
        <dsp:cNvPr id="0" name=""/>
        <dsp:cNvSpPr/>
      </dsp:nvSpPr>
      <dsp:spPr>
        <a:xfrm>
          <a:off x="4158970" y="1139545"/>
          <a:ext cx="403148" cy="4031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652382-8E80-4FA2-B24C-C4C1E21A8E22}">
      <dsp:nvSpPr>
        <dsp:cNvPr id="0" name=""/>
        <dsp:cNvSpPr/>
      </dsp:nvSpPr>
      <dsp:spPr>
        <a:xfrm>
          <a:off x="4360545" y="1341119"/>
          <a:ext cx="1300480" cy="272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620" tIns="0" rIns="0" bIns="0" numCol="1" spcCol="1270" anchor="t" anchorCtr="0">
          <a:noAutofit/>
        </a:bodyPr>
        <a:lstStyle/>
        <a:p>
          <a:pPr marL="0" lvl="0" indent="0" algn="l" defTabSz="622300">
            <a:lnSpc>
              <a:spcPct val="90000"/>
            </a:lnSpc>
            <a:spcBef>
              <a:spcPct val="0"/>
            </a:spcBef>
            <a:spcAft>
              <a:spcPct val="35000"/>
            </a:spcAft>
            <a:buNone/>
          </a:pPr>
          <a:r>
            <a:rPr lang="en-NZ" sz="1400" kern="1200" dirty="0"/>
            <a:t>Time Sharing Systems</a:t>
          </a:r>
          <a:endParaRPr lang="en-US" sz="1400" kern="1200" dirty="0"/>
        </a:p>
      </dsp:txBody>
      <dsp:txXfrm>
        <a:off x="4360545" y="1341119"/>
        <a:ext cx="1300480" cy="2722880"/>
      </dsp:txXfrm>
    </dsp:sp>
    <dsp:sp modelId="{F33D190B-3EE1-42BD-86C0-F5D91566D48B}">
      <dsp:nvSpPr>
        <dsp:cNvPr id="0" name=""/>
        <dsp:cNvSpPr/>
      </dsp:nvSpPr>
      <dsp:spPr>
        <a:xfrm>
          <a:off x="5404180" y="816051"/>
          <a:ext cx="513689" cy="51368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A854F1-2456-44B0-9619-475965C9AFBF}">
      <dsp:nvSpPr>
        <dsp:cNvPr id="0" name=""/>
        <dsp:cNvSpPr/>
      </dsp:nvSpPr>
      <dsp:spPr>
        <a:xfrm>
          <a:off x="5661025" y="1072895"/>
          <a:ext cx="1300480" cy="2991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193"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M</a:t>
          </a:r>
          <a:r>
            <a:rPr lang="en-US" altLang="zh-CN" sz="1400" kern="1200" dirty="0"/>
            <a:t>odern Operating System</a:t>
          </a:r>
          <a:endParaRPr lang="en-US" sz="1400" kern="1200" dirty="0"/>
        </a:p>
      </dsp:txBody>
      <dsp:txXfrm>
        <a:off x="5661025" y="1072895"/>
        <a:ext cx="1300480" cy="2991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26FD4-9907-2748-832C-F91F21C962A7}">
      <dsp:nvSpPr>
        <dsp:cNvPr id="0" name=""/>
        <dsp:cNvSpPr/>
      </dsp:nvSpPr>
      <dsp:spPr>
        <a:xfrm>
          <a:off x="0" y="0"/>
          <a:ext cx="7536433" cy="33528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 </a:t>
          </a:r>
          <a:r>
            <a:rPr lang="en-US" sz="2000" i="1" kern="1200" dirty="0">
              <a:solidFill>
                <a:schemeClr val="accent1"/>
              </a:solidFill>
            </a:rPr>
            <a:t>process</a:t>
          </a:r>
          <a:r>
            <a:rPr lang="en-US" sz="2000" i="1" kern="1200" dirty="0"/>
            <a:t> </a:t>
          </a:r>
          <a:r>
            <a:rPr lang="en-US" sz="2000" kern="1200" dirty="0"/>
            <a:t>can be defined as:</a:t>
          </a:r>
        </a:p>
      </dsp:txBody>
      <dsp:txXfrm>
        <a:off x="0" y="0"/>
        <a:ext cx="7536433" cy="1005840"/>
      </dsp:txXfrm>
    </dsp:sp>
    <dsp:sp modelId="{9F6B7AC7-BCB3-4244-B25A-23CDDD94424B}">
      <dsp:nvSpPr>
        <dsp:cNvPr id="0" name=""/>
        <dsp:cNvSpPr/>
      </dsp:nvSpPr>
      <dsp:spPr>
        <a:xfrm>
          <a:off x="685790" y="991199"/>
          <a:ext cx="6172218" cy="54137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a program in execution</a:t>
          </a:r>
        </a:p>
      </dsp:txBody>
      <dsp:txXfrm>
        <a:off x="701646" y="1007055"/>
        <a:ext cx="6140506" cy="509659"/>
      </dsp:txXfrm>
    </dsp:sp>
    <dsp:sp modelId="{F3F77B7A-035D-B349-9DB8-48C9B0CD4D14}">
      <dsp:nvSpPr>
        <dsp:cNvPr id="0" name=""/>
        <dsp:cNvSpPr/>
      </dsp:nvSpPr>
      <dsp:spPr>
        <a:xfrm>
          <a:off x="609612" y="1507599"/>
          <a:ext cx="6324574" cy="541371"/>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an instance of a running program</a:t>
          </a:r>
        </a:p>
      </dsp:txBody>
      <dsp:txXfrm>
        <a:off x="625468" y="1523455"/>
        <a:ext cx="6292862" cy="509659"/>
      </dsp:txXfrm>
    </dsp:sp>
    <dsp:sp modelId="{3F65BAAA-18B9-4047-82A7-7018E03752A1}">
      <dsp:nvSpPr>
        <dsp:cNvPr id="0" name=""/>
        <dsp:cNvSpPr/>
      </dsp:nvSpPr>
      <dsp:spPr>
        <a:xfrm>
          <a:off x="304809" y="2046258"/>
          <a:ext cx="6934181" cy="541371"/>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the entity that can be assigned to, and executed on, a processor</a:t>
          </a:r>
        </a:p>
      </dsp:txBody>
      <dsp:txXfrm>
        <a:off x="320665" y="2062114"/>
        <a:ext cx="6902469" cy="509659"/>
      </dsp:txXfrm>
    </dsp:sp>
    <dsp:sp modelId="{A82AB75B-5168-3348-B180-A3053A31EAEA}">
      <dsp:nvSpPr>
        <dsp:cNvPr id="0" name=""/>
        <dsp:cNvSpPr/>
      </dsp:nvSpPr>
      <dsp:spPr>
        <a:xfrm>
          <a:off x="5" y="2586705"/>
          <a:ext cx="7543788" cy="541371"/>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NZ" sz="2000" kern="1200" dirty="0">
              <a:solidFill>
                <a:schemeClr val="bg1"/>
              </a:solidFill>
            </a:rPr>
            <a:t>a unit of activity characterized by a single sequential thread of execution, a current state, and an associated set of system resources</a:t>
          </a:r>
          <a:endParaRPr lang="en-US" sz="2000" kern="1200" dirty="0">
            <a:solidFill>
              <a:schemeClr val="bg1"/>
            </a:solidFill>
          </a:endParaRPr>
        </a:p>
      </dsp:txBody>
      <dsp:txXfrm>
        <a:off x="15861" y="2602561"/>
        <a:ext cx="7512076" cy="5096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13495-D092-41D3-B4CB-DA4A06DD9FF9}">
      <dsp:nvSpPr>
        <dsp:cNvPr id="0" name=""/>
        <dsp:cNvSpPr/>
      </dsp:nvSpPr>
      <dsp:spPr>
        <a:xfrm>
          <a:off x="2464" y="9566"/>
          <a:ext cx="2402978" cy="961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Multiprogramming Batch Operation</a:t>
          </a:r>
        </a:p>
      </dsp:txBody>
      <dsp:txXfrm>
        <a:off x="2464" y="9566"/>
        <a:ext cx="2402978" cy="961191"/>
      </dsp:txXfrm>
    </dsp:sp>
    <dsp:sp modelId="{16A025FF-27BA-471D-B1C1-E4091E1E0244}">
      <dsp:nvSpPr>
        <dsp:cNvPr id="0" name=""/>
        <dsp:cNvSpPr/>
      </dsp:nvSpPr>
      <dsp:spPr>
        <a:xfrm>
          <a:off x="2464" y="970757"/>
          <a:ext cx="2402978" cy="16250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processor is switched among the various programs residing in main memory</a:t>
          </a:r>
        </a:p>
      </dsp:txBody>
      <dsp:txXfrm>
        <a:off x="2464" y="970757"/>
        <a:ext cx="2402978" cy="1625040"/>
      </dsp:txXfrm>
    </dsp:sp>
    <dsp:sp modelId="{48EB47F1-183C-445A-8AD3-E1F29F7A4A45}">
      <dsp:nvSpPr>
        <dsp:cNvPr id="0" name=""/>
        <dsp:cNvSpPr/>
      </dsp:nvSpPr>
      <dsp:spPr>
        <a:xfrm>
          <a:off x="2741860" y="9566"/>
          <a:ext cx="2402978" cy="961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Time Sharing</a:t>
          </a:r>
        </a:p>
      </dsp:txBody>
      <dsp:txXfrm>
        <a:off x="2741860" y="9566"/>
        <a:ext cx="2402978" cy="961191"/>
      </dsp:txXfrm>
    </dsp:sp>
    <dsp:sp modelId="{0732F5EA-D58A-4FBB-9983-4A8A12271B0C}">
      <dsp:nvSpPr>
        <dsp:cNvPr id="0" name=""/>
        <dsp:cNvSpPr/>
      </dsp:nvSpPr>
      <dsp:spPr>
        <a:xfrm>
          <a:off x="2741860" y="970757"/>
          <a:ext cx="2402978" cy="16250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be responsive to the individual user but be able to support many users simultaneously</a:t>
          </a:r>
        </a:p>
      </dsp:txBody>
      <dsp:txXfrm>
        <a:off x="2741860" y="970757"/>
        <a:ext cx="2402978" cy="1625040"/>
      </dsp:txXfrm>
    </dsp:sp>
    <dsp:sp modelId="{845762A1-8AF9-4575-89F2-B737B1059957}">
      <dsp:nvSpPr>
        <dsp:cNvPr id="0" name=""/>
        <dsp:cNvSpPr/>
      </dsp:nvSpPr>
      <dsp:spPr>
        <a:xfrm>
          <a:off x="5481256" y="9566"/>
          <a:ext cx="2402978" cy="961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Real-time Transaction systems</a:t>
          </a:r>
        </a:p>
      </dsp:txBody>
      <dsp:txXfrm>
        <a:off x="5481256" y="9566"/>
        <a:ext cx="2402978" cy="961191"/>
      </dsp:txXfrm>
    </dsp:sp>
    <dsp:sp modelId="{40478BE8-A6E3-4999-8620-7EE195728D47}">
      <dsp:nvSpPr>
        <dsp:cNvPr id="0" name=""/>
        <dsp:cNvSpPr/>
      </dsp:nvSpPr>
      <dsp:spPr>
        <a:xfrm>
          <a:off x="5481256" y="970757"/>
          <a:ext cx="2402978" cy="16250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 number of users are entering queries or updates against a database</a:t>
          </a:r>
        </a:p>
      </dsp:txBody>
      <dsp:txXfrm>
        <a:off x="5481256" y="970757"/>
        <a:ext cx="2402978" cy="1625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715" y="0"/>
          <a:ext cx="1265411" cy="146367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process isolation</a:t>
          </a:r>
        </a:p>
      </dsp:txBody>
      <dsp:txXfrm>
        <a:off x="37778" y="37063"/>
        <a:ext cx="1191285" cy="1389548"/>
      </dsp:txXfrm>
    </dsp:sp>
    <dsp:sp modelId="{0F6F9771-857A-ED4D-BB66-061A66D62E92}">
      <dsp:nvSpPr>
        <dsp:cNvPr id="0" name=""/>
        <dsp:cNvSpPr/>
      </dsp:nvSpPr>
      <dsp:spPr>
        <a:xfrm>
          <a:off x="1478715" y="0"/>
          <a:ext cx="1265411" cy="1463674"/>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automatic allocation and management</a:t>
          </a:r>
        </a:p>
      </dsp:txBody>
      <dsp:txXfrm>
        <a:off x="1515778" y="37063"/>
        <a:ext cx="1191285" cy="1389548"/>
      </dsp:txXfrm>
    </dsp:sp>
    <dsp:sp modelId="{1822B451-F610-B34E-B470-4405426B9598}">
      <dsp:nvSpPr>
        <dsp:cNvPr id="0" name=""/>
        <dsp:cNvSpPr/>
      </dsp:nvSpPr>
      <dsp:spPr>
        <a:xfrm>
          <a:off x="2956715" y="0"/>
          <a:ext cx="1265411" cy="146367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support of modular programming</a:t>
          </a:r>
        </a:p>
      </dsp:txBody>
      <dsp:txXfrm>
        <a:off x="2993778" y="37063"/>
        <a:ext cx="1191285" cy="1389548"/>
      </dsp:txXfrm>
    </dsp:sp>
    <dsp:sp modelId="{687C7697-D43A-4A4A-B7E2-A030E8315BDD}">
      <dsp:nvSpPr>
        <dsp:cNvPr id="0" name=""/>
        <dsp:cNvSpPr/>
      </dsp:nvSpPr>
      <dsp:spPr>
        <a:xfrm>
          <a:off x="4434715" y="0"/>
          <a:ext cx="1265411" cy="1463674"/>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protection and access control</a:t>
          </a:r>
        </a:p>
      </dsp:txBody>
      <dsp:txXfrm>
        <a:off x="4471778" y="37063"/>
        <a:ext cx="1191285" cy="1389548"/>
      </dsp:txXfrm>
    </dsp:sp>
    <dsp:sp modelId="{E23446C9-B403-3445-83E0-0F2AC82ADDC6}">
      <dsp:nvSpPr>
        <dsp:cNvPr id="0" name=""/>
        <dsp:cNvSpPr/>
      </dsp:nvSpPr>
      <dsp:spPr>
        <a:xfrm>
          <a:off x="5912715" y="0"/>
          <a:ext cx="1265411" cy="146367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long-term storage</a:t>
          </a:r>
        </a:p>
      </dsp:txBody>
      <dsp:txXfrm>
        <a:off x="5949778" y="37063"/>
        <a:ext cx="1191285" cy="13895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0398E-5DF1-F24E-9796-ADAD05B8C726}">
      <dsp:nvSpPr>
        <dsp:cNvPr id="0" name=""/>
        <dsp:cNvSpPr/>
      </dsp:nvSpPr>
      <dsp:spPr>
        <a:xfrm>
          <a:off x="2588763" y="343270"/>
          <a:ext cx="3194785" cy="3194785"/>
        </a:xfrm>
        <a:prstGeom prst="pie">
          <a:avLst>
            <a:gd name="adj1" fmla="val 16200000"/>
            <a:gd name="adj2" fmla="val 180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fairness</a:t>
          </a:r>
        </a:p>
      </dsp:txBody>
      <dsp:txXfrm>
        <a:off x="4325738" y="932784"/>
        <a:ext cx="1083945" cy="1064928"/>
      </dsp:txXfrm>
    </dsp:sp>
    <dsp:sp modelId="{71C7C1E5-AC56-8D4C-B0F8-41E32D153D9D}">
      <dsp:nvSpPr>
        <dsp:cNvPr id="0" name=""/>
        <dsp:cNvSpPr/>
      </dsp:nvSpPr>
      <dsp:spPr>
        <a:xfrm>
          <a:off x="2577940" y="351806"/>
          <a:ext cx="3194785" cy="3194785"/>
        </a:xfrm>
        <a:prstGeom prst="pie">
          <a:avLst>
            <a:gd name="adj1" fmla="val 1800000"/>
            <a:gd name="adj2" fmla="val 900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differential responsiveness</a:t>
          </a:r>
        </a:p>
      </dsp:txBody>
      <dsp:txXfrm>
        <a:off x="3452703" y="2367564"/>
        <a:ext cx="1445260" cy="988862"/>
      </dsp:txXfrm>
    </dsp:sp>
    <dsp:sp modelId="{DB3E713C-5D2F-BA4F-A01C-1C230AC4E998}">
      <dsp:nvSpPr>
        <dsp:cNvPr id="0" name=""/>
        <dsp:cNvSpPr/>
      </dsp:nvSpPr>
      <dsp:spPr>
        <a:xfrm>
          <a:off x="2577940" y="351806"/>
          <a:ext cx="3194785" cy="3194785"/>
        </a:xfrm>
        <a:prstGeom prst="pie">
          <a:avLst>
            <a:gd name="adj1" fmla="val 9000000"/>
            <a:gd name="adj2" fmla="val 1620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efficiency</a:t>
          </a:r>
        </a:p>
      </dsp:txBody>
      <dsp:txXfrm>
        <a:off x="2920239" y="979353"/>
        <a:ext cx="1083945" cy="10649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BB729-FAEA-4D42-9064-64C0C1BA4D27}">
      <dsp:nvSpPr>
        <dsp:cNvPr id="0" name=""/>
        <dsp:cNvSpPr/>
      </dsp:nvSpPr>
      <dsp:spPr>
        <a:xfrm>
          <a:off x="0" y="20696"/>
          <a:ext cx="7620000" cy="3331125"/>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91397" tIns="937260" rIns="591397" bIns="142240" numCol="1" spcCol="1270" anchor="t" anchorCtr="0">
          <a:noAutofit/>
        </a:bodyPr>
        <a:lstStyle/>
        <a:p>
          <a:pPr marL="228600" lvl="1" indent="-228600" algn="l" defTabSz="889000">
            <a:lnSpc>
              <a:spcPct val="90000"/>
            </a:lnSpc>
            <a:spcBef>
              <a:spcPct val="0"/>
            </a:spcBef>
            <a:spcAft>
              <a:spcPct val="15000"/>
            </a:spcAft>
            <a:buChar char="•"/>
          </a:pPr>
          <a:r>
            <a:rPr lang="en-NZ" sz="2000" b="1" kern="1200" dirty="0">
              <a:latin typeface="Microsoft YaHei" panose="020B0503020204020204" pitchFamily="34" charset="-122"/>
              <a:ea typeface="Microsoft YaHei" panose="020B0503020204020204" pitchFamily="34" charset="-122"/>
            </a:rPr>
            <a:t>Microkernel architecture</a:t>
          </a:r>
        </a:p>
        <a:p>
          <a:pPr marL="228600" lvl="1" indent="-228600" algn="l" defTabSz="889000">
            <a:lnSpc>
              <a:spcPct val="90000"/>
            </a:lnSpc>
            <a:spcBef>
              <a:spcPct val="0"/>
            </a:spcBef>
            <a:spcAft>
              <a:spcPct val="15000"/>
            </a:spcAft>
            <a:buChar char="•"/>
          </a:pPr>
          <a:r>
            <a:rPr lang="en-NZ" sz="2000" b="1" kern="1200" dirty="0">
              <a:latin typeface="Microsoft YaHei" panose="020B0503020204020204" pitchFamily="34" charset="-122"/>
              <a:ea typeface="Microsoft YaHei" panose="020B0503020204020204" pitchFamily="34" charset="-122"/>
            </a:rPr>
            <a:t>Multithreading</a:t>
          </a:r>
        </a:p>
        <a:p>
          <a:pPr marL="228600" lvl="1" indent="-228600" algn="l" defTabSz="889000">
            <a:lnSpc>
              <a:spcPct val="90000"/>
            </a:lnSpc>
            <a:spcBef>
              <a:spcPct val="0"/>
            </a:spcBef>
            <a:spcAft>
              <a:spcPct val="15000"/>
            </a:spcAft>
            <a:buChar char="•"/>
          </a:pPr>
          <a:r>
            <a:rPr lang="en-NZ" sz="2000" b="1" kern="1200" dirty="0">
              <a:latin typeface="Microsoft YaHei" panose="020B0503020204020204" pitchFamily="34" charset="-122"/>
              <a:ea typeface="Microsoft YaHei" panose="020B0503020204020204" pitchFamily="34" charset="-122"/>
            </a:rPr>
            <a:t>Symmetric multiprocessing</a:t>
          </a:r>
        </a:p>
        <a:p>
          <a:pPr marL="228600" lvl="1" indent="-228600" algn="l" defTabSz="889000">
            <a:lnSpc>
              <a:spcPct val="90000"/>
            </a:lnSpc>
            <a:spcBef>
              <a:spcPct val="0"/>
            </a:spcBef>
            <a:spcAft>
              <a:spcPct val="15000"/>
            </a:spcAft>
            <a:buChar char="•"/>
          </a:pPr>
          <a:r>
            <a:rPr lang="en-NZ" sz="2000" kern="1200" dirty="0">
              <a:latin typeface="Microsoft YaHei" panose="020B0503020204020204" pitchFamily="34" charset="-122"/>
              <a:ea typeface="Microsoft YaHei" panose="020B0503020204020204" pitchFamily="34" charset="-122"/>
            </a:rPr>
            <a:t>Distributed operating systems</a:t>
          </a:r>
        </a:p>
        <a:p>
          <a:pPr marL="228600" lvl="1" indent="-228600" algn="l" defTabSz="889000">
            <a:lnSpc>
              <a:spcPct val="90000"/>
            </a:lnSpc>
            <a:spcBef>
              <a:spcPct val="0"/>
            </a:spcBef>
            <a:spcAft>
              <a:spcPct val="15000"/>
            </a:spcAft>
            <a:buChar char="•"/>
          </a:pPr>
          <a:r>
            <a:rPr lang="en-NZ" sz="2000" kern="1200" dirty="0">
              <a:latin typeface="Microsoft YaHei" panose="020B0503020204020204" pitchFamily="34" charset="-122"/>
              <a:ea typeface="Microsoft YaHei" panose="020B0503020204020204" pitchFamily="34" charset="-122"/>
            </a:rPr>
            <a:t>Object-oriented design</a:t>
          </a:r>
        </a:p>
      </dsp:txBody>
      <dsp:txXfrm>
        <a:off x="0" y="20696"/>
        <a:ext cx="7620000" cy="3331125"/>
      </dsp:txXfrm>
    </dsp:sp>
    <dsp:sp modelId="{83794904-62F1-3248-BF0D-6CBE7893EADB}">
      <dsp:nvSpPr>
        <dsp:cNvPr id="0" name=""/>
        <dsp:cNvSpPr/>
      </dsp:nvSpPr>
      <dsp:spPr>
        <a:xfrm>
          <a:off x="76200" y="21613"/>
          <a:ext cx="7536262" cy="66236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613" tIns="0" rIns="201613" bIns="0" numCol="1" spcCol="1270" anchor="ctr" anchorCtr="0">
          <a:noAutofit/>
        </a:bodyPr>
        <a:lstStyle/>
        <a:p>
          <a:pPr marL="0" lvl="0" indent="0" algn="l" defTabSz="977900">
            <a:lnSpc>
              <a:spcPct val="90000"/>
            </a:lnSpc>
            <a:spcBef>
              <a:spcPct val="0"/>
            </a:spcBef>
            <a:spcAft>
              <a:spcPct val="35000"/>
            </a:spcAft>
            <a:buNone/>
          </a:pPr>
          <a:r>
            <a:rPr lang="en-NZ" sz="2200" b="1" kern="1200" dirty="0"/>
            <a:t>Different approaches and design elements :</a:t>
          </a:r>
          <a:endParaRPr lang="en-US" sz="2200" b="1" kern="1200" dirty="0"/>
        </a:p>
      </dsp:txBody>
      <dsp:txXfrm>
        <a:off x="108534" y="53947"/>
        <a:ext cx="7471594" cy="5976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BA974-D1D0-7C45-8BAD-1585AF825221}">
      <dsp:nvSpPr>
        <dsp:cNvPr id="0" name=""/>
        <dsp:cNvSpPr/>
      </dsp:nvSpPr>
      <dsp:spPr>
        <a:xfrm>
          <a:off x="1128963" y="18"/>
          <a:ext cx="2071431" cy="1523962"/>
        </a:xfrm>
        <a:prstGeom prst="ellipse">
          <a:avLst/>
        </a:prstGeom>
        <a:solidFill>
          <a:schemeClr val="accent1"/>
        </a:solidFill>
        <a:ln w="19050" cap="flat" cmpd="sng" algn="ctr">
          <a:solidFill>
            <a:schemeClr val="lt1"/>
          </a:solidFill>
          <a:prstDash val="solid"/>
          <a:miter lim="800000"/>
        </a:ln>
        <a:effectLst/>
      </dsp:spPr>
      <dsp:style>
        <a:lnRef idx="3">
          <a:schemeClr val="lt1"/>
        </a:lnRef>
        <a:fillRef idx="1">
          <a:schemeClr val="accent1"/>
        </a:fillRef>
        <a:effectRef idx="1">
          <a:schemeClr val="accent1"/>
        </a:effectRef>
        <a:fontRef idx="minor">
          <a:schemeClr val="lt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t>address spaces</a:t>
          </a:r>
        </a:p>
      </dsp:txBody>
      <dsp:txXfrm>
        <a:off x="1432317" y="223197"/>
        <a:ext cx="1464723" cy="1077604"/>
      </dsp:txXfrm>
    </dsp:sp>
    <dsp:sp modelId="{0C1E7BE6-80C6-3C42-B6EA-D548FFF8D7E8}">
      <dsp:nvSpPr>
        <dsp:cNvPr id="0" name=""/>
        <dsp:cNvSpPr/>
      </dsp:nvSpPr>
      <dsp:spPr>
        <a:xfrm>
          <a:off x="2895602" y="18"/>
          <a:ext cx="2666995" cy="1523962"/>
        </a:xfrm>
        <a:prstGeom prst="ellipse">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interprocess communication (IPC)</a:t>
          </a:r>
        </a:p>
      </dsp:txBody>
      <dsp:txXfrm>
        <a:off x="3286174" y="223197"/>
        <a:ext cx="1885851" cy="1077604"/>
      </dsp:txXfrm>
    </dsp:sp>
    <dsp:sp modelId="{3D639D55-9910-DA41-B3AE-143CA9255248}">
      <dsp:nvSpPr>
        <dsp:cNvPr id="0" name=""/>
        <dsp:cNvSpPr/>
      </dsp:nvSpPr>
      <dsp:spPr>
        <a:xfrm>
          <a:off x="5257805" y="18"/>
          <a:ext cx="2071431" cy="1523962"/>
        </a:xfrm>
        <a:prstGeom prst="ellipse">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basic scheduling</a:t>
          </a:r>
        </a:p>
      </dsp:txBody>
      <dsp:txXfrm>
        <a:off x="5561159" y="223197"/>
        <a:ext cx="1464723" cy="10776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EC200-AA31-FF49-9439-3332FF002BCA}">
      <dsp:nvSpPr>
        <dsp:cNvPr id="0" name=""/>
        <dsp:cNvSpPr/>
      </dsp:nvSpPr>
      <dsp:spPr>
        <a:xfrm>
          <a:off x="670823" y="644"/>
          <a:ext cx="2603998" cy="1548110"/>
        </a:xfrm>
        <a:prstGeom prst="ellipse">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solidFill>
          <a:prstDash val="solid"/>
          <a:miter lim="800000"/>
        </a:ln>
        <a:effectLst/>
      </dsp:spPr>
      <dsp:style>
        <a:lnRef idx="1">
          <a:schemeClr val="accent5"/>
        </a:lnRef>
        <a:fillRef idx="3">
          <a:schemeClr val="accent5"/>
        </a:fillRef>
        <a:effectRef idx="2">
          <a:schemeClr val="accent5"/>
        </a:effectRef>
        <a:fontRef idx="minor">
          <a:schemeClr val="lt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t>simplifies implementation</a:t>
          </a:r>
        </a:p>
      </dsp:txBody>
      <dsp:txXfrm>
        <a:off x="1052170" y="227359"/>
        <a:ext cx="1841304" cy="1094680"/>
      </dsp:txXfrm>
    </dsp:sp>
    <dsp:sp modelId="{8F15053A-8F42-F340-900D-93E5ADC1CDED}">
      <dsp:nvSpPr>
        <dsp:cNvPr id="0" name=""/>
        <dsp:cNvSpPr/>
      </dsp:nvSpPr>
      <dsp:spPr>
        <a:xfrm>
          <a:off x="2965200" y="644"/>
          <a:ext cx="2603998" cy="1548110"/>
        </a:xfrm>
        <a:prstGeom prst="ellipse">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t>provides flexibility</a:t>
          </a:r>
        </a:p>
      </dsp:txBody>
      <dsp:txXfrm>
        <a:off x="3346547" y="227359"/>
        <a:ext cx="1841304" cy="1094680"/>
      </dsp:txXfrm>
    </dsp:sp>
    <dsp:sp modelId="{F7CF12E1-CFEB-A84D-AE77-A9FCC92CF154}">
      <dsp:nvSpPr>
        <dsp:cNvPr id="0" name=""/>
        <dsp:cNvSpPr/>
      </dsp:nvSpPr>
      <dsp:spPr>
        <a:xfrm>
          <a:off x="5259577" y="644"/>
          <a:ext cx="2603998" cy="1548110"/>
        </a:xfrm>
        <a:prstGeom prst="ellipse">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t>is well suited to a distributed environment</a:t>
          </a:r>
        </a:p>
      </dsp:txBody>
      <dsp:txXfrm>
        <a:off x="5640924" y="227359"/>
        <a:ext cx="1841304" cy="10946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4C4FB-FEAD-ED48-A0AE-2A84F6D6F3C5}">
      <dsp:nvSpPr>
        <dsp:cNvPr id="0" name=""/>
        <dsp:cNvSpPr/>
      </dsp:nvSpPr>
      <dsp:spPr>
        <a:xfrm>
          <a:off x="0" y="3023"/>
          <a:ext cx="7741376" cy="598308"/>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Microsoft YaHei UI" panose="020B0503020204020204" pitchFamily="34" charset="-122"/>
              <a:ea typeface="Microsoft YaHei UI" panose="020B0503020204020204" pitchFamily="34" charset="-122"/>
            </a:rPr>
            <a:t>Thread</a:t>
          </a:r>
        </a:p>
      </dsp:txBody>
      <dsp:txXfrm>
        <a:off x="29207" y="32230"/>
        <a:ext cx="7682962" cy="539894"/>
      </dsp:txXfrm>
    </dsp:sp>
    <dsp:sp modelId="{B4FD0212-1D78-CE47-83E2-150D9E986556}">
      <dsp:nvSpPr>
        <dsp:cNvPr id="0" name=""/>
        <dsp:cNvSpPr/>
      </dsp:nvSpPr>
      <dsp:spPr>
        <a:xfrm>
          <a:off x="0" y="601331"/>
          <a:ext cx="7741376" cy="1547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578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1" kern="1200" dirty="0">
              <a:latin typeface="Microsoft YaHei UI" panose="020B0503020204020204" pitchFamily="34" charset="-122"/>
              <a:ea typeface="Microsoft YaHei UI" panose="020B0503020204020204" pitchFamily="34" charset="-122"/>
            </a:rPr>
            <a:t>dispatchable unit </a:t>
          </a:r>
          <a:r>
            <a:rPr lang="en-US" sz="1800" kern="1200" dirty="0">
              <a:latin typeface="Microsoft YaHei UI" panose="020B0503020204020204" pitchFamily="34" charset="-122"/>
              <a:ea typeface="Microsoft YaHei UI" panose="020B0503020204020204" pitchFamily="34" charset="-122"/>
            </a:rPr>
            <a:t>of work</a:t>
          </a:r>
        </a:p>
        <a:p>
          <a:pPr marL="171450" lvl="1" indent="-171450" algn="l" defTabSz="800100">
            <a:lnSpc>
              <a:spcPct val="90000"/>
            </a:lnSpc>
            <a:spcBef>
              <a:spcPct val="0"/>
            </a:spcBef>
            <a:spcAft>
              <a:spcPct val="20000"/>
            </a:spcAft>
            <a:buChar char="•"/>
          </a:pPr>
          <a:r>
            <a:rPr lang="en-US" sz="1800" kern="1200" dirty="0">
              <a:latin typeface="Microsoft YaHei UI" panose="020B0503020204020204" pitchFamily="34" charset="-122"/>
              <a:ea typeface="Microsoft YaHei UI" panose="020B0503020204020204" pitchFamily="34" charset="-122"/>
            </a:rPr>
            <a:t>includes a </a:t>
          </a:r>
          <a:r>
            <a:rPr lang="en-US" sz="1800" b="1" kern="1200" dirty="0">
              <a:latin typeface="Microsoft YaHei UI" panose="020B0503020204020204" pitchFamily="34" charset="-122"/>
              <a:ea typeface="Microsoft YaHei UI" panose="020B0503020204020204" pitchFamily="34" charset="-122"/>
            </a:rPr>
            <a:t>processor context and its own data </a:t>
          </a:r>
          <a:r>
            <a:rPr lang="en-US" sz="1800" kern="1200" dirty="0">
              <a:latin typeface="Microsoft YaHei UI" panose="020B0503020204020204" pitchFamily="34" charset="-122"/>
              <a:ea typeface="Microsoft YaHei UI" panose="020B0503020204020204" pitchFamily="34" charset="-122"/>
            </a:rPr>
            <a:t>area to enable subroutine branching</a:t>
          </a:r>
        </a:p>
        <a:p>
          <a:pPr marL="171450" lvl="1" indent="-171450" algn="l" defTabSz="800100">
            <a:lnSpc>
              <a:spcPct val="90000"/>
            </a:lnSpc>
            <a:spcBef>
              <a:spcPct val="0"/>
            </a:spcBef>
            <a:spcAft>
              <a:spcPct val="20000"/>
            </a:spcAft>
            <a:buChar char="•"/>
          </a:pPr>
          <a:r>
            <a:rPr lang="en-US" sz="1800" kern="1200" dirty="0">
              <a:latin typeface="Microsoft YaHei UI" panose="020B0503020204020204" pitchFamily="34" charset="-122"/>
              <a:ea typeface="Microsoft YaHei UI" panose="020B0503020204020204" pitchFamily="34" charset="-122"/>
            </a:rPr>
            <a:t>executes </a:t>
          </a:r>
          <a:r>
            <a:rPr lang="en-US" sz="1800" b="1" kern="1200" dirty="0">
              <a:latin typeface="Microsoft YaHei UI" panose="020B0503020204020204" pitchFamily="34" charset="-122"/>
              <a:ea typeface="Microsoft YaHei UI" panose="020B0503020204020204" pitchFamily="34" charset="-122"/>
            </a:rPr>
            <a:t>sequentially</a:t>
          </a:r>
          <a:r>
            <a:rPr lang="en-US" sz="1800" kern="1200" dirty="0">
              <a:latin typeface="Microsoft YaHei UI" panose="020B0503020204020204" pitchFamily="34" charset="-122"/>
              <a:ea typeface="Microsoft YaHei UI" panose="020B0503020204020204" pitchFamily="34" charset="-122"/>
            </a:rPr>
            <a:t> and is </a:t>
          </a:r>
          <a:r>
            <a:rPr lang="en-US" sz="1800" b="1" kern="1200" dirty="0">
              <a:latin typeface="Microsoft YaHei UI" panose="020B0503020204020204" pitchFamily="34" charset="-122"/>
              <a:ea typeface="Microsoft YaHei UI" panose="020B0503020204020204" pitchFamily="34" charset="-122"/>
            </a:rPr>
            <a:t>interruptible</a:t>
          </a:r>
        </a:p>
      </dsp:txBody>
      <dsp:txXfrm>
        <a:off x="0" y="601331"/>
        <a:ext cx="7741376" cy="1547106"/>
      </dsp:txXfrm>
    </dsp:sp>
    <dsp:sp modelId="{A7FA07F0-CADB-7B40-BA4A-D97041E1B80A}">
      <dsp:nvSpPr>
        <dsp:cNvPr id="0" name=""/>
        <dsp:cNvSpPr/>
      </dsp:nvSpPr>
      <dsp:spPr>
        <a:xfrm>
          <a:off x="0" y="2148438"/>
          <a:ext cx="7741376" cy="598308"/>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Microsoft YaHei UI" panose="020B0503020204020204" pitchFamily="34" charset="-122"/>
              <a:ea typeface="Microsoft YaHei UI" panose="020B0503020204020204" pitchFamily="34" charset="-122"/>
            </a:rPr>
            <a:t>Process </a:t>
          </a:r>
        </a:p>
      </dsp:txBody>
      <dsp:txXfrm>
        <a:off x="29207" y="2177645"/>
        <a:ext cx="7682962" cy="539894"/>
      </dsp:txXfrm>
    </dsp:sp>
    <dsp:sp modelId="{364D31BB-83A3-C745-980D-1D6C1545B46C}">
      <dsp:nvSpPr>
        <dsp:cNvPr id="0" name=""/>
        <dsp:cNvSpPr/>
      </dsp:nvSpPr>
      <dsp:spPr>
        <a:xfrm>
          <a:off x="0" y="2746747"/>
          <a:ext cx="7741376" cy="1465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578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latin typeface="Microsoft YaHei UI" panose="020B0503020204020204" pitchFamily="34" charset="-122"/>
              <a:ea typeface="Microsoft YaHei UI" panose="020B0503020204020204" pitchFamily="34" charset="-122"/>
            </a:rPr>
            <a:t>a collection of </a:t>
          </a:r>
          <a:r>
            <a:rPr lang="en-US" sz="1800" b="1" kern="1200" dirty="0">
              <a:latin typeface="Microsoft YaHei UI" panose="020B0503020204020204" pitchFamily="34" charset="-122"/>
              <a:ea typeface="Microsoft YaHei UI" panose="020B0503020204020204" pitchFamily="34" charset="-122"/>
            </a:rPr>
            <a:t>one or more threads </a:t>
          </a:r>
          <a:r>
            <a:rPr lang="en-US" sz="1800" kern="1200" dirty="0">
              <a:latin typeface="Microsoft YaHei UI" panose="020B0503020204020204" pitchFamily="34" charset="-122"/>
              <a:ea typeface="Microsoft YaHei UI" panose="020B0503020204020204" pitchFamily="34" charset="-122"/>
            </a:rPr>
            <a:t>and associated </a:t>
          </a:r>
          <a:r>
            <a:rPr lang="en-US" sz="1800" b="1" kern="1200" dirty="0">
              <a:latin typeface="Microsoft YaHei UI" panose="020B0503020204020204" pitchFamily="34" charset="-122"/>
              <a:ea typeface="Microsoft YaHei UI" panose="020B0503020204020204" pitchFamily="34" charset="-122"/>
            </a:rPr>
            <a:t>system resources</a:t>
          </a:r>
        </a:p>
        <a:p>
          <a:pPr marL="171450" lvl="1" indent="-171450" algn="l" defTabSz="800100">
            <a:lnSpc>
              <a:spcPct val="90000"/>
            </a:lnSpc>
            <a:spcBef>
              <a:spcPct val="0"/>
            </a:spcBef>
            <a:spcAft>
              <a:spcPct val="20000"/>
            </a:spcAft>
            <a:buChar char="•"/>
          </a:pPr>
          <a:r>
            <a:rPr lang="en-US" sz="1800" kern="1200" dirty="0">
              <a:latin typeface="Microsoft YaHei UI" panose="020B0503020204020204" pitchFamily="34" charset="-122"/>
              <a:ea typeface="Microsoft YaHei UI" panose="020B0503020204020204" pitchFamily="34" charset="-122"/>
            </a:rPr>
            <a:t>programmer has greater control over the </a:t>
          </a:r>
          <a:r>
            <a:rPr lang="en-US" sz="1800" b="1" kern="1200" dirty="0">
              <a:latin typeface="Microsoft YaHei UI" panose="020B0503020204020204" pitchFamily="34" charset="-122"/>
              <a:ea typeface="Microsoft YaHei UI" panose="020B0503020204020204" pitchFamily="34" charset="-122"/>
            </a:rPr>
            <a:t>modularity</a:t>
          </a:r>
          <a:r>
            <a:rPr lang="en-US" sz="1800" kern="1200" dirty="0">
              <a:latin typeface="Microsoft YaHei UI" panose="020B0503020204020204" pitchFamily="34" charset="-122"/>
              <a:ea typeface="Microsoft YaHei UI" panose="020B0503020204020204" pitchFamily="34" charset="-122"/>
            </a:rPr>
            <a:t> of the application and the </a:t>
          </a:r>
          <a:r>
            <a:rPr lang="en-US" sz="1800" b="1" kern="1200" dirty="0">
              <a:latin typeface="Microsoft YaHei UI" panose="020B0503020204020204" pitchFamily="34" charset="-122"/>
              <a:ea typeface="Microsoft YaHei UI" panose="020B0503020204020204" pitchFamily="34" charset="-122"/>
            </a:rPr>
            <a:t>timing of application related events</a:t>
          </a:r>
        </a:p>
      </dsp:txBody>
      <dsp:txXfrm>
        <a:off x="0" y="2746747"/>
        <a:ext cx="7741376" cy="14656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1816B-4E7E-2E48-8BDA-C4A334EFB13D}">
      <dsp:nvSpPr>
        <dsp:cNvPr id="0" name=""/>
        <dsp:cNvSpPr/>
      </dsp:nvSpPr>
      <dsp:spPr>
        <a:xfrm>
          <a:off x="475096" y="3179"/>
          <a:ext cx="2453077" cy="981230"/>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3335" rIns="0" bIns="13335" numCol="1" spcCol="1270" anchor="ctr" anchorCtr="0">
          <a:noAutofit/>
        </a:bodyPr>
        <a:lstStyle/>
        <a:p>
          <a:pPr marL="0" lvl="0" indent="0" algn="ctr" defTabSz="933450" rtl="0">
            <a:lnSpc>
              <a:spcPct val="90000"/>
            </a:lnSpc>
            <a:spcBef>
              <a:spcPct val="0"/>
            </a:spcBef>
            <a:spcAft>
              <a:spcPct val="35000"/>
            </a:spcAft>
            <a:buNone/>
          </a:pPr>
          <a:r>
            <a:rPr lang="en-US" sz="2100" b="1" kern="1200" dirty="0">
              <a:solidFill>
                <a:schemeClr val="bg1"/>
              </a:solidFill>
            </a:rPr>
            <a:t>Performance</a:t>
          </a:r>
        </a:p>
      </dsp:txBody>
      <dsp:txXfrm>
        <a:off x="965711" y="3179"/>
        <a:ext cx="1471847" cy="981230"/>
      </dsp:txXfrm>
    </dsp:sp>
    <dsp:sp modelId="{D1409364-D0A8-404B-A03C-74C180546E0E}">
      <dsp:nvSpPr>
        <dsp:cNvPr id="0" name=""/>
        <dsp:cNvSpPr/>
      </dsp:nvSpPr>
      <dsp:spPr>
        <a:xfrm>
          <a:off x="2609273" y="86584"/>
          <a:ext cx="4412129" cy="814421"/>
        </a:xfrm>
        <a:prstGeom prst="chevron">
          <a:avLst/>
        </a:prstGeom>
        <a:solidFill>
          <a:schemeClr val="accent6"/>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bg1"/>
              </a:solidFill>
            </a:rPr>
            <a:t>more than one process can be running simultaneously, each on a different processor</a:t>
          </a:r>
        </a:p>
      </dsp:txBody>
      <dsp:txXfrm>
        <a:off x="3016484" y="86584"/>
        <a:ext cx="3597708" cy="814421"/>
      </dsp:txXfrm>
    </dsp:sp>
    <dsp:sp modelId="{6EE4EF73-36EE-7D42-A45F-E6E41F881006}">
      <dsp:nvSpPr>
        <dsp:cNvPr id="0" name=""/>
        <dsp:cNvSpPr/>
      </dsp:nvSpPr>
      <dsp:spPr>
        <a:xfrm>
          <a:off x="475096" y="1121782"/>
          <a:ext cx="2453077" cy="981230"/>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3335" rIns="0" bIns="13335" numCol="1" spcCol="1270" anchor="ctr" anchorCtr="0">
          <a:noAutofit/>
        </a:bodyPr>
        <a:lstStyle/>
        <a:p>
          <a:pPr marL="0" lvl="0" indent="0" algn="ctr" defTabSz="933450" rtl="0">
            <a:lnSpc>
              <a:spcPct val="90000"/>
            </a:lnSpc>
            <a:spcBef>
              <a:spcPct val="0"/>
            </a:spcBef>
            <a:spcAft>
              <a:spcPct val="35000"/>
            </a:spcAft>
            <a:buNone/>
          </a:pPr>
          <a:r>
            <a:rPr lang="en-US" sz="2100" b="1" kern="1200" dirty="0">
              <a:solidFill>
                <a:schemeClr val="bg1"/>
              </a:solidFill>
            </a:rPr>
            <a:t>Availability</a:t>
          </a:r>
        </a:p>
      </dsp:txBody>
      <dsp:txXfrm>
        <a:off x="965711" y="1121782"/>
        <a:ext cx="1471847" cy="981230"/>
      </dsp:txXfrm>
    </dsp:sp>
    <dsp:sp modelId="{65CA66AD-A686-A64E-B74D-33DC4C582B00}">
      <dsp:nvSpPr>
        <dsp:cNvPr id="0" name=""/>
        <dsp:cNvSpPr/>
      </dsp:nvSpPr>
      <dsp:spPr>
        <a:xfrm>
          <a:off x="2609273" y="1205187"/>
          <a:ext cx="4259893" cy="814421"/>
        </a:xfrm>
        <a:prstGeom prst="chevron">
          <a:avLst/>
        </a:prstGeom>
        <a:solidFill>
          <a:schemeClr val="accent6"/>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bg1"/>
              </a:solidFill>
            </a:rPr>
            <a:t>failure of a single process does not halt the system</a:t>
          </a:r>
        </a:p>
      </dsp:txBody>
      <dsp:txXfrm>
        <a:off x="3016484" y="1205187"/>
        <a:ext cx="3445472" cy="814421"/>
      </dsp:txXfrm>
    </dsp:sp>
    <dsp:sp modelId="{8F9EA938-DC97-864B-99D0-4FC17442E668}">
      <dsp:nvSpPr>
        <dsp:cNvPr id="0" name=""/>
        <dsp:cNvSpPr/>
      </dsp:nvSpPr>
      <dsp:spPr>
        <a:xfrm>
          <a:off x="475096" y="2240386"/>
          <a:ext cx="2453077" cy="981230"/>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3335" rIns="0" bIns="13335" numCol="1" spcCol="1270" anchor="ctr" anchorCtr="0">
          <a:noAutofit/>
        </a:bodyPr>
        <a:lstStyle/>
        <a:p>
          <a:pPr marL="0" lvl="0" indent="0" algn="ctr" defTabSz="933450" rtl="0">
            <a:lnSpc>
              <a:spcPct val="90000"/>
            </a:lnSpc>
            <a:spcBef>
              <a:spcPct val="0"/>
            </a:spcBef>
            <a:spcAft>
              <a:spcPct val="35000"/>
            </a:spcAft>
            <a:buNone/>
          </a:pPr>
          <a:r>
            <a:rPr lang="en-US" sz="2100" b="1" kern="1200" dirty="0">
              <a:solidFill>
                <a:schemeClr val="bg1"/>
              </a:solidFill>
            </a:rPr>
            <a:t>Incremental Growth</a:t>
          </a:r>
        </a:p>
      </dsp:txBody>
      <dsp:txXfrm>
        <a:off x="965711" y="2240386"/>
        <a:ext cx="1471847" cy="981230"/>
      </dsp:txXfrm>
    </dsp:sp>
    <dsp:sp modelId="{8F69CEFB-EA93-B34B-B0E2-B6DC3736F014}">
      <dsp:nvSpPr>
        <dsp:cNvPr id="0" name=""/>
        <dsp:cNvSpPr/>
      </dsp:nvSpPr>
      <dsp:spPr>
        <a:xfrm>
          <a:off x="2609273" y="2323790"/>
          <a:ext cx="4047858" cy="814421"/>
        </a:xfrm>
        <a:prstGeom prst="chevron">
          <a:avLst/>
        </a:prstGeom>
        <a:solidFill>
          <a:schemeClr val="accent6"/>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bg1"/>
              </a:solidFill>
            </a:rPr>
            <a:t>performance of a system can be enhanced by adding an additional processor</a:t>
          </a:r>
        </a:p>
      </dsp:txBody>
      <dsp:txXfrm>
        <a:off x="3016484" y="2323790"/>
        <a:ext cx="3233437" cy="814421"/>
      </dsp:txXfrm>
    </dsp:sp>
    <dsp:sp modelId="{875511A4-5AA0-AD4B-9347-384E886407FB}">
      <dsp:nvSpPr>
        <dsp:cNvPr id="0" name=""/>
        <dsp:cNvSpPr/>
      </dsp:nvSpPr>
      <dsp:spPr>
        <a:xfrm>
          <a:off x="475096" y="3358989"/>
          <a:ext cx="2453077" cy="981230"/>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3335" rIns="0" bIns="13335" numCol="1" spcCol="1270" anchor="ctr" anchorCtr="0">
          <a:noAutofit/>
        </a:bodyPr>
        <a:lstStyle/>
        <a:p>
          <a:pPr marL="0" lvl="0" indent="0" algn="ctr" defTabSz="933450" rtl="0">
            <a:lnSpc>
              <a:spcPct val="90000"/>
            </a:lnSpc>
            <a:spcBef>
              <a:spcPct val="0"/>
            </a:spcBef>
            <a:spcAft>
              <a:spcPct val="35000"/>
            </a:spcAft>
            <a:buNone/>
          </a:pPr>
          <a:r>
            <a:rPr lang="en-US" sz="2100" b="1" kern="1200" dirty="0">
              <a:solidFill>
                <a:schemeClr val="bg1"/>
              </a:solidFill>
            </a:rPr>
            <a:t>Scaling</a:t>
          </a:r>
        </a:p>
      </dsp:txBody>
      <dsp:txXfrm>
        <a:off x="965711" y="3358989"/>
        <a:ext cx="1471847" cy="981230"/>
      </dsp:txXfrm>
    </dsp:sp>
    <dsp:sp modelId="{C6ADD55F-E00F-2644-A5F1-6B69A1D16E1D}">
      <dsp:nvSpPr>
        <dsp:cNvPr id="0" name=""/>
        <dsp:cNvSpPr/>
      </dsp:nvSpPr>
      <dsp:spPr>
        <a:xfrm>
          <a:off x="2609273" y="3442393"/>
          <a:ext cx="4504606" cy="814421"/>
        </a:xfrm>
        <a:prstGeom prst="chevron">
          <a:avLst/>
        </a:prstGeom>
        <a:solidFill>
          <a:schemeClr val="accent6"/>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bg1"/>
              </a:solidFill>
            </a:rPr>
            <a:t>vendors can offer a range of products based on the number of processors configured in the system </a:t>
          </a:r>
        </a:p>
      </dsp:txBody>
      <dsp:txXfrm>
        <a:off x="3016484" y="3442393"/>
        <a:ext cx="3690185" cy="81442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BB033-098B-874D-86E2-F7E6A1FCCA9C}">
      <dsp:nvSpPr>
        <dsp:cNvPr id="0" name=""/>
        <dsp:cNvSpPr/>
      </dsp:nvSpPr>
      <dsp:spPr>
        <a:xfrm>
          <a:off x="0" y="457888"/>
          <a:ext cx="1522556" cy="8952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Simultaneous concurrent processes or threads</a:t>
          </a:r>
          <a:endParaRPr lang="en-US" sz="1600" kern="1200" dirty="0"/>
        </a:p>
      </dsp:txBody>
      <dsp:txXfrm>
        <a:off x="26222" y="484110"/>
        <a:ext cx="1470112" cy="842844"/>
      </dsp:txXfrm>
    </dsp:sp>
    <dsp:sp modelId="{E3ED8868-6417-A346-9D8B-83023FB15D3C}">
      <dsp:nvSpPr>
        <dsp:cNvPr id="0" name=""/>
        <dsp:cNvSpPr/>
      </dsp:nvSpPr>
      <dsp:spPr>
        <a:xfrm>
          <a:off x="152255" y="1353177"/>
          <a:ext cx="157346" cy="1118198"/>
        </a:xfrm>
        <a:custGeom>
          <a:avLst/>
          <a:gdLst/>
          <a:ahLst/>
          <a:cxnLst/>
          <a:rect l="0" t="0" r="0" b="0"/>
          <a:pathLst>
            <a:path>
              <a:moveTo>
                <a:pt x="0" y="0"/>
              </a:moveTo>
              <a:lnTo>
                <a:pt x="0" y="1118198"/>
              </a:lnTo>
              <a:lnTo>
                <a:pt x="157346" y="1118198"/>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26FC7CB-FC61-E246-8BE5-826CA9D5A0A9}">
      <dsp:nvSpPr>
        <dsp:cNvPr id="0" name=""/>
        <dsp:cNvSpPr/>
      </dsp:nvSpPr>
      <dsp:spPr>
        <a:xfrm>
          <a:off x="309601" y="1429793"/>
          <a:ext cx="1450453" cy="208316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allow several processors to execute the same kernel code </a:t>
          </a:r>
          <a:r>
            <a:rPr lang="en-US" sz="1600" b="1" kern="1200" dirty="0"/>
            <a:t>simultaneously</a:t>
          </a:r>
        </a:p>
      </dsp:txBody>
      <dsp:txXfrm>
        <a:off x="352083" y="1472275"/>
        <a:ext cx="1365489" cy="1998200"/>
      </dsp:txXfrm>
    </dsp:sp>
    <dsp:sp modelId="{928E9B85-F95F-0A4D-B01A-FAA0C04D08A8}">
      <dsp:nvSpPr>
        <dsp:cNvPr id="0" name=""/>
        <dsp:cNvSpPr/>
      </dsp:nvSpPr>
      <dsp:spPr>
        <a:xfrm>
          <a:off x="1748279" y="430846"/>
          <a:ext cx="1095466" cy="41463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Scheduling</a:t>
          </a:r>
          <a:endParaRPr lang="en-US" sz="1600" kern="1200" dirty="0"/>
        </a:p>
      </dsp:txBody>
      <dsp:txXfrm>
        <a:off x="1760423" y="442990"/>
        <a:ext cx="1071178" cy="390347"/>
      </dsp:txXfrm>
    </dsp:sp>
    <dsp:sp modelId="{56A42574-112F-F040-A0EA-3834A89B47EC}">
      <dsp:nvSpPr>
        <dsp:cNvPr id="0" name=""/>
        <dsp:cNvSpPr/>
      </dsp:nvSpPr>
      <dsp:spPr>
        <a:xfrm>
          <a:off x="1857826" y="845481"/>
          <a:ext cx="109546" cy="1230653"/>
        </a:xfrm>
        <a:custGeom>
          <a:avLst/>
          <a:gdLst/>
          <a:ahLst/>
          <a:cxnLst/>
          <a:rect l="0" t="0" r="0" b="0"/>
          <a:pathLst>
            <a:path>
              <a:moveTo>
                <a:pt x="0" y="0"/>
              </a:moveTo>
              <a:lnTo>
                <a:pt x="0" y="1230653"/>
              </a:lnTo>
              <a:lnTo>
                <a:pt x="109546" y="1230653"/>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7927819-7273-1D4F-8666-58E261183BF4}">
      <dsp:nvSpPr>
        <dsp:cNvPr id="0" name=""/>
        <dsp:cNvSpPr/>
      </dsp:nvSpPr>
      <dsp:spPr>
        <a:xfrm>
          <a:off x="1967373" y="949140"/>
          <a:ext cx="1301954" cy="225398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any processor may perform scheduling,</a:t>
          </a:r>
        </a:p>
      </dsp:txBody>
      <dsp:txXfrm>
        <a:off x="2005506" y="987273"/>
        <a:ext cx="1225688" cy="2177723"/>
      </dsp:txXfrm>
    </dsp:sp>
    <dsp:sp modelId="{7D87930C-06A0-324F-A5FB-AE995B6F9475}">
      <dsp:nvSpPr>
        <dsp:cNvPr id="0" name=""/>
        <dsp:cNvSpPr/>
      </dsp:nvSpPr>
      <dsp:spPr>
        <a:xfrm>
          <a:off x="3476645" y="430846"/>
          <a:ext cx="1564103" cy="55490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Synchronization</a:t>
          </a:r>
          <a:endParaRPr lang="en-US" sz="1600" kern="1200" dirty="0"/>
        </a:p>
      </dsp:txBody>
      <dsp:txXfrm>
        <a:off x="3492898" y="447099"/>
        <a:ext cx="1531597" cy="522400"/>
      </dsp:txXfrm>
    </dsp:sp>
    <dsp:sp modelId="{CA7A6154-558A-3E4E-B569-99648CCD0383}">
      <dsp:nvSpPr>
        <dsp:cNvPr id="0" name=""/>
        <dsp:cNvSpPr/>
      </dsp:nvSpPr>
      <dsp:spPr>
        <a:xfrm>
          <a:off x="3633055" y="985752"/>
          <a:ext cx="156410" cy="1267008"/>
        </a:xfrm>
        <a:custGeom>
          <a:avLst/>
          <a:gdLst/>
          <a:ahLst/>
          <a:cxnLst/>
          <a:rect l="0" t="0" r="0" b="0"/>
          <a:pathLst>
            <a:path>
              <a:moveTo>
                <a:pt x="0" y="0"/>
              </a:moveTo>
              <a:lnTo>
                <a:pt x="0" y="1267008"/>
              </a:lnTo>
              <a:lnTo>
                <a:pt x="156410" y="1267008"/>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8F41A71-083D-3540-B421-42793CF68D4D}">
      <dsp:nvSpPr>
        <dsp:cNvPr id="0" name=""/>
        <dsp:cNvSpPr/>
      </dsp:nvSpPr>
      <dsp:spPr>
        <a:xfrm>
          <a:off x="3789465" y="1089411"/>
          <a:ext cx="1590500" cy="23267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with multiple active processes having potential access </a:t>
          </a:r>
          <a:r>
            <a:rPr lang="en-US" sz="1600" b="1" kern="1200" dirty="0"/>
            <a:t>to shared address spaces or shared I/O </a:t>
          </a:r>
          <a:r>
            <a:rPr lang="en-US" sz="1600" kern="1200" dirty="0"/>
            <a:t>resources, care must be taken to provide effective synchronization</a:t>
          </a:r>
        </a:p>
      </dsp:txBody>
      <dsp:txXfrm>
        <a:off x="3836049" y="1135995"/>
        <a:ext cx="1497332" cy="2233532"/>
      </dsp:txXfrm>
    </dsp:sp>
    <dsp:sp modelId="{F3501B9F-2370-6940-A77C-F30D50C22A16}">
      <dsp:nvSpPr>
        <dsp:cNvPr id="0" name=""/>
        <dsp:cNvSpPr/>
      </dsp:nvSpPr>
      <dsp:spPr>
        <a:xfrm>
          <a:off x="5298790" y="430846"/>
          <a:ext cx="1442465" cy="55032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Memory management</a:t>
          </a:r>
          <a:endParaRPr lang="en-US" sz="1600" kern="1200" dirty="0"/>
        </a:p>
      </dsp:txBody>
      <dsp:txXfrm>
        <a:off x="5314909" y="446965"/>
        <a:ext cx="1410227" cy="518090"/>
      </dsp:txXfrm>
    </dsp:sp>
    <dsp:sp modelId="{AD04DFED-755B-6749-8AC3-4C207875CB01}">
      <dsp:nvSpPr>
        <dsp:cNvPr id="0" name=""/>
        <dsp:cNvSpPr/>
      </dsp:nvSpPr>
      <dsp:spPr>
        <a:xfrm>
          <a:off x="5443037" y="981174"/>
          <a:ext cx="144246" cy="824023"/>
        </a:xfrm>
        <a:custGeom>
          <a:avLst/>
          <a:gdLst/>
          <a:ahLst/>
          <a:cxnLst/>
          <a:rect l="0" t="0" r="0" b="0"/>
          <a:pathLst>
            <a:path>
              <a:moveTo>
                <a:pt x="0" y="0"/>
              </a:moveTo>
              <a:lnTo>
                <a:pt x="0" y="824023"/>
              </a:lnTo>
              <a:lnTo>
                <a:pt x="144246" y="824023"/>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5F242F4-2600-5940-A614-2DA85E5F1AAD}">
      <dsp:nvSpPr>
        <dsp:cNvPr id="0" name=""/>
        <dsp:cNvSpPr/>
      </dsp:nvSpPr>
      <dsp:spPr>
        <a:xfrm>
          <a:off x="5587283" y="1084833"/>
          <a:ext cx="1151531" cy="1440728"/>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the reuse of physical pages is the biggest problem of concern</a:t>
          </a:r>
        </a:p>
      </dsp:txBody>
      <dsp:txXfrm>
        <a:off x="5621010" y="1118560"/>
        <a:ext cx="1084077" cy="1373274"/>
      </dsp:txXfrm>
    </dsp:sp>
    <dsp:sp modelId="{C49E4D76-4FDD-B444-9BBB-C61EA22E2950}">
      <dsp:nvSpPr>
        <dsp:cNvPr id="0" name=""/>
        <dsp:cNvSpPr/>
      </dsp:nvSpPr>
      <dsp:spPr>
        <a:xfrm>
          <a:off x="6948574" y="430846"/>
          <a:ext cx="1159187" cy="810843"/>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Reliability and fault tolerance</a:t>
          </a:r>
          <a:endParaRPr lang="en-US" sz="1600" kern="1200" dirty="0"/>
        </a:p>
      </dsp:txBody>
      <dsp:txXfrm>
        <a:off x="6972323" y="454595"/>
        <a:ext cx="1111689" cy="763345"/>
      </dsp:txXfrm>
    </dsp:sp>
    <dsp:sp modelId="{761D829C-1A3D-A544-9740-C515EBF69C9C}">
      <dsp:nvSpPr>
        <dsp:cNvPr id="0" name=""/>
        <dsp:cNvSpPr/>
      </dsp:nvSpPr>
      <dsp:spPr>
        <a:xfrm>
          <a:off x="6934171" y="1241690"/>
          <a:ext cx="130321" cy="1197437"/>
        </a:xfrm>
        <a:custGeom>
          <a:avLst/>
          <a:gdLst/>
          <a:ahLst/>
          <a:cxnLst/>
          <a:rect l="0" t="0" r="0" b="0"/>
          <a:pathLst>
            <a:path>
              <a:moveTo>
                <a:pt x="130321" y="0"/>
              </a:moveTo>
              <a:lnTo>
                <a:pt x="0" y="1197437"/>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68B9DD7-46CF-5944-85DC-F784C37E24D7}">
      <dsp:nvSpPr>
        <dsp:cNvPr id="0" name=""/>
        <dsp:cNvSpPr/>
      </dsp:nvSpPr>
      <dsp:spPr>
        <a:xfrm>
          <a:off x="6934171" y="1543432"/>
          <a:ext cx="1348897" cy="179138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the OS should provide graceful degradation in the face of processor failure</a:t>
          </a:r>
        </a:p>
      </dsp:txBody>
      <dsp:txXfrm>
        <a:off x="6973679" y="1582940"/>
        <a:ext cx="1269881" cy="171237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7DFC4-F116-384B-8311-1DA47811EBA8}">
      <dsp:nvSpPr>
        <dsp:cNvPr id="0" name=""/>
        <dsp:cNvSpPr/>
      </dsp:nvSpPr>
      <dsp:spPr>
        <a:xfrm>
          <a:off x="615494" y="0"/>
          <a:ext cx="4064000" cy="4064000"/>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8D6FE2A-06A0-8946-BE62-371410770D3A}">
      <dsp:nvSpPr>
        <dsp:cNvPr id="0" name=""/>
        <dsp:cNvSpPr/>
      </dsp:nvSpPr>
      <dsp:spPr>
        <a:xfrm>
          <a:off x="2456084" y="408582"/>
          <a:ext cx="3024420" cy="962025"/>
        </a:xfrm>
        <a:prstGeom prst="round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hardware parallelism within each core processor, known as </a:t>
          </a:r>
          <a:r>
            <a:rPr lang="en-US" sz="1600" kern="1200" dirty="0">
              <a:solidFill>
                <a:srgbClr val="FF0000"/>
              </a:solidFill>
            </a:rPr>
            <a:t>instruction level parallelism</a:t>
          </a:r>
        </a:p>
      </dsp:txBody>
      <dsp:txXfrm>
        <a:off x="2503046" y="455544"/>
        <a:ext cx="2930496" cy="868101"/>
      </dsp:txXfrm>
    </dsp:sp>
    <dsp:sp modelId="{8F1D499D-8424-A849-9418-80D6BBCB722D}">
      <dsp:nvSpPr>
        <dsp:cNvPr id="0" name=""/>
        <dsp:cNvSpPr/>
      </dsp:nvSpPr>
      <dsp:spPr>
        <a:xfrm>
          <a:off x="2456084" y="1490860"/>
          <a:ext cx="3024420" cy="962025"/>
        </a:xfrm>
        <a:prstGeom prst="round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potential for </a:t>
          </a:r>
          <a:r>
            <a:rPr lang="en-US" sz="1600" kern="1200" dirty="0">
              <a:solidFill>
                <a:srgbClr val="FF0000"/>
              </a:solidFill>
            </a:rPr>
            <a:t>multiprogramming and multithreaded execution </a:t>
          </a:r>
          <a:r>
            <a:rPr lang="en-US" sz="1600" kern="1200" dirty="0"/>
            <a:t>within each processor</a:t>
          </a:r>
        </a:p>
      </dsp:txBody>
      <dsp:txXfrm>
        <a:off x="2503046" y="1537822"/>
        <a:ext cx="2930496" cy="868101"/>
      </dsp:txXfrm>
    </dsp:sp>
    <dsp:sp modelId="{59D77581-3DD3-234B-9639-73587DAE796F}">
      <dsp:nvSpPr>
        <dsp:cNvPr id="0" name=""/>
        <dsp:cNvSpPr/>
      </dsp:nvSpPr>
      <dsp:spPr>
        <a:xfrm>
          <a:off x="2456084" y="2573139"/>
          <a:ext cx="3024420" cy="962025"/>
        </a:xfrm>
        <a:prstGeom prst="round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potential for a single application to execute in concurrent                   processes or threads </a:t>
          </a:r>
          <a:r>
            <a:rPr lang="en-US" sz="1600" kern="1200" dirty="0">
              <a:solidFill>
                <a:srgbClr val="FF0000"/>
              </a:solidFill>
            </a:rPr>
            <a:t>across multiple cores</a:t>
          </a:r>
        </a:p>
      </dsp:txBody>
      <dsp:txXfrm>
        <a:off x="2503046" y="2620101"/>
        <a:ext cx="2930496" cy="86810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CBC03-7B76-DD48-803C-C7963A0171D5}">
      <dsp:nvSpPr>
        <dsp:cNvPr id="0" name=""/>
        <dsp:cNvSpPr/>
      </dsp:nvSpPr>
      <dsp:spPr>
        <a:xfrm>
          <a:off x="0" y="108590"/>
          <a:ext cx="7886700" cy="8064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Grand Central Dispatch (GCD)</a:t>
          </a:r>
        </a:p>
      </dsp:txBody>
      <dsp:txXfrm>
        <a:off x="0" y="108590"/>
        <a:ext cx="7886700" cy="806400"/>
      </dsp:txXfrm>
    </dsp:sp>
    <dsp:sp modelId="{C4E7449B-DB6D-5C4E-8BE9-0CBFAC0E778B}">
      <dsp:nvSpPr>
        <dsp:cNvPr id="0" name=""/>
        <dsp:cNvSpPr/>
      </dsp:nvSpPr>
      <dsp:spPr>
        <a:xfrm>
          <a:off x="0" y="914990"/>
          <a:ext cx="7886700" cy="207521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t>implemented in Mac Os X 10.6</a:t>
          </a:r>
          <a:r>
            <a:rPr lang="en-US" altLang="zh-CN" sz="2800" kern="1200" dirty="0"/>
            <a:t>/iOS</a:t>
          </a:r>
          <a:endParaRPr lang="en-US" sz="2800" kern="1200" dirty="0"/>
        </a:p>
        <a:p>
          <a:pPr marL="285750" lvl="1" indent="-285750" algn="l" defTabSz="1244600">
            <a:lnSpc>
              <a:spcPct val="90000"/>
            </a:lnSpc>
            <a:spcBef>
              <a:spcPct val="0"/>
            </a:spcBef>
            <a:spcAft>
              <a:spcPct val="15000"/>
            </a:spcAft>
            <a:buChar char="•"/>
          </a:pPr>
          <a:r>
            <a:rPr lang="en-US" sz="2800" kern="1200" dirty="0"/>
            <a:t>helps a developer once something has been identified that can be split off into a separate task</a:t>
          </a:r>
        </a:p>
        <a:p>
          <a:pPr marL="285750" lvl="1" indent="-285750" algn="l" defTabSz="1244600">
            <a:lnSpc>
              <a:spcPct val="90000"/>
            </a:lnSpc>
            <a:spcBef>
              <a:spcPct val="0"/>
            </a:spcBef>
            <a:spcAft>
              <a:spcPct val="15000"/>
            </a:spcAft>
            <a:buChar char="•"/>
          </a:pPr>
          <a:r>
            <a:rPr lang="en-US" sz="2800" b="1" kern="1200" dirty="0">
              <a:solidFill>
                <a:srgbClr val="FF0000"/>
              </a:solidFill>
            </a:rPr>
            <a:t>thread pool </a:t>
          </a:r>
          <a:r>
            <a:rPr lang="en-US" sz="2800" kern="1200" dirty="0"/>
            <a:t>mechanism</a:t>
          </a:r>
        </a:p>
      </dsp:txBody>
      <dsp:txXfrm>
        <a:off x="0" y="914990"/>
        <a:ext cx="7886700" cy="207521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E8CF7-100B-4733-9746-068728EE835B}" type="datetimeFigureOut">
              <a:rPr lang="zh-CN" altLang="en-US" smtClean="0"/>
              <a:t>2026/3/4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339756-F64D-457F-B0A2-F982ECCC3B0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8339756-F64D-457F-B0A2-F982ECCC3B09}" type="slidenum">
              <a:rPr lang="zh-CN" altLang="en-US" smtClean="0"/>
              <a:t>1</a:t>
            </a:fld>
            <a:endParaRPr lang="zh-CN" altLang="en-US"/>
          </a:p>
        </p:txBody>
      </p:sp>
    </p:spTree>
    <p:extLst>
      <p:ext uri="{BB962C8B-B14F-4D97-AF65-F5344CB8AC3E}">
        <p14:creationId xmlns:p14="http://schemas.microsoft.com/office/powerpoint/2010/main" val="2716016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a:t>
            </a:fld>
            <a:endParaRPr lang="zh-CN" altLang="en-US"/>
          </a:p>
        </p:txBody>
      </p:sp>
    </p:spTree>
    <p:extLst>
      <p:ext uri="{BB962C8B-B14F-4D97-AF65-F5344CB8AC3E}">
        <p14:creationId xmlns:p14="http://schemas.microsoft.com/office/powerpoint/2010/main" val="3407434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操作系统是控制应用程序执行的程序，充当应用程序和计算机硬件之间的接口。它可以被视为具有三个目标：</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便利性：操作系统使计算机使用起来更方便。</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效率：操作系统允许以高效的方式使用计算机系统资源 方式。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进化能力：操作系统的构建方式应允许 有效开发、测试和引入新的系统功能，而无需 干扰服务。</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6</a:t>
            </a:fld>
            <a:endParaRPr lang="zh-CN" altLang="en-US"/>
          </a:p>
        </p:txBody>
      </p:sp>
    </p:spTree>
    <p:extLst>
      <p:ext uri="{BB962C8B-B14F-4D97-AF65-F5344CB8AC3E}">
        <p14:creationId xmlns:p14="http://schemas.microsoft.com/office/powerpoint/2010/main" val="3953183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作为用户</a:t>
            </a:r>
            <a:r>
              <a:rPr lang="en-US" altLang="zh-CN" b="1" dirty="0"/>
              <a:t>/</a:t>
            </a:r>
            <a:r>
              <a:rPr lang="zh-CN" altLang="en-US" b="1" dirty="0"/>
              <a:t>计算机接口的操作系统</a:t>
            </a:r>
            <a:r>
              <a:rPr lang="zh-CN" altLang="en-US" dirty="0"/>
              <a:t>
用于向用户提供应用程序的硬件和软件可以分层或分层方式查看，如图 </a:t>
            </a:r>
            <a:r>
              <a:rPr lang="en-US" altLang="zh-CN" dirty="0"/>
              <a:t>2.1 </a:t>
            </a:r>
            <a:r>
              <a:rPr lang="zh-CN" altLang="en-US" dirty="0"/>
              <a:t>所示。这些应用程序的用户（最终用户）通常不关心计算机硬件的细节。因此，最终用户从一组应用程序的角度来看待计算机系统。应用程序可以用编程语言表示，并由应用程序程序员开发。如果将应用程序开发为一组完全负责控制计算机硬件的机器指令，那么将面临极其复杂的任务。为了减轻这项繁琐的工作，提供了一组系统程序。其中一些程序称为实用程序或库程序。这些 </a:t>
            </a:r>
            <a:r>
              <a:rPr lang="en-US" altLang="zh-CN" dirty="0" err="1"/>
              <a:t>Fillion</a:t>
            </a:r>
            <a:r>
              <a:rPr lang="en-US" altLang="zh-CN" dirty="0"/>
              <a:t> </a:t>
            </a:r>
            <a:r>
              <a:rPr lang="zh-CN" altLang="en-US" dirty="0"/>
              <a:t>实现了帮助程序创建、文件管理和 </a:t>
            </a:r>
            <a:r>
              <a:rPr lang="en-US" altLang="zh-CN" dirty="0"/>
              <a:t>I/O </a:t>
            </a:r>
            <a:r>
              <a:rPr lang="zh-CN" altLang="en-US" dirty="0"/>
              <a:t>设备控制的常用功能。程序员在开发应用程序时将利用这些工具，而应用程序在运行时将调用实用程序来执行某些功能。最重要的系统程序集合包括 </a:t>
            </a:r>
            <a:r>
              <a:rPr lang="en-US" altLang="zh-CN" dirty="0"/>
              <a:t>OS</a:t>
            </a:r>
            <a:r>
              <a:rPr lang="zh-CN" altLang="en-US" dirty="0"/>
              <a:t>。该操作系统向程序员屏蔽了硬件的细节，并为程序员提供了一个方便的界面来使用系统。它充当中介，使程序员和应用程序更容易访问和使用这些设施和服务。</a:t>
            </a:r>
            <a:endParaRPr lang="en-US" dirty="0"/>
          </a:p>
          <a:p>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7</a:t>
            </a:fld>
            <a:endParaRPr lang="zh-CN" altLang="en-US"/>
          </a:p>
        </p:txBody>
      </p:sp>
    </p:spTree>
    <p:extLst>
      <p:ext uri="{BB962C8B-B14F-4D97-AF65-F5344CB8AC3E}">
        <p14:creationId xmlns:p14="http://schemas.microsoft.com/office/powerpoint/2010/main" val="172434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baseline="0" dirty="0">
                <a:solidFill>
                  <a:schemeClr val="tx1"/>
                </a:solidFill>
                <a:latin typeface="+mn-lt"/>
                <a:ea typeface="+mn-ea"/>
                <a:cs typeface="+mn-cs"/>
              </a:rPr>
              <a:t>Figure 2.2 suggests the main resources that are managed by the OS. A portion of the OS is in main memory. This includes the </a:t>
            </a:r>
            <a:r>
              <a:rPr lang="en-US" sz="1200" b="1" kern="1200" baseline="0" dirty="0">
                <a:solidFill>
                  <a:schemeClr val="tx1"/>
                </a:solidFill>
                <a:latin typeface="+mn-lt"/>
                <a:ea typeface="+mn-ea"/>
                <a:cs typeface="+mn-cs"/>
              </a:rPr>
              <a:t>kernel , or nucleus , which contains </a:t>
            </a:r>
            <a:r>
              <a:rPr lang="en-US" sz="1200" kern="1200" baseline="0" dirty="0">
                <a:solidFill>
                  <a:schemeClr val="tx1"/>
                </a:solidFill>
                <a:latin typeface="+mn-lt"/>
                <a:ea typeface="+mn-ea"/>
                <a:cs typeface="+mn-cs"/>
              </a:rPr>
              <a:t>the most frequently used functions in the OS and, at a given time, other portions of the OS currently in use. The remainder of main memory contains user programs and data. The memory management hardware in the processor and the OS jointly control the allocation of main memory, as we shall see. The OS decides when an I/O device can be used by a program in execution and controls access to and use of files. The processor itself is a resource, and the OS must determine how much processor time is to be devoted to the execution of a particular user program. In the case of a multiple-processor system, this decision must span all of the processors.</a:t>
            </a:r>
          </a:p>
          <a:p>
            <a:endParaRPr lang="en-US" sz="1200" kern="1200" baseline="0" dirty="0">
              <a:solidFill>
                <a:schemeClr val="tx1"/>
              </a:solidFill>
              <a:latin typeface="+mn-lt"/>
              <a:ea typeface="+mn-ea"/>
              <a:cs typeface="+mn-cs"/>
            </a:endParaRPr>
          </a:p>
          <a:p>
            <a:r>
              <a:rPr lang="zh-CN" altLang="en-US" dirty="0"/>
              <a:t>图 </a:t>
            </a:r>
            <a:r>
              <a:rPr lang="en-US" altLang="zh-CN" dirty="0"/>
              <a:t>2.2 </a:t>
            </a:r>
            <a:r>
              <a:rPr lang="zh-CN" altLang="en-US" dirty="0"/>
              <a:t>显示了操作系统管理的主要资源。操作系统的一部分位于主内存中。这包括 </a:t>
            </a:r>
            <a:r>
              <a:rPr lang="en-US" altLang="zh-CN" dirty="0"/>
              <a:t>kernel </a:t>
            </a:r>
            <a:r>
              <a:rPr lang="zh-CN" altLang="en-US" dirty="0"/>
              <a:t>或 </a:t>
            </a:r>
            <a:r>
              <a:rPr lang="en-US" altLang="zh-CN" dirty="0"/>
              <a:t>nucleus </a:t>
            </a:r>
            <a:r>
              <a:rPr lang="zh-CN" altLang="en-US" dirty="0"/>
              <a:t>，它包含操作系统中最常用的功能，以及在给定时间当前使用的操作系统的其他部分。主存储器的其余部分包含用户程序和数据。正如我们将看到的，处理器和 </a:t>
            </a:r>
            <a:r>
              <a:rPr lang="en-US" altLang="zh-CN" dirty="0"/>
              <a:t>OS </a:t>
            </a:r>
            <a:r>
              <a:rPr lang="zh-CN" altLang="en-US" dirty="0"/>
              <a:t>中的内存管理硬件共同控制主内存的分配。操作系统决定程序何时可以在执行中使用 </a:t>
            </a:r>
            <a:r>
              <a:rPr lang="en-US" altLang="zh-CN" dirty="0"/>
              <a:t>I/O </a:t>
            </a:r>
            <a:r>
              <a:rPr lang="zh-CN" altLang="en-US" dirty="0"/>
              <a:t>设备，并控制对文件的访问和使用。处理器本身是一种资源，操作系统必须确定将多少处理器时间用于执行特定用户程序。对于多处理器系统，此决策必须跨越所有处理器。</a:t>
            </a:r>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8</a:t>
            </a:fld>
            <a:endParaRPr lang="zh-CN" altLang="en-US"/>
          </a:p>
        </p:txBody>
      </p:sp>
    </p:spTree>
    <p:extLst>
      <p:ext uri="{BB962C8B-B14F-4D97-AF65-F5344CB8AC3E}">
        <p14:creationId xmlns:p14="http://schemas.microsoft.com/office/powerpoint/2010/main" val="1631146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操作系统是控制应用程序执行的程序，充当应用程序和计算机硬件之间的接口。它可以被视为具有三个目标：</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便利性：操作系统使计算机使用起来更方便。</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效率：操作系统允许以高效的方式使用计算机系统资源 方式。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进化能力：操作系统的构建方式应允许 有效开发、测试和引入新的系统功能，而无需 干扰服务。</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9</a:t>
            </a:fld>
            <a:endParaRPr lang="zh-CN" altLang="en-US"/>
          </a:p>
        </p:txBody>
      </p:sp>
    </p:spTree>
    <p:extLst>
      <p:ext uri="{BB962C8B-B14F-4D97-AF65-F5344CB8AC3E}">
        <p14:creationId xmlns:p14="http://schemas.microsoft.com/office/powerpoint/2010/main" val="342021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10</a:t>
            </a:fld>
            <a:endParaRPr lang="zh-CN" altLang="en-US"/>
          </a:p>
        </p:txBody>
      </p:sp>
    </p:spTree>
    <p:extLst>
      <p:ext uri="{BB962C8B-B14F-4D97-AF65-F5344CB8AC3E}">
        <p14:creationId xmlns:p14="http://schemas.microsoft.com/office/powerpoint/2010/main" val="1507372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操作系统是控制应用程序执行的程序，充当应用程序和计算机硬件之间的接口。它可以被视为具有三个目标：</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便利性：操作系统使计算机使用起来更方便。</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效率：操作系统允许以高效的方式使用计算机系统资源 方式。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进化能力：操作系统的构建方式应允许 有效开发、测试和引入新的系统功能，而无需 干扰服务。</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11</a:t>
            </a:fld>
            <a:endParaRPr lang="zh-CN" altLang="en-US"/>
          </a:p>
        </p:txBody>
      </p:sp>
    </p:spTree>
    <p:extLst>
      <p:ext uri="{BB962C8B-B14F-4D97-AF65-F5344CB8AC3E}">
        <p14:creationId xmlns:p14="http://schemas.microsoft.com/office/powerpoint/2010/main" val="3588954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操作系统是控制应用程序执行的程序，充当应用程序和计算机硬件之间的接口。它可以被视为具有三个目标：</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便利性：操作系统使计算机使用起来更方便。</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效率：操作系统允许以高效的方式使用计算机系统资源 方式。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进化能力：操作系统的构建方式应允许 有效开发、测试和引入新的系统功能，而无需 干扰服务。</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12</a:t>
            </a:fld>
            <a:endParaRPr lang="zh-CN" altLang="en-US"/>
          </a:p>
        </p:txBody>
      </p:sp>
    </p:spTree>
    <p:extLst>
      <p:ext uri="{BB962C8B-B14F-4D97-AF65-F5344CB8AC3E}">
        <p14:creationId xmlns:p14="http://schemas.microsoft.com/office/powerpoint/2010/main" val="42079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NZ" dirty="0"/>
              <a:t>In attempting to understand the key requirements for an OS and the significance of the major features of a contemporary OS, it is useful to consider how operating systems have evolved over the years.</a:t>
            </a:r>
          </a:p>
          <a:p>
            <a:endParaRPr lang="en-NZ" dirty="0"/>
          </a:p>
          <a:p>
            <a:r>
              <a:rPr lang="zh-CN" altLang="en-US" dirty="0"/>
              <a:t>在尝试理解操作系统的关键要求和现代操作系统的主要功能的重要性时，考虑操作系统多年来是如何演变的很有用。</a:t>
            </a:r>
            <a:endParaRPr lang="en-NZ"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14</a:t>
            </a:fld>
            <a:endParaRPr lang="zh-CN" altLang="en-US"/>
          </a:p>
        </p:txBody>
      </p:sp>
    </p:spTree>
    <p:extLst>
      <p:ext uri="{BB962C8B-B14F-4D97-AF65-F5344CB8AC3E}">
        <p14:creationId xmlns:p14="http://schemas.microsoft.com/office/powerpoint/2010/main" val="37089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对于最早的计算机，从 </a:t>
            </a:r>
            <a:r>
              <a:rPr lang="en-US" altLang="zh-CN" dirty="0"/>
              <a:t>1940 </a:t>
            </a:r>
            <a:r>
              <a:rPr lang="zh-CN" altLang="en-US" dirty="0"/>
              <a:t>年代末到 </a:t>
            </a:r>
            <a:r>
              <a:rPr lang="en-US" altLang="zh-CN" dirty="0"/>
              <a:t>1950 </a:t>
            </a:r>
            <a:r>
              <a:rPr lang="zh-CN" altLang="en-US" dirty="0"/>
              <a:t>年代中期，程序员直接与计算机硬件交互</a:t>
            </a:r>
            <a:r>
              <a:rPr lang="en-US" altLang="zh-CN" dirty="0"/>
              <a:t>;</a:t>
            </a:r>
            <a:r>
              <a:rPr lang="zh-CN" altLang="en-US" dirty="0"/>
              <a:t>没有操作系统。这些计算机从控制台运行，该控制台由显示灯、拨动开关、某种形式的输入设备和打印机组成。</a:t>
            </a:r>
            <a:endParaRPr lang="en-US" altLang="zh-CN" dirty="0"/>
          </a:p>
          <a:p>
            <a:endParaRPr lang="en-US" altLang="zh-CN" dirty="0"/>
          </a:p>
          <a:p>
            <a:r>
              <a:rPr lang="zh-CN" altLang="en-US" dirty="0"/>
              <a:t>机器代码中的程序通过输入设备（例如读卡器）加载到计算机。如果存在错误使程序停止，则错误情况由指示灯指示。如果程序正常完成，则输出将显示在打印机上。
这些早期系统存在两个主要问题：
</a:t>
            </a:r>
            <a:r>
              <a:rPr lang="en-US" altLang="zh-CN" dirty="0"/>
              <a:t>•</a:t>
            </a:r>
            <a:r>
              <a:rPr lang="en-US" altLang="zh-CN" b="1" dirty="0"/>
              <a:t> Scheduling </a:t>
            </a:r>
            <a:r>
              <a:rPr lang="zh-CN" altLang="en-US" b="1" dirty="0"/>
              <a:t>效率低</a:t>
            </a:r>
            <a:r>
              <a:rPr lang="zh-CN" altLang="en-US" dirty="0"/>
              <a:t>： 大多数装置使用硬拷贝注册表来保留计算机时间。通常，用户可以以半小时左右的倍数注册一段时间。用户可能会注册一个小时，并在 </a:t>
            </a:r>
            <a:r>
              <a:rPr lang="en-US" altLang="zh-CN" dirty="0"/>
              <a:t>45 </a:t>
            </a:r>
            <a:r>
              <a:rPr lang="zh-CN" altLang="en-US" dirty="0"/>
              <a:t>分钟内完成</a:t>
            </a:r>
            <a:r>
              <a:rPr lang="en-US" altLang="zh-CN" dirty="0"/>
              <a:t>;</a:t>
            </a:r>
            <a:r>
              <a:rPr lang="zh-CN" altLang="en-US" dirty="0"/>
              <a:t>  这将导致浪费计算机处理时间。另一方面，用户可能会遇到问题，未在分配的时间内完成，并被迫在解决问题之前停止。
</a:t>
            </a:r>
            <a:r>
              <a:rPr lang="en-US" altLang="zh-CN" b="1" dirty="0"/>
              <a:t>• </a:t>
            </a:r>
            <a:r>
              <a:rPr lang="zh-CN" altLang="en-US" b="1" dirty="0"/>
              <a:t>设置时间长</a:t>
            </a:r>
            <a:r>
              <a:rPr lang="zh-CN" altLang="en-US" dirty="0"/>
              <a:t>：单个程序（称为 </a:t>
            </a:r>
            <a:r>
              <a:rPr lang="en-US" altLang="zh-CN" dirty="0"/>
              <a:t>job </a:t>
            </a:r>
            <a:r>
              <a:rPr lang="zh-CN" altLang="en-US" dirty="0"/>
              <a:t>）可能涉及将编译器和高级语言程序 （源程序） 加载到内存中，保存编译的程序 （对象程序），然后加载对象程序和常用函数并将其链接在一起。这些步骤中的每一个都可能涉及安装或拆卸磁带或设置卡组。如果发生错误，用户通常必须返回到设置序列的开头。因此，仅设置要运行的程序就花费了大量时间。</a:t>
            </a:r>
            <a:endParaRPr lang="en-US" altLang="zh-CN" dirty="0"/>
          </a:p>
          <a:p>
            <a:r>
              <a:rPr lang="zh-CN" altLang="en-US" dirty="0"/>
              <a:t>
这种操作模式可以称为串行处理 ，反映了用户可以串联访问计算机的事实。随着时间的推移，人们开发了各种系统软件工具，以试图提高串行处理的效率。这些包括通用函数库、链接器、加载器、调试器和 </a:t>
            </a:r>
            <a:r>
              <a:rPr lang="en-US" altLang="zh-CN" dirty="0"/>
              <a:t>I/O </a:t>
            </a:r>
            <a:r>
              <a:rPr lang="zh-CN" altLang="en-US" dirty="0"/>
              <a:t>驱动程序例程，这些库作为所有用户的通用软件提供。</a:t>
            </a:r>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15</a:t>
            </a:fld>
            <a:endParaRPr lang="zh-CN" altLang="en-US"/>
          </a:p>
        </p:txBody>
      </p:sp>
    </p:spTree>
    <p:extLst>
      <p:ext uri="{BB962C8B-B14F-4D97-AF65-F5344CB8AC3E}">
        <p14:creationId xmlns:p14="http://schemas.microsoft.com/office/powerpoint/2010/main" val="403363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对于最早的计算机，从 </a:t>
            </a:r>
            <a:r>
              <a:rPr lang="en-US" altLang="zh-CN" dirty="0"/>
              <a:t>1940 </a:t>
            </a:r>
            <a:r>
              <a:rPr lang="zh-CN" altLang="en-US" dirty="0"/>
              <a:t>年代末到 </a:t>
            </a:r>
            <a:r>
              <a:rPr lang="en-US" altLang="zh-CN" dirty="0"/>
              <a:t>1950 </a:t>
            </a:r>
            <a:r>
              <a:rPr lang="zh-CN" altLang="en-US" dirty="0"/>
              <a:t>年代中期，程序员直接与计算机硬件交互</a:t>
            </a:r>
            <a:r>
              <a:rPr lang="en-US" altLang="zh-CN" dirty="0"/>
              <a:t>;</a:t>
            </a:r>
            <a:r>
              <a:rPr lang="zh-CN" altLang="en-US" dirty="0"/>
              <a:t>没有操作系统。这些计算机从控制台运行，该控制台由显示灯、拨动开关、某种形式的输入设备和打印机组成。</a:t>
            </a:r>
            <a:endParaRPr lang="en-US" altLang="zh-CN" dirty="0"/>
          </a:p>
          <a:p>
            <a:endParaRPr lang="en-US" altLang="zh-CN" dirty="0"/>
          </a:p>
          <a:p>
            <a:r>
              <a:rPr lang="zh-CN" altLang="en-US" dirty="0"/>
              <a:t>机器代码中的程序通过输入设备（例如读卡器）加载到计算机。如果存在错误使程序停止，则错误情况由指示灯指示。如果程序正常完成，则输出将显示在打印机上。
这些早期系统存在两个主要问题：
</a:t>
            </a:r>
            <a:r>
              <a:rPr lang="en-US" altLang="zh-CN" dirty="0"/>
              <a:t>•</a:t>
            </a:r>
            <a:r>
              <a:rPr lang="en-US" altLang="zh-CN" b="1" dirty="0"/>
              <a:t> Scheduling </a:t>
            </a:r>
            <a:r>
              <a:rPr lang="zh-CN" altLang="en-US" b="1" dirty="0"/>
              <a:t>效率低</a:t>
            </a:r>
            <a:r>
              <a:rPr lang="zh-CN" altLang="en-US" dirty="0"/>
              <a:t>： 大多数装置使用硬拷贝注册表来保留计算机时间。通常，用户可以以半小时左右的倍数注册一段时间。用户可能会注册一个小时，并在 </a:t>
            </a:r>
            <a:r>
              <a:rPr lang="en-US" altLang="zh-CN" dirty="0"/>
              <a:t>45 </a:t>
            </a:r>
            <a:r>
              <a:rPr lang="zh-CN" altLang="en-US" dirty="0"/>
              <a:t>分钟内完成</a:t>
            </a:r>
            <a:r>
              <a:rPr lang="en-US" altLang="zh-CN" dirty="0"/>
              <a:t>;</a:t>
            </a:r>
            <a:r>
              <a:rPr lang="zh-CN" altLang="en-US" dirty="0"/>
              <a:t>  这将导致浪费计算机处理时间。另一方面，用户可能会遇到问题，未在分配的时间内完成，并被迫在解决问题之前停止。
</a:t>
            </a:r>
            <a:r>
              <a:rPr lang="en-US" altLang="zh-CN" b="1" dirty="0"/>
              <a:t>• </a:t>
            </a:r>
            <a:r>
              <a:rPr lang="zh-CN" altLang="en-US" b="1" dirty="0"/>
              <a:t>设置时间长</a:t>
            </a:r>
            <a:r>
              <a:rPr lang="zh-CN" altLang="en-US" dirty="0"/>
              <a:t>：单个程序（称为 </a:t>
            </a:r>
            <a:r>
              <a:rPr lang="en-US" altLang="zh-CN" dirty="0"/>
              <a:t>job </a:t>
            </a:r>
            <a:r>
              <a:rPr lang="zh-CN" altLang="en-US" dirty="0"/>
              <a:t>）可能涉及将编译器和高级语言程序 （源程序） 加载到内存中，保存编译的程序 （对象程序），然后加载对象程序和常用函数并将其链接在一起。这些步骤中的每一个都可能涉及安装或拆卸磁带或设置卡组。如果发生错误，用户通常必须返回到设置序列的开头。因此，仅设置要运行的程序就花费了大量时间。</a:t>
            </a:r>
            <a:endParaRPr lang="en-US" altLang="zh-CN" dirty="0"/>
          </a:p>
          <a:p>
            <a:r>
              <a:rPr lang="zh-CN" altLang="en-US" dirty="0"/>
              <a:t>
这种操作模式可以称为串行处理 ，反映了用户可以串联访问计算机的事实。随着时间的推移，人们开发了各种系统软件工具，以试图提高串行处理的效率。这些包括通用函数库、链接器、加载器、调试器和 </a:t>
            </a:r>
            <a:r>
              <a:rPr lang="en-US" altLang="zh-CN" dirty="0"/>
              <a:t>I/O </a:t>
            </a:r>
            <a:r>
              <a:rPr lang="zh-CN" altLang="en-US" dirty="0"/>
              <a:t>驱动程序例程，这些库作为所有用户的通用软件提供。</a:t>
            </a:r>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16</a:t>
            </a:fld>
            <a:endParaRPr lang="zh-CN" altLang="en-US"/>
          </a:p>
        </p:txBody>
      </p:sp>
    </p:spTree>
    <p:extLst>
      <p:ext uri="{BB962C8B-B14F-4D97-AF65-F5344CB8AC3E}">
        <p14:creationId xmlns:p14="http://schemas.microsoft.com/office/powerpoint/2010/main" val="4003612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简单批处理方案</a:t>
            </a:r>
            <a:r>
              <a:rPr lang="zh-CN" altLang="en-US" dirty="0"/>
              <a:t>背后的中心思想是使用一种称为</a:t>
            </a:r>
            <a:r>
              <a:rPr lang="zh-CN" altLang="en-US" b="1" dirty="0"/>
              <a:t>监视程序</a:t>
            </a:r>
            <a:r>
              <a:rPr lang="zh-CN" altLang="en-US" dirty="0"/>
              <a:t>的软件</a:t>
            </a:r>
            <a:r>
              <a:rPr lang="en-US" altLang="zh-CN" dirty="0"/>
              <a:t>. </a:t>
            </a:r>
            <a:r>
              <a:rPr lang="zh-CN" altLang="en-US" dirty="0"/>
              <a:t>通过使用这类操作系统，</a:t>
            </a:r>
            <a:r>
              <a:rPr lang="zh-CN" altLang="en-US" b="1" dirty="0">
                <a:solidFill>
                  <a:srgbClr val="FF0000"/>
                </a:solidFill>
              </a:rPr>
              <a:t>用户不再可以直接访问处理器</a:t>
            </a:r>
            <a:r>
              <a:rPr lang="zh-CN" altLang="en-US" b="1" dirty="0"/>
              <a:t>。相反，用户将卡或磁带上的作业提交给计算机操作员，计算机操作员按顺序将作业按顺序组织称批，并将整个批作业放在输入设备上</a:t>
            </a:r>
            <a:r>
              <a:rPr lang="zh-CN" altLang="en-US" dirty="0"/>
              <a:t>，供监视程序使用。每个程序完成后都被返回到监控程序，同时监视程序自动开始加载下一个程序。</a:t>
            </a:r>
            <a:endParaRPr lang="en-US" altLang="zh-CN" dirty="0"/>
          </a:p>
          <a:p>
            <a:endParaRPr lang="en-US" altLang="zh-CN" dirty="0"/>
          </a:p>
          <a:p>
            <a:r>
              <a:rPr lang="zh-CN" altLang="en-US" b="1" dirty="0"/>
              <a:t>监视器视角：监视器控制事件的顺序。</a:t>
            </a:r>
            <a:r>
              <a:rPr lang="zh-CN" altLang="en-US" dirty="0"/>
              <a:t>为此，监视器的大部分必须始终位于主内存中并可供执行（参见图 </a:t>
            </a:r>
            <a:r>
              <a:rPr lang="en-US" altLang="zh-CN" dirty="0"/>
              <a:t>2.3</a:t>
            </a:r>
            <a:r>
              <a:rPr lang="zh-CN" altLang="en-US" dirty="0"/>
              <a:t>）。该部分称为</a:t>
            </a:r>
            <a:r>
              <a:rPr lang="zh-CN" altLang="en-US" b="1" dirty="0"/>
              <a:t>常驻监视器</a:t>
            </a:r>
            <a:r>
              <a:rPr lang="zh-CN" altLang="en-US" dirty="0"/>
              <a:t>。监视器的其余部分由实用程序和常用函数组成，这些函数在任何需要它们的作业开始时作为子例程加载到用户程序中。监视器从输入设备（通常是读卡器或磁带驱动器）中一次读入一个作业。当它被读入时，当前作业被放置在用户程序区域中，并将控制权传递给此作业。作业完成后，它将控制权返回给监视器，监视器立即读取下一个作业。每个作业的结果都会发送到输出设备（如打印机）以交付给用户。</a:t>
            </a:r>
            <a:endParaRPr lang="en-US" altLang="zh-CN" dirty="0"/>
          </a:p>
          <a:p>
            <a:endParaRPr lang="en-US" altLang="zh-CN" dirty="0"/>
          </a:p>
          <a:p>
            <a:endParaRPr lang="en-US" altLang="zh-CN" dirty="0"/>
          </a:p>
          <a:p>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17</a:t>
            </a:fld>
            <a:endParaRPr lang="zh-CN" altLang="en-US"/>
          </a:p>
        </p:txBody>
      </p:sp>
    </p:spTree>
    <p:extLst>
      <p:ext uri="{BB962C8B-B14F-4D97-AF65-F5344CB8AC3E}">
        <p14:creationId xmlns:p14="http://schemas.microsoft.com/office/powerpoint/2010/main" val="3780081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简单批处理方案</a:t>
            </a:r>
            <a:r>
              <a:rPr lang="zh-CN" altLang="en-US" dirty="0"/>
              <a:t>背后的中心思想是使用一种称为</a:t>
            </a:r>
            <a:r>
              <a:rPr lang="zh-CN" altLang="en-US" b="1" dirty="0"/>
              <a:t>监视程序</a:t>
            </a:r>
            <a:r>
              <a:rPr lang="zh-CN" altLang="en-US" dirty="0"/>
              <a:t>的软件</a:t>
            </a:r>
            <a:r>
              <a:rPr lang="en-US" altLang="zh-CN" dirty="0"/>
              <a:t>. </a:t>
            </a:r>
            <a:r>
              <a:rPr lang="zh-CN" altLang="en-US" dirty="0"/>
              <a:t>通过使用这类操作系统，</a:t>
            </a:r>
            <a:r>
              <a:rPr lang="zh-CN" altLang="en-US" b="1" dirty="0">
                <a:solidFill>
                  <a:srgbClr val="FF0000"/>
                </a:solidFill>
              </a:rPr>
              <a:t>用户不再可以直接访问处理器</a:t>
            </a:r>
            <a:r>
              <a:rPr lang="zh-CN" altLang="en-US" b="1" dirty="0"/>
              <a:t>。相反，用户将卡或磁带上的作业提交给计算机操作员，计算机操作员按顺序将作业按顺序组织称批，并将整个批作业放在输入设备上</a:t>
            </a:r>
            <a:r>
              <a:rPr lang="zh-CN" altLang="en-US" dirty="0"/>
              <a:t>，供监视程序使用。每个程序完成后都被返回到监控程序，同时监视程序自动开始加载下一个程序。</a:t>
            </a:r>
            <a:endParaRPr lang="en-US" altLang="zh-CN" dirty="0"/>
          </a:p>
          <a:p>
            <a:endParaRPr lang="en-US" altLang="zh-CN" dirty="0"/>
          </a:p>
          <a:p>
            <a:r>
              <a:rPr lang="zh-CN" altLang="en-US" b="1" dirty="0"/>
              <a:t>监视器视角：监视器控制事件的顺序。</a:t>
            </a:r>
            <a:r>
              <a:rPr lang="zh-CN" altLang="en-US" dirty="0"/>
              <a:t>为此，监视器的大部分必须始终位于主内存中并可供执行（参见图 </a:t>
            </a:r>
            <a:r>
              <a:rPr lang="en-US" altLang="zh-CN" dirty="0"/>
              <a:t>2.3</a:t>
            </a:r>
            <a:r>
              <a:rPr lang="zh-CN" altLang="en-US" dirty="0"/>
              <a:t>）。该部分称为</a:t>
            </a:r>
            <a:r>
              <a:rPr lang="zh-CN" altLang="en-US" b="1" dirty="0"/>
              <a:t>常驻监视器</a:t>
            </a:r>
            <a:r>
              <a:rPr lang="zh-CN" altLang="en-US" dirty="0"/>
              <a:t>。监视器的其余部分由实用程序和常用函数组成，这些函数在任何需要它们的作业开始时作为子例程加载到用户程序中。监视器从输入设备（通常是读卡器或磁带驱动器）中一次读入一个作业。当它被读入时，当前作业被放置在用户程序区域中，并将控制权传递给此作业。作业完成后，它将控制权返回给监视器，监视器立即读取下一个作业。每个作业的结果都会发送到输出设备（如打印机）以交付给用户。</a:t>
            </a:r>
            <a:endParaRPr lang="en-US" altLang="zh-CN" dirty="0"/>
          </a:p>
          <a:p>
            <a:endParaRPr lang="en-US" altLang="zh-CN" dirty="0"/>
          </a:p>
          <a:p>
            <a:endParaRPr lang="en-US" altLang="zh-CN" dirty="0"/>
          </a:p>
          <a:p>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19</a:t>
            </a:fld>
            <a:endParaRPr lang="zh-CN" altLang="en-US"/>
          </a:p>
        </p:txBody>
      </p:sp>
    </p:spTree>
    <p:extLst>
      <p:ext uri="{BB962C8B-B14F-4D97-AF65-F5344CB8AC3E}">
        <p14:creationId xmlns:p14="http://schemas.microsoft.com/office/powerpoint/2010/main" val="1189980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简单批处理方案</a:t>
            </a:r>
            <a:r>
              <a:rPr lang="zh-CN" altLang="en-US" dirty="0"/>
              <a:t>背后的中心思想是使用一种称为</a:t>
            </a:r>
            <a:r>
              <a:rPr lang="zh-CN" altLang="en-US" b="1" dirty="0"/>
              <a:t>监视程序</a:t>
            </a:r>
            <a:r>
              <a:rPr lang="zh-CN" altLang="en-US" dirty="0"/>
              <a:t>的软件</a:t>
            </a:r>
            <a:r>
              <a:rPr lang="en-US" altLang="zh-CN" dirty="0"/>
              <a:t>. </a:t>
            </a:r>
            <a:r>
              <a:rPr lang="zh-CN" altLang="en-US" dirty="0"/>
              <a:t>通过使用这类操作系统，</a:t>
            </a:r>
            <a:r>
              <a:rPr lang="zh-CN" altLang="en-US" b="1" dirty="0">
                <a:solidFill>
                  <a:srgbClr val="FF0000"/>
                </a:solidFill>
              </a:rPr>
              <a:t>用户不再可以直接访问处理器</a:t>
            </a:r>
            <a:r>
              <a:rPr lang="zh-CN" altLang="en-US" b="1" dirty="0"/>
              <a:t>。相反，用户将卡或磁带上的作业提交给计算机操作员，计算机操作员按顺序将作业按顺序组织称批，并将整个批作业放在输入设备上</a:t>
            </a:r>
            <a:r>
              <a:rPr lang="zh-CN" altLang="en-US" dirty="0"/>
              <a:t>，供监视程序使用。每个程序完成后都被返回到监控程序，同时监视程序自动开始加载下一个程序。</a:t>
            </a:r>
            <a:endParaRPr lang="en-US" altLang="zh-CN" dirty="0"/>
          </a:p>
          <a:p>
            <a:endParaRPr lang="en-US" altLang="zh-CN" dirty="0"/>
          </a:p>
          <a:p>
            <a:r>
              <a:rPr lang="zh-CN" altLang="en-US" b="1" dirty="0"/>
              <a:t>监视器视角：监视器控制事件的顺序。</a:t>
            </a:r>
            <a:r>
              <a:rPr lang="zh-CN" altLang="en-US" dirty="0"/>
              <a:t>为此，监视器的大部分必须始终位于主内存中并可供执行（参见图 </a:t>
            </a:r>
            <a:r>
              <a:rPr lang="en-US" altLang="zh-CN" dirty="0"/>
              <a:t>2.3</a:t>
            </a:r>
            <a:r>
              <a:rPr lang="zh-CN" altLang="en-US" dirty="0"/>
              <a:t>）。该部分称为</a:t>
            </a:r>
            <a:r>
              <a:rPr lang="zh-CN" altLang="en-US" b="1" dirty="0"/>
              <a:t>常驻监视器</a:t>
            </a:r>
            <a:r>
              <a:rPr lang="zh-CN" altLang="en-US" dirty="0"/>
              <a:t>。监视器的其余部分由实用程序和常用函数组成，这些函数在任何需要它们的作业开始时作为子例程加载到用户程序中。监视器从输入设备（通常是读卡器或磁带驱动器）中一次读入一个作业。当它被读入时，当前作业被放置在用户程序区域中，并将控制权传递给此作业。作业完成后，它将控制权返回给监视器，监视器立即读取下一个作业。每个作业的结果都会发送到输出设备（如打印机）以交付给用户。</a:t>
            </a:r>
            <a:endParaRPr lang="en-US" altLang="zh-CN" dirty="0"/>
          </a:p>
          <a:p>
            <a:endParaRPr lang="en-US" altLang="zh-CN" dirty="0"/>
          </a:p>
          <a:p>
            <a:endParaRPr lang="en-US" altLang="zh-CN" dirty="0"/>
          </a:p>
          <a:p>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20</a:t>
            </a:fld>
            <a:endParaRPr lang="zh-CN" altLang="en-US"/>
          </a:p>
        </p:txBody>
      </p:sp>
    </p:spTree>
    <p:extLst>
      <p:ext uri="{BB962C8B-B14F-4D97-AF65-F5344CB8AC3E}">
        <p14:creationId xmlns:p14="http://schemas.microsoft.com/office/powerpoint/2010/main" val="976106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即使使用简单的批处理 </a:t>
            </a:r>
            <a:r>
              <a:rPr lang="en-US" altLang="zh-CN" sz="1200" kern="1200" baseline="0" dirty="0">
                <a:solidFill>
                  <a:schemeClr val="tx1"/>
                </a:solidFill>
                <a:latin typeface="+mn-lt"/>
                <a:ea typeface="+mn-ea"/>
                <a:cs typeface="+mn-cs"/>
              </a:rPr>
              <a:t>OS </a:t>
            </a:r>
            <a:r>
              <a:rPr lang="zh-CN" altLang="en-US" sz="1200" kern="1200" baseline="0" dirty="0">
                <a:solidFill>
                  <a:schemeClr val="tx1"/>
                </a:solidFill>
                <a:latin typeface="+mn-lt"/>
                <a:ea typeface="+mn-ea"/>
                <a:cs typeface="+mn-cs"/>
              </a:rPr>
              <a:t>提供的自动作业排序，处理器也经常处于空闲状态。问题是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设备与处理器相比速度较慢。
图 </a:t>
            </a:r>
            <a:r>
              <a:rPr lang="en-US" altLang="zh-CN" sz="1200" kern="1200" baseline="0" dirty="0">
                <a:solidFill>
                  <a:schemeClr val="tx1"/>
                </a:solidFill>
                <a:latin typeface="+mn-lt"/>
                <a:ea typeface="+mn-ea"/>
                <a:cs typeface="+mn-cs"/>
              </a:rPr>
              <a:t>2.4 </a:t>
            </a:r>
            <a:r>
              <a:rPr lang="zh-CN" altLang="en-US" sz="1200" kern="1200" baseline="0" dirty="0">
                <a:solidFill>
                  <a:schemeClr val="tx1"/>
                </a:solidFill>
                <a:latin typeface="+mn-lt"/>
                <a:ea typeface="+mn-ea"/>
                <a:cs typeface="+mn-cs"/>
              </a:rPr>
              <a:t>详细说明了一个具有代表性的计算。该计算涉及一个程序，该程序处理一个记录文件并平均执行 </a:t>
            </a:r>
            <a:r>
              <a:rPr lang="en-US" altLang="zh-CN" sz="1200" kern="1200" baseline="0" dirty="0">
                <a:solidFill>
                  <a:schemeClr val="tx1"/>
                </a:solidFill>
                <a:latin typeface="+mn-lt"/>
                <a:ea typeface="+mn-ea"/>
                <a:cs typeface="+mn-cs"/>
              </a:rPr>
              <a:t>100 </a:t>
            </a:r>
            <a:r>
              <a:rPr lang="zh-CN" altLang="en-US" sz="1200" kern="1200" baseline="0" dirty="0">
                <a:solidFill>
                  <a:schemeClr val="tx1"/>
                </a:solidFill>
                <a:latin typeface="+mn-lt"/>
                <a:ea typeface="+mn-ea"/>
                <a:cs typeface="+mn-cs"/>
              </a:rPr>
              <a:t>条机器指令
每条记录。</a:t>
            </a:r>
            <a:endParaRPr lang="en-US" altLang="zh-CN" sz="1200" kern="1200" baseline="0" dirty="0">
              <a:solidFill>
                <a:schemeClr val="tx1"/>
              </a:solidFill>
              <a:latin typeface="+mn-lt"/>
              <a:ea typeface="+mn-ea"/>
              <a:cs typeface="+mn-cs"/>
            </a:endParaRPr>
          </a:p>
          <a:p>
            <a:endParaRPr lang="en-US" altLang="zh-CN"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在此示例中，计算机花费了超过 </a:t>
            </a:r>
            <a:r>
              <a:rPr lang="en-US" altLang="zh-CN" sz="1200" kern="1200" baseline="0" dirty="0">
                <a:solidFill>
                  <a:schemeClr val="tx1"/>
                </a:solidFill>
                <a:latin typeface="+mn-lt"/>
                <a:ea typeface="+mn-ea"/>
                <a:cs typeface="+mn-cs"/>
              </a:rPr>
              <a:t>96% </a:t>
            </a:r>
            <a:r>
              <a:rPr lang="zh-CN" altLang="en-US" sz="1200" kern="1200" baseline="0" dirty="0">
                <a:solidFill>
                  <a:schemeClr val="tx1"/>
                </a:solidFill>
                <a:latin typeface="+mn-lt"/>
                <a:ea typeface="+mn-ea"/>
                <a:cs typeface="+mn-cs"/>
              </a:rPr>
              <a:t>的时间等待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设备完成与文件之间的数据传输。</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22</a:t>
            </a:fld>
            <a:endParaRPr lang="zh-CN" altLang="en-US"/>
          </a:p>
        </p:txBody>
      </p:sp>
    </p:spTree>
    <p:extLst>
      <p:ext uri="{BB962C8B-B14F-4D97-AF65-F5344CB8AC3E}">
        <p14:creationId xmlns:p14="http://schemas.microsoft.com/office/powerpoint/2010/main" val="2554073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图 </a:t>
            </a:r>
            <a:r>
              <a:rPr lang="en-US" altLang="zh-CN" sz="1200" kern="1200" baseline="0" dirty="0">
                <a:solidFill>
                  <a:schemeClr val="tx1"/>
                </a:solidFill>
                <a:latin typeface="+mn-lt"/>
                <a:ea typeface="+mn-ea"/>
                <a:cs typeface="+mn-cs"/>
              </a:rPr>
              <a:t>2.5a </a:t>
            </a:r>
            <a:r>
              <a:rPr lang="zh-CN" altLang="en-US" sz="1200" kern="1200" baseline="0" dirty="0">
                <a:solidFill>
                  <a:schemeClr val="tx1"/>
                </a:solidFill>
                <a:latin typeface="+mn-lt"/>
                <a:ea typeface="+mn-ea"/>
                <a:cs typeface="+mn-cs"/>
              </a:rPr>
              <a:t>说明了这种情况，其中我们有一个程序，称为 </a:t>
            </a:r>
            <a:r>
              <a:rPr lang="en-US" altLang="zh-CN" sz="1200" kern="1200" baseline="0" dirty="0" err="1">
                <a:solidFill>
                  <a:schemeClr val="tx1"/>
                </a:solidFill>
                <a:latin typeface="+mn-lt"/>
                <a:ea typeface="+mn-ea"/>
                <a:cs typeface="+mn-cs"/>
              </a:rPr>
              <a:t>uniprogramming</a:t>
            </a:r>
            <a:r>
              <a:rPr lang="zh-CN" altLang="en-US" sz="1200" kern="1200" baseline="0" dirty="0">
                <a:solidFill>
                  <a:schemeClr val="tx1"/>
                </a:solidFill>
                <a:latin typeface="+mn-lt"/>
                <a:ea typeface="+mn-ea"/>
                <a:cs typeface="+mn-cs"/>
              </a:rPr>
              <a:t>。
处理器花费一定的时间执行，直到它到达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指令。
然后，它必须等到该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指令结束后才能继续。这种低效率是不必要的。</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23</a:t>
            </a:fld>
            <a:endParaRPr lang="zh-CN" altLang="en-US"/>
          </a:p>
        </p:txBody>
      </p:sp>
    </p:spTree>
    <p:extLst>
      <p:ext uri="{BB962C8B-B14F-4D97-AF65-F5344CB8AC3E}">
        <p14:creationId xmlns:p14="http://schemas.microsoft.com/office/powerpoint/2010/main" val="4209906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我们知道，必须有足够的内存，用于保存 </a:t>
            </a:r>
            <a:r>
              <a:rPr lang="en-US" altLang="zh-CN" sz="1200" kern="1200" baseline="0" dirty="0">
                <a:solidFill>
                  <a:schemeClr val="tx1"/>
                </a:solidFill>
                <a:latin typeface="+mn-lt"/>
                <a:ea typeface="+mn-ea"/>
                <a:cs typeface="+mn-cs"/>
              </a:rPr>
              <a:t>OS </a:t>
            </a:r>
            <a:r>
              <a:rPr lang="zh-CN" altLang="en-US" sz="1200" kern="1200" baseline="0" dirty="0">
                <a:solidFill>
                  <a:schemeClr val="tx1"/>
                </a:solidFill>
                <a:latin typeface="+mn-lt"/>
                <a:ea typeface="+mn-ea"/>
                <a:cs typeface="+mn-cs"/>
              </a:rPr>
              <a:t>（常驻监视器） 和一个用户程序。</a:t>
            </a:r>
            <a:endParaRPr lang="en-US" altLang="zh-CN" sz="1200" kern="1200" baseline="0" dirty="0">
              <a:solidFill>
                <a:schemeClr val="tx1"/>
              </a:solidFill>
              <a:latin typeface="+mn-lt"/>
              <a:ea typeface="+mn-ea"/>
              <a:cs typeface="+mn-cs"/>
            </a:endParaRPr>
          </a:p>
          <a:p>
            <a:endParaRPr lang="en-US" altLang="zh-CN"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假设有空间容纳操作系统和两个用户程序。当一个作业需要等待</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时，处理器可以切换到另一个作业，该作业可能不等待 </a:t>
            </a:r>
            <a:r>
              <a:rPr lang="en-US" altLang="zh-CN" sz="1200" kern="1200" baseline="0" dirty="0">
                <a:solidFill>
                  <a:schemeClr val="tx1"/>
                </a:solidFill>
                <a:latin typeface="+mn-lt"/>
                <a:ea typeface="+mn-ea"/>
                <a:cs typeface="+mn-cs"/>
              </a:rPr>
              <a:t>I/O</a:t>
            </a:r>
            <a:r>
              <a:rPr lang="zh-CN" altLang="en-US" sz="1200" kern="1200" baseline="0" dirty="0">
                <a:solidFill>
                  <a:schemeClr val="tx1"/>
                </a:solidFill>
                <a:latin typeface="+mn-lt"/>
                <a:ea typeface="+mn-ea"/>
                <a:cs typeface="+mn-cs"/>
              </a:rPr>
              <a:t>（ 图 </a:t>
            </a:r>
            <a:r>
              <a:rPr lang="en-US" altLang="zh-CN" sz="1200" kern="1200" baseline="0" dirty="0">
                <a:solidFill>
                  <a:schemeClr val="tx1"/>
                </a:solidFill>
                <a:latin typeface="+mn-lt"/>
                <a:ea typeface="+mn-ea"/>
                <a:cs typeface="+mn-cs"/>
              </a:rPr>
              <a:t>2.5b </a:t>
            </a:r>
            <a:r>
              <a:rPr lang="zh-CN" altLang="en-US" sz="1200" kern="1200" baseline="0" dirty="0">
                <a:solidFill>
                  <a:schemeClr val="tx1"/>
                </a:solidFill>
                <a:latin typeface="+mn-lt"/>
                <a:ea typeface="+mn-ea"/>
                <a:cs typeface="+mn-cs"/>
              </a:rPr>
              <a:t>）。</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25</a:t>
            </a:fld>
            <a:endParaRPr lang="zh-CN" altLang="en-US"/>
          </a:p>
        </p:txBody>
      </p:sp>
    </p:spTree>
    <p:extLst>
      <p:ext uri="{BB962C8B-B14F-4D97-AF65-F5344CB8AC3E}">
        <p14:creationId xmlns:p14="http://schemas.microsoft.com/office/powerpoint/2010/main" val="1790893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为了说明多道批处理的好处，我们给出了一个简单的例子。
考虑一台具有 </a:t>
            </a:r>
            <a:r>
              <a:rPr lang="en-US" altLang="zh-CN" sz="1200" kern="1200" baseline="0" dirty="0">
                <a:solidFill>
                  <a:schemeClr val="tx1"/>
                </a:solidFill>
                <a:latin typeface="+mn-lt"/>
                <a:ea typeface="+mn-ea"/>
                <a:cs typeface="+mn-cs"/>
              </a:rPr>
              <a:t>250 MB </a:t>
            </a:r>
            <a:r>
              <a:rPr lang="zh-CN" altLang="en-US" sz="1200" kern="1200" baseline="0" dirty="0">
                <a:solidFill>
                  <a:schemeClr val="tx1"/>
                </a:solidFill>
                <a:latin typeface="+mn-lt"/>
                <a:ea typeface="+mn-ea"/>
                <a:cs typeface="+mn-cs"/>
              </a:rPr>
              <a:t>可用内存（操作系统未使用的计算机）、一个磁盘、一个终端和一台打印机的计算机。</a:t>
            </a:r>
            <a:r>
              <a:rPr lang="en-US" altLang="zh-CN" sz="1200" kern="1200" baseline="0" dirty="0">
                <a:solidFill>
                  <a:schemeClr val="tx1"/>
                </a:solidFill>
                <a:latin typeface="+mn-lt"/>
                <a:ea typeface="+mn-ea"/>
                <a:cs typeface="+mn-cs"/>
              </a:rPr>
              <a:t>JOB1</a:t>
            </a:r>
            <a:r>
              <a:rPr lang="zh-CN" altLang="en-US" sz="1200" kern="1200" baseline="0" dirty="0">
                <a:solidFill>
                  <a:schemeClr val="tx1"/>
                </a:solidFill>
                <a:latin typeface="+mn-lt"/>
                <a:ea typeface="+mn-ea"/>
                <a:cs typeface="+mn-cs"/>
              </a:rPr>
              <a:t>、</a:t>
            </a:r>
            <a:r>
              <a:rPr lang="en-US" altLang="zh-CN" sz="1200" kern="1200" baseline="0" dirty="0">
                <a:solidFill>
                  <a:schemeClr val="tx1"/>
                </a:solidFill>
                <a:latin typeface="+mn-lt"/>
                <a:ea typeface="+mn-ea"/>
                <a:cs typeface="+mn-cs"/>
              </a:rPr>
              <a:t>JOB2 </a:t>
            </a:r>
            <a:r>
              <a:rPr lang="zh-CN" altLang="en-US" sz="1200" kern="1200" baseline="0" dirty="0">
                <a:solidFill>
                  <a:schemeClr val="tx1"/>
                </a:solidFill>
                <a:latin typeface="+mn-lt"/>
                <a:ea typeface="+mn-ea"/>
                <a:cs typeface="+mn-cs"/>
              </a:rPr>
              <a:t>和 </a:t>
            </a:r>
            <a:r>
              <a:rPr lang="en-US" altLang="zh-CN" sz="1200" kern="1200" baseline="0" dirty="0">
                <a:solidFill>
                  <a:schemeClr val="tx1"/>
                </a:solidFill>
                <a:latin typeface="+mn-lt"/>
                <a:ea typeface="+mn-ea"/>
                <a:cs typeface="+mn-cs"/>
              </a:rPr>
              <a:t>JOB3 </a:t>
            </a:r>
            <a:r>
              <a:rPr lang="zh-CN" altLang="en-US" sz="1200" kern="1200" baseline="0" dirty="0">
                <a:solidFill>
                  <a:schemeClr val="tx1"/>
                </a:solidFill>
                <a:latin typeface="+mn-lt"/>
                <a:ea typeface="+mn-ea"/>
                <a:cs typeface="+mn-cs"/>
              </a:rPr>
              <a:t>三个程序同时提交以供执行，其属性列于 </a:t>
            </a:r>
            <a:r>
              <a:rPr lang="en-US" altLang="zh-CN" sz="1200" kern="1200" baseline="0" dirty="0">
                <a:solidFill>
                  <a:schemeClr val="tx1"/>
                </a:solidFill>
                <a:latin typeface="+mn-lt"/>
                <a:ea typeface="+mn-ea"/>
                <a:cs typeface="+mn-cs"/>
              </a:rPr>
              <a:t>Table 2.1 </a:t>
            </a:r>
            <a:r>
              <a:rPr lang="zh-CN" altLang="en-US" sz="1200" kern="1200" baseline="0" dirty="0">
                <a:solidFill>
                  <a:schemeClr val="tx1"/>
                </a:solidFill>
                <a:latin typeface="+mn-lt"/>
                <a:ea typeface="+mn-ea"/>
                <a:cs typeface="+mn-cs"/>
              </a:rPr>
              <a:t>中。</a:t>
            </a:r>
            <a:endParaRPr lang="en-US" altLang="zh-CN"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
我们假设 </a:t>
            </a:r>
            <a:r>
              <a:rPr lang="en-US" altLang="zh-CN" sz="1200" kern="1200" baseline="0" dirty="0">
                <a:solidFill>
                  <a:schemeClr val="tx1"/>
                </a:solidFill>
                <a:latin typeface="+mn-lt"/>
                <a:ea typeface="+mn-ea"/>
                <a:cs typeface="+mn-cs"/>
              </a:rPr>
              <a:t>JOB2 </a:t>
            </a:r>
            <a:r>
              <a:rPr lang="zh-CN" altLang="en-US" sz="1200" kern="1200" baseline="0" dirty="0">
                <a:solidFill>
                  <a:schemeClr val="tx1"/>
                </a:solidFill>
                <a:latin typeface="+mn-lt"/>
                <a:ea typeface="+mn-ea"/>
                <a:cs typeface="+mn-cs"/>
              </a:rPr>
              <a:t>和 </a:t>
            </a:r>
            <a:r>
              <a:rPr lang="en-US" altLang="zh-CN" sz="1200" kern="1200" baseline="0" dirty="0">
                <a:solidFill>
                  <a:schemeClr val="tx1"/>
                </a:solidFill>
                <a:latin typeface="+mn-lt"/>
                <a:ea typeface="+mn-ea"/>
                <a:cs typeface="+mn-cs"/>
              </a:rPr>
              <a:t>JOB3 </a:t>
            </a:r>
            <a:r>
              <a:rPr lang="zh-CN" altLang="en-US" sz="1200" kern="1200" baseline="0" dirty="0">
                <a:solidFill>
                  <a:schemeClr val="tx1"/>
                </a:solidFill>
                <a:latin typeface="+mn-lt"/>
                <a:ea typeface="+mn-ea"/>
                <a:cs typeface="+mn-cs"/>
              </a:rPr>
              <a:t>的对处理器要求最低，并且 </a:t>
            </a:r>
            <a:r>
              <a:rPr lang="en-US" altLang="zh-CN" sz="1200" kern="1200" baseline="0" dirty="0">
                <a:solidFill>
                  <a:schemeClr val="tx1"/>
                </a:solidFill>
                <a:latin typeface="+mn-lt"/>
                <a:ea typeface="+mn-ea"/>
                <a:cs typeface="+mn-cs"/>
              </a:rPr>
              <a:t>JOB3 </a:t>
            </a:r>
            <a:r>
              <a:rPr lang="zh-CN" altLang="en-US" sz="1200" kern="1200" baseline="0" dirty="0">
                <a:solidFill>
                  <a:schemeClr val="tx1"/>
                </a:solidFill>
                <a:latin typeface="+mn-lt"/>
                <a:ea typeface="+mn-ea"/>
                <a:cs typeface="+mn-cs"/>
              </a:rPr>
              <a:t>连续使用磁盘和打印机。对于简单的批处理环境，这些作业将按顺序执行。因此，</a:t>
            </a:r>
            <a:r>
              <a:rPr lang="en-US" altLang="zh-CN" sz="1200" kern="1200" baseline="0" dirty="0">
                <a:solidFill>
                  <a:schemeClr val="tx1"/>
                </a:solidFill>
                <a:latin typeface="+mn-lt"/>
                <a:ea typeface="+mn-ea"/>
                <a:cs typeface="+mn-cs"/>
              </a:rPr>
              <a:t>JOB1 </a:t>
            </a:r>
            <a:r>
              <a:rPr lang="zh-CN" altLang="en-US" sz="1200" kern="1200" baseline="0" dirty="0">
                <a:solidFill>
                  <a:schemeClr val="tx1"/>
                </a:solidFill>
                <a:latin typeface="+mn-lt"/>
                <a:ea typeface="+mn-ea"/>
                <a:cs typeface="+mn-cs"/>
              </a:rPr>
              <a:t>在 </a:t>
            </a:r>
            <a:r>
              <a:rPr lang="en-US" altLang="zh-CN" sz="1200" kern="1200" baseline="0" dirty="0">
                <a:solidFill>
                  <a:schemeClr val="tx1"/>
                </a:solidFill>
                <a:latin typeface="+mn-lt"/>
                <a:ea typeface="+mn-ea"/>
                <a:cs typeface="+mn-cs"/>
              </a:rPr>
              <a:t>5 </a:t>
            </a:r>
            <a:r>
              <a:rPr lang="zh-CN" altLang="en-US" sz="1200" kern="1200" baseline="0" dirty="0">
                <a:solidFill>
                  <a:schemeClr val="tx1"/>
                </a:solidFill>
                <a:latin typeface="+mn-lt"/>
                <a:ea typeface="+mn-ea"/>
                <a:cs typeface="+mn-cs"/>
              </a:rPr>
              <a:t>分钟内完成。</a:t>
            </a:r>
            <a:r>
              <a:rPr lang="en-US" altLang="zh-CN" sz="1200" kern="1200" baseline="0" dirty="0">
                <a:solidFill>
                  <a:schemeClr val="tx1"/>
                </a:solidFill>
                <a:latin typeface="+mn-lt"/>
                <a:ea typeface="+mn-ea"/>
                <a:cs typeface="+mn-cs"/>
              </a:rPr>
              <a:t>JOB2 </a:t>
            </a:r>
            <a:r>
              <a:rPr lang="zh-CN" altLang="en-US" sz="1200" kern="1200" baseline="0" dirty="0">
                <a:solidFill>
                  <a:schemeClr val="tx1"/>
                </a:solidFill>
                <a:latin typeface="+mn-lt"/>
                <a:ea typeface="+mn-ea"/>
                <a:cs typeface="+mn-cs"/>
              </a:rPr>
              <a:t>必须等待 </a:t>
            </a:r>
            <a:r>
              <a:rPr lang="en-US" altLang="zh-CN" sz="1200" kern="1200" baseline="0" dirty="0">
                <a:solidFill>
                  <a:schemeClr val="tx1"/>
                </a:solidFill>
                <a:latin typeface="+mn-lt"/>
                <a:ea typeface="+mn-ea"/>
                <a:cs typeface="+mn-cs"/>
              </a:rPr>
              <a:t>5 </a:t>
            </a:r>
            <a:r>
              <a:rPr lang="zh-CN" altLang="en-US" sz="1200" kern="1200" baseline="0" dirty="0">
                <a:solidFill>
                  <a:schemeClr val="tx1"/>
                </a:solidFill>
                <a:latin typeface="+mn-lt"/>
                <a:ea typeface="+mn-ea"/>
                <a:cs typeface="+mn-cs"/>
              </a:rPr>
              <a:t>分钟结束，然后在 </a:t>
            </a:r>
            <a:r>
              <a:rPr lang="en-US" altLang="zh-CN" sz="1200" kern="1200" baseline="0" dirty="0">
                <a:solidFill>
                  <a:schemeClr val="tx1"/>
                </a:solidFill>
                <a:latin typeface="+mn-lt"/>
                <a:ea typeface="+mn-ea"/>
                <a:cs typeface="+mn-cs"/>
              </a:rPr>
              <a:t>15 </a:t>
            </a:r>
            <a:r>
              <a:rPr lang="zh-CN" altLang="en-US" sz="1200" kern="1200" baseline="0" dirty="0">
                <a:solidFill>
                  <a:schemeClr val="tx1"/>
                </a:solidFill>
                <a:latin typeface="+mn-lt"/>
                <a:ea typeface="+mn-ea"/>
                <a:cs typeface="+mn-cs"/>
              </a:rPr>
              <a:t>分钟之后完成。</a:t>
            </a:r>
            <a:r>
              <a:rPr lang="en-US" altLang="zh-CN" sz="1200" kern="1200" baseline="0" dirty="0">
                <a:solidFill>
                  <a:schemeClr val="tx1"/>
                </a:solidFill>
                <a:latin typeface="+mn-lt"/>
                <a:ea typeface="+mn-ea"/>
                <a:cs typeface="+mn-cs"/>
              </a:rPr>
              <a:t>JOB3 </a:t>
            </a:r>
            <a:r>
              <a:rPr lang="zh-CN" altLang="en-US" sz="1200" kern="1200" baseline="0" dirty="0">
                <a:solidFill>
                  <a:schemeClr val="tx1"/>
                </a:solidFill>
                <a:latin typeface="+mn-lt"/>
                <a:ea typeface="+mn-ea"/>
                <a:cs typeface="+mn-cs"/>
              </a:rPr>
              <a:t>在 </a:t>
            </a:r>
            <a:r>
              <a:rPr lang="en-US" altLang="zh-CN" sz="1200" kern="1200" baseline="0" dirty="0">
                <a:solidFill>
                  <a:schemeClr val="tx1"/>
                </a:solidFill>
                <a:latin typeface="+mn-lt"/>
                <a:ea typeface="+mn-ea"/>
                <a:cs typeface="+mn-cs"/>
              </a:rPr>
              <a:t>20 </a:t>
            </a:r>
            <a:r>
              <a:rPr lang="zh-CN" altLang="en-US" sz="1200" kern="1200" baseline="0" dirty="0">
                <a:solidFill>
                  <a:schemeClr val="tx1"/>
                </a:solidFill>
                <a:latin typeface="+mn-lt"/>
                <a:ea typeface="+mn-ea"/>
                <a:cs typeface="+mn-cs"/>
              </a:rPr>
              <a:t>分钟后开始，在最初提交后 </a:t>
            </a:r>
            <a:r>
              <a:rPr lang="en-US" altLang="zh-CN" sz="1200" kern="1200" baseline="0" dirty="0">
                <a:solidFill>
                  <a:schemeClr val="tx1"/>
                </a:solidFill>
                <a:latin typeface="+mn-lt"/>
                <a:ea typeface="+mn-ea"/>
                <a:cs typeface="+mn-cs"/>
              </a:rPr>
              <a:t>30 </a:t>
            </a:r>
            <a:r>
              <a:rPr lang="zh-CN" altLang="en-US" sz="1200" kern="1200" baseline="0" dirty="0">
                <a:solidFill>
                  <a:schemeClr val="tx1"/>
                </a:solidFill>
                <a:latin typeface="+mn-lt"/>
                <a:ea typeface="+mn-ea"/>
                <a:cs typeface="+mn-cs"/>
              </a:rPr>
              <a:t>分钟完成。</a:t>
            </a:r>
            <a:endParaRPr lang="en-US" altLang="zh-CN"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28339756-F64D-457F-B0A2-F982ECCC3B09}" type="slidenum">
              <a:rPr lang="zh-CN" altLang="en-US" smtClean="0"/>
              <a:t>26</a:t>
            </a:fld>
            <a:endParaRPr lang="zh-CN" altLang="en-US"/>
          </a:p>
        </p:txBody>
      </p:sp>
    </p:spTree>
    <p:extLst>
      <p:ext uri="{BB962C8B-B14F-4D97-AF65-F5344CB8AC3E}">
        <p14:creationId xmlns:p14="http://schemas.microsoft.com/office/powerpoint/2010/main" val="2804186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200" baseline="0" dirty="0">
                <a:solidFill>
                  <a:schemeClr val="tx1"/>
                </a:solidFill>
                <a:latin typeface="+mn-lt"/>
                <a:ea typeface="+mn-ea"/>
                <a:cs typeface="+mn-cs"/>
              </a:rPr>
              <a:t>现在假设作业在多道批处理操作系统下并发运行。由于作业之间的资源争用很少，因此所有三个作业都可以在几乎最短的时间内运行，同时与计算机中的其他作业共存（假设为 </a:t>
            </a:r>
            <a:r>
              <a:rPr lang="en-US" altLang="zh-CN" sz="1800" kern="1200" baseline="0" dirty="0">
                <a:solidFill>
                  <a:schemeClr val="tx1"/>
                </a:solidFill>
                <a:latin typeface="+mn-lt"/>
                <a:ea typeface="+mn-ea"/>
                <a:cs typeface="+mn-cs"/>
              </a:rPr>
              <a:t>JOB2 </a:t>
            </a:r>
            <a:r>
              <a:rPr lang="zh-CN" altLang="en-US" sz="1800" kern="1200" baseline="0" dirty="0">
                <a:solidFill>
                  <a:schemeClr val="tx1"/>
                </a:solidFill>
                <a:latin typeface="+mn-lt"/>
                <a:ea typeface="+mn-ea"/>
                <a:cs typeface="+mn-cs"/>
              </a:rPr>
              <a:t>和 </a:t>
            </a:r>
            <a:r>
              <a:rPr lang="en-US" altLang="zh-CN" sz="1800" kern="1200" baseline="0" dirty="0">
                <a:solidFill>
                  <a:schemeClr val="tx1"/>
                </a:solidFill>
                <a:latin typeface="+mn-lt"/>
                <a:ea typeface="+mn-ea"/>
                <a:cs typeface="+mn-cs"/>
              </a:rPr>
              <a:t>JOB3 </a:t>
            </a:r>
            <a:r>
              <a:rPr lang="zh-CN" altLang="en-US" sz="1800" kern="1200" baseline="0" dirty="0">
                <a:solidFill>
                  <a:schemeClr val="tx1"/>
                </a:solidFill>
                <a:latin typeface="+mn-lt"/>
                <a:ea typeface="+mn-ea"/>
                <a:cs typeface="+mn-cs"/>
              </a:rPr>
              <a:t>分配了足够的处理器时间来保持其输入和输出操作处于活动状态）。</a:t>
            </a:r>
            <a:r>
              <a:rPr lang="en-US" altLang="zh-CN" sz="1800" kern="1200" baseline="0" dirty="0">
                <a:solidFill>
                  <a:schemeClr val="tx1"/>
                </a:solidFill>
                <a:latin typeface="+mn-lt"/>
                <a:ea typeface="+mn-ea"/>
                <a:cs typeface="+mn-cs"/>
              </a:rPr>
              <a:t>JOB1 </a:t>
            </a:r>
            <a:r>
              <a:rPr lang="zh-CN" altLang="en-US" sz="1800" kern="1200" baseline="0" dirty="0">
                <a:solidFill>
                  <a:schemeClr val="tx1"/>
                </a:solidFill>
                <a:latin typeface="+mn-lt"/>
                <a:ea typeface="+mn-ea"/>
                <a:cs typeface="+mn-cs"/>
              </a:rPr>
              <a:t>仍需要 </a:t>
            </a:r>
            <a:r>
              <a:rPr lang="en-US" altLang="zh-CN" sz="1800" kern="1200" baseline="0" dirty="0">
                <a:solidFill>
                  <a:schemeClr val="tx1"/>
                </a:solidFill>
                <a:latin typeface="+mn-lt"/>
                <a:ea typeface="+mn-ea"/>
                <a:cs typeface="+mn-cs"/>
              </a:rPr>
              <a:t>5 </a:t>
            </a:r>
            <a:r>
              <a:rPr lang="zh-CN" altLang="en-US" sz="1800" kern="1200" baseline="0" dirty="0">
                <a:solidFill>
                  <a:schemeClr val="tx1"/>
                </a:solidFill>
                <a:latin typeface="+mn-lt"/>
                <a:ea typeface="+mn-ea"/>
                <a:cs typeface="+mn-cs"/>
              </a:rPr>
              <a:t>分钟才能完成，但在这段时间结束时，</a:t>
            </a:r>
            <a:r>
              <a:rPr lang="en-US" altLang="zh-CN" sz="1800" kern="1200" baseline="0" dirty="0">
                <a:solidFill>
                  <a:schemeClr val="tx1"/>
                </a:solidFill>
                <a:latin typeface="+mn-lt"/>
                <a:ea typeface="+mn-ea"/>
                <a:cs typeface="+mn-cs"/>
              </a:rPr>
              <a:t>JOB2 </a:t>
            </a:r>
            <a:r>
              <a:rPr lang="zh-CN" altLang="en-US" sz="1800" kern="1200" baseline="0" dirty="0">
                <a:solidFill>
                  <a:schemeClr val="tx1"/>
                </a:solidFill>
                <a:latin typeface="+mn-lt"/>
                <a:ea typeface="+mn-ea"/>
                <a:cs typeface="+mn-cs"/>
              </a:rPr>
              <a:t>将完成三分之一，</a:t>
            </a:r>
            <a:r>
              <a:rPr lang="en-US" altLang="zh-CN" sz="1800" kern="1200" baseline="0" dirty="0">
                <a:solidFill>
                  <a:schemeClr val="tx1"/>
                </a:solidFill>
                <a:latin typeface="+mn-lt"/>
                <a:ea typeface="+mn-ea"/>
                <a:cs typeface="+mn-cs"/>
              </a:rPr>
              <a:t>JOB3 </a:t>
            </a:r>
            <a:r>
              <a:rPr lang="zh-CN" altLang="en-US" sz="1800" kern="1200" baseline="0" dirty="0">
                <a:solidFill>
                  <a:schemeClr val="tx1"/>
                </a:solidFill>
                <a:latin typeface="+mn-lt"/>
                <a:ea typeface="+mn-ea"/>
                <a:cs typeface="+mn-cs"/>
              </a:rPr>
              <a:t>将完成一半。所有 </a:t>
            </a:r>
            <a:r>
              <a:rPr lang="en-US" altLang="zh-CN" sz="1800" kern="1200" baseline="0" dirty="0">
                <a:solidFill>
                  <a:schemeClr val="tx1"/>
                </a:solidFill>
                <a:latin typeface="+mn-lt"/>
                <a:ea typeface="+mn-ea"/>
                <a:cs typeface="+mn-cs"/>
              </a:rPr>
              <a:t>3 </a:t>
            </a:r>
            <a:r>
              <a:rPr lang="zh-CN" altLang="en-US" sz="1800" kern="1200" baseline="0" dirty="0">
                <a:solidFill>
                  <a:schemeClr val="tx1"/>
                </a:solidFill>
                <a:latin typeface="+mn-lt"/>
                <a:ea typeface="+mn-ea"/>
                <a:cs typeface="+mn-cs"/>
              </a:rPr>
              <a:t>项作业都将在 </a:t>
            </a:r>
            <a:r>
              <a:rPr lang="en-US" altLang="zh-CN" sz="1800" kern="1200" baseline="0" dirty="0">
                <a:solidFill>
                  <a:schemeClr val="tx1"/>
                </a:solidFill>
                <a:latin typeface="+mn-lt"/>
                <a:ea typeface="+mn-ea"/>
                <a:cs typeface="+mn-cs"/>
              </a:rPr>
              <a:t>15 </a:t>
            </a:r>
            <a:r>
              <a:rPr lang="zh-CN" altLang="en-US" sz="1800" kern="1200" baseline="0" dirty="0">
                <a:solidFill>
                  <a:schemeClr val="tx1"/>
                </a:solidFill>
                <a:latin typeface="+mn-lt"/>
                <a:ea typeface="+mn-ea"/>
                <a:cs typeface="+mn-cs"/>
              </a:rPr>
              <a:t>分钟内完成。</a:t>
            </a:r>
            <a:endParaRPr lang="en-US" altLang="zh-CN" sz="1800" kern="1200" baseline="0" dirty="0">
              <a:solidFill>
                <a:schemeClr val="tx1"/>
              </a:solidFill>
              <a:latin typeface="+mn-lt"/>
              <a:ea typeface="+mn-ea"/>
              <a:cs typeface="+mn-cs"/>
            </a:endParaRPr>
          </a:p>
          <a:p>
            <a:endParaRPr lang="en-US" altLang="zh-CN" sz="1800" kern="1200" baseline="0" dirty="0">
              <a:solidFill>
                <a:schemeClr val="tx1"/>
              </a:solidFill>
              <a:latin typeface="+mn-lt"/>
              <a:ea typeface="+mn-ea"/>
              <a:cs typeface="+mn-cs"/>
            </a:endParaRPr>
          </a:p>
          <a:p>
            <a:r>
              <a:rPr lang="zh-CN" altLang="en-US" sz="1800" kern="1200" baseline="0" dirty="0">
                <a:solidFill>
                  <a:schemeClr val="tx1"/>
                </a:solidFill>
                <a:latin typeface="+mn-lt"/>
                <a:ea typeface="+mn-ea"/>
                <a:cs typeface="+mn-cs"/>
              </a:rPr>
              <a:t>在检查表 </a:t>
            </a:r>
            <a:r>
              <a:rPr lang="en-US" altLang="zh-CN" sz="1800" kern="1200" baseline="0" dirty="0">
                <a:solidFill>
                  <a:schemeClr val="tx1"/>
                </a:solidFill>
                <a:latin typeface="+mn-lt"/>
                <a:ea typeface="+mn-ea"/>
                <a:cs typeface="+mn-cs"/>
              </a:rPr>
              <a:t>2.2 </a:t>
            </a:r>
            <a:r>
              <a:rPr lang="zh-CN" altLang="en-US" sz="1800" kern="1200" baseline="0" dirty="0">
                <a:solidFill>
                  <a:schemeClr val="tx1"/>
                </a:solidFill>
                <a:latin typeface="+mn-lt"/>
                <a:ea typeface="+mn-ea"/>
                <a:cs typeface="+mn-cs"/>
              </a:rPr>
              <a:t>的 </a:t>
            </a:r>
            <a:r>
              <a:rPr lang="en-US" altLang="zh-CN" sz="1800" kern="1200" baseline="0" dirty="0">
                <a:solidFill>
                  <a:schemeClr val="tx1"/>
                </a:solidFill>
                <a:latin typeface="+mn-lt"/>
                <a:ea typeface="+mn-ea"/>
                <a:cs typeface="+mn-cs"/>
              </a:rPr>
              <a:t>multiprogramming </a:t>
            </a:r>
            <a:r>
              <a:rPr lang="zh-CN" altLang="en-US" sz="1800" kern="1200" baseline="0" dirty="0">
                <a:solidFill>
                  <a:schemeClr val="tx1"/>
                </a:solidFill>
                <a:latin typeface="+mn-lt"/>
                <a:ea typeface="+mn-ea"/>
                <a:cs typeface="+mn-cs"/>
              </a:rPr>
              <a:t>列时，改进是显而易见的，从 图 </a:t>
            </a:r>
            <a:r>
              <a:rPr lang="en-US" altLang="zh-CN" sz="1800" kern="1200" baseline="0" dirty="0">
                <a:solidFill>
                  <a:schemeClr val="tx1"/>
                </a:solidFill>
                <a:latin typeface="+mn-lt"/>
                <a:ea typeface="+mn-ea"/>
                <a:cs typeface="+mn-cs"/>
              </a:rPr>
              <a:t>2.6b </a:t>
            </a:r>
            <a:r>
              <a:rPr lang="zh-CN" altLang="en-US" sz="1800" kern="1200" baseline="0" dirty="0">
                <a:solidFill>
                  <a:schemeClr val="tx1"/>
                </a:solidFill>
                <a:latin typeface="+mn-lt"/>
                <a:ea typeface="+mn-ea"/>
                <a:cs typeface="+mn-cs"/>
              </a:rPr>
              <a:t>所示的直方图中获得。</a:t>
            </a:r>
            <a:endParaRPr lang="en-US" sz="1800"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27</a:t>
            </a:fld>
            <a:endParaRPr lang="zh-CN" altLang="en-US"/>
          </a:p>
        </p:txBody>
      </p:sp>
    </p:spTree>
    <p:extLst>
      <p:ext uri="{BB962C8B-B14F-4D97-AF65-F5344CB8AC3E}">
        <p14:creationId xmlns:p14="http://schemas.microsoft.com/office/powerpoint/2010/main" val="3779709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很明显，在所需的 </a:t>
            </a:r>
            <a:r>
              <a:rPr lang="en-US" altLang="zh-CN" sz="1200" kern="1200" baseline="0" dirty="0">
                <a:solidFill>
                  <a:schemeClr val="tx1"/>
                </a:solidFill>
                <a:latin typeface="+mn-lt"/>
                <a:ea typeface="+mn-ea"/>
                <a:cs typeface="+mn-cs"/>
              </a:rPr>
              <a:t>30 </a:t>
            </a:r>
            <a:r>
              <a:rPr lang="zh-CN" altLang="en-US" sz="1200" kern="1200" baseline="0" dirty="0">
                <a:solidFill>
                  <a:schemeClr val="tx1"/>
                </a:solidFill>
                <a:latin typeface="+mn-lt"/>
                <a:ea typeface="+mn-ea"/>
                <a:cs typeface="+mn-cs"/>
              </a:rPr>
              <a:t>分钟时间段内取平均值时，所有资源都存在严重利用率不足的情况。</a:t>
            </a:r>
            <a:endParaRPr lang="en-US" altLang="zh-CN"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
</a:t>
            </a:r>
            <a:r>
              <a:rPr lang="zh-CN" altLang="en-US" sz="1800" dirty="0">
                <a:solidFill>
                  <a:srgbClr val="231F20"/>
                </a:solidFill>
                <a:effectLst/>
                <a:latin typeface="TimesTenLTStd-Roman"/>
              </a:rPr>
              <a:t>在表 </a:t>
            </a:r>
            <a:r>
              <a:rPr lang="en-US" altLang="zh-CN" sz="1800" dirty="0">
                <a:solidFill>
                  <a:srgbClr val="231F20"/>
                </a:solidFill>
                <a:effectLst/>
                <a:latin typeface="TimesTenLTStd-Roman"/>
              </a:rPr>
              <a:t>2.2 </a:t>
            </a:r>
            <a:r>
              <a:rPr lang="zh-CN" altLang="en-US" sz="1800" dirty="0">
                <a:solidFill>
                  <a:srgbClr val="231F20"/>
                </a:solidFill>
                <a:effectLst/>
                <a:latin typeface="TimesTenLTStd-Roman"/>
              </a:rPr>
              <a:t>中 </a:t>
            </a:r>
            <a:r>
              <a:rPr lang="en-US" sz="1800" dirty="0">
                <a:solidFill>
                  <a:srgbClr val="231F20"/>
                </a:solidFill>
                <a:effectLst/>
                <a:latin typeface="TimesTenLTStd-Roman"/>
              </a:rPr>
              <a:t>multiprogramming </a:t>
            </a:r>
            <a:r>
              <a:rPr lang="zh-CN" altLang="en-US" sz="1800" dirty="0">
                <a:solidFill>
                  <a:srgbClr val="231F20"/>
                </a:solidFill>
                <a:effectLst/>
                <a:latin typeface="TimesTenLTStd-Roman"/>
              </a:rPr>
              <a:t>列时，资源利用率的提升是显而易见的</a:t>
            </a:r>
            <a:endParaRPr lang="en-US" sz="1200" kern="1200" baseline="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28339756-F64D-457F-B0A2-F982ECCC3B09}" type="slidenum">
              <a:rPr lang="zh-CN" altLang="en-US" smtClean="0"/>
              <a:t>28</a:t>
            </a:fld>
            <a:endParaRPr lang="zh-CN" altLang="en-US"/>
          </a:p>
        </p:txBody>
      </p:sp>
    </p:spTree>
    <p:extLst>
      <p:ext uri="{BB962C8B-B14F-4D97-AF65-F5344CB8AC3E}">
        <p14:creationId xmlns:p14="http://schemas.microsoft.com/office/powerpoint/2010/main" val="36278260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solidFill>
                  <a:srgbClr val="231F20"/>
                </a:solidFill>
                <a:effectLst/>
                <a:latin typeface="TimesTenLTStd-Roman"/>
              </a:rPr>
              <a:t>通过使用 </a:t>
            </a:r>
            <a:r>
              <a:rPr lang="en-US" altLang="zh-CN" sz="1800" dirty="0">
                <a:solidFill>
                  <a:srgbClr val="231F20"/>
                </a:solidFill>
                <a:effectLst/>
                <a:latin typeface="TimesTenLTStd-Roman"/>
              </a:rPr>
              <a:t>multiprogramming</a:t>
            </a:r>
            <a:r>
              <a:rPr lang="zh-CN" altLang="en-US" sz="1800" dirty="0">
                <a:solidFill>
                  <a:srgbClr val="231F20"/>
                </a:solidFill>
                <a:effectLst/>
                <a:latin typeface="TimesTenLTStd-Roman"/>
              </a:rPr>
              <a:t>，批处理可以非常高效。但是，对于许多作业，最好提供一种用户直接与计算机交互的模式。事实上，对于某些作业，例如事务处理，交互模式是必不可少的。</a:t>
            </a:r>
            <a:endParaRPr lang="en-US" altLang="zh-CN" sz="1800" dirty="0">
              <a:solidFill>
                <a:srgbClr val="231F20"/>
              </a:solidFill>
              <a:effectLst/>
              <a:latin typeface="TimesTenLTStd-Roman"/>
            </a:endParaRPr>
          </a:p>
          <a:p>
            <a:r>
              <a:rPr lang="zh-CN" altLang="en-US" sz="1800" dirty="0">
                <a:solidFill>
                  <a:srgbClr val="231F20"/>
                </a:solidFill>
                <a:effectLst/>
                <a:latin typeface="TimesTenLTStd-Roman"/>
              </a:rPr>
              <a:t>今天，对交互式计算设施的要求可以通过使用专用的个人计算机或工作站来满足。这种选择在 </a:t>
            </a:r>
            <a:r>
              <a:rPr lang="en-US" altLang="zh-CN" sz="1800" dirty="0">
                <a:solidFill>
                  <a:srgbClr val="231F20"/>
                </a:solidFill>
                <a:effectLst/>
                <a:latin typeface="TimesTenLTStd-Roman"/>
              </a:rPr>
              <a:t>1960 </a:t>
            </a:r>
            <a:r>
              <a:rPr lang="zh-CN" altLang="en-US" sz="1800" dirty="0">
                <a:solidFill>
                  <a:srgbClr val="231F20"/>
                </a:solidFill>
                <a:effectLst/>
                <a:latin typeface="TimesTenLTStd-Roman"/>
              </a:rPr>
              <a:t>年代不可用，当时大多数计算机都很大且成本很高。因此，开发了分时。</a:t>
            </a:r>
            <a:endParaRPr lang="en-US" altLang="zh-CN" sz="1800" dirty="0">
              <a:solidFill>
                <a:srgbClr val="231F20"/>
              </a:solidFill>
              <a:effectLst/>
              <a:latin typeface="TimesTenLTStd-Roman"/>
            </a:endParaRPr>
          </a:p>
          <a:p>
            <a:r>
              <a:rPr lang="zh-CN" altLang="en-US" sz="1800" dirty="0">
                <a:solidFill>
                  <a:srgbClr val="231F20"/>
                </a:solidFill>
                <a:effectLst/>
                <a:latin typeface="TimesTenLTStd-Roman"/>
              </a:rPr>
              <a:t>正如 </a:t>
            </a:r>
            <a:r>
              <a:rPr lang="en-US" altLang="zh-CN" sz="1800" dirty="0">
                <a:solidFill>
                  <a:srgbClr val="231F20"/>
                </a:solidFill>
                <a:effectLst/>
                <a:latin typeface="TimesTenLTStd-Roman"/>
              </a:rPr>
              <a:t>multiprogramming </a:t>
            </a:r>
            <a:r>
              <a:rPr lang="zh-CN" altLang="en-US" sz="1800" dirty="0">
                <a:solidFill>
                  <a:srgbClr val="231F20"/>
                </a:solidFill>
                <a:effectLst/>
                <a:latin typeface="TimesTenLTStd-Roman"/>
              </a:rPr>
              <a:t>允许处理器一次处理多个批处理作业一样，</a:t>
            </a:r>
            <a:r>
              <a:rPr lang="en-US" altLang="zh-CN" sz="1800" dirty="0">
                <a:solidFill>
                  <a:srgbClr val="231F20"/>
                </a:solidFill>
                <a:effectLst/>
                <a:latin typeface="TimesTenLTStd-Roman"/>
              </a:rPr>
              <a:t>multiprogramming </a:t>
            </a:r>
            <a:r>
              <a:rPr lang="zh-CN" altLang="en-US" sz="1800" dirty="0">
                <a:solidFill>
                  <a:srgbClr val="231F20"/>
                </a:solidFill>
                <a:effectLst/>
                <a:latin typeface="TimesTenLTStd-Roman"/>
              </a:rPr>
              <a:t>也可用于处理多个交互式作业。在后一种情况下，该技术称为 </a:t>
            </a:r>
            <a:r>
              <a:rPr lang="en-US" altLang="zh-CN" sz="1800" dirty="0">
                <a:solidFill>
                  <a:srgbClr val="231F20"/>
                </a:solidFill>
                <a:effectLst/>
                <a:latin typeface="TimesTenLTStd-Roman"/>
              </a:rPr>
              <a:t>time sharing </a:t>
            </a:r>
            <a:r>
              <a:rPr lang="zh-CN" altLang="en-US" sz="1800" dirty="0">
                <a:solidFill>
                  <a:srgbClr val="231F20"/>
                </a:solidFill>
                <a:effectLst/>
                <a:latin typeface="TimesTenLTStd-Roman"/>
              </a:rPr>
              <a:t>，因为处理器时间在多个用户之间共享。在分时系统中，多个用户通过终端同时访问系统时，操作系统会交叉的执行用户程序的。因此，如果同时有 </a:t>
            </a:r>
            <a:r>
              <a:rPr lang="en-US" altLang="zh-CN" sz="1800" dirty="0">
                <a:solidFill>
                  <a:srgbClr val="231F20"/>
                </a:solidFill>
                <a:effectLst/>
                <a:latin typeface="TimesTenLTStd-Roman"/>
              </a:rPr>
              <a:t>n </a:t>
            </a:r>
            <a:r>
              <a:rPr lang="zh-CN" altLang="en-US" sz="1800" dirty="0">
                <a:solidFill>
                  <a:srgbClr val="231F20"/>
                </a:solidFill>
                <a:effectLst/>
                <a:latin typeface="TimesTenLTStd-Roman"/>
              </a:rPr>
              <a:t>个用户主动请求服务，则每个用户将只能看到平均 </a:t>
            </a:r>
            <a:r>
              <a:rPr lang="en-US" altLang="zh-CN" sz="1800" dirty="0">
                <a:solidFill>
                  <a:srgbClr val="231F20"/>
                </a:solidFill>
                <a:effectLst/>
                <a:latin typeface="TimesTenLTStd-Roman"/>
              </a:rPr>
              <a:t>1/ n </a:t>
            </a:r>
            <a:r>
              <a:rPr lang="zh-CN" altLang="en-US" sz="1800" dirty="0">
                <a:solidFill>
                  <a:srgbClr val="231F20"/>
                </a:solidFill>
                <a:effectLst/>
                <a:latin typeface="TimesTenLTStd-Roman"/>
              </a:rPr>
              <a:t>的有效计算机容量，这还不包括操作系统开销。考虑到人类的反应时间相对较慢，</a:t>
            </a:r>
            <a:endParaRPr lang="en-US" altLang="zh-CN" sz="1800" dirty="0">
              <a:solidFill>
                <a:srgbClr val="231F20"/>
              </a:solidFill>
              <a:effectLst/>
              <a:latin typeface="TimesTenLTStd-Roman"/>
            </a:endParaRPr>
          </a:p>
          <a:p>
            <a:r>
              <a:rPr lang="zh-CN" altLang="en-US" sz="1800" dirty="0">
                <a:solidFill>
                  <a:srgbClr val="231F20"/>
                </a:solidFill>
                <a:effectLst/>
                <a:latin typeface="TimesTenLTStd-Roman"/>
              </a:rPr>
              <a:t>设计合理的系统上的响应时间应与专用计算机上的响应时间相似。</a:t>
            </a:r>
            <a:endParaRPr lang="en-US" altLang="zh-CN" sz="1800" dirty="0">
              <a:solidFill>
                <a:srgbClr val="231F20"/>
              </a:solidFill>
              <a:effectLst/>
              <a:latin typeface="TimesTenLTStd-Roman"/>
            </a:endParaRPr>
          </a:p>
        </p:txBody>
      </p:sp>
      <p:sp>
        <p:nvSpPr>
          <p:cNvPr id="4" name="灯片编号占位符 3"/>
          <p:cNvSpPr>
            <a:spLocks noGrp="1"/>
          </p:cNvSpPr>
          <p:nvPr>
            <p:ph type="sldNum" sz="quarter" idx="5"/>
          </p:nvPr>
        </p:nvSpPr>
        <p:spPr/>
        <p:txBody>
          <a:bodyPr/>
          <a:lstStyle/>
          <a:p>
            <a:fld id="{28339756-F64D-457F-B0A2-F982ECCC3B09}" type="slidenum">
              <a:rPr lang="zh-CN" altLang="en-US" smtClean="0"/>
              <a:t>30</a:t>
            </a:fld>
            <a:endParaRPr lang="zh-CN" altLang="en-US"/>
          </a:p>
        </p:txBody>
      </p:sp>
    </p:spTree>
    <p:extLst>
      <p:ext uri="{BB962C8B-B14F-4D97-AF65-F5344CB8AC3E}">
        <p14:creationId xmlns:p14="http://schemas.microsoft.com/office/powerpoint/2010/main" val="2746881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最早开发的分时操作系统之一是兼容分时系统 （</a:t>
            </a:r>
            <a:r>
              <a:rPr lang="en-US" altLang="zh-CN" sz="1200" kern="1200" baseline="0" dirty="0">
                <a:solidFill>
                  <a:schemeClr val="tx1"/>
                </a:solidFill>
                <a:latin typeface="+mn-lt"/>
                <a:ea typeface="+mn-ea"/>
                <a:cs typeface="+mn-cs"/>
              </a:rPr>
              <a:t>CTSS</a:t>
            </a:r>
            <a:r>
              <a:rPr lang="zh-CN" altLang="en-US" sz="1200" kern="1200" baseline="0" dirty="0">
                <a:solidFill>
                  <a:schemeClr val="tx1"/>
                </a:solidFill>
                <a:latin typeface="+mn-lt"/>
                <a:ea typeface="+mn-ea"/>
                <a:cs typeface="+mn-cs"/>
              </a:rPr>
              <a:t>） ，由麻省理工学院一个名为 </a:t>
            </a:r>
            <a:r>
              <a:rPr lang="en-US" altLang="zh-CN" sz="1200" kern="1200" baseline="0" dirty="0">
                <a:solidFill>
                  <a:schemeClr val="tx1"/>
                </a:solidFill>
                <a:latin typeface="+mn-lt"/>
                <a:ea typeface="+mn-ea"/>
                <a:cs typeface="+mn-cs"/>
              </a:rPr>
              <a:t>Project MAC</a:t>
            </a:r>
            <a:r>
              <a:rPr lang="zh-CN" altLang="en-US" sz="1200" kern="1200" baseline="0" dirty="0">
                <a:solidFill>
                  <a:schemeClr val="tx1"/>
                </a:solidFill>
                <a:latin typeface="+mn-lt"/>
                <a:ea typeface="+mn-ea"/>
                <a:cs typeface="+mn-cs"/>
              </a:rPr>
              <a:t>（机器辅助认知或多访问计算机）的小组开发。
与后来的系统相比，</a:t>
            </a:r>
            <a:r>
              <a:rPr lang="en-US" altLang="zh-CN" sz="1200" kern="1200" baseline="0" dirty="0">
                <a:solidFill>
                  <a:schemeClr val="tx1"/>
                </a:solidFill>
                <a:latin typeface="+mn-lt"/>
                <a:ea typeface="+mn-ea"/>
                <a:cs typeface="+mn-cs"/>
              </a:rPr>
              <a:t>CTSS </a:t>
            </a:r>
            <a:r>
              <a:rPr lang="zh-CN" altLang="en-US" sz="1200" kern="1200" baseline="0" dirty="0">
                <a:solidFill>
                  <a:schemeClr val="tx1"/>
                </a:solidFill>
                <a:latin typeface="+mn-lt"/>
                <a:ea typeface="+mn-ea"/>
                <a:cs typeface="+mn-cs"/>
              </a:rPr>
              <a:t>是原始的。该系统在一台具有 </a:t>
            </a:r>
            <a:r>
              <a:rPr lang="en-US" altLang="zh-CN" sz="1200" kern="1200" baseline="0" dirty="0">
                <a:solidFill>
                  <a:schemeClr val="tx1"/>
                </a:solidFill>
                <a:latin typeface="+mn-lt"/>
                <a:ea typeface="+mn-ea"/>
                <a:cs typeface="+mn-cs"/>
              </a:rPr>
              <a:t>32,000 </a:t>
            </a:r>
            <a:r>
              <a:rPr lang="zh-CN" altLang="en-US" sz="1200" kern="1200" baseline="0" dirty="0">
                <a:solidFill>
                  <a:schemeClr val="tx1"/>
                </a:solidFill>
                <a:latin typeface="+mn-lt"/>
                <a:ea typeface="+mn-ea"/>
                <a:cs typeface="+mn-cs"/>
              </a:rPr>
              <a:t>个 </a:t>
            </a:r>
            <a:r>
              <a:rPr lang="en-US" altLang="zh-CN" sz="1200" kern="1200" baseline="0" dirty="0">
                <a:solidFill>
                  <a:schemeClr val="tx1"/>
                </a:solidFill>
                <a:latin typeface="+mn-lt"/>
                <a:ea typeface="+mn-ea"/>
                <a:cs typeface="+mn-cs"/>
              </a:rPr>
              <a:t>36 </a:t>
            </a:r>
            <a:r>
              <a:rPr lang="zh-CN" altLang="en-US" sz="1200" kern="1200" baseline="0" dirty="0">
                <a:solidFill>
                  <a:schemeClr val="tx1"/>
                </a:solidFill>
                <a:latin typeface="+mn-lt"/>
                <a:ea typeface="+mn-ea"/>
                <a:cs typeface="+mn-cs"/>
              </a:rPr>
              <a:t>位主内存的计算机上运行，其中</a:t>
            </a:r>
            <a:r>
              <a:rPr lang="zh-CN" altLang="en-US" sz="1200" b="1" kern="1200" baseline="0" dirty="0">
                <a:solidFill>
                  <a:schemeClr val="tx1"/>
                </a:solidFill>
                <a:latin typeface="+mn-lt"/>
                <a:ea typeface="+mn-ea"/>
                <a:cs typeface="+mn-cs"/>
              </a:rPr>
              <a:t>常驻监视器</a:t>
            </a:r>
            <a:r>
              <a:rPr lang="zh-CN" altLang="en-US" sz="1200" kern="1200" baseline="0" dirty="0">
                <a:solidFill>
                  <a:schemeClr val="tx1"/>
                </a:solidFill>
                <a:latin typeface="+mn-lt"/>
                <a:ea typeface="+mn-ea"/>
                <a:cs typeface="+mn-cs"/>
              </a:rPr>
              <a:t>消耗了其中的 </a:t>
            </a:r>
            <a:r>
              <a:rPr lang="en-US" altLang="zh-CN" sz="1200" kern="1200" baseline="0" dirty="0">
                <a:solidFill>
                  <a:schemeClr val="tx1"/>
                </a:solidFill>
                <a:latin typeface="+mn-lt"/>
                <a:ea typeface="+mn-ea"/>
                <a:cs typeface="+mn-cs"/>
              </a:rPr>
              <a:t>5000 </a:t>
            </a:r>
            <a:r>
              <a:rPr lang="zh-CN" altLang="en-US" sz="1200" kern="1200" baseline="0" dirty="0">
                <a:solidFill>
                  <a:schemeClr val="tx1"/>
                </a:solidFill>
                <a:latin typeface="+mn-lt"/>
                <a:ea typeface="+mn-ea"/>
                <a:cs typeface="+mn-cs"/>
              </a:rPr>
              <a:t>个字。当控制权分配给交互式用户时，用户的程序和数据被加载到主存储器的剩余 </a:t>
            </a:r>
            <a:r>
              <a:rPr lang="en-US" altLang="zh-CN" sz="1200" kern="1200" baseline="0" dirty="0">
                <a:solidFill>
                  <a:schemeClr val="tx1"/>
                </a:solidFill>
                <a:latin typeface="+mn-lt"/>
                <a:ea typeface="+mn-ea"/>
                <a:cs typeface="+mn-cs"/>
              </a:rPr>
              <a:t>27,000 </a:t>
            </a:r>
            <a:r>
              <a:rPr lang="zh-CN" altLang="en-US" sz="1200" kern="1200" baseline="0" dirty="0">
                <a:solidFill>
                  <a:schemeClr val="tx1"/>
                </a:solidFill>
                <a:latin typeface="+mn-lt"/>
                <a:ea typeface="+mn-ea"/>
                <a:cs typeface="+mn-cs"/>
              </a:rPr>
              <a:t>字中。程序总是加载为从第 </a:t>
            </a:r>
            <a:r>
              <a:rPr lang="en-US" altLang="zh-CN" sz="1200" kern="1200" baseline="0" dirty="0">
                <a:solidFill>
                  <a:schemeClr val="tx1"/>
                </a:solidFill>
                <a:latin typeface="+mn-lt"/>
                <a:ea typeface="+mn-ea"/>
                <a:cs typeface="+mn-cs"/>
              </a:rPr>
              <a:t>5000 </a:t>
            </a:r>
            <a:r>
              <a:rPr lang="zh-CN" altLang="en-US" sz="1200" kern="1200" baseline="0" dirty="0">
                <a:solidFill>
                  <a:schemeClr val="tx1"/>
                </a:solidFill>
                <a:latin typeface="+mn-lt"/>
                <a:ea typeface="+mn-ea"/>
                <a:cs typeface="+mn-cs"/>
              </a:rPr>
              <a:t>个的位置开始</a:t>
            </a:r>
            <a:r>
              <a:rPr lang="en-US" altLang="zh-CN" sz="1200" kern="1200" baseline="0" dirty="0">
                <a:solidFill>
                  <a:schemeClr val="tx1"/>
                </a:solidFill>
                <a:latin typeface="+mn-lt"/>
                <a:ea typeface="+mn-ea"/>
                <a:cs typeface="+mn-cs"/>
              </a:rPr>
              <a:t>;</a:t>
            </a:r>
            <a:r>
              <a:rPr lang="zh-CN" altLang="en-US" sz="1200" kern="1200" baseline="0" dirty="0">
                <a:solidFill>
                  <a:schemeClr val="tx1"/>
                </a:solidFill>
                <a:latin typeface="+mn-lt"/>
                <a:ea typeface="+mn-ea"/>
                <a:cs typeface="+mn-cs"/>
              </a:rPr>
              <a:t>这简化了 </a:t>
            </a:r>
            <a:r>
              <a:rPr lang="en-US" altLang="zh-CN" sz="1200" kern="1200" baseline="0" dirty="0">
                <a:solidFill>
                  <a:schemeClr val="tx1"/>
                </a:solidFill>
                <a:latin typeface="+mn-lt"/>
                <a:ea typeface="+mn-ea"/>
                <a:cs typeface="+mn-cs"/>
              </a:rPr>
              <a:t>Monitor </a:t>
            </a:r>
            <a:r>
              <a:rPr lang="zh-CN" altLang="en-US" sz="1200" kern="1200" baseline="0" dirty="0">
                <a:solidFill>
                  <a:schemeClr val="tx1"/>
                </a:solidFill>
                <a:latin typeface="+mn-lt"/>
                <a:ea typeface="+mn-ea"/>
                <a:cs typeface="+mn-cs"/>
              </a:rPr>
              <a:t>和 </a:t>
            </a:r>
            <a:r>
              <a:rPr lang="en-US" altLang="zh-CN" sz="1200" kern="1200" baseline="0" dirty="0">
                <a:solidFill>
                  <a:schemeClr val="tx1"/>
                </a:solidFill>
                <a:latin typeface="+mn-lt"/>
                <a:ea typeface="+mn-ea"/>
                <a:cs typeface="+mn-cs"/>
              </a:rPr>
              <a:t>Memory </a:t>
            </a:r>
            <a:r>
              <a:rPr lang="zh-CN" altLang="en-US" sz="1200" kern="1200" baseline="0" dirty="0">
                <a:solidFill>
                  <a:schemeClr val="tx1"/>
                </a:solidFill>
                <a:latin typeface="+mn-lt"/>
                <a:ea typeface="+mn-ea"/>
                <a:cs typeface="+mn-cs"/>
              </a:rPr>
              <a:t>管理。</a:t>
            </a:r>
            <a:endParaRPr lang="en-US" altLang="zh-CN" sz="1200" kern="1200" baseline="0" dirty="0">
              <a:solidFill>
                <a:schemeClr val="tx1"/>
              </a:solidFill>
              <a:latin typeface="+mn-lt"/>
              <a:ea typeface="+mn-ea"/>
              <a:cs typeface="+mn-cs"/>
            </a:endParaRPr>
          </a:p>
          <a:p>
            <a:r>
              <a:rPr lang="zh-CN" altLang="en-US" sz="1200" b="1" kern="1200" baseline="0" dirty="0">
                <a:solidFill>
                  <a:schemeClr val="tx1"/>
                </a:solidFill>
                <a:latin typeface="+mn-lt"/>
                <a:ea typeface="+mn-ea"/>
                <a:cs typeface="+mn-cs"/>
              </a:rPr>
              <a:t>系统时钟以大约每 </a:t>
            </a:r>
            <a:r>
              <a:rPr lang="en-US" altLang="zh-CN" sz="1200" b="1" kern="1200" baseline="0" dirty="0">
                <a:solidFill>
                  <a:schemeClr val="tx1"/>
                </a:solidFill>
                <a:latin typeface="+mn-lt"/>
                <a:ea typeface="+mn-ea"/>
                <a:cs typeface="+mn-cs"/>
              </a:rPr>
              <a:t>0.2 </a:t>
            </a:r>
            <a:r>
              <a:rPr lang="zh-CN" altLang="en-US" sz="1200" b="1" kern="1200" baseline="0" dirty="0">
                <a:solidFill>
                  <a:schemeClr val="tx1"/>
                </a:solidFill>
                <a:latin typeface="+mn-lt"/>
                <a:ea typeface="+mn-ea"/>
                <a:cs typeface="+mn-cs"/>
              </a:rPr>
              <a:t>秒 </a:t>
            </a:r>
            <a:r>
              <a:rPr lang="en-US" altLang="zh-CN" sz="1200" b="1" kern="1200" baseline="0" dirty="0">
                <a:solidFill>
                  <a:schemeClr val="tx1"/>
                </a:solidFill>
                <a:latin typeface="+mn-lt"/>
                <a:ea typeface="+mn-ea"/>
                <a:cs typeface="+mn-cs"/>
              </a:rPr>
              <a:t>1 </a:t>
            </a:r>
            <a:r>
              <a:rPr lang="zh-CN" altLang="en-US" sz="1200" b="1" kern="1200" baseline="0" dirty="0">
                <a:solidFill>
                  <a:schemeClr val="tx1"/>
                </a:solidFill>
                <a:latin typeface="+mn-lt"/>
                <a:ea typeface="+mn-ea"/>
                <a:cs typeface="+mn-cs"/>
              </a:rPr>
              <a:t>次的速率生成中断。在每个 </a:t>
            </a:r>
            <a:r>
              <a:rPr lang="en-US" altLang="zh-CN" sz="1200" b="1" kern="1200" baseline="0" dirty="0">
                <a:solidFill>
                  <a:schemeClr val="tx1"/>
                </a:solidFill>
                <a:latin typeface="+mn-lt"/>
                <a:ea typeface="+mn-ea"/>
                <a:cs typeface="+mn-cs"/>
              </a:rPr>
              <a:t>clock </a:t>
            </a:r>
            <a:r>
              <a:rPr lang="zh-CN" altLang="en-US" sz="1200" b="1" kern="1200" baseline="0" dirty="0">
                <a:solidFill>
                  <a:schemeClr val="tx1"/>
                </a:solidFill>
                <a:latin typeface="+mn-lt"/>
                <a:ea typeface="+mn-ea"/>
                <a:cs typeface="+mn-cs"/>
              </a:rPr>
              <a:t>中断时， </a:t>
            </a:r>
            <a:r>
              <a:rPr lang="en-US" altLang="zh-CN" sz="1200" b="1" kern="1200" baseline="0" dirty="0">
                <a:solidFill>
                  <a:schemeClr val="tx1"/>
                </a:solidFill>
                <a:latin typeface="+mn-lt"/>
                <a:ea typeface="+mn-ea"/>
                <a:cs typeface="+mn-cs"/>
              </a:rPr>
              <a:t>OS </a:t>
            </a:r>
            <a:r>
              <a:rPr lang="zh-CN" altLang="en-US" sz="1200" b="1" kern="1200" baseline="0" dirty="0">
                <a:solidFill>
                  <a:schemeClr val="tx1"/>
                </a:solidFill>
                <a:latin typeface="+mn-lt"/>
                <a:ea typeface="+mn-ea"/>
                <a:cs typeface="+mn-cs"/>
              </a:rPr>
              <a:t>重新获得控制权，并且可以将处理器分配给另一个用户</a:t>
            </a:r>
            <a:r>
              <a:rPr lang="zh-CN" altLang="en-US" sz="1200" kern="1200" baseline="0" dirty="0">
                <a:solidFill>
                  <a:schemeClr val="tx1"/>
                </a:solidFill>
                <a:latin typeface="+mn-lt"/>
                <a:ea typeface="+mn-ea"/>
                <a:cs typeface="+mn-cs"/>
              </a:rPr>
              <a:t>。</a:t>
            </a:r>
            <a:r>
              <a:rPr lang="zh-CN" altLang="en-US" sz="1200" b="1" kern="1200" baseline="0" dirty="0">
                <a:solidFill>
                  <a:schemeClr val="tx1"/>
                </a:solidFill>
                <a:latin typeface="+mn-lt"/>
                <a:ea typeface="+mn-ea"/>
                <a:cs typeface="+mn-cs"/>
              </a:rPr>
              <a:t>这种技术称为时间切片 </a:t>
            </a:r>
            <a:r>
              <a:rPr lang="zh-CN" altLang="en-US" sz="1200" kern="1200" baseline="0" dirty="0">
                <a:solidFill>
                  <a:schemeClr val="tx1"/>
                </a:solidFill>
                <a:latin typeface="+mn-lt"/>
                <a:ea typeface="+mn-ea"/>
                <a:cs typeface="+mn-cs"/>
              </a:rPr>
              <a:t>。因此，在固定的时间间隔内，当前用户将被抢占，并加载另一个用户。为了保留旧的用户程序状态以供以后恢复，在读入新的用户程序和数据之前，将旧的用户程序和数据写出到磁盘。随后，当下次轮到该程序时，旧的用户程序代码和数据将恢复到主内存中。</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31</a:t>
            </a:fld>
            <a:endParaRPr lang="zh-CN" altLang="en-US"/>
          </a:p>
        </p:txBody>
      </p:sp>
    </p:spTree>
    <p:extLst>
      <p:ext uri="{BB962C8B-B14F-4D97-AF65-F5344CB8AC3E}">
        <p14:creationId xmlns:p14="http://schemas.microsoft.com/office/powerpoint/2010/main" val="36335510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1955 </a:t>
            </a:r>
            <a:r>
              <a:rPr lang="zh-CN" altLang="en-US" dirty="0">
                <a:effectLst/>
                <a:latin typeface="Segoe UI Web (West European)"/>
              </a:rPr>
              <a:t>年至今，短暂而丰富的历史</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大型机操作系统</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个人计算机操作系统</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嵌入式操作系统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移动操作系统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多处理器操作系统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分布式操作系统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云操作系统</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边缘操作系统</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32</a:t>
            </a:fld>
            <a:endParaRPr lang="zh-CN" altLang="en-US"/>
          </a:p>
        </p:txBody>
      </p:sp>
    </p:spTree>
    <p:extLst>
      <p:ext uri="{BB962C8B-B14F-4D97-AF65-F5344CB8AC3E}">
        <p14:creationId xmlns:p14="http://schemas.microsoft.com/office/powerpoint/2010/main" val="3052266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操作系统是有史以来开发的最复杂的软件之一。这反映了试图满足便利性、效率和发展能力等困难且在某些情况下相互竞争的目标所面临的挑战。</a:t>
            </a:r>
            <a:endParaRPr lang="en-US" altLang="zh-CN"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彼得提出，</a:t>
            </a:r>
            <a:r>
              <a:rPr lang="zh-CN" altLang="en-US" dirty="0">
                <a:effectLst/>
                <a:latin typeface="Segoe UI Web (West European)"/>
              </a:rPr>
              <a:t>提出操作系统的发展有四项主要的理论进步</a:t>
            </a:r>
            <a:r>
              <a:rPr lang="zh-CN" altLang="en-US" sz="1200" kern="1200" baseline="0" dirty="0">
                <a:solidFill>
                  <a:schemeClr val="tx1"/>
                </a:solidFill>
                <a:latin typeface="+mn-lt"/>
                <a:ea typeface="+mn-ea"/>
                <a:cs typeface="+mn-cs"/>
              </a:rPr>
              <a:t>
</a:t>
            </a:r>
            <a:r>
              <a:rPr lang="en-US" altLang="zh-CN" sz="1200" kern="1200" baseline="0" dirty="0">
                <a:solidFill>
                  <a:schemeClr val="tx1"/>
                </a:solidFill>
                <a:latin typeface="+mn-lt"/>
                <a:ea typeface="+mn-ea"/>
                <a:cs typeface="+mn-cs"/>
              </a:rPr>
              <a:t>• </a:t>
            </a:r>
            <a:r>
              <a:rPr lang="zh-CN" altLang="en-US" sz="1200" kern="1200" baseline="0" dirty="0">
                <a:solidFill>
                  <a:schemeClr val="tx1"/>
                </a:solidFill>
                <a:latin typeface="+mn-lt"/>
                <a:ea typeface="+mn-ea"/>
                <a:cs typeface="+mn-cs"/>
              </a:rPr>
              <a:t>进程
</a:t>
            </a:r>
            <a:r>
              <a:rPr lang="en-US" altLang="zh-CN" sz="1200" kern="1200" baseline="0" dirty="0">
                <a:solidFill>
                  <a:schemeClr val="tx1"/>
                </a:solidFill>
                <a:latin typeface="+mn-lt"/>
                <a:ea typeface="+mn-ea"/>
                <a:cs typeface="+mn-cs"/>
              </a:rPr>
              <a:t>• </a:t>
            </a:r>
            <a:r>
              <a:rPr lang="zh-CN" altLang="en-US" sz="1200" kern="1200" baseline="0" dirty="0">
                <a:solidFill>
                  <a:schemeClr val="tx1"/>
                </a:solidFill>
                <a:latin typeface="+mn-lt"/>
                <a:ea typeface="+mn-ea"/>
                <a:cs typeface="+mn-cs"/>
              </a:rPr>
              <a:t>内存管理
</a:t>
            </a:r>
            <a:r>
              <a:rPr lang="en-US" altLang="zh-CN" sz="1200" kern="1200" baseline="0" dirty="0">
                <a:solidFill>
                  <a:schemeClr val="tx1"/>
                </a:solidFill>
                <a:latin typeface="+mn-lt"/>
                <a:ea typeface="+mn-ea"/>
                <a:cs typeface="+mn-cs"/>
              </a:rPr>
              <a:t>• </a:t>
            </a:r>
            <a:r>
              <a:rPr lang="zh-CN" altLang="en-US" sz="1200" kern="1200" baseline="0" dirty="0">
                <a:solidFill>
                  <a:schemeClr val="tx1"/>
                </a:solidFill>
                <a:latin typeface="+mn-lt"/>
                <a:ea typeface="+mn-ea"/>
                <a:cs typeface="+mn-cs"/>
              </a:rPr>
              <a:t>信息保护和安全
</a:t>
            </a:r>
            <a:r>
              <a:rPr lang="en-US" altLang="zh-CN" sz="1200" kern="1200" baseline="0" dirty="0">
                <a:solidFill>
                  <a:schemeClr val="tx1"/>
                </a:solidFill>
                <a:latin typeface="+mn-lt"/>
                <a:ea typeface="+mn-ea"/>
                <a:cs typeface="+mn-cs"/>
              </a:rPr>
              <a:t>• </a:t>
            </a:r>
            <a:r>
              <a:rPr lang="zh-CN" altLang="en-US" sz="1200" kern="1200" baseline="0" dirty="0">
                <a:solidFill>
                  <a:schemeClr val="tx1"/>
                </a:solidFill>
                <a:latin typeface="+mn-lt"/>
                <a:ea typeface="+mn-ea"/>
                <a:cs typeface="+mn-cs"/>
              </a:rPr>
              <a:t>调度和资源管理</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33</a:t>
            </a:fld>
            <a:endParaRPr lang="zh-CN" altLang="en-US"/>
          </a:p>
        </p:txBody>
      </p:sp>
    </p:spTree>
    <p:extLst>
      <p:ext uri="{BB962C8B-B14F-4D97-AF65-F5344CB8AC3E}">
        <p14:creationId xmlns:p14="http://schemas.microsoft.com/office/powerpoint/2010/main" val="3482431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正在执行的程序。
在计算机上运行的程序的实例。
可分配给处理器并在处理器上执行的实体。</a:t>
            </a:r>
            <a:endParaRPr lang="en-US" altLang="zh-CN" dirty="0"/>
          </a:p>
          <a:p>
            <a:pPr marL="171450" indent="-171450">
              <a:buFont typeface="Arial" panose="020B0604020202020204" pitchFamily="34" charset="0"/>
              <a:buChar char="•"/>
            </a:pPr>
            <a:r>
              <a:rPr lang="zh-CN" altLang="en-US" dirty="0"/>
              <a:t>由单一线程、当前状态、相关习题资源所表征的活动单元
一个活动单元，其特征是单个顺序执行线程</a:t>
            </a:r>
            <a:endParaRPr lang="en-US" altLang="zh-CN" dirty="0"/>
          </a:p>
          <a:p>
            <a:pPr marL="171450" indent="-171450">
              <a:buFont typeface="Arial" panose="020B0604020202020204" pitchFamily="34" charset="0"/>
              <a:buChar char="•"/>
            </a:pPr>
            <a:endParaRPr lang="en-US" dirty="0"/>
          </a:p>
          <a:p>
            <a:r>
              <a:rPr lang="zh-CN" altLang="en-US" sz="1200" kern="1200" baseline="0" dirty="0">
                <a:solidFill>
                  <a:schemeClr val="tx1"/>
                </a:solidFill>
                <a:latin typeface="+mn-lt"/>
                <a:ea typeface="+mn-ea"/>
                <a:cs typeface="+mn-cs"/>
              </a:rPr>
              <a:t>计算机系统开发的三个主要路线在计时和同步方面产生了问题，从而促进了进程概念的发展：</a:t>
            </a:r>
            <a:endParaRPr lang="en-US" altLang="zh-CN" sz="1200" kern="1200" baseline="0" dirty="0">
              <a:solidFill>
                <a:schemeClr val="tx1"/>
              </a:solidFill>
              <a:latin typeface="+mn-lt"/>
              <a:ea typeface="+mn-ea"/>
              <a:cs typeface="+mn-cs"/>
            </a:endParaRPr>
          </a:p>
          <a:p>
            <a:r>
              <a:rPr lang="zh-CN" altLang="en-US" sz="1200" b="1" kern="1200" baseline="0" dirty="0">
                <a:solidFill>
                  <a:schemeClr val="tx1"/>
                </a:solidFill>
                <a:latin typeface="+mn-lt"/>
                <a:ea typeface="+mn-ea"/>
                <a:cs typeface="+mn-cs"/>
              </a:rPr>
              <a:t>多道批处理操作、分时和实时事务系统</a:t>
            </a:r>
            <a:r>
              <a:rPr lang="zh-CN" altLang="en-US" sz="1200" kern="1200" baseline="0" dirty="0">
                <a:solidFill>
                  <a:schemeClr val="tx1"/>
                </a:solidFill>
                <a:latin typeface="+mn-lt"/>
                <a:ea typeface="+mn-ea"/>
                <a:cs typeface="+mn-cs"/>
              </a:rPr>
              <a:t>。正如我们所看到的，</a:t>
            </a:r>
            <a:r>
              <a:rPr lang="en-US" altLang="zh-CN" sz="1200" kern="1200" baseline="0" dirty="0">
                <a:solidFill>
                  <a:schemeClr val="tx1"/>
                </a:solidFill>
                <a:latin typeface="+mn-lt"/>
                <a:ea typeface="+mn-ea"/>
                <a:cs typeface="+mn-cs"/>
              </a:rPr>
              <a:t>Multiprogramming </a:t>
            </a:r>
            <a:r>
              <a:rPr lang="zh-CN" altLang="en-US" sz="1200" kern="1200" baseline="0" dirty="0">
                <a:solidFill>
                  <a:schemeClr val="tx1"/>
                </a:solidFill>
                <a:latin typeface="+mn-lt"/>
                <a:ea typeface="+mn-ea"/>
                <a:cs typeface="+mn-cs"/>
              </a:rPr>
              <a:t>旨在使处理器和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设备（包括存储设备）同时保持忙碌，以实现最高效率。关键机制是这样的： 为了响应指示 </a:t>
            </a:r>
            <a:r>
              <a:rPr lang="en-US" altLang="zh-CN" sz="1200" kern="1200" baseline="0" dirty="0">
                <a:solidFill>
                  <a:schemeClr val="tx1"/>
                </a:solidFill>
                <a:latin typeface="+mn-lt"/>
                <a:ea typeface="+mn-ea"/>
                <a:cs typeface="+mn-cs"/>
              </a:rPr>
              <a:t>I/O </a:t>
            </a:r>
            <a:r>
              <a:rPr lang="zh-CN" altLang="en-US" sz="1200" kern="1200" baseline="0" dirty="0">
                <a:solidFill>
                  <a:schemeClr val="tx1"/>
                </a:solidFill>
                <a:latin typeface="+mn-lt"/>
                <a:ea typeface="+mn-ea"/>
                <a:cs typeface="+mn-cs"/>
              </a:rPr>
              <a:t>事务完成的信号，处理器在驻留在主存储器中的各种程序之间切换。
</a:t>
            </a:r>
            <a:r>
              <a:rPr lang="zh-CN" altLang="en-US" sz="1200" b="1" kern="1200" baseline="0" dirty="0">
                <a:solidFill>
                  <a:schemeClr val="tx1"/>
                </a:solidFill>
                <a:latin typeface="+mn-lt"/>
                <a:ea typeface="+mn-ea"/>
                <a:cs typeface="+mn-cs"/>
              </a:rPr>
              <a:t>第二条开发路线是通用分时</a:t>
            </a:r>
            <a:r>
              <a:rPr lang="zh-CN" altLang="en-US" sz="1200" kern="1200" baseline="0" dirty="0">
                <a:solidFill>
                  <a:schemeClr val="tx1"/>
                </a:solidFill>
                <a:latin typeface="+mn-lt"/>
                <a:ea typeface="+mn-ea"/>
                <a:cs typeface="+mn-cs"/>
              </a:rPr>
              <a:t>。在这里，关键设计目标是响应单个用户的需求，但出于成本原因，能够同时支持多个用户。这些目标是兼容的，因为用户的反应时间相对较慢。例如，如果一个典型用户平均每分钟需要 </a:t>
            </a:r>
            <a:r>
              <a:rPr lang="en-US" altLang="zh-CN" sz="1200" kern="1200" baseline="0" dirty="0">
                <a:solidFill>
                  <a:schemeClr val="tx1"/>
                </a:solidFill>
                <a:latin typeface="+mn-lt"/>
                <a:ea typeface="+mn-ea"/>
                <a:cs typeface="+mn-cs"/>
              </a:rPr>
              <a:t>2 </a:t>
            </a:r>
            <a:r>
              <a:rPr lang="zh-CN" altLang="en-US" sz="1200" kern="1200" baseline="0" dirty="0">
                <a:solidFill>
                  <a:schemeClr val="tx1"/>
                </a:solidFill>
                <a:latin typeface="+mn-lt"/>
                <a:ea typeface="+mn-ea"/>
                <a:cs typeface="+mn-cs"/>
              </a:rPr>
              <a:t>秒的处理时间，那么将近 </a:t>
            </a:r>
            <a:r>
              <a:rPr lang="en-US" altLang="zh-CN" sz="1200" kern="1200" baseline="0" dirty="0">
                <a:solidFill>
                  <a:schemeClr val="tx1"/>
                </a:solidFill>
                <a:latin typeface="+mn-lt"/>
                <a:ea typeface="+mn-ea"/>
                <a:cs typeface="+mn-cs"/>
              </a:rPr>
              <a:t>30 </a:t>
            </a:r>
            <a:r>
              <a:rPr lang="zh-CN" altLang="en-US" sz="1200" kern="1200" baseline="0" dirty="0">
                <a:solidFill>
                  <a:schemeClr val="tx1"/>
                </a:solidFill>
                <a:latin typeface="+mn-lt"/>
                <a:ea typeface="+mn-ea"/>
                <a:cs typeface="+mn-cs"/>
              </a:rPr>
              <a:t>个这样的用户应该能够共享同一个系统而不会受到明显的干扰。当然，此类计算必须考虑 </a:t>
            </a:r>
            <a:r>
              <a:rPr lang="en-US" altLang="zh-CN" sz="1200" kern="1200" baseline="0" dirty="0">
                <a:solidFill>
                  <a:schemeClr val="tx1"/>
                </a:solidFill>
                <a:latin typeface="+mn-lt"/>
                <a:ea typeface="+mn-ea"/>
                <a:cs typeface="+mn-cs"/>
              </a:rPr>
              <a:t>OS </a:t>
            </a:r>
            <a:r>
              <a:rPr lang="zh-CN" altLang="en-US" sz="1200" kern="1200" baseline="0" dirty="0">
                <a:solidFill>
                  <a:schemeClr val="tx1"/>
                </a:solidFill>
                <a:latin typeface="+mn-lt"/>
                <a:ea typeface="+mn-ea"/>
                <a:cs typeface="+mn-cs"/>
              </a:rPr>
              <a:t>开销。
</a:t>
            </a:r>
            <a:r>
              <a:rPr lang="zh-CN" altLang="en-US" sz="1200" b="1" kern="1200" baseline="0" dirty="0">
                <a:solidFill>
                  <a:schemeClr val="tx1"/>
                </a:solidFill>
                <a:latin typeface="+mn-lt"/>
                <a:ea typeface="+mn-ea"/>
                <a:cs typeface="+mn-cs"/>
              </a:rPr>
              <a:t>第三个重要的发展方向是实时事务处理系统</a:t>
            </a:r>
            <a:r>
              <a:rPr lang="zh-CN" altLang="en-US" sz="1200" kern="1200" baseline="0" dirty="0">
                <a:solidFill>
                  <a:schemeClr val="tx1"/>
                </a:solidFill>
                <a:latin typeface="+mn-lt"/>
                <a:ea typeface="+mn-ea"/>
                <a:cs typeface="+mn-cs"/>
              </a:rPr>
              <a:t>。在这种情况下，许多用户正在输入针对数据库的查询或更新。例如，航空公司预订系统。事务处理系统和分时系统之间的主要区别在于，前者仅限于一个或几个应用程序，而分时系统的用户可以参与程序开发、作业执行和各种应用程序的使用。在这两种情况下，系统响应时间都至关重要。</a:t>
            </a:r>
            <a:endParaRPr lang="en-US" dirty="0"/>
          </a:p>
          <a:p>
            <a:pPr marL="171450" indent="-171450">
              <a:buFont typeface="Arial" panose="020B0604020202020204" pitchFamily="34" charset="0"/>
              <a:buChar char="•"/>
            </a:pP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34</a:t>
            </a:fld>
            <a:endParaRPr lang="zh-CN" altLang="en-US"/>
          </a:p>
        </p:txBody>
      </p:sp>
    </p:spTree>
    <p:extLst>
      <p:ext uri="{BB962C8B-B14F-4D97-AF65-F5344CB8AC3E}">
        <p14:creationId xmlns:p14="http://schemas.microsoft.com/office/powerpoint/2010/main" val="1091188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多道程序和多用户系统很容易受到细微的编程错误的影响，只有当某些相对罕见的操作序列发生时，才能观察到这些错误的影响。这些错误很难诊断，因为它们需要与</a:t>
            </a:r>
            <a:r>
              <a:rPr lang="zh-CN" altLang="en-US" b="1" dirty="0">
                <a:solidFill>
                  <a:srgbClr val="FF0000"/>
                </a:solidFill>
              </a:rPr>
              <a:t>应用程序软件错误和硬件错误区分</a:t>
            </a:r>
            <a:r>
              <a:rPr lang="zh-CN" altLang="en-US" dirty="0"/>
              <a:t>开来。 即使检测到错误，也很难确定原因，因为出现错误的确切条件很难重现。
一般来说，此类错误的主要原因有四个：
</a:t>
            </a:r>
            <a:r>
              <a:rPr lang="zh-CN" altLang="en-US" b="1" dirty="0"/>
              <a:t>同步不正确</a:t>
            </a:r>
            <a:r>
              <a:rPr lang="zh-CN" altLang="en-US" dirty="0"/>
              <a:t>：
通常，必须暂停例程，以等待系统中其他位置的事件。
 例如，启动 </a:t>
            </a:r>
            <a:r>
              <a:rPr lang="en-US" altLang="zh-CN" dirty="0"/>
              <a:t>I/O </a:t>
            </a:r>
            <a:r>
              <a:rPr lang="zh-CN" altLang="en-US" dirty="0"/>
              <a:t>读取的程序必须等到缓冲区中的数据可用后才能继续。
 在这种情况下，需要来自其他例程的信号。
信令机制设计不当会导致信号丢失或接收到重复信号。
</a:t>
            </a:r>
            <a:r>
              <a:rPr lang="zh-CN" altLang="en-US" b="1" dirty="0"/>
              <a:t>互斥失败</a:t>
            </a:r>
            <a:r>
              <a:rPr lang="zh-CN" altLang="en-US" dirty="0"/>
              <a:t>：
 通常，多个用户或程序会尝试同时使用共享资源。
 例如，两个用户可能会尝试同时编辑同一个文件。
 如果这些访问不受控制，则可能会发生错误。
 必须有某种互斥机制，该机制一次只允许一个例程对文件执行更新。
</a:t>
            </a:r>
            <a:r>
              <a:rPr lang="zh-CN" altLang="en-US" b="1" dirty="0"/>
              <a:t>非确定程序操作</a:t>
            </a:r>
            <a:r>
              <a:rPr lang="zh-CN" altLang="en-US" dirty="0"/>
              <a:t>：
 特定程序的结果通常只取决于该程序的输入，而不取决于共享系统中其他程序的活动。
 但是，当程序共享内存，并且它们的执行由处理器交错执行时，它们可能会以不可预测的方式覆盖公共内存区域，从而相互干扰。
 因此，各种程序的调度顺序可能会影响任何特定程序的结果。
</a:t>
            </a:r>
            <a:r>
              <a:rPr lang="en-US" altLang="zh-CN" b="1" dirty="0"/>
              <a:t>Deadlocks</a:t>
            </a:r>
            <a:r>
              <a:rPr lang="zh-CN" altLang="en-US" dirty="0"/>
              <a:t>：
 两个或多个程序可能会挂断等待彼此。
 例如，两个程序可能每个程序都需要两个 </a:t>
            </a:r>
            <a:r>
              <a:rPr lang="en-US" altLang="zh-CN" dirty="0"/>
              <a:t>I/O </a:t>
            </a:r>
            <a:r>
              <a:rPr lang="zh-CN" altLang="en-US" dirty="0"/>
              <a:t>设备来执行某些操作（例如，磁盘到磁带的复制）。
 其中一个程序控制了其中一个设备，另一个程序控制了另一个设备。
 每个程序都在等待另一个程序释放所需的资源。
 此类死锁可能取决于资源分配和释放的机会时间。</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36</a:t>
            </a:fld>
            <a:endParaRPr lang="zh-CN" altLang="en-US"/>
          </a:p>
        </p:txBody>
      </p:sp>
    </p:spTree>
    <p:extLst>
      <p:ext uri="{BB962C8B-B14F-4D97-AF65-F5344CB8AC3E}">
        <p14:creationId xmlns:p14="http://schemas.microsoft.com/office/powerpoint/2010/main" val="31822456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我们可以将一个过程视为由三个部分组成</a:t>
            </a:r>
            <a:r>
              <a:rPr lang="zh-CN" altLang="en-US" dirty="0"/>
              <a:t>：
</a:t>
            </a:r>
            <a:r>
              <a:rPr lang="en-US" altLang="zh-CN" dirty="0"/>
              <a:t>• </a:t>
            </a:r>
            <a:r>
              <a:rPr lang="zh-CN" altLang="en-US" dirty="0"/>
              <a:t>可执行程序
</a:t>
            </a:r>
            <a:r>
              <a:rPr lang="en-US" altLang="zh-CN" dirty="0"/>
              <a:t>• </a:t>
            </a:r>
            <a:r>
              <a:rPr lang="zh-CN" altLang="en-US" dirty="0"/>
              <a:t>程序所需的相关数据 （变量、工作空间、缓冲区等）
</a:t>
            </a:r>
            <a:r>
              <a:rPr lang="en-US" altLang="zh-CN" dirty="0"/>
              <a:t>• </a:t>
            </a:r>
            <a:r>
              <a:rPr lang="zh-CN" altLang="en-US" dirty="0"/>
              <a:t>程序的执行上下文
</a:t>
            </a:r>
            <a:r>
              <a:rPr lang="zh-CN" altLang="en-US" b="1" dirty="0"/>
              <a:t>最后一个要素是必不可少的</a:t>
            </a:r>
            <a:r>
              <a:rPr lang="zh-CN" altLang="en-US" dirty="0"/>
              <a:t>。
执行上下文或进程状态是操作系统能够监督和控制进程的内部数据。 此内部信息与进程是分开的，不允许被进程访问到。
</a:t>
            </a:r>
            <a:endParaRPr lang="en-US" altLang="zh-CN" dirty="0"/>
          </a:p>
          <a:p>
            <a:r>
              <a:rPr lang="zh-CN" altLang="en-US" dirty="0"/>
              <a:t>上下文包括 </a:t>
            </a:r>
            <a:r>
              <a:rPr lang="en-US" altLang="zh-CN" dirty="0"/>
              <a:t>OS </a:t>
            </a:r>
            <a:r>
              <a:rPr lang="zh-CN" altLang="en-US" dirty="0"/>
              <a:t>管理进程所需的所有信息，以及处理器正确执行进程所需的所有信息，包括：各种处理器寄存器的内容，例如程序计数器和数据寄存器
以及操作系统的使用信息，例如进程的优先级以及进程是否正在等待特定 </a:t>
            </a:r>
            <a:r>
              <a:rPr lang="en-US" altLang="zh-CN" dirty="0"/>
              <a:t>I/O </a:t>
            </a:r>
            <a:r>
              <a:rPr lang="zh-CN" altLang="en-US" dirty="0"/>
              <a:t>事件的完成。</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38</a:t>
            </a:fld>
            <a:endParaRPr lang="zh-CN" altLang="en-US"/>
          </a:p>
        </p:txBody>
      </p:sp>
    </p:spTree>
    <p:extLst>
      <p:ext uri="{BB962C8B-B14F-4D97-AF65-F5344CB8AC3E}">
        <p14:creationId xmlns:p14="http://schemas.microsoft.com/office/powerpoint/2010/main" val="26759456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流程的整个状态在任何时刻都包含在其上下文中
 通过扩展上下文以包含支持该功能所需的任何新信息，可以设计新功能并将其合并到 </a:t>
            </a:r>
            <a:r>
              <a:rPr lang="en-US" altLang="zh-CN" dirty="0"/>
              <a:t>OS </a:t>
            </a:r>
            <a:r>
              <a:rPr lang="zh-CN" altLang="en-US" dirty="0"/>
              <a:t>中</a:t>
            </a:r>
            <a:endParaRPr lang="en-US" altLang="zh-CN" dirty="0"/>
          </a:p>
          <a:p>
            <a:endParaRPr lang="en-US" dirty="0"/>
          </a:p>
          <a:p>
            <a:endParaRPr lang="en-US" dirty="0"/>
          </a:p>
          <a:p>
            <a:r>
              <a:rPr lang="en-US" sz="1200" kern="1200" baseline="0" dirty="0">
                <a:solidFill>
                  <a:schemeClr val="tx1"/>
                </a:solidFill>
                <a:latin typeface="+mn-lt"/>
                <a:ea typeface="+mn-ea"/>
                <a:cs typeface="+mn-cs"/>
              </a:rPr>
              <a:t>Figure 2.8 indicates a way in which processes may be managed. Two processes, A and B, exist in portions of main memory. That is, a block of memory is allocated to each process that contains the program, data, and context information. Each process is recorded in a process list built and maintained by the OS. The process list contains one entry for each process, which includes a pointer to the location of the block of memory that contains the process. The entry may also include part or all of the execution context of the process. The remainder of the  execution context is stored elsewhere, perhaps with the process itself (as indicated in Figure 2.8 ) or frequently in a separate region of memory. The process index</a:t>
            </a:r>
          </a:p>
          <a:p>
            <a:r>
              <a:rPr lang="en-US" sz="1200" kern="1200" baseline="0" dirty="0">
                <a:solidFill>
                  <a:schemeClr val="tx1"/>
                </a:solidFill>
                <a:latin typeface="+mn-lt"/>
                <a:ea typeface="+mn-ea"/>
                <a:cs typeface="+mn-cs"/>
              </a:rPr>
              <a:t>register contains the index into the process list of the process currently controlling the processor. The program counter points to the next instruction in that process to be executed. The base and limit registers define the region in memory occupied by the process: The base register is the starting address of the region of memory and the limit is the size of the region (in bytes or words). The program counter and all data references are interpreted relative to the base register and must not exceed the value in the limit register. This prevents </a:t>
            </a:r>
            <a:r>
              <a:rPr lang="en-US" sz="1200" kern="1200" baseline="0" dirty="0" err="1">
                <a:solidFill>
                  <a:schemeClr val="tx1"/>
                </a:solidFill>
                <a:latin typeface="+mn-lt"/>
                <a:ea typeface="+mn-ea"/>
                <a:cs typeface="+mn-cs"/>
              </a:rPr>
              <a:t>interprocess</a:t>
            </a:r>
            <a:r>
              <a:rPr lang="en-US" sz="1200" kern="1200" baseline="0" dirty="0">
                <a:solidFill>
                  <a:schemeClr val="tx1"/>
                </a:solidFill>
                <a:latin typeface="+mn-lt"/>
                <a:ea typeface="+mn-ea"/>
                <a:cs typeface="+mn-cs"/>
              </a:rPr>
              <a:t> interference.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Figure 2.8 , the process index register indicates that process B is executing. Process A was previously executing but has been temporarily interrupted. The contents of all the registers at the moment of A’s interruption were recorded in its execution context. Later, the OS can perform a process switch and resume execution of process A. The process switch consists of storing the context of B and restoring the context of A. When the program counter is loaded with a value pointing into A’s program area, process A will automatically resume execution.</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zh-CN" altLang="en-US" dirty="0"/>
              <a:t>图 </a:t>
            </a:r>
            <a:r>
              <a:rPr lang="en-US" altLang="zh-CN" dirty="0"/>
              <a:t>2.8 </a:t>
            </a:r>
            <a:r>
              <a:rPr lang="zh-CN" altLang="en-US" dirty="0"/>
              <a:t>显示了一种管理进程的方式。两个进程 </a:t>
            </a:r>
            <a:r>
              <a:rPr lang="en-US" altLang="zh-CN" dirty="0"/>
              <a:t>A </a:t>
            </a:r>
            <a:r>
              <a:rPr lang="zh-CN" altLang="en-US" dirty="0"/>
              <a:t>和 </a:t>
            </a:r>
            <a:r>
              <a:rPr lang="en-US" altLang="zh-CN" dirty="0"/>
              <a:t>B </a:t>
            </a:r>
            <a:r>
              <a:rPr lang="zh-CN" altLang="en-US" dirty="0"/>
              <a:t>存在于主内存的各个部分中。也就是说，为每个包含程序、数据和上下文信息的进程分配一个内存块。每个进程都记录在操作系统构建和维护的进程列表中。进程列表包含每个进程的一个条目，其中包括一个指向包含该进程的内存块位置的指针。该条目还可以包括流程的部分或全部执行上下文。执行上下文的其余部分存储在其他地方，可能与进程本身一起存储（如图 </a:t>
            </a:r>
            <a:r>
              <a:rPr lang="en-US" altLang="zh-CN" dirty="0"/>
              <a:t>2.8 </a:t>
            </a:r>
            <a:r>
              <a:rPr lang="zh-CN" altLang="en-US" dirty="0"/>
              <a:t>所示），或者通常存储在单独的内存区域中。进程索引
</a:t>
            </a:r>
            <a:r>
              <a:rPr lang="en-US" altLang="zh-CN" dirty="0"/>
              <a:t>register </a:t>
            </a:r>
            <a:r>
              <a:rPr lang="zh-CN" altLang="en-US" dirty="0"/>
              <a:t>包含当前控制处理器的进程的进程列表中的索引。程序计数器指向该进程中要执行的下一条指令。</a:t>
            </a:r>
            <a:r>
              <a:rPr lang="en-US" altLang="zh-CN" dirty="0"/>
              <a:t>base registers </a:t>
            </a:r>
            <a:r>
              <a:rPr lang="zh-CN" altLang="en-US" dirty="0"/>
              <a:t>和 </a:t>
            </a:r>
            <a:r>
              <a:rPr lang="en-US" altLang="zh-CN" dirty="0"/>
              <a:t>limit registers </a:t>
            </a:r>
            <a:r>
              <a:rPr lang="zh-CN" altLang="en-US" dirty="0"/>
              <a:t>定义进程占用的内存中的区域： </a:t>
            </a:r>
            <a:r>
              <a:rPr lang="en-US" altLang="zh-CN" dirty="0"/>
              <a:t>base register </a:t>
            </a:r>
            <a:r>
              <a:rPr lang="zh-CN" altLang="en-US" dirty="0"/>
              <a:t>是内存区域的起始地址，</a:t>
            </a:r>
            <a:r>
              <a:rPr lang="en-US" altLang="zh-CN" dirty="0"/>
              <a:t>limit </a:t>
            </a:r>
            <a:r>
              <a:rPr lang="zh-CN" altLang="en-US" dirty="0"/>
              <a:t>是区域的大小（以字节或字为单位）。程序计数器和所有数据引用都是相对于基 </a:t>
            </a:r>
            <a:r>
              <a:rPr lang="en-US" altLang="zh-CN" dirty="0"/>
              <a:t>register </a:t>
            </a:r>
            <a:r>
              <a:rPr lang="zh-CN" altLang="en-US" dirty="0"/>
              <a:t>进行解释的，并且不得超过 </a:t>
            </a:r>
            <a:r>
              <a:rPr lang="en-US" altLang="zh-CN" dirty="0"/>
              <a:t>limit register </a:t>
            </a:r>
            <a:r>
              <a:rPr lang="zh-CN" altLang="en-US" dirty="0"/>
              <a:t>中的值。这可以防止进程间干扰。
在 </a:t>
            </a:r>
            <a:r>
              <a:rPr lang="en-US" altLang="zh-CN" dirty="0"/>
              <a:t>Figure 2.8 </a:t>
            </a:r>
            <a:r>
              <a:rPr lang="zh-CN" altLang="en-US" dirty="0"/>
              <a:t>中，进程索引寄存器指示进程 </a:t>
            </a:r>
            <a:r>
              <a:rPr lang="en-US" altLang="zh-CN" dirty="0"/>
              <a:t>B </a:t>
            </a:r>
            <a:r>
              <a:rPr lang="zh-CN" altLang="en-US" dirty="0"/>
              <a:t>正在执行。流程 </a:t>
            </a:r>
            <a:r>
              <a:rPr lang="en-US" altLang="zh-CN" dirty="0"/>
              <a:t>A </a:t>
            </a:r>
            <a:r>
              <a:rPr lang="zh-CN" altLang="en-US" dirty="0"/>
              <a:t>之前正在执行，但已被暂时中断。在 </a:t>
            </a:r>
            <a:r>
              <a:rPr lang="en-US" altLang="zh-CN" dirty="0"/>
              <a:t>A </a:t>
            </a:r>
            <a:r>
              <a:rPr lang="zh-CN" altLang="en-US" dirty="0"/>
              <a:t>中断的那一刻，所有 </a:t>
            </a:r>
            <a:r>
              <a:rPr lang="en-US" altLang="zh-CN" dirty="0"/>
              <a:t>registers </a:t>
            </a:r>
            <a:r>
              <a:rPr lang="zh-CN" altLang="en-US" dirty="0"/>
              <a:t>的内容都记录在其执行上下文中。稍后，操作系统可以执行进程切换并恢复进程 </a:t>
            </a:r>
            <a:r>
              <a:rPr lang="en-US" altLang="zh-CN" dirty="0"/>
              <a:t>A </a:t>
            </a:r>
            <a:r>
              <a:rPr lang="zh-CN" altLang="en-US" dirty="0"/>
              <a:t>的执行。进程切换包括存储 </a:t>
            </a:r>
            <a:r>
              <a:rPr lang="en-US" altLang="zh-CN" dirty="0"/>
              <a:t>B </a:t>
            </a:r>
            <a:r>
              <a:rPr lang="zh-CN" altLang="en-US" dirty="0"/>
              <a:t>的上下文和恢复 </a:t>
            </a:r>
            <a:r>
              <a:rPr lang="en-US" altLang="zh-CN" dirty="0"/>
              <a:t>A </a:t>
            </a:r>
            <a:r>
              <a:rPr lang="zh-CN" altLang="en-US" dirty="0"/>
              <a:t>的上下文。当程序计数器加载指向 </a:t>
            </a:r>
            <a:r>
              <a:rPr lang="en-US" altLang="zh-CN" dirty="0"/>
              <a:t>A </a:t>
            </a:r>
            <a:r>
              <a:rPr lang="zh-CN" altLang="en-US" dirty="0"/>
              <a:t>的程序区域的值时，进程 </a:t>
            </a:r>
            <a:r>
              <a:rPr lang="en-US" altLang="zh-CN" dirty="0"/>
              <a:t>A </a:t>
            </a:r>
            <a:r>
              <a:rPr lang="zh-CN" altLang="en-US" dirty="0"/>
              <a:t>将自动恢复执行。</a:t>
            </a:r>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39</a:t>
            </a:fld>
            <a:endParaRPr lang="zh-CN" altLang="en-US"/>
          </a:p>
        </p:txBody>
      </p:sp>
    </p:spTree>
    <p:extLst>
      <p:ext uri="{BB962C8B-B14F-4D97-AF65-F5344CB8AC3E}">
        <p14:creationId xmlns:p14="http://schemas.microsoft.com/office/powerpoint/2010/main" val="8149879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支持模块化编程和灵活使用数据的计算环境可以最好地满足用户的需求。系统管理员需要对存储分配进行高效有序的控制。为了满足这些要求，操作系统有五个主要的存储管理责任：
</a:t>
            </a:r>
            <a:r>
              <a:rPr lang="en-US" altLang="zh-CN" sz="1200" kern="1200" baseline="0" dirty="0">
                <a:solidFill>
                  <a:schemeClr val="tx1"/>
                </a:solidFill>
                <a:latin typeface="+mn-lt"/>
                <a:ea typeface="+mn-ea"/>
                <a:cs typeface="+mn-cs"/>
              </a:rPr>
              <a:t>•</a:t>
            </a:r>
            <a:r>
              <a:rPr lang="en-US" altLang="zh-CN" sz="1200" b="1"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进程隔离</a:t>
            </a:r>
            <a:r>
              <a:rPr lang="zh-CN" altLang="en-US" sz="1200" kern="1200" baseline="0" dirty="0">
                <a:solidFill>
                  <a:schemeClr val="tx1"/>
                </a:solidFill>
                <a:latin typeface="+mn-lt"/>
                <a:ea typeface="+mn-ea"/>
                <a:cs typeface="+mn-cs"/>
              </a:rPr>
              <a:t>：操作系统必须</a:t>
            </a:r>
            <a:r>
              <a:rPr lang="zh-CN" altLang="en-US" sz="1200" b="1" kern="1200" baseline="0" dirty="0">
                <a:solidFill>
                  <a:schemeClr val="tx1"/>
                </a:solidFill>
                <a:latin typeface="+mn-lt"/>
                <a:ea typeface="+mn-ea"/>
                <a:cs typeface="+mn-cs"/>
              </a:rPr>
              <a:t>防止独立进程干扰彼此</a:t>
            </a:r>
            <a:r>
              <a:rPr lang="zh-CN" altLang="en-US" sz="1200" kern="1200" baseline="0" dirty="0">
                <a:solidFill>
                  <a:schemeClr val="tx1"/>
                </a:solidFill>
                <a:latin typeface="+mn-lt"/>
                <a:ea typeface="+mn-ea"/>
                <a:cs typeface="+mn-cs"/>
              </a:rPr>
              <a:t>的内存，包括数据和指令。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自动分配和管理</a:t>
            </a:r>
            <a:r>
              <a:rPr lang="zh-CN" altLang="en-US" sz="1200" kern="1200" baseline="0" dirty="0">
                <a:solidFill>
                  <a:schemeClr val="tx1"/>
                </a:solidFill>
                <a:latin typeface="+mn-lt"/>
                <a:ea typeface="+mn-ea"/>
                <a:cs typeface="+mn-cs"/>
              </a:rPr>
              <a:t>：应根据需要在内存层次结构中</a:t>
            </a:r>
            <a:r>
              <a:rPr lang="zh-CN" altLang="en-US" sz="1200" b="1" kern="1200" baseline="0" dirty="0">
                <a:solidFill>
                  <a:schemeClr val="tx1"/>
                </a:solidFill>
                <a:latin typeface="+mn-lt"/>
                <a:ea typeface="+mn-ea"/>
                <a:cs typeface="+mn-cs"/>
              </a:rPr>
              <a:t>动态分配和管理。分配对程序员应该是透明的</a:t>
            </a:r>
            <a:r>
              <a:rPr lang="zh-CN" altLang="en-US" sz="1200" kern="1200" baseline="0" dirty="0">
                <a:solidFill>
                  <a:schemeClr val="tx1"/>
                </a:solidFill>
                <a:latin typeface="+mn-lt"/>
                <a:ea typeface="+mn-ea"/>
                <a:cs typeface="+mn-cs"/>
              </a:rPr>
              <a:t>。因此，程序员无需担心与内存限制有关，并且操作系统可以通过仅在需要时将内存分配给作业来提高效率。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支持模块化编程</a:t>
            </a:r>
            <a:r>
              <a:rPr lang="zh-CN" altLang="en-US" sz="1200" kern="1200" baseline="0" dirty="0">
                <a:solidFill>
                  <a:schemeClr val="tx1"/>
                </a:solidFill>
                <a:latin typeface="+mn-lt"/>
                <a:ea typeface="+mn-ea"/>
                <a:cs typeface="+mn-cs"/>
              </a:rPr>
              <a:t>：程序员应该能够定义</a:t>
            </a:r>
            <a:r>
              <a:rPr lang="zh-CN" altLang="en-US" sz="1200" b="1" kern="1200" baseline="0" dirty="0">
                <a:solidFill>
                  <a:srgbClr val="FF0000"/>
                </a:solidFill>
                <a:latin typeface="+mn-lt"/>
                <a:ea typeface="+mn-ea"/>
                <a:cs typeface="+mn-cs"/>
              </a:rPr>
              <a:t>程序模块，并动态创建、销毁和更改模块的大小</a:t>
            </a:r>
            <a:r>
              <a:rPr lang="zh-CN" altLang="en-US" sz="1200" kern="1200" baseline="0" dirty="0">
                <a:solidFill>
                  <a:schemeClr val="tx1"/>
                </a:solidFill>
                <a:latin typeface="+mn-lt"/>
                <a:ea typeface="+mn-ea"/>
                <a:cs typeface="+mn-cs"/>
              </a:rPr>
              <a:t>。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保护和访问控制</a:t>
            </a:r>
            <a:r>
              <a:rPr lang="zh-CN" altLang="en-US" sz="1200" kern="1200" baseline="0" dirty="0">
                <a:solidFill>
                  <a:schemeClr val="tx1"/>
                </a:solidFill>
                <a:latin typeface="+mn-lt"/>
                <a:ea typeface="+mn-ea"/>
                <a:cs typeface="+mn-cs"/>
              </a:rPr>
              <a:t>：在内存层次结构的任何级别共享内存，都可能导致一个程序处理另一个程序的内存空间。当</a:t>
            </a:r>
            <a:r>
              <a:rPr lang="zh-CN" altLang="en-US" sz="1200" b="1" kern="1200" baseline="0" dirty="0">
                <a:solidFill>
                  <a:schemeClr val="tx1"/>
                </a:solidFill>
                <a:latin typeface="+mn-lt"/>
                <a:ea typeface="+mn-ea"/>
                <a:cs typeface="+mn-cs"/>
              </a:rPr>
              <a:t>特定应用程序需要共享时，这是可取的</a:t>
            </a:r>
            <a:r>
              <a:rPr lang="zh-CN" altLang="en-US" sz="1200" kern="1200" baseline="0" dirty="0">
                <a:solidFill>
                  <a:schemeClr val="tx1"/>
                </a:solidFill>
                <a:latin typeface="+mn-lt"/>
                <a:ea typeface="+mn-ea"/>
                <a:cs typeface="+mn-cs"/>
              </a:rPr>
              <a:t>。在其他时候，它会威胁到程序的完整性，甚至威胁到操作系统本身的完整性。操作系统必须允许各种用户以各种方式访问内存部分。
</a:t>
            </a:r>
            <a:r>
              <a:rPr lang="en-US" altLang="zh-CN" sz="1200" b="1"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长期存储</a:t>
            </a:r>
            <a:r>
              <a:rPr lang="zh-CN" altLang="en-US" sz="1200" kern="1200" baseline="0" dirty="0">
                <a:solidFill>
                  <a:schemeClr val="tx1"/>
                </a:solidFill>
                <a:latin typeface="+mn-lt"/>
                <a:ea typeface="+mn-ea"/>
                <a:cs typeface="+mn-cs"/>
              </a:rPr>
              <a:t>：许多应用程序需要在计算机关闭后长时间存储信息。</a:t>
            </a:r>
            <a:endParaRPr lang="en-US" altLang="zh-CN"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通常，操作系统通过</a:t>
            </a:r>
            <a:r>
              <a:rPr lang="zh-CN" altLang="en-US" sz="1200" b="1" kern="1200" baseline="0" dirty="0">
                <a:solidFill>
                  <a:schemeClr val="tx1"/>
                </a:solidFill>
                <a:latin typeface="+mn-lt"/>
                <a:ea typeface="+mn-ea"/>
                <a:cs typeface="+mn-cs"/>
              </a:rPr>
              <a:t>虚拟内存和文件系统</a:t>
            </a:r>
            <a:r>
              <a:rPr lang="zh-CN" altLang="en-US" sz="1200" kern="1200" baseline="0" dirty="0">
                <a:solidFill>
                  <a:schemeClr val="tx1"/>
                </a:solidFill>
                <a:latin typeface="+mn-lt"/>
                <a:ea typeface="+mn-ea"/>
                <a:cs typeface="+mn-cs"/>
              </a:rPr>
              <a:t>满足这些要求。</a:t>
            </a:r>
            <a:r>
              <a:rPr lang="zh-CN" altLang="en-US" sz="1200" b="1" kern="1200" baseline="0" dirty="0">
                <a:solidFill>
                  <a:schemeClr val="tx1"/>
                </a:solidFill>
                <a:latin typeface="+mn-lt"/>
                <a:ea typeface="+mn-ea"/>
                <a:cs typeface="+mn-cs"/>
              </a:rPr>
              <a:t>文件系统</a:t>
            </a:r>
            <a:r>
              <a:rPr lang="zh-CN" altLang="en-US" sz="1200" kern="1200" baseline="0" dirty="0">
                <a:solidFill>
                  <a:schemeClr val="tx1"/>
                </a:solidFill>
                <a:latin typeface="+mn-lt"/>
                <a:ea typeface="+mn-ea"/>
                <a:cs typeface="+mn-cs"/>
              </a:rPr>
              <a:t>实现长期存储，其中信息存储在命名对象（称为文件）中。该文件对程序员来说是一个方便的概念，并且是操作系统访问控制和保护的有用单元。
</a:t>
            </a:r>
            <a:r>
              <a:rPr lang="zh-CN" altLang="en-US" sz="1200" b="1" kern="1200" baseline="0" dirty="0">
                <a:solidFill>
                  <a:schemeClr val="tx1"/>
                </a:solidFill>
                <a:latin typeface="+mn-lt"/>
                <a:ea typeface="+mn-ea"/>
                <a:cs typeface="+mn-cs"/>
              </a:rPr>
              <a:t>虚拟内存</a:t>
            </a:r>
            <a:r>
              <a:rPr lang="zh-CN" altLang="en-US" sz="1200" kern="1200" baseline="0" dirty="0">
                <a:solidFill>
                  <a:schemeClr val="tx1"/>
                </a:solidFill>
                <a:latin typeface="+mn-lt"/>
                <a:ea typeface="+mn-ea"/>
                <a:cs typeface="+mn-cs"/>
              </a:rPr>
              <a:t>是一种工具，它允许程序从逻辑角度处理内存，而不考虑物理上可用的主内存量。虚拟内存的构想是为了满足多个用户作业同时驻留在主内存的要求，这样，当一个进程被写出到二级存储和读入后继进程时，连续进程的执行之间不会有中断。</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40</a:t>
            </a:fld>
            <a:endParaRPr lang="zh-CN" altLang="en-US"/>
          </a:p>
        </p:txBody>
      </p:sp>
    </p:spTree>
    <p:extLst>
      <p:ext uri="{BB962C8B-B14F-4D97-AF65-F5344CB8AC3E}">
        <p14:creationId xmlns:p14="http://schemas.microsoft.com/office/powerpoint/2010/main" val="26365155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支持模块化编程和灵活使用数据的计算环境可以最好地满足用户的需求。系统管理员需要对存储分配进行高效有序的控制。为了满足这些要求，操作系统有五个主要的存储管理责任：
</a:t>
            </a:r>
            <a:r>
              <a:rPr lang="en-US" altLang="zh-CN" sz="1200" kern="1200" baseline="0" dirty="0">
                <a:solidFill>
                  <a:schemeClr val="tx1"/>
                </a:solidFill>
                <a:latin typeface="+mn-lt"/>
                <a:ea typeface="+mn-ea"/>
                <a:cs typeface="+mn-cs"/>
              </a:rPr>
              <a:t>•</a:t>
            </a:r>
            <a:r>
              <a:rPr lang="en-US" altLang="zh-CN" sz="1200" b="1"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进程隔离</a:t>
            </a:r>
            <a:r>
              <a:rPr lang="zh-CN" altLang="en-US" sz="1200" kern="1200" baseline="0" dirty="0">
                <a:solidFill>
                  <a:schemeClr val="tx1"/>
                </a:solidFill>
                <a:latin typeface="+mn-lt"/>
                <a:ea typeface="+mn-ea"/>
                <a:cs typeface="+mn-cs"/>
              </a:rPr>
              <a:t>：操作系统必须</a:t>
            </a:r>
            <a:r>
              <a:rPr lang="zh-CN" altLang="en-US" sz="1200" b="1" kern="1200" baseline="0" dirty="0">
                <a:solidFill>
                  <a:schemeClr val="tx1"/>
                </a:solidFill>
                <a:latin typeface="+mn-lt"/>
                <a:ea typeface="+mn-ea"/>
                <a:cs typeface="+mn-cs"/>
              </a:rPr>
              <a:t>防止独立进程干扰彼此</a:t>
            </a:r>
            <a:r>
              <a:rPr lang="zh-CN" altLang="en-US" sz="1200" kern="1200" baseline="0" dirty="0">
                <a:solidFill>
                  <a:schemeClr val="tx1"/>
                </a:solidFill>
                <a:latin typeface="+mn-lt"/>
                <a:ea typeface="+mn-ea"/>
                <a:cs typeface="+mn-cs"/>
              </a:rPr>
              <a:t>的内存，包括数据和指令。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自动分配和管理</a:t>
            </a:r>
            <a:r>
              <a:rPr lang="zh-CN" altLang="en-US" sz="1200" kern="1200" baseline="0" dirty="0">
                <a:solidFill>
                  <a:schemeClr val="tx1"/>
                </a:solidFill>
                <a:latin typeface="+mn-lt"/>
                <a:ea typeface="+mn-ea"/>
                <a:cs typeface="+mn-cs"/>
              </a:rPr>
              <a:t>：应根据需要在内存层次结构中</a:t>
            </a:r>
            <a:r>
              <a:rPr lang="zh-CN" altLang="en-US" sz="1200" b="1" kern="1200" baseline="0" dirty="0">
                <a:solidFill>
                  <a:schemeClr val="tx1"/>
                </a:solidFill>
                <a:latin typeface="+mn-lt"/>
                <a:ea typeface="+mn-ea"/>
                <a:cs typeface="+mn-cs"/>
              </a:rPr>
              <a:t>动态分配和管理。分配对程序员应该是透明的</a:t>
            </a:r>
            <a:r>
              <a:rPr lang="zh-CN" altLang="en-US" sz="1200" kern="1200" baseline="0" dirty="0">
                <a:solidFill>
                  <a:schemeClr val="tx1"/>
                </a:solidFill>
                <a:latin typeface="+mn-lt"/>
                <a:ea typeface="+mn-ea"/>
                <a:cs typeface="+mn-cs"/>
              </a:rPr>
              <a:t>。因此，程序员无需担心与内存限制有关，并且操作系统可以通过仅在需要时将内存分配给作业来提高效率。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支持模块化编程</a:t>
            </a:r>
            <a:r>
              <a:rPr lang="zh-CN" altLang="en-US" sz="1200" kern="1200" baseline="0" dirty="0">
                <a:solidFill>
                  <a:schemeClr val="tx1"/>
                </a:solidFill>
                <a:latin typeface="+mn-lt"/>
                <a:ea typeface="+mn-ea"/>
                <a:cs typeface="+mn-cs"/>
              </a:rPr>
              <a:t>：程序员应该能够定义</a:t>
            </a:r>
            <a:r>
              <a:rPr lang="zh-CN" altLang="en-US" sz="1200" b="1" kern="1200" baseline="0" dirty="0">
                <a:solidFill>
                  <a:srgbClr val="FF0000"/>
                </a:solidFill>
                <a:latin typeface="+mn-lt"/>
                <a:ea typeface="+mn-ea"/>
                <a:cs typeface="+mn-cs"/>
              </a:rPr>
              <a:t>程序模块，并动态创建、销毁和更改模块的大小</a:t>
            </a:r>
            <a:r>
              <a:rPr lang="zh-CN" altLang="en-US" sz="1200" kern="1200" baseline="0" dirty="0">
                <a:solidFill>
                  <a:schemeClr val="tx1"/>
                </a:solidFill>
                <a:latin typeface="+mn-lt"/>
                <a:ea typeface="+mn-ea"/>
                <a:cs typeface="+mn-cs"/>
              </a:rPr>
              <a:t>。
</a:t>
            </a:r>
            <a:r>
              <a:rPr lang="en-US" altLang="zh-CN" sz="1200"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保护和访问控制</a:t>
            </a:r>
            <a:r>
              <a:rPr lang="zh-CN" altLang="en-US" sz="1200" kern="1200" baseline="0" dirty="0">
                <a:solidFill>
                  <a:schemeClr val="tx1"/>
                </a:solidFill>
                <a:latin typeface="+mn-lt"/>
                <a:ea typeface="+mn-ea"/>
                <a:cs typeface="+mn-cs"/>
              </a:rPr>
              <a:t>：在内存层次结构的任何级别共享内存，都可能导致一个程序处理另一个程序的内存空间。当</a:t>
            </a:r>
            <a:r>
              <a:rPr lang="zh-CN" altLang="en-US" sz="1200" b="1" kern="1200" baseline="0" dirty="0">
                <a:solidFill>
                  <a:schemeClr val="tx1"/>
                </a:solidFill>
                <a:latin typeface="+mn-lt"/>
                <a:ea typeface="+mn-ea"/>
                <a:cs typeface="+mn-cs"/>
              </a:rPr>
              <a:t>特定应用程序需要共享时，这是可取的</a:t>
            </a:r>
            <a:r>
              <a:rPr lang="zh-CN" altLang="en-US" sz="1200" kern="1200" baseline="0" dirty="0">
                <a:solidFill>
                  <a:schemeClr val="tx1"/>
                </a:solidFill>
                <a:latin typeface="+mn-lt"/>
                <a:ea typeface="+mn-ea"/>
                <a:cs typeface="+mn-cs"/>
              </a:rPr>
              <a:t>。在其他时候，它会威胁到程序的完整性，甚至威胁到操作系统本身的完整性。操作系统必须允许各种用户以各种方式访问内存部分。
</a:t>
            </a:r>
            <a:r>
              <a:rPr lang="en-US" altLang="zh-CN" sz="1200" b="1" kern="1200" baseline="0" dirty="0">
                <a:solidFill>
                  <a:schemeClr val="tx1"/>
                </a:solidFill>
                <a:latin typeface="+mn-lt"/>
                <a:ea typeface="+mn-ea"/>
                <a:cs typeface="+mn-cs"/>
              </a:rPr>
              <a:t>• </a:t>
            </a:r>
            <a:r>
              <a:rPr lang="zh-CN" altLang="en-US" sz="1200" b="1" kern="1200" baseline="0" dirty="0">
                <a:solidFill>
                  <a:schemeClr val="tx1"/>
                </a:solidFill>
                <a:latin typeface="+mn-lt"/>
                <a:ea typeface="+mn-ea"/>
                <a:cs typeface="+mn-cs"/>
              </a:rPr>
              <a:t>长期存储</a:t>
            </a:r>
            <a:r>
              <a:rPr lang="zh-CN" altLang="en-US" sz="1200" kern="1200" baseline="0" dirty="0">
                <a:solidFill>
                  <a:schemeClr val="tx1"/>
                </a:solidFill>
                <a:latin typeface="+mn-lt"/>
                <a:ea typeface="+mn-ea"/>
                <a:cs typeface="+mn-cs"/>
              </a:rPr>
              <a:t>：许多应用程序需要在计算机关闭后长时间存储信息。</a:t>
            </a:r>
            <a:endParaRPr lang="en-US" altLang="zh-CN"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通常，操作系统通过</a:t>
            </a:r>
            <a:r>
              <a:rPr lang="zh-CN" altLang="en-US" sz="1200" b="1" kern="1200" baseline="0" dirty="0">
                <a:solidFill>
                  <a:schemeClr val="tx1"/>
                </a:solidFill>
                <a:latin typeface="+mn-lt"/>
                <a:ea typeface="+mn-ea"/>
                <a:cs typeface="+mn-cs"/>
              </a:rPr>
              <a:t>虚拟内存和文件系统</a:t>
            </a:r>
            <a:r>
              <a:rPr lang="zh-CN" altLang="en-US" sz="1200" kern="1200" baseline="0" dirty="0">
                <a:solidFill>
                  <a:schemeClr val="tx1"/>
                </a:solidFill>
                <a:latin typeface="+mn-lt"/>
                <a:ea typeface="+mn-ea"/>
                <a:cs typeface="+mn-cs"/>
              </a:rPr>
              <a:t>满足这些要求。</a:t>
            </a:r>
            <a:r>
              <a:rPr lang="zh-CN" altLang="en-US" sz="1200" b="1" kern="1200" baseline="0" dirty="0">
                <a:solidFill>
                  <a:schemeClr val="tx1"/>
                </a:solidFill>
                <a:latin typeface="+mn-lt"/>
                <a:ea typeface="+mn-ea"/>
                <a:cs typeface="+mn-cs"/>
              </a:rPr>
              <a:t>文件系统</a:t>
            </a:r>
            <a:r>
              <a:rPr lang="zh-CN" altLang="en-US" sz="1200" kern="1200" baseline="0" dirty="0">
                <a:solidFill>
                  <a:schemeClr val="tx1"/>
                </a:solidFill>
                <a:latin typeface="+mn-lt"/>
                <a:ea typeface="+mn-ea"/>
                <a:cs typeface="+mn-cs"/>
              </a:rPr>
              <a:t>实现长期存储，其中信息存储在命名对象（称为文件）中。该文件对程序员来说是一个方便的概念，并且是操作系统访问控制和保护的有用单元。
</a:t>
            </a:r>
            <a:r>
              <a:rPr lang="zh-CN" altLang="en-US" sz="1200" b="1" kern="1200" baseline="0" dirty="0">
                <a:solidFill>
                  <a:schemeClr val="tx1"/>
                </a:solidFill>
                <a:latin typeface="+mn-lt"/>
                <a:ea typeface="+mn-ea"/>
                <a:cs typeface="+mn-cs"/>
              </a:rPr>
              <a:t>虚拟内存</a:t>
            </a:r>
            <a:r>
              <a:rPr lang="zh-CN" altLang="en-US" sz="1200" kern="1200" baseline="0" dirty="0">
                <a:solidFill>
                  <a:schemeClr val="tx1"/>
                </a:solidFill>
                <a:latin typeface="+mn-lt"/>
                <a:ea typeface="+mn-ea"/>
                <a:cs typeface="+mn-cs"/>
              </a:rPr>
              <a:t>是一种工具，它允许程序从逻辑角度处理内存，而不考虑物理上可用的主内存量。虚拟内存的构想是为了满足多个用户作业同时驻留在主内存的要求，这样，当一个进程被写出到二级存储和读入后继进程时，连续进程的执行之间不会有中断。</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41</a:t>
            </a:fld>
            <a:endParaRPr lang="zh-CN" altLang="en-US"/>
          </a:p>
        </p:txBody>
      </p:sp>
    </p:spTree>
    <p:extLst>
      <p:ext uri="{BB962C8B-B14F-4D97-AF65-F5344CB8AC3E}">
        <p14:creationId xmlns:p14="http://schemas.microsoft.com/office/powerpoint/2010/main" val="1330418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baseline="0" dirty="0">
                <a:solidFill>
                  <a:schemeClr val="tx1"/>
                </a:solidFill>
                <a:latin typeface="+mn-lt"/>
                <a:ea typeface="+mn-ea"/>
                <a:cs typeface="+mn-cs"/>
              </a:rPr>
              <a:t>图 </a:t>
            </a:r>
            <a:r>
              <a:rPr lang="en-US" altLang="zh-CN" sz="1200" kern="1200" baseline="0" dirty="0">
                <a:solidFill>
                  <a:schemeClr val="tx1"/>
                </a:solidFill>
                <a:latin typeface="+mn-lt"/>
                <a:ea typeface="+mn-ea"/>
                <a:cs typeface="+mn-cs"/>
              </a:rPr>
              <a:t>2.10 </a:t>
            </a:r>
            <a:r>
              <a:rPr lang="zh-CN" altLang="en-US" sz="1200" kern="1200" baseline="0" dirty="0">
                <a:solidFill>
                  <a:schemeClr val="tx1"/>
                </a:solidFill>
                <a:latin typeface="+mn-lt"/>
                <a:ea typeface="+mn-ea"/>
                <a:cs typeface="+mn-cs"/>
              </a:rPr>
              <a:t>突出显示了虚拟内存方案中的解决问题。存储由主内存和低速辅助内存组成，后者通过将块加载到主内存来间接访问。地址转换硬件 （内存管理单元） 位于处理器和内存之间。</a:t>
            </a:r>
            <a:endParaRPr lang="en-US" altLang="zh-CN" sz="1200"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baseline="0" dirty="0">
                <a:solidFill>
                  <a:schemeClr val="tx1"/>
                </a:solidFill>
                <a:latin typeface="+mn-lt"/>
                <a:ea typeface="+mn-ea"/>
                <a:cs typeface="+mn-cs"/>
              </a:rPr>
              <a:t>程序使用虚拟地址引用位置，这些地址被映射到实际的主内存地址。如果引用了不在实际内存中的虚拟地址，则实际内存的一部分内容将换出到辅助内存，并换入所需的数据块。</a:t>
            </a:r>
            <a:r>
              <a:rPr lang="en-US" altLang="zh-CN" sz="1200" kern="1200" baseline="0" dirty="0">
                <a:solidFill>
                  <a:schemeClr val="tx1"/>
                </a:solidFill>
                <a:latin typeface="+mn-lt"/>
                <a:ea typeface="+mn-ea"/>
                <a:cs typeface="+mn-cs"/>
              </a:rPr>
              <a:t>OS </a:t>
            </a:r>
            <a:r>
              <a:rPr lang="zh-CN" altLang="en-US" sz="1200" kern="1200" baseline="0" dirty="0">
                <a:solidFill>
                  <a:schemeClr val="tx1"/>
                </a:solidFill>
                <a:latin typeface="+mn-lt"/>
                <a:ea typeface="+mn-ea"/>
                <a:cs typeface="+mn-cs"/>
              </a:rPr>
              <a:t>设计人员需要开发一种产生很少开销的地址转换机制，以及一种最小化内存级别之间流量的存储分配策略。</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42</a:t>
            </a:fld>
            <a:endParaRPr lang="zh-CN" altLang="en-US"/>
          </a:p>
        </p:txBody>
      </p:sp>
    </p:spTree>
    <p:extLst>
      <p:ext uri="{BB962C8B-B14F-4D97-AF65-F5344CB8AC3E}">
        <p14:creationId xmlns:p14="http://schemas.microsoft.com/office/powerpoint/2010/main" val="14848817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baseline="0" dirty="0">
                <a:solidFill>
                  <a:schemeClr val="tx1"/>
                </a:solidFill>
                <a:latin typeface="+mn-lt"/>
                <a:ea typeface="+mn-ea"/>
                <a:cs typeface="+mn-cs"/>
              </a:rPr>
              <a:t>由于进程的大小不同，如果处理器在多个进程之间切换，则很难将它们紧凑地打包到主内存中</a:t>
            </a:r>
            <a:r>
              <a:rPr lang="zh-CN" altLang="en-US" sz="1200" kern="1200" baseline="0" dirty="0">
                <a:solidFill>
                  <a:schemeClr val="tx1"/>
                </a:solidFill>
                <a:latin typeface="+mn-lt"/>
                <a:ea typeface="+mn-ea"/>
                <a:cs typeface="+mn-cs"/>
              </a:rPr>
              <a:t>。</a:t>
            </a:r>
            <a:endParaRPr lang="en-US" altLang="zh-CN" sz="1200" kern="1200" baseline="0" dirty="0">
              <a:solidFill>
                <a:schemeClr val="tx1"/>
              </a:solidFill>
              <a:latin typeface="+mn-lt"/>
              <a:ea typeface="+mn-ea"/>
              <a:cs typeface="+mn-cs"/>
            </a:endParaRPr>
          </a:p>
          <a:p>
            <a:endParaRPr lang="en-US" altLang="zh-CN" sz="1200"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引入了分页系统，它允许进程由许多固定大小的块（称为页面）组成。程序通过由页码和页内偏移量组成的虚拟地址来引用单词。进程的每个页面都可以位于主内存中的任意位置。分页系统提供了程序中使用的虚拟地址与主内存中的实际地址或物理地址之间的动态映射。</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43</a:t>
            </a:fld>
            <a:endParaRPr lang="zh-CN" altLang="en-US"/>
          </a:p>
        </p:txBody>
      </p:sp>
    </p:spTree>
    <p:extLst>
      <p:ext uri="{BB962C8B-B14F-4D97-AF65-F5344CB8AC3E}">
        <p14:creationId xmlns:p14="http://schemas.microsoft.com/office/powerpoint/2010/main" val="3826315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baseline="0" dirty="0">
                <a:solidFill>
                  <a:schemeClr val="tx1"/>
                </a:solidFill>
                <a:latin typeface="+mn-lt"/>
                <a:ea typeface="+mn-ea"/>
                <a:cs typeface="+mn-cs"/>
              </a:rPr>
              <a:t>有了动态映射硬件，下一个合乎逻辑的步骤是消除进程的所有页面同时驻留在主内存的要求。进程的所有页面都维护在磁盘上。当进程正在执行时，它的某些页面位于主内存中。如果引用的页面不在主内存中，内存管理硬件会检测到这一点，并安排加载缺失的页面。</a:t>
            </a: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44</a:t>
            </a:fld>
            <a:endParaRPr lang="zh-CN" altLang="en-US"/>
          </a:p>
        </p:txBody>
      </p:sp>
    </p:spTree>
    <p:extLst>
      <p:ext uri="{BB962C8B-B14F-4D97-AF65-F5344CB8AC3E}">
        <p14:creationId xmlns:p14="http://schemas.microsoft.com/office/powerpoint/2010/main" val="8265805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OS </a:t>
            </a:r>
            <a:r>
              <a:rPr lang="zh-CN" altLang="en-US" dirty="0"/>
              <a:t>的一个主要职责是管理它可用的各种资源（主内存空间、</a:t>
            </a:r>
            <a:r>
              <a:rPr lang="en-US" altLang="zh-CN" dirty="0"/>
              <a:t>I/O </a:t>
            </a:r>
            <a:r>
              <a:rPr lang="zh-CN" altLang="en-US" dirty="0"/>
              <a:t>设备、处理器）并安排各种活动进程对它们的使用。任何资源分配和调度策略都必须考虑三个因素：
</a:t>
            </a:r>
            <a:r>
              <a:rPr lang="zh-CN" altLang="en-US" b="1" dirty="0"/>
              <a:t>公平：</a:t>
            </a:r>
            <a:r>
              <a:rPr lang="zh-CN" altLang="en-US" dirty="0"/>
              <a:t>通常，我们希望所有争夺特定资源使用的进程都能获得对该资源的大致平等和公平的访问权限。对于同一类别的工作，即具有相似需求的工作，尤其如此。
</a:t>
            </a:r>
            <a:r>
              <a:rPr lang="zh-CN" altLang="en-US" b="1" dirty="0"/>
              <a:t>差异响应性：</a:t>
            </a:r>
            <a:r>
              <a:rPr lang="zh-CN" altLang="en-US" dirty="0"/>
              <a:t>操作系统可能需要区分具有不同服务要求的不同作业类别。 </a:t>
            </a:r>
            <a:r>
              <a:rPr lang="en-US" altLang="zh-CN" dirty="0"/>
              <a:t>OS </a:t>
            </a:r>
            <a:r>
              <a:rPr lang="zh-CN" altLang="en-US" dirty="0"/>
              <a:t>应尝试做出分配和调度决策，以满足全部要求。 </a:t>
            </a:r>
            <a:r>
              <a:rPr lang="en-US" altLang="zh-CN" dirty="0"/>
              <a:t>OS </a:t>
            </a:r>
            <a:r>
              <a:rPr lang="zh-CN" altLang="en-US" dirty="0"/>
              <a:t>还应动态做出这些决策。
</a:t>
            </a:r>
            <a:r>
              <a:rPr lang="zh-CN" altLang="en-US" b="1" dirty="0"/>
              <a:t>效率：</a:t>
            </a:r>
            <a:r>
              <a:rPr lang="zh-CN" altLang="en-US" dirty="0"/>
              <a:t>操作系统应尝试 最大限度地提高吞吐量，最大限度地减少响应时间，以及容纳尽可能多的用户。
这些标准相互冲突</a:t>
            </a:r>
            <a:r>
              <a:rPr lang="en-US" altLang="zh-CN" dirty="0"/>
              <a:t>;</a:t>
            </a:r>
          </a:p>
          <a:p>
            <a:r>
              <a:rPr lang="en-US" altLang="zh-CN" dirty="0"/>
              <a:t>
</a:t>
            </a:r>
            <a:r>
              <a:rPr lang="en-US" altLang="zh-CN" b="1" dirty="0"/>
              <a:t> </a:t>
            </a:r>
            <a:r>
              <a:rPr lang="zh-CN" altLang="en-US" b="1" dirty="0"/>
              <a:t>为特定情况找到适当的平衡是操作系统研究的一个持续问题。</a:t>
            </a:r>
            <a:endParaRPr lang="en-US" b="1"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45</a:t>
            </a:fld>
            <a:endParaRPr lang="zh-CN" altLang="en-US"/>
          </a:p>
        </p:txBody>
      </p:sp>
    </p:spTree>
    <p:extLst>
      <p:ext uri="{BB962C8B-B14F-4D97-AF65-F5344CB8AC3E}">
        <p14:creationId xmlns:p14="http://schemas.microsoft.com/office/powerpoint/2010/main" val="37775465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46</a:t>
            </a:fld>
            <a:endParaRPr lang="zh-CN" altLang="en-US"/>
          </a:p>
        </p:txBody>
      </p:sp>
    </p:spTree>
    <p:extLst>
      <p:ext uri="{BB962C8B-B14F-4D97-AF65-F5344CB8AC3E}">
        <p14:creationId xmlns:p14="http://schemas.microsoft.com/office/powerpoint/2010/main" val="2903445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现代操作系统需要响应</a:t>
            </a:r>
            <a:r>
              <a:rPr lang="zh-CN" altLang="en-US" b="1" dirty="0">
                <a:effectLst/>
                <a:latin typeface="Segoe UI Web (West European)"/>
              </a:rPr>
              <a:t>新的硬件发展、新的应用程序和新的安全威胁</a:t>
            </a:r>
            <a:r>
              <a:rPr lang="zh-CN" altLang="en-US" dirty="0">
                <a:effectLst/>
                <a:latin typeface="Segoe UI Web (West European)"/>
              </a:rPr>
              <a:t>，</a:t>
            </a:r>
            <a:endParaRPr lang="en-US" altLang="zh-CN" dirty="0">
              <a:effectLst/>
              <a:latin typeface="Segoe UI Web (West European)"/>
            </a:endParaRPr>
          </a:p>
          <a:p>
            <a:r>
              <a:rPr lang="zh-CN" altLang="en-US" dirty="0">
                <a:effectLst/>
                <a:latin typeface="Segoe UI Web (West European)"/>
              </a:rPr>
              <a:t>操作系统需求的变化速度不仅需要对</a:t>
            </a:r>
            <a:r>
              <a:rPr lang="zh-CN" altLang="en-US" b="1" dirty="0">
                <a:effectLst/>
                <a:latin typeface="Segoe UI Web (West European)"/>
              </a:rPr>
              <a:t>现有架构进行修改和增强</a:t>
            </a:r>
            <a:r>
              <a:rPr lang="zh-CN" altLang="en-US" dirty="0">
                <a:effectLst/>
                <a:latin typeface="Segoe UI Web (West European)"/>
              </a:rPr>
              <a:t>，还需要</a:t>
            </a:r>
            <a:r>
              <a:rPr lang="zh-CN" altLang="en-US" b="1" dirty="0">
                <a:effectLst/>
                <a:latin typeface="Segoe UI Web (West European)"/>
              </a:rPr>
              <a:t>新的组织方法</a:t>
            </a:r>
            <a:r>
              <a:rPr lang="zh-CN" altLang="en-US" dirty="0">
                <a:effectLst/>
                <a:latin typeface="Segoe UI Web (West European)"/>
              </a:rPr>
              <a:t>。</a:t>
            </a:r>
            <a:endParaRPr lang="en-US" altLang="zh-CN" dirty="0">
              <a:effectLst/>
              <a:latin typeface="Segoe UI Web (West European)"/>
            </a:endParaRPr>
          </a:p>
          <a:p>
            <a:r>
              <a:rPr lang="zh-CN" altLang="en-US" dirty="0">
                <a:effectLst/>
                <a:latin typeface="Segoe UI Web (West European)"/>
              </a:rPr>
              <a:t> 在实验性和商业作系统中都尝试了各种不同的方法和设计元素，但大部分工作都属于以下类别：</a:t>
            </a:r>
            <a:endParaRPr lang="en-US" altLang="zh-CN" dirty="0">
              <a:effectLst/>
              <a:latin typeface="Segoe UI Web (West European)"/>
            </a:endParaRPr>
          </a:p>
          <a:p>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微内核架构 </a:t>
            </a:r>
            <a:r>
              <a:rPr lang="en-US" altLang="zh-CN" dirty="0">
                <a:effectLst/>
                <a:latin typeface="Segoe UI Web (West European)"/>
              </a:rPr>
              <a:t>• </a:t>
            </a:r>
            <a:r>
              <a:rPr lang="zh-CN" altLang="en-US" dirty="0">
                <a:effectLst/>
                <a:latin typeface="Segoe UI Web (West European)"/>
              </a:rPr>
              <a:t>多线程 </a:t>
            </a:r>
            <a:r>
              <a:rPr lang="en-US" altLang="zh-CN" dirty="0">
                <a:effectLst/>
                <a:latin typeface="Segoe UI Web (West European)"/>
              </a:rPr>
              <a:t>• </a:t>
            </a:r>
            <a:r>
              <a:rPr lang="zh-CN" altLang="en-US" dirty="0">
                <a:effectLst/>
                <a:latin typeface="Segoe UI Web (West European)"/>
              </a:rPr>
              <a:t>对称多处理 </a:t>
            </a:r>
            <a:r>
              <a:rPr lang="en-US" altLang="zh-CN" dirty="0">
                <a:effectLst/>
                <a:latin typeface="Segoe UI Web (West European)"/>
              </a:rPr>
              <a:t>• </a:t>
            </a:r>
            <a:r>
              <a:rPr lang="zh-CN" altLang="en-US" dirty="0">
                <a:effectLst/>
                <a:latin typeface="Segoe UI Web (West European)"/>
              </a:rPr>
              <a:t>分布式作系统 </a:t>
            </a:r>
            <a:r>
              <a:rPr lang="en-US" altLang="zh-CN" dirty="0">
                <a:effectLst/>
                <a:latin typeface="Segoe UI Web (West European)"/>
              </a:rPr>
              <a:t>• </a:t>
            </a:r>
            <a:r>
              <a:rPr lang="zh-CN" altLang="en-US" dirty="0">
                <a:effectLst/>
                <a:latin typeface="Segoe UI Web (West European)"/>
              </a:rPr>
              <a:t>面向对象的设计</a:t>
            </a:r>
          </a:p>
        </p:txBody>
      </p:sp>
      <p:sp>
        <p:nvSpPr>
          <p:cNvPr id="4" name="灯片编号占位符 3"/>
          <p:cNvSpPr>
            <a:spLocks noGrp="1"/>
          </p:cNvSpPr>
          <p:nvPr>
            <p:ph type="sldNum" sz="quarter" idx="5"/>
          </p:nvPr>
        </p:nvSpPr>
        <p:spPr/>
        <p:txBody>
          <a:bodyPr/>
          <a:lstStyle/>
          <a:p>
            <a:fld id="{28339756-F64D-457F-B0A2-F982ECCC3B09}" type="slidenum">
              <a:rPr lang="zh-CN" altLang="en-US" smtClean="0"/>
              <a:t>47</a:t>
            </a:fld>
            <a:endParaRPr lang="zh-CN" altLang="en-US"/>
          </a:p>
        </p:txBody>
      </p:sp>
    </p:spTree>
    <p:extLst>
      <p:ext uri="{BB962C8B-B14F-4D97-AF65-F5344CB8AC3E}">
        <p14:creationId xmlns:p14="http://schemas.microsoft.com/office/powerpoint/2010/main" val="26345680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大多数作系统都具有</a:t>
            </a:r>
            <a:r>
              <a:rPr lang="zh-CN" altLang="en-US" b="1" dirty="0">
                <a:effectLst/>
                <a:latin typeface="Segoe UI Web (West European)"/>
              </a:rPr>
              <a:t>大型单片内核 </a:t>
            </a:r>
            <a:r>
              <a:rPr lang="en-US" altLang="zh-CN" dirty="0">
                <a:effectLst/>
                <a:latin typeface="Segoe UI Web (West European)"/>
              </a:rPr>
              <a:t>.</a:t>
            </a:r>
            <a:r>
              <a:rPr lang="zh-CN" altLang="en-US" dirty="0">
                <a:effectLst/>
                <a:latin typeface="Segoe UI Web (West European)"/>
              </a:rPr>
              <a:t>大多数被认为是</a:t>
            </a:r>
            <a:r>
              <a:rPr lang="en-US" altLang="zh-CN" dirty="0">
                <a:effectLst/>
                <a:latin typeface="Segoe UI Web (West European)"/>
              </a:rPr>
              <a:t>OS</a:t>
            </a:r>
            <a:r>
              <a:rPr lang="zh-CN" altLang="en-US" dirty="0">
                <a:effectLst/>
                <a:latin typeface="Segoe UI Web (West European)"/>
              </a:rPr>
              <a:t>的东西都在这些大型内核中提供，</a:t>
            </a:r>
            <a:r>
              <a:rPr lang="zh-CN" altLang="en-US" b="1" dirty="0">
                <a:effectLst/>
                <a:latin typeface="Segoe UI Web (West European)"/>
              </a:rPr>
              <a:t>包括调度、文件系统、网络、设备驱动程序、内存管理等</a:t>
            </a:r>
            <a:r>
              <a:rPr lang="zh-CN" altLang="en-US" dirty="0">
                <a:effectLst/>
                <a:latin typeface="Segoe UI Web (West European)"/>
              </a:rPr>
              <a:t>。通常，单片内核是作为</a:t>
            </a:r>
            <a:r>
              <a:rPr lang="zh-CN" altLang="en-US" b="1" dirty="0">
                <a:effectLst/>
                <a:latin typeface="Segoe UI Web (West European)"/>
              </a:rPr>
              <a:t>单个进程实现的，所有元素共享相同的地址空间</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微内核体系结构</a:t>
            </a:r>
            <a:r>
              <a:rPr lang="zh-CN" altLang="en-US" dirty="0">
                <a:effectLst/>
                <a:latin typeface="Segoe UI Web (West European)"/>
              </a:rPr>
              <a:t>仅为内核分配一些基本功能，包括</a:t>
            </a:r>
            <a:r>
              <a:rPr lang="zh-CN" altLang="en-US" b="1" dirty="0">
                <a:effectLst/>
                <a:latin typeface="Segoe UI Web (West European)"/>
              </a:rPr>
              <a:t>地址空间、进程间通信 （</a:t>
            </a:r>
            <a:r>
              <a:rPr lang="en-US" altLang="zh-CN" b="1" dirty="0">
                <a:effectLst/>
                <a:latin typeface="Segoe UI Web (West European)"/>
              </a:rPr>
              <a:t>IPC</a:t>
            </a:r>
            <a:r>
              <a:rPr lang="zh-CN" altLang="en-US" b="1" dirty="0">
                <a:effectLst/>
                <a:latin typeface="Segoe UI Web (West European)"/>
              </a:rPr>
              <a:t>） 和基本调度</a:t>
            </a:r>
            <a:r>
              <a:rPr lang="zh-CN" altLang="en-US" dirty="0">
                <a:effectLst/>
                <a:latin typeface="Segoe UI Web (West European)"/>
              </a:rPr>
              <a:t>。其他服务由</a:t>
            </a:r>
            <a:r>
              <a:rPr lang="zh-CN" altLang="en-US" b="1" dirty="0">
                <a:effectLst/>
                <a:latin typeface="Segoe UI Web (West European)"/>
              </a:rPr>
              <a:t>运行在用户模型且与其他应用程序类似的进程（有时称为服务器）提供</a:t>
            </a:r>
            <a:r>
              <a:rPr lang="zh-CN" altLang="en-US" dirty="0">
                <a:effectLst/>
                <a:latin typeface="Segoe UI Web (West European)"/>
              </a:rPr>
              <a:t>；这种方法将</a:t>
            </a:r>
            <a:r>
              <a:rPr lang="zh-CN" altLang="en-US" b="1" dirty="0">
                <a:effectLst/>
                <a:latin typeface="Segoe UI Web (West European)"/>
              </a:rPr>
              <a:t>内核和服务器开发分离</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服务器可以根据特定的应用程序或环境要求进行定制。微内核方法简化了实现，提供了灵活性，并且非常适合分布式环境。本质上，微内核与本地和远程服务器进程的交互方式相同，便于构建分布式系统。</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48</a:t>
            </a:fld>
            <a:endParaRPr lang="zh-CN" altLang="en-US"/>
          </a:p>
        </p:txBody>
      </p:sp>
    </p:spTree>
    <p:extLst>
      <p:ext uri="{BB962C8B-B14F-4D97-AF65-F5344CB8AC3E}">
        <p14:creationId xmlns:p14="http://schemas.microsoft.com/office/powerpoint/2010/main" val="3008541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49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多线程处理是一种技术，其中执行应用程序的进程被划分为可以并发运行的线程。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我们可以进行以下区分：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线程：</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可调度的工作单元</a:t>
            </a:r>
            <a:r>
              <a:rPr lang="zh-CN" altLang="en-US" dirty="0">
                <a:effectLst/>
                <a:latin typeface="Segoe UI Web (West European)"/>
              </a:rPr>
              <a:t>。它包括一个处理器上下文（包括程序计数器和堆栈指针）和它自己的堆栈数据区域（以启用子例程分支）。</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线程按</a:t>
            </a:r>
            <a:r>
              <a:rPr lang="zh-CN" altLang="en-US" b="1" dirty="0">
                <a:effectLst/>
                <a:latin typeface="Segoe UI Web (West European)"/>
              </a:rPr>
              <a:t>顺序执行，并且是 </a:t>
            </a:r>
            <a:r>
              <a:rPr lang="en-US" altLang="zh-CN" b="1" dirty="0">
                <a:effectLst/>
                <a:latin typeface="Segoe UI Web (West European)"/>
              </a:rPr>
              <a:t>interruptible </a:t>
            </a:r>
            <a:r>
              <a:rPr lang="zh-CN" altLang="en-US" dirty="0">
                <a:effectLst/>
                <a:latin typeface="Segoe UI Web (West European)"/>
              </a:rPr>
              <a:t>的，以便处理器可以转向另一个线程。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dirty="0">
                <a:effectLst/>
                <a:latin typeface="Segoe UI Web (West European)"/>
              </a:rPr>
              <a:t>• </a:t>
            </a:r>
            <a:r>
              <a:rPr lang="zh-CN" altLang="en-US" dirty="0">
                <a:effectLst/>
                <a:latin typeface="Segoe UI Web (West European)"/>
              </a:rPr>
              <a:t>进程 ：</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一个或</a:t>
            </a:r>
            <a:r>
              <a:rPr lang="zh-CN" altLang="en-US" b="1" dirty="0">
                <a:effectLst/>
                <a:latin typeface="Segoe UI Web (West European)"/>
              </a:rPr>
              <a:t>多个线程和关联系统资源</a:t>
            </a:r>
            <a:r>
              <a:rPr lang="zh-CN" altLang="en-US" dirty="0">
                <a:effectLst/>
                <a:latin typeface="Segoe UI Web (West European)"/>
              </a:rPr>
              <a:t>（如包含代码和数据的内存、打开的文件和设备）的集合。</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通过打破将单个应用程序转换为多个线程，程序员可以</a:t>
            </a:r>
            <a:r>
              <a:rPr lang="zh-CN" altLang="en-US" b="1" dirty="0">
                <a:effectLst/>
                <a:latin typeface="Segoe UI Web (West European)"/>
              </a:rPr>
              <a:t>很好地控制应用程序的模块化和应用程序相关事件</a:t>
            </a:r>
            <a:r>
              <a:rPr lang="zh-CN" altLang="en-US" dirty="0">
                <a:effectLst/>
                <a:latin typeface="Segoe UI Web (West European)"/>
              </a:rPr>
              <a:t>的时间安排。</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多线程处理对于执行许多</a:t>
            </a:r>
            <a:r>
              <a:rPr lang="zh-CN" altLang="en-US" b="1" dirty="0">
                <a:effectLst/>
                <a:latin typeface="Segoe UI Web (West European)"/>
              </a:rPr>
              <a:t>不需要序列化的基本上独立的任务</a:t>
            </a:r>
            <a:r>
              <a:rPr lang="zh-CN" altLang="en-US" dirty="0">
                <a:effectLst/>
                <a:latin typeface="Segoe UI Web (West European)"/>
              </a:rPr>
              <a:t>的应用程序非常有用。</a:t>
            </a:r>
            <a:endParaRPr lang="en-US" altLang="zh-CN" dirty="0">
              <a:effectLst/>
              <a:latin typeface="Segoe UI Web (West European)"/>
            </a:endParaRPr>
          </a:p>
        </p:txBody>
      </p:sp>
      <p:sp>
        <p:nvSpPr>
          <p:cNvPr id="4" name="灯片编号占位符 3"/>
          <p:cNvSpPr>
            <a:spLocks noGrp="1"/>
          </p:cNvSpPr>
          <p:nvPr>
            <p:ph type="sldNum" sz="quarter" idx="5"/>
          </p:nvPr>
        </p:nvSpPr>
        <p:spPr/>
        <p:txBody>
          <a:bodyPr/>
          <a:lstStyle/>
          <a:p>
            <a:fld id="{28339756-F64D-457F-B0A2-F982ECCC3B09}" type="slidenum">
              <a:rPr lang="zh-CN" altLang="en-US" smtClean="0"/>
              <a:t>50</a:t>
            </a:fld>
            <a:endParaRPr lang="zh-CN" altLang="en-US"/>
          </a:p>
        </p:txBody>
      </p:sp>
    </p:spTree>
    <p:extLst>
      <p:ext uri="{BB962C8B-B14F-4D97-AF65-F5344CB8AC3E}">
        <p14:creationId xmlns:p14="http://schemas.microsoft.com/office/powerpoint/2010/main" val="8031092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对称多处理 （</a:t>
            </a:r>
            <a:r>
              <a:rPr lang="en-US" altLang="zh-CN" dirty="0">
                <a:effectLst/>
                <a:latin typeface="Segoe UI Web (West European)"/>
              </a:rPr>
              <a:t>SMP</a:t>
            </a:r>
            <a:r>
              <a:rPr lang="zh-CN" altLang="en-US" dirty="0">
                <a:effectLst/>
                <a:latin typeface="Segoe UI Web (West European)"/>
              </a:rPr>
              <a:t>） 是一个术语，指的是</a:t>
            </a:r>
            <a:r>
              <a:rPr lang="zh-CN" altLang="en-US" b="1" dirty="0">
                <a:effectLst/>
                <a:latin typeface="Segoe UI Web (West European)"/>
              </a:rPr>
              <a:t>计算机硬件架构（在 </a:t>
            </a:r>
            <a:r>
              <a:rPr lang="en-US" altLang="zh-CN" b="1" dirty="0">
                <a:effectLst/>
                <a:latin typeface="Segoe UI Web (West European)"/>
              </a:rPr>
              <a:t>Chapter 1 </a:t>
            </a:r>
            <a:r>
              <a:rPr lang="zh-CN" altLang="en-US" b="1" dirty="0">
                <a:effectLst/>
                <a:latin typeface="Segoe UI Web (West European)"/>
              </a:rPr>
              <a:t>中描述）以及利用该架构的作系统行为</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1" dirty="0">
                <a:effectLst/>
                <a:latin typeface="Segoe UI Web (West European)"/>
              </a:rPr>
              <a:t>SMP </a:t>
            </a:r>
            <a:r>
              <a:rPr lang="zh-CN" altLang="en-US" b="1" dirty="0">
                <a:effectLst/>
                <a:latin typeface="Segoe UI Web (West European)"/>
              </a:rPr>
              <a:t>的作系统跨所有处理器调度进程或线程</a:t>
            </a:r>
            <a:r>
              <a:rPr lang="zh-CN" altLang="en-US" dirty="0">
                <a:effectLst/>
                <a:latin typeface="Segoe UI Web (West European)"/>
              </a:rPr>
              <a:t>。 </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多线程和 </a:t>
            </a:r>
            <a:r>
              <a:rPr lang="en-US" altLang="zh-CN" dirty="0">
                <a:effectLst/>
                <a:latin typeface="Segoe UI Web (West European)"/>
              </a:rPr>
              <a:t>SMP </a:t>
            </a:r>
            <a:r>
              <a:rPr lang="zh-CN" altLang="en-US" dirty="0">
                <a:effectLst/>
                <a:latin typeface="Segoe UI Web (West European)"/>
              </a:rPr>
              <a:t>经常一起讨论，但两者是独立的工具。</a:t>
            </a:r>
            <a:r>
              <a:rPr lang="en-US" altLang="zh-CN" dirty="0">
                <a:effectLst/>
                <a:latin typeface="Segoe UI Web (West European)"/>
              </a:rPr>
              <a:t>SMP </a:t>
            </a:r>
            <a:r>
              <a:rPr lang="zh-CN" altLang="en-US" dirty="0">
                <a:effectLst/>
                <a:latin typeface="Segoe UI Web (West European)"/>
              </a:rPr>
              <a:t>系统甚至对于非线程进程也很有用，因为多个进程可以并行运行。但是，这两个设施相辅相成，可以有效地一起使用。 </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dirty="0">
                <a:effectLst/>
                <a:latin typeface="Segoe UI Web (West European)"/>
              </a:rPr>
              <a:t>SMP </a:t>
            </a:r>
            <a:r>
              <a:rPr lang="zh-CN" altLang="en-US" dirty="0">
                <a:effectLst/>
                <a:latin typeface="Segoe UI Web (West European)"/>
              </a:rPr>
              <a:t>的一个吸引人的特点是多个处理器的存在对用户是</a:t>
            </a:r>
            <a:r>
              <a:rPr lang="zh-CN" altLang="en-US" b="1" dirty="0">
                <a:effectLst/>
                <a:latin typeface="Segoe UI Web (West European)"/>
              </a:rPr>
              <a:t>透明</a:t>
            </a:r>
            <a:r>
              <a:rPr lang="zh-CN" altLang="en-US" dirty="0">
                <a:effectLst/>
                <a:latin typeface="Segoe UI Web (West European)"/>
              </a:rPr>
              <a:t>的。</a:t>
            </a:r>
            <a:r>
              <a:rPr lang="en-US" altLang="zh-CN" dirty="0">
                <a:effectLst/>
                <a:latin typeface="Segoe UI Web (West European)"/>
              </a:rPr>
              <a:t>OS </a:t>
            </a:r>
            <a:r>
              <a:rPr lang="zh-CN" altLang="en-US" dirty="0">
                <a:effectLst/>
                <a:latin typeface="Segoe UI Web (West European)"/>
              </a:rPr>
              <a:t>负责单个处理器上的线程或进程的调度以及处理器之间的同步。</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51</a:t>
            </a:fld>
            <a:endParaRPr lang="zh-CN" altLang="en-US"/>
          </a:p>
        </p:txBody>
      </p:sp>
    </p:spTree>
    <p:extLst>
      <p:ext uri="{BB962C8B-B14F-4D97-AF65-F5344CB8AC3E}">
        <p14:creationId xmlns:p14="http://schemas.microsoft.com/office/powerpoint/2010/main" val="16900812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SMP </a:t>
            </a:r>
            <a:r>
              <a:rPr lang="zh-CN" altLang="en-US" dirty="0">
                <a:effectLst/>
                <a:latin typeface="Segoe UI Web (West European)"/>
              </a:rPr>
              <a:t>与单处理器架构相比具有许多潜在优势， 包括以下内容：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b="1" dirty="0">
                <a:effectLst/>
                <a:latin typeface="Segoe UI Web (West European)"/>
              </a:rPr>
              <a:t>性能</a:t>
            </a:r>
            <a:r>
              <a:rPr lang="zh-CN" altLang="en-US" dirty="0">
                <a:effectLst/>
                <a:latin typeface="Segoe UI Web (West European)"/>
              </a:rPr>
              <a:t>：如果可以组织计算机要完成的工作，以便可以并行完成工作的某些部分，那么具有多个处理器的系统将比具有单个相同类型的处理器的系统产生更高的性能</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a:t>
            </a:r>
            <a:r>
              <a:rPr lang="en-US" altLang="zh-CN" b="1" dirty="0">
                <a:effectLst/>
                <a:latin typeface="Segoe UI Web (West European)"/>
              </a:rPr>
              <a:t> </a:t>
            </a:r>
            <a:r>
              <a:rPr lang="zh-CN" altLang="en-US" b="1" dirty="0">
                <a:effectLst/>
                <a:latin typeface="Segoe UI Web (West European)"/>
              </a:rPr>
              <a:t>可用性</a:t>
            </a:r>
            <a:r>
              <a:rPr lang="zh-CN" altLang="en-US" dirty="0">
                <a:effectLst/>
                <a:latin typeface="Segoe UI Web (West European)"/>
              </a:rPr>
              <a:t>：在对称多处理器中，由于所有处理器都可以执行相同的功能，因此单个处理器的故障不会停止系统。相反，系统可以继续以降低的性能运行。</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b="1" dirty="0">
                <a:effectLst/>
                <a:latin typeface="Segoe UI Web (West European)"/>
              </a:rPr>
              <a:t>增量增长</a:t>
            </a:r>
            <a:r>
              <a:rPr lang="zh-CN" altLang="en-US" dirty="0">
                <a:effectLst/>
                <a:latin typeface="Segoe UI Web (West European)"/>
              </a:rPr>
              <a:t>：用户可以通过添加额外的处理器来增强系统的性能。 </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b="1" dirty="0">
                <a:effectLst/>
                <a:latin typeface="Segoe UI Web (West European)"/>
              </a:rPr>
              <a:t>扩展</a:t>
            </a:r>
            <a:r>
              <a:rPr lang="zh-CN" altLang="en-US" dirty="0">
                <a:effectLst/>
                <a:latin typeface="Segoe UI Web (West European)"/>
              </a:rPr>
              <a:t>：供应商可以根据系统中配置的处理器数量提供一系列具有不同价格和性能特征的产品。</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重要的是要注意，这些是潜在的好处，而不是保证的好处。</a:t>
            </a:r>
            <a:r>
              <a:rPr lang="zh-CN" altLang="en-US" b="1" dirty="0">
                <a:effectLst/>
                <a:latin typeface="Segoe UI Web (West European)"/>
              </a:rPr>
              <a:t>这 </a:t>
            </a:r>
            <a:r>
              <a:rPr lang="en-US" altLang="zh-CN" b="1" dirty="0">
                <a:effectLst/>
                <a:latin typeface="Segoe UI Web (West European)"/>
              </a:rPr>
              <a:t>OS </a:t>
            </a:r>
            <a:r>
              <a:rPr lang="zh-CN" altLang="en-US" b="1" dirty="0">
                <a:effectLst/>
                <a:latin typeface="Segoe UI Web (West European)"/>
              </a:rPr>
              <a:t>必须提供工具和功能来利用 </a:t>
            </a:r>
            <a:r>
              <a:rPr lang="en-US" altLang="zh-CN" b="1" dirty="0">
                <a:effectLst/>
                <a:latin typeface="Segoe UI Web (West European)"/>
              </a:rPr>
              <a:t>SMP </a:t>
            </a:r>
            <a:r>
              <a:rPr lang="zh-CN" altLang="en-US" b="1" dirty="0">
                <a:effectLst/>
                <a:latin typeface="Segoe UI Web (West European)"/>
              </a:rPr>
              <a:t>系统中的并行性。</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53</a:t>
            </a:fld>
            <a:endParaRPr lang="zh-CN" altLang="en-US"/>
          </a:p>
        </p:txBody>
      </p:sp>
    </p:spTree>
    <p:extLst>
      <p:ext uri="{BB962C8B-B14F-4D97-AF65-F5344CB8AC3E}">
        <p14:creationId xmlns:p14="http://schemas.microsoft.com/office/powerpoint/2010/main" val="5080526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另外两个操作系统的特征是：分布式操作系统和面向对象设计</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本节课程主要内容是针对单系统的调度和同步；那么另外一个问题是：</a:t>
            </a:r>
            <a:r>
              <a:rPr lang="zh-CN" altLang="en-US" b="1" dirty="0">
                <a:effectLst/>
                <a:latin typeface="Segoe UI Web (West European)"/>
              </a:rPr>
              <a:t>如何管理多个计算机</a:t>
            </a:r>
            <a:r>
              <a:rPr lang="zh-CN" altLang="en-US" dirty="0">
                <a:effectLst/>
                <a:latin typeface="Segoe UI Web (West European)"/>
              </a:rPr>
              <a:t>？每个计算机都有自己的主内存、辅助内存和其他 </a:t>
            </a:r>
            <a:r>
              <a:rPr lang="en-US" altLang="zh-CN" dirty="0">
                <a:effectLst/>
                <a:latin typeface="Segoe UI Web (West European)"/>
              </a:rPr>
              <a:t>I/O </a:t>
            </a:r>
            <a:r>
              <a:rPr lang="zh-CN" altLang="en-US" dirty="0">
                <a:effectLst/>
                <a:latin typeface="Segoe UI Web (West European)"/>
              </a:rPr>
              <a:t>模块。</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分布式作系统</a:t>
            </a:r>
            <a:r>
              <a:rPr lang="zh-CN" altLang="en-US" dirty="0">
                <a:effectLst/>
                <a:latin typeface="Segoe UI Web (West European)"/>
              </a:rPr>
              <a:t>给用户的错觉，仿佛访问的是单个计算机，提供单个主内存空间和单个辅助内存空间的错觉，以及其他统一访问工具，例如</a:t>
            </a:r>
            <a:r>
              <a:rPr lang="zh-CN" altLang="en-US" b="1" dirty="0">
                <a:effectLst/>
                <a:latin typeface="Segoe UI Web (West European)"/>
              </a:rPr>
              <a:t>分布式文件系统</a:t>
            </a:r>
            <a:r>
              <a:rPr lang="zh-CN" altLang="en-US" dirty="0">
                <a:effectLst/>
                <a:latin typeface="Segoe UI Web (West European)"/>
              </a:rPr>
              <a:t>。尽管集群越来越受欢迎，并且市场上有许多集群产品，但分布式作系统的最新技术落后于单处理器和 </a:t>
            </a:r>
            <a:r>
              <a:rPr lang="en-US" altLang="zh-CN" dirty="0">
                <a:effectLst/>
                <a:latin typeface="Segoe UI Web (West European)"/>
              </a:rPr>
              <a:t>SMP</a:t>
            </a:r>
            <a:r>
              <a:rPr lang="zh-CN" altLang="en-US" dirty="0">
                <a:effectLst/>
                <a:latin typeface="Segoe UI Web (West European)"/>
              </a:rPr>
              <a:t>作系统。</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操作系统设计的另一项创新是使用面向对象的技术</a:t>
            </a:r>
            <a:r>
              <a:rPr lang="zh-CN" altLang="en-US" dirty="0">
                <a:effectLst/>
                <a:latin typeface="Segoe UI Web (West European)"/>
              </a:rPr>
              <a:t>。面向对象的设计为向微内核添加模块化扩展的过程提供了纪律。在操作系统级别，基于对象的结构使</a:t>
            </a:r>
            <a:r>
              <a:rPr lang="zh-CN" altLang="en-US" b="1" dirty="0">
                <a:effectLst/>
                <a:latin typeface="Segoe UI Web (West European)"/>
              </a:rPr>
              <a:t>程序员能够在不破坏系统完整性的情况下自定义作系统</a:t>
            </a:r>
            <a:r>
              <a:rPr lang="zh-CN" altLang="en-US" dirty="0">
                <a:effectLst/>
                <a:latin typeface="Segoe UI Web (West European)"/>
              </a:rPr>
              <a:t>。面向对象还简化了分布式工具和分布式操作系统的开发。</a:t>
            </a: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55</a:t>
            </a:fld>
            <a:endParaRPr lang="zh-CN" altLang="en-US"/>
          </a:p>
        </p:txBody>
      </p:sp>
    </p:spTree>
    <p:extLst>
      <p:ext uri="{BB962C8B-B14F-4D97-AF65-F5344CB8AC3E}">
        <p14:creationId xmlns:p14="http://schemas.microsoft.com/office/powerpoint/2010/main" val="36361517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在 </a:t>
            </a:r>
            <a:r>
              <a:rPr lang="en-US" altLang="zh-CN" dirty="0">
                <a:effectLst/>
                <a:latin typeface="Segoe UI Web (West European)"/>
              </a:rPr>
              <a:t>SMP </a:t>
            </a:r>
            <a:r>
              <a:rPr lang="zh-CN" altLang="en-US" dirty="0">
                <a:effectLst/>
                <a:latin typeface="Segoe UI Web (West European)"/>
              </a:rPr>
              <a:t>系统中，</a:t>
            </a:r>
            <a:r>
              <a:rPr lang="zh-CN" altLang="en-US" b="1" dirty="0">
                <a:effectLst/>
                <a:latin typeface="Segoe UI Web (West European)"/>
              </a:rPr>
              <a:t>内核可以在任何处理器上执行</a:t>
            </a:r>
            <a:r>
              <a:rPr lang="zh-CN" altLang="en-US" dirty="0">
                <a:effectLst/>
                <a:latin typeface="Segoe UI Web (West European)"/>
              </a:rPr>
              <a:t>，通常</a:t>
            </a:r>
            <a:r>
              <a:rPr lang="zh-CN" altLang="en-US" b="1" dirty="0">
                <a:effectLst/>
                <a:latin typeface="Segoe UI Web (West European)"/>
              </a:rPr>
              <a:t>每个处理器都会从可用进程或线程池中获取任务并进行自调度</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内核可以构造为多个进程或多个线程</a:t>
            </a:r>
            <a:r>
              <a:rPr lang="zh-CN" altLang="en-US" dirty="0">
                <a:effectLst/>
                <a:latin typeface="Segoe UI Web (West European)"/>
              </a:rPr>
              <a:t>，从而允许内核的某些部分并行执行。</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SMP </a:t>
            </a:r>
            <a:r>
              <a:rPr lang="zh-CN" altLang="en-US" dirty="0">
                <a:effectLst/>
                <a:latin typeface="Segoe UI Web (West European)"/>
              </a:rPr>
              <a:t>方法使 </a:t>
            </a:r>
            <a:r>
              <a:rPr lang="en-US" altLang="zh-CN" dirty="0">
                <a:effectLst/>
                <a:latin typeface="Segoe UI Web (West European)"/>
              </a:rPr>
              <a:t>OS </a:t>
            </a:r>
            <a:r>
              <a:rPr lang="zh-CN" altLang="en-US" dirty="0">
                <a:effectLst/>
                <a:latin typeface="Segoe UI Web (West European)"/>
              </a:rPr>
              <a:t>复杂化。操作系统设计人员必须处理由于</a:t>
            </a:r>
            <a:r>
              <a:rPr lang="zh-CN" altLang="en-US" b="1" dirty="0">
                <a:effectLst/>
                <a:latin typeface="Segoe UI Web (West European)"/>
              </a:rPr>
              <a:t>共享资源（如数据 结构）和内核并行运行造成的并发事件</a:t>
            </a:r>
            <a:r>
              <a:rPr lang="zh-CN" altLang="en-US" dirty="0">
                <a:effectLst/>
                <a:latin typeface="Segoe UI Web (West European)"/>
              </a:rPr>
              <a:t>（如访问设备）。</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因此，</a:t>
            </a:r>
            <a:r>
              <a:rPr lang="en-US" altLang="zh-CN" dirty="0">
                <a:effectLst/>
                <a:latin typeface="Segoe UI Web (West European)"/>
              </a:rPr>
              <a:t>SMP</a:t>
            </a:r>
            <a:r>
              <a:rPr lang="zh-CN" altLang="en-US" dirty="0">
                <a:effectLst/>
                <a:latin typeface="Segoe UI Web (West European)"/>
              </a:rPr>
              <a:t>系统不仅要提供多道系统的所有功能，而且必须提供适应多处理器需要的额外功能，关键问题有：</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同时并发进程和线程</a:t>
            </a:r>
            <a:r>
              <a:rPr lang="zh-CN" altLang="en-US" dirty="0">
                <a:effectLst/>
                <a:latin typeface="Segoe UI Web (West European)"/>
              </a:rPr>
              <a:t>：内核例程需要可重入，以允许</a:t>
            </a:r>
            <a:r>
              <a:rPr lang="zh-CN" altLang="en-US" b="1" dirty="0">
                <a:effectLst/>
                <a:latin typeface="Segoe UI Web (West European)"/>
              </a:rPr>
              <a:t>多个处理器同时执行相同的内核代码</a:t>
            </a:r>
            <a:r>
              <a:rPr lang="zh-CN" altLang="en-US" dirty="0">
                <a:effectLst/>
                <a:latin typeface="Segoe UI Web (West European)"/>
              </a:rPr>
              <a:t>。当多个处理器执行内核的相同或不同部分时，必须正确</a:t>
            </a:r>
            <a:r>
              <a:rPr lang="zh-CN" altLang="en-US" b="1" dirty="0">
                <a:effectLst/>
                <a:latin typeface="Segoe UI Web (West European)"/>
              </a:rPr>
              <a:t>管理内核表和数据结构</a:t>
            </a:r>
            <a:r>
              <a:rPr lang="zh-CN" altLang="en-US" dirty="0">
                <a:effectLst/>
                <a:latin typeface="Segoe UI Web (West European)"/>
              </a:rPr>
              <a:t>以避免数据损坏或无效操作。</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调度</a:t>
            </a:r>
            <a:r>
              <a:rPr lang="zh-CN" altLang="en-US" dirty="0">
                <a:effectLst/>
                <a:latin typeface="Segoe UI Web (West European)"/>
              </a:rPr>
              <a:t>：任何处理可以执行调度，即增加了调度策略的复杂度，也增加了保证相关数据结构不被破坏的复杂度。</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同步：因为多个进程共享地址空间和</a:t>
            </a:r>
            <a:r>
              <a:rPr lang="en-US" altLang="zh-CN" dirty="0">
                <a:effectLst/>
                <a:latin typeface="Segoe UI Web (West European)"/>
              </a:rPr>
              <a:t>I/O</a:t>
            </a:r>
            <a:r>
              <a:rPr lang="zh-CN" altLang="en-US" dirty="0">
                <a:effectLst/>
                <a:latin typeface="Segoe UI Web (West European)"/>
              </a:rPr>
              <a:t>资源，如何提供有效的同步来保证互斥；锁是一种通用的同步机制。</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内存管理</a:t>
            </a:r>
            <a:r>
              <a:rPr lang="zh-CN" altLang="en-US" dirty="0">
                <a:effectLst/>
                <a:latin typeface="Segoe UI Web (West European)"/>
              </a:rPr>
              <a:t>：多处理内存管理不仅设计单处理器上内存管理上涉及的所有问题，</a:t>
            </a:r>
            <a:r>
              <a:rPr lang="zh-CN" altLang="en-US" b="1" dirty="0">
                <a:effectLst/>
                <a:latin typeface="Segoe UI Web (West European)"/>
              </a:rPr>
              <a:t>还包含多处理器共享页或段时数据的一致性</a:t>
            </a:r>
            <a:r>
              <a:rPr lang="zh-CN" altLang="en-US" dirty="0">
                <a:effectLst/>
                <a:latin typeface="Segoe UI Web (West European)"/>
              </a:rPr>
              <a:t>；因此，物理页重用是核心问题，即保证物理页在重新使用前不能访问到它以前的内容；</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可靠性和容错性</a:t>
            </a:r>
            <a:r>
              <a:rPr lang="zh-CN" altLang="en-US" dirty="0">
                <a:effectLst/>
                <a:latin typeface="Segoe UI Web (West European)"/>
              </a:rPr>
              <a:t>：出现处理器故障时，需要妥善地降低故障的影响。识别故障处理器并重新组织管理表。</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56</a:t>
            </a:fld>
            <a:endParaRPr lang="zh-CN" altLang="en-US"/>
          </a:p>
        </p:txBody>
      </p:sp>
    </p:spTree>
    <p:extLst>
      <p:ext uri="{BB962C8B-B14F-4D97-AF65-F5344CB8AC3E}">
        <p14:creationId xmlns:p14="http://schemas.microsoft.com/office/powerpoint/2010/main" val="26751896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多核操作系统</a:t>
            </a:r>
            <a:r>
              <a:rPr lang="zh-CN" altLang="en-US" b="1" dirty="0"/>
              <a:t>除了刚刚多处理器（</a:t>
            </a:r>
            <a:r>
              <a:rPr lang="en-US" altLang="zh-CN" b="1" dirty="0"/>
              <a:t>SMP</a:t>
            </a:r>
            <a:r>
              <a:rPr lang="zh-CN" altLang="en-US" b="1" dirty="0"/>
              <a:t>）系统的所有设计问题</a:t>
            </a:r>
            <a:r>
              <a:rPr lang="zh-CN" altLang="en-US" dirty="0"/>
              <a:t>，还需要关注其潜在的并行规模问题。</a:t>
            </a:r>
            <a:endParaRPr lang="en-US" altLang="zh-CN" dirty="0"/>
          </a:p>
          <a:p>
            <a:endParaRPr lang="en-US" altLang="zh-CN" dirty="0"/>
          </a:p>
          <a:p>
            <a:r>
              <a:rPr lang="zh-CN" altLang="en-US" dirty="0">
                <a:effectLst/>
                <a:latin typeface="Segoe UI Web (West European)"/>
              </a:rPr>
              <a:t>一个</a:t>
            </a:r>
            <a:r>
              <a:rPr lang="zh-CN" altLang="en-US" b="1" dirty="0">
                <a:effectLst/>
                <a:latin typeface="Segoe UI Web (West European)"/>
              </a:rPr>
              <a:t>核心问题</a:t>
            </a:r>
            <a:r>
              <a:rPr lang="zh-CN" altLang="en-US" dirty="0">
                <a:effectLst/>
                <a:latin typeface="Segoe UI Web (West European)"/>
              </a:rPr>
              <a:t>是</a:t>
            </a:r>
            <a:r>
              <a:rPr lang="zh-CN" altLang="en-US" b="1" dirty="0">
                <a:solidFill>
                  <a:srgbClr val="FF0000"/>
                </a:solidFill>
                <a:effectLst/>
                <a:latin typeface="Segoe UI Web (West European)"/>
              </a:rPr>
              <a:t>如何将多核系统的固有并行性与应用程序的性能要求相匹配</a:t>
            </a:r>
            <a:r>
              <a:rPr lang="zh-CN" altLang="en-US" dirty="0">
                <a:effectLst/>
                <a:latin typeface="Segoe UI Web (West European)"/>
              </a:rPr>
              <a:t>。</a:t>
            </a:r>
            <a:endParaRPr lang="en-US" altLang="zh-CN" dirty="0">
              <a:effectLst/>
              <a:latin typeface="Segoe UI Web (West European)"/>
            </a:endParaRPr>
          </a:p>
          <a:p>
            <a:r>
              <a:rPr lang="zh-CN" altLang="en-US" dirty="0">
                <a:effectLst/>
                <a:latin typeface="Segoe UI Web (West European)"/>
              </a:rPr>
              <a:t>实际上，并行性的潜力存在于当代多核的三个层面上：</a:t>
            </a:r>
            <a:endParaRPr lang="en-US" altLang="zh-CN" dirty="0">
              <a:effectLst/>
              <a:latin typeface="Segoe UI Web (West European)"/>
            </a:endParaRPr>
          </a:p>
          <a:p>
            <a:r>
              <a:rPr lang="zh-CN" altLang="en-US" dirty="0">
                <a:effectLst/>
                <a:latin typeface="Segoe UI Web (West European)"/>
              </a:rPr>
              <a:t>指令级并行：可能会被应用程序和编译器用到；</a:t>
            </a:r>
            <a:endParaRPr lang="en-US" altLang="zh-CN" dirty="0">
              <a:effectLst/>
              <a:latin typeface="Segoe UI Web (West European)"/>
            </a:endParaRPr>
          </a:p>
          <a:p>
            <a:r>
              <a:rPr lang="zh-CN" altLang="en-US" dirty="0">
                <a:effectLst/>
                <a:latin typeface="Segoe UI Web (West European)"/>
              </a:rPr>
              <a:t>处理器层次并行：每个处理器上的多道程序和多线程能力；</a:t>
            </a:r>
            <a:endParaRPr lang="en-US" altLang="zh-CN" dirty="0">
              <a:effectLst/>
              <a:latin typeface="Segoe UI Web (West European)"/>
            </a:endParaRPr>
          </a:p>
          <a:p>
            <a:r>
              <a:rPr lang="zh-CN" altLang="en-US" dirty="0"/>
              <a:t>一个应用程序在多核上以并发进程或多线程形式执行的潜力；</a:t>
            </a:r>
            <a:endParaRPr lang="en-US" altLang="zh-CN" dirty="0"/>
          </a:p>
          <a:p>
            <a:endParaRPr lang="en-US" altLang="zh-CN" dirty="0"/>
          </a:p>
          <a:p>
            <a:endParaRPr lang="en-US" dirty="0"/>
          </a:p>
          <a:p>
            <a:endParaRPr lang="en-US" dirty="0"/>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57</a:t>
            </a:fld>
            <a:endParaRPr lang="zh-CN" altLang="en-US"/>
          </a:p>
        </p:txBody>
      </p:sp>
    </p:spTree>
    <p:extLst>
      <p:ext uri="{BB962C8B-B14F-4D97-AF65-F5344CB8AC3E}">
        <p14:creationId xmlns:p14="http://schemas.microsoft.com/office/powerpoint/2010/main" val="12903456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58</a:t>
            </a:fld>
            <a:endParaRPr lang="zh-CN" altLang="en-US"/>
          </a:p>
        </p:txBody>
      </p:sp>
    </p:spTree>
    <p:extLst>
      <p:ext uri="{BB962C8B-B14F-4D97-AF65-F5344CB8AC3E}">
        <p14:creationId xmlns:p14="http://schemas.microsoft.com/office/powerpoint/2010/main" val="30339762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effectLst/>
                <a:latin typeface="Segoe UI Web (West European)"/>
              </a:rPr>
              <a:t>原则</a:t>
            </a:r>
            <a:r>
              <a:rPr lang="zh-CN" altLang="en-US" dirty="0">
                <a:effectLst/>
                <a:latin typeface="Segoe UI Web (West European)"/>
              </a:rPr>
              <a:t>上，</a:t>
            </a:r>
            <a:r>
              <a:rPr lang="zh-CN" altLang="en-US" b="1" dirty="0">
                <a:effectLst/>
                <a:latin typeface="Segoe UI Web (West European)"/>
              </a:rPr>
              <a:t>大多数应用程序可以细分为多个可以并行执行的任务</a:t>
            </a:r>
            <a:r>
              <a:rPr lang="zh-CN" altLang="en-US" dirty="0">
                <a:effectLst/>
                <a:latin typeface="Segoe UI Web (West European)"/>
              </a:rPr>
              <a:t>，然后这些任务作为</a:t>
            </a:r>
            <a:r>
              <a:rPr lang="zh-CN" altLang="en-US" b="1" dirty="0">
                <a:effectLst/>
                <a:latin typeface="Segoe UI Web (West European)"/>
              </a:rPr>
              <a:t>多个进程实现，每个进程可能都有多个线程</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solidFill>
                  <a:srgbClr val="FF0000"/>
                </a:solidFill>
                <a:effectLst/>
                <a:latin typeface="Segoe UI Web (West European)"/>
              </a:rPr>
              <a:t>开发人员</a:t>
            </a:r>
            <a:r>
              <a:rPr lang="zh-CN" altLang="en-US" dirty="0">
                <a:effectLst/>
                <a:latin typeface="Segoe UI Web (West European)"/>
              </a:rPr>
              <a:t>必须决定</a:t>
            </a:r>
            <a:r>
              <a:rPr lang="zh-CN" altLang="en-US" b="0" dirty="0">
                <a:effectLst/>
                <a:latin typeface="Segoe UI Web (West European)"/>
              </a:rPr>
              <a:t>如何将应用程序工作拆分为独立的可执行任务。</a:t>
            </a:r>
            <a:endParaRPr lang="en-US" altLang="zh-CN" b="0"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操作系统</a:t>
            </a:r>
            <a:r>
              <a:rPr lang="zh-CN" altLang="en-US" dirty="0">
                <a:effectLst/>
                <a:latin typeface="Segoe UI Web (West European)"/>
              </a:rPr>
              <a:t>至少可以通过在</a:t>
            </a:r>
            <a:r>
              <a:rPr lang="zh-CN" altLang="en-US" b="1" dirty="0">
                <a:effectLst/>
                <a:latin typeface="Segoe UI Web (West European)"/>
              </a:rPr>
              <a:t>开发人员定义的并行任务之间有效地分配资源</a:t>
            </a:r>
            <a:r>
              <a:rPr lang="zh-CN" altLang="en-US" dirty="0">
                <a:effectLst/>
                <a:latin typeface="Segoe UI Web (West European)"/>
              </a:rPr>
              <a:t>来支持此设计过程。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effectLst/>
                <a:latin typeface="Segoe UI Web (West European)"/>
              </a:rPr>
              <a:t>我们介绍两种常用的策略：</a:t>
            </a:r>
            <a:endParaRPr lang="en-US" altLang="zh-CN" dirty="0">
              <a:effectLst/>
              <a:latin typeface="Segoe UI Web (West European)"/>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lang="zh-CN" altLang="en-US" dirty="0">
                <a:effectLst/>
                <a:latin typeface="Segoe UI Web (West European)"/>
              </a:rPr>
              <a:t>应用层并行：支持并行开发的最有效方法是</a:t>
            </a:r>
            <a:r>
              <a:rPr lang="en-US" altLang="zh-CN" dirty="0">
                <a:effectLst/>
                <a:latin typeface="Segoe UI Web (West European)"/>
              </a:rPr>
              <a:t>GCD</a:t>
            </a:r>
            <a:r>
              <a:rPr lang="zh-CN" altLang="en-US" dirty="0">
                <a:effectLst/>
                <a:latin typeface="Segoe UI Web (West European)"/>
              </a:rPr>
              <a:t>，</a:t>
            </a:r>
            <a:endParaRPr lang="en-US" altLang="zh-CN" dirty="0">
              <a:effectLst/>
              <a:latin typeface="Segoe UI Web (West European)"/>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lang="zh-CN" altLang="en-US" dirty="0">
                <a:effectLst/>
                <a:latin typeface="Segoe UI Web (West European)"/>
              </a:rPr>
              <a:t>虚拟机方式：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59</a:t>
            </a:fld>
            <a:endParaRPr lang="zh-CN" altLang="en-US"/>
          </a:p>
        </p:txBody>
      </p:sp>
    </p:spTree>
    <p:extLst>
      <p:ext uri="{BB962C8B-B14F-4D97-AF65-F5344CB8AC3E}">
        <p14:creationId xmlns:p14="http://schemas.microsoft.com/office/powerpoint/2010/main" val="3175712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我们允许</a:t>
            </a:r>
            <a:r>
              <a:rPr lang="zh-CN" altLang="en-US" b="1" dirty="0">
                <a:effectLst/>
                <a:latin typeface="Segoe UI Web (West European)"/>
              </a:rPr>
              <a:t>一个或多个内核专用于特定进程</a:t>
            </a:r>
            <a:r>
              <a:rPr lang="zh-CN" altLang="en-US" dirty="0">
                <a:effectLst/>
                <a:latin typeface="Segoe UI Web (West European)"/>
              </a:rPr>
              <a:t>，然后让处理器独自致力于该进程，我们避免了任务切换和调度决策的大部分开销。 然后，</a:t>
            </a:r>
            <a:endParaRPr lang="en-US" altLang="zh-CN" dirty="0">
              <a:effectLst/>
              <a:latin typeface="Segoe UI Web (West European)"/>
            </a:endParaRPr>
          </a:p>
          <a:p>
            <a:r>
              <a:rPr lang="zh-CN" altLang="en-US" b="1" dirty="0">
                <a:effectLst/>
                <a:latin typeface="Segoe UI Web (West European)"/>
              </a:rPr>
              <a:t>多核作系统</a:t>
            </a:r>
            <a:r>
              <a:rPr lang="zh-CN" altLang="en-US" dirty="0">
                <a:effectLst/>
                <a:latin typeface="Segoe UI Web (West European)"/>
              </a:rPr>
              <a:t>可以充当虚拟机管理程序，做出</a:t>
            </a:r>
            <a:r>
              <a:rPr lang="zh-CN" altLang="en-US" b="1" dirty="0">
                <a:effectLst/>
                <a:latin typeface="Segoe UI Web (West European)"/>
              </a:rPr>
              <a:t>将内核分配给应用程序的高级决策</a:t>
            </a:r>
            <a:r>
              <a:rPr lang="zh-CN" altLang="en-US" dirty="0">
                <a:effectLst/>
                <a:latin typeface="Segoe UI Web (West European)"/>
              </a:rPr>
              <a:t>，但除此之外，对资源分配几乎不做任何事情。</a:t>
            </a:r>
          </a:p>
        </p:txBody>
      </p:sp>
      <p:sp>
        <p:nvSpPr>
          <p:cNvPr id="4" name="灯片编号占位符 3"/>
          <p:cNvSpPr>
            <a:spLocks noGrp="1"/>
          </p:cNvSpPr>
          <p:nvPr>
            <p:ph type="sldNum" sz="quarter" idx="5"/>
          </p:nvPr>
        </p:nvSpPr>
        <p:spPr/>
        <p:txBody>
          <a:bodyPr/>
          <a:lstStyle/>
          <a:p>
            <a:fld id="{28339756-F64D-457F-B0A2-F982ECCC3B09}" type="slidenum">
              <a:rPr lang="zh-CN" altLang="en-US" smtClean="0"/>
              <a:t>60</a:t>
            </a:fld>
            <a:endParaRPr lang="zh-CN" altLang="en-US"/>
          </a:p>
        </p:txBody>
      </p:sp>
    </p:spTree>
    <p:extLst>
      <p:ext uri="{BB962C8B-B14F-4D97-AF65-F5344CB8AC3E}">
        <p14:creationId xmlns:p14="http://schemas.microsoft.com/office/powerpoint/2010/main" val="8341996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8339756-F64D-457F-B0A2-F982ECCC3B09}" type="slidenum">
              <a:rPr lang="zh-CN" altLang="en-US" smtClean="0"/>
              <a:t>61</a:t>
            </a:fld>
            <a:endParaRPr lang="zh-CN" altLang="en-US"/>
          </a:p>
        </p:txBody>
      </p:sp>
    </p:spTree>
    <p:extLst>
      <p:ext uri="{BB962C8B-B14F-4D97-AF65-F5344CB8AC3E}">
        <p14:creationId xmlns:p14="http://schemas.microsoft.com/office/powerpoint/2010/main" val="253159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676ED-31AD-43FB-A49E-D33E228AB4D0}"/>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81422C94-50F2-4AE9-86A9-E61113E142D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85A43B6-600F-417C-93A9-1FD37B86D193}"/>
              </a:ext>
            </a:extLst>
          </p:cNvPr>
          <p:cNvSpPr>
            <a:spLocks noGrp="1"/>
          </p:cNvSpPr>
          <p:nvPr>
            <p:ph type="dt" sz="half" idx="10"/>
          </p:nvPr>
        </p:nvSpPr>
        <p:spPr/>
        <p:txBody>
          <a:bodyPr/>
          <a:lstStyle/>
          <a:p>
            <a:fld id="{8CD518D2-B6AF-44E6-AA62-E551DAC8C681}" type="datetime1">
              <a:rPr lang="zh-CN" altLang="en-US" smtClean="0"/>
              <a:t>2026/3/4</a:t>
            </a:fld>
            <a:endParaRPr lang="zh-CN" altLang="en-US"/>
          </a:p>
        </p:txBody>
      </p:sp>
      <p:sp>
        <p:nvSpPr>
          <p:cNvPr id="5" name="页脚占位符 4">
            <a:extLst>
              <a:ext uri="{FF2B5EF4-FFF2-40B4-BE49-F238E27FC236}">
                <a16:creationId xmlns:a16="http://schemas.microsoft.com/office/drawing/2014/main" id="{7D46F7F6-9FE2-4D4C-864B-75CAFF3974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ED69EF-23A2-4ACE-83F0-B1DA318EB2B7}"/>
              </a:ext>
            </a:extLst>
          </p:cNvPr>
          <p:cNvSpPr>
            <a:spLocks noGrp="1"/>
          </p:cNvSpPr>
          <p:nvPr>
            <p:ph type="sldNum" sz="quarter" idx="12"/>
          </p:nvPr>
        </p:nvSpPr>
        <p:spPr/>
        <p:txBody>
          <a:bodyPr/>
          <a:lstStyle/>
          <a:p>
            <a:fld id="{7C1195D6-D476-4847-9419-038ABCB65AC4}" type="slidenum">
              <a:rPr lang="zh-CN" altLang="en-US" smtClean="0"/>
              <a:pPr/>
              <a:t>‹#›</a:t>
            </a:fld>
            <a:endParaRPr lang="zh-CN" altLang="en-US" dirty="0"/>
          </a:p>
        </p:txBody>
      </p:sp>
    </p:spTree>
    <p:extLst>
      <p:ext uri="{BB962C8B-B14F-4D97-AF65-F5344CB8AC3E}">
        <p14:creationId xmlns:p14="http://schemas.microsoft.com/office/powerpoint/2010/main" val="392886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71735-B29C-4DD1-A401-C0EC3324C0C3}"/>
              </a:ext>
            </a:extLst>
          </p:cNvPr>
          <p:cNvSpPr>
            <a:spLocks noGrp="1"/>
          </p:cNvSpPr>
          <p:nvPr>
            <p:ph type="title"/>
          </p:nvPr>
        </p:nvSpPr>
        <p:spPr>
          <a:xfrm>
            <a:off x="384810" y="168545"/>
            <a:ext cx="7886700" cy="431978"/>
          </a:xfrm>
        </p:spPr>
        <p:txBody>
          <a:bodyPr>
            <a:noAutofit/>
          </a:bodyPr>
          <a:lstStyle>
            <a:lvl1pPr>
              <a:defRPr sz="2500">
                <a:solidFill>
                  <a:schemeClr val="accent1">
                    <a:lumMod val="75000"/>
                  </a:schemeClr>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908E37B7-8C78-4782-A312-6CE3597C91CB}"/>
              </a:ext>
            </a:extLst>
          </p:cNvPr>
          <p:cNvSpPr>
            <a:spLocks noGrp="1"/>
          </p:cNvSpPr>
          <p:nvPr>
            <p:ph idx="1"/>
          </p:nvPr>
        </p:nvSpPr>
        <p:spPr/>
        <p:txBody>
          <a:bodyPr>
            <a:normAutofit/>
          </a:bodyPr>
          <a:lstStyle>
            <a:lvl1pPr algn="just">
              <a:lnSpc>
                <a:spcPct val="100000"/>
              </a:lnSpc>
              <a:defRPr sz="2000">
                <a:latin typeface="Microsoft YaHei" panose="020B0503020204020204" pitchFamily="34" charset="-122"/>
                <a:ea typeface="Microsoft YaHei" panose="020B0503020204020204" pitchFamily="34" charset="-122"/>
              </a:defRPr>
            </a:lvl1pPr>
            <a:lvl2pPr algn="just">
              <a:lnSpc>
                <a:spcPct val="100000"/>
              </a:lnSpc>
              <a:defRPr sz="2000">
                <a:latin typeface="Microsoft YaHei" panose="020B0503020204020204" pitchFamily="34" charset="-122"/>
                <a:ea typeface="Microsoft YaHei" panose="020B0503020204020204" pitchFamily="34" charset="-122"/>
              </a:defRPr>
            </a:lvl2pPr>
            <a:lvl3pPr algn="just">
              <a:lnSpc>
                <a:spcPct val="100000"/>
              </a:lnSpc>
              <a:defRPr sz="2000">
                <a:latin typeface="Microsoft YaHei" panose="020B0503020204020204" pitchFamily="34" charset="-122"/>
                <a:ea typeface="Microsoft YaHei" panose="020B0503020204020204" pitchFamily="34" charset="-122"/>
              </a:defRPr>
            </a:lvl3pPr>
            <a:lvl4pPr algn="just">
              <a:lnSpc>
                <a:spcPct val="100000"/>
              </a:lnSpc>
              <a:defRPr sz="2000">
                <a:latin typeface="Microsoft YaHei" panose="020B0503020204020204" pitchFamily="34" charset="-122"/>
                <a:ea typeface="Microsoft YaHei" panose="020B0503020204020204" pitchFamily="34" charset="-122"/>
              </a:defRPr>
            </a:lvl4pPr>
            <a:lvl5pPr algn="just">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6" name="灯片编号占位符 5">
            <a:extLst>
              <a:ext uri="{FF2B5EF4-FFF2-40B4-BE49-F238E27FC236}">
                <a16:creationId xmlns:a16="http://schemas.microsoft.com/office/drawing/2014/main" id="{ADB372F8-B13E-4C13-8035-517AFC049A58}"/>
              </a:ext>
            </a:extLst>
          </p:cNvPr>
          <p:cNvSpPr>
            <a:spLocks noGrp="1"/>
          </p:cNvSpPr>
          <p:nvPr>
            <p:ph type="sldNum" sz="quarter" idx="12"/>
          </p:nvPr>
        </p:nvSpPr>
        <p:spPr/>
        <p:txBody>
          <a:bodyPr/>
          <a:lstStyle/>
          <a:p>
            <a:fld id="{2093D444-7193-46AD-90E8-D84AE4B61CFF}" type="slidenum">
              <a:rPr lang="en-US" smtClean="0"/>
              <a:pPr/>
              <a:t>‹#›</a:t>
            </a:fld>
            <a:r>
              <a:rPr lang="en-US" dirty="0"/>
              <a:t>/56</a:t>
            </a:r>
          </a:p>
        </p:txBody>
      </p:sp>
      <p:sp>
        <p:nvSpPr>
          <p:cNvPr id="11" name="文本框 10">
            <a:extLst>
              <a:ext uri="{FF2B5EF4-FFF2-40B4-BE49-F238E27FC236}">
                <a16:creationId xmlns:a16="http://schemas.microsoft.com/office/drawing/2014/main" id="{CCFC96DF-A291-4168-A068-D1202F815F00}"/>
              </a:ext>
            </a:extLst>
          </p:cNvPr>
          <p:cNvSpPr txBox="1"/>
          <p:nvPr userDrawn="1"/>
        </p:nvSpPr>
        <p:spPr>
          <a:xfrm>
            <a:off x="3348446" y="6369250"/>
            <a:ext cx="2447108" cy="307777"/>
          </a:xfrm>
          <a:prstGeom prst="rect">
            <a:avLst/>
          </a:prstGeom>
          <a:noFill/>
        </p:spPr>
        <p:txBody>
          <a:bodyPr wrap="square" rtlCol="0">
            <a:spAutoFit/>
          </a:bodyPr>
          <a:lstStyle/>
          <a:p>
            <a:pPr algn="ctr"/>
            <a:r>
              <a:rPr lang="en-US" sz="1400" b="1" dirty="0">
                <a:solidFill>
                  <a:schemeClr val="accent1">
                    <a:lumMod val="75000"/>
                  </a:schemeClr>
                </a:solidFill>
              </a:rPr>
              <a:t>O</a:t>
            </a:r>
            <a:r>
              <a:rPr lang="en-US" altLang="zh-CN" sz="1400" b="1" dirty="0">
                <a:solidFill>
                  <a:schemeClr val="accent1">
                    <a:lumMod val="75000"/>
                  </a:schemeClr>
                </a:solidFill>
              </a:rPr>
              <a:t>perating System Overview</a:t>
            </a:r>
            <a:endParaRPr lang="en-US" sz="1400" b="1" dirty="0">
              <a:solidFill>
                <a:schemeClr val="accent1">
                  <a:lumMod val="75000"/>
                </a:schemeClr>
              </a:solidFill>
            </a:endParaRPr>
          </a:p>
        </p:txBody>
      </p:sp>
      <p:sp>
        <p:nvSpPr>
          <p:cNvPr id="7" name="日期占位符 3">
            <a:extLst>
              <a:ext uri="{FF2B5EF4-FFF2-40B4-BE49-F238E27FC236}">
                <a16:creationId xmlns:a16="http://schemas.microsoft.com/office/drawing/2014/main" id="{D7DCD789-2F9C-4890-8FFB-CFE5A82A6AA3}"/>
              </a:ext>
            </a:extLst>
          </p:cNvPr>
          <p:cNvSpPr>
            <a:spLocks noGrp="1"/>
          </p:cNvSpPr>
          <p:nvPr>
            <p:ph type="dt" sz="half" idx="10"/>
          </p:nvPr>
        </p:nvSpPr>
        <p:spPr>
          <a:xfrm>
            <a:off x="628650" y="6356351"/>
            <a:ext cx="2057400" cy="365125"/>
          </a:xfrm>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394489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FB2E7-CD10-401E-B2A8-7149F8475B8D}"/>
              </a:ext>
            </a:extLst>
          </p:cNvPr>
          <p:cNvSpPr>
            <a:spLocks noGrp="1"/>
          </p:cNvSpPr>
          <p:nvPr>
            <p:ph type="title"/>
          </p:nvPr>
        </p:nvSpPr>
        <p:spPr>
          <a:xfrm>
            <a:off x="623888" y="1709739"/>
            <a:ext cx="7886700" cy="2852737"/>
          </a:xfrm>
        </p:spPr>
        <p:txBody>
          <a:bodyPr anchor="b"/>
          <a:lstStyle>
            <a:lvl1pPr>
              <a:defRPr sz="4500">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24A83809-0CD6-4E99-B235-4D681390A37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F11F12C-08AA-45AB-908E-59440A6C564C}"/>
              </a:ext>
            </a:extLst>
          </p:cNvPr>
          <p:cNvSpPr>
            <a:spLocks noGrp="1"/>
          </p:cNvSpPr>
          <p:nvPr>
            <p:ph type="dt" sz="half" idx="10"/>
          </p:nvPr>
        </p:nvSpPr>
        <p:spPr/>
        <p:txBody>
          <a:bodyPr/>
          <a:lstStyle/>
          <a:p>
            <a:fld id="{9311E9D2-2264-459C-8B3D-B5F4E24A78EE}" type="datetime1">
              <a:rPr lang="zh-CN" altLang="en-US" smtClean="0"/>
              <a:t>2026/3/4</a:t>
            </a:fld>
            <a:endParaRPr lang="zh-CN" altLang="en-US" dirty="0"/>
          </a:p>
        </p:txBody>
      </p:sp>
      <p:sp>
        <p:nvSpPr>
          <p:cNvPr id="5" name="页脚占位符 4">
            <a:extLst>
              <a:ext uri="{FF2B5EF4-FFF2-40B4-BE49-F238E27FC236}">
                <a16:creationId xmlns:a16="http://schemas.microsoft.com/office/drawing/2014/main" id="{A2461642-9D96-4148-8180-D0B2B5019D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4EB5D8-A13F-457E-826D-95AC9FB55656}"/>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732139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E999A-7582-4E5D-A9FB-8CDEF52EED16}"/>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0BA3E153-1AD5-46DD-B8DE-61DF0461F4AE}"/>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2F5248A8-0745-4392-A1F2-F6DF355FFA8E}"/>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8D9D8C1F-5ACD-48A3-93C6-718634CC3741}"/>
              </a:ext>
            </a:extLst>
          </p:cNvPr>
          <p:cNvSpPr>
            <a:spLocks noGrp="1"/>
          </p:cNvSpPr>
          <p:nvPr>
            <p:ph type="dt" sz="half" idx="10"/>
          </p:nvPr>
        </p:nvSpPr>
        <p:spPr/>
        <p:txBody>
          <a:bodyPr/>
          <a:lstStyle/>
          <a:p>
            <a:fld id="{00E14383-127D-45CE-985C-F5D7DFB9A214}" type="datetime1">
              <a:rPr lang="zh-CN" altLang="en-US" smtClean="0"/>
              <a:t>2026/3/4</a:t>
            </a:fld>
            <a:endParaRPr lang="zh-CN" altLang="en-US"/>
          </a:p>
        </p:txBody>
      </p:sp>
      <p:sp>
        <p:nvSpPr>
          <p:cNvPr id="6" name="页脚占位符 5">
            <a:extLst>
              <a:ext uri="{FF2B5EF4-FFF2-40B4-BE49-F238E27FC236}">
                <a16:creationId xmlns:a16="http://schemas.microsoft.com/office/drawing/2014/main" id="{C2E22B1C-A4A1-4342-9DAC-218041BCC35F}"/>
              </a:ext>
            </a:extLst>
          </p:cNvPr>
          <p:cNvSpPr>
            <a:spLocks noGrp="1"/>
          </p:cNvSpPr>
          <p:nvPr>
            <p:ph type="ftr" sz="quarter" idx="11"/>
          </p:nvPr>
        </p:nvSpPr>
        <p:spPr/>
        <p:txBody>
          <a:bodyPr/>
          <a:lstStyle/>
          <a:p>
            <a:endParaRPr lang="zh-CN" altLang="en-US" dirty="0"/>
          </a:p>
        </p:txBody>
      </p:sp>
      <p:sp>
        <p:nvSpPr>
          <p:cNvPr id="7" name="灯片编号占位符 6">
            <a:extLst>
              <a:ext uri="{FF2B5EF4-FFF2-40B4-BE49-F238E27FC236}">
                <a16:creationId xmlns:a16="http://schemas.microsoft.com/office/drawing/2014/main" id="{A7CCC53A-B54E-4AEB-86B3-C8CD6AF7F265}"/>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83113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DE34E-984F-4F04-A7FF-17195BCF186B}"/>
              </a:ext>
            </a:extLst>
          </p:cNvPr>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45761511-A802-4F5E-86A2-D80D5C0ADBB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9E9FAF3-D8C1-45A2-BA48-80B34986626F}"/>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A9251460-B631-4C46-908A-FE9A1052266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EF5D71-25C4-4922-9405-6A048B91126B}"/>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919751F0-F0EA-4B00-B971-5EE1B3773975}"/>
              </a:ext>
            </a:extLst>
          </p:cNvPr>
          <p:cNvSpPr>
            <a:spLocks noGrp="1"/>
          </p:cNvSpPr>
          <p:nvPr>
            <p:ph type="dt" sz="half" idx="10"/>
          </p:nvPr>
        </p:nvSpPr>
        <p:spPr/>
        <p:txBody>
          <a:bodyPr/>
          <a:lstStyle/>
          <a:p>
            <a:fld id="{692E0796-D505-4121-85A8-A7000215742F}" type="datetime1">
              <a:rPr lang="zh-CN" altLang="en-US" smtClean="0"/>
              <a:t>2026/3/4</a:t>
            </a:fld>
            <a:endParaRPr lang="zh-CN" altLang="en-US"/>
          </a:p>
        </p:txBody>
      </p:sp>
      <p:sp>
        <p:nvSpPr>
          <p:cNvPr id="8" name="页脚占位符 7">
            <a:extLst>
              <a:ext uri="{FF2B5EF4-FFF2-40B4-BE49-F238E27FC236}">
                <a16:creationId xmlns:a16="http://schemas.microsoft.com/office/drawing/2014/main" id="{19047BC4-C2D4-4C81-B588-5459ACF089A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A9723A5-6ECE-4EAA-A5C6-EABD8CD3A520}"/>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4179228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852D2-8976-40DD-BA31-408AB98E4FED}"/>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日期占位符 2">
            <a:extLst>
              <a:ext uri="{FF2B5EF4-FFF2-40B4-BE49-F238E27FC236}">
                <a16:creationId xmlns:a16="http://schemas.microsoft.com/office/drawing/2014/main" id="{C4858EC2-E957-4F1C-83FD-787BB2CC1D2F}"/>
              </a:ext>
            </a:extLst>
          </p:cNvPr>
          <p:cNvSpPr>
            <a:spLocks noGrp="1"/>
          </p:cNvSpPr>
          <p:nvPr>
            <p:ph type="dt" sz="half" idx="10"/>
          </p:nvPr>
        </p:nvSpPr>
        <p:spPr/>
        <p:txBody>
          <a:bodyPr/>
          <a:lstStyle/>
          <a:p>
            <a:fld id="{A3ED18E7-AF16-403D-9175-2BEDA2EA9B61}" type="datetime1">
              <a:rPr lang="zh-CN" altLang="en-US" smtClean="0"/>
              <a:t>2026/3/4</a:t>
            </a:fld>
            <a:endParaRPr lang="zh-CN" altLang="en-US"/>
          </a:p>
        </p:txBody>
      </p:sp>
      <p:sp>
        <p:nvSpPr>
          <p:cNvPr id="4" name="页脚占位符 3">
            <a:extLst>
              <a:ext uri="{FF2B5EF4-FFF2-40B4-BE49-F238E27FC236}">
                <a16:creationId xmlns:a16="http://schemas.microsoft.com/office/drawing/2014/main" id="{7806991F-2419-4982-884B-D42FF1AACC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398A650-CAEE-412E-B9BF-886CCFDE59DE}"/>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4242094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2DBD33B-092C-4074-8EDA-3C4FE78AD990}"/>
              </a:ext>
            </a:extLst>
          </p:cNvPr>
          <p:cNvSpPr>
            <a:spLocks noGrp="1"/>
          </p:cNvSpPr>
          <p:nvPr>
            <p:ph type="dt" sz="half" idx="10"/>
          </p:nvPr>
        </p:nvSpPr>
        <p:spPr>
          <a:xfrm>
            <a:off x="486591" y="6356350"/>
            <a:ext cx="2057400" cy="365125"/>
          </a:xfrm>
        </p:spPr>
        <p:txBody>
          <a:bodyPr/>
          <a:lstStyle/>
          <a:p>
            <a:fld id="{E85D3D3A-77F9-424B-8401-D88E7443C7BA}" type="datetime1">
              <a:rPr lang="zh-CN" altLang="en-US" smtClean="0"/>
              <a:t>2026/3/4</a:t>
            </a:fld>
            <a:endParaRPr lang="zh-CN" altLang="en-US" dirty="0"/>
          </a:p>
        </p:txBody>
      </p:sp>
      <p:sp>
        <p:nvSpPr>
          <p:cNvPr id="3" name="页脚占位符 2">
            <a:extLst>
              <a:ext uri="{FF2B5EF4-FFF2-40B4-BE49-F238E27FC236}">
                <a16:creationId xmlns:a16="http://schemas.microsoft.com/office/drawing/2014/main" id="{A90D8F40-5181-4836-B8DD-3A9908B08A7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D2A77F-D152-4CDD-99EA-FD8387BB9014}"/>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102412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21370-F61A-4FFA-8158-63411BEFA177}"/>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5054B4E2-CBF2-4B8F-9FBE-CE369EF6ADA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B1417E24-6C8C-4AC7-8665-96EC08B1E1F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33FA8D-1C48-4107-82A1-179513CC6589}"/>
              </a:ext>
            </a:extLst>
          </p:cNvPr>
          <p:cNvSpPr>
            <a:spLocks noGrp="1"/>
          </p:cNvSpPr>
          <p:nvPr>
            <p:ph type="dt" sz="half" idx="10"/>
          </p:nvPr>
        </p:nvSpPr>
        <p:spPr/>
        <p:txBody>
          <a:bodyPr/>
          <a:lstStyle/>
          <a:p>
            <a:fld id="{CFCB0EA7-74E6-4FB2-9140-FB5D8B03A084}" type="datetime1">
              <a:rPr lang="zh-CN" altLang="en-US" smtClean="0"/>
              <a:t>2026/3/4</a:t>
            </a:fld>
            <a:endParaRPr lang="zh-CN" altLang="en-US"/>
          </a:p>
        </p:txBody>
      </p:sp>
      <p:sp>
        <p:nvSpPr>
          <p:cNvPr id="6" name="页脚占位符 5">
            <a:extLst>
              <a:ext uri="{FF2B5EF4-FFF2-40B4-BE49-F238E27FC236}">
                <a16:creationId xmlns:a16="http://schemas.microsoft.com/office/drawing/2014/main" id="{C1FBC6DC-C4E0-4913-82DB-024E67FFA4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67BBE5-0CE5-41DC-8976-ECDB91764343}"/>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565893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4D30F-E495-4188-86D6-1CC70B805245}"/>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22FD1BDB-E14E-4C2F-8A31-0C603947641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文本占位符 3">
            <a:extLst>
              <a:ext uri="{FF2B5EF4-FFF2-40B4-BE49-F238E27FC236}">
                <a16:creationId xmlns:a16="http://schemas.microsoft.com/office/drawing/2014/main" id="{D4D96B3D-921F-4319-83AB-6599543C116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720358-A521-4F46-ABEB-E0AE1BAB1572}"/>
              </a:ext>
            </a:extLst>
          </p:cNvPr>
          <p:cNvSpPr>
            <a:spLocks noGrp="1"/>
          </p:cNvSpPr>
          <p:nvPr>
            <p:ph type="dt" sz="half" idx="10"/>
          </p:nvPr>
        </p:nvSpPr>
        <p:spPr/>
        <p:txBody>
          <a:bodyPr/>
          <a:lstStyle/>
          <a:p>
            <a:fld id="{46B6A25B-0834-4655-A019-0CA277BBA62B}" type="datetime1">
              <a:rPr lang="zh-CN" altLang="en-US" smtClean="0"/>
              <a:t>2026/3/4</a:t>
            </a:fld>
            <a:endParaRPr lang="zh-CN" altLang="en-US"/>
          </a:p>
        </p:txBody>
      </p:sp>
      <p:sp>
        <p:nvSpPr>
          <p:cNvPr id="6" name="页脚占位符 5">
            <a:extLst>
              <a:ext uri="{FF2B5EF4-FFF2-40B4-BE49-F238E27FC236}">
                <a16:creationId xmlns:a16="http://schemas.microsoft.com/office/drawing/2014/main" id="{C778CC20-8FFA-4C0C-89A1-565524146C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CBA9C1-FE7E-475B-A075-82D6279FF9AA}"/>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1207939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17C9F-382B-48B3-AEE3-A1275451A3D3}"/>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E05CEB06-E6AC-47BF-A94B-0ED4AAAD24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E1C0F83F-CE58-4F03-BCC7-46A6A13F7963}"/>
              </a:ext>
            </a:extLst>
          </p:cNvPr>
          <p:cNvSpPr>
            <a:spLocks noGrp="1"/>
          </p:cNvSpPr>
          <p:nvPr>
            <p:ph type="dt" sz="half" idx="10"/>
          </p:nvPr>
        </p:nvSpPr>
        <p:spPr/>
        <p:txBody>
          <a:bodyPr/>
          <a:lstStyle/>
          <a:p>
            <a:fld id="{173E3FE8-D20A-4EE4-8226-599A06356ED0}" type="datetime1">
              <a:rPr lang="zh-CN" altLang="en-US" smtClean="0"/>
              <a:t>2026/3/4</a:t>
            </a:fld>
            <a:endParaRPr lang="zh-CN" altLang="en-US"/>
          </a:p>
        </p:txBody>
      </p:sp>
      <p:sp>
        <p:nvSpPr>
          <p:cNvPr id="5" name="页脚占位符 4">
            <a:extLst>
              <a:ext uri="{FF2B5EF4-FFF2-40B4-BE49-F238E27FC236}">
                <a16:creationId xmlns:a16="http://schemas.microsoft.com/office/drawing/2014/main" id="{F059299B-B55F-4721-90C3-0CFE23FA0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90ADCF-1B44-43D8-AB3F-8541D6238899}"/>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1153388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ED9C40E-5C6D-4234-8128-E50188E5E66C}"/>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C2E915B8-7307-4BCC-9A61-569D45C95F27}"/>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66FCA776-3C88-4450-AD71-6D2C500AF8AD}"/>
              </a:ext>
            </a:extLst>
          </p:cNvPr>
          <p:cNvSpPr>
            <a:spLocks noGrp="1"/>
          </p:cNvSpPr>
          <p:nvPr>
            <p:ph type="dt" sz="half" idx="10"/>
          </p:nvPr>
        </p:nvSpPr>
        <p:spPr/>
        <p:txBody>
          <a:bodyPr/>
          <a:lstStyle/>
          <a:p>
            <a:fld id="{4BDFE7FE-20C0-45BF-B15A-146DCD6D0F0A}" type="datetime1">
              <a:rPr lang="zh-CN" altLang="en-US" smtClean="0"/>
              <a:t>2026/3/4</a:t>
            </a:fld>
            <a:endParaRPr lang="zh-CN" altLang="en-US"/>
          </a:p>
        </p:txBody>
      </p:sp>
      <p:sp>
        <p:nvSpPr>
          <p:cNvPr id="5" name="页脚占位符 4">
            <a:extLst>
              <a:ext uri="{FF2B5EF4-FFF2-40B4-BE49-F238E27FC236}">
                <a16:creationId xmlns:a16="http://schemas.microsoft.com/office/drawing/2014/main" id="{46002269-E005-4BE1-94C3-C26720F2B5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9685CF-5F0E-4F70-99BE-CCD46BC0293D}"/>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468624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42FFB6-8F21-4ACC-BC1E-3F66BCBF3CA6}"/>
              </a:ext>
            </a:extLst>
          </p:cNvPr>
          <p:cNvSpPr>
            <a:spLocks noGrp="1"/>
          </p:cNvSpPr>
          <p:nvPr>
            <p:ph type="title"/>
          </p:nvPr>
        </p:nvSpPr>
        <p:spPr>
          <a:xfrm>
            <a:off x="470263" y="156306"/>
            <a:ext cx="7886700" cy="431978"/>
          </a:xfrm>
          <a:prstGeom prst="rect">
            <a:avLst/>
          </a:prstGeom>
        </p:spPr>
        <p:txBody>
          <a:bodyPr vert="horz" lIns="91440" tIns="45720" rIns="91440" bIns="45720" rtlCol="0" anchor="ctr">
            <a:noAutofit/>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AD525B20-A1AA-4A92-9D7A-2F7B14A413F6}"/>
              </a:ext>
            </a:extLst>
          </p:cNvPr>
          <p:cNvSpPr>
            <a:spLocks noGrp="1"/>
          </p:cNvSpPr>
          <p:nvPr>
            <p:ph type="body" idx="1"/>
          </p:nvPr>
        </p:nvSpPr>
        <p:spPr>
          <a:xfrm>
            <a:off x="628650" y="737053"/>
            <a:ext cx="7886700" cy="5367655"/>
          </a:xfrm>
          <a:prstGeom prst="rect">
            <a:avLst/>
          </a:prstGeom>
        </p:spPr>
        <p:txBody>
          <a:bodyPr vert="horz" lIns="91440" tIns="45720" rIns="91440" bIns="45720" rtlCol="0">
            <a:normAutofit/>
          </a:bodyPr>
          <a:lstStyle/>
          <a:p>
            <a:pPr lvl="0"/>
            <a:r>
              <a:rPr lang="zh-CN" altLang="en-US" dirty="0"/>
              <a:t> 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日期占位符 3">
            <a:extLst>
              <a:ext uri="{FF2B5EF4-FFF2-40B4-BE49-F238E27FC236}">
                <a16:creationId xmlns:a16="http://schemas.microsoft.com/office/drawing/2014/main" id="{7B28EA23-1C26-401F-ABA1-2D300BB691C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292D2516-6BB2-4D80-AD17-EF4D1CEDF814}" type="datetime1">
              <a:rPr lang="zh-CN" altLang="en-US" smtClean="0"/>
              <a:pPr/>
              <a:t>2026/3/4</a:t>
            </a:fld>
            <a:endParaRPr lang="zh-CN" altLang="en-US"/>
          </a:p>
        </p:txBody>
      </p:sp>
      <p:sp>
        <p:nvSpPr>
          <p:cNvPr id="5" name="页脚占位符 4">
            <a:extLst>
              <a:ext uri="{FF2B5EF4-FFF2-40B4-BE49-F238E27FC236}">
                <a16:creationId xmlns:a16="http://schemas.microsoft.com/office/drawing/2014/main" id="{B22A4D13-4A5F-475E-88F7-2A6ECD6DB42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9AFCE78-DD67-4C8D-A584-09B016DC5D5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093D444-7193-46AD-90E8-D84AE4B61CFF}" type="slidenum">
              <a:rPr lang="en-US" smtClean="0"/>
              <a:pPr/>
              <a:t>‹#›</a:t>
            </a:fld>
            <a:r>
              <a:rPr lang="en-US"/>
              <a:t>/56</a:t>
            </a:r>
            <a:endParaRPr lang="en-US" dirty="0"/>
          </a:p>
        </p:txBody>
      </p:sp>
      <p:cxnSp>
        <p:nvCxnSpPr>
          <p:cNvPr id="8" name="直接连接符 7">
            <a:extLst>
              <a:ext uri="{FF2B5EF4-FFF2-40B4-BE49-F238E27FC236}">
                <a16:creationId xmlns:a16="http://schemas.microsoft.com/office/drawing/2014/main" id="{B0F50452-02B7-425B-AC62-B4A14A701625}"/>
              </a:ext>
            </a:extLst>
          </p:cNvPr>
          <p:cNvCxnSpPr>
            <a:cxnSpLocks/>
          </p:cNvCxnSpPr>
          <p:nvPr userDrawn="1"/>
        </p:nvCxnSpPr>
        <p:spPr>
          <a:xfrm>
            <a:off x="470263" y="622664"/>
            <a:ext cx="8238308"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175A9AA1-FEE7-4EAB-B05C-92F8372A2329}"/>
              </a:ext>
            </a:extLst>
          </p:cNvPr>
          <p:cNvCxnSpPr>
            <a:cxnSpLocks/>
          </p:cNvCxnSpPr>
          <p:nvPr userDrawn="1"/>
        </p:nvCxnSpPr>
        <p:spPr>
          <a:xfrm>
            <a:off x="470263" y="6287589"/>
            <a:ext cx="8238308"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grpSp>
        <p:nvGrpSpPr>
          <p:cNvPr id="15" name="组合 14">
            <a:extLst>
              <a:ext uri="{FF2B5EF4-FFF2-40B4-BE49-F238E27FC236}">
                <a16:creationId xmlns:a16="http://schemas.microsoft.com/office/drawing/2014/main" id="{9E98AC04-83D3-4028-869F-84D382FA74BB}"/>
              </a:ext>
            </a:extLst>
          </p:cNvPr>
          <p:cNvGrpSpPr/>
          <p:nvPr userDrawn="1"/>
        </p:nvGrpSpPr>
        <p:grpSpPr>
          <a:xfrm>
            <a:off x="7486650" y="150590"/>
            <a:ext cx="1395392" cy="357686"/>
            <a:chOff x="504825" y="327025"/>
            <a:chExt cx="2482851" cy="636440"/>
          </a:xfrm>
        </p:grpSpPr>
        <p:pic>
          <p:nvPicPr>
            <p:cNvPr id="16" name="图片 15">
              <a:extLst>
                <a:ext uri="{FF2B5EF4-FFF2-40B4-BE49-F238E27FC236}">
                  <a16:creationId xmlns:a16="http://schemas.microsoft.com/office/drawing/2014/main" id="{49F7D68F-F6C5-482F-BB06-4C7202C968E5}"/>
                </a:ext>
              </a:extLst>
            </p:cNvPr>
            <p:cNvPicPr>
              <a:picLocks noChangeAspect="1"/>
            </p:cNvPicPr>
            <p:nvPr/>
          </p:nvPicPr>
          <p:blipFill rotWithShape="1">
            <a:blip r:embed="rId13">
              <a:duotone>
                <a:schemeClr val="accent1">
                  <a:shade val="45000"/>
                  <a:satMod val="135000"/>
                </a:schemeClr>
                <a:prstClr val="white"/>
              </a:duotone>
            </a:blip>
            <a:srcRect l="8955" t="8651" r="74262" b="8651"/>
            <a:stretch>
              <a:fillRect/>
            </a:stretch>
          </p:blipFill>
          <p:spPr>
            <a:xfrm>
              <a:off x="504825" y="327025"/>
              <a:ext cx="593725" cy="636440"/>
            </a:xfrm>
            <a:prstGeom prst="rect">
              <a:avLst/>
            </a:prstGeom>
          </p:spPr>
        </p:pic>
        <p:pic>
          <p:nvPicPr>
            <p:cNvPr id="17" name="图片 16">
              <a:extLst>
                <a:ext uri="{FF2B5EF4-FFF2-40B4-BE49-F238E27FC236}">
                  <a16:creationId xmlns:a16="http://schemas.microsoft.com/office/drawing/2014/main" id="{18389FF0-6461-4154-A98D-1E4418062FEA}"/>
                </a:ext>
              </a:extLst>
            </p:cNvPr>
            <p:cNvPicPr>
              <a:picLocks noChangeAspect="1"/>
            </p:cNvPicPr>
            <p:nvPr/>
          </p:nvPicPr>
          <p:blipFill rotWithShape="1">
            <a:blip r:embed="rId13">
              <a:duotone>
                <a:schemeClr val="accent1">
                  <a:shade val="45000"/>
                  <a:satMod val="135000"/>
                </a:schemeClr>
                <a:prstClr val="white"/>
              </a:duotone>
            </a:blip>
            <a:srcRect l="36206" t="8651" r="14969" b="8651"/>
            <a:stretch>
              <a:fillRect/>
            </a:stretch>
          </p:blipFill>
          <p:spPr>
            <a:xfrm>
              <a:off x="1260475" y="327025"/>
              <a:ext cx="1727201" cy="636440"/>
            </a:xfrm>
            <a:prstGeom prst="rect">
              <a:avLst/>
            </a:prstGeom>
          </p:spPr>
        </p:pic>
      </p:grpSp>
    </p:spTree>
    <p:extLst>
      <p:ext uri="{BB962C8B-B14F-4D97-AF65-F5344CB8AC3E}">
        <p14:creationId xmlns:p14="http://schemas.microsoft.com/office/powerpoint/2010/main" val="3524344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1" latinLnBrk="0" hangingPunct="1">
        <a:lnSpc>
          <a:spcPct val="90000"/>
        </a:lnSpc>
        <a:spcBef>
          <a:spcPct val="0"/>
        </a:spcBef>
        <a:buNone/>
        <a:defRPr sz="2500" b="1" kern="1200">
          <a:solidFill>
            <a:schemeClr val="accent1">
              <a:lumMod val="75000"/>
            </a:schemeClr>
          </a:solidFill>
          <a:latin typeface="Microsoft YaHei" panose="020B0503020204020204" pitchFamily="34" charset="-122"/>
          <a:ea typeface="Microsoft YaHei" panose="020B0503020204020204" pitchFamily="34" charset="-122"/>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iyang23@swjt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8.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0A41C73-DD65-4F4A-B5C2-CFB9D7E94A08}"/>
              </a:ext>
            </a:extLst>
          </p:cNvPr>
          <p:cNvSpPr/>
          <p:nvPr/>
        </p:nvSpPr>
        <p:spPr>
          <a:xfrm>
            <a:off x="488373" y="825500"/>
            <a:ext cx="8177645" cy="17410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ctrTitle"/>
          </p:nvPr>
        </p:nvSpPr>
        <p:spPr>
          <a:xfrm>
            <a:off x="571500" y="825500"/>
            <a:ext cx="8001000" cy="1741055"/>
          </a:xfrm>
        </p:spPr>
        <p:txBody>
          <a:bodyPr>
            <a:normAutofit/>
          </a:bodyPr>
          <a:lstStyle/>
          <a:p>
            <a:r>
              <a:rPr lang="en-US" altLang="zh-CN" sz="6000" b="1" dirty="0">
                <a:solidFill>
                  <a:schemeClr val="accent1"/>
                </a:solidFill>
              </a:rPr>
              <a:t>Operating Systems</a:t>
            </a:r>
            <a:br>
              <a:rPr lang="en-US" altLang="zh-CN" sz="6000" b="1" dirty="0">
                <a:solidFill>
                  <a:schemeClr val="accent1"/>
                </a:solidFill>
              </a:rPr>
            </a:br>
            <a:r>
              <a:rPr lang="en-US" altLang="zh-CN" sz="4900" b="1" dirty="0">
                <a:solidFill>
                  <a:schemeClr val="accent1"/>
                </a:solidFill>
              </a:rPr>
              <a:t>(with Experiments)</a:t>
            </a:r>
            <a:endParaRPr lang="zh-CN" altLang="en-US" sz="6000" b="1" dirty="0">
              <a:solidFill>
                <a:schemeClr val="accent1"/>
              </a:solidFill>
            </a:endParaRPr>
          </a:p>
        </p:txBody>
      </p:sp>
      <p:sp>
        <p:nvSpPr>
          <p:cNvPr id="3" name="副标题 2"/>
          <p:cNvSpPr>
            <a:spLocks noGrp="1"/>
          </p:cNvSpPr>
          <p:nvPr>
            <p:ph type="subTitle" idx="1"/>
          </p:nvPr>
        </p:nvSpPr>
        <p:spPr>
          <a:xfrm>
            <a:off x="1143000" y="3245556"/>
            <a:ext cx="6858000" cy="1953294"/>
          </a:xfrm>
        </p:spPr>
        <p:txBody>
          <a:bodyPr>
            <a:normAutofit fontScale="92500" lnSpcReduction="20000"/>
          </a:bodyPr>
          <a:lstStyle/>
          <a:p>
            <a:r>
              <a:rPr lang="en-US" altLang="zh-CN" sz="2800" dirty="0">
                <a:solidFill>
                  <a:srgbClr val="0070C0"/>
                </a:solidFill>
                <a:latin typeface="Arial Rounded MT Bold" panose="020F0704030504030204" pitchFamily="34" charset="0"/>
              </a:rPr>
              <a:t>Lecturer: Li Yang</a:t>
            </a:r>
          </a:p>
          <a:p>
            <a:r>
              <a:rPr lang="en-US" altLang="zh-CN" sz="2800" dirty="0">
                <a:solidFill>
                  <a:srgbClr val="0070C0"/>
                </a:solidFill>
                <a:latin typeface="Arial Rounded MT Bold" panose="020F0704030504030204" pitchFamily="34" charset="0"/>
              </a:rPr>
              <a:t>Contact: </a:t>
            </a:r>
            <a:r>
              <a:rPr lang="en-US" altLang="zh-CN" sz="2800" dirty="0">
                <a:solidFill>
                  <a:srgbClr val="0070C0"/>
                </a:solidFill>
                <a:latin typeface="Arial Rounded MT Bold" panose="020F0704030504030204" pitchFamily="34" charset="0"/>
                <a:hlinkClick r:id="rId3"/>
              </a:rPr>
              <a:t>liyang23@swjtu.edu.cn</a:t>
            </a:r>
            <a:endParaRPr lang="en-US" altLang="zh-CN" sz="2800" dirty="0">
              <a:solidFill>
                <a:srgbClr val="0070C0"/>
              </a:solidFill>
              <a:latin typeface="Arial Rounded MT Bold" panose="020F0704030504030204" pitchFamily="34" charset="0"/>
            </a:endParaRPr>
          </a:p>
          <a:p>
            <a:r>
              <a:rPr lang="en-US" altLang="zh-CN" sz="2800" dirty="0">
                <a:solidFill>
                  <a:srgbClr val="0070C0"/>
                </a:solidFill>
                <a:latin typeface="Arial Rounded MT Bold" panose="020F0704030504030204" pitchFamily="34" charset="0"/>
              </a:rPr>
              <a:t>Office: X31506</a:t>
            </a:r>
          </a:p>
          <a:p>
            <a:r>
              <a:rPr lang="en-US" altLang="zh-CN" sz="2800" dirty="0">
                <a:solidFill>
                  <a:srgbClr val="0070C0"/>
                </a:solidFill>
                <a:latin typeface="Arial Rounded MT Bold" panose="020F0704030504030204" pitchFamily="34" charset="0"/>
              </a:rPr>
              <a:t>QQ Group No.</a:t>
            </a:r>
            <a:r>
              <a:rPr lang="zh-CN" altLang="en-US" sz="2800" dirty="0">
                <a:solidFill>
                  <a:srgbClr val="0070C0"/>
                </a:solidFill>
                <a:latin typeface="Arial Rounded MT Bold" panose="020F0704030504030204" pitchFamily="34" charset="0"/>
              </a:rPr>
              <a:t>：</a:t>
            </a:r>
            <a:r>
              <a:rPr lang="en-US" altLang="zh-CN" sz="2800" dirty="0">
                <a:solidFill>
                  <a:srgbClr val="0070C0"/>
                </a:solidFill>
                <a:latin typeface="Arial Rounded MT Bold" panose="020F0704030504030204" pitchFamily="34" charset="0"/>
              </a:rPr>
              <a:t>796628400</a:t>
            </a:r>
          </a:p>
          <a:p>
            <a:r>
              <a:rPr lang="en-US" altLang="zh-CN" sz="2800" dirty="0">
                <a:solidFill>
                  <a:srgbClr val="0070C0"/>
                </a:solidFill>
                <a:latin typeface="Arial Rounded MT Bold" panose="020F0704030504030204" pitchFamily="34" charset="0"/>
              </a:rPr>
              <a:t>Faculty: Computer and AI</a:t>
            </a:r>
            <a:endParaRPr lang="zh-CN" altLang="en-US" sz="2800" dirty="0">
              <a:solidFill>
                <a:srgbClr val="0070C0"/>
              </a:solidFill>
              <a:latin typeface="Arial Rounded MT Bold" panose="020F0704030504030204" pitchFamily="34" charset="0"/>
            </a:endParaRPr>
          </a:p>
        </p:txBody>
      </p:sp>
      <p:pic>
        <p:nvPicPr>
          <p:cNvPr id="6" name="Picture 5">
            <a:extLst>
              <a:ext uri="{FF2B5EF4-FFF2-40B4-BE49-F238E27FC236}">
                <a16:creationId xmlns:a16="http://schemas.microsoft.com/office/drawing/2014/main" id="{47500A6E-1861-254D-8F5C-6C579EDEFD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0977" y="2843445"/>
            <a:ext cx="1506294" cy="26770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0814"/>
    </mc:Choice>
    <mc:Fallback xmlns="">
      <p:transition spd="slow" advTm="108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References</a:t>
            </a:r>
            <a:endParaRPr lang="zh-CN" altLang="en-US" dirty="0"/>
          </a:p>
        </p:txBody>
      </p:sp>
      <p:sp>
        <p:nvSpPr>
          <p:cNvPr id="3" name="内容占位符 2"/>
          <p:cNvSpPr>
            <a:spLocks noGrp="1"/>
          </p:cNvSpPr>
          <p:nvPr>
            <p:ph idx="1"/>
          </p:nvPr>
        </p:nvSpPr>
        <p:spPr/>
        <p:txBody>
          <a:bodyPr/>
          <a:lstStyle/>
          <a:p>
            <a:r>
              <a:rPr lang="en-US" altLang="zh-CN" dirty="0"/>
              <a:t> Operating Systems: Internals and Design Principles</a:t>
            </a:r>
            <a:r>
              <a:rPr lang="zh-CN" altLang="en-US" dirty="0"/>
              <a:t>（</a:t>
            </a:r>
            <a:r>
              <a:rPr lang="en-US" altLang="zh-CN" dirty="0"/>
              <a:t>9th Edition</a:t>
            </a:r>
            <a:r>
              <a:rPr lang="zh-CN" altLang="en-US" dirty="0"/>
              <a:t>）</a:t>
            </a:r>
            <a:r>
              <a:rPr lang="en-US" altLang="zh-CN" dirty="0"/>
              <a:t>, William. Stallings. Prentice Hall, 2020</a:t>
            </a:r>
            <a:r>
              <a:rPr lang="zh-CN" altLang="en-US" dirty="0"/>
              <a:t>（英文版）</a:t>
            </a:r>
          </a:p>
          <a:p>
            <a:r>
              <a:rPr lang="zh-CN" altLang="en-US" dirty="0"/>
              <a:t> 操作系统：精髓与设计原理</a:t>
            </a:r>
            <a:r>
              <a:rPr lang="en-US" altLang="zh-CN" dirty="0"/>
              <a:t>. William Stallings. </a:t>
            </a:r>
            <a:r>
              <a:rPr lang="zh-CN" altLang="en-US" dirty="0"/>
              <a:t>陈向群，陈渝译</a:t>
            </a:r>
            <a:r>
              <a:rPr lang="en-US" altLang="zh-CN" dirty="0"/>
              <a:t>. </a:t>
            </a:r>
            <a:r>
              <a:rPr lang="zh-CN" altLang="en-US" dirty="0"/>
              <a:t>第九版</a:t>
            </a:r>
            <a:r>
              <a:rPr lang="en-US" altLang="zh-CN" dirty="0"/>
              <a:t>. </a:t>
            </a:r>
            <a:r>
              <a:rPr lang="zh-CN" altLang="en-US" dirty="0"/>
              <a:t>电子工业出版社，</a:t>
            </a:r>
            <a:r>
              <a:rPr lang="en-US" altLang="zh-CN" dirty="0"/>
              <a:t>2020</a:t>
            </a:r>
          </a:p>
          <a:p>
            <a:r>
              <a:rPr lang="en-US" altLang="zh-CN" dirty="0"/>
              <a:t> </a:t>
            </a:r>
            <a:r>
              <a:rPr lang="en-US" altLang="zh-CN" dirty="0" err="1"/>
              <a:t>OpenEuler</a:t>
            </a:r>
            <a:r>
              <a:rPr lang="zh-CN" altLang="en-US" dirty="0"/>
              <a:t>操作系统</a:t>
            </a:r>
            <a:r>
              <a:rPr lang="en-US" altLang="zh-CN" dirty="0"/>
              <a:t>. </a:t>
            </a:r>
            <a:r>
              <a:rPr lang="zh-CN" altLang="en-US" dirty="0"/>
              <a:t>任炬，张尧学</a:t>
            </a:r>
            <a:r>
              <a:rPr lang="en-US" altLang="zh-CN" dirty="0"/>
              <a:t>. </a:t>
            </a:r>
            <a:r>
              <a:rPr lang="zh-CN" altLang="en-US" dirty="0"/>
              <a:t>第二版</a:t>
            </a:r>
            <a:r>
              <a:rPr lang="en-US" altLang="zh-CN" dirty="0"/>
              <a:t>. </a:t>
            </a:r>
            <a:r>
              <a:rPr lang="zh-CN" altLang="en-US" dirty="0"/>
              <a:t>清华大学出版社，</a:t>
            </a:r>
            <a:r>
              <a:rPr lang="en-US" altLang="zh-CN" dirty="0"/>
              <a:t>2022</a:t>
            </a:r>
          </a:p>
        </p:txBody>
      </p:sp>
      <p:sp>
        <p:nvSpPr>
          <p:cNvPr id="5" name="日期占位符 4">
            <a:extLst>
              <a:ext uri="{FF2B5EF4-FFF2-40B4-BE49-F238E27FC236}">
                <a16:creationId xmlns:a16="http://schemas.microsoft.com/office/drawing/2014/main" id="{ACC5CDA8-CEF9-4123-9155-CE71842AA6B2}"/>
              </a:ext>
            </a:extLst>
          </p:cNvPr>
          <p:cNvSpPr>
            <a:spLocks noGrp="1"/>
          </p:cNvSpPr>
          <p:nvPr>
            <p:ph type="dt" sz="half" idx="10"/>
          </p:nvPr>
        </p:nvSpPr>
        <p:spPr/>
        <p:txBody>
          <a:bodyPr/>
          <a:lstStyle/>
          <a:p>
            <a:fld id="{1C4B458A-D586-4209-8A04-3CFB558FC61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78AC1E79-BCE1-4F73-A67B-FAE121959D15}"/>
              </a:ext>
            </a:extLst>
          </p:cNvPr>
          <p:cNvSpPr>
            <a:spLocks noGrp="1"/>
          </p:cNvSpPr>
          <p:nvPr>
            <p:ph type="sldNum" sz="quarter" idx="12"/>
          </p:nvPr>
        </p:nvSpPr>
        <p:spPr/>
        <p:txBody>
          <a:bodyPr/>
          <a:lstStyle/>
          <a:p>
            <a:fld id="{2093D444-7193-46AD-90E8-D84AE4B61CFF}" type="slidenum">
              <a:rPr lang="en-US" smtClean="0"/>
              <a:pPr/>
              <a:t>2</a:t>
            </a:fld>
            <a:r>
              <a:rPr lang="en-US"/>
              <a:t>/56</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2844"/>
    </mc:Choice>
    <mc:Fallback xmlns="">
      <p:transition spd="slow" advTm="284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84990-36EC-4D7B-BECA-B8BA293FAE87}"/>
              </a:ext>
            </a:extLst>
          </p:cNvPr>
          <p:cNvSpPr>
            <a:spLocks noGrp="1"/>
          </p:cNvSpPr>
          <p:nvPr>
            <p:ph type="title"/>
          </p:nvPr>
        </p:nvSpPr>
        <p:spPr/>
        <p:txBody>
          <a:bodyPr/>
          <a:lstStyle/>
          <a:p>
            <a:r>
              <a:rPr lang="en-US" altLang="zh-CN" b="1" dirty="0"/>
              <a:t>Course Outline</a:t>
            </a:r>
            <a:endParaRPr lang="en-US" dirty="0"/>
          </a:p>
        </p:txBody>
      </p:sp>
      <p:sp>
        <p:nvSpPr>
          <p:cNvPr id="3" name="内容占位符 2">
            <a:extLst>
              <a:ext uri="{FF2B5EF4-FFF2-40B4-BE49-F238E27FC236}">
                <a16:creationId xmlns:a16="http://schemas.microsoft.com/office/drawing/2014/main" id="{DB9DF5ED-5174-4C88-9732-4B71C1734A8E}"/>
              </a:ext>
            </a:extLst>
          </p:cNvPr>
          <p:cNvSpPr>
            <a:spLocks noGrp="1"/>
          </p:cNvSpPr>
          <p:nvPr>
            <p:ph sz="half" idx="1"/>
          </p:nvPr>
        </p:nvSpPr>
        <p:spPr>
          <a:xfrm>
            <a:off x="470263" y="737848"/>
            <a:ext cx="7886700" cy="5358152"/>
          </a:xfrm>
        </p:spPr>
        <p:txBody>
          <a:bodyPr>
            <a:noAutofit/>
          </a:bodyPr>
          <a:lstStyle/>
          <a:p>
            <a:r>
              <a:rPr lang="en-US" dirty="0"/>
              <a:t>T</a:t>
            </a:r>
            <a:r>
              <a:rPr lang="en-US" altLang="zh-CN" dirty="0"/>
              <a:t>heory Part (48)</a:t>
            </a:r>
          </a:p>
          <a:p>
            <a:pPr lvl="1"/>
            <a:r>
              <a:rPr lang="en-US" altLang="zh-CN" dirty="0">
                <a:solidFill>
                  <a:srgbClr val="5F82AD"/>
                </a:solidFill>
              </a:rPr>
              <a:t>OS Overview </a:t>
            </a:r>
            <a:r>
              <a:rPr lang="en-US" altLang="zh-CN" dirty="0"/>
              <a:t>(</a:t>
            </a:r>
            <a:r>
              <a:rPr lang="en-US" altLang="zh-CN" b="1" dirty="0"/>
              <a:t>Chapter 2</a:t>
            </a:r>
            <a:r>
              <a:rPr lang="en-US" altLang="zh-CN" dirty="0"/>
              <a:t>)</a:t>
            </a:r>
          </a:p>
          <a:p>
            <a:pPr lvl="1"/>
            <a:r>
              <a:rPr lang="en-US" altLang="zh-CN" dirty="0"/>
              <a:t> </a:t>
            </a:r>
            <a:r>
              <a:rPr lang="en-US" altLang="zh-CN" dirty="0">
                <a:solidFill>
                  <a:srgbClr val="5F82AD"/>
                </a:solidFill>
              </a:rPr>
              <a:t>Processes Management</a:t>
            </a:r>
          </a:p>
          <a:p>
            <a:pPr lvl="2">
              <a:buFont typeface="Arial" panose="020B0604020202020204" pitchFamily="34" charset="0"/>
              <a:buChar char="•"/>
            </a:pPr>
            <a:r>
              <a:rPr lang="en-US" altLang="zh-CN" dirty="0"/>
              <a:t> Process and Threads (</a:t>
            </a:r>
            <a:r>
              <a:rPr lang="en-US" altLang="zh-CN" b="1" dirty="0"/>
              <a:t>Chapter 3&amp;4</a:t>
            </a:r>
            <a:r>
              <a:rPr lang="en-US" altLang="zh-CN" dirty="0"/>
              <a:t>)</a:t>
            </a:r>
          </a:p>
          <a:p>
            <a:pPr lvl="2">
              <a:buFont typeface="Arial" panose="020B0604020202020204" pitchFamily="34" charset="0"/>
              <a:buChar char="•"/>
            </a:pPr>
            <a:r>
              <a:rPr lang="en-US" altLang="zh-CN" dirty="0"/>
              <a:t> Scheduling (</a:t>
            </a:r>
            <a:r>
              <a:rPr lang="en-US" altLang="zh-CN" b="1" dirty="0"/>
              <a:t>Chapter 9&amp;10</a:t>
            </a:r>
            <a:r>
              <a:rPr lang="en-US" altLang="zh-CN" dirty="0"/>
              <a:t>) </a:t>
            </a:r>
          </a:p>
          <a:p>
            <a:pPr lvl="2">
              <a:buFont typeface="Arial" panose="020B0604020202020204" pitchFamily="34" charset="0"/>
              <a:buChar char="•"/>
            </a:pPr>
            <a:r>
              <a:rPr lang="en-US" altLang="zh-CN" dirty="0"/>
              <a:t> Concurrency: (</a:t>
            </a:r>
            <a:r>
              <a:rPr lang="en-US" altLang="zh-CN" b="1" dirty="0"/>
              <a:t>Chapter 5&amp;6</a:t>
            </a:r>
            <a:r>
              <a:rPr lang="en-US" altLang="zh-CN" dirty="0"/>
              <a:t>)</a:t>
            </a:r>
          </a:p>
          <a:p>
            <a:pPr lvl="1"/>
            <a:r>
              <a:rPr lang="en-US" altLang="zh-CN" dirty="0">
                <a:solidFill>
                  <a:srgbClr val="5F82AD"/>
                </a:solidFill>
              </a:rPr>
              <a:t>Memory</a:t>
            </a:r>
          </a:p>
          <a:p>
            <a:pPr lvl="2">
              <a:buFont typeface="Arial" panose="020B0604020202020204" pitchFamily="34" charset="0"/>
              <a:buChar char="•"/>
            </a:pPr>
            <a:r>
              <a:rPr lang="en-US" altLang="zh-CN" dirty="0"/>
              <a:t>Memory Management (</a:t>
            </a:r>
            <a:r>
              <a:rPr lang="en-US" altLang="zh-CN" b="1" dirty="0"/>
              <a:t>Chapter 7</a:t>
            </a:r>
            <a:r>
              <a:rPr lang="en-US" altLang="zh-CN" dirty="0"/>
              <a:t>)</a:t>
            </a:r>
          </a:p>
          <a:p>
            <a:pPr lvl="2">
              <a:buFont typeface="Arial" panose="020B0604020202020204" pitchFamily="34" charset="0"/>
              <a:buChar char="•"/>
            </a:pPr>
            <a:r>
              <a:rPr lang="en-US" altLang="zh-CN" dirty="0"/>
              <a:t>Virtual  Memory (</a:t>
            </a:r>
            <a:r>
              <a:rPr lang="en-US" altLang="zh-CN" b="1" dirty="0"/>
              <a:t>Chapter 8</a:t>
            </a:r>
            <a:r>
              <a:rPr lang="en-US" altLang="zh-CN" dirty="0"/>
              <a:t>)</a:t>
            </a:r>
          </a:p>
          <a:p>
            <a:pPr lvl="1"/>
            <a:r>
              <a:rPr lang="en-US" altLang="zh-CN" dirty="0">
                <a:solidFill>
                  <a:srgbClr val="5F82AD"/>
                </a:solidFill>
              </a:rPr>
              <a:t>I/O Management and Disk Scheduling</a:t>
            </a:r>
            <a:r>
              <a:rPr lang="en-US" altLang="zh-CN" dirty="0"/>
              <a:t>(</a:t>
            </a:r>
            <a:r>
              <a:rPr lang="en-US" altLang="zh-CN" b="1" dirty="0"/>
              <a:t>Chapter 11</a:t>
            </a:r>
            <a:r>
              <a:rPr lang="en-US" altLang="zh-CN" dirty="0"/>
              <a:t>)</a:t>
            </a:r>
          </a:p>
          <a:p>
            <a:pPr lvl="1"/>
            <a:r>
              <a:rPr lang="en-US" altLang="zh-CN" dirty="0">
                <a:solidFill>
                  <a:srgbClr val="5F82AD"/>
                </a:solidFill>
              </a:rPr>
              <a:t>File Management </a:t>
            </a:r>
            <a:r>
              <a:rPr lang="en-US" altLang="zh-CN" dirty="0"/>
              <a:t>(</a:t>
            </a:r>
            <a:r>
              <a:rPr lang="en-US" altLang="zh-CN" b="1" dirty="0"/>
              <a:t>Chapter 12</a:t>
            </a:r>
            <a:r>
              <a:rPr lang="en-US" altLang="zh-CN" dirty="0"/>
              <a:t>)</a:t>
            </a:r>
          </a:p>
          <a:p>
            <a:endParaRPr lang="en-US" dirty="0"/>
          </a:p>
        </p:txBody>
      </p:sp>
      <p:sp>
        <p:nvSpPr>
          <p:cNvPr id="5" name="日期占位符 4">
            <a:extLst>
              <a:ext uri="{FF2B5EF4-FFF2-40B4-BE49-F238E27FC236}">
                <a16:creationId xmlns:a16="http://schemas.microsoft.com/office/drawing/2014/main" id="{BCAF90AF-B5EB-418D-A64C-00B44161981A}"/>
              </a:ext>
            </a:extLst>
          </p:cNvPr>
          <p:cNvSpPr>
            <a:spLocks noGrp="1"/>
          </p:cNvSpPr>
          <p:nvPr>
            <p:ph type="dt" sz="half" idx="10"/>
          </p:nvPr>
        </p:nvSpPr>
        <p:spPr/>
        <p:txBody>
          <a:bodyPr/>
          <a:lstStyle/>
          <a:p>
            <a:fld id="{00E14383-127D-45CE-985C-F5D7DFB9A214}" type="datetime1">
              <a:rPr lang="zh-CN" altLang="en-US" smtClean="0"/>
              <a:t>2026/3/4</a:t>
            </a:fld>
            <a:endParaRPr lang="zh-CN" altLang="en-US"/>
          </a:p>
        </p:txBody>
      </p:sp>
      <p:sp>
        <p:nvSpPr>
          <p:cNvPr id="6" name="灯片编号占位符 5">
            <a:extLst>
              <a:ext uri="{FF2B5EF4-FFF2-40B4-BE49-F238E27FC236}">
                <a16:creationId xmlns:a16="http://schemas.microsoft.com/office/drawing/2014/main" id="{D905337E-E7CE-47CA-AC68-5B21BBD8034E}"/>
              </a:ext>
            </a:extLst>
          </p:cNvPr>
          <p:cNvSpPr>
            <a:spLocks noGrp="1"/>
          </p:cNvSpPr>
          <p:nvPr>
            <p:ph type="sldNum" sz="quarter" idx="12"/>
          </p:nvPr>
        </p:nvSpPr>
        <p:spPr/>
        <p:txBody>
          <a:bodyPr/>
          <a:lstStyle/>
          <a:p>
            <a:fld id="{7C1195D6-D476-4847-9419-038ABCB65AC4}" type="slidenum">
              <a:rPr lang="zh-CN" altLang="en-US" smtClean="0"/>
              <a:t>3</a:t>
            </a:fld>
            <a:endParaRPr lang="zh-CN" altLang="en-US" dirty="0"/>
          </a:p>
        </p:txBody>
      </p:sp>
    </p:spTree>
    <p:extLst>
      <p:ext uri="{BB962C8B-B14F-4D97-AF65-F5344CB8AC3E}">
        <p14:creationId xmlns:p14="http://schemas.microsoft.com/office/powerpoint/2010/main" val="4086458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Course Evaluation</a:t>
            </a:r>
            <a:endParaRPr lang="zh-CN" altLang="en-US" dirty="0"/>
          </a:p>
        </p:txBody>
      </p:sp>
      <p:sp>
        <p:nvSpPr>
          <p:cNvPr id="3" name="内容占位符 2"/>
          <p:cNvSpPr>
            <a:spLocks noGrp="1"/>
          </p:cNvSpPr>
          <p:nvPr>
            <p:ph idx="1"/>
          </p:nvPr>
        </p:nvSpPr>
        <p:spPr>
          <a:xfrm>
            <a:off x="628650" y="953262"/>
            <a:ext cx="7886700" cy="4951476"/>
          </a:xfrm>
        </p:spPr>
        <p:txBody>
          <a:bodyPr>
            <a:normAutofit/>
          </a:bodyPr>
          <a:lstStyle/>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Final exam 50%</a:t>
            </a:r>
          </a:p>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Mid-term exam 10%</a:t>
            </a:r>
          </a:p>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Assignment 10%</a:t>
            </a:r>
          </a:p>
          <a:p>
            <a:pPr marL="0" indent="0">
              <a:buNone/>
            </a:pPr>
            <a:endPar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endParaRPr>
          </a:p>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In-class participation 5%</a:t>
            </a:r>
          </a:p>
          <a:p>
            <a:pPr lvl="1"/>
            <a:r>
              <a:rPr lang="en-US" b="1" i="0" dirty="0">
                <a:effectLst/>
                <a:latin typeface="Microsoft YaHei" panose="020B0503020204020204" pitchFamily="34" charset="-122"/>
                <a:ea typeface="Microsoft YaHei" panose="020B0503020204020204" pitchFamily="34" charset="-122"/>
              </a:rPr>
              <a:t>Once absenteeism: -1</a:t>
            </a:r>
          </a:p>
          <a:p>
            <a:pPr lvl="1"/>
            <a:r>
              <a:rPr lang="en-US" b="1" dirty="0">
                <a:latin typeface="Microsoft YaHei" panose="020B0503020204020204" pitchFamily="34" charset="-122"/>
                <a:ea typeface="Microsoft YaHei" panose="020B0503020204020204" pitchFamily="34" charset="-122"/>
              </a:rPr>
              <a:t>Once interaction: +1</a:t>
            </a:r>
          </a:p>
          <a:p>
            <a:endPar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endParaRPr>
          </a:p>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Experiment process 15%</a:t>
            </a:r>
          </a:p>
          <a:p>
            <a:r>
              <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rPr>
              <a:t>Experiment report 10%</a:t>
            </a:r>
          </a:p>
          <a:p>
            <a:endParaRPr lang="en-US" altLang="zh-CN" dirty="0">
              <a:latin typeface="Microsoft YaHei UI" panose="020B0503020204020204" pitchFamily="34" charset="-122"/>
              <a:ea typeface="Microsoft YaHei UI" panose="020B0503020204020204" pitchFamily="34" charset="-122"/>
              <a:cs typeface="Microsoft Himalaya" panose="01010100010101010101" pitchFamily="2" charset="0"/>
            </a:endParaRPr>
          </a:p>
          <a:p>
            <a:endParaRPr lang="zh-CN" altLang="en-US" dirty="0">
              <a:latin typeface="Microsoft YaHei UI" panose="020B0503020204020204" pitchFamily="34" charset="-122"/>
              <a:ea typeface="Microsoft YaHei UI" panose="020B0503020204020204" pitchFamily="34" charset="-122"/>
              <a:cs typeface="Microsoft Himalaya" panose="01010100010101010101" pitchFamily="2" charset="0"/>
            </a:endParaRPr>
          </a:p>
        </p:txBody>
      </p:sp>
      <p:sp>
        <p:nvSpPr>
          <p:cNvPr id="5" name="日期占位符 4">
            <a:extLst>
              <a:ext uri="{FF2B5EF4-FFF2-40B4-BE49-F238E27FC236}">
                <a16:creationId xmlns:a16="http://schemas.microsoft.com/office/drawing/2014/main" id="{5D7E94B8-7729-4C10-85C3-2C4892458395}"/>
              </a:ext>
            </a:extLst>
          </p:cNvPr>
          <p:cNvSpPr>
            <a:spLocks noGrp="1"/>
          </p:cNvSpPr>
          <p:nvPr>
            <p:ph type="dt" sz="half" idx="10"/>
          </p:nvPr>
        </p:nvSpPr>
        <p:spPr/>
        <p:txBody>
          <a:bodyPr/>
          <a:lstStyle/>
          <a:p>
            <a:fld id="{0478F3C6-91EA-49C7-9916-FA2F312FA180}"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7D86BE3D-1E3C-4A4B-8588-73C576F3F81D}"/>
              </a:ext>
            </a:extLst>
          </p:cNvPr>
          <p:cNvSpPr>
            <a:spLocks noGrp="1"/>
          </p:cNvSpPr>
          <p:nvPr>
            <p:ph type="sldNum" sz="quarter" idx="12"/>
          </p:nvPr>
        </p:nvSpPr>
        <p:spPr/>
        <p:txBody>
          <a:bodyPr/>
          <a:lstStyle/>
          <a:p>
            <a:fld id="{2093D444-7193-46AD-90E8-D84AE4B61CFF}" type="slidenum">
              <a:rPr lang="en-US" smtClean="0"/>
              <a:pPr/>
              <a:t>4</a:t>
            </a:fld>
            <a:r>
              <a:rPr lang="en-US"/>
              <a:t>/56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4809" y="168545"/>
            <a:ext cx="7552559" cy="431978"/>
          </a:xfrm>
        </p:spPr>
        <p:txBody>
          <a:bodyPr>
            <a:normAutofit fontScale="90000"/>
          </a:bodyPr>
          <a:lstStyle/>
          <a:p>
            <a:r>
              <a:rPr lang="en-US" altLang="zh-CN" dirty="0"/>
              <a:t>Chapter 2</a:t>
            </a:r>
            <a:r>
              <a:rPr lang="zh-CN" altLang="en-US" dirty="0"/>
              <a:t>：</a:t>
            </a:r>
            <a:r>
              <a:rPr lang="en-US" altLang="zh-CN" dirty="0"/>
              <a:t>Operating System </a:t>
            </a:r>
            <a:r>
              <a:rPr lang="zh-CN" altLang="en-US" dirty="0"/>
              <a:t>（</a:t>
            </a:r>
            <a:r>
              <a:rPr lang="en-US" altLang="zh-CN" dirty="0"/>
              <a:t>OS</a:t>
            </a:r>
            <a:r>
              <a:rPr lang="zh-CN" altLang="en-US" dirty="0"/>
              <a:t>）</a:t>
            </a:r>
            <a:r>
              <a:rPr lang="en-US" altLang="zh-CN" dirty="0"/>
              <a:t>Overview</a:t>
            </a:r>
            <a:endParaRPr lang="zh-CN" altLang="en-US" dirty="0"/>
          </a:p>
        </p:txBody>
      </p:sp>
      <p:sp>
        <p:nvSpPr>
          <p:cNvPr id="3" name="内容占位符 2"/>
          <p:cNvSpPr>
            <a:spLocks noGrp="1"/>
          </p:cNvSpPr>
          <p:nvPr>
            <p:ph idx="1"/>
          </p:nvPr>
        </p:nvSpPr>
        <p:spPr/>
        <p:txBody>
          <a:bodyPr/>
          <a:lstStyle/>
          <a:p>
            <a:pPr marL="457200" indent="-457200">
              <a:buFont typeface="+mj-lt"/>
              <a:buAutoNum type="arabicPeriod"/>
            </a:pPr>
            <a:r>
              <a:rPr lang="en-US" altLang="zh-CN" sz="2400" dirty="0"/>
              <a:t>Operating System Objectives and Functions</a:t>
            </a:r>
          </a:p>
          <a:p>
            <a:pPr marL="457200" indent="-457200">
              <a:buFont typeface="+mj-lt"/>
              <a:buAutoNum type="arabicPeriod"/>
            </a:pPr>
            <a:r>
              <a:rPr lang="en-US" altLang="zh-CN" sz="2400" dirty="0"/>
              <a:t>Evolution of Operating Systems </a:t>
            </a:r>
          </a:p>
          <a:p>
            <a:pPr marL="457200" indent="-457200">
              <a:buFont typeface="+mj-lt"/>
              <a:buAutoNum type="arabicPeriod"/>
            </a:pPr>
            <a:r>
              <a:rPr lang="en-US" sz="2400" dirty="0"/>
              <a:t>Major Achievements</a:t>
            </a:r>
          </a:p>
          <a:p>
            <a:pPr marL="457200" indent="-457200">
              <a:buFont typeface="+mj-lt"/>
              <a:buAutoNum type="arabicPeriod"/>
            </a:pPr>
            <a:r>
              <a:rPr lang="en-US" sz="2400" dirty="0"/>
              <a:t>Features of Modern Operating Systems</a:t>
            </a:r>
          </a:p>
          <a:p>
            <a:pPr marL="457200" indent="-457200">
              <a:buFont typeface="+mj-lt"/>
              <a:buAutoNum type="arabicPeriod"/>
            </a:pPr>
            <a:r>
              <a:rPr lang="en-US" sz="2400" dirty="0"/>
              <a:t>OS Design for Multiprocessors and Multicore</a:t>
            </a:r>
          </a:p>
          <a:p>
            <a:endParaRPr lang="en-US" altLang="zh-CN" dirty="0"/>
          </a:p>
          <a:p>
            <a:endParaRPr lang="en-US" altLang="zh-CN" dirty="0"/>
          </a:p>
          <a:p>
            <a:pPr marL="0" indent="0">
              <a:buNone/>
            </a:pPr>
            <a:endParaRPr lang="zh-CN" altLang="en-US" dirty="0"/>
          </a:p>
        </p:txBody>
      </p:sp>
      <p:sp>
        <p:nvSpPr>
          <p:cNvPr id="5" name="日期占位符 4">
            <a:extLst>
              <a:ext uri="{FF2B5EF4-FFF2-40B4-BE49-F238E27FC236}">
                <a16:creationId xmlns:a16="http://schemas.microsoft.com/office/drawing/2014/main" id="{1B12F42B-5B35-4DFA-AE7F-A88CCD800D00}"/>
              </a:ext>
            </a:extLst>
          </p:cNvPr>
          <p:cNvSpPr>
            <a:spLocks noGrp="1"/>
          </p:cNvSpPr>
          <p:nvPr>
            <p:ph type="dt" sz="half" idx="10"/>
          </p:nvPr>
        </p:nvSpPr>
        <p:spPr/>
        <p:txBody>
          <a:bodyPr/>
          <a:lstStyle/>
          <a:p>
            <a:fld id="{6BC1DD05-B505-4FBC-B512-4C8E5484C770}"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90575EC8-D153-424A-A045-32614A401247}"/>
              </a:ext>
            </a:extLst>
          </p:cNvPr>
          <p:cNvSpPr>
            <a:spLocks noGrp="1"/>
          </p:cNvSpPr>
          <p:nvPr>
            <p:ph type="sldNum" sz="quarter" idx="12"/>
          </p:nvPr>
        </p:nvSpPr>
        <p:spPr/>
        <p:txBody>
          <a:bodyPr/>
          <a:lstStyle/>
          <a:p>
            <a:fld id="{2093D444-7193-46AD-90E8-D84AE4B61CFF}" type="slidenum">
              <a:rPr lang="en-US" smtClean="0"/>
              <a:pPr/>
              <a:t>5</a:t>
            </a:fld>
            <a:r>
              <a:rPr lang="en-US"/>
              <a:t>/56</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 Functions</a:t>
            </a:r>
            <a:r>
              <a:rPr lang="zh-CN" altLang="en-US" dirty="0"/>
              <a:t> </a:t>
            </a:r>
            <a:r>
              <a:rPr lang="en-US" altLang="zh-CN" dirty="0"/>
              <a:t>and</a:t>
            </a:r>
            <a:r>
              <a:rPr lang="zh-CN" altLang="en-US" dirty="0"/>
              <a:t> </a:t>
            </a:r>
            <a:r>
              <a:rPr lang="en-US" altLang="zh-CN" dirty="0"/>
              <a:t>Objectives</a:t>
            </a:r>
            <a:r>
              <a:rPr lang="zh-CN" altLang="en-US" dirty="0"/>
              <a:t> </a:t>
            </a:r>
            <a:r>
              <a:rPr lang="en-US" altLang="zh-CN" dirty="0"/>
              <a:t>of</a:t>
            </a:r>
            <a:r>
              <a:rPr lang="zh-CN" altLang="en-US" dirty="0"/>
              <a:t> </a:t>
            </a:r>
            <a:r>
              <a:rPr lang="en-US" altLang="zh-CN" dirty="0"/>
              <a:t>OS</a:t>
            </a:r>
            <a:endParaRPr lang="zh-CN" altLang="en-US" dirty="0">
              <a:solidFill>
                <a:schemeClr val="accent1">
                  <a:lumMod val="75000"/>
                </a:schemeClr>
              </a:solidFill>
            </a:endParaRPr>
          </a:p>
        </p:txBody>
      </p:sp>
      <p:sp>
        <p:nvSpPr>
          <p:cNvPr id="3" name="内容占位符 2"/>
          <p:cNvSpPr>
            <a:spLocks noGrp="1"/>
          </p:cNvSpPr>
          <p:nvPr>
            <p:ph idx="1"/>
          </p:nvPr>
        </p:nvSpPr>
        <p:spPr>
          <a:xfrm>
            <a:off x="716785" y="896894"/>
            <a:ext cx="7886700" cy="2810133"/>
          </a:xfrm>
        </p:spPr>
        <p:txBody>
          <a:bodyPr/>
          <a:lstStyle/>
          <a:p>
            <a:r>
              <a:rPr lang="en-US" altLang="zh-CN" dirty="0"/>
              <a:t>What is the OS</a:t>
            </a:r>
            <a:r>
              <a:rPr lang="zh-CN" altLang="en-US" dirty="0"/>
              <a:t> </a:t>
            </a:r>
            <a:r>
              <a:rPr lang="en-US" altLang="zh-CN" dirty="0"/>
              <a:t>and</a:t>
            </a:r>
            <a:r>
              <a:rPr lang="zh-CN" altLang="en-US" dirty="0"/>
              <a:t> </a:t>
            </a:r>
            <a:r>
              <a:rPr lang="en-US" altLang="zh-CN" dirty="0"/>
              <a:t>its</a:t>
            </a:r>
            <a:r>
              <a:rPr lang="zh-CN" altLang="en-US" dirty="0"/>
              <a:t> </a:t>
            </a:r>
            <a:r>
              <a:rPr lang="en-US" altLang="zh-CN" dirty="0"/>
              <a:t>functions</a:t>
            </a:r>
            <a:r>
              <a:rPr lang="zh-CN" altLang="en-US" dirty="0"/>
              <a:t>？</a:t>
            </a:r>
            <a:endParaRPr lang="en-US" altLang="zh-CN" dirty="0"/>
          </a:p>
          <a:p>
            <a:pPr lvl="1"/>
            <a:r>
              <a:rPr lang="en-US" altLang="zh-CN" dirty="0"/>
              <a:t>A </a:t>
            </a:r>
            <a:r>
              <a:rPr lang="en-US" altLang="zh-CN" b="1" dirty="0">
                <a:solidFill>
                  <a:srgbClr val="FF0000"/>
                </a:solidFill>
              </a:rPr>
              <a:t>program</a:t>
            </a:r>
            <a:r>
              <a:rPr lang="zh-CN" altLang="en-US" b="1" dirty="0">
                <a:solidFill>
                  <a:srgbClr val="FF0000"/>
                </a:solidFill>
              </a:rPr>
              <a:t>（程序）</a:t>
            </a:r>
            <a:r>
              <a:rPr lang="en-US" altLang="zh-CN" dirty="0"/>
              <a:t> that controls the execution of application programs</a:t>
            </a:r>
          </a:p>
          <a:p>
            <a:pPr lvl="1"/>
            <a:r>
              <a:rPr lang="en-US" altLang="zh-CN" dirty="0"/>
              <a:t>The</a:t>
            </a:r>
            <a:r>
              <a:rPr lang="zh-CN" altLang="en-US" dirty="0"/>
              <a:t> </a:t>
            </a:r>
            <a:r>
              <a:rPr lang="en-US" altLang="zh-CN" b="1" dirty="0">
                <a:solidFill>
                  <a:srgbClr val="FF0000"/>
                </a:solidFill>
              </a:rPr>
              <a:t>interface</a:t>
            </a:r>
            <a:r>
              <a:rPr lang="zh-CN" altLang="en-US" b="1" dirty="0">
                <a:solidFill>
                  <a:srgbClr val="FF0000"/>
                </a:solidFill>
              </a:rPr>
              <a:t>（接口）</a:t>
            </a:r>
            <a:r>
              <a:rPr lang="en-US" altLang="zh-CN" dirty="0"/>
              <a:t> between applications and computer hardware</a:t>
            </a:r>
          </a:p>
          <a:p>
            <a:pPr lvl="1"/>
            <a:r>
              <a:rPr lang="en-US" altLang="zh-CN" dirty="0"/>
              <a:t>As the </a:t>
            </a:r>
            <a:r>
              <a:rPr lang="en-US" altLang="zh-CN" b="1" dirty="0">
                <a:solidFill>
                  <a:srgbClr val="FF0000"/>
                </a:solidFill>
              </a:rPr>
              <a:t>resource manager</a:t>
            </a:r>
            <a:r>
              <a:rPr lang="zh-CN" altLang="en-US" b="1" dirty="0">
                <a:solidFill>
                  <a:srgbClr val="FF0000"/>
                </a:solidFill>
              </a:rPr>
              <a:t>（资源管理器）</a:t>
            </a:r>
            <a:r>
              <a:rPr lang="en-US" altLang="zh-CN" dirty="0"/>
              <a:t> the usage of resource in computer</a:t>
            </a:r>
          </a:p>
          <a:p>
            <a:pPr marL="342900" lvl="1" indent="0">
              <a:buNone/>
            </a:pPr>
            <a:endParaRPr lang="en-US" altLang="zh-CN" dirty="0"/>
          </a:p>
          <a:p>
            <a:pPr lvl="1"/>
            <a:endParaRPr lang="en-US" altLang="zh-CN" dirty="0"/>
          </a:p>
          <a:p>
            <a:pPr lvl="1"/>
            <a:endParaRPr lang="en-US" altLang="zh-CN" dirty="0"/>
          </a:p>
          <a:p>
            <a:pPr marL="342900" lvl="1" indent="0">
              <a:buNone/>
            </a:pPr>
            <a:endParaRPr lang="en-US" altLang="zh-CN" dirty="0"/>
          </a:p>
          <a:p>
            <a:endParaRPr lang="zh-CN" altLang="en-US" dirty="0"/>
          </a:p>
        </p:txBody>
      </p:sp>
      <p:sp>
        <p:nvSpPr>
          <p:cNvPr id="5" name="日期占位符 4">
            <a:extLst>
              <a:ext uri="{FF2B5EF4-FFF2-40B4-BE49-F238E27FC236}">
                <a16:creationId xmlns:a16="http://schemas.microsoft.com/office/drawing/2014/main" id="{73CE5931-0C81-4C05-AAE2-6259539EB32C}"/>
              </a:ext>
            </a:extLst>
          </p:cNvPr>
          <p:cNvSpPr>
            <a:spLocks noGrp="1"/>
          </p:cNvSpPr>
          <p:nvPr>
            <p:ph type="dt" sz="half" idx="10"/>
          </p:nvPr>
        </p:nvSpPr>
        <p:spPr/>
        <p:txBody>
          <a:bodyPr/>
          <a:lstStyle/>
          <a:p>
            <a:fld id="{02C69F44-3B72-4018-8E4B-BF3D73ABC99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4B40629F-8DDE-4C78-AE6C-422C6A0A2A41}"/>
              </a:ext>
            </a:extLst>
          </p:cNvPr>
          <p:cNvSpPr>
            <a:spLocks noGrp="1"/>
          </p:cNvSpPr>
          <p:nvPr>
            <p:ph type="sldNum" sz="quarter" idx="12"/>
          </p:nvPr>
        </p:nvSpPr>
        <p:spPr/>
        <p:txBody>
          <a:bodyPr/>
          <a:lstStyle/>
          <a:p>
            <a:fld id="{2093D444-7193-46AD-90E8-D84AE4B61CFF}" type="slidenum">
              <a:rPr lang="en-US" smtClean="0"/>
              <a:pPr/>
              <a:t>6</a:t>
            </a:fld>
            <a:r>
              <a:rPr lang="en-US"/>
              <a:t>/56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7356" y="26504"/>
            <a:ext cx="8633878" cy="662608"/>
          </a:xfrm>
        </p:spPr>
        <p:txBody>
          <a:bodyPr>
            <a:noAutofit/>
          </a:bodyPr>
          <a:lstStyle/>
          <a:p>
            <a:r>
              <a:rPr lang="en-US" altLang="zh-CN" sz="2000" dirty="0"/>
              <a:t>OS as a User/Computer Interfaces</a:t>
            </a:r>
            <a:endParaRPr lang="zh-CN" altLang="en-US" sz="2000" dirty="0"/>
          </a:p>
        </p:txBody>
      </p:sp>
      <p:sp>
        <p:nvSpPr>
          <p:cNvPr id="5" name="日期占位符 4">
            <a:extLst>
              <a:ext uri="{FF2B5EF4-FFF2-40B4-BE49-F238E27FC236}">
                <a16:creationId xmlns:a16="http://schemas.microsoft.com/office/drawing/2014/main" id="{5006FBF6-45CD-4519-A1EF-74C2A63F8BF8}"/>
              </a:ext>
            </a:extLst>
          </p:cNvPr>
          <p:cNvSpPr>
            <a:spLocks noGrp="1"/>
          </p:cNvSpPr>
          <p:nvPr>
            <p:ph type="dt" sz="half" idx="10"/>
          </p:nvPr>
        </p:nvSpPr>
        <p:spPr/>
        <p:txBody>
          <a:bodyPr/>
          <a:lstStyle/>
          <a:p>
            <a:fld id="{FA00E16E-6DB9-442C-A072-3C4549AF2FA8}"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58760A96-8525-4C80-8398-8CE66A9E8072}"/>
              </a:ext>
            </a:extLst>
          </p:cNvPr>
          <p:cNvSpPr>
            <a:spLocks noGrp="1"/>
          </p:cNvSpPr>
          <p:nvPr>
            <p:ph type="sldNum" sz="quarter" idx="12"/>
          </p:nvPr>
        </p:nvSpPr>
        <p:spPr/>
        <p:txBody>
          <a:bodyPr/>
          <a:lstStyle/>
          <a:p>
            <a:fld id="{2093D444-7193-46AD-90E8-D84AE4B61CFF}" type="slidenum">
              <a:rPr lang="en-US" smtClean="0"/>
              <a:pPr/>
              <a:t>7</a:t>
            </a:fld>
            <a:r>
              <a:rPr lang="en-US"/>
              <a:t>/56</a:t>
            </a:r>
            <a:endParaRPr lang="en-US" dirty="0"/>
          </a:p>
        </p:txBody>
      </p:sp>
      <p:pic>
        <p:nvPicPr>
          <p:cNvPr id="9" name="Picture 2">
            <a:extLst>
              <a:ext uri="{FF2B5EF4-FFF2-40B4-BE49-F238E27FC236}">
                <a16:creationId xmlns:a16="http://schemas.microsoft.com/office/drawing/2014/main" id="{60A3A364-8CD1-450B-90D0-82D68E8BE49D}"/>
              </a:ext>
            </a:extLst>
          </p:cNvPr>
          <p:cNvPicPr/>
          <p:nvPr/>
        </p:nvPicPr>
        <p:blipFill>
          <a:blip r:embed="rId3" cstate="print"/>
          <a:srcRect/>
          <a:stretch>
            <a:fillRect/>
          </a:stretch>
        </p:blipFill>
        <p:spPr bwMode="auto">
          <a:xfrm>
            <a:off x="720025" y="955499"/>
            <a:ext cx="7710488" cy="4403725"/>
          </a:xfrm>
          <a:prstGeom prst="rect">
            <a:avLst/>
          </a:prstGeom>
          <a:noFill/>
          <a:ln w="9525">
            <a:noFill/>
            <a:miter lim="800000"/>
            <a:headEnd/>
            <a:tailEnd/>
          </a:ln>
        </p:spPr>
      </p:pic>
      <p:sp>
        <p:nvSpPr>
          <p:cNvPr id="7" name="文本框 6">
            <a:extLst>
              <a:ext uri="{FF2B5EF4-FFF2-40B4-BE49-F238E27FC236}">
                <a16:creationId xmlns:a16="http://schemas.microsoft.com/office/drawing/2014/main" id="{D3C95369-D184-4921-9AA3-2DDC03F99D76}"/>
              </a:ext>
            </a:extLst>
          </p:cNvPr>
          <p:cNvSpPr txBox="1"/>
          <p:nvPr/>
        </p:nvSpPr>
        <p:spPr>
          <a:xfrm>
            <a:off x="1371572" y="5661010"/>
            <a:ext cx="5976680" cy="369332"/>
          </a:xfrm>
          <a:prstGeom prst="rect">
            <a:avLst/>
          </a:prstGeom>
          <a:noFill/>
        </p:spPr>
        <p:txBody>
          <a:bodyPr wrap="square">
            <a:spAutoFit/>
          </a:bodyPr>
          <a:lstStyle/>
          <a:p>
            <a:pPr algn="ctr"/>
            <a:r>
              <a:rPr lang="en-US" altLang="zh-CN" sz="1800" dirty="0"/>
              <a:t>Computer Hardware and Software structure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4810" y="168545"/>
            <a:ext cx="6811120" cy="431978"/>
          </a:xfrm>
        </p:spPr>
        <p:txBody>
          <a:bodyPr>
            <a:normAutofit fontScale="90000"/>
          </a:bodyPr>
          <a:lstStyle/>
          <a:p>
            <a:r>
              <a:rPr lang="en-US" altLang="zh-CN" dirty="0"/>
              <a:t>OS as Resource Manager</a:t>
            </a:r>
            <a:endParaRPr lang="zh-CN" altLang="en-US" dirty="0"/>
          </a:p>
        </p:txBody>
      </p:sp>
      <p:sp>
        <p:nvSpPr>
          <p:cNvPr id="3" name="内容占位符 2"/>
          <p:cNvSpPr>
            <a:spLocks noGrp="1"/>
          </p:cNvSpPr>
          <p:nvPr>
            <p:ph idx="1"/>
          </p:nvPr>
        </p:nvSpPr>
        <p:spPr>
          <a:xfrm>
            <a:off x="628650" y="765580"/>
            <a:ext cx="7886700" cy="5367655"/>
          </a:xfrm>
        </p:spPr>
        <p:txBody>
          <a:bodyPr/>
          <a:lstStyle/>
          <a:p>
            <a:pPr>
              <a:buFont typeface="Arial" panose="020B0604020202020204" pitchFamily="34" charset="0"/>
              <a:buChar char="•"/>
            </a:pPr>
            <a:r>
              <a:rPr lang="en-US" altLang="zh-CN" dirty="0"/>
              <a:t>One or more processors</a:t>
            </a:r>
          </a:p>
          <a:p>
            <a:pPr>
              <a:buFont typeface="Arial" panose="020B0604020202020204" pitchFamily="34" charset="0"/>
              <a:buChar char="•"/>
            </a:pPr>
            <a:r>
              <a:rPr lang="en-US" altLang="zh-CN" dirty="0"/>
              <a:t>Main memory</a:t>
            </a:r>
          </a:p>
          <a:p>
            <a:pPr>
              <a:buFont typeface="Arial" panose="020B0604020202020204" pitchFamily="34" charset="0"/>
              <a:buChar char="•"/>
            </a:pPr>
            <a:r>
              <a:rPr lang="en-US" altLang="zh-CN" dirty="0"/>
              <a:t>Disks</a:t>
            </a:r>
          </a:p>
          <a:p>
            <a:pPr>
              <a:buFont typeface="Arial" panose="020B0604020202020204" pitchFamily="34" charset="0"/>
              <a:buChar char="•"/>
            </a:pPr>
            <a:r>
              <a:rPr lang="en-US" altLang="zh-CN" dirty="0"/>
              <a:t>Printers</a:t>
            </a:r>
          </a:p>
          <a:p>
            <a:pPr>
              <a:buFont typeface="Arial" panose="020B0604020202020204" pitchFamily="34" charset="0"/>
              <a:buChar char="•"/>
            </a:pPr>
            <a:r>
              <a:rPr lang="en-US" altLang="zh-CN" dirty="0"/>
              <a:t>Keyboard</a:t>
            </a:r>
          </a:p>
          <a:p>
            <a:pPr>
              <a:buFont typeface="Arial" panose="020B0604020202020204" pitchFamily="34" charset="0"/>
              <a:buChar char="•"/>
            </a:pPr>
            <a:r>
              <a:rPr lang="en-US" altLang="zh-CN" dirty="0"/>
              <a:t>Mouse</a:t>
            </a:r>
          </a:p>
          <a:p>
            <a:pPr>
              <a:buFont typeface="Arial" panose="020B0604020202020204" pitchFamily="34" charset="0"/>
              <a:buChar char="•"/>
            </a:pPr>
            <a:r>
              <a:rPr lang="en-US" altLang="zh-CN" dirty="0"/>
              <a:t>Display</a:t>
            </a:r>
          </a:p>
          <a:p>
            <a:pPr>
              <a:buFont typeface="Arial" panose="020B0604020202020204" pitchFamily="34" charset="0"/>
              <a:buChar char="•"/>
            </a:pPr>
            <a:r>
              <a:rPr lang="en-US" altLang="zh-CN" dirty="0"/>
              <a:t>Network interfaces</a:t>
            </a:r>
          </a:p>
          <a:p>
            <a:pPr>
              <a:buFont typeface="Arial" panose="020B0604020202020204" pitchFamily="34" charset="0"/>
              <a:buChar char="•"/>
            </a:pPr>
            <a:r>
              <a:rPr lang="en-US" altLang="zh-CN" dirty="0"/>
              <a:t>Other I/O devices</a:t>
            </a:r>
          </a:p>
        </p:txBody>
      </p:sp>
      <p:sp>
        <p:nvSpPr>
          <p:cNvPr id="6" name="日期占位符 5">
            <a:extLst>
              <a:ext uri="{FF2B5EF4-FFF2-40B4-BE49-F238E27FC236}">
                <a16:creationId xmlns:a16="http://schemas.microsoft.com/office/drawing/2014/main" id="{47696E04-72DF-4214-AF7E-58D167976E0A}"/>
              </a:ext>
            </a:extLst>
          </p:cNvPr>
          <p:cNvSpPr>
            <a:spLocks noGrp="1"/>
          </p:cNvSpPr>
          <p:nvPr>
            <p:ph type="dt" sz="half" idx="10"/>
          </p:nvPr>
        </p:nvSpPr>
        <p:spPr/>
        <p:txBody>
          <a:bodyPr/>
          <a:lstStyle/>
          <a:p>
            <a:fld id="{29763520-C532-4A89-AB36-AC75980253DA}"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415D64B3-0052-4CBC-8D49-163374687EBE}"/>
              </a:ext>
            </a:extLst>
          </p:cNvPr>
          <p:cNvSpPr>
            <a:spLocks noGrp="1"/>
          </p:cNvSpPr>
          <p:nvPr>
            <p:ph type="sldNum" sz="quarter" idx="12"/>
          </p:nvPr>
        </p:nvSpPr>
        <p:spPr/>
        <p:txBody>
          <a:bodyPr/>
          <a:lstStyle/>
          <a:p>
            <a:fld id="{2093D444-7193-46AD-90E8-D84AE4B61CFF}" type="slidenum">
              <a:rPr lang="en-US" smtClean="0"/>
              <a:pPr/>
              <a:t>8</a:t>
            </a:fld>
            <a:r>
              <a:rPr lang="en-US"/>
              <a:t>/56</a:t>
            </a:r>
            <a:endParaRPr lang="en-US" dirty="0"/>
          </a:p>
        </p:txBody>
      </p:sp>
      <p:pic>
        <p:nvPicPr>
          <p:cNvPr id="8" name="图片 10">
            <a:extLst>
              <a:ext uri="{FF2B5EF4-FFF2-40B4-BE49-F238E27FC236}">
                <a16:creationId xmlns:a16="http://schemas.microsoft.com/office/drawing/2014/main" id="{6BA91C71-3731-384A-BD29-B378EEE207F6}"/>
              </a:ext>
            </a:extLst>
          </p:cNvPr>
          <p:cNvPicPr>
            <a:picLocks noChangeAspect="1"/>
          </p:cNvPicPr>
          <p:nvPr/>
        </p:nvPicPr>
        <p:blipFill>
          <a:blip r:embed="rId3"/>
          <a:stretch>
            <a:fillRect/>
          </a:stretch>
        </p:blipFill>
        <p:spPr>
          <a:xfrm>
            <a:off x="3950376" y="1014924"/>
            <a:ext cx="5016567" cy="4109845"/>
          </a:xfrm>
          <a:prstGeom prst="rect">
            <a:avLst/>
          </a:prstGeom>
        </p:spPr>
      </p:pic>
      <p:sp>
        <p:nvSpPr>
          <p:cNvPr id="9" name="TextBox 8">
            <a:extLst>
              <a:ext uri="{FF2B5EF4-FFF2-40B4-BE49-F238E27FC236}">
                <a16:creationId xmlns:a16="http://schemas.microsoft.com/office/drawing/2014/main" id="{F637E32A-21CF-DE40-BEE5-90F91B24E048}"/>
              </a:ext>
            </a:extLst>
          </p:cNvPr>
          <p:cNvSpPr txBox="1"/>
          <p:nvPr/>
        </p:nvSpPr>
        <p:spPr>
          <a:xfrm>
            <a:off x="4166635" y="5258328"/>
            <a:ext cx="4572000" cy="369332"/>
          </a:xfrm>
          <a:prstGeom prst="rect">
            <a:avLst/>
          </a:prstGeom>
          <a:noFill/>
        </p:spPr>
        <p:txBody>
          <a:bodyPr wrap="square">
            <a:spAutoFit/>
          </a:bodyPr>
          <a:lstStyle/>
          <a:p>
            <a:pPr algn="ctr"/>
            <a:r>
              <a:rPr lang="en-US" altLang="zh-CN" dirty="0"/>
              <a:t>OS as resource manager</a:t>
            </a:r>
            <a:endParaRPr lang="en-CN"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OS as Software</a:t>
            </a:r>
            <a:endParaRPr lang="zh-CN" altLang="en-US" dirty="0">
              <a:solidFill>
                <a:schemeClr val="accent1">
                  <a:lumMod val="75000"/>
                </a:schemeClr>
              </a:solidFill>
            </a:endParaRPr>
          </a:p>
        </p:txBody>
      </p:sp>
      <p:sp>
        <p:nvSpPr>
          <p:cNvPr id="3" name="内容占位符 2"/>
          <p:cNvSpPr>
            <a:spLocks noGrp="1"/>
          </p:cNvSpPr>
          <p:nvPr>
            <p:ph idx="1"/>
          </p:nvPr>
        </p:nvSpPr>
        <p:spPr>
          <a:xfrm>
            <a:off x="728359" y="711699"/>
            <a:ext cx="7886700" cy="4784640"/>
          </a:xfrm>
        </p:spPr>
        <p:txBody>
          <a:bodyPr>
            <a:normAutofit/>
          </a:bodyPr>
          <a:lstStyle/>
          <a:p>
            <a:pPr lvl="1" indent="-514350">
              <a:buFont typeface="Wingdings" panose="05000000000000000000" pitchFamily="2" charset="2"/>
              <a:buChar char="q"/>
            </a:pPr>
            <a:r>
              <a:rPr lang="en-US" altLang="zh-CN" b="1" dirty="0"/>
              <a:t>A </a:t>
            </a:r>
            <a:r>
              <a:rPr lang="en-US" altLang="zh-CN" b="1" dirty="0">
                <a:solidFill>
                  <a:srgbClr val="FF0000"/>
                </a:solidFill>
              </a:rPr>
              <a:t>software functions </a:t>
            </a:r>
            <a:r>
              <a:rPr lang="en-US" altLang="zh-CN" b="1" dirty="0"/>
              <a:t>in the same way as ordinary computer software; </a:t>
            </a:r>
          </a:p>
          <a:p>
            <a:pPr lvl="1" indent="-514350">
              <a:buFont typeface="Wingdings" panose="05000000000000000000" pitchFamily="2" charset="2"/>
              <a:buChar char="q"/>
            </a:pPr>
            <a:endParaRPr lang="en-US" altLang="zh-CN" dirty="0"/>
          </a:p>
          <a:p>
            <a:pPr lvl="1" indent="-514350">
              <a:buFont typeface="Wingdings" panose="05000000000000000000" pitchFamily="2" charset="2"/>
              <a:buChar char="q"/>
            </a:pPr>
            <a:r>
              <a:rPr lang="en-US" b="1" dirty="0">
                <a:solidFill>
                  <a:srgbClr val="FF0000"/>
                </a:solidFill>
              </a:rPr>
              <a:t>Program</a:t>
            </a:r>
            <a:r>
              <a:rPr lang="en-US" b="1" dirty="0"/>
              <a:t>, or suite of programs, executed by the processor</a:t>
            </a:r>
          </a:p>
          <a:p>
            <a:pPr lvl="1" indent="-514350">
              <a:buFont typeface="Wingdings" panose="05000000000000000000" pitchFamily="2" charset="2"/>
              <a:buChar char="q"/>
            </a:pPr>
            <a:endParaRPr lang="en-US" altLang="zh-CN" dirty="0"/>
          </a:p>
          <a:p>
            <a:pPr lvl="1" indent="-514350">
              <a:buFont typeface="Wingdings" panose="05000000000000000000" pitchFamily="2" charset="2"/>
              <a:buChar char="q"/>
            </a:pPr>
            <a:r>
              <a:rPr lang="en-US" altLang="zh-CN" b="1" dirty="0"/>
              <a:t>The OS </a:t>
            </a:r>
            <a:r>
              <a:rPr lang="en-US" altLang="zh-CN" b="1" dirty="0">
                <a:solidFill>
                  <a:srgbClr val="FF0000"/>
                </a:solidFill>
              </a:rPr>
              <a:t>relinquishes</a:t>
            </a:r>
            <a:r>
              <a:rPr lang="zh-CN" altLang="en-US" b="1" dirty="0">
                <a:solidFill>
                  <a:srgbClr val="FF0000"/>
                </a:solidFill>
              </a:rPr>
              <a:t> </a:t>
            </a:r>
            <a:r>
              <a:rPr lang="en-US" altLang="zh-CN" b="1" dirty="0">
                <a:solidFill>
                  <a:srgbClr val="FF0000"/>
                </a:solidFill>
              </a:rPr>
              <a:t>(</a:t>
            </a:r>
            <a:r>
              <a:rPr lang="zh-CN" altLang="en-US" b="1" dirty="0">
                <a:solidFill>
                  <a:srgbClr val="FF0000"/>
                </a:solidFill>
              </a:rPr>
              <a:t>交出</a:t>
            </a:r>
            <a:r>
              <a:rPr lang="en-US" altLang="zh-CN" b="1" dirty="0">
                <a:solidFill>
                  <a:srgbClr val="FF0000"/>
                </a:solidFill>
              </a:rPr>
              <a:t>)</a:t>
            </a:r>
            <a:r>
              <a:rPr lang="en-US" altLang="zh-CN" b="1" dirty="0"/>
              <a:t> control for the processor to do some “useful” work and then </a:t>
            </a:r>
            <a:r>
              <a:rPr lang="en-US" altLang="zh-CN" b="1" dirty="0">
                <a:solidFill>
                  <a:srgbClr val="FF0000"/>
                </a:solidFill>
              </a:rPr>
              <a:t>resumes</a:t>
            </a:r>
            <a:r>
              <a:rPr lang="en-US" altLang="zh-CN" b="1" dirty="0"/>
              <a:t> control </a:t>
            </a:r>
          </a:p>
          <a:p>
            <a:pPr lvl="1" indent="-514350">
              <a:buFont typeface="Wingdings" panose="05000000000000000000" pitchFamily="2" charset="2"/>
              <a:buChar char="q"/>
            </a:pPr>
            <a:endParaRPr lang="en-US" altLang="zh-CN" dirty="0"/>
          </a:p>
        </p:txBody>
      </p:sp>
      <p:sp>
        <p:nvSpPr>
          <p:cNvPr id="5" name="日期占位符 4">
            <a:extLst>
              <a:ext uri="{FF2B5EF4-FFF2-40B4-BE49-F238E27FC236}">
                <a16:creationId xmlns:a16="http://schemas.microsoft.com/office/drawing/2014/main" id="{73CE5931-0C81-4C05-AAE2-6259539EB32C}"/>
              </a:ext>
            </a:extLst>
          </p:cNvPr>
          <p:cNvSpPr>
            <a:spLocks noGrp="1"/>
          </p:cNvSpPr>
          <p:nvPr>
            <p:ph type="dt" sz="half" idx="10"/>
          </p:nvPr>
        </p:nvSpPr>
        <p:spPr/>
        <p:txBody>
          <a:bodyPr/>
          <a:lstStyle/>
          <a:p>
            <a:fld id="{02C69F44-3B72-4018-8E4B-BF3D73ABC99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4B40629F-8DDE-4C78-AE6C-422C6A0A2A41}"/>
              </a:ext>
            </a:extLst>
          </p:cNvPr>
          <p:cNvSpPr>
            <a:spLocks noGrp="1"/>
          </p:cNvSpPr>
          <p:nvPr>
            <p:ph type="sldNum" sz="quarter" idx="12"/>
          </p:nvPr>
        </p:nvSpPr>
        <p:spPr/>
        <p:txBody>
          <a:bodyPr/>
          <a:lstStyle/>
          <a:p>
            <a:fld id="{2093D444-7193-46AD-90E8-D84AE4B61CFF}" type="slidenum">
              <a:rPr lang="en-US" smtClean="0"/>
              <a:pPr/>
              <a:t>9</a:t>
            </a:fld>
            <a:r>
              <a:rPr lang="en-US"/>
              <a:t>/56</a:t>
            </a:r>
            <a:endParaRPr lang="en-US" dirty="0"/>
          </a:p>
        </p:txBody>
      </p:sp>
      <p:sp>
        <p:nvSpPr>
          <p:cNvPr id="11" name="TextBox 10">
            <a:extLst>
              <a:ext uri="{FF2B5EF4-FFF2-40B4-BE49-F238E27FC236}">
                <a16:creationId xmlns:a16="http://schemas.microsoft.com/office/drawing/2014/main" id="{E1F573E1-5E13-9F46-B7E1-DF06D41D0EFB}"/>
              </a:ext>
            </a:extLst>
          </p:cNvPr>
          <p:cNvSpPr txBox="1"/>
          <p:nvPr/>
        </p:nvSpPr>
        <p:spPr>
          <a:xfrm>
            <a:off x="2019782" y="5944128"/>
            <a:ext cx="4572000" cy="369332"/>
          </a:xfrm>
          <a:prstGeom prst="rect">
            <a:avLst/>
          </a:prstGeom>
          <a:noFill/>
        </p:spPr>
        <p:txBody>
          <a:bodyPr wrap="square">
            <a:spAutoFit/>
          </a:bodyPr>
          <a:lstStyle/>
          <a:p>
            <a:pPr algn="ctr"/>
            <a:r>
              <a:rPr lang="en-US" altLang="zh-CN" dirty="0"/>
              <a:t>OS as resource manager</a:t>
            </a:r>
            <a:endParaRPr lang="en-CN" dirty="0"/>
          </a:p>
        </p:txBody>
      </p:sp>
    </p:spTree>
    <p:extLst>
      <p:ext uri="{BB962C8B-B14F-4D97-AF65-F5344CB8AC3E}">
        <p14:creationId xmlns:p14="http://schemas.microsoft.com/office/powerpoint/2010/main" val="3319298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074D2B-B836-4254-AD51-3661B9A78A8A}"/>
              </a:ext>
            </a:extLst>
          </p:cNvPr>
          <p:cNvSpPr>
            <a:spLocks noGrp="1"/>
          </p:cNvSpPr>
          <p:nvPr>
            <p:ph type="title"/>
          </p:nvPr>
        </p:nvSpPr>
        <p:spPr/>
        <p:txBody>
          <a:bodyPr/>
          <a:lstStyle/>
          <a:p>
            <a:r>
              <a:rPr lang="en-US" altLang="zh-CN" dirty="0"/>
              <a:t>Different</a:t>
            </a:r>
            <a:r>
              <a:rPr lang="zh-CN" altLang="en-US" dirty="0"/>
              <a:t> </a:t>
            </a:r>
            <a:r>
              <a:rPr lang="en-US" altLang="zh-CN" dirty="0"/>
              <a:t>Views</a:t>
            </a:r>
            <a:r>
              <a:rPr lang="zh-CN" altLang="en-US" dirty="0"/>
              <a:t> </a:t>
            </a:r>
            <a:r>
              <a:rPr lang="en-US" altLang="zh-CN" dirty="0"/>
              <a:t>of</a:t>
            </a:r>
            <a:r>
              <a:rPr lang="zh-CN" altLang="en-US" dirty="0"/>
              <a:t> </a:t>
            </a:r>
            <a:r>
              <a:rPr lang="en-US" altLang="zh-CN" dirty="0"/>
              <a:t>OS</a:t>
            </a:r>
            <a:endParaRPr lang="en-US" dirty="0"/>
          </a:p>
        </p:txBody>
      </p:sp>
      <p:graphicFrame>
        <p:nvGraphicFramePr>
          <p:cNvPr id="6" name="内容占位符 5">
            <a:extLst>
              <a:ext uri="{FF2B5EF4-FFF2-40B4-BE49-F238E27FC236}">
                <a16:creationId xmlns:a16="http://schemas.microsoft.com/office/drawing/2014/main" id="{B8947D45-F3B3-4323-9331-B23E4F4ED1E3}"/>
              </a:ext>
            </a:extLst>
          </p:cNvPr>
          <p:cNvGraphicFramePr>
            <a:graphicFrameLocks noGrp="1"/>
          </p:cNvGraphicFramePr>
          <p:nvPr>
            <p:ph idx="1"/>
            <p:extLst>
              <p:ext uri="{D42A27DB-BD31-4B8C-83A1-F6EECF244321}">
                <p14:modId xmlns:p14="http://schemas.microsoft.com/office/powerpoint/2010/main" val="700458509"/>
              </p:ext>
            </p:extLst>
          </p:nvPr>
        </p:nvGraphicFramePr>
        <p:xfrm>
          <a:off x="628650" y="736600"/>
          <a:ext cx="7886700" cy="5367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a:extLst>
              <a:ext uri="{FF2B5EF4-FFF2-40B4-BE49-F238E27FC236}">
                <a16:creationId xmlns:a16="http://schemas.microsoft.com/office/drawing/2014/main" id="{4F159577-2DC4-48C4-9967-17CA746BB2BB}"/>
              </a:ext>
            </a:extLst>
          </p:cNvPr>
          <p:cNvSpPr>
            <a:spLocks noGrp="1"/>
          </p:cNvSpPr>
          <p:nvPr>
            <p:ph type="sldNum" sz="quarter" idx="12"/>
          </p:nvPr>
        </p:nvSpPr>
        <p:spPr/>
        <p:txBody>
          <a:bodyPr/>
          <a:lstStyle/>
          <a:p>
            <a:fld id="{2093D444-7193-46AD-90E8-D84AE4B61CFF}" type="slidenum">
              <a:rPr lang="en-US" smtClean="0"/>
              <a:pPr/>
              <a:t>10</a:t>
            </a:fld>
            <a:r>
              <a:rPr lang="en-US"/>
              <a:t>/56</a:t>
            </a:r>
            <a:endParaRPr lang="en-US" dirty="0"/>
          </a:p>
        </p:txBody>
      </p:sp>
      <p:sp>
        <p:nvSpPr>
          <p:cNvPr id="5" name="日期占位符 4">
            <a:extLst>
              <a:ext uri="{FF2B5EF4-FFF2-40B4-BE49-F238E27FC236}">
                <a16:creationId xmlns:a16="http://schemas.microsoft.com/office/drawing/2014/main" id="{336AA6C8-3D1B-4368-A1EA-AC66466C3B58}"/>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188472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Operating Systems (OS)</a:t>
            </a:r>
            <a:r>
              <a:rPr lang="en-US" altLang="zh-CN" dirty="0">
                <a:solidFill>
                  <a:schemeClr val="accent1">
                    <a:lumMod val="75000"/>
                  </a:schemeClr>
                </a:solidFill>
              </a:rPr>
              <a:t> Objectives </a:t>
            </a:r>
            <a:endParaRPr lang="zh-CN" altLang="en-US" dirty="0">
              <a:solidFill>
                <a:schemeClr val="accent1">
                  <a:lumMod val="75000"/>
                </a:schemeClr>
              </a:solidFill>
            </a:endParaRPr>
          </a:p>
        </p:txBody>
      </p:sp>
      <p:sp>
        <p:nvSpPr>
          <p:cNvPr id="3" name="内容占位符 2"/>
          <p:cNvSpPr>
            <a:spLocks noGrp="1"/>
          </p:cNvSpPr>
          <p:nvPr>
            <p:ph idx="1"/>
          </p:nvPr>
        </p:nvSpPr>
        <p:spPr>
          <a:xfrm>
            <a:off x="707359" y="793199"/>
            <a:ext cx="7886700" cy="2414717"/>
          </a:xfrm>
        </p:spPr>
        <p:txBody>
          <a:bodyPr>
            <a:normAutofit/>
          </a:bodyPr>
          <a:lstStyle/>
          <a:p>
            <a:r>
              <a:rPr lang="en-US" altLang="zh-CN" dirty="0"/>
              <a:t>What is the OS</a:t>
            </a:r>
            <a:r>
              <a:rPr lang="zh-CN" altLang="en-US" dirty="0"/>
              <a:t>？</a:t>
            </a:r>
            <a:endParaRPr lang="en-US" altLang="zh-CN" dirty="0"/>
          </a:p>
          <a:p>
            <a:pPr lvl="1"/>
            <a:r>
              <a:rPr lang="en-US" altLang="zh-CN" dirty="0"/>
              <a:t>A </a:t>
            </a:r>
            <a:r>
              <a:rPr lang="en-US" altLang="zh-CN" b="1" dirty="0">
                <a:solidFill>
                  <a:srgbClr val="FF0000"/>
                </a:solidFill>
              </a:rPr>
              <a:t>program</a:t>
            </a:r>
            <a:r>
              <a:rPr lang="zh-CN" altLang="en-US" b="1" dirty="0">
                <a:solidFill>
                  <a:srgbClr val="FF0000"/>
                </a:solidFill>
              </a:rPr>
              <a:t>（程序）</a:t>
            </a:r>
            <a:r>
              <a:rPr lang="en-US" altLang="zh-CN" dirty="0"/>
              <a:t> that controls the execution of application programs</a:t>
            </a:r>
          </a:p>
          <a:p>
            <a:pPr lvl="1"/>
            <a:r>
              <a:rPr lang="en-US" altLang="zh-CN" dirty="0"/>
              <a:t>The</a:t>
            </a:r>
            <a:r>
              <a:rPr lang="zh-CN" altLang="en-US" dirty="0"/>
              <a:t> </a:t>
            </a:r>
            <a:r>
              <a:rPr lang="en-US" altLang="zh-CN" b="1" dirty="0">
                <a:solidFill>
                  <a:srgbClr val="FF0000"/>
                </a:solidFill>
              </a:rPr>
              <a:t>interface</a:t>
            </a:r>
            <a:r>
              <a:rPr lang="zh-CN" altLang="en-US" b="1" dirty="0">
                <a:solidFill>
                  <a:srgbClr val="FF0000"/>
                </a:solidFill>
              </a:rPr>
              <a:t>（接口）</a:t>
            </a:r>
            <a:r>
              <a:rPr lang="en-US" altLang="zh-CN" dirty="0"/>
              <a:t> between applications and computer hardware</a:t>
            </a:r>
          </a:p>
          <a:p>
            <a:pPr lvl="1"/>
            <a:r>
              <a:rPr lang="en-US" altLang="zh-CN" dirty="0"/>
              <a:t>As the </a:t>
            </a:r>
            <a:r>
              <a:rPr lang="en-US" altLang="zh-CN" b="1" dirty="0">
                <a:solidFill>
                  <a:srgbClr val="FF0000"/>
                </a:solidFill>
              </a:rPr>
              <a:t>resource manager</a:t>
            </a:r>
            <a:r>
              <a:rPr lang="zh-CN" altLang="en-US" b="1" dirty="0">
                <a:solidFill>
                  <a:srgbClr val="FF0000"/>
                </a:solidFill>
              </a:rPr>
              <a:t>（资源管理器）</a:t>
            </a:r>
            <a:r>
              <a:rPr lang="en-US" altLang="zh-CN" dirty="0"/>
              <a:t> the usage of resource in computer</a:t>
            </a:r>
          </a:p>
          <a:p>
            <a:pPr marL="342900" lvl="1" indent="0">
              <a:buNone/>
            </a:pPr>
            <a:endParaRPr lang="en-US" altLang="zh-CN" dirty="0"/>
          </a:p>
          <a:p>
            <a:endParaRPr lang="zh-CN" altLang="en-US" dirty="0"/>
          </a:p>
        </p:txBody>
      </p:sp>
      <p:sp>
        <p:nvSpPr>
          <p:cNvPr id="5" name="日期占位符 4">
            <a:extLst>
              <a:ext uri="{FF2B5EF4-FFF2-40B4-BE49-F238E27FC236}">
                <a16:creationId xmlns:a16="http://schemas.microsoft.com/office/drawing/2014/main" id="{73CE5931-0C81-4C05-AAE2-6259539EB32C}"/>
              </a:ext>
            </a:extLst>
          </p:cNvPr>
          <p:cNvSpPr>
            <a:spLocks noGrp="1"/>
          </p:cNvSpPr>
          <p:nvPr>
            <p:ph type="dt" sz="half" idx="10"/>
          </p:nvPr>
        </p:nvSpPr>
        <p:spPr/>
        <p:txBody>
          <a:bodyPr/>
          <a:lstStyle/>
          <a:p>
            <a:fld id="{02C69F44-3B72-4018-8E4B-BF3D73ABC99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4B40629F-8DDE-4C78-AE6C-422C6A0A2A41}"/>
              </a:ext>
            </a:extLst>
          </p:cNvPr>
          <p:cNvSpPr>
            <a:spLocks noGrp="1"/>
          </p:cNvSpPr>
          <p:nvPr>
            <p:ph type="sldNum" sz="quarter" idx="12"/>
          </p:nvPr>
        </p:nvSpPr>
        <p:spPr/>
        <p:txBody>
          <a:bodyPr/>
          <a:lstStyle/>
          <a:p>
            <a:fld id="{2093D444-7193-46AD-90E8-D84AE4B61CFF}" type="slidenum">
              <a:rPr lang="en-US" smtClean="0"/>
              <a:pPr/>
              <a:t>11</a:t>
            </a:fld>
            <a:r>
              <a:rPr lang="en-US"/>
              <a:t>/56</a:t>
            </a:r>
            <a:endParaRPr lang="en-US" dirty="0"/>
          </a:p>
        </p:txBody>
      </p:sp>
      <p:grpSp>
        <p:nvGrpSpPr>
          <p:cNvPr id="7" name="组合 8">
            <a:extLst>
              <a:ext uri="{FF2B5EF4-FFF2-40B4-BE49-F238E27FC236}">
                <a16:creationId xmlns:a16="http://schemas.microsoft.com/office/drawing/2014/main" id="{0497C71A-BA89-8E4D-9455-AF649C33361D}"/>
              </a:ext>
            </a:extLst>
          </p:cNvPr>
          <p:cNvGrpSpPr/>
          <p:nvPr/>
        </p:nvGrpSpPr>
        <p:grpSpPr>
          <a:xfrm>
            <a:off x="1524709" y="3425728"/>
            <a:ext cx="6318391" cy="2579147"/>
            <a:chOff x="1536656" y="2701343"/>
            <a:chExt cx="6023242" cy="2308539"/>
          </a:xfrm>
        </p:grpSpPr>
        <p:sp>
          <p:nvSpPr>
            <p:cNvPr id="8" name="矩形 6">
              <a:extLst>
                <a:ext uri="{FF2B5EF4-FFF2-40B4-BE49-F238E27FC236}">
                  <a16:creationId xmlns:a16="http://schemas.microsoft.com/office/drawing/2014/main" id="{7024B4CB-2495-AE43-A9CD-0AC6913562C4}"/>
                </a:ext>
              </a:extLst>
            </p:cNvPr>
            <p:cNvSpPr/>
            <p:nvPr/>
          </p:nvSpPr>
          <p:spPr>
            <a:xfrm>
              <a:off x="1536656" y="2701343"/>
              <a:ext cx="6010364" cy="72765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Main objectives of an OS</a:t>
              </a:r>
            </a:p>
          </p:txBody>
        </p:sp>
        <p:sp>
          <p:nvSpPr>
            <p:cNvPr id="9" name="矩形 7">
              <a:extLst>
                <a:ext uri="{FF2B5EF4-FFF2-40B4-BE49-F238E27FC236}">
                  <a16:creationId xmlns:a16="http://schemas.microsoft.com/office/drawing/2014/main" id="{8CB83DB3-1096-6947-BD6B-E06CCEB1E6D9}"/>
                </a:ext>
              </a:extLst>
            </p:cNvPr>
            <p:cNvSpPr/>
            <p:nvPr/>
          </p:nvSpPr>
          <p:spPr>
            <a:xfrm>
              <a:off x="1549534" y="3435439"/>
              <a:ext cx="6010364" cy="15744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US" altLang="zh-CN" sz="2400" b="1" dirty="0">
                  <a:solidFill>
                    <a:schemeClr val="tx1"/>
                  </a:solidFill>
                </a:rPr>
                <a:t>Convenience</a:t>
              </a:r>
              <a:r>
                <a:rPr lang="zh-CN" altLang="en-US" sz="2400" dirty="0">
                  <a:solidFill>
                    <a:schemeClr val="tx1"/>
                  </a:solidFill>
                </a:rPr>
                <a:t> </a:t>
              </a:r>
              <a:endParaRPr lang="en-US" altLang="zh-CN" sz="2400" dirty="0">
                <a:solidFill>
                  <a:schemeClr val="tx1"/>
                </a:solidFill>
              </a:endParaRPr>
            </a:p>
            <a:p>
              <a:pPr marL="342900" indent="-342900">
                <a:buFont typeface="Wingdings" panose="05000000000000000000" pitchFamily="2" charset="2"/>
                <a:buChar char="q"/>
              </a:pPr>
              <a:r>
                <a:rPr lang="en-US" altLang="zh-CN" sz="2400" b="1" dirty="0">
                  <a:solidFill>
                    <a:schemeClr val="tx1"/>
                  </a:solidFill>
                </a:rPr>
                <a:t>Efficiency</a:t>
              </a:r>
            </a:p>
            <a:p>
              <a:pPr marL="342900" indent="-342900">
                <a:buFont typeface="Wingdings" panose="05000000000000000000" pitchFamily="2" charset="2"/>
                <a:buChar char="q"/>
              </a:pPr>
              <a:r>
                <a:rPr lang="en-US" altLang="zh-CN" sz="2400" dirty="0">
                  <a:solidFill>
                    <a:schemeClr val="tx1"/>
                  </a:solidFill>
                </a:rPr>
                <a:t>Ability to evolve</a:t>
              </a:r>
            </a:p>
            <a:p>
              <a:endParaRPr lang="zh-CN" altLang="en-US" dirty="0"/>
            </a:p>
          </p:txBody>
        </p:sp>
      </p:grpSp>
      <p:sp>
        <p:nvSpPr>
          <p:cNvPr id="4" name="Curved Right Arrow 3">
            <a:extLst>
              <a:ext uri="{FF2B5EF4-FFF2-40B4-BE49-F238E27FC236}">
                <a16:creationId xmlns:a16="http://schemas.microsoft.com/office/drawing/2014/main" id="{A00A364D-2AE0-EC46-9512-372003E3F57A}"/>
              </a:ext>
            </a:extLst>
          </p:cNvPr>
          <p:cNvSpPr/>
          <p:nvPr/>
        </p:nvSpPr>
        <p:spPr>
          <a:xfrm>
            <a:off x="358218" y="1998481"/>
            <a:ext cx="791851" cy="253581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0" name="Curved Right Arrow 9">
            <a:extLst>
              <a:ext uri="{FF2B5EF4-FFF2-40B4-BE49-F238E27FC236}">
                <a16:creationId xmlns:a16="http://schemas.microsoft.com/office/drawing/2014/main" id="{0FC89186-E33D-7041-A217-9F4DB7AF903C}"/>
              </a:ext>
            </a:extLst>
          </p:cNvPr>
          <p:cNvSpPr/>
          <p:nvPr/>
        </p:nvSpPr>
        <p:spPr>
          <a:xfrm>
            <a:off x="331509" y="2584514"/>
            <a:ext cx="791851" cy="253581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Tree>
    <p:extLst>
      <p:ext uri="{BB962C8B-B14F-4D97-AF65-F5344CB8AC3E}">
        <p14:creationId xmlns:p14="http://schemas.microsoft.com/office/powerpoint/2010/main" val="130598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Operating Systems (OS)</a:t>
            </a:r>
            <a:r>
              <a:rPr lang="en-US" altLang="zh-CN" dirty="0">
                <a:solidFill>
                  <a:schemeClr val="accent1">
                    <a:lumMod val="75000"/>
                  </a:schemeClr>
                </a:solidFill>
              </a:rPr>
              <a:t> Objectives </a:t>
            </a:r>
            <a:endParaRPr lang="zh-CN" altLang="en-US" dirty="0">
              <a:solidFill>
                <a:schemeClr val="accent1">
                  <a:lumMod val="75000"/>
                </a:schemeClr>
              </a:solidFill>
            </a:endParaRPr>
          </a:p>
        </p:txBody>
      </p:sp>
      <p:sp>
        <p:nvSpPr>
          <p:cNvPr id="3" name="内容占位符 2"/>
          <p:cNvSpPr>
            <a:spLocks noGrp="1"/>
          </p:cNvSpPr>
          <p:nvPr>
            <p:ph idx="1"/>
          </p:nvPr>
        </p:nvSpPr>
        <p:spPr>
          <a:xfrm>
            <a:off x="635089" y="826188"/>
            <a:ext cx="7886700" cy="4951476"/>
          </a:xfrm>
        </p:spPr>
        <p:txBody>
          <a:bodyPr/>
          <a:lstStyle/>
          <a:p>
            <a:pPr lvl="1" indent="-514350">
              <a:buFont typeface="Wingdings" panose="05000000000000000000" pitchFamily="2" charset="2"/>
              <a:buChar char="q"/>
            </a:pPr>
            <a:r>
              <a:rPr lang="en-US" sz="1800" b="1" kern="1200" dirty="0">
                <a:solidFill>
                  <a:srgbClr val="000000"/>
                </a:solidFill>
                <a:effectLst/>
                <a:latin typeface="Microsoft YaHei" panose="020B0503020204020204" pitchFamily="34" charset="-122"/>
                <a:ea typeface="Microsoft YaHei" panose="020B0503020204020204" pitchFamily="34" charset="-122"/>
                <a:cs typeface="Arial" panose="020B0604020202020204" pitchFamily="34" charset="0"/>
              </a:rPr>
              <a:t>A major OS will evolve over time for a number of reasons:</a:t>
            </a:r>
          </a:p>
          <a:p>
            <a:pPr lvl="1"/>
            <a:r>
              <a:rPr lang="en-US" altLang="zh-CN" dirty="0"/>
              <a:t>Hardware upgrades</a:t>
            </a:r>
          </a:p>
          <a:p>
            <a:pPr lvl="1"/>
            <a:r>
              <a:rPr lang="en-US" altLang="zh-CN" dirty="0"/>
              <a:t>New types of hardware</a:t>
            </a:r>
          </a:p>
          <a:p>
            <a:pPr lvl="1"/>
            <a:r>
              <a:rPr lang="en-US" altLang="zh-CN" dirty="0"/>
              <a:t>New services</a:t>
            </a:r>
          </a:p>
          <a:p>
            <a:pPr lvl="1"/>
            <a:r>
              <a:rPr lang="en-US" altLang="zh-CN" dirty="0"/>
              <a:t>Fixes</a:t>
            </a:r>
          </a:p>
          <a:p>
            <a:pPr lvl="1" indent="-514350">
              <a:buFont typeface="Wingdings" panose="05000000000000000000" pitchFamily="2" charset="2"/>
              <a:buChar char="q"/>
            </a:pPr>
            <a:endParaRPr lang="en-US" altLang="zh-CN" dirty="0"/>
          </a:p>
        </p:txBody>
      </p:sp>
      <p:grpSp>
        <p:nvGrpSpPr>
          <p:cNvPr id="9" name="组合 8"/>
          <p:cNvGrpSpPr/>
          <p:nvPr/>
        </p:nvGrpSpPr>
        <p:grpSpPr>
          <a:xfrm>
            <a:off x="1560379" y="2890438"/>
            <a:ext cx="6023242" cy="2308539"/>
            <a:chOff x="1536656" y="2701343"/>
            <a:chExt cx="6023242" cy="2308539"/>
          </a:xfrm>
        </p:grpSpPr>
        <p:sp>
          <p:nvSpPr>
            <p:cNvPr id="7" name="矩形 6"/>
            <p:cNvSpPr/>
            <p:nvPr/>
          </p:nvSpPr>
          <p:spPr>
            <a:xfrm>
              <a:off x="1536656" y="2701343"/>
              <a:ext cx="6010364" cy="72765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Main objectives of an OS</a:t>
              </a:r>
            </a:p>
          </p:txBody>
        </p:sp>
        <p:sp>
          <p:nvSpPr>
            <p:cNvPr id="8" name="矩形 7"/>
            <p:cNvSpPr/>
            <p:nvPr/>
          </p:nvSpPr>
          <p:spPr>
            <a:xfrm>
              <a:off x="1549534" y="3435439"/>
              <a:ext cx="6010364" cy="15744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US" altLang="zh-CN" sz="2400" dirty="0">
                  <a:solidFill>
                    <a:schemeClr val="tx1"/>
                  </a:solidFill>
                </a:rPr>
                <a:t>Convenience</a:t>
              </a:r>
            </a:p>
            <a:p>
              <a:pPr marL="342900" indent="-342900">
                <a:buFont typeface="Wingdings" panose="05000000000000000000" pitchFamily="2" charset="2"/>
                <a:buChar char="q"/>
              </a:pPr>
              <a:r>
                <a:rPr lang="en-US" altLang="zh-CN" sz="2400" dirty="0">
                  <a:solidFill>
                    <a:schemeClr val="tx1"/>
                  </a:solidFill>
                </a:rPr>
                <a:t>Efficiency</a:t>
              </a:r>
            </a:p>
            <a:p>
              <a:pPr marL="342900" indent="-342900">
                <a:buFont typeface="Wingdings" panose="05000000000000000000" pitchFamily="2" charset="2"/>
                <a:buChar char="ü"/>
              </a:pPr>
              <a:r>
                <a:rPr lang="en-US" altLang="zh-CN" sz="2400" b="1" dirty="0">
                  <a:solidFill>
                    <a:schemeClr val="tx1"/>
                  </a:solidFill>
                </a:rPr>
                <a:t>Ability to evolve(</a:t>
              </a:r>
              <a:r>
                <a:rPr lang="zh-CN" altLang="en-US" sz="2400" b="1" dirty="0">
                  <a:solidFill>
                    <a:schemeClr val="tx1"/>
                  </a:solidFill>
                </a:rPr>
                <a:t>易扩展性</a:t>
              </a:r>
              <a:r>
                <a:rPr lang="en-US" altLang="zh-CN" sz="2400" b="1" dirty="0">
                  <a:solidFill>
                    <a:schemeClr val="tx1"/>
                  </a:solidFill>
                </a:rPr>
                <a:t>)</a:t>
              </a:r>
            </a:p>
            <a:p>
              <a:endParaRPr lang="zh-CN" altLang="en-US" dirty="0"/>
            </a:p>
          </p:txBody>
        </p:sp>
      </p:grpSp>
      <p:sp>
        <p:nvSpPr>
          <p:cNvPr id="5" name="日期占位符 4">
            <a:extLst>
              <a:ext uri="{FF2B5EF4-FFF2-40B4-BE49-F238E27FC236}">
                <a16:creationId xmlns:a16="http://schemas.microsoft.com/office/drawing/2014/main" id="{73CE5931-0C81-4C05-AAE2-6259539EB32C}"/>
              </a:ext>
            </a:extLst>
          </p:cNvPr>
          <p:cNvSpPr>
            <a:spLocks noGrp="1"/>
          </p:cNvSpPr>
          <p:nvPr>
            <p:ph type="dt" sz="half" idx="10"/>
          </p:nvPr>
        </p:nvSpPr>
        <p:spPr/>
        <p:txBody>
          <a:bodyPr/>
          <a:lstStyle/>
          <a:p>
            <a:fld id="{02C69F44-3B72-4018-8E4B-BF3D73ABC99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4B40629F-8DDE-4C78-AE6C-422C6A0A2A41}"/>
              </a:ext>
            </a:extLst>
          </p:cNvPr>
          <p:cNvSpPr>
            <a:spLocks noGrp="1"/>
          </p:cNvSpPr>
          <p:nvPr>
            <p:ph type="sldNum" sz="quarter" idx="12"/>
          </p:nvPr>
        </p:nvSpPr>
        <p:spPr/>
        <p:txBody>
          <a:bodyPr/>
          <a:lstStyle/>
          <a:p>
            <a:fld id="{2093D444-7193-46AD-90E8-D84AE4B61CFF}" type="slidenum">
              <a:rPr lang="en-US" smtClean="0"/>
              <a:pPr/>
              <a:t>12</a:t>
            </a:fld>
            <a:r>
              <a:rPr lang="en-US"/>
              <a:t>/56</a:t>
            </a:r>
            <a:endParaRPr lang="en-US" dirty="0"/>
          </a:p>
        </p:txBody>
      </p:sp>
    </p:spTree>
    <p:extLst>
      <p:ext uri="{BB962C8B-B14F-4D97-AF65-F5344CB8AC3E}">
        <p14:creationId xmlns:p14="http://schemas.microsoft.com/office/powerpoint/2010/main" val="2149399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OS's To-Do List</a:t>
            </a:r>
            <a:endParaRPr lang="zh-CN" altLang="en-US" dirty="0"/>
          </a:p>
        </p:txBody>
      </p:sp>
      <p:sp>
        <p:nvSpPr>
          <p:cNvPr id="3" name="内容占位符 2"/>
          <p:cNvSpPr>
            <a:spLocks noGrp="1"/>
          </p:cNvSpPr>
          <p:nvPr>
            <p:ph idx="1"/>
          </p:nvPr>
        </p:nvSpPr>
        <p:spPr/>
        <p:txBody>
          <a:bodyPr/>
          <a:lstStyle/>
          <a:p>
            <a:r>
              <a:rPr lang="en-US" altLang="zh-CN" dirty="0"/>
              <a:t>Start and stop programs</a:t>
            </a:r>
          </a:p>
          <a:p>
            <a:r>
              <a:rPr lang="en-US" altLang="zh-CN" dirty="0"/>
              <a:t>Manage memory</a:t>
            </a:r>
          </a:p>
          <a:p>
            <a:r>
              <a:rPr lang="en-US" altLang="zh-CN" dirty="0"/>
              <a:t>Handle input/output</a:t>
            </a:r>
          </a:p>
          <a:p>
            <a:r>
              <a:rPr lang="en-US" altLang="zh-CN" dirty="0"/>
              <a:t>Overlap I/O with processing</a:t>
            </a:r>
          </a:p>
          <a:p>
            <a:r>
              <a:rPr lang="en-US" altLang="zh-CN" dirty="0"/>
              <a:t>Handle file systems</a:t>
            </a:r>
          </a:p>
          <a:p>
            <a:r>
              <a:rPr lang="en-US" altLang="zh-CN" dirty="0"/>
              <a:t>Multiple program running (concurrency)</a:t>
            </a:r>
          </a:p>
          <a:p>
            <a:r>
              <a:rPr lang="en-US" altLang="zh-CN" dirty="0"/>
              <a:t>Networking</a:t>
            </a:r>
          </a:p>
          <a:p>
            <a:r>
              <a:rPr lang="en-US" altLang="zh-CN" dirty="0"/>
              <a:t>Security</a:t>
            </a:r>
          </a:p>
          <a:p>
            <a:r>
              <a:rPr lang="en-US" altLang="zh-CN" dirty="0"/>
              <a:t>Error handling and recovery</a:t>
            </a:r>
          </a:p>
          <a:p>
            <a:r>
              <a:rPr lang="en-US" altLang="zh-CN" dirty="0"/>
              <a:t>Act as “computer manufacturer’s GUI”</a:t>
            </a:r>
          </a:p>
          <a:p>
            <a:r>
              <a:rPr lang="en-US" altLang="zh-CN" dirty="0"/>
              <a:t>……</a:t>
            </a:r>
          </a:p>
          <a:p>
            <a:endParaRPr lang="zh-CN" altLang="en-US" dirty="0"/>
          </a:p>
        </p:txBody>
      </p:sp>
      <p:sp>
        <p:nvSpPr>
          <p:cNvPr id="5" name="日期占位符 4">
            <a:extLst>
              <a:ext uri="{FF2B5EF4-FFF2-40B4-BE49-F238E27FC236}">
                <a16:creationId xmlns:a16="http://schemas.microsoft.com/office/drawing/2014/main" id="{1B85FBB2-5AB3-42BD-B185-D4E914833D92}"/>
              </a:ext>
            </a:extLst>
          </p:cNvPr>
          <p:cNvSpPr>
            <a:spLocks noGrp="1"/>
          </p:cNvSpPr>
          <p:nvPr>
            <p:ph type="dt" sz="half" idx="10"/>
          </p:nvPr>
        </p:nvSpPr>
        <p:spPr/>
        <p:txBody>
          <a:bodyPr/>
          <a:lstStyle/>
          <a:p>
            <a:fld id="{CCB7833D-887B-4568-A0B5-100BAF93346D}"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CA797B40-B1E1-46A8-98A3-4286ACCF65BD}"/>
              </a:ext>
            </a:extLst>
          </p:cNvPr>
          <p:cNvSpPr>
            <a:spLocks noGrp="1"/>
          </p:cNvSpPr>
          <p:nvPr>
            <p:ph type="sldNum" sz="quarter" idx="12"/>
          </p:nvPr>
        </p:nvSpPr>
        <p:spPr/>
        <p:txBody>
          <a:bodyPr/>
          <a:lstStyle/>
          <a:p>
            <a:fld id="{2093D444-7193-46AD-90E8-D84AE4B61CFF}" type="slidenum">
              <a:rPr lang="en-US" smtClean="0"/>
              <a:pPr/>
              <a:t>13</a:t>
            </a:fld>
            <a:r>
              <a:rPr lang="en-US"/>
              <a:t>/56</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 Evolution of Operating System </a:t>
            </a:r>
            <a:endParaRPr lang="zh-CN" altLang="en-US" dirty="0"/>
          </a:p>
        </p:txBody>
      </p:sp>
      <p:sp>
        <p:nvSpPr>
          <p:cNvPr id="3" name="内容占位符 2"/>
          <p:cNvSpPr>
            <a:spLocks noGrp="1"/>
          </p:cNvSpPr>
          <p:nvPr>
            <p:ph idx="1"/>
          </p:nvPr>
        </p:nvSpPr>
        <p:spPr/>
        <p:txBody>
          <a:bodyPr/>
          <a:lstStyle/>
          <a:p>
            <a:r>
              <a:rPr lang="en-US" altLang="zh-CN" dirty="0"/>
              <a:t>Serial Processing</a:t>
            </a:r>
          </a:p>
          <a:p>
            <a:r>
              <a:rPr lang="en-US" altLang="zh-CN" dirty="0"/>
              <a:t>Simple Batch Systems</a:t>
            </a:r>
          </a:p>
          <a:p>
            <a:r>
              <a:rPr lang="en-US" altLang="zh-CN" dirty="0"/>
              <a:t>Multi-programmed Batch Systems</a:t>
            </a:r>
          </a:p>
          <a:p>
            <a:r>
              <a:rPr lang="en-US" altLang="zh-CN" dirty="0"/>
              <a:t>Time Sharing Systems</a:t>
            </a:r>
          </a:p>
          <a:p>
            <a:r>
              <a:rPr lang="en-US" altLang="zh-CN" dirty="0"/>
              <a:t>Modern Operating Systems</a:t>
            </a:r>
          </a:p>
        </p:txBody>
      </p:sp>
      <p:sp>
        <p:nvSpPr>
          <p:cNvPr id="5" name="日期占位符 4">
            <a:extLst>
              <a:ext uri="{FF2B5EF4-FFF2-40B4-BE49-F238E27FC236}">
                <a16:creationId xmlns:a16="http://schemas.microsoft.com/office/drawing/2014/main" id="{91A5FE63-AAF6-47B2-85DE-6220F55CFB53}"/>
              </a:ext>
            </a:extLst>
          </p:cNvPr>
          <p:cNvSpPr>
            <a:spLocks noGrp="1"/>
          </p:cNvSpPr>
          <p:nvPr>
            <p:ph type="dt" sz="half" idx="10"/>
          </p:nvPr>
        </p:nvSpPr>
        <p:spPr/>
        <p:txBody>
          <a:bodyPr/>
          <a:lstStyle/>
          <a:p>
            <a:fld id="{819EBC5F-4C7C-4879-9455-66210F67A65A}"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6226281C-BEC3-4697-90F3-27B75E539F88}"/>
              </a:ext>
            </a:extLst>
          </p:cNvPr>
          <p:cNvSpPr>
            <a:spLocks noGrp="1"/>
          </p:cNvSpPr>
          <p:nvPr>
            <p:ph type="sldNum" sz="quarter" idx="12"/>
          </p:nvPr>
        </p:nvSpPr>
        <p:spPr/>
        <p:txBody>
          <a:bodyPr/>
          <a:lstStyle/>
          <a:p>
            <a:fld id="{2093D444-7193-46AD-90E8-D84AE4B61CFF}" type="slidenum">
              <a:rPr lang="en-US" smtClean="0"/>
              <a:pPr/>
              <a:t>14</a:t>
            </a:fld>
            <a:r>
              <a:rPr lang="en-US"/>
              <a:t>/56</a:t>
            </a:r>
            <a:endParaRPr lang="en-US" dirty="0"/>
          </a:p>
        </p:txBody>
      </p:sp>
      <p:graphicFrame>
        <p:nvGraphicFramePr>
          <p:cNvPr id="8" name="图示 7">
            <a:extLst>
              <a:ext uri="{FF2B5EF4-FFF2-40B4-BE49-F238E27FC236}">
                <a16:creationId xmlns:a16="http://schemas.microsoft.com/office/drawing/2014/main" id="{E5404097-90EB-4B50-A5C0-DD24B9A1F18C}"/>
              </a:ext>
            </a:extLst>
          </p:cNvPr>
          <p:cNvGraphicFramePr/>
          <p:nvPr>
            <p:extLst>
              <p:ext uri="{D42A27DB-BD31-4B8C-83A1-F6EECF244321}">
                <p14:modId xmlns:p14="http://schemas.microsoft.com/office/powerpoint/2010/main" val="3613941491"/>
              </p:ext>
            </p:extLst>
          </p:nvPr>
        </p:nvGraphicFramePr>
        <p:xfrm>
          <a:off x="850900" y="1930400"/>
          <a:ext cx="742061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2.1</a:t>
            </a:r>
            <a:r>
              <a:rPr lang="zh-CN" altLang="en-US" dirty="0"/>
              <a:t> </a:t>
            </a:r>
            <a:r>
              <a:rPr lang="en-US" altLang="zh-CN" dirty="0"/>
              <a:t>Serial Processing</a:t>
            </a:r>
            <a:r>
              <a:rPr lang="zh-CN" altLang="en-US" dirty="0"/>
              <a:t>（串行处理）</a:t>
            </a:r>
          </a:p>
        </p:txBody>
      </p:sp>
      <p:sp>
        <p:nvSpPr>
          <p:cNvPr id="3" name="内容占位符 2"/>
          <p:cNvSpPr>
            <a:spLocks noGrp="1"/>
          </p:cNvSpPr>
          <p:nvPr>
            <p:ph idx="1"/>
          </p:nvPr>
        </p:nvSpPr>
        <p:spPr>
          <a:xfrm>
            <a:off x="628649" y="737053"/>
            <a:ext cx="7998515" cy="2731703"/>
          </a:xfrm>
          <a:ln>
            <a:noFill/>
          </a:ln>
        </p:spPr>
        <p:txBody>
          <a:bodyPr>
            <a:normAutofit/>
          </a:bodyPr>
          <a:lstStyle/>
          <a:p>
            <a:r>
              <a:rPr lang="en-US" altLang="zh-CN" b="1" dirty="0">
                <a:solidFill>
                  <a:srgbClr val="FF0000"/>
                </a:solidFill>
              </a:rPr>
              <a:t>No operating system</a:t>
            </a:r>
          </a:p>
          <a:p>
            <a:r>
              <a:rPr lang="en-US" altLang="zh-CN" b="1" dirty="0"/>
              <a:t>Operating</a:t>
            </a:r>
            <a:r>
              <a:rPr lang="zh-CN" altLang="en-US" b="1" dirty="0"/>
              <a:t> </a:t>
            </a:r>
            <a:r>
              <a:rPr lang="en-US" altLang="zh-CN" b="1" dirty="0"/>
              <a:t>on</a:t>
            </a:r>
            <a:r>
              <a:rPr lang="zh-CN" altLang="en-US" b="1" dirty="0"/>
              <a:t> </a:t>
            </a:r>
            <a:r>
              <a:rPr lang="en-US" altLang="zh-CN" b="1" dirty="0"/>
              <a:t>hardware</a:t>
            </a:r>
            <a:r>
              <a:rPr lang="zh-CN" altLang="en-US" b="1" dirty="0"/>
              <a:t> </a:t>
            </a:r>
            <a:r>
              <a:rPr lang="en-US" altLang="zh-CN" b="1" dirty="0"/>
              <a:t>directly</a:t>
            </a:r>
          </a:p>
          <a:p>
            <a:r>
              <a:rPr lang="en-US" altLang="zh-CN" dirty="0"/>
              <a:t>Machines run from a console</a:t>
            </a:r>
            <a:r>
              <a:rPr lang="zh-CN" altLang="en-US" dirty="0"/>
              <a:t>（控制台）</a:t>
            </a:r>
            <a:r>
              <a:rPr lang="en-US" altLang="zh-CN" dirty="0"/>
              <a:t> with</a:t>
            </a:r>
          </a:p>
          <a:p>
            <a:pPr lvl="1"/>
            <a:r>
              <a:rPr lang="en-US" altLang="zh-CN" dirty="0"/>
              <a:t>display lights </a:t>
            </a:r>
            <a:r>
              <a:rPr lang="zh-CN" altLang="en-US" dirty="0"/>
              <a:t>、</a:t>
            </a:r>
            <a:endParaRPr lang="en-US" altLang="zh-CN" dirty="0"/>
          </a:p>
          <a:p>
            <a:pPr lvl="1"/>
            <a:r>
              <a:rPr lang="en-US" altLang="zh-CN" dirty="0"/>
              <a:t>toggle switches</a:t>
            </a:r>
            <a:r>
              <a:rPr lang="zh-CN" altLang="en-US" dirty="0"/>
              <a:t>、</a:t>
            </a:r>
            <a:endParaRPr lang="en-US" altLang="zh-CN" dirty="0"/>
          </a:p>
          <a:p>
            <a:pPr lvl="1"/>
            <a:r>
              <a:rPr lang="en-US" altLang="zh-CN" dirty="0"/>
              <a:t>input device</a:t>
            </a:r>
            <a:r>
              <a:rPr lang="zh-CN" altLang="en-US" dirty="0"/>
              <a:t>、</a:t>
            </a:r>
            <a:endParaRPr lang="en-US" altLang="zh-CN" dirty="0"/>
          </a:p>
          <a:p>
            <a:pPr lvl="1"/>
            <a:r>
              <a:rPr lang="en-US" altLang="zh-CN" dirty="0"/>
              <a:t>and printer.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5" name="日期占位符 4">
            <a:extLst>
              <a:ext uri="{FF2B5EF4-FFF2-40B4-BE49-F238E27FC236}">
                <a16:creationId xmlns:a16="http://schemas.microsoft.com/office/drawing/2014/main" id="{92895862-4DED-4553-89FE-B8D5F775F4B2}"/>
              </a:ext>
            </a:extLst>
          </p:cNvPr>
          <p:cNvSpPr>
            <a:spLocks noGrp="1"/>
          </p:cNvSpPr>
          <p:nvPr>
            <p:ph type="dt" sz="half" idx="10"/>
          </p:nvPr>
        </p:nvSpPr>
        <p:spPr/>
        <p:txBody>
          <a:bodyPr/>
          <a:lstStyle/>
          <a:p>
            <a:fld id="{DCFA1A6A-B4A4-4253-A271-8BCAEBB9622C}"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0FCD641F-4CAE-4833-A6A2-1C53A9FE516D}"/>
              </a:ext>
            </a:extLst>
          </p:cNvPr>
          <p:cNvSpPr>
            <a:spLocks noGrp="1"/>
          </p:cNvSpPr>
          <p:nvPr>
            <p:ph type="sldNum" sz="quarter" idx="12"/>
          </p:nvPr>
        </p:nvSpPr>
        <p:spPr/>
        <p:txBody>
          <a:bodyPr/>
          <a:lstStyle/>
          <a:p>
            <a:fld id="{2093D444-7193-46AD-90E8-D84AE4B61CFF}" type="slidenum">
              <a:rPr lang="en-US" smtClean="0"/>
              <a:pPr/>
              <a:t>15</a:t>
            </a:fld>
            <a:r>
              <a:rPr lang="en-US"/>
              <a:t>/56</a:t>
            </a:r>
            <a:endParaRPr lang="en-US" dirty="0"/>
          </a:p>
        </p:txBody>
      </p:sp>
      <p:sp>
        <p:nvSpPr>
          <p:cNvPr id="30" name="矩形: 圆角 29">
            <a:extLst>
              <a:ext uri="{FF2B5EF4-FFF2-40B4-BE49-F238E27FC236}">
                <a16:creationId xmlns:a16="http://schemas.microsoft.com/office/drawing/2014/main" id="{F5AD06F7-7CD6-4AB3-A963-5B5AC9138B27}"/>
              </a:ext>
            </a:extLst>
          </p:cNvPr>
          <p:cNvSpPr/>
          <p:nvPr/>
        </p:nvSpPr>
        <p:spPr>
          <a:xfrm>
            <a:off x="925499" y="3992069"/>
            <a:ext cx="2006177" cy="947679"/>
          </a:xfrm>
          <a:prstGeom prst="roundRect">
            <a:avLst/>
          </a:prstGeom>
          <a:solidFill>
            <a:schemeClr val="bg1">
              <a:lumMod val="8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t>
            </a:r>
            <a:r>
              <a:rPr lang="en-US" altLang="zh-CN" sz="2000" dirty="0">
                <a:solidFill>
                  <a:schemeClr val="tx1"/>
                </a:solidFill>
              </a:rPr>
              <a:t>rogram is loaded via input device</a:t>
            </a:r>
            <a:endParaRPr lang="en-US" sz="2000" dirty="0">
              <a:solidFill>
                <a:schemeClr val="tx1"/>
              </a:solidFill>
            </a:endParaRPr>
          </a:p>
        </p:txBody>
      </p:sp>
      <p:sp>
        <p:nvSpPr>
          <p:cNvPr id="31" name="流程图: 决策 30">
            <a:extLst>
              <a:ext uri="{FF2B5EF4-FFF2-40B4-BE49-F238E27FC236}">
                <a16:creationId xmlns:a16="http://schemas.microsoft.com/office/drawing/2014/main" id="{20220D52-5B28-4EF0-AD24-91AD0FFF84A6}"/>
              </a:ext>
            </a:extLst>
          </p:cNvPr>
          <p:cNvSpPr/>
          <p:nvPr/>
        </p:nvSpPr>
        <p:spPr>
          <a:xfrm>
            <a:off x="3269454" y="4065104"/>
            <a:ext cx="2298138" cy="797103"/>
          </a:xfrm>
          <a:prstGeom prst="flowChartDecision">
            <a:avLst/>
          </a:prstGeom>
          <a:solidFill>
            <a:schemeClr val="accent1">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Error?</a:t>
            </a:r>
            <a:endParaRPr lang="en-US" sz="2000" dirty="0">
              <a:solidFill>
                <a:schemeClr val="tx1"/>
              </a:solidFill>
            </a:endParaRPr>
          </a:p>
        </p:txBody>
      </p:sp>
      <p:sp>
        <p:nvSpPr>
          <p:cNvPr id="32" name="矩形: 圆角 31">
            <a:extLst>
              <a:ext uri="{FF2B5EF4-FFF2-40B4-BE49-F238E27FC236}">
                <a16:creationId xmlns:a16="http://schemas.microsoft.com/office/drawing/2014/main" id="{581C5441-5534-423C-A508-8BB16E09ACC4}"/>
              </a:ext>
            </a:extLst>
          </p:cNvPr>
          <p:cNvSpPr/>
          <p:nvPr/>
        </p:nvSpPr>
        <p:spPr>
          <a:xfrm>
            <a:off x="6199211" y="3953087"/>
            <a:ext cx="1950876" cy="1036357"/>
          </a:xfrm>
          <a:prstGeom prst="roundRect">
            <a:avLst/>
          </a:prstGeom>
          <a:solidFill>
            <a:schemeClr val="accent3">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Output appears on the Printer</a:t>
            </a:r>
            <a:endParaRPr lang="en-US" sz="2000" dirty="0">
              <a:solidFill>
                <a:schemeClr val="tx1"/>
              </a:solidFill>
            </a:endParaRPr>
          </a:p>
        </p:txBody>
      </p:sp>
      <p:sp>
        <p:nvSpPr>
          <p:cNvPr id="33" name="矩形: 圆角 32">
            <a:extLst>
              <a:ext uri="{FF2B5EF4-FFF2-40B4-BE49-F238E27FC236}">
                <a16:creationId xmlns:a16="http://schemas.microsoft.com/office/drawing/2014/main" id="{97441AD1-83BF-4B03-830E-3A91EC56EDCC}"/>
              </a:ext>
            </a:extLst>
          </p:cNvPr>
          <p:cNvSpPr/>
          <p:nvPr/>
        </p:nvSpPr>
        <p:spPr>
          <a:xfrm>
            <a:off x="3349488" y="5256521"/>
            <a:ext cx="2136912" cy="842233"/>
          </a:xfrm>
          <a:prstGeom prst="roundRect">
            <a:avLst/>
          </a:prstGeom>
          <a:solidFill>
            <a:schemeClr val="accent2">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Error is indicated by the Light</a:t>
            </a:r>
            <a:endParaRPr lang="en-US" sz="2000" dirty="0">
              <a:solidFill>
                <a:schemeClr val="tx1"/>
              </a:solidFill>
            </a:endParaRPr>
          </a:p>
        </p:txBody>
      </p:sp>
      <p:cxnSp>
        <p:nvCxnSpPr>
          <p:cNvPr id="34" name="直接箭头连接符 33">
            <a:extLst>
              <a:ext uri="{FF2B5EF4-FFF2-40B4-BE49-F238E27FC236}">
                <a16:creationId xmlns:a16="http://schemas.microsoft.com/office/drawing/2014/main" id="{2ABF0D19-2EA1-4357-94BC-B643CD27D13A}"/>
              </a:ext>
            </a:extLst>
          </p:cNvPr>
          <p:cNvCxnSpPr>
            <a:cxnSpLocks/>
            <a:stCxn id="30" idx="3"/>
            <a:endCxn id="31" idx="1"/>
          </p:cNvCxnSpPr>
          <p:nvPr/>
        </p:nvCxnSpPr>
        <p:spPr>
          <a:xfrm flipV="1">
            <a:off x="2931676" y="4463656"/>
            <a:ext cx="337778" cy="225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BE9924A-C698-4264-B1C7-69985D0F6418}"/>
              </a:ext>
            </a:extLst>
          </p:cNvPr>
          <p:cNvCxnSpPr>
            <a:cxnSpLocks/>
            <a:stCxn id="31" idx="3"/>
            <a:endCxn id="32" idx="1"/>
          </p:cNvCxnSpPr>
          <p:nvPr/>
        </p:nvCxnSpPr>
        <p:spPr>
          <a:xfrm>
            <a:off x="5567592" y="4463656"/>
            <a:ext cx="631619" cy="761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C53107CB-9107-4701-9DCF-54EFD3CA9CCA}"/>
              </a:ext>
            </a:extLst>
          </p:cNvPr>
          <p:cNvCxnSpPr>
            <a:cxnSpLocks/>
            <a:stCxn id="31" idx="2"/>
            <a:endCxn id="33" idx="0"/>
          </p:cNvCxnSpPr>
          <p:nvPr/>
        </p:nvCxnSpPr>
        <p:spPr>
          <a:xfrm flipH="1">
            <a:off x="4417944" y="4862207"/>
            <a:ext cx="579" cy="3943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2727D0E-7B37-4A7B-9B0D-A5A6B7878458}"/>
              </a:ext>
            </a:extLst>
          </p:cNvPr>
          <p:cNvSpPr txBox="1"/>
          <p:nvPr/>
        </p:nvSpPr>
        <p:spPr>
          <a:xfrm>
            <a:off x="5743248" y="4067205"/>
            <a:ext cx="315118" cy="305909"/>
          </a:xfrm>
          <a:prstGeom prst="rect">
            <a:avLst/>
          </a:prstGeom>
          <a:noFill/>
          <a:ln>
            <a:noFill/>
          </a:ln>
        </p:spPr>
        <p:txBody>
          <a:bodyPr wrap="none" rtlCol="0">
            <a:spAutoFit/>
          </a:bodyPr>
          <a:lstStyle/>
          <a:p>
            <a:r>
              <a:rPr lang="en-US" dirty="0"/>
              <a:t>N</a:t>
            </a:r>
          </a:p>
        </p:txBody>
      </p:sp>
      <p:sp>
        <p:nvSpPr>
          <p:cNvPr id="38" name="文本框 37">
            <a:extLst>
              <a:ext uri="{FF2B5EF4-FFF2-40B4-BE49-F238E27FC236}">
                <a16:creationId xmlns:a16="http://schemas.microsoft.com/office/drawing/2014/main" id="{AA70EA36-F54D-4121-BB28-51FE5DA6D890}"/>
              </a:ext>
            </a:extLst>
          </p:cNvPr>
          <p:cNvSpPr txBox="1"/>
          <p:nvPr/>
        </p:nvSpPr>
        <p:spPr>
          <a:xfrm>
            <a:off x="4501521" y="4851766"/>
            <a:ext cx="280306" cy="305909"/>
          </a:xfrm>
          <a:prstGeom prst="rect">
            <a:avLst/>
          </a:prstGeom>
          <a:noFill/>
          <a:ln>
            <a:noFill/>
          </a:ln>
        </p:spPr>
        <p:txBody>
          <a:bodyPr wrap="none" rtlCol="0">
            <a:spAutoFit/>
          </a:bodyPr>
          <a:lstStyle/>
          <a:p>
            <a:r>
              <a:rPr lang="en-US" dirty="0"/>
              <a: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par>
                                <p:cTn id="8" presetID="9"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dissolve">
                                      <p:cBhvr>
                                        <p:cTn id="10" dur="500"/>
                                        <p:tgtEl>
                                          <p:spTgt spid="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dissolv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dissolve">
                                      <p:cBhvr>
                                        <p:cTn id="18" dur="500"/>
                                        <p:tgtEl>
                                          <p:spTgt spid="33"/>
                                        </p:tgtEl>
                                      </p:cBhvr>
                                    </p:animEffect>
                                  </p:childTnLst>
                                </p:cTn>
                              </p:par>
                              <p:par>
                                <p:cTn id="19" presetID="9"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dissolve">
                                      <p:cBhvr>
                                        <p:cTn id="21" dur="500"/>
                                        <p:tgtEl>
                                          <p:spTgt spid="36"/>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dissolve">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dissolve">
                                      <p:cBhvr>
                                        <p:cTn id="29" dur="500"/>
                                        <p:tgtEl>
                                          <p:spTgt spid="32"/>
                                        </p:tgtEl>
                                      </p:cBhvr>
                                    </p:animEffect>
                                  </p:childTnLst>
                                </p:cTn>
                              </p:par>
                              <p:par>
                                <p:cTn id="30" presetID="9"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ssolve">
                                      <p:cBhvr>
                                        <p:cTn id="32" dur="500"/>
                                        <p:tgtEl>
                                          <p:spTgt spid="3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dissolve">
                                      <p:cBhvr>
                                        <p:cTn id="3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7" grpId="0"/>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2.1</a:t>
            </a:r>
            <a:r>
              <a:rPr lang="zh-CN" altLang="en-US" dirty="0"/>
              <a:t> </a:t>
            </a:r>
            <a:r>
              <a:rPr lang="en-US" altLang="zh-CN" dirty="0"/>
              <a:t>Serial Processing</a:t>
            </a:r>
            <a:r>
              <a:rPr lang="zh-CN" altLang="en-US" dirty="0"/>
              <a:t>（串行处理）</a:t>
            </a:r>
          </a:p>
        </p:txBody>
      </p:sp>
      <p:sp>
        <p:nvSpPr>
          <p:cNvPr id="5" name="日期占位符 4">
            <a:extLst>
              <a:ext uri="{FF2B5EF4-FFF2-40B4-BE49-F238E27FC236}">
                <a16:creationId xmlns:a16="http://schemas.microsoft.com/office/drawing/2014/main" id="{92895862-4DED-4553-89FE-B8D5F775F4B2}"/>
              </a:ext>
            </a:extLst>
          </p:cNvPr>
          <p:cNvSpPr>
            <a:spLocks noGrp="1"/>
          </p:cNvSpPr>
          <p:nvPr>
            <p:ph type="dt" sz="half" idx="10"/>
          </p:nvPr>
        </p:nvSpPr>
        <p:spPr/>
        <p:txBody>
          <a:bodyPr/>
          <a:lstStyle/>
          <a:p>
            <a:fld id="{DCFA1A6A-B4A4-4253-A271-8BCAEBB9622C}"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0FCD641F-4CAE-4833-A6A2-1C53A9FE516D}"/>
              </a:ext>
            </a:extLst>
          </p:cNvPr>
          <p:cNvSpPr>
            <a:spLocks noGrp="1"/>
          </p:cNvSpPr>
          <p:nvPr>
            <p:ph type="sldNum" sz="quarter" idx="12"/>
          </p:nvPr>
        </p:nvSpPr>
        <p:spPr/>
        <p:txBody>
          <a:bodyPr/>
          <a:lstStyle/>
          <a:p>
            <a:fld id="{2093D444-7193-46AD-90E8-D84AE4B61CFF}" type="slidenum">
              <a:rPr lang="en-US" smtClean="0"/>
              <a:pPr/>
              <a:t>16</a:t>
            </a:fld>
            <a:r>
              <a:rPr lang="en-US"/>
              <a:t>/56</a:t>
            </a:r>
            <a:endParaRPr lang="en-US" dirty="0"/>
          </a:p>
        </p:txBody>
      </p:sp>
      <p:sp>
        <p:nvSpPr>
          <p:cNvPr id="7" name="Content Placeholder 6">
            <a:extLst>
              <a:ext uri="{FF2B5EF4-FFF2-40B4-BE49-F238E27FC236}">
                <a16:creationId xmlns:a16="http://schemas.microsoft.com/office/drawing/2014/main" id="{6EA21420-407D-4A41-838C-5DCB26C97C6B}"/>
              </a:ext>
            </a:extLst>
          </p:cNvPr>
          <p:cNvSpPr>
            <a:spLocks noGrp="1"/>
          </p:cNvSpPr>
          <p:nvPr>
            <p:ph idx="1"/>
          </p:nvPr>
        </p:nvSpPr>
        <p:spPr>
          <a:xfrm>
            <a:off x="628650" y="737054"/>
            <a:ext cx="7886700" cy="4888494"/>
          </a:xfrm>
        </p:spPr>
        <p:txBody>
          <a:bodyPr>
            <a:normAutofit/>
          </a:bodyPr>
          <a:lstStyle/>
          <a:p>
            <a:pPr marL="171450" marR="0" lvl="0" indent="-171450" algn="just" defTabSz="685800" rtl="0" eaLnBrk="1" fontAlgn="auto" latinLnBrk="0" hangingPunct="1">
              <a:lnSpc>
                <a:spcPct val="100000"/>
              </a:lnSpc>
              <a:spcBef>
                <a:spcPts val="750"/>
              </a:spcBef>
              <a:spcAft>
                <a:spcPts val="0"/>
              </a:spcAft>
              <a:buClrTx/>
              <a:buSzTx/>
              <a:buFont typeface="Wingdings" panose="05000000000000000000" pitchFamily="2" charset="2"/>
              <a:buChar char="q"/>
              <a:tabLst/>
              <a:defRPr/>
            </a:pPr>
            <a:r>
              <a:rPr kumimoji="0" lang="en-US" altLang="zh-CN"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Two main problems</a:t>
            </a:r>
          </a:p>
          <a:p>
            <a:pPr marL="514350" marR="0" lvl="1" indent="-171450" algn="just" defTabSz="685800" rtl="0" eaLnBrk="1" fontAlgn="auto" latinLnBrk="0" hangingPunct="1">
              <a:lnSpc>
                <a:spcPct val="100000"/>
              </a:lnSpc>
              <a:spcBef>
                <a:spcPts val="375"/>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No</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lang="en-US" altLang="zh-CN" b="1" dirty="0">
                <a:solidFill>
                  <a:prstClr val="black"/>
                </a:solidFill>
              </a:rPr>
              <a:t>s</a:t>
            </a:r>
            <a:r>
              <a:rPr kumimoji="0" lang="en-US" altLang="zh-CN" sz="2000" b="1"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chedule</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waste processing time</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due</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to</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lang="en-US" altLang="zh-CN" dirty="0">
                <a:solidFill>
                  <a:prstClr val="black"/>
                </a:solidFill>
              </a:rPr>
              <a:t>the</a:t>
            </a:r>
            <a:r>
              <a:rPr lang="zh-CN" altLang="en-US" dirty="0">
                <a:solidFill>
                  <a:prstClr val="black"/>
                </a:solidFill>
              </a:rPr>
              <a:t> </a:t>
            </a:r>
            <a:r>
              <a:rPr lang="en-US" altLang="zh-CN" dirty="0">
                <a:solidFill>
                  <a:prstClr val="black"/>
                </a:solidFill>
              </a:rPr>
              <a:t>hard</a:t>
            </a:r>
            <a:r>
              <a:rPr lang="zh-CN" altLang="en-US" dirty="0">
                <a:solidFill>
                  <a:prstClr val="black"/>
                </a:solidFill>
              </a:rPr>
              <a:t> </a:t>
            </a:r>
            <a:r>
              <a:rPr lang="en-US" altLang="zh-CN" dirty="0">
                <a:solidFill>
                  <a:prstClr val="black"/>
                </a:solidFill>
              </a:rPr>
              <a:t>copy</a:t>
            </a:r>
            <a:r>
              <a:rPr lang="zh-CN" altLang="en-US" dirty="0">
                <a:solidFill>
                  <a:prstClr val="black"/>
                </a:solidFill>
              </a:rPr>
              <a:t> </a:t>
            </a:r>
            <a:r>
              <a:rPr lang="en-US" altLang="zh-CN" dirty="0">
                <a:solidFill>
                  <a:prstClr val="black"/>
                </a:solidFill>
              </a:rPr>
              <a:t>of</a:t>
            </a:r>
            <a:r>
              <a:rPr lang="zh-CN" altLang="en-US" dirty="0">
                <a:solidFill>
                  <a:prstClr val="black"/>
                </a:solidFill>
              </a:rPr>
              <a:t> </a:t>
            </a:r>
            <a:r>
              <a:rPr lang="en-US" altLang="zh-CN" dirty="0">
                <a:solidFill>
                  <a:prstClr val="black"/>
                </a:solidFill>
              </a:rPr>
              <a:t>register</a:t>
            </a:r>
            <a:r>
              <a:rPr lang="zh-CN" altLang="en-US" dirty="0">
                <a:solidFill>
                  <a:prstClr val="black"/>
                </a:solidFill>
              </a:rPr>
              <a:t> </a:t>
            </a:r>
            <a:r>
              <a:rPr lang="en-US" altLang="zh-CN" dirty="0">
                <a:solidFill>
                  <a:prstClr val="black"/>
                </a:solidFill>
              </a:rPr>
              <a:t>form</a:t>
            </a:r>
            <a:r>
              <a:rPr lang="zh-CN" altLang="en-US" dirty="0">
                <a:solidFill>
                  <a:prstClr val="black"/>
                </a:solidFill>
              </a:rPr>
              <a:t> </a:t>
            </a:r>
            <a:r>
              <a:rPr lang="en-US" altLang="zh-CN" dirty="0">
                <a:solidFill>
                  <a:prstClr val="black"/>
                </a:solidFill>
              </a:rPr>
              <a:t>for</a:t>
            </a:r>
            <a:r>
              <a:rPr lang="zh-CN" altLang="en-US" dirty="0">
                <a:solidFill>
                  <a:prstClr val="black"/>
                </a:solidFill>
              </a:rPr>
              <a:t> </a:t>
            </a:r>
            <a:r>
              <a:rPr lang="en-US" altLang="zh-CN" dirty="0">
                <a:solidFill>
                  <a:prstClr val="black"/>
                </a:solidFill>
              </a:rPr>
              <a:t>machine</a:t>
            </a:r>
            <a:r>
              <a:rPr lang="zh-CN" altLang="en-US" dirty="0">
                <a:solidFill>
                  <a:prstClr val="black"/>
                </a:solidFill>
              </a:rPr>
              <a:t> </a:t>
            </a:r>
            <a:r>
              <a:rPr lang="en-US" altLang="zh-CN" dirty="0">
                <a:solidFill>
                  <a:prstClr val="black"/>
                </a:solidFill>
              </a:rPr>
              <a:t>time</a:t>
            </a:r>
          </a:p>
          <a:p>
            <a:pPr lvl="2">
              <a:buFont typeface="Arial" panose="020B0604020202020204" pitchFamily="34" charset="0"/>
              <a:buChar char="•"/>
              <a:defRPr/>
            </a:pPr>
            <a:r>
              <a:rPr lang="en-US" altLang="zh-CN" dirty="0">
                <a:solidFill>
                  <a:prstClr val="black"/>
                </a:solidFill>
              </a:rPr>
              <a:t>c</a:t>
            </a:r>
            <a:r>
              <a:rPr lang="en-CN" altLang="zh-CN" dirty="0">
                <a:solidFill>
                  <a:prstClr val="black"/>
                </a:solidFill>
              </a:rPr>
              <a:t>ompleted</a:t>
            </a:r>
            <a:r>
              <a:rPr lang="zh-CN" altLang="en-US" dirty="0">
                <a:solidFill>
                  <a:prstClr val="black"/>
                </a:solidFill>
              </a:rPr>
              <a:t> </a:t>
            </a:r>
            <a:r>
              <a:rPr lang="en-US" altLang="zh-CN" dirty="0">
                <a:solidFill>
                  <a:prstClr val="black"/>
                </a:solidFill>
              </a:rPr>
              <a:t>ahead</a:t>
            </a:r>
            <a:r>
              <a:rPr lang="zh-CN" altLang="en-US" dirty="0">
                <a:solidFill>
                  <a:prstClr val="black"/>
                </a:solidFill>
              </a:rPr>
              <a:t> </a:t>
            </a:r>
            <a:r>
              <a:rPr lang="en-US" altLang="zh-CN" dirty="0">
                <a:solidFill>
                  <a:prstClr val="black"/>
                </a:solidFill>
              </a:rPr>
              <a:t>of</a:t>
            </a:r>
            <a:r>
              <a:rPr lang="zh-CN" altLang="en-US" dirty="0">
                <a:solidFill>
                  <a:prstClr val="black"/>
                </a:solidFill>
              </a:rPr>
              <a:t> </a:t>
            </a:r>
            <a:r>
              <a:rPr lang="en-US" altLang="zh-CN" dirty="0">
                <a:solidFill>
                  <a:prstClr val="black"/>
                </a:solidFill>
              </a:rPr>
              <a:t>schedule</a:t>
            </a:r>
          </a:p>
          <a:p>
            <a:pPr lvl="2">
              <a:buFont typeface="Arial" panose="020B0604020202020204" pitchFamily="34" charset="0"/>
              <a:buChar char="•"/>
              <a:defRPr/>
            </a:pP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not</a:t>
            </a:r>
            <a:r>
              <a:rPr lang="en-US" altLang="zh-CN" dirty="0">
                <a:solidFill>
                  <a:prstClr val="black"/>
                </a:solidFill>
              </a:rPr>
              <a:t> c</a:t>
            </a:r>
            <a:r>
              <a:rPr lang="en-CN" altLang="zh-CN" dirty="0">
                <a:solidFill>
                  <a:prstClr val="black"/>
                </a:solidFill>
              </a:rPr>
              <a:t>ompleted</a:t>
            </a:r>
            <a:r>
              <a:rPr lang="zh-CN" altLang="en-US" dirty="0">
                <a:solidFill>
                  <a:prstClr val="black"/>
                </a:solidFill>
              </a:rPr>
              <a:t> </a:t>
            </a:r>
            <a:r>
              <a:rPr lang="en-US" altLang="zh-CN" dirty="0">
                <a:solidFill>
                  <a:prstClr val="black"/>
                </a:solidFill>
              </a:rPr>
              <a:t>within</a:t>
            </a:r>
            <a:r>
              <a:rPr lang="zh-CN" altLang="en-US" dirty="0">
                <a:solidFill>
                  <a:prstClr val="black"/>
                </a:solidFill>
              </a:rPr>
              <a:t> </a:t>
            </a:r>
            <a:r>
              <a:rPr lang="en-US" altLang="zh-CN" dirty="0">
                <a:solidFill>
                  <a:prstClr val="black"/>
                </a:solidFill>
              </a:rPr>
              <a:t>the schedule</a:t>
            </a:r>
          </a:p>
          <a:p>
            <a:pPr marL="685800" lvl="2" indent="0">
              <a:buNone/>
              <a:defRPr/>
            </a:pPr>
            <a:endPar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514350" marR="0" lvl="1" indent="-171450" algn="just" defTabSz="685800" rtl="0" eaLnBrk="1" fontAlgn="auto" latinLnBrk="0" hangingPunct="1">
              <a:lnSpc>
                <a:spcPct val="100000"/>
              </a:lnSpc>
              <a:spcBef>
                <a:spcPts val="375"/>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Long</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lang="en-US" altLang="zh-CN" b="1" dirty="0">
                <a:solidFill>
                  <a:prstClr val="black"/>
                </a:solidFill>
              </a:rPr>
              <a:t>s</a:t>
            </a:r>
            <a:r>
              <a:rPr kumimoji="0" lang="en-US" altLang="zh-CN" sz="2000" b="1"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etup</a:t>
            </a:r>
            <a:r>
              <a:rPr kumimoji="0" lang="en-US" altLang="zh-CN"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time</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 setup included loading the compiler, source program, saving compiled program, and loading and linking</a:t>
            </a:r>
          </a:p>
          <a:p>
            <a:pPr lvl="2">
              <a:buFont typeface="Arial" panose="020B0604020202020204" pitchFamily="34" charset="0"/>
              <a:buChar char="•"/>
              <a:defRPr/>
            </a:pPr>
            <a:r>
              <a:rPr lang="en-US" altLang="zh-CN" dirty="0">
                <a:solidFill>
                  <a:prstClr val="black"/>
                </a:solidFill>
              </a:rPr>
              <a:t>Install</a:t>
            </a:r>
            <a:r>
              <a:rPr lang="zh-CN" altLang="en-US" dirty="0">
                <a:solidFill>
                  <a:prstClr val="black"/>
                </a:solidFill>
              </a:rPr>
              <a:t> </a:t>
            </a:r>
            <a:r>
              <a:rPr lang="en-US" altLang="zh-CN" dirty="0">
                <a:solidFill>
                  <a:prstClr val="black"/>
                </a:solidFill>
              </a:rPr>
              <a:t>or</a:t>
            </a:r>
            <a:r>
              <a:rPr lang="zh-CN" altLang="en-US" dirty="0">
                <a:solidFill>
                  <a:prstClr val="black"/>
                </a:solidFill>
              </a:rPr>
              <a:t> </a:t>
            </a:r>
            <a:r>
              <a:rPr lang="en-US" altLang="zh-CN" dirty="0">
                <a:solidFill>
                  <a:prstClr val="black"/>
                </a:solidFill>
              </a:rPr>
              <a:t>detach</a:t>
            </a:r>
            <a:r>
              <a:rPr lang="zh-CN" altLang="en-US" dirty="0">
                <a:solidFill>
                  <a:prstClr val="black"/>
                </a:solidFill>
              </a:rPr>
              <a:t> </a:t>
            </a:r>
            <a:r>
              <a:rPr lang="en-US" altLang="zh-CN" dirty="0">
                <a:solidFill>
                  <a:prstClr val="black"/>
                </a:solidFill>
              </a:rPr>
              <a:t>disk</a:t>
            </a:r>
          </a:p>
          <a:p>
            <a:pPr lvl="2">
              <a:buFont typeface="Arial" panose="020B0604020202020204" pitchFamily="34" charset="0"/>
              <a:buChar char="•"/>
              <a:defRPr/>
            </a:pPr>
            <a:r>
              <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a:t>
            </a:r>
          </a:p>
          <a:p>
            <a:endParaRPr lang="en-CN" dirty="0"/>
          </a:p>
        </p:txBody>
      </p:sp>
    </p:spTree>
    <p:extLst>
      <p:ext uri="{BB962C8B-B14F-4D97-AF65-F5344CB8AC3E}">
        <p14:creationId xmlns:p14="http://schemas.microsoft.com/office/powerpoint/2010/main" val="3434796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2.2Simple Batch Systems</a:t>
            </a:r>
            <a:r>
              <a:rPr lang="zh-CN" altLang="en-US" dirty="0"/>
              <a:t>（批处理）</a:t>
            </a:r>
          </a:p>
        </p:txBody>
      </p:sp>
      <p:sp>
        <p:nvSpPr>
          <p:cNvPr id="3" name="内容占位符 2"/>
          <p:cNvSpPr>
            <a:spLocks noGrp="1"/>
          </p:cNvSpPr>
          <p:nvPr>
            <p:ph idx="1"/>
          </p:nvPr>
        </p:nvSpPr>
        <p:spPr/>
        <p:txBody>
          <a:bodyPr/>
          <a:lstStyle/>
          <a:p>
            <a:pPr algn="just"/>
            <a:r>
              <a:rPr lang="en-US" altLang="zh-CN" dirty="0" err="1"/>
              <a:t>Os</a:t>
            </a:r>
            <a:r>
              <a:rPr lang="zh-CN" altLang="en-US" dirty="0"/>
              <a:t> </a:t>
            </a:r>
            <a:r>
              <a:rPr lang="en-US" altLang="zh-CN" dirty="0"/>
              <a:t>as</a:t>
            </a:r>
            <a:r>
              <a:rPr lang="zh-CN" altLang="en-US" dirty="0"/>
              <a:t> </a:t>
            </a:r>
            <a:r>
              <a:rPr lang="en-US" altLang="zh-CN" dirty="0"/>
              <a:t>monitor</a:t>
            </a:r>
            <a:r>
              <a:rPr lang="zh-CN" altLang="en-US" dirty="0"/>
              <a:t>（监控程序）</a:t>
            </a:r>
            <a:r>
              <a:rPr lang="en-US" altLang="zh-CN" dirty="0"/>
              <a:t>: a</a:t>
            </a:r>
            <a:r>
              <a:rPr lang="zh-CN" altLang="en-US" dirty="0"/>
              <a:t> </a:t>
            </a:r>
            <a:r>
              <a:rPr lang="en-US" altLang="zh-CN" dirty="0"/>
              <a:t>software that </a:t>
            </a:r>
            <a:r>
              <a:rPr lang="en-US" dirty="0"/>
              <a:t>controls the </a:t>
            </a:r>
            <a:r>
              <a:rPr lang="en-US" altLang="zh-CN" dirty="0"/>
              <a:t>execution</a:t>
            </a:r>
            <a:r>
              <a:rPr lang="en-US" dirty="0"/>
              <a:t> of </a:t>
            </a:r>
            <a:r>
              <a:rPr lang="en-US" altLang="zh-CN" dirty="0"/>
              <a:t>user</a:t>
            </a:r>
            <a:r>
              <a:rPr lang="zh-CN" altLang="en-US" dirty="0"/>
              <a:t> </a:t>
            </a:r>
            <a:r>
              <a:rPr lang="en-US" altLang="zh-CN" dirty="0"/>
              <a:t>programs</a:t>
            </a:r>
          </a:p>
          <a:p>
            <a:pPr algn="just"/>
            <a:endParaRPr lang="en-US" altLang="zh-CN" dirty="0"/>
          </a:p>
          <a:p>
            <a:r>
              <a:rPr lang="en-US" altLang="zh-CN" dirty="0"/>
              <a:t>An</a:t>
            </a:r>
            <a:r>
              <a:rPr lang="zh-CN" altLang="en-US" dirty="0"/>
              <a:t> </a:t>
            </a:r>
            <a:r>
              <a:rPr lang="en-US" altLang="zh-CN" dirty="0"/>
              <a:t>operator</a:t>
            </a:r>
            <a:r>
              <a:rPr lang="zh-CN" altLang="en-US" dirty="0"/>
              <a:t> </a:t>
            </a:r>
            <a:r>
              <a:rPr lang="en-US" altLang="zh-CN" dirty="0"/>
              <a:t>organizes</a:t>
            </a:r>
            <a:r>
              <a:rPr lang="zh-CN" altLang="en-US" dirty="0"/>
              <a:t> </a:t>
            </a:r>
            <a:r>
              <a:rPr lang="en-US" altLang="zh-CN" dirty="0">
                <a:solidFill>
                  <a:srgbClr val="FF0000"/>
                </a:solidFill>
              </a:rPr>
              <a:t>user</a:t>
            </a:r>
            <a:r>
              <a:rPr lang="zh-CN" altLang="en-US" dirty="0">
                <a:solidFill>
                  <a:srgbClr val="FF0000"/>
                </a:solidFill>
              </a:rPr>
              <a:t> </a:t>
            </a:r>
            <a:r>
              <a:rPr lang="en-US" altLang="zh-CN" dirty="0">
                <a:solidFill>
                  <a:srgbClr val="FF0000"/>
                </a:solidFill>
              </a:rPr>
              <a:t>programs</a:t>
            </a:r>
            <a:r>
              <a:rPr lang="zh-CN" altLang="en-US" dirty="0">
                <a:solidFill>
                  <a:srgbClr val="FF0000"/>
                </a:solidFill>
              </a:rPr>
              <a:t> </a:t>
            </a:r>
            <a:r>
              <a:rPr lang="en-US" altLang="zh-CN" dirty="0">
                <a:solidFill>
                  <a:srgbClr val="FF0000"/>
                </a:solidFill>
              </a:rPr>
              <a:t>as</a:t>
            </a:r>
            <a:r>
              <a:rPr lang="zh-CN" altLang="en-US" dirty="0">
                <a:solidFill>
                  <a:srgbClr val="FF0000"/>
                </a:solidFill>
              </a:rPr>
              <a:t> </a:t>
            </a:r>
            <a:r>
              <a:rPr lang="en-US" altLang="zh-CN" dirty="0">
                <a:solidFill>
                  <a:srgbClr val="FF0000"/>
                </a:solidFill>
              </a:rPr>
              <a:t>batch</a:t>
            </a:r>
            <a:r>
              <a:rPr lang="zh-CN" altLang="en-US" dirty="0">
                <a:solidFill>
                  <a:srgbClr val="FF0000"/>
                </a:solidFill>
              </a:rPr>
              <a:t> </a:t>
            </a:r>
            <a:r>
              <a:rPr lang="en-US" altLang="zh-CN" dirty="0"/>
              <a:t>on</a:t>
            </a:r>
            <a:r>
              <a:rPr lang="zh-CN" altLang="en-US" dirty="0"/>
              <a:t> </a:t>
            </a:r>
            <a:r>
              <a:rPr lang="en-US" altLang="zh-CN" dirty="0"/>
              <a:t>the</a:t>
            </a:r>
            <a:r>
              <a:rPr lang="zh-CN" altLang="en-US" dirty="0"/>
              <a:t> </a:t>
            </a:r>
            <a:r>
              <a:rPr lang="en-US" altLang="zh-CN" dirty="0"/>
              <a:t>input</a:t>
            </a:r>
            <a:r>
              <a:rPr lang="zh-CN" altLang="en-US" dirty="0"/>
              <a:t> </a:t>
            </a:r>
            <a:r>
              <a:rPr lang="en-US" altLang="zh-CN" dirty="0"/>
              <a:t>device</a:t>
            </a:r>
          </a:p>
          <a:p>
            <a:pPr algn="just"/>
            <a:endParaRPr lang="en-US" altLang="zh-CN" dirty="0"/>
          </a:p>
          <a:p>
            <a:pPr algn="just"/>
            <a:r>
              <a:rPr lang="en-US" altLang="zh-CN" b="1" dirty="0">
                <a:solidFill>
                  <a:srgbClr val="FF0000"/>
                </a:solidFill>
              </a:rPr>
              <a:t>Resident monitor</a:t>
            </a:r>
            <a:r>
              <a:rPr lang="zh-CN" altLang="en-US" b="1" dirty="0">
                <a:solidFill>
                  <a:srgbClr val="FF0000"/>
                </a:solidFill>
              </a:rPr>
              <a:t>：</a:t>
            </a:r>
            <a:r>
              <a:rPr lang="en-US" altLang="zh-CN" b="1" dirty="0"/>
              <a:t>the</a:t>
            </a:r>
            <a:r>
              <a:rPr lang="zh-CN" altLang="en-US" b="1" dirty="0"/>
              <a:t> </a:t>
            </a:r>
            <a:r>
              <a:rPr lang="en-US" altLang="zh-CN" b="1" dirty="0"/>
              <a:t>portion</a:t>
            </a:r>
            <a:r>
              <a:rPr lang="zh-CN" altLang="en-US" b="1" dirty="0"/>
              <a:t> </a:t>
            </a:r>
            <a:r>
              <a:rPr lang="en-US" altLang="zh-CN" b="1" dirty="0"/>
              <a:t>of</a:t>
            </a:r>
            <a:r>
              <a:rPr lang="zh-CN" altLang="en-US" b="1" dirty="0"/>
              <a:t> </a:t>
            </a:r>
            <a:r>
              <a:rPr lang="en-US" altLang="zh-CN" b="1" dirty="0"/>
              <a:t>monitor</a:t>
            </a:r>
            <a:r>
              <a:rPr lang="zh-CN" altLang="en-US" b="1" dirty="0"/>
              <a:t> </a:t>
            </a:r>
            <a:r>
              <a:rPr lang="en-US" altLang="zh-CN" dirty="0"/>
              <a:t>that</a:t>
            </a:r>
            <a:r>
              <a:rPr lang="zh-CN" altLang="en-US" dirty="0"/>
              <a:t> </a:t>
            </a:r>
            <a:r>
              <a:rPr lang="en-US" altLang="zh-CN" dirty="0"/>
              <a:t>always</a:t>
            </a:r>
            <a:r>
              <a:rPr lang="zh-CN" altLang="en-US" dirty="0"/>
              <a:t> </a:t>
            </a:r>
            <a:r>
              <a:rPr lang="en-US" altLang="zh-CN" dirty="0"/>
              <a:t>be</a:t>
            </a:r>
            <a:r>
              <a:rPr lang="zh-CN" altLang="en-US" dirty="0"/>
              <a:t> </a:t>
            </a:r>
            <a:r>
              <a:rPr lang="en-US" altLang="zh-CN" dirty="0"/>
              <a:t>in</a:t>
            </a:r>
            <a:r>
              <a:rPr lang="zh-CN" altLang="en-US" dirty="0"/>
              <a:t> </a:t>
            </a:r>
            <a:r>
              <a:rPr lang="en-US" altLang="zh-CN" dirty="0"/>
              <a:t>the</a:t>
            </a:r>
            <a:r>
              <a:rPr lang="zh-CN" altLang="en-US" dirty="0"/>
              <a:t> </a:t>
            </a:r>
            <a:r>
              <a:rPr lang="en-US" altLang="zh-CN" dirty="0"/>
              <a:t>memory</a:t>
            </a:r>
          </a:p>
          <a:p>
            <a:pPr lvl="1"/>
            <a:r>
              <a:rPr lang="en-US" altLang="zh-CN" b="1" dirty="0"/>
              <a:t>Utilities and common functions</a:t>
            </a:r>
            <a:endParaRPr lang="zh-CN" altLang="en-US" dirty="0"/>
          </a:p>
        </p:txBody>
      </p:sp>
      <p:sp>
        <p:nvSpPr>
          <p:cNvPr id="6" name="日期占位符 5">
            <a:extLst>
              <a:ext uri="{FF2B5EF4-FFF2-40B4-BE49-F238E27FC236}">
                <a16:creationId xmlns:a16="http://schemas.microsoft.com/office/drawing/2014/main" id="{D8B26D35-9CBE-4752-9D83-2C312B31AC3F}"/>
              </a:ext>
            </a:extLst>
          </p:cNvPr>
          <p:cNvSpPr>
            <a:spLocks noGrp="1"/>
          </p:cNvSpPr>
          <p:nvPr>
            <p:ph type="dt" sz="half" idx="10"/>
          </p:nvPr>
        </p:nvSpPr>
        <p:spPr/>
        <p:txBody>
          <a:bodyPr/>
          <a:lstStyle/>
          <a:p>
            <a:fld id="{2970A07B-43D4-4E99-BFEC-46FE2D3CB9F7}"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2597BFD0-603B-4562-957F-D8167F992FB9}"/>
              </a:ext>
            </a:extLst>
          </p:cNvPr>
          <p:cNvSpPr>
            <a:spLocks noGrp="1"/>
          </p:cNvSpPr>
          <p:nvPr>
            <p:ph type="sldNum" sz="quarter" idx="12"/>
          </p:nvPr>
        </p:nvSpPr>
        <p:spPr/>
        <p:txBody>
          <a:bodyPr/>
          <a:lstStyle/>
          <a:p>
            <a:fld id="{2093D444-7193-46AD-90E8-D84AE4B61CFF}" type="slidenum">
              <a:rPr lang="en-US" smtClean="0"/>
              <a:pPr/>
              <a:t>17</a:t>
            </a:fld>
            <a:r>
              <a:rPr lang="en-US"/>
              <a:t>/56</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BAD2EAF-7853-4735-8E6C-54D7F4B206FB}"/>
              </a:ext>
            </a:extLst>
          </p:cNvPr>
          <p:cNvSpPr>
            <a:spLocks noGrp="1"/>
          </p:cNvSpPr>
          <p:nvPr>
            <p:ph type="dt" sz="half" idx="10"/>
          </p:nvPr>
        </p:nvSpPr>
        <p:spPr/>
        <p:txBody>
          <a:bodyPr/>
          <a:lstStyle/>
          <a:p>
            <a:fld id="{A3ED18E7-AF16-403D-9175-2BEDA2EA9B61}" type="datetime1">
              <a:rPr lang="zh-CN" altLang="en-US" smtClean="0"/>
              <a:t>2026/3/4</a:t>
            </a:fld>
            <a:endParaRPr lang="zh-CN" altLang="en-US"/>
          </a:p>
        </p:txBody>
      </p:sp>
      <p:sp>
        <p:nvSpPr>
          <p:cNvPr id="4" name="灯片编号占位符 3">
            <a:extLst>
              <a:ext uri="{FF2B5EF4-FFF2-40B4-BE49-F238E27FC236}">
                <a16:creationId xmlns:a16="http://schemas.microsoft.com/office/drawing/2014/main" id="{233D982D-8C6B-46B9-A0FA-9C54E04CFAE8}"/>
              </a:ext>
            </a:extLst>
          </p:cNvPr>
          <p:cNvSpPr>
            <a:spLocks noGrp="1"/>
          </p:cNvSpPr>
          <p:nvPr>
            <p:ph type="sldNum" sz="quarter" idx="12"/>
          </p:nvPr>
        </p:nvSpPr>
        <p:spPr/>
        <p:txBody>
          <a:bodyPr/>
          <a:lstStyle/>
          <a:p>
            <a:fld id="{7C1195D6-D476-4847-9419-038ABCB65AC4}" type="slidenum">
              <a:rPr lang="zh-CN" altLang="en-US" smtClean="0"/>
              <a:t>18</a:t>
            </a:fld>
            <a:endParaRPr lang="zh-CN" altLang="en-US"/>
          </a:p>
        </p:txBody>
      </p:sp>
      <p:pic>
        <p:nvPicPr>
          <p:cNvPr id="5" name="图片 4">
            <a:extLst>
              <a:ext uri="{FF2B5EF4-FFF2-40B4-BE49-F238E27FC236}">
                <a16:creationId xmlns:a16="http://schemas.microsoft.com/office/drawing/2014/main" id="{E472BC7F-5E38-4C06-8384-29815CA828DE}"/>
              </a:ext>
            </a:extLst>
          </p:cNvPr>
          <p:cNvPicPr>
            <a:picLocks noChangeAspect="1"/>
          </p:cNvPicPr>
          <p:nvPr/>
        </p:nvPicPr>
        <p:blipFill>
          <a:blip r:embed="rId2"/>
          <a:stretch>
            <a:fillRect/>
          </a:stretch>
        </p:blipFill>
        <p:spPr>
          <a:xfrm>
            <a:off x="1886819" y="720746"/>
            <a:ext cx="3771900" cy="5114028"/>
          </a:xfrm>
          <a:prstGeom prst="rect">
            <a:avLst/>
          </a:prstGeom>
        </p:spPr>
      </p:pic>
      <p:sp>
        <p:nvSpPr>
          <p:cNvPr id="7" name="文本框 6">
            <a:extLst>
              <a:ext uri="{FF2B5EF4-FFF2-40B4-BE49-F238E27FC236}">
                <a16:creationId xmlns:a16="http://schemas.microsoft.com/office/drawing/2014/main" id="{4BE869C6-1074-4AD0-BC5B-80650B9D8E45}"/>
              </a:ext>
            </a:extLst>
          </p:cNvPr>
          <p:cNvSpPr txBox="1"/>
          <p:nvPr/>
        </p:nvSpPr>
        <p:spPr>
          <a:xfrm>
            <a:off x="2295939" y="5851057"/>
            <a:ext cx="4572000" cy="369332"/>
          </a:xfrm>
          <a:prstGeom prst="rect">
            <a:avLst/>
          </a:prstGeom>
          <a:noFill/>
        </p:spPr>
        <p:txBody>
          <a:bodyPr wrap="square">
            <a:spAutoFit/>
          </a:bodyPr>
          <a:lstStyle/>
          <a:p>
            <a:r>
              <a:rPr lang="en-US" sz="1800" b="1" dirty="0">
                <a:solidFill>
                  <a:srgbClr val="231F20"/>
                </a:solidFill>
                <a:effectLst/>
                <a:latin typeface="TimesTenLTStd-Bold"/>
              </a:rPr>
              <a:t>Memory Layout for a Resident Monitor</a:t>
            </a:r>
            <a:endParaRPr lang="en-US" dirty="0"/>
          </a:p>
        </p:txBody>
      </p:sp>
      <p:sp>
        <p:nvSpPr>
          <p:cNvPr id="8" name="标题 1">
            <a:extLst>
              <a:ext uri="{FF2B5EF4-FFF2-40B4-BE49-F238E27FC236}">
                <a16:creationId xmlns:a16="http://schemas.microsoft.com/office/drawing/2014/main" id="{65318451-0C36-4008-9176-F9B6034A6F6D}"/>
              </a:ext>
            </a:extLst>
          </p:cNvPr>
          <p:cNvSpPr txBox="1">
            <a:spLocks/>
          </p:cNvSpPr>
          <p:nvPr/>
        </p:nvSpPr>
        <p:spPr>
          <a:xfrm>
            <a:off x="441235" y="185755"/>
            <a:ext cx="7886700" cy="431978"/>
          </a:xfrm>
          <a:prstGeom prst="rect">
            <a:avLst/>
          </a:prstGeom>
        </p:spPr>
        <p:txBody>
          <a:bodyPr vert="horz" lIns="91440" tIns="45720" rIns="91440" bIns="45720" rtlCol="0" anchor="ctr">
            <a:normAutofit fontScale="90000" lnSpcReduction="10000"/>
          </a:bodyPr>
          <a:lstStyle>
            <a:lvl1pPr algn="l" defTabSz="685800" rtl="0" eaLnBrk="1" latinLnBrk="0" hangingPunct="1">
              <a:lnSpc>
                <a:spcPct val="90000"/>
              </a:lnSpc>
              <a:spcBef>
                <a:spcPct val="0"/>
              </a:spcBef>
              <a:buNone/>
              <a:defRPr sz="2800" b="1" kern="1200">
                <a:solidFill>
                  <a:srgbClr val="5F82AD"/>
                </a:solidFill>
                <a:latin typeface="Microsoft YaHei" panose="020B0503020204020204" pitchFamily="34" charset="-122"/>
                <a:ea typeface="Microsoft YaHei" panose="020B0503020204020204" pitchFamily="34" charset="-122"/>
                <a:cs typeface="Arial" panose="020B0604020202020204" pitchFamily="34" charset="0"/>
              </a:defRPr>
            </a:lvl1pPr>
          </a:lstStyle>
          <a:p>
            <a:r>
              <a:rPr lang="en-US" altLang="zh-CN" dirty="0">
                <a:solidFill>
                  <a:schemeClr val="accent1">
                    <a:lumMod val="75000"/>
                  </a:schemeClr>
                </a:solidFill>
              </a:rPr>
              <a:t>Simple Batch Systems</a:t>
            </a:r>
            <a:r>
              <a:rPr lang="zh-CN" altLang="en-US" dirty="0">
                <a:solidFill>
                  <a:schemeClr val="accent1">
                    <a:lumMod val="75000"/>
                  </a:schemeClr>
                </a:solidFill>
              </a:rPr>
              <a:t>（批处理）</a:t>
            </a:r>
          </a:p>
        </p:txBody>
      </p:sp>
    </p:spTree>
    <p:extLst>
      <p:ext uri="{BB962C8B-B14F-4D97-AF65-F5344CB8AC3E}">
        <p14:creationId xmlns:p14="http://schemas.microsoft.com/office/powerpoint/2010/main" val="1261756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Simple Batch Systems</a:t>
            </a:r>
            <a:r>
              <a:rPr lang="zh-CN" altLang="en-US" dirty="0"/>
              <a:t>（批处理）</a:t>
            </a:r>
          </a:p>
        </p:txBody>
      </p:sp>
      <p:sp>
        <p:nvSpPr>
          <p:cNvPr id="6" name="日期占位符 5">
            <a:extLst>
              <a:ext uri="{FF2B5EF4-FFF2-40B4-BE49-F238E27FC236}">
                <a16:creationId xmlns:a16="http://schemas.microsoft.com/office/drawing/2014/main" id="{D8B26D35-9CBE-4752-9D83-2C312B31AC3F}"/>
              </a:ext>
            </a:extLst>
          </p:cNvPr>
          <p:cNvSpPr>
            <a:spLocks noGrp="1"/>
          </p:cNvSpPr>
          <p:nvPr>
            <p:ph type="dt" sz="half" idx="10"/>
          </p:nvPr>
        </p:nvSpPr>
        <p:spPr/>
        <p:txBody>
          <a:bodyPr/>
          <a:lstStyle/>
          <a:p>
            <a:fld id="{2970A07B-43D4-4E99-BFEC-46FE2D3CB9F7}"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2597BFD0-603B-4562-957F-D8167F992FB9}"/>
              </a:ext>
            </a:extLst>
          </p:cNvPr>
          <p:cNvSpPr>
            <a:spLocks noGrp="1"/>
          </p:cNvSpPr>
          <p:nvPr>
            <p:ph type="sldNum" sz="quarter" idx="12"/>
          </p:nvPr>
        </p:nvSpPr>
        <p:spPr/>
        <p:txBody>
          <a:bodyPr/>
          <a:lstStyle/>
          <a:p>
            <a:fld id="{2093D444-7193-46AD-90E8-D84AE4B61CFF}" type="slidenum">
              <a:rPr lang="en-US" smtClean="0"/>
              <a:pPr/>
              <a:t>19</a:t>
            </a:fld>
            <a:r>
              <a:rPr lang="en-US"/>
              <a:t>/56</a:t>
            </a:r>
            <a:endParaRPr lang="en-US" dirty="0"/>
          </a:p>
        </p:txBody>
      </p:sp>
      <p:sp>
        <p:nvSpPr>
          <p:cNvPr id="57" name="矩形: 圆角 56">
            <a:extLst>
              <a:ext uri="{FF2B5EF4-FFF2-40B4-BE49-F238E27FC236}">
                <a16:creationId xmlns:a16="http://schemas.microsoft.com/office/drawing/2014/main" id="{35A2E434-5942-48EE-8D68-AF2BB4889675}"/>
              </a:ext>
            </a:extLst>
          </p:cNvPr>
          <p:cNvSpPr/>
          <p:nvPr/>
        </p:nvSpPr>
        <p:spPr>
          <a:xfrm>
            <a:off x="1078444" y="2669051"/>
            <a:ext cx="4638041" cy="95225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矩形: 圆角 57">
            <a:extLst>
              <a:ext uri="{FF2B5EF4-FFF2-40B4-BE49-F238E27FC236}">
                <a16:creationId xmlns:a16="http://schemas.microsoft.com/office/drawing/2014/main" id="{F30C3B61-D72E-44C3-9831-1D00DBED48B2}"/>
              </a:ext>
            </a:extLst>
          </p:cNvPr>
          <p:cNvSpPr/>
          <p:nvPr/>
        </p:nvSpPr>
        <p:spPr>
          <a:xfrm>
            <a:off x="1308675" y="2774280"/>
            <a:ext cx="1973943" cy="638628"/>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Read in jobs from the input device </a:t>
            </a:r>
            <a:endParaRPr lang="en-US" dirty="0">
              <a:solidFill>
                <a:schemeClr val="tx1"/>
              </a:solidFill>
            </a:endParaRPr>
          </a:p>
        </p:txBody>
      </p:sp>
      <p:sp>
        <p:nvSpPr>
          <p:cNvPr id="59" name="矩形: 圆角 58">
            <a:extLst>
              <a:ext uri="{FF2B5EF4-FFF2-40B4-BE49-F238E27FC236}">
                <a16:creationId xmlns:a16="http://schemas.microsoft.com/office/drawing/2014/main" id="{908E9E41-5B65-4751-8B9B-2C5B63C9CA23}"/>
              </a:ext>
            </a:extLst>
          </p:cNvPr>
          <p:cNvSpPr/>
          <p:nvPr/>
        </p:nvSpPr>
        <p:spPr>
          <a:xfrm>
            <a:off x="3601933" y="2752509"/>
            <a:ext cx="1973943" cy="638628"/>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Place jobs in the user program area</a:t>
            </a:r>
          </a:p>
        </p:txBody>
      </p:sp>
      <p:sp>
        <p:nvSpPr>
          <p:cNvPr id="60" name="矩形: 圆角 59">
            <a:extLst>
              <a:ext uri="{FF2B5EF4-FFF2-40B4-BE49-F238E27FC236}">
                <a16:creationId xmlns:a16="http://schemas.microsoft.com/office/drawing/2014/main" id="{CA3FE1FC-5D27-4121-A737-5C0143C12486}"/>
              </a:ext>
            </a:extLst>
          </p:cNvPr>
          <p:cNvSpPr/>
          <p:nvPr/>
        </p:nvSpPr>
        <p:spPr>
          <a:xfrm>
            <a:off x="4990769" y="3743109"/>
            <a:ext cx="1973943" cy="638628"/>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Control is passed to this Job</a:t>
            </a:r>
          </a:p>
        </p:txBody>
      </p:sp>
      <p:sp>
        <p:nvSpPr>
          <p:cNvPr id="61" name="矩形: 圆角 60">
            <a:extLst>
              <a:ext uri="{FF2B5EF4-FFF2-40B4-BE49-F238E27FC236}">
                <a16:creationId xmlns:a16="http://schemas.microsoft.com/office/drawing/2014/main" id="{EB6C16A7-BF2C-4290-A99D-8AD2C14A1D55}"/>
              </a:ext>
            </a:extLst>
          </p:cNvPr>
          <p:cNvSpPr/>
          <p:nvPr/>
        </p:nvSpPr>
        <p:spPr>
          <a:xfrm>
            <a:off x="7143419" y="3753994"/>
            <a:ext cx="1257300" cy="616857"/>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Job is complete</a:t>
            </a:r>
          </a:p>
        </p:txBody>
      </p:sp>
      <p:sp>
        <p:nvSpPr>
          <p:cNvPr id="62" name="文本框 61">
            <a:extLst>
              <a:ext uri="{FF2B5EF4-FFF2-40B4-BE49-F238E27FC236}">
                <a16:creationId xmlns:a16="http://schemas.microsoft.com/office/drawing/2014/main" id="{9C296D87-B6EC-42F2-843C-20F5E82D8388}"/>
              </a:ext>
            </a:extLst>
          </p:cNvPr>
          <p:cNvSpPr txBox="1"/>
          <p:nvPr/>
        </p:nvSpPr>
        <p:spPr>
          <a:xfrm>
            <a:off x="2997472" y="3310671"/>
            <a:ext cx="972702" cy="369332"/>
          </a:xfrm>
          <a:prstGeom prst="rect">
            <a:avLst/>
          </a:prstGeom>
          <a:noFill/>
        </p:spPr>
        <p:txBody>
          <a:bodyPr wrap="none" rtlCol="0">
            <a:spAutoFit/>
          </a:bodyPr>
          <a:lstStyle/>
          <a:p>
            <a:r>
              <a:rPr lang="en-US" b="1" dirty="0"/>
              <a:t>M</a:t>
            </a:r>
            <a:r>
              <a:rPr lang="en-US" altLang="zh-CN" b="1" dirty="0"/>
              <a:t>onitor</a:t>
            </a:r>
            <a:endParaRPr lang="en-US" b="1" dirty="0"/>
          </a:p>
        </p:txBody>
      </p:sp>
      <p:cxnSp>
        <p:nvCxnSpPr>
          <p:cNvPr id="63" name="连接符: 肘形 62">
            <a:extLst>
              <a:ext uri="{FF2B5EF4-FFF2-40B4-BE49-F238E27FC236}">
                <a16:creationId xmlns:a16="http://schemas.microsoft.com/office/drawing/2014/main" id="{42EF2B6F-2200-4E24-803D-4B3AE1200994}"/>
              </a:ext>
            </a:extLst>
          </p:cNvPr>
          <p:cNvCxnSpPr>
            <a:stCxn id="61" idx="3"/>
            <a:endCxn id="57" idx="1"/>
          </p:cNvCxnSpPr>
          <p:nvPr/>
        </p:nvCxnSpPr>
        <p:spPr>
          <a:xfrm flipH="1" flipV="1">
            <a:off x="1078444" y="3145179"/>
            <a:ext cx="7322275" cy="917244"/>
          </a:xfrm>
          <a:prstGeom prst="bentConnector5">
            <a:avLst>
              <a:gd name="adj1" fmla="val -3122"/>
              <a:gd name="adj2" fmla="val -48718"/>
              <a:gd name="adj3" fmla="val 10312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3DBBC0DA-55F4-4631-96E3-717FE278FB64}"/>
              </a:ext>
            </a:extLst>
          </p:cNvPr>
          <p:cNvCxnSpPr>
            <a:stCxn id="58" idx="3"/>
          </p:cNvCxnSpPr>
          <p:nvPr/>
        </p:nvCxnSpPr>
        <p:spPr>
          <a:xfrm>
            <a:off x="3282618" y="3093594"/>
            <a:ext cx="31931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AF476208-448E-4A57-8100-2C27CEAD64D4}"/>
              </a:ext>
            </a:extLst>
          </p:cNvPr>
          <p:cNvCxnSpPr>
            <a:cxnSpLocks/>
            <a:stCxn id="60" idx="3"/>
            <a:endCxn id="61" idx="1"/>
          </p:cNvCxnSpPr>
          <p:nvPr/>
        </p:nvCxnSpPr>
        <p:spPr>
          <a:xfrm>
            <a:off x="6964712" y="4062423"/>
            <a:ext cx="17870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235ACC55-DD1F-4B38-81F0-9B32B90EF2FD}"/>
              </a:ext>
            </a:extLst>
          </p:cNvPr>
          <p:cNvCxnSpPr>
            <a:stCxn id="59" idx="3"/>
            <a:endCxn id="60" idx="0"/>
          </p:cNvCxnSpPr>
          <p:nvPr/>
        </p:nvCxnSpPr>
        <p:spPr>
          <a:xfrm>
            <a:off x="5575876" y="3071823"/>
            <a:ext cx="401865" cy="671286"/>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237194AF-CD2D-459D-BA68-C720FE3FD3AC}"/>
              </a:ext>
            </a:extLst>
          </p:cNvPr>
          <p:cNvSpPr txBox="1"/>
          <p:nvPr/>
        </p:nvSpPr>
        <p:spPr>
          <a:xfrm>
            <a:off x="4053982" y="4660353"/>
            <a:ext cx="1095813" cy="369332"/>
          </a:xfrm>
          <a:prstGeom prst="rect">
            <a:avLst/>
          </a:prstGeom>
          <a:noFill/>
        </p:spPr>
        <p:txBody>
          <a:bodyPr wrap="none" rtlCol="0">
            <a:spAutoFit/>
          </a:bodyPr>
          <a:lstStyle/>
          <a:p>
            <a:r>
              <a:rPr lang="en-US" dirty="0"/>
              <a:t>Workflow</a:t>
            </a:r>
          </a:p>
        </p:txBody>
      </p:sp>
    </p:spTree>
    <p:extLst>
      <p:ext uri="{BB962C8B-B14F-4D97-AF65-F5344CB8AC3E}">
        <p14:creationId xmlns:p14="http://schemas.microsoft.com/office/powerpoint/2010/main" val="18543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Simple Batch Systems</a:t>
            </a:r>
            <a:r>
              <a:rPr lang="zh-CN" altLang="en-US" dirty="0"/>
              <a:t>（批处理）</a:t>
            </a:r>
          </a:p>
        </p:txBody>
      </p:sp>
      <p:sp>
        <p:nvSpPr>
          <p:cNvPr id="6" name="日期占位符 5">
            <a:extLst>
              <a:ext uri="{FF2B5EF4-FFF2-40B4-BE49-F238E27FC236}">
                <a16:creationId xmlns:a16="http://schemas.microsoft.com/office/drawing/2014/main" id="{D8B26D35-9CBE-4752-9D83-2C312B31AC3F}"/>
              </a:ext>
            </a:extLst>
          </p:cNvPr>
          <p:cNvSpPr>
            <a:spLocks noGrp="1"/>
          </p:cNvSpPr>
          <p:nvPr>
            <p:ph type="dt" sz="half" idx="10"/>
          </p:nvPr>
        </p:nvSpPr>
        <p:spPr/>
        <p:txBody>
          <a:bodyPr/>
          <a:lstStyle/>
          <a:p>
            <a:fld id="{2970A07B-43D4-4E99-BFEC-46FE2D3CB9F7}"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2597BFD0-603B-4562-957F-D8167F992FB9}"/>
              </a:ext>
            </a:extLst>
          </p:cNvPr>
          <p:cNvSpPr>
            <a:spLocks noGrp="1"/>
          </p:cNvSpPr>
          <p:nvPr>
            <p:ph type="sldNum" sz="quarter" idx="12"/>
          </p:nvPr>
        </p:nvSpPr>
        <p:spPr/>
        <p:txBody>
          <a:bodyPr/>
          <a:lstStyle/>
          <a:p>
            <a:fld id="{2093D444-7193-46AD-90E8-D84AE4B61CFF}" type="slidenum">
              <a:rPr lang="en-US" smtClean="0"/>
              <a:pPr/>
              <a:t>20</a:t>
            </a:fld>
            <a:r>
              <a:rPr lang="en-US"/>
              <a:t>/56</a:t>
            </a:r>
            <a:endParaRPr lang="en-US" dirty="0"/>
          </a:p>
        </p:txBody>
      </p:sp>
      <p:sp>
        <p:nvSpPr>
          <p:cNvPr id="19" name="内容占位符 2">
            <a:extLst>
              <a:ext uri="{FF2B5EF4-FFF2-40B4-BE49-F238E27FC236}">
                <a16:creationId xmlns:a16="http://schemas.microsoft.com/office/drawing/2014/main" id="{212DCBE7-FAD3-1746-BBC4-DA680A13E962}"/>
              </a:ext>
            </a:extLst>
          </p:cNvPr>
          <p:cNvSpPr txBox="1">
            <a:spLocks noGrp="1"/>
          </p:cNvSpPr>
          <p:nvPr>
            <p:ph idx="1"/>
          </p:nvPr>
        </p:nvSpPr>
        <p:spPr>
          <a:xfrm>
            <a:off x="638590" y="1034773"/>
            <a:ext cx="7886700" cy="1758123"/>
          </a:xfrm>
          <a:prstGeom prst="rect">
            <a:avLst/>
          </a:prstGeom>
        </p:spPr>
        <p:txBody>
          <a:bodyPr>
            <a:normAutofit/>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altLang="zh-CN" dirty="0"/>
              <a:t>Other</a:t>
            </a:r>
            <a:r>
              <a:rPr lang="zh-CN" altLang="en-US" dirty="0"/>
              <a:t> </a:t>
            </a:r>
            <a:r>
              <a:rPr lang="en-US" altLang="zh-CN" dirty="0"/>
              <a:t>functions:</a:t>
            </a:r>
          </a:p>
          <a:p>
            <a:pPr lvl="1" algn="just"/>
            <a:r>
              <a:rPr lang="en-US" altLang="zh-CN" dirty="0"/>
              <a:t>Memory</a:t>
            </a:r>
            <a:r>
              <a:rPr lang="zh-CN" altLang="en-US" dirty="0"/>
              <a:t> </a:t>
            </a:r>
            <a:r>
              <a:rPr lang="en-US" altLang="zh-CN" dirty="0"/>
              <a:t>protection</a:t>
            </a:r>
          </a:p>
          <a:p>
            <a:pPr lvl="1" algn="just"/>
            <a:r>
              <a:rPr lang="en-US" altLang="zh-CN" dirty="0"/>
              <a:t>Timer</a:t>
            </a:r>
          </a:p>
          <a:p>
            <a:pPr lvl="1" algn="just"/>
            <a:r>
              <a:rPr lang="en-US" altLang="zh-CN" dirty="0"/>
              <a:t>Privileged instruction</a:t>
            </a:r>
            <a:r>
              <a:rPr lang="zh-CN" altLang="en-US" dirty="0"/>
              <a:t> </a:t>
            </a:r>
            <a:r>
              <a:rPr lang="en-US" altLang="zh-CN" dirty="0"/>
              <a:t>(I/O)</a:t>
            </a:r>
          </a:p>
          <a:p>
            <a:pPr lvl="1" algn="just"/>
            <a:r>
              <a:rPr lang="en-US" altLang="zh-CN" dirty="0"/>
              <a:t>Interrupt</a:t>
            </a:r>
          </a:p>
          <a:p>
            <a:pPr lvl="1" algn="just"/>
            <a:endParaRPr lang="en-US" altLang="zh-CN" dirty="0"/>
          </a:p>
          <a:p>
            <a:pPr lvl="1" algn="just"/>
            <a:endParaRPr lang="en-US" altLang="zh-CN" dirty="0"/>
          </a:p>
          <a:p>
            <a:pPr lvl="1" algn="just"/>
            <a:endParaRPr lang="en-US" altLang="zh-CN" dirty="0"/>
          </a:p>
        </p:txBody>
      </p:sp>
      <p:sp>
        <p:nvSpPr>
          <p:cNvPr id="21" name="TextBox 20">
            <a:extLst>
              <a:ext uri="{FF2B5EF4-FFF2-40B4-BE49-F238E27FC236}">
                <a16:creationId xmlns:a16="http://schemas.microsoft.com/office/drawing/2014/main" id="{F4D25891-1196-A44C-A437-6736B10ECAFB}"/>
              </a:ext>
            </a:extLst>
          </p:cNvPr>
          <p:cNvSpPr txBox="1"/>
          <p:nvPr/>
        </p:nvSpPr>
        <p:spPr>
          <a:xfrm>
            <a:off x="844827" y="3264861"/>
            <a:ext cx="7762460" cy="3170099"/>
          </a:xfrm>
          <a:prstGeom prst="rect">
            <a:avLst/>
          </a:prstGeom>
          <a:noFill/>
          <a:ln w="19050">
            <a:solidFill>
              <a:srgbClr val="FF0000"/>
            </a:solidFill>
            <a:prstDash val="dash"/>
          </a:ln>
        </p:spPr>
        <p:txBody>
          <a:bodyPr wrap="square">
            <a:spAutoFit/>
          </a:bodyPr>
          <a:lstStyle/>
          <a:p>
            <a:r>
              <a:rPr lang="en-US" altLang="zh-CN" sz="2000" b="1" dirty="0">
                <a:latin typeface="Microsoft YaHei" panose="020B0503020204020204" pitchFamily="34" charset="-122"/>
                <a:ea typeface="Microsoft YaHei" panose="020B0503020204020204" pitchFamily="34" charset="-122"/>
              </a:rPr>
              <a:t>Definitions</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of</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modes</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of</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operation</a:t>
            </a:r>
            <a:r>
              <a:rPr lang="zh-CN" altLang="en-US" sz="2000" b="1" dirty="0">
                <a:latin typeface="Microsoft YaHei" panose="020B0503020204020204" pitchFamily="34" charset="-122"/>
                <a:ea typeface="Microsoft YaHei" panose="020B0503020204020204" pitchFamily="34" charset="-122"/>
              </a:rPr>
              <a:t>*</a:t>
            </a:r>
            <a:r>
              <a:rPr lang="en-US" altLang="zh-CN" sz="2000" b="1" dirty="0">
                <a:latin typeface="Microsoft YaHei" panose="020B0503020204020204" pitchFamily="34" charset="-122"/>
                <a:ea typeface="Microsoft YaHei" panose="020B0503020204020204" pitchFamily="34" charset="-122"/>
              </a:rPr>
              <a:t>:</a:t>
            </a:r>
          </a:p>
          <a:p>
            <a:pPr marL="342900" indent="-342900" algn="just">
              <a:buFont typeface="Arial" panose="020B0604020202020204" pitchFamily="34" charset="0"/>
              <a:buChar char="•"/>
            </a:pPr>
            <a:r>
              <a:rPr lang="en-US" altLang="zh-CN" sz="2000" b="1" dirty="0">
                <a:latin typeface="Microsoft YaHei" panose="020B0503020204020204" pitchFamily="34" charset="-122"/>
                <a:ea typeface="Microsoft YaHei" panose="020B0503020204020204" pitchFamily="34" charset="-122"/>
              </a:rPr>
              <a:t>user</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mode</a:t>
            </a:r>
            <a:r>
              <a:rPr lang="zh-CN" altLang="en-US" sz="2000" b="1" dirty="0">
                <a:latin typeface="Microsoft YaHei" panose="020B0503020204020204" pitchFamily="34" charset="-122"/>
                <a:ea typeface="Microsoft YaHei" panose="020B0503020204020204" pitchFamily="34" charset="-122"/>
              </a:rPr>
              <a:t> ：</a:t>
            </a:r>
            <a:endParaRPr lang="en-US" altLang="zh-CN" sz="2000" b="1" dirty="0">
              <a:latin typeface="Microsoft YaHei" panose="020B0503020204020204" pitchFamily="34" charset="-122"/>
              <a:ea typeface="Microsoft YaHei" panose="020B0503020204020204" pitchFamily="34" charset="-122"/>
            </a:endParaRPr>
          </a:p>
          <a:p>
            <a:pPr marL="800100" lvl="1" indent="-342900" algn="just">
              <a:buFont typeface="Arial" panose="020B0604020202020204" pitchFamily="34" charset="0"/>
              <a:buChar char="•"/>
            </a:pPr>
            <a:r>
              <a:rPr lang="en-US" sz="2000" i="1" dirty="0"/>
              <a:t>A </a:t>
            </a:r>
            <a:r>
              <a:rPr lang="en-US" sz="2000" i="1" dirty="0">
                <a:solidFill>
                  <a:srgbClr val="FF0000"/>
                </a:solidFill>
              </a:rPr>
              <a:t>user program </a:t>
            </a:r>
            <a:r>
              <a:rPr lang="en-US" sz="2000" i="1" dirty="0"/>
              <a:t>executes in a user mode, </a:t>
            </a:r>
          </a:p>
          <a:p>
            <a:pPr marL="800100" lvl="1" indent="-342900" algn="just">
              <a:buFont typeface="Arial" panose="020B0604020202020204" pitchFamily="34" charset="0"/>
              <a:buChar char="•"/>
            </a:pPr>
            <a:r>
              <a:rPr lang="en-US" sz="2000" i="1" dirty="0">
                <a:solidFill>
                  <a:srgbClr val="FF0000"/>
                </a:solidFill>
              </a:rPr>
              <a:t>certain areas of memory are protected</a:t>
            </a:r>
            <a:r>
              <a:rPr lang="en-US" sz="2000" i="1" dirty="0"/>
              <a:t> from the user</a:t>
            </a:r>
            <a:r>
              <a:rPr lang="zh-CN" altLang="en-US" sz="2000" i="1" dirty="0"/>
              <a:t> </a:t>
            </a:r>
            <a:r>
              <a:rPr lang="en-US" altLang="zh-CN" sz="2000" i="1" dirty="0"/>
              <a:t>access</a:t>
            </a:r>
            <a:r>
              <a:rPr lang="en-US" sz="2000" i="1" dirty="0"/>
              <a:t>, </a:t>
            </a:r>
          </a:p>
          <a:p>
            <a:pPr marL="800100" lvl="1" indent="-342900" algn="just">
              <a:buFont typeface="Arial" panose="020B0604020202020204" pitchFamily="34" charset="0"/>
              <a:buChar char="•"/>
            </a:pPr>
            <a:r>
              <a:rPr lang="en-US" sz="2000" i="1" dirty="0">
                <a:solidFill>
                  <a:srgbClr val="FF0000"/>
                </a:solidFill>
              </a:rPr>
              <a:t>certain</a:t>
            </a:r>
            <a:r>
              <a:rPr lang="zh-CN" altLang="en-US" sz="2000" dirty="0">
                <a:solidFill>
                  <a:srgbClr val="FF0000"/>
                </a:solidFill>
              </a:rPr>
              <a:t> </a:t>
            </a:r>
            <a:r>
              <a:rPr lang="en-US" sz="2000" i="1" dirty="0">
                <a:solidFill>
                  <a:srgbClr val="FF0000"/>
                </a:solidFill>
              </a:rPr>
              <a:t>instructions may not be executed</a:t>
            </a:r>
            <a:endParaRPr lang="en-US" altLang="zh-CN" sz="2000" b="1" dirty="0">
              <a:latin typeface="Microsoft YaHei" panose="020B0503020204020204" pitchFamily="34" charset="-122"/>
              <a:ea typeface="Microsoft YaHei" panose="020B0503020204020204" pitchFamily="34" charset="-122"/>
            </a:endParaRPr>
          </a:p>
          <a:p>
            <a:pPr marL="342900" indent="-342900" algn="just">
              <a:buFont typeface="Arial" panose="020B0604020202020204" pitchFamily="34" charset="0"/>
              <a:buChar char="•"/>
            </a:pPr>
            <a:r>
              <a:rPr lang="en-US" altLang="zh-CN" sz="2000" b="1" dirty="0">
                <a:latin typeface="Microsoft YaHei" panose="020B0503020204020204" pitchFamily="34" charset="-122"/>
                <a:ea typeface="Microsoft YaHei" panose="020B0503020204020204" pitchFamily="34" charset="-122"/>
              </a:rPr>
              <a:t>kernel</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a:t>
            </a:r>
            <a:r>
              <a:rPr lang="zh-CN" altLang="en-US" sz="2000" b="1" dirty="0">
                <a:latin typeface="Microsoft YaHei" panose="020B0503020204020204" pitchFamily="34" charset="-122"/>
                <a:ea typeface="Microsoft YaHei" panose="020B0503020204020204" pitchFamily="34" charset="-122"/>
              </a:rPr>
              <a:t>内核</a:t>
            </a:r>
            <a:r>
              <a:rPr lang="en-US" altLang="zh-CN" sz="2000" b="1" dirty="0">
                <a:latin typeface="Microsoft YaHei" panose="020B0503020204020204" pitchFamily="34" charset="-122"/>
                <a:ea typeface="Microsoft YaHei" panose="020B0503020204020204" pitchFamily="34" charset="-122"/>
              </a:rPr>
              <a:t>)</a:t>
            </a:r>
            <a:r>
              <a:rPr lang="zh-CN" altLang="en-US" sz="2000" b="1" dirty="0">
                <a:latin typeface="Microsoft YaHei" panose="020B0503020204020204" pitchFamily="34" charset="-122"/>
                <a:ea typeface="Microsoft YaHei" panose="020B0503020204020204" pitchFamily="34" charset="-122"/>
              </a:rPr>
              <a:t> </a:t>
            </a:r>
            <a:r>
              <a:rPr lang="en-US" altLang="zh-CN" sz="2000" b="1" dirty="0">
                <a:latin typeface="Microsoft YaHei" panose="020B0503020204020204" pitchFamily="34" charset="-122"/>
                <a:ea typeface="Microsoft YaHei" panose="020B0503020204020204" pitchFamily="34" charset="-122"/>
              </a:rPr>
              <a:t>mode</a:t>
            </a:r>
            <a:r>
              <a:rPr lang="zh-CN" altLang="en-US"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marL="800100" lvl="1" indent="-342900" algn="just">
              <a:buFont typeface="Arial" panose="020B0604020202020204" pitchFamily="34" charset="0"/>
              <a:buChar char="•"/>
            </a:pPr>
            <a:r>
              <a:rPr lang="en-US" sz="2000" i="1" dirty="0"/>
              <a:t>The </a:t>
            </a:r>
            <a:r>
              <a:rPr lang="en-US" sz="2000" i="1" dirty="0">
                <a:solidFill>
                  <a:srgbClr val="FF0000"/>
                </a:solidFill>
              </a:rPr>
              <a:t>monitor</a:t>
            </a:r>
            <a:r>
              <a:rPr lang="en-US" sz="2000" i="1" dirty="0"/>
              <a:t> executes in a system</a:t>
            </a:r>
            <a:r>
              <a:rPr lang="en-US" altLang="zh-CN" sz="2000" i="1" dirty="0"/>
              <a:t>/</a:t>
            </a:r>
            <a:r>
              <a:rPr lang="en-US" sz="2000" i="1" dirty="0"/>
              <a:t>kernel mode, </a:t>
            </a:r>
          </a:p>
          <a:p>
            <a:pPr marL="800100" lvl="1" indent="-342900" algn="just">
              <a:buFont typeface="Arial" panose="020B0604020202020204" pitchFamily="34" charset="0"/>
              <a:buChar char="•"/>
            </a:pPr>
            <a:r>
              <a:rPr lang="en-US" sz="2000" i="1" dirty="0">
                <a:solidFill>
                  <a:srgbClr val="FF0000"/>
                </a:solidFill>
              </a:rPr>
              <a:t>privileged instructions </a:t>
            </a:r>
            <a:r>
              <a:rPr lang="en-US" sz="2000" i="1" dirty="0"/>
              <a:t>may be executed,</a:t>
            </a:r>
            <a:r>
              <a:rPr lang="zh-CN" altLang="en-US" sz="2000" dirty="0"/>
              <a:t> </a:t>
            </a:r>
            <a:endParaRPr lang="en-US" altLang="zh-CN" sz="2000" dirty="0"/>
          </a:p>
          <a:p>
            <a:pPr marL="800100" lvl="1" indent="-342900" algn="just">
              <a:buFont typeface="Arial" panose="020B0604020202020204" pitchFamily="34" charset="0"/>
              <a:buChar char="•"/>
            </a:pPr>
            <a:r>
              <a:rPr lang="en-US" sz="2000" i="1" dirty="0">
                <a:solidFill>
                  <a:srgbClr val="FF0000"/>
                </a:solidFill>
              </a:rPr>
              <a:t>protected areas of memory</a:t>
            </a:r>
            <a:r>
              <a:rPr lang="en-US" sz="2000" i="1" dirty="0"/>
              <a:t> may be accessed.</a:t>
            </a:r>
            <a:endParaRPr lang="en-US" sz="2000" dirty="0"/>
          </a:p>
          <a:p>
            <a:pPr marL="285750" indent="-285750">
              <a:buFont typeface="Arial" panose="020B0604020202020204" pitchFamily="34" charset="0"/>
              <a:buChar char="•"/>
            </a:pPr>
            <a:endParaRPr lang="en-US" altLang="zh-CN" sz="2000" b="1" dirty="0">
              <a:latin typeface="Microsoft YaHei" panose="020B0503020204020204" pitchFamily="34" charset="-122"/>
              <a:ea typeface="Microsoft YaHei" panose="020B0503020204020204" pitchFamily="34" charset="-122"/>
            </a:endParaRPr>
          </a:p>
        </p:txBody>
      </p:sp>
      <p:cxnSp>
        <p:nvCxnSpPr>
          <p:cNvPr id="10" name="Elbow Connector 9">
            <a:extLst>
              <a:ext uri="{FF2B5EF4-FFF2-40B4-BE49-F238E27FC236}">
                <a16:creationId xmlns:a16="http://schemas.microsoft.com/office/drawing/2014/main" id="{C7BE502C-FBBA-8143-A5F3-445AB941A573}"/>
              </a:ext>
            </a:extLst>
          </p:cNvPr>
          <p:cNvCxnSpPr>
            <a:cxnSpLocks/>
            <a:endCxn id="21" idx="0"/>
          </p:cNvCxnSpPr>
          <p:nvPr/>
        </p:nvCxnSpPr>
        <p:spPr>
          <a:xfrm rot="16200000" flipH="1">
            <a:off x="3389315" y="1928119"/>
            <a:ext cx="1694478" cy="979006"/>
          </a:xfrm>
          <a:prstGeom prst="bentConnector3">
            <a:avLst>
              <a:gd name="adj1" fmla="val 50000"/>
            </a:avLst>
          </a:prstGeom>
          <a:ln w="28575">
            <a:headEnd w="lg" len="med"/>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6E9120E6-FE0C-FB4C-A6E6-BAC76658A9A4}"/>
              </a:ext>
            </a:extLst>
          </p:cNvPr>
          <p:cNvCxnSpPr>
            <a:cxnSpLocks/>
            <a:endCxn id="21" idx="0"/>
          </p:cNvCxnSpPr>
          <p:nvPr/>
        </p:nvCxnSpPr>
        <p:spPr>
          <a:xfrm>
            <a:off x="2445026" y="2544417"/>
            <a:ext cx="2281031" cy="720444"/>
          </a:xfrm>
          <a:prstGeom prst="bentConnector2">
            <a:avLst/>
          </a:prstGeom>
          <a:ln w="28575">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81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ssolve">
                                      <p:cBhvr>
                                        <p:cTn id="16" dur="500"/>
                                        <p:tgtEl>
                                          <p:spTgt spid="13"/>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dissolv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Simple Batch System Overhead</a:t>
            </a:r>
            <a:endParaRPr lang="zh-CN" altLang="en-US" dirty="0"/>
          </a:p>
        </p:txBody>
      </p:sp>
      <p:sp>
        <p:nvSpPr>
          <p:cNvPr id="3" name="内容占位符 2"/>
          <p:cNvSpPr>
            <a:spLocks noGrp="1"/>
          </p:cNvSpPr>
          <p:nvPr>
            <p:ph idx="1"/>
          </p:nvPr>
        </p:nvSpPr>
        <p:spPr>
          <a:xfrm>
            <a:off x="628650" y="884583"/>
            <a:ext cx="7886700" cy="3662881"/>
          </a:xfrm>
        </p:spPr>
        <p:txBody>
          <a:bodyPr/>
          <a:lstStyle/>
          <a:p>
            <a:r>
              <a:rPr lang="en-US" altLang="zh-CN" dirty="0"/>
              <a:t>Processor </a:t>
            </a:r>
            <a:r>
              <a:rPr lang="en-US" altLang="zh-CN" b="1" dirty="0"/>
              <a:t>alternates</a:t>
            </a:r>
            <a:r>
              <a:rPr lang="en-US" altLang="zh-CN" dirty="0"/>
              <a:t> between execution of user programs and execution of the monitor</a:t>
            </a:r>
          </a:p>
          <a:p>
            <a:r>
              <a:rPr lang="en-US" altLang="zh-CN" dirty="0"/>
              <a:t>Overhead sacrifices:</a:t>
            </a:r>
          </a:p>
          <a:p>
            <a:pPr lvl="1"/>
            <a:r>
              <a:rPr lang="en-US" altLang="zh-CN" dirty="0"/>
              <a:t>some </a:t>
            </a:r>
            <a:r>
              <a:rPr lang="en-US" altLang="zh-CN" dirty="0">
                <a:solidFill>
                  <a:srgbClr val="FF0000"/>
                </a:solidFill>
              </a:rPr>
              <a:t>main memory </a:t>
            </a:r>
            <a:r>
              <a:rPr lang="en-US" altLang="zh-CN" dirty="0"/>
              <a:t>is now given over to the monitor</a:t>
            </a:r>
          </a:p>
          <a:p>
            <a:pPr lvl="1"/>
            <a:r>
              <a:rPr lang="en-US" altLang="zh-CN" dirty="0"/>
              <a:t>some </a:t>
            </a:r>
            <a:r>
              <a:rPr lang="en-US" altLang="zh-CN" dirty="0">
                <a:solidFill>
                  <a:srgbClr val="FF0000"/>
                </a:solidFill>
              </a:rPr>
              <a:t>processor time </a:t>
            </a:r>
            <a:r>
              <a:rPr lang="en-US" altLang="zh-CN" dirty="0"/>
              <a:t>is consumed by the monitor</a:t>
            </a:r>
          </a:p>
          <a:p>
            <a:r>
              <a:rPr lang="en-US" altLang="zh-CN" dirty="0"/>
              <a:t>Despite </a:t>
            </a:r>
            <a:r>
              <a:rPr lang="en-US" altLang="zh-CN" b="1" dirty="0"/>
              <a:t>overhead</a:t>
            </a:r>
            <a:r>
              <a:rPr lang="en-US" altLang="zh-CN" dirty="0"/>
              <a:t>, the simple batch system </a:t>
            </a:r>
            <a:r>
              <a:rPr lang="en-US" altLang="zh-CN" dirty="0">
                <a:solidFill>
                  <a:srgbClr val="FF0000"/>
                </a:solidFill>
              </a:rPr>
              <a:t>improves </a:t>
            </a:r>
            <a:r>
              <a:rPr lang="en-US" altLang="zh-CN" b="1" dirty="0">
                <a:solidFill>
                  <a:srgbClr val="FF0000"/>
                </a:solidFill>
              </a:rPr>
              <a:t>utilization</a:t>
            </a:r>
            <a:r>
              <a:rPr lang="en-US" altLang="zh-CN" dirty="0"/>
              <a:t> of the computer</a:t>
            </a:r>
          </a:p>
        </p:txBody>
      </p:sp>
      <p:sp>
        <p:nvSpPr>
          <p:cNvPr id="5" name="日期占位符 4">
            <a:extLst>
              <a:ext uri="{FF2B5EF4-FFF2-40B4-BE49-F238E27FC236}">
                <a16:creationId xmlns:a16="http://schemas.microsoft.com/office/drawing/2014/main" id="{02F0C49B-3FA9-4F12-8F63-665CB9C8E4A6}"/>
              </a:ext>
            </a:extLst>
          </p:cNvPr>
          <p:cNvSpPr>
            <a:spLocks noGrp="1"/>
          </p:cNvSpPr>
          <p:nvPr>
            <p:ph type="dt" sz="half" idx="10"/>
          </p:nvPr>
        </p:nvSpPr>
        <p:spPr/>
        <p:txBody>
          <a:bodyPr/>
          <a:lstStyle/>
          <a:p>
            <a:fld id="{2F34EDEF-7E89-41B4-BFE6-35B8417FEBE0}"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ED391FF7-2D98-4ACD-BBDE-DAA79F3441F0}"/>
              </a:ext>
            </a:extLst>
          </p:cNvPr>
          <p:cNvSpPr>
            <a:spLocks noGrp="1"/>
          </p:cNvSpPr>
          <p:nvPr>
            <p:ph type="sldNum" sz="quarter" idx="12"/>
          </p:nvPr>
        </p:nvSpPr>
        <p:spPr/>
        <p:txBody>
          <a:bodyPr/>
          <a:lstStyle/>
          <a:p>
            <a:fld id="{2093D444-7193-46AD-90E8-D84AE4B61CFF}" type="slidenum">
              <a:rPr lang="en-US" smtClean="0"/>
              <a:pPr/>
              <a:t>21</a:t>
            </a:fld>
            <a:r>
              <a:rPr lang="en-US"/>
              <a:t>/56</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1E6DB7-CF7B-4306-93A6-12F6DF3B9B63}"/>
              </a:ext>
            </a:extLst>
          </p:cNvPr>
          <p:cNvSpPr>
            <a:spLocks noGrp="1"/>
          </p:cNvSpPr>
          <p:nvPr>
            <p:ph type="title"/>
          </p:nvPr>
        </p:nvSpPr>
        <p:spPr/>
        <p:txBody>
          <a:bodyPr/>
          <a:lstStyle/>
          <a:p>
            <a:r>
              <a:rPr lang="en-US" sz="2400" dirty="0"/>
              <a:t>Simple Batch System Example</a:t>
            </a:r>
          </a:p>
        </p:txBody>
      </p:sp>
      <p:sp>
        <p:nvSpPr>
          <p:cNvPr id="3" name="内容占位符 2">
            <a:extLst>
              <a:ext uri="{FF2B5EF4-FFF2-40B4-BE49-F238E27FC236}">
                <a16:creationId xmlns:a16="http://schemas.microsoft.com/office/drawing/2014/main" id="{860FF15B-4324-4DFC-9AD9-1E99D1D29FB0}"/>
              </a:ext>
            </a:extLst>
          </p:cNvPr>
          <p:cNvSpPr>
            <a:spLocks noGrp="1"/>
          </p:cNvSpPr>
          <p:nvPr>
            <p:ph idx="1"/>
          </p:nvPr>
        </p:nvSpPr>
        <p:spPr/>
        <p:txBody>
          <a:bodyPr/>
          <a:lstStyle/>
          <a:p>
            <a:r>
              <a:rPr lang="en-US" altLang="zh-CN" dirty="0"/>
              <a:t> Processor is often </a:t>
            </a:r>
            <a:r>
              <a:rPr lang="en-US" altLang="zh-CN" dirty="0">
                <a:solidFill>
                  <a:srgbClr val="FF0000"/>
                </a:solidFill>
              </a:rPr>
              <a:t>idle</a:t>
            </a:r>
            <a:r>
              <a:rPr lang="en-US" altLang="zh-CN" dirty="0"/>
              <a:t> even with automatic job sequencing</a:t>
            </a:r>
          </a:p>
          <a:p>
            <a:r>
              <a:rPr lang="en-US" altLang="zh-CN" dirty="0">
                <a:solidFill>
                  <a:srgbClr val="FF0000"/>
                </a:solidFill>
              </a:rPr>
              <a:t> I/O devices are slow</a:t>
            </a:r>
            <a:r>
              <a:rPr lang="en-US" altLang="zh-CN" dirty="0"/>
              <a:t> compared to processor</a:t>
            </a:r>
          </a:p>
          <a:p>
            <a:endParaRPr lang="en-US" dirty="0"/>
          </a:p>
        </p:txBody>
      </p:sp>
      <p:sp>
        <p:nvSpPr>
          <p:cNvPr id="4" name="灯片编号占位符 3">
            <a:extLst>
              <a:ext uri="{FF2B5EF4-FFF2-40B4-BE49-F238E27FC236}">
                <a16:creationId xmlns:a16="http://schemas.microsoft.com/office/drawing/2014/main" id="{EBBEC665-1242-49F7-BA5E-A3EB9B202488}"/>
              </a:ext>
            </a:extLst>
          </p:cNvPr>
          <p:cNvSpPr>
            <a:spLocks noGrp="1"/>
          </p:cNvSpPr>
          <p:nvPr>
            <p:ph type="sldNum" sz="quarter" idx="12"/>
          </p:nvPr>
        </p:nvSpPr>
        <p:spPr/>
        <p:txBody>
          <a:bodyPr/>
          <a:lstStyle/>
          <a:p>
            <a:fld id="{2093D444-7193-46AD-90E8-D84AE4B61CFF}" type="slidenum">
              <a:rPr lang="en-US" smtClean="0"/>
              <a:pPr/>
              <a:t>22</a:t>
            </a:fld>
            <a:r>
              <a:rPr lang="en-US"/>
              <a:t>/56</a:t>
            </a:r>
            <a:endParaRPr lang="en-US" dirty="0"/>
          </a:p>
        </p:txBody>
      </p:sp>
      <p:sp>
        <p:nvSpPr>
          <p:cNvPr id="5" name="日期占位符 4">
            <a:extLst>
              <a:ext uri="{FF2B5EF4-FFF2-40B4-BE49-F238E27FC236}">
                <a16:creationId xmlns:a16="http://schemas.microsoft.com/office/drawing/2014/main" id="{72A67717-4BE3-4F53-B116-F922FAF6C58F}"/>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8" name="内容占位符 6">
            <a:extLst>
              <a:ext uri="{FF2B5EF4-FFF2-40B4-BE49-F238E27FC236}">
                <a16:creationId xmlns:a16="http://schemas.microsoft.com/office/drawing/2014/main" id="{E22E5163-171E-4C24-9887-EEB21D5B94AF}"/>
              </a:ext>
            </a:extLst>
          </p:cNvPr>
          <p:cNvPicPr>
            <a:picLocks noChangeAspect="1"/>
          </p:cNvPicPr>
          <p:nvPr/>
        </p:nvPicPr>
        <p:blipFill>
          <a:blip r:embed="rId3"/>
          <a:stretch>
            <a:fillRect/>
          </a:stretch>
        </p:blipFill>
        <p:spPr>
          <a:xfrm>
            <a:off x="1657350" y="2387600"/>
            <a:ext cx="5894382" cy="2625997"/>
          </a:xfrm>
          <a:prstGeom prst="rect">
            <a:avLst/>
          </a:prstGeom>
        </p:spPr>
      </p:pic>
      <p:sp>
        <p:nvSpPr>
          <p:cNvPr id="9" name="文本框 8">
            <a:extLst>
              <a:ext uri="{FF2B5EF4-FFF2-40B4-BE49-F238E27FC236}">
                <a16:creationId xmlns:a16="http://schemas.microsoft.com/office/drawing/2014/main" id="{F161246B-003D-4BB0-A0A6-99BA11D82579}"/>
              </a:ext>
            </a:extLst>
          </p:cNvPr>
          <p:cNvSpPr txBox="1"/>
          <p:nvPr/>
        </p:nvSpPr>
        <p:spPr>
          <a:xfrm>
            <a:off x="3220957" y="5150127"/>
            <a:ext cx="2702086" cy="369332"/>
          </a:xfrm>
          <a:prstGeom prst="rect">
            <a:avLst/>
          </a:prstGeom>
          <a:noFill/>
        </p:spPr>
        <p:txBody>
          <a:bodyPr wrap="none" rtlCol="0">
            <a:spAutoFit/>
          </a:bodyPr>
          <a:lstStyle/>
          <a:p>
            <a:r>
              <a:rPr lang="en-US" dirty="0"/>
              <a:t>System Utilization Example</a:t>
            </a:r>
          </a:p>
        </p:txBody>
      </p:sp>
    </p:spTree>
    <p:extLst>
      <p:ext uri="{BB962C8B-B14F-4D97-AF65-F5344CB8AC3E}">
        <p14:creationId xmlns:p14="http://schemas.microsoft.com/office/powerpoint/2010/main" val="2970038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Uni-programming</a:t>
            </a:r>
            <a:r>
              <a:rPr lang="zh-CN" altLang="en-US" dirty="0"/>
              <a:t>（单道）</a:t>
            </a:r>
          </a:p>
        </p:txBody>
      </p:sp>
      <p:sp>
        <p:nvSpPr>
          <p:cNvPr id="3" name="内容占位符 2"/>
          <p:cNvSpPr>
            <a:spLocks noGrp="1"/>
          </p:cNvSpPr>
          <p:nvPr>
            <p:ph idx="1"/>
          </p:nvPr>
        </p:nvSpPr>
        <p:spPr>
          <a:xfrm>
            <a:off x="628650" y="737053"/>
            <a:ext cx="7886700" cy="1389921"/>
          </a:xfrm>
        </p:spPr>
        <p:txBody>
          <a:bodyPr/>
          <a:lstStyle/>
          <a:p>
            <a:r>
              <a:rPr lang="en-US" altLang="zh-CN" dirty="0"/>
              <a:t>Processor must wait for </a:t>
            </a:r>
            <a:r>
              <a:rPr lang="en-US" altLang="zh-CN" dirty="0">
                <a:solidFill>
                  <a:srgbClr val="FF0000"/>
                </a:solidFill>
              </a:rPr>
              <a:t>I/O instruction</a:t>
            </a:r>
            <a:r>
              <a:rPr lang="en-US" altLang="zh-CN" dirty="0"/>
              <a:t> to complete before proceeding.</a:t>
            </a:r>
          </a:p>
        </p:txBody>
      </p:sp>
      <p:sp>
        <p:nvSpPr>
          <p:cNvPr id="6" name="日期占位符 5">
            <a:extLst>
              <a:ext uri="{FF2B5EF4-FFF2-40B4-BE49-F238E27FC236}">
                <a16:creationId xmlns:a16="http://schemas.microsoft.com/office/drawing/2014/main" id="{6B000FA6-02D8-41C8-AAC6-E78A682A1504}"/>
              </a:ext>
            </a:extLst>
          </p:cNvPr>
          <p:cNvSpPr>
            <a:spLocks noGrp="1"/>
          </p:cNvSpPr>
          <p:nvPr>
            <p:ph type="dt" sz="half" idx="10"/>
          </p:nvPr>
        </p:nvSpPr>
        <p:spPr/>
        <p:txBody>
          <a:bodyPr/>
          <a:lstStyle/>
          <a:p>
            <a:fld id="{B0D75E5B-2DAD-45EA-A727-97194540DF89}"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56925B7C-18BA-4334-B854-0645846D7833}"/>
              </a:ext>
            </a:extLst>
          </p:cNvPr>
          <p:cNvSpPr>
            <a:spLocks noGrp="1"/>
          </p:cNvSpPr>
          <p:nvPr>
            <p:ph type="sldNum" sz="quarter" idx="12"/>
          </p:nvPr>
        </p:nvSpPr>
        <p:spPr/>
        <p:txBody>
          <a:bodyPr/>
          <a:lstStyle/>
          <a:p>
            <a:fld id="{2093D444-7193-46AD-90E8-D84AE4B61CFF}" type="slidenum">
              <a:rPr lang="en-US" smtClean="0"/>
              <a:pPr/>
              <a:t>23</a:t>
            </a:fld>
            <a:r>
              <a:rPr lang="en-US"/>
              <a:t>/56</a:t>
            </a:r>
            <a:endParaRPr lang="en-US" dirty="0"/>
          </a:p>
        </p:txBody>
      </p:sp>
      <p:sp>
        <p:nvSpPr>
          <p:cNvPr id="19" name="文本框 18">
            <a:extLst>
              <a:ext uri="{FF2B5EF4-FFF2-40B4-BE49-F238E27FC236}">
                <a16:creationId xmlns:a16="http://schemas.microsoft.com/office/drawing/2014/main" id="{E85A1A8B-B86B-410C-85D2-9C95715F527C}"/>
              </a:ext>
            </a:extLst>
          </p:cNvPr>
          <p:cNvSpPr txBox="1"/>
          <p:nvPr/>
        </p:nvSpPr>
        <p:spPr>
          <a:xfrm>
            <a:off x="628650" y="2499899"/>
            <a:ext cx="1189878" cy="369332"/>
          </a:xfrm>
          <a:prstGeom prst="rect">
            <a:avLst/>
          </a:prstGeom>
          <a:noFill/>
        </p:spPr>
        <p:txBody>
          <a:bodyPr wrap="none" rtlCol="0">
            <a:spAutoFit/>
          </a:bodyPr>
          <a:lstStyle/>
          <a:p>
            <a:r>
              <a:rPr lang="en-US" b="1" dirty="0"/>
              <a:t>P</a:t>
            </a:r>
            <a:r>
              <a:rPr lang="en-US" altLang="zh-CN" b="1" dirty="0"/>
              <a:t>rogram A</a:t>
            </a:r>
            <a:endParaRPr lang="en-US" b="1" dirty="0"/>
          </a:p>
        </p:txBody>
      </p:sp>
      <p:pic>
        <p:nvPicPr>
          <p:cNvPr id="22" name="图片 21">
            <a:extLst>
              <a:ext uri="{FF2B5EF4-FFF2-40B4-BE49-F238E27FC236}">
                <a16:creationId xmlns:a16="http://schemas.microsoft.com/office/drawing/2014/main" id="{0660E112-39F8-4B68-9135-15C06A140BCE}"/>
              </a:ext>
            </a:extLst>
          </p:cNvPr>
          <p:cNvPicPr>
            <a:picLocks noChangeAspect="1"/>
          </p:cNvPicPr>
          <p:nvPr/>
        </p:nvPicPr>
        <p:blipFill>
          <a:blip r:embed="rId3"/>
          <a:stretch>
            <a:fillRect/>
          </a:stretch>
        </p:blipFill>
        <p:spPr>
          <a:xfrm>
            <a:off x="1593850" y="2869231"/>
            <a:ext cx="6921500" cy="14804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B89B05-7A0E-4367-811C-7F35E1BB3661}"/>
              </a:ext>
            </a:extLst>
          </p:cNvPr>
          <p:cNvSpPr>
            <a:spLocks noGrp="1"/>
          </p:cNvSpPr>
          <p:nvPr>
            <p:ph type="title"/>
          </p:nvPr>
        </p:nvSpPr>
        <p:spPr/>
        <p:txBody>
          <a:bodyPr/>
          <a:lstStyle/>
          <a:p>
            <a:r>
              <a:rPr lang="en-US" dirty="0"/>
              <a:t>Typical I/O Device Data Rates</a:t>
            </a:r>
          </a:p>
        </p:txBody>
      </p:sp>
      <p:sp>
        <p:nvSpPr>
          <p:cNvPr id="4" name="灯片编号占位符 3">
            <a:extLst>
              <a:ext uri="{FF2B5EF4-FFF2-40B4-BE49-F238E27FC236}">
                <a16:creationId xmlns:a16="http://schemas.microsoft.com/office/drawing/2014/main" id="{90BE7B34-34AB-43AD-8234-FE06CC712F2D}"/>
              </a:ext>
            </a:extLst>
          </p:cNvPr>
          <p:cNvSpPr>
            <a:spLocks noGrp="1"/>
          </p:cNvSpPr>
          <p:nvPr>
            <p:ph type="sldNum" sz="quarter" idx="12"/>
          </p:nvPr>
        </p:nvSpPr>
        <p:spPr/>
        <p:txBody>
          <a:bodyPr/>
          <a:lstStyle/>
          <a:p>
            <a:fld id="{2093D444-7193-46AD-90E8-D84AE4B61CFF}" type="slidenum">
              <a:rPr lang="en-US" smtClean="0"/>
              <a:pPr/>
              <a:t>24</a:t>
            </a:fld>
            <a:r>
              <a:rPr lang="en-US"/>
              <a:t>/56</a:t>
            </a:r>
            <a:endParaRPr lang="en-US" dirty="0"/>
          </a:p>
        </p:txBody>
      </p:sp>
      <p:sp>
        <p:nvSpPr>
          <p:cNvPr id="5" name="日期占位符 4">
            <a:extLst>
              <a:ext uri="{FF2B5EF4-FFF2-40B4-BE49-F238E27FC236}">
                <a16:creationId xmlns:a16="http://schemas.microsoft.com/office/drawing/2014/main" id="{73CD1464-7B35-4769-ABC2-2854B20D7E13}"/>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7" name="图片 6">
            <a:extLst>
              <a:ext uri="{FF2B5EF4-FFF2-40B4-BE49-F238E27FC236}">
                <a16:creationId xmlns:a16="http://schemas.microsoft.com/office/drawing/2014/main" id="{EEA37D8A-AA97-4775-87E0-603CAE1B01C4}"/>
              </a:ext>
            </a:extLst>
          </p:cNvPr>
          <p:cNvPicPr>
            <a:picLocks noChangeAspect="1"/>
          </p:cNvPicPr>
          <p:nvPr/>
        </p:nvPicPr>
        <p:blipFill>
          <a:blip r:embed="rId2"/>
          <a:stretch>
            <a:fillRect/>
          </a:stretch>
        </p:blipFill>
        <p:spPr>
          <a:xfrm>
            <a:off x="812991" y="1032114"/>
            <a:ext cx="7458519" cy="4793772"/>
          </a:xfrm>
          <a:prstGeom prst="rect">
            <a:avLst/>
          </a:prstGeom>
        </p:spPr>
      </p:pic>
    </p:spTree>
    <p:extLst>
      <p:ext uri="{BB962C8B-B14F-4D97-AF65-F5344CB8AC3E}">
        <p14:creationId xmlns:p14="http://schemas.microsoft.com/office/powerpoint/2010/main" val="3277834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2.3</a:t>
            </a:r>
            <a:r>
              <a:rPr lang="zh-CN" altLang="en-US" dirty="0"/>
              <a:t> </a:t>
            </a:r>
            <a:r>
              <a:rPr lang="en-US" altLang="zh-CN" dirty="0"/>
              <a:t>Multiprogramming</a:t>
            </a:r>
            <a:r>
              <a:rPr lang="zh-CN" altLang="en-US" dirty="0"/>
              <a:t>（多道批处理）</a:t>
            </a:r>
            <a:r>
              <a:rPr lang="en-US" altLang="zh-CN" dirty="0"/>
              <a:t>/ multitask</a:t>
            </a:r>
            <a:endParaRPr lang="zh-CN" altLang="en-US" dirty="0"/>
          </a:p>
        </p:txBody>
      </p:sp>
      <p:sp>
        <p:nvSpPr>
          <p:cNvPr id="3" name="内容占位符 2"/>
          <p:cNvSpPr>
            <a:spLocks noGrp="1"/>
          </p:cNvSpPr>
          <p:nvPr>
            <p:ph idx="1"/>
          </p:nvPr>
        </p:nvSpPr>
        <p:spPr/>
        <p:txBody>
          <a:bodyPr/>
          <a:lstStyle/>
          <a:p>
            <a:r>
              <a:rPr lang="en-US" altLang="zh-CN" dirty="0"/>
              <a:t>There must be </a:t>
            </a:r>
            <a:r>
              <a:rPr lang="en-US" altLang="zh-CN" dirty="0">
                <a:solidFill>
                  <a:srgbClr val="FF0000"/>
                </a:solidFill>
              </a:rPr>
              <a:t>enough memory</a:t>
            </a:r>
            <a:r>
              <a:rPr lang="en-US" altLang="zh-CN" dirty="0"/>
              <a:t> to hold the OS (resident monitor) and one user program</a:t>
            </a:r>
          </a:p>
          <a:p>
            <a:r>
              <a:rPr lang="en-US" altLang="zh-CN" dirty="0"/>
              <a:t>When one job needs to wait for I/O, the processor can switch to the other job, which is </a:t>
            </a:r>
            <a:r>
              <a:rPr lang="en-US" altLang="zh-CN" dirty="0">
                <a:solidFill>
                  <a:srgbClr val="FF0000"/>
                </a:solidFill>
              </a:rPr>
              <a:t>likely not waiting</a:t>
            </a:r>
            <a:endParaRPr lang="zh-CN" altLang="en-US" dirty="0"/>
          </a:p>
        </p:txBody>
      </p:sp>
      <p:sp>
        <p:nvSpPr>
          <p:cNvPr id="6" name="日期占位符 5">
            <a:extLst>
              <a:ext uri="{FF2B5EF4-FFF2-40B4-BE49-F238E27FC236}">
                <a16:creationId xmlns:a16="http://schemas.microsoft.com/office/drawing/2014/main" id="{15981AE8-B32D-4755-9CBC-E24A9CAB5B11}"/>
              </a:ext>
            </a:extLst>
          </p:cNvPr>
          <p:cNvSpPr>
            <a:spLocks noGrp="1"/>
          </p:cNvSpPr>
          <p:nvPr>
            <p:ph type="dt" sz="half" idx="10"/>
          </p:nvPr>
        </p:nvSpPr>
        <p:spPr/>
        <p:txBody>
          <a:bodyPr/>
          <a:lstStyle/>
          <a:p>
            <a:fld id="{522EFDEA-161D-4286-9DD6-2D00BCEEC60C}"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F186EAD8-2E25-4B5D-A708-F1255712EA37}"/>
              </a:ext>
            </a:extLst>
          </p:cNvPr>
          <p:cNvSpPr>
            <a:spLocks noGrp="1"/>
          </p:cNvSpPr>
          <p:nvPr>
            <p:ph type="sldNum" sz="quarter" idx="12"/>
          </p:nvPr>
        </p:nvSpPr>
        <p:spPr/>
        <p:txBody>
          <a:bodyPr/>
          <a:lstStyle/>
          <a:p>
            <a:fld id="{2093D444-7193-46AD-90E8-D84AE4B61CFF}" type="slidenum">
              <a:rPr lang="en-US" smtClean="0"/>
              <a:pPr/>
              <a:t>25</a:t>
            </a:fld>
            <a:r>
              <a:rPr lang="en-US"/>
              <a:t>/56</a:t>
            </a:r>
            <a:endParaRPr lang="en-US" dirty="0"/>
          </a:p>
        </p:txBody>
      </p:sp>
      <p:pic>
        <p:nvPicPr>
          <p:cNvPr id="13" name="图片 8">
            <a:extLst>
              <a:ext uri="{FF2B5EF4-FFF2-40B4-BE49-F238E27FC236}">
                <a16:creationId xmlns:a16="http://schemas.microsoft.com/office/drawing/2014/main" id="{FEA26110-2176-A745-8941-A8EA4D8F7A06}"/>
              </a:ext>
            </a:extLst>
          </p:cNvPr>
          <p:cNvPicPr>
            <a:picLocks noChangeAspect="1"/>
          </p:cNvPicPr>
          <p:nvPr/>
        </p:nvPicPr>
        <p:blipFill>
          <a:blip r:embed="rId3"/>
          <a:stretch>
            <a:fillRect/>
          </a:stretch>
        </p:blipFill>
        <p:spPr>
          <a:xfrm>
            <a:off x="2533557" y="2559599"/>
            <a:ext cx="5673435" cy="3524327"/>
          </a:xfrm>
          <a:prstGeom prst="rect">
            <a:avLst/>
          </a:prstGeom>
        </p:spPr>
      </p:pic>
      <p:sp>
        <p:nvSpPr>
          <p:cNvPr id="14" name="文本框 9">
            <a:extLst>
              <a:ext uri="{FF2B5EF4-FFF2-40B4-BE49-F238E27FC236}">
                <a16:creationId xmlns:a16="http://schemas.microsoft.com/office/drawing/2014/main" id="{8BEDC6F5-3DE6-5048-9983-1C5CB4E8C0E8}"/>
              </a:ext>
            </a:extLst>
          </p:cNvPr>
          <p:cNvSpPr txBox="1"/>
          <p:nvPr/>
        </p:nvSpPr>
        <p:spPr>
          <a:xfrm>
            <a:off x="917772" y="2771312"/>
            <a:ext cx="1439199" cy="369332"/>
          </a:xfrm>
          <a:prstGeom prst="rect">
            <a:avLst/>
          </a:prstGeom>
          <a:noFill/>
        </p:spPr>
        <p:txBody>
          <a:bodyPr wrap="square" rtlCol="0">
            <a:spAutoFit/>
          </a:bodyPr>
          <a:lstStyle/>
          <a:p>
            <a:r>
              <a:rPr lang="en-US" b="1" dirty="0"/>
              <a:t>P</a:t>
            </a:r>
            <a:r>
              <a:rPr lang="en-US" altLang="zh-CN" b="1" dirty="0"/>
              <a:t>rogram A</a:t>
            </a:r>
            <a:endParaRPr lang="en-US" b="1" dirty="0"/>
          </a:p>
        </p:txBody>
      </p:sp>
      <p:sp>
        <p:nvSpPr>
          <p:cNvPr id="15" name="文本框 10">
            <a:extLst>
              <a:ext uri="{FF2B5EF4-FFF2-40B4-BE49-F238E27FC236}">
                <a16:creationId xmlns:a16="http://schemas.microsoft.com/office/drawing/2014/main" id="{AB2E2609-865D-A541-B18B-E66674F7C93F}"/>
              </a:ext>
            </a:extLst>
          </p:cNvPr>
          <p:cNvSpPr txBox="1"/>
          <p:nvPr/>
        </p:nvSpPr>
        <p:spPr>
          <a:xfrm>
            <a:off x="927390" y="3623258"/>
            <a:ext cx="1427567" cy="369332"/>
          </a:xfrm>
          <a:prstGeom prst="rect">
            <a:avLst/>
          </a:prstGeom>
          <a:noFill/>
        </p:spPr>
        <p:txBody>
          <a:bodyPr wrap="square" rtlCol="0">
            <a:spAutoFit/>
          </a:bodyPr>
          <a:lstStyle/>
          <a:p>
            <a:r>
              <a:rPr lang="en-US" b="1" dirty="0"/>
              <a:t>P</a:t>
            </a:r>
            <a:r>
              <a:rPr lang="en-US" altLang="zh-CN" b="1" dirty="0"/>
              <a:t>rogram B</a:t>
            </a:r>
            <a:endParaRPr lang="en-US" b="1" dirty="0"/>
          </a:p>
        </p:txBody>
      </p:sp>
      <p:sp>
        <p:nvSpPr>
          <p:cNvPr id="16" name="文本框 11">
            <a:extLst>
              <a:ext uri="{FF2B5EF4-FFF2-40B4-BE49-F238E27FC236}">
                <a16:creationId xmlns:a16="http://schemas.microsoft.com/office/drawing/2014/main" id="{6E3373D6-2EBF-0346-9F7C-B2A502B73462}"/>
              </a:ext>
            </a:extLst>
          </p:cNvPr>
          <p:cNvSpPr txBox="1"/>
          <p:nvPr/>
        </p:nvSpPr>
        <p:spPr>
          <a:xfrm>
            <a:off x="927389" y="4426647"/>
            <a:ext cx="1417871" cy="369332"/>
          </a:xfrm>
          <a:prstGeom prst="rect">
            <a:avLst/>
          </a:prstGeom>
          <a:noFill/>
        </p:spPr>
        <p:txBody>
          <a:bodyPr wrap="square" rtlCol="0">
            <a:spAutoFit/>
          </a:bodyPr>
          <a:lstStyle/>
          <a:p>
            <a:r>
              <a:rPr lang="en-US" b="1" dirty="0"/>
              <a:t>P</a:t>
            </a:r>
            <a:r>
              <a:rPr lang="en-US" altLang="zh-CN" b="1" dirty="0"/>
              <a:t>rogram C</a:t>
            </a:r>
            <a:endParaRPr lang="en-US" b="1" dirty="0"/>
          </a:p>
        </p:txBody>
      </p:sp>
      <p:sp>
        <p:nvSpPr>
          <p:cNvPr id="17" name="文本框 12">
            <a:extLst>
              <a:ext uri="{FF2B5EF4-FFF2-40B4-BE49-F238E27FC236}">
                <a16:creationId xmlns:a16="http://schemas.microsoft.com/office/drawing/2014/main" id="{F84DB4AE-883A-7648-BCEB-DF3D849D98D5}"/>
              </a:ext>
            </a:extLst>
          </p:cNvPr>
          <p:cNvSpPr txBox="1"/>
          <p:nvPr/>
        </p:nvSpPr>
        <p:spPr>
          <a:xfrm>
            <a:off x="937008" y="5278593"/>
            <a:ext cx="1402204" cy="369332"/>
          </a:xfrm>
          <a:prstGeom prst="rect">
            <a:avLst/>
          </a:prstGeom>
          <a:noFill/>
        </p:spPr>
        <p:txBody>
          <a:bodyPr wrap="square" rtlCol="0">
            <a:spAutoFit/>
          </a:bodyPr>
          <a:lstStyle/>
          <a:p>
            <a:r>
              <a:rPr lang="en-US" b="1" dirty="0"/>
              <a:t>C</a:t>
            </a:r>
            <a:r>
              <a:rPr lang="en-US" altLang="zh-CN" b="1" dirty="0"/>
              <a:t>ombined</a:t>
            </a:r>
            <a:endParaRPr 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Multiprogramming Example</a:t>
            </a:r>
            <a:endParaRPr lang="zh-CN" altLang="en-US" dirty="0"/>
          </a:p>
        </p:txBody>
      </p:sp>
      <p:sp>
        <p:nvSpPr>
          <p:cNvPr id="5" name="日期占位符 4">
            <a:extLst>
              <a:ext uri="{FF2B5EF4-FFF2-40B4-BE49-F238E27FC236}">
                <a16:creationId xmlns:a16="http://schemas.microsoft.com/office/drawing/2014/main" id="{73EC3A4B-28D1-4860-9E6C-83AEFF448652}"/>
              </a:ext>
            </a:extLst>
          </p:cNvPr>
          <p:cNvSpPr>
            <a:spLocks noGrp="1"/>
          </p:cNvSpPr>
          <p:nvPr>
            <p:ph type="dt" sz="half" idx="10"/>
          </p:nvPr>
        </p:nvSpPr>
        <p:spPr/>
        <p:txBody>
          <a:bodyPr/>
          <a:lstStyle/>
          <a:p>
            <a:fld id="{F6A88CE6-F747-4BA5-838E-76E8370B49B1}"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38491BE1-F1FB-43B4-A7B5-8A3FA329A57B}"/>
              </a:ext>
            </a:extLst>
          </p:cNvPr>
          <p:cNvSpPr>
            <a:spLocks noGrp="1"/>
          </p:cNvSpPr>
          <p:nvPr>
            <p:ph type="sldNum" sz="quarter" idx="12"/>
          </p:nvPr>
        </p:nvSpPr>
        <p:spPr/>
        <p:txBody>
          <a:bodyPr/>
          <a:lstStyle/>
          <a:p>
            <a:fld id="{2093D444-7193-46AD-90E8-D84AE4B61CFF}" type="slidenum">
              <a:rPr lang="en-US" smtClean="0"/>
              <a:pPr/>
              <a:t>26</a:t>
            </a:fld>
            <a:r>
              <a:rPr lang="en-US"/>
              <a:t>/56</a:t>
            </a:r>
            <a:endParaRPr lang="en-US" dirty="0"/>
          </a:p>
        </p:txBody>
      </p:sp>
      <p:pic>
        <p:nvPicPr>
          <p:cNvPr id="8" name="图片 7">
            <a:extLst>
              <a:ext uri="{FF2B5EF4-FFF2-40B4-BE49-F238E27FC236}">
                <a16:creationId xmlns:a16="http://schemas.microsoft.com/office/drawing/2014/main" id="{07274FD1-E318-4DD9-9190-3EB3A2DDBC04}"/>
              </a:ext>
            </a:extLst>
          </p:cNvPr>
          <p:cNvPicPr>
            <a:picLocks noChangeAspect="1"/>
          </p:cNvPicPr>
          <p:nvPr/>
        </p:nvPicPr>
        <p:blipFill>
          <a:blip r:embed="rId3"/>
          <a:stretch>
            <a:fillRect/>
          </a:stretch>
        </p:blipFill>
        <p:spPr>
          <a:xfrm>
            <a:off x="496791" y="2324207"/>
            <a:ext cx="8130540" cy="2254420"/>
          </a:xfrm>
          <a:prstGeom prst="rect">
            <a:avLst/>
          </a:prstGeom>
        </p:spPr>
      </p:pic>
      <p:sp>
        <p:nvSpPr>
          <p:cNvPr id="10" name="文本框 9">
            <a:extLst>
              <a:ext uri="{FF2B5EF4-FFF2-40B4-BE49-F238E27FC236}">
                <a16:creationId xmlns:a16="http://schemas.microsoft.com/office/drawing/2014/main" id="{7250A763-7079-4F0F-8E55-FACDB2E069F1}"/>
              </a:ext>
            </a:extLst>
          </p:cNvPr>
          <p:cNvSpPr txBox="1"/>
          <p:nvPr/>
        </p:nvSpPr>
        <p:spPr>
          <a:xfrm>
            <a:off x="2286000" y="1577355"/>
            <a:ext cx="4572000" cy="369332"/>
          </a:xfrm>
          <a:prstGeom prst="rect">
            <a:avLst/>
          </a:prstGeom>
          <a:noFill/>
        </p:spPr>
        <p:txBody>
          <a:bodyPr wrap="square">
            <a:spAutoFit/>
          </a:bodyPr>
          <a:lstStyle/>
          <a:p>
            <a:r>
              <a:rPr lang="en-US" sz="1800" b="1" dirty="0">
                <a:solidFill>
                  <a:srgbClr val="231F20"/>
                </a:solidFill>
                <a:effectLst/>
                <a:latin typeface="Microsoft YaHei" panose="020B0503020204020204" pitchFamily="34" charset="-122"/>
                <a:ea typeface="Microsoft YaHei" panose="020B0503020204020204" pitchFamily="34" charset="-122"/>
              </a:rPr>
              <a:t>Sample Program Execution Attributes</a:t>
            </a:r>
            <a:endParaRPr lang="en-US" b="1"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Multiprogramming Example</a:t>
            </a:r>
            <a:endParaRPr lang="zh-CN" altLang="en-US" dirty="0"/>
          </a:p>
        </p:txBody>
      </p:sp>
      <p:sp>
        <p:nvSpPr>
          <p:cNvPr id="4" name="日期占位符 3">
            <a:extLst>
              <a:ext uri="{FF2B5EF4-FFF2-40B4-BE49-F238E27FC236}">
                <a16:creationId xmlns:a16="http://schemas.microsoft.com/office/drawing/2014/main" id="{C25A6E13-6128-4760-937B-2EACC094760F}"/>
              </a:ext>
            </a:extLst>
          </p:cNvPr>
          <p:cNvSpPr>
            <a:spLocks noGrp="1"/>
          </p:cNvSpPr>
          <p:nvPr>
            <p:ph type="dt" sz="half" idx="10"/>
          </p:nvPr>
        </p:nvSpPr>
        <p:spPr/>
        <p:txBody>
          <a:bodyPr/>
          <a:lstStyle/>
          <a:p>
            <a:fld id="{2D0C8B86-CBAD-4582-9E86-FF3C3369C8B0}"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E04F672E-F692-47FC-8A02-C80270B43EBD}"/>
              </a:ext>
            </a:extLst>
          </p:cNvPr>
          <p:cNvSpPr>
            <a:spLocks noGrp="1"/>
          </p:cNvSpPr>
          <p:nvPr>
            <p:ph type="sldNum" sz="quarter" idx="12"/>
          </p:nvPr>
        </p:nvSpPr>
        <p:spPr/>
        <p:txBody>
          <a:bodyPr/>
          <a:lstStyle/>
          <a:p>
            <a:fld id="{2093D444-7193-46AD-90E8-D84AE4B61CFF}" type="slidenum">
              <a:rPr lang="en-US" smtClean="0"/>
              <a:pPr/>
              <a:t>27</a:t>
            </a:fld>
            <a:r>
              <a:rPr lang="en-US"/>
              <a:t>/56</a:t>
            </a:r>
            <a:endParaRPr lang="en-US" dirty="0"/>
          </a:p>
        </p:txBody>
      </p:sp>
      <p:pic>
        <p:nvPicPr>
          <p:cNvPr id="10" name="图片 9">
            <a:extLst>
              <a:ext uri="{FF2B5EF4-FFF2-40B4-BE49-F238E27FC236}">
                <a16:creationId xmlns:a16="http://schemas.microsoft.com/office/drawing/2014/main" id="{B37F59FF-962E-4348-8837-2037AF245FF2}"/>
              </a:ext>
            </a:extLst>
          </p:cNvPr>
          <p:cNvPicPr>
            <a:picLocks noChangeAspect="1"/>
          </p:cNvPicPr>
          <p:nvPr/>
        </p:nvPicPr>
        <p:blipFill>
          <a:blip r:embed="rId3"/>
          <a:stretch>
            <a:fillRect/>
          </a:stretch>
        </p:blipFill>
        <p:spPr>
          <a:xfrm>
            <a:off x="763573" y="737053"/>
            <a:ext cx="7129173" cy="5135779"/>
          </a:xfrm>
          <a:prstGeom prst="rect">
            <a:avLst/>
          </a:prstGeom>
        </p:spPr>
      </p:pic>
      <p:sp>
        <p:nvSpPr>
          <p:cNvPr id="12" name="文本框 11">
            <a:extLst>
              <a:ext uri="{FF2B5EF4-FFF2-40B4-BE49-F238E27FC236}">
                <a16:creationId xmlns:a16="http://schemas.microsoft.com/office/drawing/2014/main" id="{8FF8E035-2678-4B74-BDD2-5645CAA60B1F}"/>
              </a:ext>
            </a:extLst>
          </p:cNvPr>
          <p:cNvSpPr txBox="1"/>
          <p:nvPr/>
        </p:nvSpPr>
        <p:spPr>
          <a:xfrm>
            <a:off x="2286000" y="5920042"/>
            <a:ext cx="4572000" cy="369332"/>
          </a:xfrm>
          <a:prstGeom prst="rect">
            <a:avLst/>
          </a:prstGeom>
          <a:noFill/>
        </p:spPr>
        <p:txBody>
          <a:bodyPr wrap="square">
            <a:spAutoFit/>
          </a:bodyPr>
          <a:lstStyle/>
          <a:p>
            <a:pPr algn="ctr"/>
            <a:r>
              <a:rPr lang="en-US" sz="1800" b="1" dirty="0">
                <a:solidFill>
                  <a:srgbClr val="231F20"/>
                </a:solidFill>
                <a:effectLst/>
                <a:latin typeface="TimesTenLTStd-Bold"/>
              </a:rPr>
              <a:t>Utilization Histograms</a:t>
            </a: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Multiprogramming Example</a:t>
            </a:r>
            <a:endParaRPr lang="zh-CN" altLang="en-US" dirty="0"/>
          </a:p>
        </p:txBody>
      </p:sp>
      <p:sp>
        <p:nvSpPr>
          <p:cNvPr id="5" name="日期占位符 4">
            <a:extLst>
              <a:ext uri="{FF2B5EF4-FFF2-40B4-BE49-F238E27FC236}">
                <a16:creationId xmlns:a16="http://schemas.microsoft.com/office/drawing/2014/main" id="{73EC3A4B-28D1-4860-9E6C-83AEFF448652}"/>
              </a:ext>
            </a:extLst>
          </p:cNvPr>
          <p:cNvSpPr>
            <a:spLocks noGrp="1"/>
          </p:cNvSpPr>
          <p:nvPr>
            <p:ph type="dt" sz="half" idx="10"/>
          </p:nvPr>
        </p:nvSpPr>
        <p:spPr/>
        <p:txBody>
          <a:bodyPr/>
          <a:lstStyle/>
          <a:p>
            <a:fld id="{F6A88CE6-F747-4BA5-838E-76E8370B49B1}"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38491BE1-F1FB-43B4-A7B5-8A3FA329A57B}"/>
              </a:ext>
            </a:extLst>
          </p:cNvPr>
          <p:cNvSpPr>
            <a:spLocks noGrp="1"/>
          </p:cNvSpPr>
          <p:nvPr>
            <p:ph type="sldNum" sz="quarter" idx="12"/>
          </p:nvPr>
        </p:nvSpPr>
        <p:spPr/>
        <p:txBody>
          <a:bodyPr/>
          <a:lstStyle/>
          <a:p>
            <a:fld id="{2093D444-7193-46AD-90E8-D84AE4B61CFF}" type="slidenum">
              <a:rPr lang="en-US" smtClean="0"/>
              <a:pPr/>
              <a:t>28</a:t>
            </a:fld>
            <a:r>
              <a:rPr lang="en-US"/>
              <a:t>/56</a:t>
            </a:r>
            <a:endParaRPr lang="en-US" dirty="0"/>
          </a:p>
        </p:txBody>
      </p:sp>
      <p:pic>
        <p:nvPicPr>
          <p:cNvPr id="12" name="图片 11">
            <a:extLst>
              <a:ext uri="{FF2B5EF4-FFF2-40B4-BE49-F238E27FC236}">
                <a16:creationId xmlns:a16="http://schemas.microsoft.com/office/drawing/2014/main" id="{26AB6451-E411-4DEA-BEE0-D81877FDF759}"/>
              </a:ext>
            </a:extLst>
          </p:cNvPr>
          <p:cNvPicPr>
            <a:picLocks noChangeAspect="1"/>
          </p:cNvPicPr>
          <p:nvPr/>
        </p:nvPicPr>
        <p:blipFill>
          <a:blip r:embed="rId3"/>
          <a:stretch>
            <a:fillRect/>
          </a:stretch>
        </p:blipFill>
        <p:spPr>
          <a:xfrm>
            <a:off x="511817" y="2319131"/>
            <a:ext cx="8120366" cy="2697236"/>
          </a:xfrm>
          <a:prstGeom prst="rect">
            <a:avLst/>
          </a:prstGeom>
          <a:solidFill>
            <a:srgbClr val="CCE4E5"/>
          </a:solidFill>
        </p:spPr>
      </p:pic>
      <p:sp>
        <p:nvSpPr>
          <p:cNvPr id="13" name="文本框 12">
            <a:extLst>
              <a:ext uri="{FF2B5EF4-FFF2-40B4-BE49-F238E27FC236}">
                <a16:creationId xmlns:a16="http://schemas.microsoft.com/office/drawing/2014/main" id="{8D5DC649-1E51-4184-BD50-0C40A0244C63}"/>
              </a:ext>
            </a:extLst>
          </p:cNvPr>
          <p:cNvSpPr txBox="1"/>
          <p:nvPr/>
        </p:nvSpPr>
        <p:spPr>
          <a:xfrm>
            <a:off x="1609725" y="1771041"/>
            <a:ext cx="6381336" cy="369332"/>
          </a:xfrm>
          <a:prstGeom prst="rect">
            <a:avLst/>
          </a:prstGeom>
          <a:noFill/>
        </p:spPr>
        <p:txBody>
          <a:bodyPr wrap="square">
            <a:spAutoFit/>
          </a:bodyPr>
          <a:lstStyle/>
          <a:p>
            <a:r>
              <a:rPr lang="en-US" sz="1800" b="1" dirty="0">
                <a:solidFill>
                  <a:srgbClr val="231F20"/>
                </a:solidFill>
                <a:effectLst/>
                <a:latin typeface="Microsoft YaHei" panose="020B0503020204020204" pitchFamily="34" charset="-122"/>
                <a:ea typeface="Microsoft YaHei" panose="020B0503020204020204" pitchFamily="34" charset="-122"/>
              </a:rPr>
              <a:t>Effects of Multiprogramming on Resource Utilization</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03527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29101-8B8D-F74F-9B67-E5450BB997E7}"/>
              </a:ext>
            </a:extLst>
          </p:cNvPr>
          <p:cNvSpPr>
            <a:spLocks noGrp="1"/>
          </p:cNvSpPr>
          <p:nvPr>
            <p:ph type="title"/>
          </p:nvPr>
        </p:nvSpPr>
        <p:spPr/>
        <p:txBody>
          <a:bodyPr/>
          <a:lstStyle/>
          <a:p>
            <a:r>
              <a:rPr lang="en-US" altLang="zh-CN" dirty="0"/>
              <a:t>Test</a:t>
            </a:r>
            <a:endParaRPr lang="en-CN" dirty="0"/>
          </a:p>
        </p:txBody>
      </p:sp>
      <p:pic>
        <p:nvPicPr>
          <p:cNvPr id="6" name="Content Placeholder 5">
            <a:extLst>
              <a:ext uri="{FF2B5EF4-FFF2-40B4-BE49-F238E27FC236}">
                <a16:creationId xmlns:a16="http://schemas.microsoft.com/office/drawing/2014/main" id="{7250709E-D89B-4B4F-985F-A989189C18C3}"/>
              </a:ext>
            </a:extLst>
          </p:cNvPr>
          <p:cNvPicPr>
            <a:picLocks noGrp="1" noChangeAspect="1"/>
          </p:cNvPicPr>
          <p:nvPr>
            <p:ph idx="1"/>
          </p:nvPr>
        </p:nvPicPr>
        <p:blipFill>
          <a:blip r:embed="rId2"/>
          <a:stretch>
            <a:fillRect/>
          </a:stretch>
        </p:blipFill>
        <p:spPr>
          <a:xfrm>
            <a:off x="478675" y="862881"/>
            <a:ext cx="8139975" cy="2479834"/>
          </a:xfrm>
          <a:prstGeom prst="rect">
            <a:avLst/>
          </a:prstGeom>
        </p:spPr>
      </p:pic>
      <p:sp>
        <p:nvSpPr>
          <p:cNvPr id="4" name="Slide Number Placeholder 3">
            <a:extLst>
              <a:ext uri="{FF2B5EF4-FFF2-40B4-BE49-F238E27FC236}">
                <a16:creationId xmlns:a16="http://schemas.microsoft.com/office/drawing/2014/main" id="{0C07CA30-3385-5E45-BD9D-D687667B5ECD}"/>
              </a:ext>
            </a:extLst>
          </p:cNvPr>
          <p:cNvSpPr>
            <a:spLocks noGrp="1"/>
          </p:cNvSpPr>
          <p:nvPr>
            <p:ph type="sldNum" sz="quarter" idx="12"/>
          </p:nvPr>
        </p:nvSpPr>
        <p:spPr/>
        <p:txBody>
          <a:bodyPr/>
          <a:lstStyle/>
          <a:p>
            <a:fld id="{2093D444-7193-46AD-90E8-D84AE4B61CFF}" type="slidenum">
              <a:rPr lang="en-US" smtClean="0"/>
              <a:pPr/>
              <a:t>29</a:t>
            </a:fld>
            <a:r>
              <a:rPr lang="en-US"/>
              <a:t>/56</a:t>
            </a:r>
            <a:endParaRPr lang="en-US" dirty="0"/>
          </a:p>
        </p:txBody>
      </p:sp>
      <p:sp>
        <p:nvSpPr>
          <p:cNvPr id="5" name="Date Placeholder 4">
            <a:extLst>
              <a:ext uri="{FF2B5EF4-FFF2-40B4-BE49-F238E27FC236}">
                <a16:creationId xmlns:a16="http://schemas.microsoft.com/office/drawing/2014/main" id="{49300581-CD8E-104B-AB97-1B73E681AAAA}"/>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7" name="Picture 6">
            <a:extLst>
              <a:ext uri="{FF2B5EF4-FFF2-40B4-BE49-F238E27FC236}">
                <a16:creationId xmlns:a16="http://schemas.microsoft.com/office/drawing/2014/main" id="{22D23FDF-E060-2141-9701-E01FB25AE318}"/>
              </a:ext>
            </a:extLst>
          </p:cNvPr>
          <p:cNvPicPr>
            <a:picLocks noChangeAspect="1"/>
          </p:cNvPicPr>
          <p:nvPr/>
        </p:nvPicPr>
        <p:blipFill>
          <a:blip r:embed="rId3"/>
          <a:stretch>
            <a:fillRect/>
          </a:stretch>
        </p:blipFill>
        <p:spPr>
          <a:xfrm>
            <a:off x="606287" y="3488000"/>
            <a:ext cx="8137061" cy="1402052"/>
          </a:xfrm>
          <a:prstGeom prst="rect">
            <a:avLst/>
          </a:prstGeom>
        </p:spPr>
      </p:pic>
    </p:spTree>
    <p:extLst>
      <p:ext uri="{BB962C8B-B14F-4D97-AF65-F5344CB8AC3E}">
        <p14:creationId xmlns:p14="http://schemas.microsoft.com/office/powerpoint/2010/main" val="163738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2.4</a:t>
            </a:r>
            <a:r>
              <a:rPr lang="zh-CN" altLang="en-US" dirty="0"/>
              <a:t> </a:t>
            </a:r>
            <a:r>
              <a:rPr lang="en-US" altLang="zh-CN" dirty="0"/>
              <a:t>Time-Sharing Systems </a:t>
            </a:r>
            <a:r>
              <a:rPr lang="zh-CN" altLang="en-US" dirty="0"/>
              <a:t>（分时）</a:t>
            </a:r>
          </a:p>
        </p:txBody>
      </p:sp>
      <p:sp>
        <p:nvSpPr>
          <p:cNvPr id="3" name="内容占位符 2"/>
          <p:cNvSpPr>
            <a:spLocks noGrp="1"/>
          </p:cNvSpPr>
          <p:nvPr>
            <p:ph idx="1"/>
          </p:nvPr>
        </p:nvSpPr>
        <p:spPr>
          <a:xfrm>
            <a:off x="628650" y="812318"/>
            <a:ext cx="7886700" cy="2395846"/>
          </a:xfrm>
        </p:spPr>
        <p:txBody>
          <a:bodyPr/>
          <a:lstStyle/>
          <a:p>
            <a:r>
              <a:rPr lang="en-US" altLang="zh-CN" dirty="0"/>
              <a:t>Using multiprogramming to handle multiple </a:t>
            </a:r>
            <a:r>
              <a:rPr lang="en-US" altLang="zh-CN" dirty="0">
                <a:solidFill>
                  <a:srgbClr val="FF0000"/>
                </a:solidFill>
              </a:rPr>
              <a:t>interactive jobs</a:t>
            </a:r>
          </a:p>
          <a:p>
            <a:r>
              <a:rPr lang="en-US" altLang="zh-CN" dirty="0"/>
              <a:t>Processor’s time is </a:t>
            </a:r>
            <a:r>
              <a:rPr lang="en-US" altLang="zh-CN" b="1" dirty="0">
                <a:solidFill>
                  <a:srgbClr val="FF0000"/>
                </a:solidFill>
              </a:rPr>
              <a:t>shared</a:t>
            </a:r>
            <a:r>
              <a:rPr lang="en-US" altLang="zh-CN" dirty="0">
                <a:solidFill>
                  <a:srgbClr val="FF0000"/>
                </a:solidFill>
              </a:rPr>
              <a:t> among multiple users</a:t>
            </a:r>
          </a:p>
          <a:p>
            <a:r>
              <a:rPr lang="en-US" sz="2000" dirty="0"/>
              <a:t>Multiple users simultaneously access the system through terminals, with the OS interleaving the execution of each user program in a short burst or quantum of computation</a:t>
            </a:r>
          </a:p>
        </p:txBody>
      </p:sp>
      <p:sp>
        <p:nvSpPr>
          <p:cNvPr id="5" name="日期占位符 4">
            <a:extLst>
              <a:ext uri="{FF2B5EF4-FFF2-40B4-BE49-F238E27FC236}">
                <a16:creationId xmlns:a16="http://schemas.microsoft.com/office/drawing/2014/main" id="{BA75B616-7A34-43D1-B3CA-0BA3D7BE013B}"/>
              </a:ext>
            </a:extLst>
          </p:cNvPr>
          <p:cNvSpPr>
            <a:spLocks noGrp="1"/>
          </p:cNvSpPr>
          <p:nvPr>
            <p:ph type="dt" sz="half" idx="10"/>
          </p:nvPr>
        </p:nvSpPr>
        <p:spPr/>
        <p:txBody>
          <a:bodyPr/>
          <a:lstStyle/>
          <a:p>
            <a:fld id="{CADDCCAF-F475-4A65-987E-3A4B867A187E}"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C56D11A4-CDA5-42D8-AE8B-4A64E40824EF}"/>
              </a:ext>
            </a:extLst>
          </p:cNvPr>
          <p:cNvSpPr>
            <a:spLocks noGrp="1"/>
          </p:cNvSpPr>
          <p:nvPr>
            <p:ph type="sldNum" sz="quarter" idx="12"/>
          </p:nvPr>
        </p:nvSpPr>
        <p:spPr/>
        <p:txBody>
          <a:bodyPr/>
          <a:lstStyle/>
          <a:p>
            <a:fld id="{2093D444-7193-46AD-90E8-D84AE4B61CFF}" type="slidenum">
              <a:rPr lang="en-US" smtClean="0"/>
              <a:pPr/>
              <a:t>30</a:t>
            </a:fld>
            <a:r>
              <a:rPr lang="en-US"/>
              <a:t>/56</a:t>
            </a:r>
            <a:endParaRPr lang="en-US" dirty="0"/>
          </a:p>
        </p:txBody>
      </p:sp>
      <p:graphicFrame>
        <p:nvGraphicFramePr>
          <p:cNvPr id="15" name="表格 15">
            <a:extLst>
              <a:ext uri="{FF2B5EF4-FFF2-40B4-BE49-F238E27FC236}">
                <a16:creationId xmlns:a16="http://schemas.microsoft.com/office/drawing/2014/main" id="{5AEB0BA9-29B3-4695-9F86-F4F679D2DA17}"/>
              </a:ext>
            </a:extLst>
          </p:cNvPr>
          <p:cNvGraphicFramePr>
            <a:graphicFrameLocks noGrp="1"/>
          </p:cNvGraphicFramePr>
          <p:nvPr>
            <p:extLst>
              <p:ext uri="{D42A27DB-BD31-4B8C-83A1-F6EECF244321}">
                <p14:modId xmlns:p14="http://schemas.microsoft.com/office/powerpoint/2010/main" val="2206246703"/>
              </p:ext>
            </p:extLst>
          </p:nvPr>
        </p:nvGraphicFramePr>
        <p:xfrm>
          <a:off x="956310" y="3631057"/>
          <a:ext cx="7315200" cy="2408752"/>
        </p:xfrm>
        <a:graphic>
          <a:graphicData uri="http://schemas.openxmlformats.org/drawingml/2006/table">
            <a:tbl>
              <a:tblPr firstRow="1" bandRow="1">
                <a:tableStyleId>{5C22544A-7EE6-4342-B048-85BDC9FD1C3A}</a:tableStyleId>
              </a:tblPr>
              <a:tblGrid>
                <a:gridCol w="1959168">
                  <a:extLst>
                    <a:ext uri="{9D8B030D-6E8A-4147-A177-3AD203B41FA5}">
                      <a16:colId xmlns:a16="http://schemas.microsoft.com/office/drawing/2014/main" val="1778511366"/>
                    </a:ext>
                  </a:extLst>
                </a:gridCol>
                <a:gridCol w="3313044">
                  <a:extLst>
                    <a:ext uri="{9D8B030D-6E8A-4147-A177-3AD203B41FA5}">
                      <a16:colId xmlns:a16="http://schemas.microsoft.com/office/drawing/2014/main" val="569618448"/>
                    </a:ext>
                  </a:extLst>
                </a:gridCol>
                <a:gridCol w="2042988">
                  <a:extLst>
                    <a:ext uri="{9D8B030D-6E8A-4147-A177-3AD203B41FA5}">
                      <a16:colId xmlns:a16="http://schemas.microsoft.com/office/drawing/2014/main" val="1244339724"/>
                    </a:ext>
                  </a:extLst>
                </a:gridCol>
              </a:tblGrid>
              <a:tr h="476045">
                <a:tc>
                  <a:txBody>
                    <a:bodyPr/>
                    <a:lstStyle/>
                    <a:p>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1" kern="1200" dirty="0">
                          <a:solidFill>
                            <a:schemeClr val="tx1"/>
                          </a:solidFill>
                          <a:effectLst/>
                          <a:latin typeface="Microsoft YaHei UI" panose="020B0503020204020204" pitchFamily="34" charset="-122"/>
                          <a:ea typeface="Microsoft YaHei UI" panose="020B0503020204020204" pitchFamily="34" charset="-122"/>
                          <a:cs typeface="+mn-cs"/>
                        </a:rPr>
                        <a:t>Batch Multiprogramming</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tc>
                  <a:txBody>
                    <a:bodyPr/>
                    <a:lstStyle/>
                    <a:p>
                      <a:r>
                        <a:rPr lang="en-US" sz="2000" b="1" kern="1200" dirty="0">
                          <a:solidFill>
                            <a:schemeClr val="tx1"/>
                          </a:solidFill>
                          <a:effectLst/>
                          <a:latin typeface="Microsoft YaHei UI" panose="020B0503020204020204" pitchFamily="34" charset="-122"/>
                          <a:ea typeface="Microsoft YaHei UI" panose="020B0503020204020204" pitchFamily="34" charset="-122"/>
                          <a:cs typeface="+mn-cs"/>
                        </a:rPr>
                        <a:t>Time Sharing</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extLst>
                  <a:ext uri="{0D108BD9-81ED-4DB2-BD59-A6C34878D82A}">
                    <a16:rowId xmlns:a16="http://schemas.microsoft.com/office/drawing/2014/main" val="1918241098"/>
                  </a:ext>
                </a:extLst>
              </a:tr>
              <a:tr h="701872">
                <a:tc>
                  <a:txBody>
                    <a:bodyPr/>
                    <a:lstStyle/>
                    <a:p>
                      <a:r>
                        <a:rPr lang="en-US" sz="2000" b="1" dirty="0">
                          <a:solidFill>
                            <a:schemeClr val="tx1"/>
                          </a:solidFill>
                          <a:effectLst/>
                          <a:latin typeface="Microsoft YaHei UI" panose="020B0503020204020204" pitchFamily="34" charset="-122"/>
                          <a:ea typeface="Microsoft YaHei UI" panose="020B0503020204020204" pitchFamily="34" charset="-122"/>
                        </a:rPr>
                        <a:t>Principal </a:t>
                      </a:r>
                    </a:p>
                    <a:p>
                      <a:r>
                        <a:rPr lang="en-US" sz="2000" b="1" dirty="0">
                          <a:solidFill>
                            <a:schemeClr val="tx1"/>
                          </a:solidFill>
                          <a:effectLst/>
                          <a:latin typeface="Microsoft YaHei UI" panose="020B0503020204020204" pitchFamily="34" charset="-122"/>
                          <a:ea typeface="Microsoft YaHei UI" panose="020B0503020204020204" pitchFamily="34" charset="-122"/>
                        </a:rPr>
                        <a:t>objective</a:t>
                      </a:r>
                      <a:endParaRPr lang="en-US" sz="2000" b="1"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kern="1200" dirty="0">
                          <a:solidFill>
                            <a:schemeClr val="tx1"/>
                          </a:solidFill>
                          <a:effectLst/>
                          <a:latin typeface="Microsoft YaHei UI" panose="020B0503020204020204" pitchFamily="34" charset="-122"/>
                          <a:ea typeface="Microsoft YaHei UI" panose="020B0503020204020204" pitchFamily="34" charset="-122"/>
                          <a:cs typeface="+mn-cs"/>
                        </a:rPr>
                        <a:t>Maximize processor use </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icrosoft YaHei UI" panose="020B0503020204020204" pitchFamily="34" charset="-122"/>
                          <a:ea typeface="Microsoft YaHei UI" panose="020B0503020204020204" pitchFamily="34" charset="-122"/>
                          <a:cs typeface="+mn-cs"/>
                        </a:rPr>
                        <a:t>Minimize response time </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extLst>
                  <a:ext uri="{0D108BD9-81ED-4DB2-BD59-A6C34878D82A}">
                    <a16:rowId xmlns:a16="http://schemas.microsoft.com/office/drawing/2014/main" val="1096171069"/>
                  </a:ext>
                </a:extLst>
              </a:tr>
              <a:tr h="929266">
                <a:tc>
                  <a:txBody>
                    <a:bodyPr/>
                    <a:lstStyle/>
                    <a:p>
                      <a:r>
                        <a:rPr lang="en-US" sz="2000" b="1" dirty="0">
                          <a:solidFill>
                            <a:schemeClr val="tx1"/>
                          </a:solidFill>
                          <a:effectLst/>
                          <a:latin typeface="Microsoft YaHei UI" panose="020B0503020204020204" pitchFamily="34" charset="-122"/>
                          <a:ea typeface="Microsoft YaHei UI" panose="020B0503020204020204" pitchFamily="34" charset="-122"/>
                        </a:rPr>
                        <a:t>Source of directives to OS</a:t>
                      </a:r>
                      <a:endParaRPr lang="en-US" sz="2000" b="1"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Arial" panose="020B0604020202020204" pitchFamily="34" charset="0"/>
                        <a:buChar char="•"/>
                      </a:pPr>
                      <a:r>
                        <a:rPr lang="en-US" sz="2000" kern="1200" dirty="0">
                          <a:solidFill>
                            <a:schemeClr val="tx1"/>
                          </a:solidFill>
                          <a:effectLst/>
                          <a:latin typeface="Microsoft YaHei UI" panose="020B0503020204020204" pitchFamily="34" charset="-122"/>
                          <a:ea typeface="Microsoft YaHei UI" panose="020B0503020204020204" pitchFamily="34" charset="-122"/>
                          <a:cs typeface="+mn-cs"/>
                        </a:rPr>
                        <a:t>Job control language</a:t>
                      </a:r>
                    </a:p>
                    <a:p>
                      <a:pPr marL="342900" indent="-342900">
                        <a:buFont typeface="Arial" panose="020B0604020202020204" pitchFamily="34" charset="0"/>
                        <a:buChar char="•"/>
                      </a:pPr>
                      <a:r>
                        <a:rPr lang="en-US" sz="2000" kern="1200" dirty="0">
                          <a:solidFill>
                            <a:schemeClr val="tx1"/>
                          </a:solidFill>
                          <a:effectLst/>
                          <a:latin typeface="Microsoft YaHei UI" panose="020B0503020204020204" pitchFamily="34" charset="-122"/>
                          <a:ea typeface="Microsoft YaHei UI" panose="020B0503020204020204" pitchFamily="34" charset="-122"/>
                          <a:cs typeface="+mn-cs"/>
                        </a:rPr>
                        <a:t>Commands provided with the job</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tc>
                  <a:txBody>
                    <a:bodyPr/>
                    <a:lstStyle/>
                    <a:p>
                      <a:r>
                        <a:rPr lang="en-US" sz="2000" kern="1200" dirty="0">
                          <a:solidFill>
                            <a:schemeClr val="tx1"/>
                          </a:solidFill>
                          <a:effectLst/>
                          <a:latin typeface="Microsoft YaHei UI" panose="020B0503020204020204" pitchFamily="34" charset="-122"/>
                          <a:ea typeface="Microsoft YaHei UI" panose="020B0503020204020204" pitchFamily="34" charset="-122"/>
                          <a:cs typeface="+mn-cs"/>
                        </a:rPr>
                        <a:t>Commands entered at the terminal</a:t>
                      </a:r>
                      <a:endParaRPr lang="en-US" sz="2000" dirty="0">
                        <a:solidFill>
                          <a:schemeClr val="tx1"/>
                        </a:solidFill>
                        <a:latin typeface="Microsoft YaHei UI" panose="020B0503020204020204" pitchFamily="34" charset="-122"/>
                        <a:ea typeface="Microsoft YaHei U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4E5"/>
                    </a:solidFill>
                  </a:tcPr>
                </a:tc>
                <a:extLst>
                  <a:ext uri="{0D108BD9-81ED-4DB2-BD59-A6C34878D82A}">
                    <a16:rowId xmlns:a16="http://schemas.microsoft.com/office/drawing/2014/main" val="1356947130"/>
                  </a:ext>
                </a:extLst>
              </a:tr>
            </a:tbl>
          </a:graphicData>
        </a:graphic>
      </p:graphicFrame>
      <p:sp>
        <p:nvSpPr>
          <p:cNvPr id="19" name="文本框 18">
            <a:extLst>
              <a:ext uri="{FF2B5EF4-FFF2-40B4-BE49-F238E27FC236}">
                <a16:creationId xmlns:a16="http://schemas.microsoft.com/office/drawing/2014/main" id="{619594E3-82B1-4635-BB9C-FCE09355123E}"/>
              </a:ext>
            </a:extLst>
          </p:cNvPr>
          <p:cNvSpPr txBox="1"/>
          <p:nvPr/>
        </p:nvSpPr>
        <p:spPr>
          <a:xfrm>
            <a:off x="1733103" y="3129849"/>
            <a:ext cx="5761613" cy="369332"/>
          </a:xfrm>
          <a:prstGeom prst="rect">
            <a:avLst/>
          </a:prstGeom>
          <a:noFill/>
        </p:spPr>
        <p:txBody>
          <a:bodyPr wrap="square">
            <a:spAutoFit/>
          </a:bodyPr>
          <a:lstStyle/>
          <a:p>
            <a:r>
              <a:rPr lang="en-US" sz="1800" b="1" dirty="0">
                <a:solidFill>
                  <a:srgbClr val="231F20"/>
                </a:solidFill>
                <a:effectLst/>
                <a:latin typeface="Microsoft YaHei UI" panose="020B0503020204020204" pitchFamily="34" charset="-122"/>
                <a:ea typeface="Microsoft YaHei UI" panose="020B0503020204020204" pitchFamily="34" charset="-122"/>
              </a:rPr>
              <a:t>Batch Multiprogramming versus Time Sharing</a:t>
            </a:r>
            <a:endParaRPr lang="en-US" b="1" dirty="0">
              <a:latin typeface="Microsoft YaHei UI" panose="020B0503020204020204" pitchFamily="34" charset="-122"/>
              <a:ea typeface="Microsoft YaHei UI"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B09B2-ED4F-450F-9F88-6E2A0F555918}"/>
              </a:ext>
            </a:extLst>
          </p:cNvPr>
          <p:cNvSpPr>
            <a:spLocks noGrp="1"/>
          </p:cNvSpPr>
          <p:nvPr>
            <p:ph type="title"/>
          </p:nvPr>
        </p:nvSpPr>
        <p:spPr/>
        <p:txBody>
          <a:bodyPr/>
          <a:lstStyle/>
          <a:p>
            <a:r>
              <a:rPr lang="en-NZ" b="1" dirty="0">
                <a:solidFill>
                  <a:schemeClr val="accent1">
                    <a:lumMod val="50000"/>
                  </a:schemeClr>
                </a:solidFill>
              </a:rPr>
              <a:t>Compatible Time-Sharing Systems </a:t>
            </a:r>
            <a:r>
              <a:rPr lang="zh-CN" altLang="en-US" b="1" dirty="0">
                <a:solidFill>
                  <a:schemeClr val="accent1">
                    <a:lumMod val="50000"/>
                  </a:schemeClr>
                </a:solidFill>
              </a:rPr>
              <a:t>（</a:t>
            </a:r>
            <a:r>
              <a:rPr lang="en-US" altLang="zh-CN" b="1" dirty="0">
                <a:solidFill>
                  <a:schemeClr val="accent1">
                    <a:lumMod val="50000"/>
                  </a:schemeClr>
                </a:solidFill>
              </a:rPr>
              <a:t>CTSS</a:t>
            </a:r>
            <a:r>
              <a:rPr lang="zh-CN" altLang="en-US" b="1" dirty="0">
                <a:solidFill>
                  <a:schemeClr val="accent1">
                    <a:lumMod val="50000"/>
                  </a:schemeClr>
                </a:solidFill>
              </a:rPr>
              <a:t>）</a:t>
            </a:r>
            <a:endParaRPr lang="en-US" dirty="0"/>
          </a:p>
        </p:txBody>
      </p:sp>
      <p:sp>
        <p:nvSpPr>
          <p:cNvPr id="3" name="内容占位符 2">
            <a:extLst>
              <a:ext uri="{FF2B5EF4-FFF2-40B4-BE49-F238E27FC236}">
                <a16:creationId xmlns:a16="http://schemas.microsoft.com/office/drawing/2014/main" id="{4B055506-04E1-4EF8-B45B-99D6EA35C0FB}"/>
              </a:ext>
            </a:extLst>
          </p:cNvPr>
          <p:cNvSpPr>
            <a:spLocks noGrp="1"/>
          </p:cNvSpPr>
          <p:nvPr>
            <p:ph idx="1"/>
          </p:nvPr>
        </p:nvSpPr>
        <p:spPr/>
        <p:txBody>
          <a:bodyPr/>
          <a:lstStyle/>
          <a:p>
            <a:r>
              <a:rPr lang="en-NZ" sz="1765" dirty="0"/>
              <a:t>Run on a computer with 32,000 36-bit words of main memory, with the resident monitor consuming 5000 of that.</a:t>
            </a:r>
          </a:p>
          <a:p>
            <a:r>
              <a:rPr lang="en-NZ" sz="1765" dirty="0"/>
              <a:t>To simplify both the monitor and memory management a program was always loaded to </a:t>
            </a:r>
            <a:r>
              <a:rPr lang="en-NZ" sz="1765" dirty="0">
                <a:solidFill>
                  <a:srgbClr val="FF0000"/>
                </a:solidFill>
              </a:rPr>
              <a:t>start at the location of the 5000</a:t>
            </a:r>
            <a:r>
              <a:rPr lang="en-NZ" sz="1765" baseline="30000" dirty="0">
                <a:solidFill>
                  <a:srgbClr val="FF0000"/>
                </a:solidFill>
              </a:rPr>
              <a:t>th</a:t>
            </a:r>
            <a:r>
              <a:rPr lang="en-NZ" sz="1765" dirty="0">
                <a:solidFill>
                  <a:srgbClr val="FF0000"/>
                </a:solidFill>
              </a:rPr>
              <a:t> </a:t>
            </a:r>
            <a:r>
              <a:rPr lang="en-NZ" sz="1765" dirty="0"/>
              <a:t>word</a:t>
            </a:r>
            <a:r>
              <a:rPr lang="en-US" sz="1765" dirty="0"/>
              <a:t>.</a:t>
            </a:r>
          </a:p>
          <a:p>
            <a:r>
              <a:rPr lang="en-NZ" sz="1800" kern="1200" dirty="0">
                <a:solidFill>
                  <a:srgbClr val="262626"/>
                </a:solidFill>
                <a:effectLst/>
                <a:latin typeface="Calisto MT" panose="02040603050505030304" pitchFamily="18" charset="0"/>
                <a:ea typeface="+mn-ea"/>
                <a:cs typeface="+mn-cs"/>
              </a:rPr>
              <a:t>System clock generates </a:t>
            </a:r>
            <a:r>
              <a:rPr lang="en-NZ" sz="1800" kern="1200" dirty="0">
                <a:solidFill>
                  <a:srgbClr val="FF0000"/>
                </a:solidFill>
                <a:effectLst/>
                <a:latin typeface="Calisto MT" panose="02040603050505030304" pitchFamily="18" charset="0"/>
                <a:ea typeface="+mn-ea"/>
                <a:cs typeface="+mn-cs"/>
              </a:rPr>
              <a:t>interrupts</a:t>
            </a:r>
            <a:r>
              <a:rPr lang="en-NZ" sz="1800" kern="1200" dirty="0">
                <a:solidFill>
                  <a:srgbClr val="262626"/>
                </a:solidFill>
                <a:effectLst/>
                <a:latin typeface="Calisto MT" panose="02040603050505030304" pitchFamily="18" charset="0"/>
                <a:ea typeface="+mn-ea"/>
                <a:cs typeface="+mn-cs"/>
              </a:rPr>
              <a:t> at a rate of approximately one every 0.2 seconds</a:t>
            </a:r>
            <a:endParaRPr lang="en-US" sz="1800" dirty="0">
              <a:effectLst/>
            </a:endParaRPr>
          </a:p>
          <a:p>
            <a:endParaRPr lang="en-US" dirty="0"/>
          </a:p>
        </p:txBody>
      </p:sp>
      <p:sp>
        <p:nvSpPr>
          <p:cNvPr id="4" name="灯片编号占位符 3">
            <a:extLst>
              <a:ext uri="{FF2B5EF4-FFF2-40B4-BE49-F238E27FC236}">
                <a16:creationId xmlns:a16="http://schemas.microsoft.com/office/drawing/2014/main" id="{91148AA8-0252-4C9C-B4D3-53515F20F42E}"/>
              </a:ext>
            </a:extLst>
          </p:cNvPr>
          <p:cNvSpPr>
            <a:spLocks noGrp="1"/>
          </p:cNvSpPr>
          <p:nvPr>
            <p:ph type="sldNum" sz="quarter" idx="12"/>
          </p:nvPr>
        </p:nvSpPr>
        <p:spPr/>
        <p:txBody>
          <a:bodyPr/>
          <a:lstStyle/>
          <a:p>
            <a:fld id="{2093D444-7193-46AD-90E8-D84AE4B61CFF}" type="slidenum">
              <a:rPr lang="en-US" smtClean="0"/>
              <a:pPr/>
              <a:t>31</a:t>
            </a:fld>
            <a:r>
              <a:rPr lang="en-US"/>
              <a:t>/56</a:t>
            </a:r>
            <a:endParaRPr lang="en-US" dirty="0"/>
          </a:p>
        </p:txBody>
      </p:sp>
      <p:sp>
        <p:nvSpPr>
          <p:cNvPr id="5" name="日期占位符 4">
            <a:extLst>
              <a:ext uri="{FF2B5EF4-FFF2-40B4-BE49-F238E27FC236}">
                <a16:creationId xmlns:a16="http://schemas.microsoft.com/office/drawing/2014/main" id="{6CF22CA8-2F53-4430-83AB-73685B07F19C}"/>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7" name="图片 6">
            <a:extLst>
              <a:ext uri="{FF2B5EF4-FFF2-40B4-BE49-F238E27FC236}">
                <a16:creationId xmlns:a16="http://schemas.microsoft.com/office/drawing/2014/main" id="{A864ABF7-2BF6-44D9-BA31-193EC51E6F9E}"/>
              </a:ext>
            </a:extLst>
          </p:cNvPr>
          <p:cNvPicPr>
            <a:picLocks noChangeAspect="1"/>
          </p:cNvPicPr>
          <p:nvPr/>
        </p:nvPicPr>
        <p:blipFill>
          <a:blip r:embed="rId3"/>
          <a:stretch>
            <a:fillRect/>
          </a:stretch>
        </p:blipFill>
        <p:spPr>
          <a:xfrm>
            <a:off x="3447802" y="2746926"/>
            <a:ext cx="5067548" cy="3357782"/>
          </a:xfrm>
          <a:prstGeom prst="rect">
            <a:avLst/>
          </a:prstGeom>
        </p:spPr>
      </p:pic>
      <p:sp>
        <p:nvSpPr>
          <p:cNvPr id="9" name="文本框 8">
            <a:extLst>
              <a:ext uri="{FF2B5EF4-FFF2-40B4-BE49-F238E27FC236}">
                <a16:creationId xmlns:a16="http://schemas.microsoft.com/office/drawing/2014/main" id="{5536354B-C1B5-4062-A63E-C8A78BD878F8}"/>
              </a:ext>
            </a:extLst>
          </p:cNvPr>
          <p:cNvSpPr txBox="1"/>
          <p:nvPr/>
        </p:nvSpPr>
        <p:spPr>
          <a:xfrm>
            <a:off x="4614481" y="5980719"/>
            <a:ext cx="3505788" cy="369332"/>
          </a:xfrm>
          <a:prstGeom prst="rect">
            <a:avLst/>
          </a:prstGeom>
          <a:noFill/>
        </p:spPr>
        <p:txBody>
          <a:bodyPr wrap="square">
            <a:spAutoFit/>
          </a:bodyPr>
          <a:lstStyle/>
          <a:p>
            <a:r>
              <a:rPr lang="en-US" sz="1800" b="1" dirty="0">
                <a:solidFill>
                  <a:srgbClr val="231F20"/>
                </a:solidFill>
                <a:effectLst/>
                <a:latin typeface="TimesTenLTStd-Bold"/>
              </a:rPr>
              <a:t>CTSS Operation</a:t>
            </a:r>
            <a:r>
              <a:rPr lang="zh-CN" altLang="en-US" sz="1800" b="1" dirty="0">
                <a:solidFill>
                  <a:srgbClr val="231F20"/>
                </a:solidFill>
                <a:effectLst/>
                <a:latin typeface="TimesTenLTStd-Bold"/>
              </a:rPr>
              <a:t> </a:t>
            </a:r>
            <a:r>
              <a:rPr lang="en-US" altLang="zh-CN" sz="1800" b="1" dirty="0">
                <a:solidFill>
                  <a:srgbClr val="231F20"/>
                </a:solidFill>
                <a:effectLst/>
                <a:latin typeface="TimesTenLTStd-Bold"/>
              </a:rPr>
              <a:t>with</a:t>
            </a:r>
            <a:r>
              <a:rPr lang="zh-CN" altLang="en-US" sz="1800" b="1" dirty="0">
                <a:solidFill>
                  <a:srgbClr val="231F20"/>
                </a:solidFill>
                <a:effectLst/>
                <a:latin typeface="TimesTenLTStd-Bold"/>
              </a:rPr>
              <a:t> </a:t>
            </a:r>
            <a:r>
              <a:rPr lang="en-US" altLang="zh-CN" sz="1800" b="1" dirty="0">
                <a:solidFill>
                  <a:srgbClr val="231F20"/>
                </a:solidFill>
                <a:effectLst/>
                <a:latin typeface="TimesTenLTStd-Bold"/>
              </a:rPr>
              <a:t>four</a:t>
            </a:r>
            <a:r>
              <a:rPr lang="zh-CN" altLang="en-US" sz="1800" b="1" dirty="0">
                <a:solidFill>
                  <a:srgbClr val="231F20"/>
                </a:solidFill>
                <a:effectLst/>
                <a:latin typeface="TimesTenLTStd-Bold"/>
              </a:rPr>
              <a:t> </a:t>
            </a:r>
            <a:r>
              <a:rPr lang="en-US" altLang="zh-CN" sz="1800" b="1" dirty="0">
                <a:solidFill>
                  <a:srgbClr val="231F20"/>
                </a:solidFill>
                <a:effectLst/>
                <a:latin typeface="TimesTenLTStd-Bold"/>
              </a:rPr>
              <a:t>users</a:t>
            </a:r>
            <a:endParaRPr lang="en-US" dirty="0"/>
          </a:p>
        </p:txBody>
      </p:sp>
      <p:sp>
        <p:nvSpPr>
          <p:cNvPr id="6" name="文本框 5">
            <a:extLst>
              <a:ext uri="{FF2B5EF4-FFF2-40B4-BE49-F238E27FC236}">
                <a16:creationId xmlns:a16="http://schemas.microsoft.com/office/drawing/2014/main" id="{FCADBC55-EE1E-4883-93A6-C7D5CB421FF2}"/>
              </a:ext>
            </a:extLst>
          </p:cNvPr>
          <p:cNvSpPr txBox="1"/>
          <p:nvPr/>
        </p:nvSpPr>
        <p:spPr>
          <a:xfrm>
            <a:off x="916602" y="2930486"/>
            <a:ext cx="1481496" cy="1323439"/>
          </a:xfrm>
          <a:prstGeom prst="rect">
            <a:avLst/>
          </a:prstGeom>
          <a:noFill/>
        </p:spPr>
        <p:txBody>
          <a:bodyPr wrap="none" rtlCol="0">
            <a:spAutoFit/>
          </a:bodyPr>
          <a:lstStyle/>
          <a:p>
            <a:r>
              <a:rPr lang="en-US" sz="2000" dirty="0"/>
              <a:t>JOB1:</a:t>
            </a:r>
            <a:r>
              <a:rPr lang="zh-CN" altLang="en-US" sz="2000" dirty="0"/>
              <a:t> </a:t>
            </a:r>
            <a:r>
              <a:rPr lang="en-US" altLang="zh-CN" sz="2000" dirty="0"/>
              <a:t>15000</a:t>
            </a:r>
          </a:p>
          <a:p>
            <a:r>
              <a:rPr lang="en-US" sz="2000" dirty="0"/>
              <a:t>JOB2: 20000</a:t>
            </a:r>
          </a:p>
          <a:p>
            <a:r>
              <a:rPr lang="en-US" sz="2000" dirty="0"/>
              <a:t>JOB3: 5000</a:t>
            </a:r>
          </a:p>
          <a:p>
            <a:r>
              <a:rPr lang="en-US" sz="2000" dirty="0"/>
              <a:t>JOB4: 10000</a:t>
            </a:r>
          </a:p>
        </p:txBody>
      </p:sp>
    </p:spTree>
    <p:extLst>
      <p:ext uri="{BB962C8B-B14F-4D97-AF65-F5344CB8AC3E}">
        <p14:creationId xmlns:p14="http://schemas.microsoft.com/office/powerpoint/2010/main" val="3234367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2.5</a:t>
            </a:r>
            <a:r>
              <a:rPr lang="zh-CN" altLang="en-US" dirty="0"/>
              <a:t> </a:t>
            </a:r>
            <a:r>
              <a:rPr lang="en-US" altLang="zh-CN" dirty="0"/>
              <a:t>Evolution of Operating System</a:t>
            </a:r>
            <a:endParaRPr lang="zh-CN" altLang="en-US" dirty="0"/>
          </a:p>
        </p:txBody>
      </p:sp>
      <p:sp>
        <p:nvSpPr>
          <p:cNvPr id="3" name="内容占位符 2"/>
          <p:cNvSpPr>
            <a:spLocks noGrp="1"/>
          </p:cNvSpPr>
          <p:nvPr>
            <p:ph idx="1"/>
          </p:nvPr>
        </p:nvSpPr>
        <p:spPr/>
        <p:txBody>
          <a:bodyPr/>
          <a:lstStyle/>
          <a:p>
            <a:pPr marL="0" indent="0">
              <a:buNone/>
            </a:pPr>
            <a:r>
              <a:rPr lang="en-US" altLang="zh-CN" b="1" dirty="0"/>
              <a:t>Short but rich history, 1955-present</a:t>
            </a:r>
          </a:p>
          <a:p>
            <a:r>
              <a:rPr lang="en-US" altLang="zh-CN" dirty="0"/>
              <a:t>Mainframe Operating Systems</a:t>
            </a:r>
          </a:p>
          <a:p>
            <a:r>
              <a:rPr lang="en-US" altLang="zh-CN" dirty="0"/>
              <a:t>Personal Computer Operating Systems</a:t>
            </a:r>
          </a:p>
          <a:p>
            <a:r>
              <a:rPr lang="en-US" altLang="zh-CN" dirty="0"/>
              <a:t>Embedded Operating Systems</a:t>
            </a:r>
          </a:p>
          <a:p>
            <a:r>
              <a:rPr lang="en-US" altLang="zh-CN" dirty="0"/>
              <a:t>Mobile Operating Systems</a:t>
            </a:r>
          </a:p>
          <a:p>
            <a:r>
              <a:rPr lang="en-US" altLang="zh-CN" dirty="0"/>
              <a:t>Multiprocessor Operating Systems</a:t>
            </a:r>
          </a:p>
          <a:p>
            <a:r>
              <a:rPr lang="en-US" altLang="zh-CN" dirty="0"/>
              <a:t>Distributed Operating Systems</a:t>
            </a:r>
          </a:p>
          <a:p>
            <a:r>
              <a:rPr lang="en-US" altLang="zh-CN" dirty="0"/>
              <a:t>Cloud/IoT Operating Systems</a:t>
            </a:r>
          </a:p>
          <a:p>
            <a:r>
              <a:rPr lang="en-US" altLang="zh-CN" dirty="0"/>
              <a:t>Edge Operating Systems</a:t>
            </a:r>
            <a:endParaRPr lang="en-US" altLang="zh-CN" b="1" dirty="0"/>
          </a:p>
          <a:p>
            <a:pPr marL="0" indent="0">
              <a:buNone/>
            </a:pPr>
            <a:endParaRPr lang="zh-CN" altLang="en-US" dirty="0"/>
          </a:p>
        </p:txBody>
      </p:sp>
      <p:sp>
        <p:nvSpPr>
          <p:cNvPr id="5" name="日期占位符 4">
            <a:extLst>
              <a:ext uri="{FF2B5EF4-FFF2-40B4-BE49-F238E27FC236}">
                <a16:creationId xmlns:a16="http://schemas.microsoft.com/office/drawing/2014/main" id="{83194E8E-DEC0-427B-AEEA-5571FCC4342E}"/>
              </a:ext>
            </a:extLst>
          </p:cNvPr>
          <p:cNvSpPr>
            <a:spLocks noGrp="1"/>
          </p:cNvSpPr>
          <p:nvPr>
            <p:ph type="dt" sz="half" idx="10"/>
          </p:nvPr>
        </p:nvSpPr>
        <p:spPr/>
        <p:txBody>
          <a:bodyPr/>
          <a:lstStyle/>
          <a:p>
            <a:fld id="{7A1EB375-8368-4BA2-85B3-1DC6826AD8D6}"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4D011FA8-D650-4D8C-9BE1-B790436F2986}"/>
              </a:ext>
            </a:extLst>
          </p:cNvPr>
          <p:cNvSpPr>
            <a:spLocks noGrp="1"/>
          </p:cNvSpPr>
          <p:nvPr>
            <p:ph type="sldNum" sz="quarter" idx="12"/>
          </p:nvPr>
        </p:nvSpPr>
        <p:spPr/>
        <p:txBody>
          <a:bodyPr/>
          <a:lstStyle/>
          <a:p>
            <a:fld id="{2093D444-7193-46AD-90E8-D84AE4B61CFF}" type="slidenum">
              <a:rPr lang="en-US" smtClean="0"/>
              <a:pPr/>
              <a:t>32</a:t>
            </a:fld>
            <a:r>
              <a:rPr lang="en-US"/>
              <a:t>/56</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5D6B1A-44DB-4024-8499-F44AB70B78EF}"/>
              </a:ext>
            </a:extLst>
          </p:cNvPr>
          <p:cNvSpPr>
            <a:spLocks noGrp="1"/>
          </p:cNvSpPr>
          <p:nvPr>
            <p:ph type="title"/>
          </p:nvPr>
        </p:nvSpPr>
        <p:spPr/>
        <p:txBody>
          <a:bodyPr/>
          <a:lstStyle/>
          <a:p>
            <a:r>
              <a:rPr lang="en-US" dirty="0"/>
              <a:t>3. Major Advances</a:t>
            </a:r>
          </a:p>
        </p:txBody>
      </p:sp>
      <p:sp>
        <p:nvSpPr>
          <p:cNvPr id="3" name="内容占位符 2">
            <a:extLst>
              <a:ext uri="{FF2B5EF4-FFF2-40B4-BE49-F238E27FC236}">
                <a16:creationId xmlns:a16="http://schemas.microsoft.com/office/drawing/2014/main" id="{8A71300C-0890-4FF7-85E9-347DF5CBCC69}"/>
              </a:ext>
            </a:extLst>
          </p:cNvPr>
          <p:cNvSpPr>
            <a:spLocks noGrp="1"/>
          </p:cNvSpPr>
          <p:nvPr>
            <p:ph idx="1"/>
          </p:nvPr>
        </p:nvSpPr>
        <p:spPr/>
        <p:txBody>
          <a:bodyPr/>
          <a:lstStyle/>
          <a:p>
            <a:pPr lvl="0"/>
            <a:r>
              <a:rPr lang="en-NZ" sz="2400" dirty="0"/>
              <a:t>Major advances in development include:</a:t>
            </a:r>
            <a:endParaRPr lang="en-US" sz="2400" dirty="0"/>
          </a:p>
          <a:p>
            <a:pPr marL="742950" lvl="1" indent="-285750">
              <a:buFont typeface="Arial" panose="020B0604020202020204" pitchFamily="34" charset="0"/>
              <a:buChar char="•"/>
            </a:pPr>
            <a:r>
              <a:rPr lang="en-NZ" sz="2400" b="1" dirty="0">
                <a:solidFill>
                  <a:schemeClr val="accent1">
                    <a:lumMod val="75000"/>
                  </a:schemeClr>
                </a:solidFill>
              </a:rPr>
              <a:t>Processes</a:t>
            </a:r>
            <a:r>
              <a:rPr lang="zh-CN" altLang="en-US" sz="2400" b="1" dirty="0">
                <a:solidFill>
                  <a:schemeClr val="accent1">
                    <a:lumMod val="75000"/>
                  </a:schemeClr>
                </a:solidFill>
              </a:rPr>
              <a:t> </a:t>
            </a:r>
            <a:r>
              <a:rPr lang="en-US" altLang="zh-CN" sz="2400" b="1" dirty="0">
                <a:solidFill>
                  <a:schemeClr val="accent1">
                    <a:lumMod val="75000"/>
                  </a:schemeClr>
                </a:solidFill>
              </a:rPr>
              <a:t>(</a:t>
            </a:r>
            <a:r>
              <a:rPr lang="zh-CN" altLang="en-US" sz="2400" b="1" dirty="0">
                <a:solidFill>
                  <a:schemeClr val="accent1">
                    <a:lumMod val="75000"/>
                  </a:schemeClr>
                </a:solidFill>
              </a:rPr>
              <a:t>进程</a:t>
            </a:r>
            <a:r>
              <a:rPr lang="en-US" altLang="zh-CN" sz="2400" b="1" dirty="0">
                <a:solidFill>
                  <a:schemeClr val="accent1">
                    <a:lumMod val="75000"/>
                  </a:schemeClr>
                </a:solidFill>
              </a:rPr>
              <a:t>)</a:t>
            </a:r>
            <a:endParaRPr lang="en-US" sz="2400" b="1" dirty="0">
              <a:solidFill>
                <a:schemeClr val="accent1">
                  <a:lumMod val="75000"/>
                </a:schemeClr>
              </a:solidFill>
            </a:endParaRPr>
          </a:p>
          <a:p>
            <a:pPr marL="742950" lvl="1" indent="-285750">
              <a:buFont typeface="Arial" panose="020B0604020202020204" pitchFamily="34" charset="0"/>
              <a:buChar char="•"/>
            </a:pPr>
            <a:r>
              <a:rPr lang="en-NZ" sz="2400" b="1" dirty="0">
                <a:solidFill>
                  <a:schemeClr val="accent1">
                    <a:lumMod val="75000"/>
                  </a:schemeClr>
                </a:solidFill>
              </a:rPr>
              <a:t>Scheduling and resource management</a:t>
            </a:r>
            <a:endParaRPr lang="en-US" sz="2400" b="1" dirty="0">
              <a:solidFill>
                <a:schemeClr val="accent1">
                  <a:lumMod val="75000"/>
                </a:schemeClr>
              </a:solidFill>
            </a:endParaRPr>
          </a:p>
          <a:p>
            <a:pPr marL="742950" lvl="1" indent="-285750"/>
            <a:r>
              <a:rPr lang="en-NZ" sz="2400" b="1" dirty="0">
                <a:solidFill>
                  <a:schemeClr val="accent1">
                    <a:lumMod val="75000"/>
                  </a:schemeClr>
                </a:solidFill>
              </a:rPr>
              <a:t>Memory management</a:t>
            </a:r>
          </a:p>
          <a:p>
            <a:pPr marL="742950" lvl="1" indent="-285750">
              <a:buFont typeface="Arial" panose="020B0604020202020204" pitchFamily="34" charset="0"/>
              <a:buChar char="•"/>
            </a:pPr>
            <a:r>
              <a:rPr lang="en-NZ" sz="2400" dirty="0"/>
              <a:t>Information protection and security</a:t>
            </a:r>
          </a:p>
          <a:p>
            <a:endParaRPr lang="en-US" dirty="0"/>
          </a:p>
        </p:txBody>
      </p:sp>
      <p:sp>
        <p:nvSpPr>
          <p:cNvPr id="4" name="灯片编号占位符 3">
            <a:extLst>
              <a:ext uri="{FF2B5EF4-FFF2-40B4-BE49-F238E27FC236}">
                <a16:creationId xmlns:a16="http://schemas.microsoft.com/office/drawing/2014/main" id="{795FDC4D-E8F0-493D-8416-2177B8ED6C9F}"/>
              </a:ext>
            </a:extLst>
          </p:cNvPr>
          <p:cNvSpPr>
            <a:spLocks noGrp="1"/>
          </p:cNvSpPr>
          <p:nvPr>
            <p:ph type="sldNum" sz="quarter" idx="12"/>
          </p:nvPr>
        </p:nvSpPr>
        <p:spPr/>
        <p:txBody>
          <a:bodyPr/>
          <a:lstStyle/>
          <a:p>
            <a:fld id="{2093D444-7193-46AD-90E8-D84AE4B61CFF}" type="slidenum">
              <a:rPr lang="en-US" smtClean="0"/>
              <a:pPr/>
              <a:t>33</a:t>
            </a:fld>
            <a:r>
              <a:rPr lang="en-US"/>
              <a:t>/56</a:t>
            </a:r>
            <a:endParaRPr lang="en-US" dirty="0"/>
          </a:p>
        </p:txBody>
      </p:sp>
      <p:sp>
        <p:nvSpPr>
          <p:cNvPr id="5" name="日期占位符 4">
            <a:extLst>
              <a:ext uri="{FF2B5EF4-FFF2-40B4-BE49-F238E27FC236}">
                <a16:creationId xmlns:a16="http://schemas.microsoft.com/office/drawing/2014/main" id="{2DDA4805-8530-457F-A460-C11D2D399F21}"/>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1998133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94F3F7-256E-4F0A-8DE9-AC11768C0C89}"/>
              </a:ext>
            </a:extLst>
          </p:cNvPr>
          <p:cNvSpPr>
            <a:spLocks noGrp="1"/>
          </p:cNvSpPr>
          <p:nvPr>
            <p:ph type="title"/>
          </p:nvPr>
        </p:nvSpPr>
        <p:spPr/>
        <p:txBody>
          <a:bodyPr/>
          <a:lstStyle/>
          <a:p>
            <a:r>
              <a:rPr lang="en-US" altLang="zh-CN" dirty="0"/>
              <a:t>3.1</a:t>
            </a:r>
            <a:r>
              <a:rPr lang="zh-CN" altLang="en-US" dirty="0"/>
              <a:t> </a:t>
            </a:r>
            <a:r>
              <a:rPr lang="en-US" dirty="0"/>
              <a:t>P</a:t>
            </a:r>
            <a:r>
              <a:rPr lang="en-US" altLang="zh-CN" dirty="0"/>
              <a:t>rocess</a:t>
            </a:r>
            <a:endParaRPr lang="en-US" dirty="0"/>
          </a:p>
        </p:txBody>
      </p:sp>
      <p:sp>
        <p:nvSpPr>
          <p:cNvPr id="3" name="内容占位符 2">
            <a:extLst>
              <a:ext uri="{FF2B5EF4-FFF2-40B4-BE49-F238E27FC236}">
                <a16:creationId xmlns:a16="http://schemas.microsoft.com/office/drawing/2014/main" id="{EEA0D68E-A40D-4C18-8290-B88284B542A8}"/>
              </a:ext>
            </a:extLst>
          </p:cNvPr>
          <p:cNvSpPr>
            <a:spLocks noGrp="1"/>
          </p:cNvSpPr>
          <p:nvPr>
            <p:ph idx="1"/>
          </p:nvPr>
        </p:nvSpPr>
        <p:spPr>
          <a:xfrm>
            <a:off x="628650" y="737054"/>
            <a:ext cx="7886700" cy="448652"/>
          </a:xfrm>
        </p:spPr>
        <p:txBody>
          <a:bodyPr/>
          <a:lstStyle/>
          <a:p>
            <a:r>
              <a:rPr lang="en-US" dirty="0"/>
              <a:t>Fundamental</a:t>
            </a:r>
            <a:r>
              <a:rPr lang="en-US" sz="1800" dirty="0"/>
              <a:t> to the structure of operating systems</a:t>
            </a:r>
          </a:p>
        </p:txBody>
      </p:sp>
      <p:sp>
        <p:nvSpPr>
          <p:cNvPr id="4" name="灯片编号占位符 3">
            <a:extLst>
              <a:ext uri="{FF2B5EF4-FFF2-40B4-BE49-F238E27FC236}">
                <a16:creationId xmlns:a16="http://schemas.microsoft.com/office/drawing/2014/main" id="{045606C2-8C58-416C-BC1F-FD0EB41CCB57}"/>
              </a:ext>
            </a:extLst>
          </p:cNvPr>
          <p:cNvSpPr>
            <a:spLocks noGrp="1"/>
          </p:cNvSpPr>
          <p:nvPr>
            <p:ph type="sldNum" sz="quarter" idx="12"/>
          </p:nvPr>
        </p:nvSpPr>
        <p:spPr/>
        <p:txBody>
          <a:bodyPr/>
          <a:lstStyle/>
          <a:p>
            <a:fld id="{2093D444-7193-46AD-90E8-D84AE4B61CFF}" type="slidenum">
              <a:rPr lang="en-US" smtClean="0"/>
              <a:pPr/>
              <a:t>34</a:t>
            </a:fld>
            <a:r>
              <a:rPr lang="en-US"/>
              <a:t>/56</a:t>
            </a:r>
            <a:endParaRPr lang="en-US" dirty="0"/>
          </a:p>
        </p:txBody>
      </p:sp>
      <p:sp>
        <p:nvSpPr>
          <p:cNvPr id="5" name="日期占位符 4">
            <a:extLst>
              <a:ext uri="{FF2B5EF4-FFF2-40B4-BE49-F238E27FC236}">
                <a16:creationId xmlns:a16="http://schemas.microsoft.com/office/drawing/2014/main" id="{AF2CF2AA-5CA6-4F25-B257-AB65F94E2579}"/>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11" name="Diagram 10">
            <a:extLst>
              <a:ext uri="{FF2B5EF4-FFF2-40B4-BE49-F238E27FC236}">
                <a16:creationId xmlns:a16="http://schemas.microsoft.com/office/drawing/2014/main" id="{4CE40017-7B5C-D546-BB43-E97D383444E4}"/>
              </a:ext>
            </a:extLst>
          </p:cNvPr>
          <p:cNvGraphicFramePr/>
          <p:nvPr>
            <p:extLst>
              <p:ext uri="{D42A27DB-BD31-4B8C-83A1-F6EECF244321}">
                <p14:modId xmlns:p14="http://schemas.microsoft.com/office/powerpoint/2010/main" val="2203189012"/>
              </p:ext>
            </p:extLst>
          </p:nvPr>
        </p:nvGraphicFramePr>
        <p:xfrm>
          <a:off x="789633" y="1681424"/>
          <a:ext cx="75438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7227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A442-896B-5441-9033-9DF52042BB91}"/>
              </a:ext>
            </a:extLst>
          </p:cNvPr>
          <p:cNvSpPr>
            <a:spLocks noGrp="1"/>
          </p:cNvSpPr>
          <p:nvPr>
            <p:ph type="title"/>
          </p:nvPr>
        </p:nvSpPr>
        <p:spPr/>
        <p:txBody>
          <a:bodyPr/>
          <a:lstStyle/>
          <a:p>
            <a:r>
              <a:rPr lang="en-US" dirty="0"/>
              <a:t>Development of the Process</a:t>
            </a:r>
            <a:endParaRPr lang="en-CN" dirty="0"/>
          </a:p>
        </p:txBody>
      </p:sp>
      <p:sp>
        <p:nvSpPr>
          <p:cNvPr id="4" name="Slide Number Placeholder 3">
            <a:extLst>
              <a:ext uri="{FF2B5EF4-FFF2-40B4-BE49-F238E27FC236}">
                <a16:creationId xmlns:a16="http://schemas.microsoft.com/office/drawing/2014/main" id="{83053F39-1860-0F4C-8E35-8A293D4A67E4}"/>
              </a:ext>
            </a:extLst>
          </p:cNvPr>
          <p:cNvSpPr>
            <a:spLocks noGrp="1"/>
          </p:cNvSpPr>
          <p:nvPr>
            <p:ph type="sldNum" sz="quarter" idx="12"/>
          </p:nvPr>
        </p:nvSpPr>
        <p:spPr/>
        <p:txBody>
          <a:bodyPr/>
          <a:lstStyle/>
          <a:p>
            <a:fld id="{2093D444-7193-46AD-90E8-D84AE4B61CFF}" type="slidenum">
              <a:rPr lang="en-US" smtClean="0"/>
              <a:pPr/>
              <a:t>35</a:t>
            </a:fld>
            <a:r>
              <a:rPr lang="en-US"/>
              <a:t>/56</a:t>
            </a:r>
            <a:endParaRPr lang="en-US" dirty="0"/>
          </a:p>
        </p:txBody>
      </p:sp>
      <p:sp>
        <p:nvSpPr>
          <p:cNvPr id="5" name="Date Placeholder 4">
            <a:extLst>
              <a:ext uri="{FF2B5EF4-FFF2-40B4-BE49-F238E27FC236}">
                <a16:creationId xmlns:a16="http://schemas.microsoft.com/office/drawing/2014/main" id="{74FFDB9D-1D73-5F4F-A2BD-FDB30055ED79}"/>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4">
            <a:extLst>
              <a:ext uri="{FF2B5EF4-FFF2-40B4-BE49-F238E27FC236}">
                <a16:creationId xmlns:a16="http://schemas.microsoft.com/office/drawing/2014/main" id="{023F36EC-FA72-DB4D-8387-3ABB5195EAA2}"/>
              </a:ext>
            </a:extLst>
          </p:cNvPr>
          <p:cNvGraphicFramePr>
            <a:graphicFrameLocks noGrp="1"/>
          </p:cNvGraphicFramePr>
          <p:nvPr>
            <p:ph idx="1"/>
            <p:extLst>
              <p:ext uri="{D42A27DB-BD31-4B8C-83A1-F6EECF244321}">
                <p14:modId xmlns:p14="http://schemas.microsoft.com/office/powerpoint/2010/main" val="878339087"/>
              </p:ext>
            </p:extLst>
          </p:nvPr>
        </p:nvGraphicFramePr>
        <p:xfrm>
          <a:off x="639246" y="1892367"/>
          <a:ext cx="7886700" cy="26053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内容占位符 2">
            <a:extLst>
              <a:ext uri="{FF2B5EF4-FFF2-40B4-BE49-F238E27FC236}">
                <a16:creationId xmlns:a16="http://schemas.microsoft.com/office/drawing/2014/main" id="{457729FC-3F36-D34C-8C50-01B31F53823D}"/>
              </a:ext>
            </a:extLst>
          </p:cNvPr>
          <p:cNvSpPr txBox="1">
            <a:spLocks/>
          </p:cNvSpPr>
          <p:nvPr/>
        </p:nvSpPr>
        <p:spPr>
          <a:xfrm>
            <a:off x="628650" y="737054"/>
            <a:ext cx="7886700" cy="1322858"/>
          </a:xfrm>
          <a:prstGeom prst="rect">
            <a:avLst/>
          </a:prstGeom>
        </p:spPr>
        <p:txBody>
          <a:bodyPr vert="horz" lIns="91440" tIns="45720" rIns="91440" bIns="45720" rtlCol="0">
            <a:normAutofit/>
          </a:bodyPr>
          <a:lstStyle>
            <a:lvl1pPr marL="171450" indent="-171450" algn="just" defTabSz="685800" rtl="0" eaLnBrk="1" latinLnBrk="0" hangingPunct="1">
              <a:lnSpc>
                <a:spcPct val="10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rtl="0" eaLnBrk="1" latinLnBrk="0" hangingPunct="1">
              <a:lnSpc>
                <a:spcPct val="10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Three major lines of computer system development</a:t>
            </a:r>
            <a:r>
              <a:rPr lang="zh-CN" altLang="en-US" dirty="0"/>
              <a:t>：</a:t>
            </a:r>
            <a:endParaRPr lang="en-US" dirty="0"/>
          </a:p>
        </p:txBody>
      </p:sp>
    </p:spTree>
    <p:extLst>
      <p:ext uri="{BB962C8B-B14F-4D97-AF65-F5344CB8AC3E}">
        <p14:creationId xmlns:p14="http://schemas.microsoft.com/office/powerpoint/2010/main" val="190000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Difficulties of OS Design</a:t>
            </a:r>
            <a:endParaRPr lang="zh-CN" altLang="en-US" dirty="0"/>
          </a:p>
        </p:txBody>
      </p:sp>
      <p:sp>
        <p:nvSpPr>
          <p:cNvPr id="3" name="内容占位符 2"/>
          <p:cNvSpPr>
            <a:spLocks noGrp="1"/>
          </p:cNvSpPr>
          <p:nvPr>
            <p:ph idx="1"/>
          </p:nvPr>
        </p:nvSpPr>
        <p:spPr>
          <a:xfrm>
            <a:off x="628650" y="849982"/>
            <a:ext cx="7886700" cy="5143194"/>
          </a:xfrm>
        </p:spPr>
        <p:txBody>
          <a:bodyPr>
            <a:normAutofit/>
          </a:bodyPr>
          <a:lstStyle/>
          <a:p>
            <a:r>
              <a:rPr lang="en-NZ" dirty="0"/>
              <a:t>Efforts to design a system were vulnerable to programming errors</a:t>
            </a:r>
          </a:p>
          <a:p>
            <a:pPr lvl="1">
              <a:buFont typeface="Arial" pitchFamily="34" charset="0"/>
              <a:buChar char="•"/>
            </a:pPr>
            <a:r>
              <a:rPr lang="en-NZ" dirty="0"/>
              <a:t> These errors were </a:t>
            </a:r>
            <a:r>
              <a:rPr lang="en-NZ" dirty="0">
                <a:solidFill>
                  <a:srgbClr val="FF0000"/>
                </a:solidFill>
              </a:rPr>
              <a:t>difficult to diagnose </a:t>
            </a:r>
            <a:r>
              <a:rPr lang="en-NZ" dirty="0"/>
              <a:t>because they needed to be distinguished from application software errors and hardware errors. </a:t>
            </a:r>
          </a:p>
          <a:p>
            <a:pPr lvl="1">
              <a:buFont typeface="Arial" pitchFamily="34" charset="0"/>
              <a:buChar char="•"/>
            </a:pPr>
            <a:r>
              <a:rPr lang="en-NZ" dirty="0"/>
              <a:t> Even when the error was detected, it was difficult to determine the cause, because the precise conditions under which the errors appeared were very </a:t>
            </a:r>
            <a:r>
              <a:rPr lang="en-NZ" dirty="0">
                <a:solidFill>
                  <a:srgbClr val="FF0000"/>
                </a:solidFill>
              </a:rPr>
              <a:t>hard to reproduce. </a:t>
            </a:r>
          </a:p>
          <a:p>
            <a:pPr marL="0" indent="0">
              <a:buNone/>
            </a:pPr>
            <a:endParaRPr lang="zh-CN" altLang="en-US" dirty="0"/>
          </a:p>
        </p:txBody>
      </p:sp>
      <p:sp>
        <p:nvSpPr>
          <p:cNvPr id="5" name="日期占位符 4">
            <a:extLst>
              <a:ext uri="{FF2B5EF4-FFF2-40B4-BE49-F238E27FC236}">
                <a16:creationId xmlns:a16="http://schemas.microsoft.com/office/drawing/2014/main" id="{719CE6F4-A26B-4F04-B55B-6E0838DB99BE}"/>
              </a:ext>
            </a:extLst>
          </p:cNvPr>
          <p:cNvSpPr>
            <a:spLocks noGrp="1"/>
          </p:cNvSpPr>
          <p:nvPr>
            <p:ph type="dt" sz="half" idx="10"/>
          </p:nvPr>
        </p:nvSpPr>
        <p:spPr/>
        <p:txBody>
          <a:bodyPr/>
          <a:lstStyle/>
          <a:p>
            <a:fld id="{7AA1F5AF-5F1E-4B86-82A9-AD03C5CDB3DD}"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2BBAFBE7-FEF3-42EF-9451-53FAA0ABF3F7}"/>
              </a:ext>
            </a:extLst>
          </p:cNvPr>
          <p:cNvSpPr>
            <a:spLocks noGrp="1"/>
          </p:cNvSpPr>
          <p:nvPr>
            <p:ph type="sldNum" sz="quarter" idx="12"/>
          </p:nvPr>
        </p:nvSpPr>
        <p:spPr/>
        <p:txBody>
          <a:bodyPr/>
          <a:lstStyle/>
          <a:p>
            <a:fld id="{2093D444-7193-46AD-90E8-D84AE4B61CFF}" type="slidenum">
              <a:rPr lang="en-US" smtClean="0"/>
              <a:pPr/>
              <a:t>36</a:t>
            </a:fld>
            <a:r>
              <a:rPr lang="en-US"/>
              <a:t>/56</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6010-5B48-C041-A154-0A429E6111B9}"/>
              </a:ext>
            </a:extLst>
          </p:cNvPr>
          <p:cNvSpPr>
            <a:spLocks noGrp="1"/>
          </p:cNvSpPr>
          <p:nvPr>
            <p:ph type="title"/>
          </p:nvPr>
        </p:nvSpPr>
        <p:spPr/>
        <p:txBody>
          <a:bodyPr/>
          <a:lstStyle/>
          <a:p>
            <a:r>
              <a:rPr lang="en-US" dirty="0"/>
              <a:t>Causes of Errors</a:t>
            </a:r>
            <a:endParaRPr lang="en-CN" dirty="0"/>
          </a:p>
        </p:txBody>
      </p:sp>
      <p:sp>
        <p:nvSpPr>
          <p:cNvPr id="4" name="Slide Number Placeholder 3">
            <a:extLst>
              <a:ext uri="{FF2B5EF4-FFF2-40B4-BE49-F238E27FC236}">
                <a16:creationId xmlns:a16="http://schemas.microsoft.com/office/drawing/2014/main" id="{D7165CE3-4241-2F4B-BB2F-C325064CA25A}"/>
              </a:ext>
            </a:extLst>
          </p:cNvPr>
          <p:cNvSpPr>
            <a:spLocks noGrp="1"/>
          </p:cNvSpPr>
          <p:nvPr>
            <p:ph type="sldNum" sz="quarter" idx="12"/>
          </p:nvPr>
        </p:nvSpPr>
        <p:spPr/>
        <p:txBody>
          <a:bodyPr/>
          <a:lstStyle/>
          <a:p>
            <a:fld id="{2093D444-7193-46AD-90E8-D84AE4B61CFF}" type="slidenum">
              <a:rPr lang="en-US" smtClean="0"/>
              <a:pPr/>
              <a:t>37</a:t>
            </a:fld>
            <a:r>
              <a:rPr lang="en-US"/>
              <a:t>/56</a:t>
            </a:r>
            <a:endParaRPr lang="en-US" dirty="0"/>
          </a:p>
        </p:txBody>
      </p:sp>
      <p:sp>
        <p:nvSpPr>
          <p:cNvPr id="5" name="Date Placeholder 4">
            <a:extLst>
              <a:ext uri="{FF2B5EF4-FFF2-40B4-BE49-F238E27FC236}">
                <a16:creationId xmlns:a16="http://schemas.microsoft.com/office/drawing/2014/main" id="{F5D3BDE7-1C1A-CD4E-A5DC-EECDC71AEAD7}"/>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6" name="Content Placeholder 2">
            <a:extLst>
              <a:ext uri="{FF2B5EF4-FFF2-40B4-BE49-F238E27FC236}">
                <a16:creationId xmlns:a16="http://schemas.microsoft.com/office/drawing/2014/main" id="{B203EA07-D212-024F-9D07-1E7A772B0A84}"/>
              </a:ext>
            </a:extLst>
          </p:cNvPr>
          <p:cNvSpPr txBox="1">
            <a:spLocks/>
          </p:cNvSpPr>
          <p:nvPr/>
        </p:nvSpPr>
        <p:spPr>
          <a:xfrm>
            <a:off x="4881824" y="913564"/>
            <a:ext cx="3649226" cy="2133600"/>
          </a:xfrm>
          <a:prstGeom prst="rect">
            <a:avLst/>
          </a:prstGeom>
        </p:spPr>
        <p:txBody>
          <a:bodyPr vert="horz" lIns="91440" tIns="45720" rIns="91440" bIns="45720" rtlCol="0">
            <a:normAutofit fontScale="85000" lnSpcReduction="10000"/>
          </a:bodyPr>
          <a:lstStyle>
            <a:lvl1pPr marL="171450" indent="-171450" algn="just" defTabSz="685800" rtl="0" eaLnBrk="1" latinLnBrk="0" hangingPunct="1">
              <a:lnSpc>
                <a:spcPct val="10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rtl="0" eaLnBrk="1" latinLnBrk="0" hangingPunct="1">
              <a:lnSpc>
                <a:spcPct val="10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378" dirty="0"/>
              <a:t>Nondeterminate</a:t>
            </a:r>
            <a:r>
              <a:rPr lang="zh-CN" altLang="en-US" sz="2378" dirty="0"/>
              <a:t>（不确定性）</a:t>
            </a:r>
            <a:r>
              <a:rPr lang="en-US" sz="2378" dirty="0"/>
              <a:t> program operation</a:t>
            </a:r>
          </a:p>
          <a:p>
            <a:pPr lvl="1"/>
            <a:r>
              <a:rPr lang="en-US" sz="1838" dirty="0"/>
              <a:t>program execution is interleaved by the processor when </a:t>
            </a:r>
            <a:r>
              <a:rPr lang="en-US" sz="1838" dirty="0">
                <a:solidFill>
                  <a:srgbClr val="FF0000"/>
                </a:solidFill>
              </a:rPr>
              <a:t>memory is shared</a:t>
            </a:r>
          </a:p>
          <a:p>
            <a:pPr lvl="1"/>
            <a:r>
              <a:rPr lang="en-US" sz="1838" dirty="0"/>
              <a:t>the order in which programs are scheduled may </a:t>
            </a:r>
            <a:r>
              <a:rPr lang="en-US" sz="1838" dirty="0">
                <a:solidFill>
                  <a:srgbClr val="FF0000"/>
                </a:solidFill>
              </a:rPr>
              <a:t>affect their outcome</a:t>
            </a:r>
          </a:p>
        </p:txBody>
      </p:sp>
      <p:sp>
        <p:nvSpPr>
          <p:cNvPr id="7" name="Content Placeholder 3">
            <a:extLst>
              <a:ext uri="{FF2B5EF4-FFF2-40B4-BE49-F238E27FC236}">
                <a16:creationId xmlns:a16="http://schemas.microsoft.com/office/drawing/2014/main" id="{C554F68D-3AE6-E14B-993C-3A4D03347A5B}"/>
              </a:ext>
            </a:extLst>
          </p:cNvPr>
          <p:cNvSpPr txBox="1">
            <a:spLocks/>
          </p:cNvSpPr>
          <p:nvPr/>
        </p:nvSpPr>
        <p:spPr>
          <a:xfrm>
            <a:off x="4958023" y="3523622"/>
            <a:ext cx="3573028" cy="2250234"/>
          </a:xfrm>
          <a:prstGeom prst="rect">
            <a:avLst/>
          </a:prstGeom>
        </p:spPr>
        <p:txBody>
          <a:bodyPr>
            <a:normAutofit/>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200" dirty="0"/>
              <a:t>Deadlocks</a:t>
            </a:r>
            <a:r>
              <a:rPr lang="zh-CN" altLang="en-US" sz="2200" dirty="0"/>
              <a:t>（死锁）</a:t>
            </a:r>
            <a:endParaRPr lang="en-US" sz="2200" dirty="0"/>
          </a:p>
          <a:p>
            <a:pPr lvl="1"/>
            <a:r>
              <a:rPr lang="en-US" sz="1700" dirty="0"/>
              <a:t>it is possible for two or more programs to be hung up </a:t>
            </a:r>
            <a:r>
              <a:rPr lang="en-US" sz="1700" dirty="0">
                <a:solidFill>
                  <a:srgbClr val="FF0000"/>
                </a:solidFill>
              </a:rPr>
              <a:t>waiting for each other</a:t>
            </a:r>
          </a:p>
          <a:p>
            <a:pPr lvl="1"/>
            <a:r>
              <a:rPr lang="en-US" sz="1700" dirty="0"/>
              <a:t>may depend on the chance timing of </a:t>
            </a:r>
            <a:r>
              <a:rPr lang="en-US" sz="1700" dirty="0">
                <a:solidFill>
                  <a:srgbClr val="FF0000"/>
                </a:solidFill>
              </a:rPr>
              <a:t>resource allocation and release</a:t>
            </a:r>
          </a:p>
        </p:txBody>
      </p:sp>
      <p:sp>
        <p:nvSpPr>
          <p:cNvPr id="8" name="Content Placeholder 4">
            <a:extLst>
              <a:ext uri="{FF2B5EF4-FFF2-40B4-BE49-F238E27FC236}">
                <a16:creationId xmlns:a16="http://schemas.microsoft.com/office/drawing/2014/main" id="{567A1219-CFA7-0B4A-8F68-F79156563FAB}"/>
              </a:ext>
            </a:extLst>
          </p:cNvPr>
          <p:cNvSpPr txBox="1">
            <a:spLocks/>
          </p:cNvSpPr>
          <p:nvPr/>
        </p:nvSpPr>
        <p:spPr>
          <a:xfrm>
            <a:off x="360904" y="913564"/>
            <a:ext cx="4291484" cy="2057399"/>
          </a:xfrm>
          <a:prstGeom prst="rect">
            <a:avLst/>
          </a:prstGeom>
        </p:spPr>
        <p:txBody>
          <a:bodyPr>
            <a:normAutofit fontScale="92500" lnSpcReduction="10000"/>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378" dirty="0"/>
              <a:t>Improper</a:t>
            </a:r>
            <a:r>
              <a:rPr lang="zh-CN" altLang="en-US" sz="2378" dirty="0"/>
              <a:t> </a:t>
            </a:r>
            <a:r>
              <a:rPr lang="en-US" sz="2378" dirty="0"/>
              <a:t>synchronization</a:t>
            </a:r>
            <a:r>
              <a:rPr lang="zh-CN" altLang="en-US" sz="2378" dirty="0"/>
              <a:t>（同步）</a:t>
            </a:r>
            <a:endParaRPr lang="en-US" sz="2378" dirty="0"/>
          </a:p>
          <a:p>
            <a:pPr lvl="1"/>
            <a:r>
              <a:rPr lang="en-US" dirty="0"/>
              <a:t>a program must wait until the data are available in a </a:t>
            </a:r>
            <a:r>
              <a:rPr lang="en-US" dirty="0">
                <a:solidFill>
                  <a:srgbClr val="FF0000"/>
                </a:solidFill>
              </a:rPr>
              <a:t>buffer</a:t>
            </a:r>
          </a:p>
          <a:p>
            <a:pPr lvl="1"/>
            <a:r>
              <a:rPr lang="en-US" dirty="0"/>
              <a:t>improper design of the signaling mechanism can </a:t>
            </a:r>
            <a:r>
              <a:rPr lang="en-US" dirty="0">
                <a:solidFill>
                  <a:srgbClr val="FF0000"/>
                </a:solidFill>
              </a:rPr>
              <a:t>result in loss or duplication</a:t>
            </a:r>
          </a:p>
        </p:txBody>
      </p:sp>
      <p:sp>
        <p:nvSpPr>
          <p:cNvPr id="9" name="Content Placeholder 5">
            <a:extLst>
              <a:ext uri="{FF2B5EF4-FFF2-40B4-BE49-F238E27FC236}">
                <a16:creationId xmlns:a16="http://schemas.microsoft.com/office/drawing/2014/main" id="{A7FC2F9A-345B-6846-96E7-4833730E0D72}"/>
              </a:ext>
            </a:extLst>
          </p:cNvPr>
          <p:cNvSpPr txBox="1">
            <a:spLocks/>
          </p:cNvSpPr>
          <p:nvPr/>
        </p:nvSpPr>
        <p:spPr>
          <a:xfrm>
            <a:off x="451338" y="3595635"/>
            <a:ext cx="3939791" cy="2097834"/>
          </a:xfrm>
          <a:prstGeom prst="rect">
            <a:avLst/>
          </a:prstGeom>
        </p:spPr>
        <p:txBody>
          <a:bodyPr>
            <a:normAutofit fontScale="92500" lnSpcReduction="20000"/>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353" dirty="0"/>
              <a:t>Failed mutual exclusion</a:t>
            </a:r>
            <a:r>
              <a:rPr lang="zh-CN" altLang="en-US" sz="2353" dirty="0"/>
              <a:t>（互斥）</a:t>
            </a:r>
            <a:endParaRPr lang="en-US" sz="2353" dirty="0"/>
          </a:p>
          <a:p>
            <a:pPr lvl="1"/>
            <a:r>
              <a:rPr lang="en-US" dirty="0"/>
              <a:t>more than one user or program attempts to make use of </a:t>
            </a:r>
            <a:r>
              <a:rPr lang="en-US" dirty="0">
                <a:solidFill>
                  <a:srgbClr val="FF0000"/>
                </a:solidFill>
              </a:rPr>
              <a:t>a shared resource </a:t>
            </a:r>
            <a:r>
              <a:rPr lang="en-US" dirty="0"/>
              <a:t>at the same time</a:t>
            </a:r>
          </a:p>
          <a:p>
            <a:pPr lvl="1"/>
            <a:r>
              <a:rPr lang="en-US" dirty="0">
                <a:solidFill>
                  <a:srgbClr val="FF0000"/>
                </a:solidFill>
              </a:rPr>
              <a:t>only one routine at at time </a:t>
            </a:r>
            <a:r>
              <a:rPr lang="en-US" dirty="0"/>
              <a:t>allowed to perform an update against the file</a:t>
            </a:r>
          </a:p>
        </p:txBody>
      </p:sp>
    </p:spTree>
    <p:extLst>
      <p:ext uri="{BB962C8B-B14F-4D97-AF65-F5344CB8AC3E}">
        <p14:creationId xmlns:p14="http://schemas.microsoft.com/office/powerpoint/2010/main" val="127803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1"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1"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additive="base">
                                        <p:cTn id="2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build="allAtOnce"/>
      <p:bldP spid="7" grpId="0"/>
      <p:bldP spid="8" grpId="1" build="allAtOnce"/>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1B5D4-1E59-417C-86D0-8F73117AA13A}"/>
              </a:ext>
            </a:extLst>
          </p:cNvPr>
          <p:cNvSpPr>
            <a:spLocks noGrp="1"/>
          </p:cNvSpPr>
          <p:nvPr>
            <p:ph type="title"/>
          </p:nvPr>
        </p:nvSpPr>
        <p:spPr/>
        <p:txBody>
          <a:bodyPr/>
          <a:lstStyle/>
          <a:p>
            <a:r>
              <a:rPr lang="en-US" dirty="0"/>
              <a:t>Components of a Process</a:t>
            </a:r>
          </a:p>
        </p:txBody>
      </p:sp>
      <p:sp>
        <p:nvSpPr>
          <p:cNvPr id="3" name="内容占位符 2">
            <a:extLst>
              <a:ext uri="{FF2B5EF4-FFF2-40B4-BE49-F238E27FC236}">
                <a16:creationId xmlns:a16="http://schemas.microsoft.com/office/drawing/2014/main" id="{5B96EFE7-4235-4414-B0A4-51A7978952E7}"/>
              </a:ext>
            </a:extLst>
          </p:cNvPr>
          <p:cNvSpPr>
            <a:spLocks noGrp="1"/>
          </p:cNvSpPr>
          <p:nvPr>
            <p:ph idx="1"/>
          </p:nvPr>
        </p:nvSpPr>
        <p:spPr/>
        <p:txBody>
          <a:bodyPr>
            <a:normAutofit/>
          </a:bodyPr>
          <a:lstStyle/>
          <a:p>
            <a:r>
              <a:rPr lang="en-US" dirty="0"/>
              <a:t>A process contains three components:</a:t>
            </a:r>
          </a:p>
          <a:p>
            <a:pPr lvl="1"/>
            <a:r>
              <a:rPr lang="en-US" dirty="0"/>
              <a:t>an </a:t>
            </a:r>
            <a:r>
              <a:rPr lang="en-US" dirty="0">
                <a:solidFill>
                  <a:srgbClr val="FF0000"/>
                </a:solidFill>
              </a:rPr>
              <a:t>executable program</a:t>
            </a:r>
          </a:p>
          <a:p>
            <a:pPr lvl="1"/>
            <a:r>
              <a:rPr lang="en-US" dirty="0"/>
              <a:t>the </a:t>
            </a:r>
            <a:r>
              <a:rPr lang="en-US" dirty="0">
                <a:solidFill>
                  <a:srgbClr val="FF0000"/>
                </a:solidFill>
              </a:rPr>
              <a:t>associated data </a:t>
            </a:r>
            <a:r>
              <a:rPr lang="en-US" dirty="0"/>
              <a:t>needed by the program (variables, work space, buffers, etc.)</a:t>
            </a:r>
          </a:p>
          <a:p>
            <a:pPr lvl="1"/>
            <a:r>
              <a:rPr lang="en-US" dirty="0">
                <a:solidFill>
                  <a:srgbClr val="FF0000"/>
                </a:solidFill>
              </a:rPr>
              <a:t>the execution context </a:t>
            </a:r>
            <a:r>
              <a:rPr lang="en-US" dirty="0"/>
              <a:t>(or “process state”) of the program</a:t>
            </a:r>
            <a:r>
              <a:rPr lang="en-US" altLang="zh-CN" dirty="0"/>
              <a:t>,</a:t>
            </a:r>
            <a:r>
              <a:rPr lang="zh-CN" altLang="en-US" dirty="0"/>
              <a:t> </a:t>
            </a:r>
            <a:r>
              <a:rPr lang="en-US" altLang="zh-CN" dirty="0"/>
              <a:t>including</a:t>
            </a:r>
            <a:endParaRPr lang="en-US" dirty="0"/>
          </a:p>
          <a:p>
            <a:pPr lvl="2"/>
            <a:r>
              <a:rPr lang="en-US" dirty="0"/>
              <a:t>the </a:t>
            </a:r>
            <a:r>
              <a:rPr lang="en-US" b="1" dirty="0"/>
              <a:t>contents</a:t>
            </a:r>
            <a:r>
              <a:rPr lang="en-US" dirty="0"/>
              <a:t> of the various </a:t>
            </a:r>
            <a:r>
              <a:rPr lang="en-US" b="1" dirty="0"/>
              <a:t>registers</a:t>
            </a:r>
          </a:p>
          <a:p>
            <a:pPr lvl="2"/>
            <a:r>
              <a:rPr lang="en-US" altLang="zh-CN" b="1" dirty="0"/>
              <a:t>Information</a:t>
            </a:r>
            <a:r>
              <a:rPr lang="zh-CN" altLang="en-US" b="1" dirty="0"/>
              <a:t> </a:t>
            </a:r>
            <a:r>
              <a:rPr lang="en-US" altLang="zh-CN" b="1" dirty="0"/>
              <a:t>for</a:t>
            </a:r>
            <a:r>
              <a:rPr lang="zh-CN" altLang="en-US" b="1" dirty="0"/>
              <a:t> </a:t>
            </a:r>
            <a:r>
              <a:rPr lang="en-US" altLang="zh-CN" b="1" dirty="0"/>
              <a:t>OS</a:t>
            </a:r>
            <a:r>
              <a:rPr lang="en-US" altLang="zh-CN" dirty="0"/>
              <a:t>,</a:t>
            </a:r>
            <a:r>
              <a:rPr lang="zh-CN" altLang="en-US" dirty="0"/>
              <a:t> </a:t>
            </a:r>
            <a:r>
              <a:rPr lang="en-US" altLang="zh-CN" dirty="0"/>
              <a:t>such</a:t>
            </a:r>
            <a:r>
              <a:rPr lang="zh-CN" altLang="en-US" dirty="0"/>
              <a:t> </a:t>
            </a:r>
            <a:r>
              <a:rPr lang="en-US" altLang="zh-CN" dirty="0"/>
              <a:t>as</a:t>
            </a:r>
            <a:r>
              <a:rPr lang="zh-CN" altLang="en-US" dirty="0"/>
              <a:t> </a:t>
            </a:r>
            <a:r>
              <a:rPr lang="en-US" altLang="zh-CN" dirty="0"/>
              <a:t>priority,</a:t>
            </a:r>
            <a:r>
              <a:rPr lang="zh-CN" altLang="en-US" dirty="0"/>
              <a:t>  </a:t>
            </a:r>
            <a:r>
              <a:rPr lang="en-US" altLang="zh-CN" dirty="0"/>
              <a:t>resource</a:t>
            </a:r>
            <a:r>
              <a:rPr lang="zh-CN" altLang="en-US" dirty="0"/>
              <a:t> </a:t>
            </a:r>
            <a:r>
              <a:rPr lang="en-US" altLang="zh-CN" dirty="0"/>
              <a:t>allocation</a:t>
            </a:r>
            <a:r>
              <a:rPr lang="zh-CN" altLang="en-US" dirty="0"/>
              <a:t>，</a:t>
            </a:r>
            <a:r>
              <a:rPr lang="en-US" altLang="zh-CN" dirty="0"/>
              <a:t>I/O</a:t>
            </a:r>
            <a:r>
              <a:rPr lang="zh-CN" altLang="en-US" dirty="0"/>
              <a:t> </a:t>
            </a:r>
            <a:r>
              <a:rPr lang="en-US" altLang="zh-CN" dirty="0"/>
              <a:t>event</a:t>
            </a:r>
            <a:r>
              <a:rPr lang="zh-CN" altLang="en-US" dirty="0"/>
              <a:t>，</a:t>
            </a:r>
            <a:r>
              <a:rPr lang="en-US" altLang="zh-CN" dirty="0"/>
              <a:t>…</a:t>
            </a:r>
            <a:endParaRPr lang="en-US" dirty="0"/>
          </a:p>
          <a:p>
            <a:endParaRPr lang="en-US" dirty="0"/>
          </a:p>
        </p:txBody>
      </p:sp>
      <p:sp>
        <p:nvSpPr>
          <p:cNvPr id="4" name="灯片编号占位符 3">
            <a:extLst>
              <a:ext uri="{FF2B5EF4-FFF2-40B4-BE49-F238E27FC236}">
                <a16:creationId xmlns:a16="http://schemas.microsoft.com/office/drawing/2014/main" id="{EF70971A-6647-41CD-AE2D-06256E22FD32}"/>
              </a:ext>
            </a:extLst>
          </p:cNvPr>
          <p:cNvSpPr>
            <a:spLocks noGrp="1"/>
          </p:cNvSpPr>
          <p:nvPr>
            <p:ph type="sldNum" sz="quarter" idx="12"/>
          </p:nvPr>
        </p:nvSpPr>
        <p:spPr/>
        <p:txBody>
          <a:bodyPr/>
          <a:lstStyle/>
          <a:p>
            <a:fld id="{2093D444-7193-46AD-90E8-D84AE4B61CFF}" type="slidenum">
              <a:rPr lang="en-US" smtClean="0"/>
              <a:pPr/>
              <a:t>38</a:t>
            </a:fld>
            <a:r>
              <a:rPr lang="en-US"/>
              <a:t>/56</a:t>
            </a:r>
            <a:endParaRPr lang="en-US" dirty="0"/>
          </a:p>
        </p:txBody>
      </p:sp>
      <p:sp>
        <p:nvSpPr>
          <p:cNvPr id="5" name="日期占位符 4">
            <a:extLst>
              <a:ext uri="{FF2B5EF4-FFF2-40B4-BE49-F238E27FC236}">
                <a16:creationId xmlns:a16="http://schemas.microsoft.com/office/drawing/2014/main" id="{3855C048-7467-4093-84ED-41DB6F0BD3DE}"/>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2443508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FFAB65-19A9-47C1-BF7E-10CFF4D72543}"/>
              </a:ext>
            </a:extLst>
          </p:cNvPr>
          <p:cNvSpPr>
            <a:spLocks noGrp="1"/>
          </p:cNvSpPr>
          <p:nvPr>
            <p:ph type="title"/>
          </p:nvPr>
        </p:nvSpPr>
        <p:spPr/>
        <p:txBody>
          <a:bodyPr/>
          <a:lstStyle/>
          <a:p>
            <a:r>
              <a:rPr lang="en-US" dirty="0"/>
              <a:t>Process Management in OS</a:t>
            </a:r>
          </a:p>
        </p:txBody>
      </p:sp>
      <p:pic>
        <p:nvPicPr>
          <p:cNvPr id="7" name="内容占位符 6">
            <a:extLst>
              <a:ext uri="{FF2B5EF4-FFF2-40B4-BE49-F238E27FC236}">
                <a16:creationId xmlns:a16="http://schemas.microsoft.com/office/drawing/2014/main" id="{5F16F648-1A20-4866-A991-C277BFC71C13}"/>
              </a:ext>
            </a:extLst>
          </p:cNvPr>
          <p:cNvPicPr>
            <a:picLocks noGrp="1" noChangeAspect="1"/>
          </p:cNvPicPr>
          <p:nvPr>
            <p:ph idx="1"/>
          </p:nvPr>
        </p:nvPicPr>
        <p:blipFill>
          <a:blip r:embed="rId3"/>
          <a:stretch>
            <a:fillRect/>
          </a:stretch>
        </p:blipFill>
        <p:spPr>
          <a:xfrm>
            <a:off x="2228884" y="765428"/>
            <a:ext cx="4256496" cy="5367338"/>
          </a:xfrm>
        </p:spPr>
      </p:pic>
      <p:sp>
        <p:nvSpPr>
          <p:cNvPr id="4" name="灯片编号占位符 3">
            <a:extLst>
              <a:ext uri="{FF2B5EF4-FFF2-40B4-BE49-F238E27FC236}">
                <a16:creationId xmlns:a16="http://schemas.microsoft.com/office/drawing/2014/main" id="{F2DC6AE5-7DCD-45CA-8AB6-F1AB35A11B83}"/>
              </a:ext>
            </a:extLst>
          </p:cNvPr>
          <p:cNvSpPr>
            <a:spLocks noGrp="1"/>
          </p:cNvSpPr>
          <p:nvPr>
            <p:ph type="sldNum" sz="quarter" idx="12"/>
          </p:nvPr>
        </p:nvSpPr>
        <p:spPr/>
        <p:txBody>
          <a:bodyPr/>
          <a:lstStyle/>
          <a:p>
            <a:fld id="{2093D444-7193-46AD-90E8-D84AE4B61CFF}" type="slidenum">
              <a:rPr lang="en-US" smtClean="0"/>
              <a:pPr/>
              <a:t>39</a:t>
            </a:fld>
            <a:r>
              <a:rPr lang="en-US"/>
              <a:t>/56</a:t>
            </a:r>
            <a:endParaRPr lang="en-US" dirty="0"/>
          </a:p>
        </p:txBody>
      </p:sp>
      <p:sp>
        <p:nvSpPr>
          <p:cNvPr id="5" name="日期占位符 4">
            <a:extLst>
              <a:ext uri="{FF2B5EF4-FFF2-40B4-BE49-F238E27FC236}">
                <a16:creationId xmlns:a16="http://schemas.microsoft.com/office/drawing/2014/main" id="{BE77A671-FE5D-4BD2-AE29-43F335BC868A}"/>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9" name="TextBox 8">
            <a:extLst>
              <a:ext uri="{FF2B5EF4-FFF2-40B4-BE49-F238E27FC236}">
                <a16:creationId xmlns:a16="http://schemas.microsoft.com/office/drawing/2014/main" id="{6F3F6976-8009-1E49-8F62-419ADC995E9E}"/>
              </a:ext>
            </a:extLst>
          </p:cNvPr>
          <p:cNvSpPr txBox="1"/>
          <p:nvPr/>
        </p:nvSpPr>
        <p:spPr>
          <a:xfrm>
            <a:off x="4180114" y="5849369"/>
            <a:ext cx="3386295" cy="369332"/>
          </a:xfrm>
          <a:prstGeom prst="rect">
            <a:avLst/>
          </a:prstGeom>
          <a:noFill/>
        </p:spPr>
        <p:txBody>
          <a:bodyPr wrap="square">
            <a:spAutoFit/>
          </a:bodyPr>
          <a:lstStyle/>
          <a:p>
            <a:pPr algn="ctr"/>
            <a:r>
              <a:rPr lang="en-US" dirty="0"/>
              <a:t>Typical Process Implementation</a:t>
            </a:r>
          </a:p>
        </p:txBody>
      </p:sp>
    </p:spTree>
    <p:extLst>
      <p:ext uri="{BB962C8B-B14F-4D97-AF65-F5344CB8AC3E}">
        <p14:creationId xmlns:p14="http://schemas.microsoft.com/office/powerpoint/2010/main" val="1266548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F17E9-F9F3-4DF8-8383-E33939F26AFE}"/>
              </a:ext>
            </a:extLst>
          </p:cNvPr>
          <p:cNvSpPr>
            <a:spLocks noGrp="1"/>
          </p:cNvSpPr>
          <p:nvPr>
            <p:ph type="title"/>
          </p:nvPr>
        </p:nvSpPr>
        <p:spPr/>
        <p:txBody>
          <a:bodyPr/>
          <a:lstStyle/>
          <a:p>
            <a:r>
              <a:rPr lang="en-US" altLang="zh-CN" dirty="0"/>
              <a:t>3.2</a:t>
            </a:r>
            <a:r>
              <a:rPr lang="en-US" dirty="0"/>
              <a:t> M</a:t>
            </a:r>
            <a:r>
              <a:rPr lang="en-US" altLang="zh-CN" dirty="0"/>
              <a:t>emory Management</a:t>
            </a:r>
            <a:endParaRPr lang="en-US" dirty="0"/>
          </a:p>
        </p:txBody>
      </p:sp>
      <p:sp>
        <p:nvSpPr>
          <p:cNvPr id="3" name="内容占位符 2">
            <a:extLst>
              <a:ext uri="{FF2B5EF4-FFF2-40B4-BE49-F238E27FC236}">
                <a16:creationId xmlns:a16="http://schemas.microsoft.com/office/drawing/2014/main" id="{F6B2FC15-8799-4217-86AB-D328AB95A240}"/>
              </a:ext>
            </a:extLst>
          </p:cNvPr>
          <p:cNvSpPr>
            <a:spLocks noGrp="1"/>
          </p:cNvSpPr>
          <p:nvPr>
            <p:ph idx="1"/>
          </p:nvPr>
        </p:nvSpPr>
        <p:spPr>
          <a:xfrm>
            <a:off x="628650" y="737053"/>
            <a:ext cx="7886700" cy="5619298"/>
          </a:xfrm>
        </p:spPr>
        <p:txBody>
          <a:bodyPr>
            <a:normAutofit/>
          </a:bodyPr>
          <a:lstStyle/>
          <a:p>
            <a:r>
              <a:rPr lang="en-US" sz="2000" dirty="0"/>
              <a:t>The OS has </a:t>
            </a:r>
            <a:r>
              <a:rPr lang="en-US" sz="2000" dirty="0">
                <a:solidFill>
                  <a:srgbClr val="FF0000"/>
                </a:solidFill>
              </a:rPr>
              <a:t>five principal </a:t>
            </a:r>
            <a:r>
              <a:rPr lang="en-US" sz="2000" dirty="0"/>
              <a:t>storage management responsibilities:</a:t>
            </a:r>
          </a:p>
          <a:p>
            <a:endParaRPr lang="en-US" dirty="0"/>
          </a:p>
          <a:p>
            <a:endParaRPr lang="en-US" sz="2000" dirty="0"/>
          </a:p>
          <a:p>
            <a:endParaRPr lang="en-US" dirty="0"/>
          </a:p>
          <a:p>
            <a:endParaRPr lang="en-US" sz="2000" dirty="0"/>
          </a:p>
          <a:p>
            <a:endParaRPr lang="en-US" dirty="0"/>
          </a:p>
          <a:p>
            <a:endParaRPr lang="en-US" sz="2000" dirty="0"/>
          </a:p>
          <a:p>
            <a:r>
              <a:rPr lang="en-US" altLang="zh-CN" dirty="0"/>
              <a:t>Virtual</a:t>
            </a:r>
            <a:r>
              <a:rPr lang="zh-CN" altLang="en-US" dirty="0"/>
              <a:t> </a:t>
            </a:r>
            <a:r>
              <a:rPr lang="en-US" altLang="zh-CN" dirty="0"/>
              <a:t>memory</a:t>
            </a:r>
          </a:p>
          <a:p>
            <a:r>
              <a:rPr lang="en-US" altLang="zh-CN" dirty="0"/>
              <a:t>File</a:t>
            </a:r>
            <a:r>
              <a:rPr lang="zh-CN" altLang="en-US" dirty="0"/>
              <a:t> </a:t>
            </a:r>
            <a:r>
              <a:rPr lang="en-US" altLang="zh-CN" dirty="0"/>
              <a:t>system</a:t>
            </a:r>
            <a:endParaRPr lang="en-US" sz="2000" dirty="0"/>
          </a:p>
          <a:p>
            <a:endParaRPr lang="en-US" dirty="0"/>
          </a:p>
          <a:p>
            <a:endParaRPr lang="en-US" sz="2000" dirty="0"/>
          </a:p>
          <a:p>
            <a:endParaRPr lang="en-US" dirty="0"/>
          </a:p>
          <a:p>
            <a:endParaRPr lang="en-US" sz="2000" dirty="0"/>
          </a:p>
          <a:p>
            <a:pPr marL="0" indent="0">
              <a:buNone/>
            </a:pPr>
            <a:endParaRPr lang="en-US" dirty="0"/>
          </a:p>
          <a:p>
            <a:endParaRPr lang="en-US" dirty="0"/>
          </a:p>
        </p:txBody>
      </p:sp>
      <p:sp>
        <p:nvSpPr>
          <p:cNvPr id="4" name="灯片编号占位符 3">
            <a:extLst>
              <a:ext uri="{FF2B5EF4-FFF2-40B4-BE49-F238E27FC236}">
                <a16:creationId xmlns:a16="http://schemas.microsoft.com/office/drawing/2014/main" id="{3FAEC234-F623-4E83-AEE2-D99E3D22D04E}"/>
              </a:ext>
            </a:extLst>
          </p:cNvPr>
          <p:cNvSpPr>
            <a:spLocks noGrp="1"/>
          </p:cNvSpPr>
          <p:nvPr>
            <p:ph type="sldNum" sz="quarter" idx="12"/>
          </p:nvPr>
        </p:nvSpPr>
        <p:spPr/>
        <p:txBody>
          <a:bodyPr/>
          <a:lstStyle/>
          <a:p>
            <a:fld id="{2093D444-7193-46AD-90E8-D84AE4B61CFF}" type="slidenum">
              <a:rPr lang="en-US" smtClean="0"/>
              <a:pPr/>
              <a:t>40</a:t>
            </a:fld>
            <a:r>
              <a:rPr lang="en-US"/>
              <a:t>/56</a:t>
            </a:r>
            <a:endParaRPr lang="en-US" dirty="0"/>
          </a:p>
        </p:txBody>
      </p:sp>
      <p:sp>
        <p:nvSpPr>
          <p:cNvPr id="5" name="日期占位符 4">
            <a:extLst>
              <a:ext uri="{FF2B5EF4-FFF2-40B4-BE49-F238E27FC236}">
                <a16:creationId xmlns:a16="http://schemas.microsoft.com/office/drawing/2014/main" id="{741FC43A-1FC9-4029-A165-2ADEA8CCCDEC}"/>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5">
            <a:extLst>
              <a:ext uri="{FF2B5EF4-FFF2-40B4-BE49-F238E27FC236}">
                <a16:creationId xmlns:a16="http://schemas.microsoft.com/office/drawing/2014/main" id="{F243E5EC-6E39-4D4D-9D33-5E08FEBDF834}"/>
              </a:ext>
            </a:extLst>
          </p:cNvPr>
          <p:cNvGraphicFramePr/>
          <p:nvPr>
            <p:extLst>
              <p:ext uri="{D42A27DB-BD31-4B8C-83A1-F6EECF244321}">
                <p14:modId xmlns:p14="http://schemas.microsoft.com/office/powerpoint/2010/main" val="2193512810"/>
              </p:ext>
            </p:extLst>
          </p:nvPr>
        </p:nvGraphicFramePr>
        <p:xfrm>
          <a:off x="972531" y="1933518"/>
          <a:ext cx="7178842" cy="1463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6680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F17E9-F9F3-4DF8-8383-E33939F26AFE}"/>
              </a:ext>
            </a:extLst>
          </p:cNvPr>
          <p:cNvSpPr>
            <a:spLocks noGrp="1"/>
          </p:cNvSpPr>
          <p:nvPr>
            <p:ph type="title"/>
          </p:nvPr>
        </p:nvSpPr>
        <p:spPr/>
        <p:txBody>
          <a:bodyPr/>
          <a:lstStyle/>
          <a:p>
            <a:r>
              <a:rPr lang="en-US" altLang="zh-CN" dirty="0"/>
              <a:t>3.2</a:t>
            </a:r>
            <a:r>
              <a:rPr lang="en-US" dirty="0"/>
              <a:t> M</a:t>
            </a:r>
            <a:r>
              <a:rPr lang="en-US" altLang="zh-CN" dirty="0"/>
              <a:t>emory Management</a:t>
            </a:r>
            <a:endParaRPr lang="en-US" dirty="0"/>
          </a:p>
        </p:txBody>
      </p:sp>
      <p:sp>
        <p:nvSpPr>
          <p:cNvPr id="3" name="内容占位符 2">
            <a:extLst>
              <a:ext uri="{FF2B5EF4-FFF2-40B4-BE49-F238E27FC236}">
                <a16:creationId xmlns:a16="http://schemas.microsoft.com/office/drawing/2014/main" id="{F6B2FC15-8799-4217-86AB-D328AB95A240}"/>
              </a:ext>
            </a:extLst>
          </p:cNvPr>
          <p:cNvSpPr>
            <a:spLocks noGrp="1"/>
          </p:cNvSpPr>
          <p:nvPr>
            <p:ph idx="1"/>
          </p:nvPr>
        </p:nvSpPr>
        <p:spPr>
          <a:xfrm>
            <a:off x="628650" y="737053"/>
            <a:ext cx="7886700" cy="5619298"/>
          </a:xfrm>
        </p:spPr>
        <p:txBody>
          <a:bodyPr>
            <a:normAutofit/>
          </a:bodyPr>
          <a:lstStyle/>
          <a:p>
            <a:r>
              <a:rPr lang="en-US" sz="2000" dirty="0"/>
              <a:t>File System: </a:t>
            </a:r>
          </a:p>
          <a:p>
            <a:pPr lvl="1"/>
            <a:r>
              <a:rPr lang="en-US" b="0" dirty="0"/>
              <a:t>implements </a:t>
            </a:r>
            <a:r>
              <a:rPr lang="en-US" dirty="0">
                <a:solidFill>
                  <a:srgbClr val="FF0000"/>
                </a:solidFill>
              </a:rPr>
              <a:t>a long-term store</a:t>
            </a:r>
            <a:r>
              <a:rPr lang="en-US" b="0" dirty="0"/>
              <a:t>, with information stored in named objects, called files. </a:t>
            </a:r>
          </a:p>
          <a:p>
            <a:pPr lvl="1"/>
            <a:r>
              <a:rPr lang="en-US" altLang="zh-CN" dirty="0"/>
              <a:t>For</a:t>
            </a:r>
            <a:r>
              <a:rPr lang="zh-CN" altLang="en-US" dirty="0"/>
              <a:t> </a:t>
            </a:r>
            <a:r>
              <a:rPr lang="en-US" altLang="zh-CN" dirty="0"/>
              <a:t>OS,</a:t>
            </a:r>
            <a:r>
              <a:rPr lang="zh-CN" altLang="en-US" dirty="0"/>
              <a:t> </a:t>
            </a:r>
            <a:r>
              <a:rPr lang="en-US" altLang="zh-CN" dirty="0"/>
              <a:t>a</a:t>
            </a:r>
            <a:r>
              <a:rPr lang="en-US" dirty="0"/>
              <a:t> unit for </a:t>
            </a:r>
            <a:r>
              <a:rPr lang="en-US" dirty="0">
                <a:solidFill>
                  <a:srgbClr val="FF0000"/>
                </a:solidFill>
              </a:rPr>
              <a:t>protection and access control </a:t>
            </a:r>
          </a:p>
          <a:p>
            <a:pPr lvl="1"/>
            <a:endParaRPr lang="en-US" b="0" dirty="0"/>
          </a:p>
          <a:p>
            <a:pPr lvl="1"/>
            <a:endParaRPr lang="en-US" b="0" dirty="0"/>
          </a:p>
          <a:p>
            <a:r>
              <a:rPr lang="en-US" sz="2000" dirty="0"/>
              <a:t>Virtual Memory: </a:t>
            </a:r>
          </a:p>
          <a:p>
            <a:pPr lvl="1"/>
            <a:r>
              <a:rPr lang="en-US" dirty="0"/>
              <a:t>A facility that allows programs to address memory from a </a:t>
            </a:r>
            <a:r>
              <a:rPr lang="en-US" dirty="0">
                <a:solidFill>
                  <a:srgbClr val="FF0000"/>
                </a:solidFill>
              </a:rPr>
              <a:t>logical</a:t>
            </a:r>
            <a:r>
              <a:rPr lang="en-US" dirty="0"/>
              <a:t> point of view, without regard to the amount of main memory</a:t>
            </a:r>
            <a:r>
              <a:rPr lang="en-US" b="1" dirty="0"/>
              <a:t> </a:t>
            </a:r>
            <a:r>
              <a:rPr lang="en-US" dirty="0">
                <a:solidFill>
                  <a:srgbClr val="FF0000"/>
                </a:solidFill>
              </a:rPr>
              <a:t>physically</a:t>
            </a:r>
            <a:r>
              <a:rPr lang="en-US" b="1" dirty="0"/>
              <a:t> </a:t>
            </a:r>
            <a:r>
              <a:rPr lang="en-US" dirty="0"/>
              <a:t>available.</a:t>
            </a:r>
          </a:p>
          <a:p>
            <a:pPr lvl="1"/>
            <a:r>
              <a:rPr lang="en-US" dirty="0"/>
              <a:t>Conceived to meet the requirement of having </a:t>
            </a:r>
            <a:r>
              <a:rPr lang="en-US" dirty="0">
                <a:solidFill>
                  <a:srgbClr val="FF0000"/>
                </a:solidFill>
              </a:rPr>
              <a:t>multiple user jobs reside</a:t>
            </a:r>
            <a:r>
              <a:rPr lang="en-US" dirty="0"/>
              <a:t> in main memory concurrently</a:t>
            </a:r>
          </a:p>
          <a:p>
            <a:endParaRPr lang="en-US" dirty="0"/>
          </a:p>
        </p:txBody>
      </p:sp>
      <p:sp>
        <p:nvSpPr>
          <p:cNvPr id="4" name="灯片编号占位符 3">
            <a:extLst>
              <a:ext uri="{FF2B5EF4-FFF2-40B4-BE49-F238E27FC236}">
                <a16:creationId xmlns:a16="http://schemas.microsoft.com/office/drawing/2014/main" id="{3FAEC234-F623-4E83-AEE2-D99E3D22D04E}"/>
              </a:ext>
            </a:extLst>
          </p:cNvPr>
          <p:cNvSpPr>
            <a:spLocks noGrp="1"/>
          </p:cNvSpPr>
          <p:nvPr>
            <p:ph type="sldNum" sz="quarter" idx="12"/>
          </p:nvPr>
        </p:nvSpPr>
        <p:spPr/>
        <p:txBody>
          <a:bodyPr/>
          <a:lstStyle/>
          <a:p>
            <a:fld id="{2093D444-7193-46AD-90E8-D84AE4B61CFF}" type="slidenum">
              <a:rPr lang="en-US" smtClean="0"/>
              <a:pPr/>
              <a:t>41</a:t>
            </a:fld>
            <a:r>
              <a:rPr lang="en-US"/>
              <a:t>/56</a:t>
            </a:r>
            <a:endParaRPr lang="en-US" dirty="0"/>
          </a:p>
        </p:txBody>
      </p:sp>
      <p:sp>
        <p:nvSpPr>
          <p:cNvPr id="5" name="日期占位符 4">
            <a:extLst>
              <a:ext uri="{FF2B5EF4-FFF2-40B4-BE49-F238E27FC236}">
                <a16:creationId xmlns:a16="http://schemas.microsoft.com/office/drawing/2014/main" id="{741FC43A-1FC9-4029-A165-2ADEA8CCCDEC}"/>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1271716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2DDD5C-A814-45EF-9823-BBCA4FC60266}"/>
              </a:ext>
            </a:extLst>
          </p:cNvPr>
          <p:cNvSpPr>
            <a:spLocks noGrp="1"/>
          </p:cNvSpPr>
          <p:nvPr>
            <p:ph type="title"/>
          </p:nvPr>
        </p:nvSpPr>
        <p:spPr/>
        <p:txBody>
          <a:bodyPr/>
          <a:lstStyle/>
          <a:p>
            <a:r>
              <a:rPr lang="en-US" sz="2400" dirty="0"/>
              <a:t>Virtual Memory Addressing</a:t>
            </a:r>
          </a:p>
        </p:txBody>
      </p:sp>
      <p:sp>
        <p:nvSpPr>
          <p:cNvPr id="4" name="灯片编号占位符 3">
            <a:extLst>
              <a:ext uri="{FF2B5EF4-FFF2-40B4-BE49-F238E27FC236}">
                <a16:creationId xmlns:a16="http://schemas.microsoft.com/office/drawing/2014/main" id="{785FD39A-AD1F-43BB-A245-BE38E5DBC7FD}"/>
              </a:ext>
            </a:extLst>
          </p:cNvPr>
          <p:cNvSpPr>
            <a:spLocks noGrp="1"/>
          </p:cNvSpPr>
          <p:nvPr>
            <p:ph type="sldNum" sz="quarter" idx="12"/>
          </p:nvPr>
        </p:nvSpPr>
        <p:spPr/>
        <p:txBody>
          <a:bodyPr/>
          <a:lstStyle/>
          <a:p>
            <a:fld id="{2093D444-7193-46AD-90E8-D84AE4B61CFF}" type="slidenum">
              <a:rPr lang="en-US" smtClean="0"/>
              <a:pPr/>
              <a:t>42</a:t>
            </a:fld>
            <a:r>
              <a:rPr lang="en-US"/>
              <a:t>/56</a:t>
            </a:r>
            <a:endParaRPr lang="en-US" dirty="0"/>
          </a:p>
        </p:txBody>
      </p:sp>
      <p:sp>
        <p:nvSpPr>
          <p:cNvPr id="5" name="日期占位符 4">
            <a:extLst>
              <a:ext uri="{FF2B5EF4-FFF2-40B4-BE49-F238E27FC236}">
                <a16:creationId xmlns:a16="http://schemas.microsoft.com/office/drawing/2014/main" id="{73D722F4-512A-4B53-9841-E961E8BEFC2D}"/>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7" name="图片 6">
            <a:extLst>
              <a:ext uri="{FF2B5EF4-FFF2-40B4-BE49-F238E27FC236}">
                <a16:creationId xmlns:a16="http://schemas.microsoft.com/office/drawing/2014/main" id="{275C5F5D-4D15-4D65-8AC9-18C59FA66831}"/>
              </a:ext>
            </a:extLst>
          </p:cNvPr>
          <p:cNvPicPr>
            <a:picLocks noChangeAspect="1"/>
          </p:cNvPicPr>
          <p:nvPr/>
        </p:nvPicPr>
        <p:blipFill>
          <a:blip r:embed="rId3"/>
          <a:stretch>
            <a:fillRect/>
          </a:stretch>
        </p:blipFill>
        <p:spPr>
          <a:xfrm>
            <a:off x="679708" y="1109243"/>
            <a:ext cx="7296904" cy="4639514"/>
          </a:xfrm>
          <a:prstGeom prst="rect">
            <a:avLst/>
          </a:prstGeom>
        </p:spPr>
      </p:pic>
    </p:spTree>
    <p:extLst>
      <p:ext uri="{BB962C8B-B14F-4D97-AF65-F5344CB8AC3E}">
        <p14:creationId xmlns:p14="http://schemas.microsoft.com/office/powerpoint/2010/main" val="1305844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F8BCF-DBFF-42BE-A9B8-1E33EE22A403}"/>
              </a:ext>
            </a:extLst>
          </p:cNvPr>
          <p:cNvSpPr>
            <a:spLocks noGrp="1"/>
          </p:cNvSpPr>
          <p:nvPr>
            <p:ph type="title"/>
          </p:nvPr>
        </p:nvSpPr>
        <p:spPr/>
        <p:txBody>
          <a:bodyPr/>
          <a:lstStyle/>
          <a:p>
            <a:r>
              <a:rPr lang="en-US" dirty="0"/>
              <a:t>Paging</a:t>
            </a:r>
          </a:p>
        </p:txBody>
      </p:sp>
      <p:sp>
        <p:nvSpPr>
          <p:cNvPr id="3" name="内容占位符 2">
            <a:extLst>
              <a:ext uri="{FF2B5EF4-FFF2-40B4-BE49-F238E27FC236}">
                <a16:creationId xmlns:a16="http://schemas.microsoft.com/office/drawing/2014/main" id="{E0440C04-2514-41D8-A5C6-DD9EC4B0E11E}"/>
              </a:ext>
            </a:extLst>
          </p:cNvPr>
          <p:cNvSpPr>
            <a:spLocks noGrp="1"/>
          </p:cNvSpPr>
          <p:nvPr>
            <p:ph idx="1"/>
          </p:nvPr>
        </p:nvSpPr>
        <p:spPr/>
        <p:txBody>
          <a:bodyPr>
            <a:normAutofit/>
          </a:bodyPr>
          <a:lstStyle/>
          <a:p>
            <a:r>
              <a:rPr lang="en-US" dirty="0"/>
              <a:t>M</a:t>
            </a:r>
            <a:r>
              <a:rPr lang="en-US" altLang="zh-CN" dirty="0"/>
              <a:t>otivation</a:t>
            </a:r>
            <a:r>
              <a:rPr lang="zh-CN" altLang="en-US" dirty="0"/>
              <a:t>：</a:t>
            </a:r>
            <a:r>
              <a:rPr lang="en-US" sz="2000" kern="1200" baseline="0" dirty="0">
                <a:solidFill>
                  <a:schemeClr val="tx1"/>
                </a:solidFill>
                <a:latin typeface="+mn-lt"/>
                <a:ea typeface="+mn-ea"/>
                <a:cs typeface="+mn-cs"/>
              </a:rPr>
              <a:t> </a:t>
            </a:r>
            <a:r>
              <a:rPr lang="en-US" altLang="zh-CN" dirty="0">
                <a:latin typeface="Microsoft YaHei UI" panose="020B0503020204020204" pitchFamily="34" charset="-122"/>
                <a:ea typeface="Microsoft YaHei UI" panose="020B0503020204020204" pitchFamily="34" charset="-122"/>
                <a:cs typeface="+mn-cs"/>
              </a:rPr>
              <a:t>d</a:t>
            </a:r>
            <a:r>
              <a:rPr lang="en-US" altLang="zh-CN" sz="2000" kern="1200" baseline="0" dirty="0">
                <a:solidFill>
                  <a:schemeClr val="tx1"/>
                </a:solidFill>
                <a:latin typeface="Microsoft YaHei UI" panose="020B0503020204020204" pitchFamily="34" charset="-122"/>
                <a:ea typeface="Microsoft YaHei UI" panose="020B0503020204020204" pitchFamily="34" charset="-122"/>
                <a:cs typeface="+mn-cs"/>
              </a:rPr>
              <a:t>ifficult to pack the </a:t>
            </a:r>
            <a:r>
              <a:rPr lang="en-US" altLang="zh-CN" sz="2000" kern="1200" baseline="0" dirty="0">
                <a:solidFill>
                  <a:srgbClr val="FF0000"/>
                </a:solidFill>
                <a:latin typeface="Microsoft YaHei UI" panose="020B0503020204020204" pitchFamily="34" charset="-122"/>
                <a:ea typeface="Microsoft YaHei UI" panose="020B0503020204020204" pitchFamily="34" charset="-122"/>
                <a:cs typeface="+mn-cs"/>
              </a:rPr>
              <a:t>different size of process </a:t>
            </a:r>
            <a:r>
              <a:rPr lang="en-US" altLang="zh-CN" sz="2000" kern="1200" baseline="0" dirty="0">
                <a:solidFill>
                  <a:schemeClr val="tx1"/>
                </a:solidFill>
                <a:latin typeface="Microsoft YaHei UI" panose="020B0503020204020204" pitchFamily="34" charset="-122"/>
                <a:ea typeface="Microsoft YaHei UI" panose="020B0503020204020204" pitchFamily="34" charset="-122"/>
                <a:cs typeface="+mn-cs"/>
              </a:rPr>
              <a:t>into the main memory </a:t>
            </a:r>
            <a:r>
              <a:rPr lang="en-US" sz="2000" kern="1200" baseline="0" dirty="0">
                <a:solidFill>
                  <a:schemeClr val="tx1"/>
                </a:solidFill>
                <a:latin typeface="Microsoft YaHei UI" panose="020B0503020204020204" pitchFamily="34" charset="-122"/>
                <a:ea typeface="Microsoft YaHei UI" panose="020B0503020204020204" pitchFamily="34" charset="-122"/>
                <a:cs typeface="+mn-cs"/>
              </a:rPr>
              <a:t>compactly</a:t>
            </a:r>
          </a:p>
          <a:p>
            <a:r>
              <a:rPr lang="en-US" sz="2000" kern="1200" baseline="0" dirty="0">
                <a:solidFill>
                  <a:schemeClr val="tx1"/>
                </a:solidFill>
                <a:latin typeface="Microsoft YaHei UI" panose="020B0503020204020204" pitchFamily="34" charset="-122"/>
                <a:ea typeface="Microsoft YaHei UI" panose="020B0503020204020204" pitchFamily="34" charset="-122"/>
                <a:cs typeface="+mn-cs"/>
              </a:rPr>
              <a:t>P</a:t>
            </a:r>
            <a:r>
              <a:rPr lang="en-US" altLang="zh-CN" sz="2000" kern="1200" baseline="0" dirty="0">
                <a:solidFill>
                  <a:schemeClr val="tx1"/>
                </a:solidFill>
                <a:latin typeface="Microsoft YaHei UI" panose="020B0503020204020204" pitchFamily="34" charset="-122"/>
                <a:ea typeface="Microsoft YaHei UI" panose="020B0503020204020204" pitchFamily="34" charset="-122"/>
                <a:cs typeface="+mn-cs"/>
              </a:rPr>
              <a:t>aging:</a:t>
            </a:r>
            <a:endParaRPr lang="en-US" sz="2000" kern="1200" baseline="0" dirty="0">
              <a:solidFill>
                <a:schemeClr val="tx1"/>
              </a:solidFill>
              <a:latin typeface="Microsoft YaHei UI" panose="020B0503020204020204" pitchFamily="34" charset="-122"/>
              <a:ea typeface="Microsoft YaHei UI" panose="020B0503020204020204" pitchFamily="34" charset="-122"/>
              <a:cs typeface="+mn-cs"/>
            </a:endParaRPr>
          </a:p>
          <a:p>
            <a:pPr lvl="1"/>
            <a:r>
              <a:rPr lang="en-US" dirty="0"/>
              <a:t>Allows processes to be comprised of </a:t>
            </a:r>
            <a:r>
              <a:rPr lang="en-US" b="1" dirty="0">
                <a:solidFill>
                  <a:srgbClr val="FF0000"/>
                </a:solidFill>
              </a:rPr>
              <a:t>a number of fixed-size blocks</a:t>
            </a:r>
            <a:r>
              <a:rPr lang="en-US" dirty="0"/>
              <a:t>, called pages</a:t>
            </a:r>
          </a:p>
          <a:p>
            <a:pPr lvl="1"/>
            <a:r>
              <a:rPr lang="en-US" dirty="0"/>
              <a:t>Program references </a:t>
            </a:r>
            <a:r>
              <a:rPr lang="en-US" b="1" dirty="0">
                <a:solidFill>
                  <a:srgbClr val="FF0000"/>
                </a:solidFill>
              </a:rPr>
              <a:t>a word </a:t>
            </a:r>
            <a:r>
              <a:rPr lang="en-US" dirty="0"/>
              <a:t>by means of a virtual address</a:t>
            </a:r>
          </a:p>
          <a:p>
            <a:pPr lvl="2"/>
            <a:r>
              <a:rPr lang="en-US" dirty="0"/>
              <a:t>consists of a </a:t>
            </a:r>
            <a:r>
              <a:rPr lang="en-US" dirty="0">
                <a:solidFill>
                  <a:srgbClr val="FF0000"/>
                </a:solidFill>
              </a:rPr>
              <a:t>page number </a:t>
            </a:r>
            <a:r>
              <a:rPr lang="en-US" dirty="0"/>
              <a:t>and an </a:t>
            </a:r>
            <a:r>
              <a:rPr lang="en-US" dirty="0">
                <a:solidFill>
                  <a:srgbClr val="FF0000"/>
                </a:solidFill>
              </a:rPr>
              <a:t>offset</a:t>
            </a:r>
            <a:r>
              <a:rPr lang="en-US" dirty="0"/>
              <a:t> within the page</a:t>
            </a:r>
          </a:p>
          <a:p>
            <a:pPr lvl="2"/>
            <a:r>
              <a:rPr lang="en-US" dirty="0"/>
              <a:t>each page may be located anywhere in main memory</a:t>
            </a:r>
          </a:p>
          <a:p>
            <a:pPr marL="625475" lvl="3">
              <a:spcBef>
                <a:spcPts val="1800"/>
              </a:spcBef>
            </a:pPr>
            <a:r>
              <a:rPr lang="en-US" dirty="0"/>
              <a:t>Provides for a </a:t>
            </a:r>
            <a:r>
              <a:rPr lang="en-US" b="1" dirty="0">
                <a:solidFill>
                  <a:srgbClr val="FF0000"/>
                </a:solidFill>
              </a:rPr>
              <a:t>dynamic mapping </a:t>
            </a:r>
            <a:r>
              <a:rPr lang="en-US" dirty="0"/>
              <a:t>between the virtual address used in the program and a real (or physical) address in main memory</a:t>
            </a:r>
          </a:p>
          <a:p>
            <a:endParaRPr lang="en-US" dirty="0"/>
          </a:p>
          <a:p>
            <a:endParaRPr lang="en-US" dirty="0"/>
          </a:p>
        </p:txBody>
      </p:sp>
      <p:sp>
        <p:nvSpPr>
          <p:cNvPr id="4" name="灯片编号占位符 3">
            <a:extLst>
              <a:ext uri="{FF2B5EF4-FFF2-40B4-BE49-F238E27FC236}">
                <a16:creationId xmlns:a16="http://schemas.microsoft.com/office/drawing/2014/main" id="{B34C58DB-2509-4C0F-A750-FF2A5CF96D51}"/>
              </a:ext>
            </a:extLst>
          </p:cNvPr>
          <p:cNvSpPr>
            <a:spLocks noGrp="1"/>
          </p:cNvSpPr>
          <p:nvPr>
            <p:ph type="sldNum" sz="quarter" idx="12"/>
          </p:nvPr>
        </p:nvSpPr>
        <p:spPr/>
        <p:txBody>
          <a:bodyPr/>
          <a:lstStyle/>
          <a:p>
            <a:fld id="{2093D444-7193-46AD-90E8-D84AE4B61CFF}" type="slidenum">
              <a:rPr lang="en-US" smtClean="0"/>
              <a:pPr/>
              <a:t>43</a:t>
            </a:fld>
            <a:r>
              <a:rPr lang="en-US"/>
              <a:t>/56</a:t>
            </a:r>
            <a:endParaRPr lang="en-US" dirty="0"/>
          </a:p>
        </p:txBody>
      </p:sp>
      <p:sp>
        <p:nvSpPr>
          <p:cNvPr id="5" name="日期占位符 4">
            <a:extLst>
              <a:ext uri="{FF2B5EF4-FFF2-40B4-BE49-F238E27FC236}">
                <a16:creationId xmlns:a16="http://schemas.microsoft.com/office/drawing/2014/main" id="{326E3709-2209-42E5-9460-719E54F13294}"/>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2913113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53AEF8-838C-487F-864E-4024C9822BD8}"/>
              </a:ext>
            </a:extLst>
          </p:cNvPr>
          <p:cNvSpPr>
            <a:spLocks noGrp="1"/>
          </p:cNvSpPr>
          <p:nvPr>
            <p:ph type="title"/>
          </p:nvPr>
        </p:nvSpPr>
        <p:spPr/>
        <p:txBody>
          <a:bodyPr/>
          <a:lstStyle/>
          <a:p>
            <a:r>
              <a:rPr lang="en-US" dirty="0"/>
              <a:t>Virtual Memory</a:t>
            </a:r>
          </a:p>
        </p:txBody>
      </p:sp>
      <p:pic>
        <p:nvPicPr>
          <p:cNvPr id="7" name="内容占位符 6">
            <a:extLst>
              <a:ext uri="{FF2B5EF4-FFF2-40B4-BE49-F238E27FC236}">
                <a16:creationId xmlns:a16="http://schemas.microsoft.com/office/drawing/2014/main" id="{D166E334-FBAF-4290-A2DE-5C3BF69CD9CB}"/>
              </a:ext>
            </a:extLst>
          </p:cNvPr>
          <p:cNvPicPr>
            <a:picLocks noGrp="1" noChangeAspect="1"/>
          </p:cNvPicPr>
          <p:nvPr>
            <p:ph idx="1"/>
          </p:nvPr>
        </p:nvPicPr>
        <p:blipFill>
          <a:blip r:embed="rId3"/>
          <a:stretch>
            <a:fillRect/>
          </a:stretch>
        </p:blipFill>
        <p:spPr>
          <a:xfrm>
            <a:off x="5607125" y="745331"/>
            <a:ext cx="1701650" cy="5367338"/>
          </a:xfrm>
        </p:spPr>
      </p:pic>
      <p:sp>
        <p:nvSpPr>
          <p:cNvPr id="4" name="灯片编号占位符 3">
            <a:extLst>
              <a:ext uri="{FF2B5EF4-FFF2-40B4-BE49-F238E27FC236}">
                <a16:creationId xmlns:a16="http://schemas.microsoft.com/office/drawing/2014/main" id="{1DAE97E8-3B34-4854-A517-19C5B135666E}"/>
              </a:ext>
            </a:extLst>
          </p:cNvPr>
          <p:cNvSpPr>
            <a:spLocks noGrp="1"/>
          </p:cNvSpPr>
          <p:nvPr>
            <p:ph type="sldNum" sz="quarter" idx="12"/>
          </p:nvPr>
        </p:nvSpPr>
        <p:spPr/>
        <p:txBody>
          <a:bodyPr/>
          <a:lstStyle/>
          <a:p>
            <a:fld id="{2093D444-7193-46AD-90E8-D84AE4B61CFF}" type="slidenum">
              <a:rPr lang="en-US" smtClean="0"/>
              <a:pPr/>
              <a:t>44</a:t>
            </a:fld>
            <a:r>
              <a:rPr lang="en-US"/>
              <a:t>/56</a:t>
            </a:r>
            <a:endParaRPr lang="en-US" dirty="0"/>
          </a:p>
        </p:txBody>
      </p:sp>
      <p:sp>
        <p:nvSpPr>
          <p:cNvPr id="5" name="日期占位符 4">
            <a:extLst>
              <a:ext uri="{FF2B5EF4-FFF2-40B4-BE49-F238E27FC236}">
                <a16:creationId xmlns:a16="http://schemas.microsoft.com/office/drawing/2014/main" id="{F5FD7785-4C18-4889-B5BA-A5E78CBEE208}"/>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9" name="图片 8">
            <a:extLst>
              <a:ext uri="{FF2B5EF4-FFF2-40B4-BE49-F238E27FC236}">
                <a16:creationId xmlns:a16="http://schemas.microsoft.com/office/drawing/2014/main" id="{42F1EA23-F936-43EB-A95F-6A20AC69B11C}"/>
              </a:ext>
            </a:extLst>
          </p:cNvPr>
          <p:cNvPicPr>
            <a:picLocks noChangeAspect="1"/>
          </p:cNvPicPr>
          <p:nvPr/>
        </p:nvPicPr>
        <p:blipFill>
          <a:blip r:embed="rId4"/>
          <a:stretch>
            <a:fillRect/>
          </a:stretch>
        </p:blipFill>
        <p:spPr>
          <a:xfrm>
            <a:off x="1275260" y="745331"/>
            <a:ext cx="2165040" cy="5367338"/>
          </a:xfrm>
          <a:prstGeom prst="rect">
            <a:avLst/>
          </a:prstGeom>
        </p:spPr>
      </p:pic>
      <p:sp>
        <p:nvSpPr>
          <p:cNvPr id="10" name="箭头: 右 9">
            <a:extLst>
              <a:ext uri="{FF2B5EF4-FFF2-40B4-BE49-F238E27FC236}">
                <a16:creationId xmlns:a16="http://schemas.microsoft.com/office/drawing/2014/main" id="{C1D961AC-AC07-463E-8D13-639712286D3A}"/>
              </a:ext>
            </a:extLst>
          </p:cNvPr>
          <p:cNvSpPr/>
          <p:nvPr/>
        </p:nvSpPr>
        <p:spPr>
          <a:xfrm>
            <a:off x="4006355" y="2586775"/>
            <a:ext cx="1034715" cy="4319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文本框 2">
            <a:extLst>
              <a:ext uri="{FF2B5EF4-FFF2-40B4-BE49-F238E27FC236}">
                <a16:creationId xmlns:a16="http://schemas.microsoft.com/office/drawing/2014/main" id="{7EE7D1F6-27F8-490D-BB26-30DA92E24939}"/>
              </a:ext>
            </a:extLst>
          </p:cNvPr>
          <p:cNvSpPr txBox="1"/>
          <p:nvPr/>
        </p:nvSpPr>
        <p:spPr>
          <a:xfrm>
            <a:off x="3229062" y="5865178"/>
            <a:ext cx="2589299" cy="369332"/>
          </a:xfrm>
          <a:prstGeom prst="rect">
            <a:avLst/>
          </a:prstGeom>
          <a:noFill/>
        </p:spPr>
        <p:txBody>
          <a:bodyPr wrap="none" rtlCol="0">
            <a:spAutoFit/>
          </a:bodyPr>
          <a:lstStyle/>
          <a:p>
            <a:r>
              <a:rPr lang="en-US" dirty="0"/>
              <a:t>Virtual Memory Concepts</a:t>
            </a:r>
          </a:p>
        </p:txBody>
      </p:sp>
    </p:spTree>
    <p:extLst>
      <p:ext uri="{BB962C8B-B14F-4D97-AF65-F5344CB8AC3E}">
        <p14:creationId xmlns:p14="http://schemas.microsoft.com/office/powerpoint/2010/main" val="758112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55A68-4800-47A9-B12F-B71F0F4E1E0E}"/>
              </a:ext>
            </a:extLst>
          </p:cNvPr>
          <p:cNvSpPr>
            <a:spLocks noGrp="1"/>
          </p:cNvSpPr>
          <p:nvPr>
            <p:ph type="title"/>
          </p:nvPr>
        </p:nvSpPr>
        <p:spPr>
          <a:xfrm>
            <a:off x="384810" y="136524"/>
            <a:ext cx="7886700" cy="431978"/>
          </a:xfrm>
        </p:spPr>
        <p:txBody>
          <a:bodyPr/>
          <a:lstStyle/>
          <a:p>
            <a:r>
              <a:rPr lang="en-US" altLang="zh-CN" sz="2400" dirty="0"/>
              <a:t>3.3</a:t>
            </a:r>
            <a:r>
              <a:rPr lang="zh-CN" altLang="en-US" sz="2400" dirty="0"/>
              <a:t> </a:t>
            </a:r>
            <a:r>
              <a:rPr lang="en-US" sz="2400" dirty="0"/>
              <a:t>Scheduling and Resource Management</a:t>
            </a:r>
          </a:p>
        </p:txBody>
      </p:sp>
      <p:sp>
        <p:nvSpPr>
          <p:cNvPr id="3" name="内容占位符 2">
            <a:extLst>
              <a:ext uri="{FF2B5EF4-FFF2-40B4-BE49-F238E27FC236}">
                <a16:creationId xmlns:a16="http://schemas.microsoft.com/office/drawing/2014/main" id="{A0F7F178-BB57-483B-B77A-C182037A47A4}"/>
              </a:ext>
            </a:extLst>
          </p:cNvPr>
          <p:cNvSpPr>
            <a:spLocks noGrp="1"/>
          </p:cNvSpPr>
          <p:nvPr>
            <p:ph idx="1"/>
          </p:nvPr>
        </p:nvSpPr>
        <p:spPr/>
        <p:txBody>
          <a:bodyPr/>
          <a:lstStyle/>
          <a:p>
            <a:r>
              <a:rPr lang="en-US" dirty="0"/>
              <a:t>Key responsibility of an OS is managing resources</a:t>
            </a:r>
          </a:p>
          <a:p>
            <a:r>
              <a:rPr lang="en-US" dirty="0"/>
              <a:t>Resource allocation policies must consider:</a:t>
            </a:r>
          </a:p>
          <a:p>
            <a:pPr lvl="1"/>
            <a:endParaRPr lang="en-US" dirty="0"/>
          </a:p>
          <a:p>
            <a:endParaRPr lang="en-US" dirty="0"/>
          </a:p>
        </p:txBody>
      </p:sp>
      <p:sp>
        <p:nvSpPr>
          <p:cNvPr id="4" name="灯片编号占位符 3">
            <a:extLst>
              <a:ext uri="{FF2B5EF4-FFF2-40B4-BE49-F238E27FC236}">
                <a16:creationId xmlns:a16="http://schemas.microsoft.com/office/drawing/2014/main" id="{F46C4E8F-FA72-4AF8-8EF7-4BA63CB2DB85}"/>
              </a:ext>
            </a:extLst>
          </p:cNvPr>
          <p:cNvSpPr>
            <a:spLocks noGrp="1"/>
          </p:cNvSpPr>
          <p:nvPr>
            <p:ph type="sldNum" sz="quarter" idx="12"/>
          </p:nvPr>
        </p:nvSpPr>
        <p:spPr/>
        <p:txBody>
          <a:bodyPr/>
          <a:lstStyle/>
          <a:p>
            <a:fld id="{2093D444-7193-46AD-90E8-D84AE4B61CFF}" type="slidenum">
              <a:rPr lang="en-US" smtClean="0"/>
              <a:pPr/>
              <a:t>45</a:t>
            </a:fld>
            <a:r>
              <a:rPr lang="en-US"/>
              <a:t>/56</a:t>
            </a:r>
            <a:endParaRPr lang="en-US" dirty="0"/>
          </a:p>
        </p:txBody>
      </p:sp>
      <p:sp>
        <p:nvSpPr>
          <p:cNvPr id="5" name="日期占位符 4">
            <a:extLst>
              <a:ext uri="{FF2B5EF4-FFF2-40B4-BE49-F238E27FC236}">
                <a16:creationId xmlns:a16="http://schemas.microsoft.com/office/drawing/2014/main" id="{38192F77-EBBD-4E15-BF53-3EE3164563DC}"/>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3">
            <a:extLst>
              <a:ext uri="{FF2B5EF4-FFF2-40B4-BE49-F238E27FC236}">
                <a16:creationId xmlns:a16="http://schemas.microsoft.com/office/drawing/2014/main" id="{A021F237-4B93-4C13-98F4-DCF207B54D82}"/>
              </a:ext>
            </a:extLst>
          </p:cNvPr>
          <p:cNvGraphicFramePr/>
          <p:nvPr>
            <p:extLst>
              <p:ext uri="{D42A27DB-BD31-4B8C-83A1-F6EECF244321}">
                <p14:modId xmlns:p14="http://schemas.microsoft.com/office/powerpoint/2010/main" val="1516818082"/>
              </p:ext>
            </p:extLst>
          </p:nvPr>
        </p:nvGraphicFramePr>
        <p:xfrm>
          <a:off x="314324" y="1892969"/>
          <a:ext cx="8515351" cy="3803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9426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CAEA9-0599-44F0-AB3E-522C3710A1DB}"/>
              </a:ext>
            </a:extLst>
          </p:cNvPr>
          <p:cNvSpPr>
            <a:spLocks noGrp="1"/>
          </p:cNvSpPr>
          <p:nvPr>
            <p:ph type="title"/>
          </p:nvPr>
        </p:nvSpPr>
        <p:spPr/>
        <p:txBody>
          <a:bodyPr/>
          <a:lstStyle/>
          <a:p>
            <a:r>
              <a:rPr lang="en-US" dirty="0"/>
              <a:t>Key Elements of an OS for Multiprogramming</a:t>
            </a:r>
          </a:p>
        </p:txBody>
      </p:sp>
      <p:pic>
        <p:nvPicPr>
          <p:cNvPr id="9" name="内容占位符 8">
            <a:extLst>
              <a:ext uri="{FF2B5EF4-FFF2-40B4-BE49-F238E27FC236}">
                <a16:creationId xmlns:a16="http://schemas.microsoft.com/office/drawing/2014/main" id="{BDF51783-8355-49F8-B10E-ADC3F23649C6}"/>
              </a:ext>
            </a:extLst>
          </p:cNvPr>
          <p:cNvPicPr>
            <a:picLocks noGrp="1" noChangeAspect="1"/>
          </p:cNvPicPr>
          <p:nvPr>
            <p:ph idx="1"/>
          </p:nvPr>
        </p:nvPicPr>
        <p:blipFill>
          <a:blip r:embed="rId3"/>
          <a:stretch>
            <a:fillRect/>
          </a:stretch>
        </p:blipFill>
        <p:spPr>
          <a:xfrm>
            <a:off x="1129119" y="736600"/>
            <a:ext cx="6885761" cy="5367338"/>
          </a:xfrm>
        </p:spPr>
      </p:pic>
      <p:sp>
        <p:nvSpPr>
          <p:cNvPr id="4" name="灯片编号占位符 3">
            <a:extLst>
              <a:ext uri="{FF2B5EF4-FFF2-40B4-BE49-F238E27FC236}">
                <a16:creationId xmlns:a16="http://schemas.microsoft.com/office/drawing/2014/main" id="{2254DAD1-CEED-49CB-AD81-C7E07837D817}"/>
              </a:ext>
            </a:extLst>
          </p:cNvPr>
          <p:cNvSpPr>
            <a:spLocks noGrp="1"/>
          </p:cNvSpPr>
          <p:nvPr>
            <p:ph type="sldNum" sz="quarter" idx="12"/>
          </p:nvPr>
        </p:nvSpPr>
        <p:spPr/>
        <p:txBody>
          <a:bodyPr/>
          <a:lstStyle/>
          <a:p>
            <a:fld id="{2093D444-7193-46AD-90E8-D84AE4B61CFF}" type="slidenum">
              <a:rPr lang="en-US" smtClean="0"/>
              <a:pPr/>
              <a:t>46</a:t>
            </a:fld>
            <a:r>
              <a:rPr lang="en-US"/>
              <a:t>/56</a:t>
            </a:r>
            <a:endParaRPr lang="en-US" dirty="0"/>
          </a:p>
        </p:txBody>
      </p:sp>
      <p:sp>
        <p:nvSpPr>
          <p:cNvPr id="5" name="日期占位符 4">
            <a:extLst>
              <a:ext uri="{FF2B5EF4-FFF2-40B4-BE49-F238E27FC236}">
                <a16:creationId xmlns:a16="http://schemas.microsoft.com/office/drawing/2014/main" id="{0A4811B6-4503-4A63-AD24-3D141EF5EE42}"/>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3" name="TextBox 2">
            <a:extLst>
              <a:ext uri="{FF2B5EF4-FFF2-40B4-BE49-F238E27FC236}">
                <a16:creationId xmlns:a16="http://schemas.microsoft.com/office/drawing/2014/main" id="{4416CC75-EF8C-1C49-87A1-06662677BD6B}"/>
              </a:ext>
            </a:extLst>
          </p:cNvPr>
          <p:cNvSpPr txBox="1"/>
          <p:nvPr/>
        </p:nvSpPr>
        <p:spPr>
          <a:xfrm>
            <a:off x="3398982" y="5920509"/>
            <a:ext cx="4413131" cy="369332"/>
          </a:xfrm>
          <a:prstGeom prst="rect">
            <a:avLst/>
          </a:prstGeom>
          <a:noFill/>
        </p:spPr>
        <p:txBody>
          <a:bodyPr wrap="none" rtlCol="0">
            <a:spAutoFit/>
          </a:bodyPr>
          <a:lstStyle/>
          <a:p>
            <a:r>
              <a:rPr lang="en-US" altLang="zh-CN" dirty="0"/>
              <a:t>Key</a:t>
            </a:r>
            <a:r>
              <a:rPr lang="zh-CN" altLang="en-US" dirty="0"/>
              <a:t> </a:t>
            </a:r>
            <a:r>
              <a:rPr lang="en-US" altLang="zh-CN" dirty="0"/>
              <a:t>elements</a:t>
            </a:r>
            <a:r>
              <a:rPr lang="zh-CN" altLang="en-US" dirty="0"/>
              <a:t> </a:t>
            </a:r>
            <a:r>
              <a:rPr lang="en-US" altLang="zh-CN" dirty="0"/>
              <a:t>of</a:t>
            </a:r>
            <a:r>
              <a:rPr lang="zh-CN" altLang="en-US" dirty="0"/>
              <a:t> </a:t>
            </a:r>
            <a:r>
              <a:rPr lang="en-US" altLang="zh-CN" dirty="0"/>
              <a:t>an</a:t>
            </a:r>
            <a:r>
              <a:rPr lang="zh-CN" altLang="en-US" dirty="0"/>
              <a:t> </a:t>
            </a:r>
            <a:r>
              <a:rPr lang="en-US" altLang="zh-CN" dirty="0"/>
              <a:t>OS</a:t>
            </a:r>
            <a:r>
              <a:rPr lang="zh-CN" altLang="en-US" dirty="0"/>
              <a:t> </a:t>
            </a:r>
            <a:r>
              <a:rPr lang="en-US" altLang="zh-CN" dirty="0"/>
              <a:t>for</a:t>
            </a:r>
            <a:r>
              <a:rPr lang="zh-CN" altLang="en-US" dirty="0"/>
              <a:t> </a:t>
            </a:r>
            <a:r>
              <a:rPr lang="en-US" altLang="zh-CN" dirty="0"/>
              <a:t>multiprogramming</a:t>
            </a:r>
            <a:endParaRPr lang="en-CN" dirty="0"/>
          </a:p>
        </p:txBody>
      </p:sp>
    </p:spTree>
    <p:extLst>
      <p:ext uri="{BB962C8B-B14F-4D97-AF65-F5344CB8AC3E}">
        <p14:creationId xmlns:p14="http://schemas.microsoft.com/office/powerpoint/2010/main" val="1770846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C7986F-3932-4C8A-A766-ECE579313DF8}"/>
              </a:ext>
            </a:extLst>
          </p:cNvPr>
          <p:cNvSpPr>
            <a:spLocks noGrp="1"/>
          </p:cNvSpPr>
          <p:nvPr>
            <p:ph type="title"/>
          </p:nvPr>
        </p:nvSpPr>
        <p:spPr/>
        <p:txBody>
          <a:bodyPr/>
          <a:lstStyle/>
          <a:p>
            <a:r>
              <a:rPr lang="en-US" dirty="0"/>
              <a:t>4. Features of M</a:t>
            </a:r>
            <a:r>
              <a:rPr lang="en-US" altLang="zh-CN" dirty="0"/>
              <a:t>odern Operating Systems</a:t>
            </a:r>
            <a:endParaRPr lang="en-US" dirty="0"/>
          </a:p>
        </p:txBody>
      </p:sp>
      <p:sp>
        <p:nvSpPr>
          <p:cNvPr id="3" name="内容占位符 2">
            <a:extLst>
              <a:ext uri="{FF2B5EF4-FFF2-40B4-BE49-F238E27FC236}">
                <a16:creationId xmlns:a16="http://schemas.microsoft.com/office/drawing/2014/main" id="{CF606333-1F6E-41CE-804A-CDF1256253AA}"/>
              </a:ext>
            </a:extLst>
          </p:cNvPr>
          <p:cNvSpPr>
            <a:spLocks noGrp="1"/>
          </p:cNvSpPr>
          <p:nvPr>
            <p:ph idx="1"/>
          </p:nvPr>
        </p:nvSpPr>
        <p:spPr/>
        <p:txBody>
          <a:bodyPr/>
          <a:lstStyle/>
          <a:p>
            <a:r>
              <a:rPr lang="en-NZ" dirty="0"/>
              <a:t>Demands on operating systems require new ways of organizing the OS</a:t>
            </a:r>
          </a:p>
          <a:p>
            <a:endParaRPr lang="en-US" dirty="0"/>
          </a:p>
        </p:txBody>
      </p:sp>
      <p:sp>
        <p:nvSpPr>
          <p:cNvPr id="4" name="灯片编号占位符 3">
            <a:extLst>
              <a:ext uri="{FF2B5EF4-FFF2-40B4-BE49-F238E27FC236}">
                <a16:creationId xmlns:a16="http://schemas.microsoft.com/office/drawing/2014/main" id="{2475B309-08D4-4A47-B620-E2CB5F95F753}"/>
              </a:ext>
            </a:extLst>
          </p:cNvPr>
          <p:cNvSpPr>
            <a:spLocks noGrp="1"/>
          </p:cNvSpPr>
          <p:nvPr>
            <p:ph type="sldNum" sz="quarter" idx="12"/>
          </p:nvPr>
        </p:nvSpPr>
        <p:spPr/>
        <p:txBody>
          <a:bodyPr/>
          <a:lstStyle/>
          <a:p>
            <a:fld id="{2093D444-7193-46AD-90E8-D84AE4B61CFF}" type="slidenum">
              <a:rPr lang="en-US" smtClean="0"/>
              <a:pPr/>
              <a:t>47</a:t>
            </a:fld>
            <a:r>
              <a:rPr lang="en-US"/>
              <a:t>/56</a:t>
            </a:r>
            <a:endParaRPr lang="en-US" dirty="0"/>
          </a:p>
        </p:txBody>
      </p:sp>
      <p:sp>
        <p:nvSpPr>
          <p:cNvPr id="5" name="日期占位符 4">
            <a:extLst>
              <a:ext uri="{FF2B5EF4-FFF2-40B4-BE49-F238E27FC236}">
                <a16:creationId xmlns:a16="http://schemas.microsoft.com/office/drawing/2014/main" id="{82A02722-AD99-4D6F-98E5-5ADB0D6E74B8}"/>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3">
            <a:extLst>
              <a:ext uri="{FF2B5EF4-FFF2-40B4-BE49-F238E27FC236}">
                <a16:creationId xmlns:a16="http://schemas.microsoft.com/office/drawing/2014/main" id="{8410420D-3D04-4770-A9AD-9575C4A5A5F8}"/>
              </a:ext>
            </a:extLst>
          </p:cNvPr>
          <p:cNvGraphicFramePr/>
          <p:nvPr>
            <p:extLst>
              <p:ext uri="{D42A27DB-BD31-4B8C-83A1-F6EECF244321}">
                <p14:modId xmlns:p14="http://schemas.microsoft.com/office/powerpoint/2010/main" val="3411868084"/>
              </p:ext>
            </p:extLst>
          </p:nvPr>
        </p:nvGraphicFramePr>
        <p:xfrm>
          <a:off x="762000" y="1792178"/>
          <a:ext cx="7620000" cy="33725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8719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4F1FF6-241B-4F19-830E-5B1A3741AD75}"/>
              </a:ext>
            </a:extLst>
          </p:cNvPr>
          <p:cNvSpPr>
            <a:spLocks noGrp="1"/>
          </p:cNvSpPr>
          <p:nvPr>
            <p:ph type="title"/>
          </p:nvPr>
        </p:nvSpPr>
        <p:spPr/>
        <p:txBody>
          <a:bodyPr/>
          <a:lstStyle/>
          <a:p>
            <a:pPr>
              <a:tabLst>
                <a:tab pos="2917825" algn="l"/>
              </a:tabLst>
            </a:pPr>
            <a:r>
              <a:rPr lang="en-US" altLang="zh-CN" dirty="0"/>
              <a:t>4.1</a:t>
            </a:r>
            <a:r>
              <a:rPr lang="zh-CN" altLang="en-US" dirty="0"/>
              <a:t> </a:t>
            </a:r>
            <a:r>
              <a:rPr lang="en-US" dirty="0"/>
              <a:t>Microkernel Architecture</a:t>
            </a:r>
          </a:p>
        </p:txBody>
      </p:sp>
      <p:sp>
        <p:nvSpPr>
          <p:cNvPr id="3" name="内容占位符 2">
            <a:extLst>
              <a:ext uri="{FF2B5EF4-FFF2-40B4-BE49-F238E27FC236}">
                <a16:creationId xmlns:a16="http://schemas.microsoft.com/office/drawing/2014/main" id="{00EC81E3-9721-45AC-AB5F-E200BD503CF0}"/>
              </a:ext>
            </a:extLst>
          </p:cNvPr>
          <p:cNvSpPr>
            <a:spLocks noGrp="1"/>
          </p:cNvSpPr>
          <p:nvPr>
            <p:ph idx="1"/>
          </p:nvPr>
        </p:nvSpPr>
        <p:spPr/>
        <p:txBody>
          <a:bodyPr/>
          <a:lstStyle/>
          <a:p>
            <a:r>
              <a:rPr lang="en-US" sz="2000" dirty="0"/>
              <a:t>Assigns only a </a:t>
            </a:r>
            <a:r>
              <a:rPr lang="en-US" sz="2000" dirty="0">
                <a:solidFill>
                  <a:srgbClr val="FF0000"/>
                </a:solidFill>
              </a:rPr>
              <a:t>few essential functions </a:t>
            </a:r>
            <a:r>
              <a:rPr lang="en-US" sz="2000" dirty="0"/>
              <a:t>to the kernel:</a:t>
            </a:r>
          </a:p>
          <a:p>
            <a:endParaRPr lang="en-US" dirty="0"/>
          </a:p>
          <a:p>
            <a:endParaRPr lang="en-US" sz="2000" dirty="0"/>
          </a:p>
          <a:p>
            <a:endParaRPr lang="en-US" dirty="0"/>
          </a:p>
          <a:p>
            <a:endParaRPr lang="en-US" sz="2000" dirty="0"/>
          </a:p>
          <a:p>
            <a:endParaRPr lang="en-US" dirty="0"/>
          </a:p>
          <a:p>
            <a:r>
              <a:rPr lang="en-US" sz="2000" dirty="0"/>
              <a:t>The approach</a:t>
            </a:r>
            <a:r>
              <a:rPr lang="zh-CN" altLang="en-US" sz="2000" dirty="0"/>
              <a:t>：</a:t>
            </a:r>
            <a:endParaRPr lang="en-US" sz="2000" dirty="0"/>
          </a:p>
          <a:p>
            <a:endParaRPr lang="en-US" dirty="0"/>
          </a:p>
        </p:txBody>
      </p:sp>
      <p:sp>
        <p:nvSpPr>
          <p:cNvPr id="4" name="灯片编号占位符 3">
            <a:extLst>
              <a:ext uri="{FF2B5EF4-FFF2-40B4-BE49-F238E27FC236}">
                <a16:creationId xmlns:a16="http://schemas.microsoft.com/office/drawing/2014/main" id="{C5E3E24E-B0B1-409B-A397-E161A40FC59B}"/>
              </a:ext>
            </a:extLst>
          </p:cNvPr>
          <p:cNvSpPr>
            <a:spLocks noGrp="1"/>
          </p:cNvSpPr>
          <p:nvPr>
            <p:ph type="sldNum" sz="quarter" idx="12"/>
          </p:nvPr>
        </p:nvSpPr>
        <p:spPr/>
        <p:txBody>
          <a:bodyPr/>
          <a:lstStyle/>
          <a:p>
            <a:fld id="{2093D444-7193-46AD-90E8-D84AE4B61CFF}" type="slidenum">
              <a:rPr lang="en-US" smtClean="0"/>
              <a:pPr/>
              <a:t>48</a:t>
            </a:fld>
            <a:r>
              <a:rPr lang="en-US"/>
              <a:t>/56</a:t>
            </a:r>
            <a:endParaRPr lang="en-US" dirty="0"/>
          </a:p>
        </p:txBody>
      </p:sp>
      <p:sp>
        <p:nvSpPr>
          <p:cNvPr id="5" name="日期占位符 4">
            <a:extLst>
              <a:ext uri="{FF2B5EF4-FFF2-40B4-BE49-F238E27FC236}">
                <a16:creationId xmlns:a16="http://schemas.microsoft.com/office/drawing/2014/main" id="{281FCC3C-8F00-4F1F-81AD-CBFE88EA421B}"/>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7" name="Diagram 3">
            <a:extLst>
              <a:ext uri="{FF2B5EF4-FFF2-40B4-BE49-F238E27FC236}">
                <a16:creationId xmlns:a16="http://schemas.microsoft.com/office/drawing/2014/main" id="{3DA63561-0471-45B1-BB92-715200209521}"/>
              </a:ext>
            </a:extLst>
          </p:cNvPr>
          <p:cNvGraphicFramePr/>
          <p:nvPr>
            <p:extLst>
              <p:ext uri="{D42A27DB-BD31-4B8C-83A1-F6EECF244321}">
                <p14:modId xmlns:p14="http://schemas.microsoft.com/office/powerpoint/2010/main" val="3287351080"/>
              </p:ext>
            </p:extLst>
          </p:nvPr>
        </p:nvGraphicFramePr>
        <p:xfrm>
          <a:off x="228600" y="1273629"/>
          <a:ext cx="8458200" cy="152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4">
            <a:extLst>
              <a:ext uri="{FF2B5EF4-FFF2-40B4-BE49-F238E27FC236}">
                <a16:creationId xmlns:a16="http://schemas.microsoft.com/office/drawing/2014/main" id="{A5D6991C-6406-461F-B895-A637C389543A}"/>
              </a:ext>
            </a:extLst>
          </p:cNvPr>
          <p:cNvGraphicFramePr/>
          <p:nvPr>
            <p:extLst>
              <p:ext uri="{D42A27DB-BD31-4B8C-83A1-F6EECF244321}">
                <p14:modId xmlns:p14="http://schemas.microsoft.com/office/powerpoint/2010/main" val="3251758923"/>
              </p:ext>
            </p:extLst>
          </p:nvPr>
        </p:nvGraphicFramePr>
        <p:xfrm>
          <a:off x="304800" y="3906430"/>
          <a:ext cx="8534400" cy="15494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596051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Microkernel System Structure </a:t>
            </a:r>
            <a:endParaRPr lang="zh-CN" altLang="en-US" dirty="0"/>
          </a:p>
        </p:txBody>
      </p:sp>
      <p:sp>
        <p:nvSpPr>
          <p:cNvPr id="3" name="内容占位符 2"/>
          <p:cNvSpPr>
            <a:spLocks noGrp="1"/>
          </p:cNvSpPr>
          <p:nvPr>
            <p:ph idx="1"/>
          </p:nvPr>
        </p:nvSpPr>
        <p:spPr>
          <a:xfrm>
            <a:off x="646280" y="5456196"/>
            <a:ext cx="7886700" cy="732102"/>
          </a:xfrm>
        </p:spPr>
        <p:txBody>
          <a:bodyPr>
            <a:normAutofit/>
          </a:bodyPr>
          <a:lstStyle/>
          <a:p>
            <a:pPr marL="0" indent="0">
              <a:buNone/>
            </a:pPr>
            <a:r>
              <a:rPr lang="en-US" altLang="zh-CN" dirty="0"/>
              <a:t>Communication takes place between user modules using </a:t>
            </a:r>
            <a:r>
              <a:rPr lang="en-US" altLang="zh-CN" dirty="0">
                <a:solidFill>
                  <a:srgbClr val="0070C0"/>
                </a:solidFill>
              </a:rPr>
              <a:t>message passing</a:t>
            </a:r>
          </a:p>
          <a:p>
            <a:pPr marL="0" indent="0">
              <a:buNone/>
            </a:pPr>
            <a:endParaRPr lang="zh-CN" altLang="en-US" dirty="0"/>
          </a:p>
        </p:txBody>
      </p:sp>
      <p:pic>
        <p:nvPicPr>
          <p:cNvPr id="4" name="Picture 2" descr="2_14.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650" y="1337771"/>
            <a:ext cx="8012112"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5">
            <a:extLst>
              <a:ext uri="{FF2B5EF4-FFF2-40B4-BE49-F238E27FC236}">
                <a16:creationId xmlns:a16="http://schemas.microsoft.com/office/drawing/2014/main" id="{EC73F936-B908-42B3-A64E-2770BD5BA237}"/>
              </a:ext>
            </a:extLst>
          </p:cNvPr>
          <p:cNvSpPr>
            <a:spLocks noGrp="1"/>
          </p:cNvSpPr>
          <p:nvPr>
            <p:ph type="dt" sz="half" idx="10"/>
          </p:nvPr>
        </p:nvSpPr>
        <p:spPr/>
        <p:txBody>
          <a:bodyPr/>
          <a:lstStyle/>
          <a:p>
            <a:fld id="{FA40D605-D221-4E52-88EE-6C4DE783C724}" type="datetime1">
              <a:rPr lang="zh-CN" altLang="en-US" smtClean="0"/>
              <a:t>2026/3/4</a:t>
            </a:fld>
            <a:endParaRPr lang="zh-CN" altLang="en-US" dirty="0"/>
          </a:p>
        </p:txBody>
      </p:sp>
      <p:sp>
        <p:nvSpPr>
          <p:cNvPr id="7" name="灯片编号占位符 6">
            <a:extLst>
              <a:ext uri="{FF2B5EF4-FFF2-40B4-BE49-F238E27FC236}">
                <a16:creationId xmlns:a16="http://schemas.microsoft.com/office/drawing/2014/main" id="{A8D97ED4-6BE5-429E-8AB4-940D9C6E0047}"/>
              </a:ext>
            </a:extLst>
          </p:cNvPr>
          <p:cNvSpPr>
            <a:spLocks noGrp="1"/>
          </p:cNvSpPr>
          <p:nvPr>
            <p:ph type="sldNum" sz="quarter" idx="12"/>
          </p:nvPr>
        </p:nvSpPr>
        <p:spPr/>
        <p:txBody>
          <a:bodyPr/>
          <a:lstStyle/>
          <a:p>
            <a:fld id="{2093D444-7193-46AD-90E8-D84AE4B61CFF}" type="slidenum">
              <a:rPr lang="en-US" smtClean="0"/>
              <a:pPr/>
              <a:t>49</a:t>
            </a:fld>
            <a:r>
              <a:rPr lang="en-US"/>
              <a:t>/56</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AB95BB-4420-402D-83A1-F573B900FA67}"/>
              </a:ext>
            </a:extLst>
          </p:cNvPr>
          <p:cNvSpPr>
            <a:spLocks noGrp="1"/>
          </p:cNvSpPr>
          <p:nvPr>
            <p:ph type="title"/>
          </p:nvPr>
        </p:nvSpPr>
        <p:spPr/>
        <p:txBody>
          <a:bodyPr/>
          <a:lstStyle/>
          <a:p>
            <a:r>
              <a:rPr lang="en-US" altLang="zh-CN" dirty="0"/>
              <a:t>4.2</a:t>
            </a:r>
            <a:r>
              <a:rPr lang="zh-CN" altLang="en-US" dirty="0"/>
              <a:t> </a:t>
            </a:r>
            <a:r>
              <a:rPr lang="en-US" dirty="0"/>
              <a:t>Multithreading</a:t>
            </a:r>
          </a:p>
        </p:txBody>
      </p:sp>
      <p:sp>
        <p:nvSpPr>
          <p:cNvPr id="3" name="内容占位符 2">
            <a:extLst>
              <a:ext uri="{FF2B5EF4-FFF2-40B4-BE49-F238E27FC236}">
                <a16:creationId xmlns:a16="http://schemas.microsoft.com/office/drawing/2014/main" id="{0C37019C-F086-44FB-ABD1-93DDA3459892}"/>
              </a:ext>
            </a:extLst>
          </p:cNvPr>
          <p:cNvSpPr>
            <a:spLocks noGrp="1"/>
          </p:cNvSpPr>
          <p:nvPr>
            <p:ph idx="1"/>
          </p:nvPr>
        </p:nvSpPr>
        <p:spPr/>
        <p:txBody>
          <a:bodyPr/>
          <a:lstStyle/>
          <a:p>
            <a:r>
              <a:rPr lang="en-US" dirty="0"/>
              <a:t>Technique in which a process, executing an application, is divided into threads that can run concurrently</a:t>
            </a:r>
          </a:p>
          <a:p>
            <a:endParaRPr lang="en-US" dirty="0"/>
          </a:p>
        </p:txBody>
      </p:sp>
      <p:sp>
        <p:nvSpPr>
          <p:cNvPr id="4" name="灯片编号占位符 3">
            <a:extLst>
              <a:ext uri="{FF2B5EF4-FFF2-40B4-BE49-F238E27FC236}">
                <a16:creationId xmlns:a16="http://schemas.microsoft.com/office/drawing/2014/main" id="{140A2A29-3737-4FB6-BABA-FD21EC3017EB}"/>
              </a:ext>
            </a:extLst>
          </p:cNvPr>
          <p:cNvSpPr>
            <a:spLocks noGrp="1"/>
          </p:cNvSpPr>
          <p:nvPr>
            <p:ph type="sldNum" sz="quarter" idx="12"/>
          </p:nvPr>
        </p:nvSpPr>
        <p:spPr/>
        <p:txBody>
          <a:bodyPr/>
          <a:lstStyle/>
          <a:p>
            <a:fld id="{2093D444-7193-46AD-90E8-D84AE4B61CFF}" type="slidenum">
              <a:rPr lang="en-US" smtClean="0"/>
              <a:pPr/>
              <a:t>50</a:t>
            </a:fld>
            <a:r>
              <a:rPr lang="en-US"/>
              <a:t>/56</a:t>
            </a:r>
            <a:endParaRPr lang="en-US" dirty="0"/>
          </a:p>
        </p:txBody>
      </p:sp>
      <p:sp>
        <p:nvSpPr>
          <p:cNvPr id="5" name="日期占位符 4">
            <a:extLst>
              <a:ext uri="{FF2B5EF4-FFF2-40B4-BE49-F238E27FC236}">
                <a16:creationId xmlns:a16="http://schemas.microsoft.com/office/drawing/2014/main" id="{A03F6CA4-DBBA-4AFD-8731-109E4B664E2B}"/>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3">
            <a:extLst>
              <a:ext uri="{FF2B5EF4-FFF2-40B4-BE49-F238E27FC236}">
                <a16:creationId xmlns:a16="http://schemas.microsoft.com/office/drawing/2014/main" id="{FBEDA601-06FA-4AD0-95F7-AD642BC842EA}"/>
              </a:ext>
            </a:extLst>
          </p:cNvPr>
          <p:cNvGraphicFramePr/>
          <p:nvPr>
            <p:extLst>
              <p:ext uri="{D42A27DB-BD31-4B8C-83A1-F6EECF244321}">
                <p14:modId xmlns:p14="http://schemas.microsoft.com/office/powerpoint/2010/main" val="2995650930"/>
              </p:ext>
            </p:extLst>
          </p:nvPr>
        </p:nvGraphicFramePr>
        <p:xfrm>
          <a:off x="773974" y="1728150"/>
          <a:ext cx="7741376" cy="4215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4673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3E2CF9-A2BB-409A-8C70-6EBB12672ED6}"/>
              </a:ext>
            </a:extLst>
          </p:cNvPr>
          <p:cNvSpPr>
            <a:spLocks noGrp="1"/>
          </p:cNvSpPr>
          <p:nvPr>
            <p:ph type="title"/>
          </p:nvPr>
        </p:nvSpPr>
        <p:spPr/>
        <p:txBody>
          <a:bodyPr/>
          <a:lstStyle/>
          <a:p>
            <a:r>
              <a:rPr lang="en-US" altLang="zh-CN" dirty="0"/>
              <a:t>4.3</a:t>
            </a:r>
            <a:r>
              <a:rPr lang="zh-CN" altLang="en-US" dirty="0"/>
              <a:t> </a:t>
            </a:r>
            <a:r>
              <a:rPr lang="en-US" dirty="0"/>
              <a:t>Symmetric Multiprocessing (SMP)</a:t>
            </a:r>
          </a:p>
        </p:txBody>
      </p:sp>
      <p:sp>
        <p:nvSpPr>
          <p:cNvPr id="3" name="内容占位符 2">
            <a:extLst>
              <a:ext uri="{FF2B5EF4-FFF2-40B4-BE49-F238E27FC236}">
                <a16:creationId xmlns:a16="http://schemas.microsoft.com/office/drawing/2014/main" id="{D8AA7699-F7AD-433F-ADBA-50DAF1B0E104}"/>
              </a:ext>
            </a:extLst>
          </p:cNvPr>
          <p:cNvSpPr>
            <a:spLocks noGrp="1"/>
          </p:cNvSpPr>
          <p:nvPr>
            <p:ph idx="1"/>
          </p:nvPr>
        </p:nvSpPr>
        <p:spPr/>
        <p:txBody>
          <a:bodyPr/>
          <a:lstStyle/>
          <a:p>
            <a:r>
              <a:rPr lang="en-US" dirty="0"/>
              <a:t>Term that refers to a computer hardware architecture and also to the OS behavior that exploits that architecture</a:t>
            </a:r>
          </a:p>
          <a:p>
            <a:r>
              <a:rPr lang="en-US" dirty="0"/>
              <a:t>Several </a:t>
            </a:r>
            <a:r>
              <a:rPr lang="en-US" dirty="0">
                <a:solidFill>
                  <a:srgbClr val="FF0000"/>
                </a:solidFill>
              </a:rPr>
              <a:t>processes</a:t>
            </a:r>
            <a:r>
              <a:rPr lang="en-US" dirty="0"/>
              <a:t> can run in parallel</a:t>
            </a:r>
          </a:p>
          <a:p>
            <a:r>
              <a:rPr lang="en-US" dirty="0"/>
              <a:t>Multiple processors are </a:t>
            </a:r>
            <a:r>
              <a:rPr lang="en-US" dirty="0">
                <a:solidFill>
                  <a:srgbClr val="FF0000"/>
                </a:solidFill>
              </a:rPr>
              <a:t>transparent</a:t>
            </a:r>
            <a:r>
              <a:rPr lang="en-US" dirty="0"/>
              <a:t> to the user</a:t>
            </a:r>
          </a:p>
          <a:p>
            <a:pPr lvl="1"/>
            <a:r>
              <a:rPr lang="en-US" dirty="0"/>
              <a:t>these processors </a:t>
            </a:r>
            <a:r>
              <a:rPr lang="en-US" dirty="0">
                <a:solidFill>
                  <a:srgbClr val="FF0000"/>
                </a:solidFill>
              </a:rPr>
              <a:t>share same main memory and I/O facilities</a:t>
            </a:r>
          </a:p>
          <a:p>
            <a:pPr lvl="1"/>
            <a:r>
              <a:rPr lang="en-US" dirty="0"/>
              <a:t>all processors can perform the same functions</a:t>
            </a:r>
          </a:p>
          <a:p>
            <a:endParaRPr lang="en-US" dirty="0"/>
          </a:p>
        </p:txBody>
      </p:sp>
      <p:sp>
        <p:nvSpPr>
          <p:cNvPr id="4" name="灯片编号占位符 3">
            <a:extLst>
              <a:ext uri="{FF2B5EF4-FFF2-40B4-BE49-F238E27FC236}">
                <a16:creationId xmlns:a16="http://schemas.microsoft.com/office/drawing/2014/main" id="{A1EEBFDD-9D1B-49B4-A1DE-699B5B496DC1}"/>
              </a:ext>
            </a:extLst>
          </p:cNvPr>
          <p:cNvSpPr>
            <a:spLocks noGrp="1"/>
          </p:cNvSpPr>
          <p:nvPr>
            <p:ph type="sldNum" sz="quarter" idx="12"/>
          </p:nvPr>
        </p:nvSpPr>
        <p:spPr/>
        <p:txBody>
          <a:bodyPr/>
          <a:lstStyle/>
          <a:p>
            <a:fld id="{2093D444-7193-46AD-90E8-D84AE4B61CFF}" type="slidenum">
              <a:rPr lang="en-US" smtClean="0"/>
              <a:pPr/>
              <a:t>51</a:t>
            </a:fld>
            <a:r>
              <a:rPr lang="en-US"/>
              <a:t>/56</a:t>
            </a:r>
            <a:endParaRPr lang="en-US" dirty="0"/>
          </a:p>
        </p:txBody>
      </p:sp>
      <p:sp>
        <p:nvSpPr>
          <p:cNvPr id="5" name="日期占位符 4">
            <a:extLst>
              <a:ext uri="{FF2B5EF4-FFF2-40B4-BE49-F238E27FC236}">
                <a16:creationId xmlns:a16="http://schemas.microsoft.com/office/drawing/2014/main" id="{0E28FBC0-F9D3-40CA-BC18-1834F48FDD49}"/>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22263900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38B18-A638-4641-A4F0-6F8044AF7457}"/>
              </a:ext>
            </a:extLst>
          </p:cNvPr>
          <p:cNvSpPr>
            <a:spLocks noGrp="1"/>
          </p:cNvSpPr>
          <p:nvPr>
            <p:ph type="title"/>
          </p:nvPr>
        </p:nvSpPr>
        <p:spPr/>
        <p:txBody>
          <a:bodyPr/>
          <a:lstStyle/>
          <a:p>
            <a:r>
              <a:rPr lang="en-US" dirty="0"/>
              <a:t>Symmetric Multiprocessor Organization</a:t>
            </a:r>
          </a:p>
        </p:txBody>
      </p:sp>
      <p:sp>
        <p:nvSpPr>
          <p:cNvPr id="4" name="灯片编号占位符 3">
            <a:extLst>
              <a:ext uri="{FF2B5EF4-FFF2-40B4-BE49-F238E27FC236}">
                <a16:creationId xmlns:a16="http://schemas.microsoft.com/office/drawing/2014/main" id="{B9463357-D916-4F9A-8A31-14C06B8E615C}"/>
              </a:ext>
            </a:extLst>
          </p:cNvPr>
          <p:cNvSpPr>
            <a:spLocks noGrp="1"/>
          </p:cNvSpPr>
          <p:nvPr>
            <p:ph type="sldNum" sz="quarter" idx="12"/>
          </p:nvPr>
        </p:nvSpPr>
        <p:spPr/>
        <p:txBody>
          <a:bodyPr/>
          <a:lstStyle/>
          <a:p>
            <a:fld id="{2093D444-7193-46AD-90E8-D84AE4B61CFF}" type="slidenum">
              <a:rPr lang="en-US" smtClean="0"/>
              <a:pPr/>
              <a:t>52</a:t>
            </a:fld>
            <a:r>
              <a:rPr lang="en-US"/>
              <a:t>/56</a:t>
            </a:r>
            <a:endParaRPr lang="en-US" dirty="0"/>
          </a:p>
        </p:txBody>
      </p:sp>
      <p:sp>
        <p:nvSpPr>
          <p:cNvPr id="5" name="日期占位符 4">
            <a:extLst>
              <a:ext uri="{FF2B5EF4-FFF2-40B4-BE49-F238E27FC236}">
                <a16:creationId xmlns:a16="http://schemas.microsoft.com/office/drawing/2014/main" id="{33746761-0B0A-4B4F-B8DC-0084BCB5AD10}"/>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7" name="图片 6">
            <a:extLst>
              <a:ext uri="{FF2B5EF4-FFF2-40B4-BE49-F238E27FC236}">
                <a16:creationId xmlns:a16="http://schemas.microsoft.com/office/drawing/2014/main" id="{F2A42E6E-9D5A-4E05-B986-DFD9CF42951B}"/>
              </a:ext>
            </a:extLst>
          </p:cNvPr>
          <p:cNvPicPr>
            <a:picLocks noChangeAspect="1"/>
          </p:cNvPicPr>
          <p:nvPr/>
        </p:nvPicPr>
        <p:blipFill>
          <a:blip r:embed="rId2"/>
          <a:stretch>
            <a:fillRect/>
          </a:stretch>
        </p:blipFill>
        <p:spPr>
          <a:xfrm>
            <a:off x="1295432" y="852166"/>
            <a:ext cx="6553136" cy="5186604"/>
          </a:xfrm>
          <a:prstGeom prst="rect">
            <a:avLst/>
          </a:prstGeom>
        </p:spPr>
      </p:pic>
    </p:spTree>
    <p:extLst>
      <p:ext uri="{BB962C8B-B14F-4D97-AF65-F5344CB8AC3E}">
        <p14:creationId xmlns:p14="http://schemas.microsoft.com/office/powerpoint/2010/main" val="38532158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1DA3-A118-4C0F-8876-279DE7D6F6B7}"/>
              </a:ext>
            </a:extLst>
          </p:cNvPr>
          <p:cNvSpPr>
            <a:spLocks noGrp="1"/>
          </p:cNvSpPr>
          <p:nvPr>
            <p:ph type="title"/>
          </p:nvPr>
        </p:nvSpPr>
        <p:spPr/>
        <p:txBody>
          <a:bodyPr/>
          <a:lstStyle/>
          <a:p>
            <a:r>
              <a:rPr lang="en-US" dirty="0"/>
              <a:t>SMP Advantages</a:t>
            </a:r>
          </a:p>
        </p:txBody>
      </p:sp>
      <p:sp>
        <p:nvSpPr>
          <p:cNvPr id="4" name="灯片编号占位符 3">
            <a:extLst>
              <a:ext uri="{FF2B5EF4-FFF2-40B4-BE49-F238E27FC236}">
                <a16:creationId xmlns:a16="http://schemas.microsoft.com/office/drawing/2014/main" id="{F8DD7CCE-9A78-4C02-A8DD-87B47C7F7566}"/>
              </a:ext>
            </a:extLst>
          </p:cNvPr>
          <p:cNvSpPr>
            <a:spLocks noGrp="1"/>
          </p:cNvSpPr>
          <p:nvPr>
            <p:ph type="sldNum" sz="quarter" idx="12"/>
          </p:nvPr>
        </p:nvSpPr>
        <p:spPr/>
        <p:txBody>
          <a:bodyPr/>
          <a:lstStyle/>
          <a:p>
            <a:fld id="{2093D444-7193-46AD-90E8-D84AE4B61CFF}" type="slidenum">
              <a:rPr lang="en-US" smtClean="0"/>
              <a:pPr/>
              <a:t>53</a:t>
            </a:fld>
            <a:r>
              <a:rPr lang="en-US"/>
              <a:t>/56</a:t>
            </a:r>
            <a:endParaRPr lang="en-US" dirty="0"/>
          </a:p>
        </p:txBody>
      </p:sp>
      <p:sp>
        <p:nvSpPr>
          <p:cNvPr id="5" name="日期占位符 4">
            <a:extLst>
              <a:ext uri="{FF2B5EF4-FFF2-40B4-BE49-F238E27FC236}">
                <a16:creationId xmlns:a16="http://schemas.microsoft.com/office/drawing/2014/main" id="{D2268972-2552-463B-AC4A-A6596DF368C5}"/>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Content Placeholder 4">
            <a:extLst>
              <a:ext uri="{FF2B5EF4-FFF2-40B4-BE49-F238E27FC236}">
                <a16:creationId xmlns:a16="http://schemas.microsoft.com/office/drawing/2014/main" id="{53B73156-B97B-44FD-8824-7B6CC40537EC}"/>
              </a:ext>
            </a:extLst>
          </p:cNvPr>
          <p:cNvGraphicFramePr>
            <a:graphicFrameLocks/>
          </p:cNvGraphicFramePr>
          <p:nvPr>
            <p:extLst>
              <p:ext uri="{D42A27DB-BD31-4B8C-83A1-F6EECF244321}">
                <p14:modId xmlns:p14="http://schemas.microsoft.com/office/powerpoint/2010/main" val="3183160289"/>
              </p:ext>
            </p:extLst>
          </p:nvPr>
        </p:nvGraphicFramePr>
        <p:xfrm>
          <a:off x="682534" y="1249180"/>
          <a:ext cx="7588976"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0604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70F4D-B4FB-4315-8868-6EB872F36EB6}"/>
              </a:ext>
            </a:extLst>
          </p:cNvPr>
          <p:cNvSpPr>
            <a:spLocks noGrp="1"/>
          </p:cNvSpPr>
          <p:nvPr>
            <p:ph type="title"/>
          </p:nvPr>
        </p:nvSpPr>
        <p:spPr/>
        <p:txBody>
          <a:bodyPr/>
          <a:lstStyle/>
          <a:p>
            <a:r>
              <a:rPr lang="en-US" dirty="0"/>
              <a:t>Multiprogramming and Multiprocessing</a:t>
            </a:r>
          </a:p>
        </p:txBody>
      </p:sp>
      <p:sp>
        <p:nvSpPr>
          <p:cNvPr id="4" name="灯片编号占位符 3">
            <a:extLst>
              <a:ext uri="{FF2B5EF4-FFF2-40B4-BE49-F238E27FC236}">
                <a16:creationId xmlns:a16="http://schemas.microsoft.com/office/drawing/2014/main" id="{5D41877D-A668-4FA2-8511-D14C5261B5AC}"/>
              </a:ext>
            </a:extLst>
          </p:cNvPr>
          <p:cNvSpPr>
            <a:spLocks noGrp="1"/>
          </p:cNvSpPr>
          <p:nvPr>
            <p:ph type="sldNum" sz="quarter" idx="12"/>
          </p:nvPr>
        </p:nvSpPr>
        <p:spPr/>
        <p:txBody>
          <a:bodyPr/>
          <a:lstStyle/>
          <a:p>
            <a:fld id="{2093D444-7193-46AD-90E8-D84AE4B61CFF}" type="slidenum">
              <a:rPr lang="en-US" smtClean="0"/>
              <a:pPr/>
              <a:t>54</a:t>
            </a:fld>
            <a:r>
              <a:rPr lang="en-US"/>
              <a:t>/56</a:t>
            </a:r>
            <a:endParaRPr lang="en-US" dirty="0"/>
          </a:p>
        </p:txBody>
      </p:sp>
      <p:sp>
        <p:nvSpPr>
          <p:cNvPr id="5" name="日期占位符 4">
            <a:extLst>
              <a:ext uri="{FF2B5EF4-FFF2-40B4-BE49-F238E27FC236}">
                <a16:creationId xmlns:a16="http://schemas.microsoft.com/office/drawing/2014/main" id="{05943D0B-4A78-4191-A91C-914C81368C5D}"/>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pic>
        <p:nvPicPr>
          <p:cNvPr id="10" name="内容占位符 9">
            <a:extLst>
              <a:ext uri="{FF2B5EF4-FFF2-40B4-BE49-F238E27FC236}">
                <a16:creationId xmlns:a16="http://schemas.microsoft.com/office/drawing/2014/main" id="{028FC046-30B8-403D-B0D2-DDE88A22867E}"/>
              </a:ext>
            </a:extLst>
          </p:cNvPr>
          <p:cNvPicPr>
            <a:picLocks noGrp="1" noChangeAspect="1"/>
          </p:cNvPicPr>
          <p:nvPr>
            <p:ph idx="1"/>
          </p:nvPr>
        </p:nvPicPr>
        <p:blipFill>
          <a:blip r:embed="rId2"/>
          <a:stretch>
            <a:fillRect/>
          </a:stretch>
        </p:blipFill>
        <p:spPr>
          <a:xfrm>
            <a:off x="1162220" y="736600"/>
            <a:ext cx="6819560" cy="5367338"/>
          </a:xfrm>
        </p:spPr>
      </p:pic>
    </p:spTree>
    <p:extLst>
      <p:ext uri="{BB962C8B-B14F-4D97-AF65-F5344CB8AC3E}">
        <p14:creationId xmlns:p14="http://schemas.microsoft.com/office/powerpoint/2010/main" val="33370048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30464C-68A8-466E-943D-EE64C4853D6A}"/>
              </a:ext>
            </a:extLst>
          </p:cNvPr>
          <p:cNvSpPr>
            <a:spLocks noGrp="1"/>
          </p:cNvSpPr>
          <p:nvPr>
            <p:ph type="title"/>
          </p:nvPr>
        </p:nvSpPr>
        <p:spPr>
          <a:xfrm>
            <a:off x="384810" y="136524"/>
            <a:ext cx="7886700" cy="431978"/>
          </a:xfrm>
        </p:spPr>
        <p:txBody>
          <a:bodyPr/>
          <a:lstStyle/>
          <a:p>
            <a:r>
              <a:rPr lang="en-US" altLang="zh-CN" dirty="0"/>
              <a:t>4.4</a:t>
            </a:r>
            <a:r>
              <a:rPr lang="zh-CN" altLang="en-US" dirty="0"/>
              <a:t> </a:t>
            </a:r>
            <a:r>
              <a:rPr lang="en-US" dirty="0">
                <a:latin typeface="Microsoft YaHei UI" panose="020B0503020204020204" pitchFamily="34" charset="-122"/>
                <a:ea typeface="Microsoft YaHei UI" panose="020B0503020204020204" pitchFamily="34" charset="-122"/>
              </a:rPr>
              <a:t>Distributed Operating System</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and</a:t>
            </a:r>
            <a:r>
              <a:rPr lang="zh-CN" altLang="en-US" dirty="0">
                <a:latin typeface="Microsoft YaHei UI" panose="020B0503020204020204" pitchFamily="34" charset="-122"/>
                <a:ea typeface="Microsoft YaHei UI" panose="020B0503020204020204" pitchFamily="34" charset="-122"/>
              </a:rPr>
              <a:t> </a:t>
            </a:r>
            <a:r>
              <a:rPr lang="en-US" dirty="0">
                <a:latin typeface="Microsoft YaHei UI" panose="020B0503020204020204" pitchFamily="34" charset="-122"/>
                <a:ea typeface="Microsoft YaHei UI" panose="020B0503020204020204" pitchFamily="34" charset="-122"/>
              </a:rPr>
              <a:t>Object-Oriented  Design</a:t>
            </a:r>
            <a:endParaRPr lang="en-US" dirty="0"/>
          </a:p>
        </p:txBody>
      </p:sp>
      <p:sp>
        <p:nvSpPr>
          <p:cNvPr id="4" name="灯片编号占位符 3">
            <a:extLst>
              <a:ext uri="{FF2B5EF4-FFF2-40B4-BE49-F238E27FC236}">
                <a16:creationId xmlns:a16="http://schemas.microsoft.com/office/drawing/2014/main" id="{AA0AEA26-BCAB-47B2-B31C-F31524F2E19E}"/>
              </a:ext>
            </a:extLst>
          </p:cNvPr>
          <p:cNvSpPr>
            <a:spLocks noGrp="1"/>
          </p:cNvSpPr>
          <p:nvPr>
            <p:ph type="sldNum" sz="quarter" idx="12"/>
          </p:nvPr>
        </p:nvSpPr>
        <p:spPr/>
        <p:txBody>
          <a:bodyPr/>
          <a:lstStyle/>
          <a:p>
            <a:fld id="{2093D444-7193-46AD-90E8-D84AE4B61CFF}" type="slidenum">
              <a:rPr lang="en-US" smtClean="0"/>
              <a:pPr/>
              <a:t>55</a:t>
            </a:fld>
            <a:r>
              <a:rPr lang="en-US"/>
              <a:t>/56</a:t>
            </a:r>
            <a:endParaRPr lang="en-US" dirty="0"/>
          </a:p>
        </p:txBody>
      </p:sp>
      <p:sp>
        <p:nvSpPr>
          <p:cNvPr id="5" name="日期占位符 4">
            <a:extLst>
              <a:ext uri="{FF2B5EF4-FFF2-40B4-BE49-F238E27FC236}">
                <a16:creationId xmlns:a16="http://schemas.microsoft.com/office/drawing/2014/main" id="{7C91A1EE-9BFD-4499-9ADE-E5BB2F6EAD9A}"/>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10" name="Text Placeholder 3">
            <a:extLst>
              <a:ext uri="{FF2B5EF4-FFF2-40B4-BE49-F238E27FC236}">
                <a16:creationId xmlns:a16="http://schemas.microsoft.com/office/drawing/2014/main" id="{1ADBE11B-5279-4B39-978B-01A88DA320CB}"/>
              </a:ext>
            </a:extLst>
          </p:cNvPr>
          <p:cNvSpPr>
            <a:spLocks noGrp="1"/>
          </p:cNvSpPr>
          <p:nvPr/>
        </p:nvSpPr>
        <p:spPr>
          <a:xfrm>
            <a:off x="628650" y="975524"/>
            <a:ext cx="3657600" cy="730415"/>
          </a:xfrm>
          <a:prstGeom prst="rect">
            <a:avLst/>
          </a:prstGeom>
        </p:spPr>
        <p:txBody>
          <a:bodyPr vert="horz" lIns="91440" tIns="0" rIns="91440" bIns="0" rtlCol="0" anchor="ctr" anchorCtr="0">
            <a:noAutofit/>
          </a:bodyPr>
          <a:lstStyle>
            <a:lvl1pPr marL="0" indent="0" algn="ctr" defTabSz="914400" rtl="0" eaLnBrk="1" latinLnBrk="0" hangingPunct="1">
              <a:lnSpc>
                <a:spcPts val="3000"/>
              </a:lnSpc>
              <a:spcBef>
                <a:spcPts val="300"/>
              </a:spcBef>
              <a:buClr>
                <a:schemeClr val="accent1"/>
              </a:buClr>
              <a:buSzPct val="75000"/>
              <a:buFont typeface="Wingdings" pitchFamily="2" charset="2"/>
              <a:buNone/>
              <a:defRPr sz="2600" b="1" kern="1200">
                <a:solidFill>
                  <a:schemeClr val="accent1"/>
                </a:solidFill>
                <a:latin typeface="+mn-lt"/>
                <a:ea typeface="+mn-ea"/>
                <a:cs typeface="+mn-cs"/>
              </a:defRPr>
            </a:lvl1pPr>
            <a:lvl2pPr marL="457200" indent="0" algn="l" defTabSz="914400" rtl="0" eaLnBrk="1" latinLnBrk="0" hangingPunct="1">
              <a:spcBef>
                <a:spcPts val="600"/>
              </a:spcBef>
              <a:buClr>
                <a:schemeClr val="accent1"/>
              </a:buClr>
              <a:buSzPct val="75000"/>
              <a:buFont typeface="Wingdings" pitchFamily="2" charset="2"/>
              <a:buNone/>
              <a:defRPr sz="2000" b="1" kern="1200">
                <a:solidFill>
                  <a:schemeClr val="tx1">
                    <a:lumMod val="85000"/>
                    <a:lumOff val="15000"/>
                  </a:schemeClr>
                </a:solidFill>
                <a:latin typeface="+mn-lt"/>
                <a:ea typeface="+mn-ea"/>
                <a:cs typeface="+mn-cs"/>
              </a:defRPr>
            </a:lvl2pPr>
            <a:lvl3pPr marL="914400" indent="0" algn="l" defTabSz="914400" rtl="0" eaLnBrk="1" latinLnBrk="0" hangingPunct="1">
              <a:spcBef>
                <a:spcPts val="600"/>
              </a:spcBef>
              <a:buClr>
                <a:schemeClr val="accent1"/>
              </a:buClr>
              <a:buSzPct val="75000"/>
              <a:buFont typeface="Wingdings" pitchFamily="2" charset="2"/>
              <a:buNone/>
              <a:defRPr sz="1800" b="1" kern="1200">
                <a:solidFill>
                  <a:schemeClr val="tx1">
                    <a:lumMod val="85000"/>
                    <a:lumOff val="15000"/>
                  </a:schemeClr>
                </a:solidFill>
                <a:latin typeface="+mn-lt"/>
                <a:ea typeface="+mn-ea"/>
                <a:cs typeface="+mn-cs"/>
              </a:defRPr>
            </a:lvl3pPr>
            <a:lvl4pPr marL="1371600" indent="0" algn="l" defTabSz="914400" rtl="0" eaLnBrk="1" latinLnBrk="0" hangingPunct="1">
              <a:spcBef>
                <a:spcPts val="600"/>
              </a:spcBef>
              <a:buClr>
                <a:schemeClr val="accent1"/>
              </a:buClr>
              <a:buSzPct val="75000"/>
              <a:buFont typeface="Wingdings" pitchFamily="2" charset="2"/>
              <a:buNone/>
              <a:defRPr sz="1600" b="1" kern="1200">
                <a:solidFill>
                  <a:schemeClr val="tx1">
                    <a:lumMod val="85000"/>
                    <a:lumOff val="15000"/>
                  </a:schemeClr>
                </a:solidFill>
                <a:latin typeface="+mn-lt"/>
                <a:ea typeface="+mn-ea"/>
                <a:cs typeface="+mn-cs"/>
              </a:defRPr>
            </a:lvl4pPr>
            <a:lvl5pPr marL="1828800" indent="0" algn="l" defTabSz="914400" rtl="0" eaLnBrk="1" latinLnBrk="0" hangingPunct="1">
              <a:spcBef>
                <a:spcPts val="600"/>
              </a:spcBef>
              <a:buClr>
                <a:schemeClr val="accent1"/>
              </a:buClr>
              <a:buSzPct val="75000"/>
              <a:buFont typeface="Wingdings" pitchFamily="2" charset="2"/>
              <a:buNone/>
              <a:defRPr sz="1600" b="1" kern="1200">
                <a:solidFill>
                  <a:schemeClr val="tx1">
                    <a:lumMod val="85000"/>
                    <a:lumOff val="1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dirty="0">
                <a:latin typeface="Microsoft YaHei UI" panose="020B0503020204020204" pitchFamily="34" charset="-122"/>
                <a:ea typeface="Microsoft YaHei UI" panose="020B0503020204020204" pitchFamily="34" charset="-122"/>
              </a:rPr>
              <a:t>Distributed Operating System</a:t>
            </a:r>
          </a:p>
        </p:txBody>
      </p:sp>
      <p:sp>
        <p:nvSpPr>
          <p:cNvPr id="11" name="Content Placeholder 2">
            <a:extLst>
              <a:ext uri="{FF2B5EF4-FFF2-40B4-BE49-F238E27FC236}">
                <a16:creationId xmlns:a16="http://schemas.microsoft.com/office/drawing/2014/main" id="{8BE1669E-70A1-4D51-9A1A-714AACFF4923}"/>
              </a:ext>
            </a:extLst>
          </p:cNvPr>
          <p:cNvSpPr>
            <a:spLocks noGrp="1"/>
          </p:cNvSpPr>
          <p:nvPr/>
        </p:nvSpPr>
        <p:spPr>
          <a:xfrm>
            <a:off x="704850" y="2042324"/>
            <a:ext cx="4114800" cy="3001963"/>
          </a:xfrm>
          <a:prstGeom prst="rect">
            <a:avLst/>
          </a:prstGeom>
        </p:spPr>
        <p:txBody>
          <a:bodyPr vert="horz" lIns="91440" tIns="45720" rIns="91440" bIns="45720" rtlCol="0">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r>
              <a:rPr lang="en-US" dirty="0">
                <a:latin typeface="Microsoft YaHei UI" panose="020B0503020204020204" pitchFamily="34" charset="-122"/>
                <a:ea typeface="Microsoft YaHei UI" panose="020B0503020204020204" pitchFamily="34" charset="-122"/>
              </a:rPr>
              <a:t>Provides the illusion of</a:t>
            </a:r>
          </a:p>
          <a:p>
            <a:pPr lvl="1"/>
            <a:r>
              <a:rPr lang="en-US" dirty="0">
                <a:latin typeface="Microsoft YaHei UI" panose="020B0503020204020204" pitchFamily="34" charset="-122"/>
                <a:ea typeface="Microsoft YaHei UI" panose="020B0503020204020204" pitchFamily="34" charset="-122"/>
              </a:rPr>
              <a:t> a single main memory space </a:t>
            </a:r>
          </a:p>
          <a:p>
            <a:pPr lvl="1"/>
            <a:r>
              <a:rPr lang="en-US" dirty="0">
                <a:latin typeface="Microsoft YaHei UI" panose="020B0503020204020204" pitchFamily="34" charset="-122"/>
                <a:ea typeface="Microsoft YaHei UI" panose="020B0503020204020204" pitchFamily="34" charset="-122"/>
              </a:rPr>
              <a:t>single secondary memory space</a:t>
            </a:r>
          </a:p>
          <a:p>
            <a:pPr lvl="1"/>
            <a:r>
              <a:rPr lang="en-US" dirty="0">
                <a:latin typeface="Microsoft YaHei UI" panose="020B0503020204020204" pitchFamily="34" charset="-122"/>
                <a:ea typeface="Microsoft YaHei UI" panose="020B0503020204020204" pitchFamily="34" charset="-122"/>
              </a:rPr>
              <a:t>unified access facilities</a:t>
            </a:r>
          </a:p>
        </p:txBody>
      </p:sp>
      <p:sp>
        <p:nvSpPr>
          <p:cNvPr id="12" name="Text Placeholder 4">
            <a:extLst>
              <a:ext uri="{FF2B5EF4-FFF2-40B4-BE49-F238E27FC236}">
                <a16:creationId xmlns:a16="http://schemas.microsoft.com/office/drawing/2014/main" id="{52E450CE-6242-47F9-A46B-6A835AE1C347}"/>
              </a:ext>
            </a:extLst>
          </p:cNvPr>
          <p:cNvSpPr>
            <a:spLocks noGrp="1"/>
          </p:cNvSpPr>
          <p:nvPr/>
        </p:nvSpPr>
        <p:spPr>
          <a:xfrm>
            <a:off x="4819650" y="975523"/>
            <a:ext cx="3366407" cy="730415"/>
          </a:xfrm>
          <a:prstGeom prst="rect">
            <a:avLst/>
          </a:prstGeom>
        </p:spPr>
        <p:txBody>
          <a:bodyPr vert="horz" lIns="91440" tIns="0" rIns="91440" bIns="0" rtlCol="0" anchor="ctr" anchorCtr="0">
            <a:noAutofit/>
          </a:bodyPr>
          <a:lstStyle>
            <a:lvl1pPr marL="0" indent="0" algn="ctr" defTabSz="914400" rtl="0" eaLnBrk="1" latinLnBrk="0" hangingPunct="1">
              <a:lnSpc>
                <a:spcPts val="3000"/>
              </a:lnSpc>
              <a:spcBef>
                <a:spcPts val="300"/>
              </a:spcBef>
              <a:buClr>
                <a:schemeClr val="accent1"/>
              </a:buClr>
              <a:buSzPct val="75000"/>
              <a:buFont typeface="Wingdings" pitchFamily="2" charset="2"/>
              <a:buNone/>
              <a:defRPr sz="2600" b="1" kern="1200">
                <a:solidFill>
                  <a:schemeClr val="accent1"/>
                </a:solidFill>
                <a:latin typeface="+mn-lt"/>
                <a:ea typeface="+mn-ea"/>
                <a:cs typeface="+mn-cs"/>
              </a:defRPr>
            </a:lvl1pPr>
            <a:lvl2pPr marL="457200" indent="0" algn="l" defTabSz="914400" rtl="0" eaLnBrk="1" latinLnBrk="0" hangingPunct="1">
              <a:spcBef>
                <a:spcPts val="600"/>
              </a:spcBef>
              <a:buClr>
                <a:schemeClr val="accent1"/>
              </a:buClr>
              <a:buSzPct val="75000"/>
              <a:buFont typeface="Wingdings" pitchFamily="2" charset="2"/>
              <a:buNone/>
              <a:defRPr sz="2000" b="1" kern="1200">
                <a:solidFill>
                  <a:schemeClr val="tx1">
                    <a:lumMod val="85000"/>
                    <a:lumOff val="15000"/>
                  </a:schemeClr>
                </a:solidFill>
                <a:latin typeface="+mn-lt"/>
                <a:ea typeface="+mn-ea"/>
                <a:cs typeface="+mn-cs"/>
              </a:defRPr>
            </a:lvl2pPr>
            <a:lvl3pPr marL="914400" indent="0" algn="l" defTabSz="914400" rtl="0" eaLnBrk="1" latinLnBrk="0" hangingPunct="1">
              <a:spcBef>
                <a:spcPts val="600"/>
              </a:spcBef>
              <a:buClr>
                <a:schemeClr val="accent1"/>
              </a:buClr>
              <a:buSzPct val="75000"/>
              <a:buFont typeface="Wingdings" pitchFamily="2" charset="2"/>
              <a:buNone/>
              <a:defRPr sz="1800" b="1" kern="1200">
                <a:solidFill>
                  <a:schemeClr val="tx1">
                    <a:lumMod val="85000"/>
                    <a:lumOff val="15000"/>
                  </a:schemeClr>
                </a:solidFill>
                <a:latin typeface="+mn-lt"/>
                <a:ea typeface="+mn-ea"/>
                <a:cs typeface="+mn-cs"/>
              </a:defRPr>
            </a:lvl3pPr>
            <a:lvl4pPr marL="1371600" indent="0" algn="l" defTabSz="914400" rtl="0" eaLnBrk="1" latinLnBrk="0" hangingPunct="1">
              <a:spcBef>
                <a:spcPts val="600"/>
              </a:spcBef>
              <a:buClr>
                <a:schemeClr val="accent1"/>
              </a:buClr>
              <a:buSzPct val="75000"/>
              <a:buFont typeface="Wingdings" pitchFamily="2" charset="2"/>
              <a:buNone/>
              <a:defRPr sz="1600" b="1" kern="1200">
                <a:solidFill>
                  <a:schemeClr val="tx1">
                    <a:lumMod val="85000"/>
                    <a:lumOff val="15000"/>
                  </a:schemeClr>
                </a:solidFill>
                <a:latin typeface="+mn-lt"/>
                <a:ea typeface="+mn-ea"/>
                <a:cs typeface="+mn-cs"/>
              </a:defRPr>
            </a:lvl4pPr>
            <a:lvl5pPr marL="1828800" indent="0" algn="l" defTabSz="914400" rtl="0" eaLnBrk="1" latinLnBrk="0" hangingPunct="1">
              <a:spcBef>
                <a:spcPts val="600"/>
              </a:spcBef>
              <a:buClr>
                <a:schemeClr val="accent1"/>
              </a:buClr>
              <a:buSzPct val="75000"/>
              <a:buFont typeface="Wingdings" pitchFamily="2" charset="2"/>
              <a:buNone/>
              <a:defRPr sz="1600" b="1" kern="1200">
                <a:solidFill>
                  <a:schemeClr val="tx1">
                    <a:lumMod val="85000"/>
                    <a:lumOff val="1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dirty="0">
                <a:latin typeface="Microsoft YaHei UI" panose="020B0503020204020204" pitchFamily="34" charset="-122"/>
                <a:ea typeface="Microsoft YaHei UI" panose="020B0503020204020204" pitchFamily="34" charset="-122"/>
              </a:rPr>
              <a:t>Object-Oriented  Design</a:t>
            </a:r>
          </a:p>
        </p:txBody>
      </p:sp>
      <p:sp>
        <p:nvSpPr>
          <p:cNvPr id="13" name="Content Placeholder 5">
            <a:extLst>
              <a:ext uri="{FF2B5EF4-FFF2-40B4-BE49-F238E27FC236}">
                <a16:creationId xmlns:a16="http://schemas.microsoft.com/office/drawing/2014/main" id="{B50B7E26-CF42-4688-8816-42420A6B3D4A}"/>
              </a:ext>
            </a:extLst>
          </p:cNvPr>
          <p:cNvSpPr>
            <a:spLocks noGrp="1"/>
          </p:cNvSpPr>
          <p:nvPr/>
        </p:nvSpPr>
        <p:spPr>
          <a:xfrm>
            <a:off x="4819650" y="1966124"/>
            <a:ext cx="4114800" cy="3252788"/>
          </a:xfrm>
          <a:prstGeom prst="rect">
            <a:avLst/>
          </a:prstGeom>
        </p:spPr>
        <p:txBody>
          <a:bodyPr vert="horz" lIns="91440" tIns="45720" rIns="91440" bIns="45720" rtlCol="0">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r>
              <a:rPr lang="en-US" dirty="0">
                <a:latin typeface="Microsoft YaHei UI" panose="020B0503020204020204" pitchFamily="34" charset="-122"/>
                <a:ea typeface="Microsoft YaHei UI" panose="020B0503020204020204" pitchFamily="34" charset="-122"/>
              </a:rPr>
              <a:t>Used for adding </a:t>
            </a:r>
            <a:r>
              <a:rPr lang="en-US" b="1" dirty="0">
                <a:latin typeface="Microsoft YaHei UI" panose="020B0503020204020204" pitchFamily="34" charset="-122"/>
                <a:ea typeface="Microsoft YaHei UI" panose="020B0503020204020204" pitchFamily="34" charset="-122"/>
              </a:rPr>
              <a:t>modular extensions</a:t>
            </a:r>
            <a:r>
              <a:rPr lang="en-US" dirty="0">
                <a:latin typeface="Microsoft YaHei UI" panose="020B0503020204020204" pitchFamily="34" charset="-122"/>
                <a:ea typeface="Microsoft YaHei UI" panose="020B0503020204020204" pitchFamily="34" charset="-122"/>
              </a:rPr>
              <a:t> to a small kernel</a:t>
            </a:r>
          </a:p>
          <a:p>
            <a:r>
              <a:rPr lang="en-US" dirty="0">
                <a:latin typeface="Microsoft YaHei UI" panose="020B0503020204020204" pitchFamily="34" charset="-122"/>
                <a:ea typeface="Microsoft YaHei UI" panose="020B0503020204020204" pitchFamily="34" charset="-122"/>
              </a:rPr>
              <a:t>Enables programmers to </a:t>
            </a:r>
            <a:r>
              <a:rPr lang="en-US" b="1" dirty="0">
                <a:latin typeface="Microsoft YaHei UI" panose="020B0503020204020204" pitchFamily="34" charset="-122"/>
                <a:ea typeface="Microsoft YaHei UI" panose="020B0503020204020204" pitchFamily="34" charset="-122"/>
              </a:rPr>
              <a:t>customize an operating system </a:t>
            </a:r>
            <a:r>
              <a:rPr lang="en-US" dirty="0">
                <a:latin typeface="Microsoft YaHei UI" panose="020B0503020204020204" pitchFamily="34" charset="-122"/>
                <a:ea typeface="Microsoft YaHei UI" panose="020B0503020204020204" pitchFamily="34" charset="-122"/>
              </a:rPr>
              <a:t>without disrupting system integrity</a:t>
            </a:r>
          </a:p>
          <a:p>
            <a:r>
              <a:rPr lang="en-US" b="1" dirty="0">
                <a:latin typeface="Microsoft YaHei UI" panose="020B0503020204020204" pitchFamily="34" charset="-122"/>
                <a:ea typeface="Microsoft YaHei UI" panose="020B0503020204020204" pitchFamily="34" charset="-122"/>
              </a:rPr>
              <a:t>Eases the development </a:t>
            </a:r>
            <a:r>
              <a:rPr lang="en-US" dirty="0">
                <a:latin typeface="Microsoft YaHei UI" panose="020B0503020204020204" pitchFamily="34" charset="-122"/>
                <a:ea typeface="Microsoft YaHei UI" panose="020B0503020204020204" pitchFamily="34" charset="-122"/>
              </a:rPr>
              <a:t>of distributed tools and full-blown distributed operating systems</a:t>
            </a:r>
          </a:p>
          <a:p>
            <a:endParaRPr 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970254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95E39-C024-4ECE-9531-EB7EB15AD38C}"/>
              </a:ext>
            </a:extLst>
          </p:cNvPr>
          <p:cNvSpPr>
            <a:spLocks noGrp="1"/>
          </p:cNvSpPr>
          <p:nvPr>
            <p:ph type="title"/>
          </p:nvPr>
        </p:nvSpPr>
        <p:spPr/>
        <p:txBody>
          <a:bodyPr/>
          <a:lstStyle/>
          <a:p>
            <a:r>
              <a:rPr lang="en-US" sz="2400" dirty="0"/>
              <a:t>5.1 Symmetric Multiprocessor OS Considerations</a:t>
            </a:r>
          </a:p>
        </p:txBody>
      </p:sp>
      <p:sp>
        <p:nvSpPr>
          <p:cNvPr id="3" name="内容占位符 2">
            <a:extLst>
              <a:ext uri="{FF2B5EF4-FFF2-40B4-BE49-F238E27FC236}">
                <a16:creationId xmlns:a16="http://schemas.microsoft.com/office/drawing/2014/main" id="{26C368DF-42E6-4BF6-85C6-99E3264AA573}"/>
              </a:ext>
            </a:extLst>
          </p:cNvPr>
          <p:cNvSpPr>
            <a:spLocks noGrp="1"/>
          </p:cNvSpPr>
          <p:nvPr>
            <p:ph idx="1"/>
          </p:nvPr>
        </p:nvSpPr>
        <p:spPr/>
        <p:txBody>
          <a:bodyPr/>
          <a:lstStyle/>
          <a:p>
            <a:r>
              <a:rPr lang="en-US" dirty="0"/>
              <a:t>A multiprocessor OS must provide </a:t>
            </a:r>
            <a:r>
              <a:rPr lang="en-US" dirty="0">
                <a:solidFill>
                  <a:srgbClr val="FF0000"/>
                </a:solidFill>
              </a:rPr>
              <a:t>all the functionality of a multiprogramming </a:t>
            </a:r>
            <a:r>
              <a:rPr lang="en-US" dirty="0"/>
              <a:t>system plus additional features to accommodate multiple processors</a:t>
            </a:r>
          </a:p>
          <a:p>
            <a:r>
              <a:rPr lang="en-US" dirty="0"/>
              <a:t>Key design issues:</a:t>
            </a:r>
          </a:p>
        </p:txBody>
      </p:sp>
      <p:sp>
        <p:nvSpPr>
          <p:cNvPr id="4" name="灯片编号占位符 3">
            <a:extLst>
              <a:ext uri="{FF2B5EF4-FFF2-40B4-BE49-F238E27FC236}">
                <a16:creationId xmlns:a16="http://schemas.microsoft.com/office/drawing/2014/main" id="{E62C0EAB-F4D9-48F2-9B7A-814F506907AA}"/>
              </a:ext>
            </a:extLst>
          </p:cNvPr>
          <p:cNvSpPr>
            <a:spLocks noGrp="1"/>
          </p:cNvSpPr>
          <p:nvPr>
            <p:ph type="sldNum" sz="quarter" idx="12"/>
          </p:nvPr>
        </p:nvSpPr>
        <p:spPr/>
        <p:txBody>
          <a:bodyPr/>
          <a:lstStyle/>
          <a:p>
            <a:fld id="{2093D444-7193-46AD-90E8-D84AE4B61CFF}" type="slidenum">
              <a:rPr lang="en-US" smtClean="0"/>
              <a:pPr/>
              <a:t>56</a:t>
            </a:fld>
            <a:r>
              <a:rPr lang="en-US"/>
              <a:t>/56</a:t>
            </a:r>
            <a:endParaRPr lang="en-US" dirty="0"/>
          </a:p>
        </p:txBody>
      </p:sp>
      <p:sp>
        <p:nvSpPr>
          <p:cNvPr id="5" name="日期占位符 4">
            <a:extLst>
              <a:ext uri="{FF2B5EF4-FFF2-40B4-BE49-F238E27FC236}">
                <a16:creationId xmlns:a16="http://schemas.microsoft.com/office/drawing/2014/main" id="{70E56624-94DE-4C9A-8453-059FB5B5789D}"/>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7">
            <a:extLst>
              <a:ext uri="{FF2B5EF4-FFF2-40B4-BE49-F238E27FC236}">
                <a16:creationId xmlns:a16="http://schemas.microsoft.com/office/drawing/2014/main" id="{8950BD23-73D2-4A8C-9856-B632D104D847}"/>
              </a:ext>
            </a:extLst>
          </p:cNvPr>
          <p:cNvGraphicFramePr/>
          <p:nvPr>
            <p:extLst>
              <p:ext uri="{D42A27DB-BD31-4B8C-83A1-F6EECF244321}">
                <p14:modId xmlns:p14="http://schemas.microsoft.com/office/powerpoint/2010/main" val="1221149817"/>
              </p:ext>
            </p:extLst>
          </p:nvPr>
        </p:nvGraphicFramePr>
        <p:xfrm>
          <a:off x="500742" y="1992085"/>
          <a:ext cx="8534400" cy="39438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6603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DBC34-9FD6-42AE-B8A7-C6706D60B122}"/>
              </a:ext>
            </a:extLst>
          </p:cNvPr>
          <p:cNvSpPr>
            <a:spLocks noGrp="1"/>
          </p:cNvSpPr>
          <p:nvPr>
            <p:ph type="title"/>
          </p:nvPr>
        </p:nvSpPr>
        <p:spPr/>
        <p:txBody>
          <a:bodyPr/>
          <a:lstStyle/>
          <a:p>
            <a:r>
              <a:rPr lang="en-US" sz="2400" dirty="0"/>
              <a:t>5.2 C</a:t>
            </a:r>
            <a:r>
              <a:rPr lang="en-US" altLang="zh-CN" sz="2400" dirty="0"/>
              <a:t>onsiderations </a:t>
            </a:r>
            <a:r>
              <a:rPr lang="en-US" sz="2400" dirty="0"/>
              <a:t>for Multicore OS</a:t>
            </a:r>
          </a:p>
        </p:txBody>
      </p:sp>
      <p:sp>
        <p:nvSpPr>
          <p:cNvPr id="4" name="灯片编号占位符 3">
            <a:extLst>
              <a:ext uri="{FF2B5EF4-FFF2-40B4-BE49-F238E27FC236}">
                <a16:creationId xmlns:a16="http://schemas.microsoft.com/office/drawing/2014/main" id="{869F7ADF-1A3B-462A-AB17-B6496FADBD58}"/>
              </a:ext>
            </a:extLst>
          </p:cNvPr>
          <p:cNvSpPr>
            <a:spLocks noGrp="1"/>
          </p:cNvSpPr>
          <p:nvPr>
            <p:ph type="sldNum" sz="quarter" idx="12"/>
          </p:nvPr>
        </p:nvSpPr>
        <p:spPr/>
        <p:txBody>
          <a:bodyPr/>
          <a:lstStyle/>
          <a:p>
            <a:fld id="{2093D444-7193-46AD-90E8-D84AE4B61CFF}" type="slidenum">
              <a:rPr lang="en-US" smtClean="0"/>
              <a:pPr/>
              <a:t>57</a:t>
            </a:fld>
            <a:r>
              <a:rPr lang="en-US"/>
              <a:t>/56</a:t>
            </a:r>
            <a:endParaRPr lang="en-US" dirty="0"/>
          </a:p>
        </p:txBody>
      </p:sp>
      <p:sp>
        <p:nvSpPr>
          <p:cNvPr id="5" name="日期占位符 4">
            <a:extLst>
              <a:ext uri="{FF2B5EF4-FFF2-40B4-BE49-F238E27FC236}">
                <a16:creationId xmlns:a16="http://schemas.microsoft.com/office/drawing/2014/main" id="{362658A7-4D9B-4166-B9E1-B14AADCCCB02}"/>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6" name="Content Placeholder 2">
            <a:extLst>
              <a:ext uri="{FF2B5EF4-FFF2-40B4-BE49-F238E27FC236}">
                <a16:creationId xmlns:a16="http://schemas.microsoft.com/office/drawing/2014/main" id="{E8A3C46B-EE8E-419A-A1D9-FA9BC2004C17}"/>
              </a:ext>
            </a:extLst>
          </p:cNvPr>
          <p:cNvSpPr txBox="1">
            <a:spLocks/>
          </p:cNvSpPr>
          <p:nvPr/>
        </p:nvSpPr>
        <p:spPr>
          <a:xfrm>
            <a:off x="628650" y="1139779"/>
            <a:ext cx="3686872" cy="4191000"/>
          </a:xfrm>
          <a:prstGeom prst="rect">
            <a:avLst/>
          </a:prstGeom>
        </p:spPr>
        <p:txBody>
          <a:bodyPr vert="horz" lIns="91440" tIns="45720" rIns="91440" bIns="45720" rtlCol="0">
            <a:normAutofit/>
          </a:bodyPr>
          <a:lstStyle>
            <a:lvl1pPr marL="171450" indent="-171450" algn="just" defTabSz="685800" rtl="0" eaLnBrk="1" latinLnBrk="0" hangingPunct="1">
              <a:lnSpc>
                <a:spcPct val="10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rtl="0" eaLnBrk="1" latinLnBrk="0" hangingPunct="1">
              <a:lnSpc>
                <a:spcPct val="10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The design challenge for a many-core multicore system is to </a:t>
            </a:r>
            <a:r>
              <a:rPr lang="en-US" dirty="0">
                <a:solidFill>
                  <a:srgbClr val="FF0000"/>
                </a:solidFill>
              </a:rPr>
              <a:t>efficiently harness </a:t>
            </a:r>
            <a:r>
              <a:rPr lang="en-US" dirty="0"/>
              <a:t>the multicore processing power and </a:t>
            </a:r>
            <a:r>
              <a:rPr lang="en-US" dirty="0">
                <a:solidFill>
                  <a:srgbClr val="FF0000"/>
                </a:solidFill>
              </a:rPr>
              <a:t>intelligently manage</a:t>
            </a:r>
            <a:r>
              <a:rPr lang="en-US" dirty="0"/>
              <a:t> the substantial on-chip resources efficiently</a:t>
            </a:r>
          </a:p>
          <a:p>
            <a:r>
              <a:rPr lang="en-US" dirty="0"/>
              <a:t>Potential for </a:t>
            </a:r>
            <a:r>
              <a:rPr lang="en-US" dirty="0">
                <a:solidFill>
                  <a:srgbClr val="FF0000"/>
                </a:solidFill>
              </a:rPr>
              <a:t>parallelism exists at three levels</a:t>
            </a:r>
            <a:r>
              <a:rPr lang="en-US" dirty="0"/>
              <a:t>:</a:t>
            </a:r>
          </a:p>
        </p:txBody>
      </p:sp>
      <p:graphicFrame>
        <p:nvGraphicFramePr>
          <p:cNvPr id="7" name="Diagram 5">
            <a:extLst>
              <a:ext uri="{FF2B5EF4-FFF2-40B4-BE49-F238E27FC236}">
                <a16:creationId xmlns:a16="http://schemas.microsoft.com/office/drawing/2014/main" id="{EA4CA49E-A0C9-4BF7-B609-4CBAC2D94E7C}"/>
              </a:ext>
            </a:extLst>
          </p:cNvPr>
          <p:cNvGraphicFramePr/>
          <p:nvPr>
            <p:extLst>
              <p:ext uri="{D42A27DB-BD31-4B8C-83A1-F6EECF244321}">
                <p14:modId xmlns:p14="http://schemas.microsoft.com/office/powerpoint/2010/main" val="1765111135"/>
              </p:ext>
            </p:extLst>
          </p:nvPr>
        </p:nvGraphicFramePr>
        <p:xfrm>
          <a:off x="2939143" y="1370237"/>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07271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AB3E3D-A71B-47AD-9571-DB53BB3E8DB6}"/>
              </a:ext>
            </a:extLst>
          </p:cNvPr>
          <p:cNvSpPr>
            <a:spLocks noGrp="1"/>
          </p:cNvSpPr>
          <p:nvPr>
            <p:ph type="title"/>
          </p:nvPr>
        </p:nvSpPr>
        <p:spPr/>
        <p:txBody>
          <a:bodyPr/>
          <a:lstStyle/>
          <a:p>
            <a:r>
              <a:rPr lang="en-US" dirty="0"/>
              <a:t> Multicore C</a:t>
            </a:r>
            <a:r>
              <a:rPr lang="en-US" altLang="zh-CN" dirty="0"/>
              <a:t>omputer</a:t>
            </a:r>
            <a:endParaRPr lang="en-US" dirty="0"/>
          </a:p>
        </p:txBody>
      </p:sp>
      <p:pic>
        <p:nvPicPr>
          <p:cNvPr id="7" name="内容占位符 6">
            <a:extLst>
              <a:ext uri="{FF2B5EF4-FFF2-40B4-BE49-F238E27FC236}">
                <a16:creationId xmlns:a16="http://schemas.microsoft.com/office/drawing/2014/main" id="{2B6C2A97-AB95-4635-BF01-7E1053A2C8ED}"/>
              </a:ext>
            </a:extLst>
          </p:cNvPr>
          <p:cNvPicPr>
            <a:picLocks noGrp="1" noChangeAspect="1"/>
          </p:cNvPicPr>
          <p:nvPr>
            <p:ph idx="1"/>
          </p:nvPr>
        </p:nvPicPr>
        <p:blipFill>
          <a:blip r:embed="rId3"/>
          <a:stretch>
            <a:fillRect/>
          </a:stretch>
        </p:blipFill>
        <p:spPr>
          <a:xfrm>
            <a:off x="384810" y="991117"/>
            <a:ext cx="5270345" cy="3718188"/>
          </a:xfrm>
        </p:spPr>
      </p:pic>
      <p:sp>
        <p:nvSpPr>
          <p:cNvPr id="4" name="灯片编号占位符 3">
            <a:extLst>
              <a:ext uri="{FF2B5EF4-FFF2-40B4-BE49-F238E27FC236}">
                <a16:creationId xmlns:a16="http://schemas.microsoft.com/office/drawing/2014/main" id="{1D1C609F-BF33-4051-9078-7AFA5D254BB2}"/>
              </a:ext>
            </a:extLst>
          </p:cNvPr>
          <p:cNvSpPr>
            <a:spLocks noGrp="1"/>
          </p:cNvSpPr>
          <p:nvPr>
            <p:ph type="sldNum" sz="quarter" idx="12"/>
          </p:nvPr>
        </p:nvSpPr>
        <p:spPr/>
        <p:txBody>
          <a:bodyPr/>
          <a:lstStyle/>
          <a:p>
            <a:fld id="{2093D444-7193-46AD-90E8-D84AE4B61CFF}" type="slidenum">
              <a:rPr lang="en-US" smtClean="0"/>
              <a:pPr/>
              <a:t>58</a:t>
            </a:fld>
            <a:r>
              <a:rPr lang="en-US"/>
              <a:t>/56</a:t>
            </a:r>
            <a:endParaRPr lang="en-US" dirty="0"/>
          </a:p>
        </p:txBody>
      </p:sp>
      <p:sp>
        <p:nvSpPr>
          <p:cNvPr id="5" name="日期占位符 4">
            <a:extLst>
              <a:ext uri="{FF2B5EF4-FFF2-40B4-BE49-F238E27FC236}">
                <a16:creationId xmlns:a16="http://schemas.microsoft.com/office/drawing/2014/main" id="{FF9C2941-4966-49F2-B925-4DE24971DA70}"/>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
        <p:nvSpPr>
          <p:cNvPr id="9" name="文本框 8">
            <a:extLst>
              <a:ext uri="{FF2B5EF4-FFF2-40B4-BE49-F238E27FC236}">
                <a16:creationId xmlns:a16="http://schemas.microsoft.com/office/drawing/2014/main" id="{FB2D002A-498B-485B-AC57-E3B71C0DE7F3}"/>
              </a:ext>
            </a:extLst>
          </p:cNvPr>
          <p:cNvSpPr txBox="1"/>
          <p:nvPr/>
        </p:nvSpPr>
        <p:spPr>
          <a:xfrm>
            <a:off x="2286000" y="5348162"/>
            <a:ext cx="4572000" cy="369332"/>
          </a:xfrm>
          <a:prstGeom prst="rect">
            <a:avLst/>
          </a:prstGeom>
          <a:noFill/>
        </p:spPr>
        <p:txBody>
          <a:bodyPr wrap="square">
            <a:spAutoFit/>
          </a:bodyPr>
          <a:lstStyle/>
          <a:p>
            <a:pPr algn="ctr"/>
            <a:r>
              <a:rPr lang="en-US" sz="1800" b="1" dirty="0">
                <a:solidFill>
                  <a:srgbClr val="231F20"/>
                </a:solidFill>
                <a:effectLst/>
                <a:latin typeface="TimesTenLTStd-Bold"/>
              </a:rPr>
              <a:t>Intel Core i7-5960X Block Diagram</a:t>
            </a:r>
            <a:endParaRPr lang="en-US" dirty="0"/>
          </a:p>
        </p:txBody>
      </p:sp>
      <p:pic>
        <p:nvPicPr>
          <p:cNvPr id="11" name="图片 10">
            <a:extLst>
              <a:ext uri="{FF2B5EF4-FFF2-40B4-BE49-F238E27FC236}">
                <a16:creationId xmlns:a16="http://schemas.microsoft.com/office/drawing/2014/main" id="{DE5B21A9-020C-4716-85AE-9DF348C43E14}"/>
              </a:ext>
            </a:extLst>
          </p:cNvPr>
          <p:cNvPicPr>
            <a:picLocks noChangeAspect="1"/>
          </p:cNvPicPr>
          <p:nvPr/>
        </p:nvPicPr>
        <p:blipFill>
          <a:blip r:embed="rId4"/>
          <a:stretch>
            <a:fillRect/>
          </a:stretch>
        </p:blipFill>
        <p:spPr>
          <a:xfrm>
            <a:off x="5719397" y="1238637"/>
            <a:ext cx="3178517" cy="2862794"/>
          </a:xfrm>
          <a:prstGeom prst="rect">
            <a:avLst/>
          </a:prstGeom>
        </p:spPr>
      </p:pic>
      <p:sp>
        <p:nvSpPr>
          <p:cNvPr id="13" name="文本框 12">
            <a:extLst>
              <a:ext uri="{FF2B5EF4-FFF2-40B4-BE49-F238E27FC236}">
                <a16:creationId xmlns:a16="http://schemas.microsoft.com/office/drawing/2014/main" id="{CFCDF13D-196A-45C5-BC87-5DE9A7A7B974}"/>
              </a:ext>
            </a:extLst>
          </p:cNvPr>
          <p:cNvSpPr txBox="1"/>
          <p:nvPr/>
        </p:nvSpPr>
        <p:spPr>
          <a:xfrm>
            <a:off x="2196790" y="4739545"/>
            <a:ext cx="4572000" cy="369332"/>
          </a:xfrm>
          <a:prstGeom prst="rect">
            <a:avLst/>
          </a:prstGeom>
          <a:noFill/>
        </p:spPr>
        <p:txBody>
          <a:bodyPr wrap="square">
            <a:spAutoFit/>
          </a:bodyPr>
          <a:lstStyle/>
          <a:p>
            <a:r>
              <a:rPr lang="en-US" sz="1800" dirty="0">
                <a:solidFill>
                  <a:srgbClr val="231F20"/>
                </a:solidFill>
                <a:effectLst/>
                <a:latin typeface="TimesLTPro-Roman"/>
              </a:rPr>
              <a:t>Block diagram</a:t>
            </a:r>
            <a:endParaRPr lang="en-US" dirty="0"/>
          </a:p>
        </p:txBody>
      </p:sp>
      <p:sp>
        <p:nvSpPr>
          <p:cNvPr id="15" name="文本框 14">
            <a:extLst>
              <a:ext uri="{FF2B5EF4-FFF2-40B4-BE49-F238E27FC236}">
                <a16:creationId xmlns:a16="http://schemas.microsoft.com/office/drawing/2014/main" id="{703AD6B8-DA39-439E-BF2E-C900882BDA24}"/>
              </a:ext>
            </a:extLst>
          </p:cNvPr>
          <p:cNvSpPr txBox="1"/>
          <p:nvPr/>
        </p:nvSpPr>
        <p:spPr>
          <a:xfrm>
            <a:off x="6229350" y="4100688"/>
            <a:ext cx="2400300" cy="369332"/>
          </a:xfrm>
          <a:prstGeom prst="rect">
            <a:avLst/>
          </a:prstGeom>
          <a:noFill/>
        </p:spPr>
        <p:txBody>
          <a:bodyPr wrap="square">
            <a:spAutoFit/>
          </a:bodyPr>
          <a:lstStyle/>
          <a:p>
            <a:r>
              <a:rPr lang="en-US" sz="1800" dirty="0">
                <a:solidFill>
                  <a:srgbClr val="231F20"/>
                </a:solidFill>
                <a:effectLst/>
                <a:latin typeface="TimesLTPro-Roman"/>
              </a:rPr>
              <a:t>Physical layout on chip</a:t>
            </a:r>
            <a:endParaRPr lang="en-US" dirty="0"/>
          </a:p>
        </p:txBody>
      </p:sp>
      <p:sp>
        <p:nvSpPr>
          <p:cNvPr id="16" name="矩形 15">
            <a:extLst>
              <a:ext uri="{FF2B5EF4-FFF2-40B4-BE49-F238E27FC236}">
                <a16:creationId xmlns:a16="http://schemas.microsoft.com/office/drawing/2014/main" id="{283A340C-D4A0-451E-8FF4-2D3575DF3EB1}"/>
              </a:ext>
            </a:extLst>
          </p:cNvPr>
          <p:cNvSpPr/>
          <p:nvPr/>
        </p:nvSpPr>
        <p:spPr>
          <a:xfrm>
            <a:off x="384810" y="2932771"/>
            <a:ext cx="5334587" cy="64677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5573926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070A1-088E-444F-A10C-EDD099755051}"/>
              </a:ext>
            </a:extLst>
          </p:cNvPr>
          <p:cNvSpPr>
            <a:spLocks noGrp="1"/>
          </p:cNvSpPr>
          <p:nvPr>
            <p:ph type="title"/>
          </p:nvPr>
        </p:nvSpPr>
        <p:spPr/>
        <p:txBody>
          <a:bodyPr/>
          <a:lstStyle/>
          <a:p>
            <a:r>
              <a:rPr lang="en-US" altLang="zh-CN" dirty="0"/>
              <a:t>5.3</a:t>
            </a:r>
            <a:r>
              <a:rPr lang="zh-CN" altLang="en-US" dirty="0"/>
              <a:t> </a:t>
            </a:r>
            <a:r>
              <a:rPr lang="en-US" dirty="0"/>
              <a:t>G</a:t>
            </a:r>
            <a:r>
              <a:rPr lang="en-US" altLang="zh-CN" dirty="0"/>
              <a:t>rand Central Dispatch (GCD)</a:t>
            </a:r>
            <a:endParaRPr lang="en-US" dirty="0"/>
          </a:p>
        </p:txBody>
      </p:sp>
      <p:sp>
        <p:nvSpPr>
          <p:cNvPr id="3" name="内容占位符 2">
            <a:extLst>
              <a:ext uri="{FF2B5EF4-FFF2-40B4-BE49-F238E27FC236}">
                <a16:creationId xmlns:a16="http://schemas.microsoft.com/office/drawing/2014/main" id="{EFEC5F5A-09A4-4BA9-B470-4C470C2CBA32}"/>
              </a:ext>
            </a:extLst>
          </p:cNvPr>
          <p:cNvSpPr>
            <a:spLocks noGrp="1"/>
          </p:cNvSpPr>
          <p:nvPr>
            <p:ph idx="1"/>
          </p:nvPr>
        </p:nvSpPr>
        <p:spPr/>
        <p:txBody>
          <a:bodyPr/>
          <a:lstStyle/>
          <a:p>
            <a:r>
              <a:rPr lang="en-US" sz="2000" dirty="0"/>
              <a:t>Developer must decide what pieces can or should be executed simultaneously or in parallel</a:t>
            </a:r>
          </a:p>
          <a:p>
            <a:endParaRPr lang="en-US" dirty="0"/>
          </a:p>
        </p:txBody>
      </p:sp>
      <p:sp>
        <p:nvSpPr>
          <p:cNvPr id="4" name="灯片编号占位符 3">
            <a:extLst>
              <a:ext uri="{FF2B5EF4-FFF2-40B4-BE49-F238E27FC236}">
                <a16:creationId xmlns:a16="http://schemas.microsoft.com/office/drawing/2014/main" id="{7FE78C30-81CF-4BCE-AB11-F1923207E2AA}"/>
              </a:ext>
            </a:extLst>
          </p:cNvPr>
          <p:cNvSpPr>
            <a:spLocks noGrp="1"/>
          </p:cNvSpPr>
          <p:nvPr>
            <p:ph type="sldNum" sz="quarter" idx="12"/>
          </p:nvPr>
        </p:nvSpPr>
        <p:spPr/>
        <p:txBody>
          <a:bodyPr/>
          <a:lstStyle/>
          <a:p>
            <a:fld id="{2093D444-7193-46AD-90E8-D84AE4B61CFF}" type="slidenum">
              <a:rPr lang="en-US" smtClean="0"/>
              <a:pPr/>
              <a:t>59</a:t>
            </a:fld>
            <a:r>
              <a:rPr lang="en-US"/>
              <a:t>/56</a:t>
            </a:r>
            <a:endParaRPr lang="en-US" dirty="0"/>
          </a:p>
        </p:txBody>
      </p:sp>
      <p:sp>
        <p:nvSpPr>
          <p:cNvPr id="5" name="日期占位符 4">
            <a:extLst>
              <a:ext uri="{FF2B5EF4-FFF2-40B4-BE49-F238E27FC236}">
                <a16:creationId xmlns:a16="http://schemas.microsoft.com/office/drawing/2014/main" id="{57767C66-C4FC-487A-BB37-F22CE41413F4}"/>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graphicFrame>
        <p:nvGraphicFramePr>
          <p:cNvPr id="6" name="Diagram 3">
            <a:extLst>
              <a:ext uri="{FF2B5EF4-FFF2-40B4-BE49-F238E27FC236}">
                <a16:creationId xmlns:a16="http://schemas.microsoft.com/office/drawing/2014/main" id="{021104FF-CFA7-47EE-B4B1-AF7F928DC788}"/>
              </a:ext>
            </a:extLst>
          </p:cNvPr>
          <p:cNvGraphicFramePr/>
          <p:nvPr>
            <p:extLst>
              <p:ext uri="{D42A27DB-BD31-4B8C-83A1-F6EECF244321}">
                <p14:modId xmlns:p14="http://schemas.microsoft.com/office/powerpoint/2010/main" val="473630998"/>
              </p:ext>
            </p:extLst>
          </p:nvPr>
        </p:nvGraphicFramePr>
        <p:xfrm>
          <a:off x="628650" y="2007220"/>
          <a:ext cx="7886700" cy="309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1461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532696-DBC9-4448-8474-1F16868DBCF8}"/>
              </a:ext>
            </a:extLst>
          </p:cNvPr>
          <p:cNvSpPr>
            <a:spLocks noGrp="1"/>
          </p:cNvSpPr>
          <p:nvPr>
            <p:ph type="title"/>
          </p:nvPr>
        </p:nvSpPr>
        <p:spPr/>
        <p:txBody>
          <a:bodyPr/>
          <a:lstStyle/>
          <a:p>
            <a:r>
              <a:rPr lang="en-US" altLang="zh-CN" dirty="0"/>
              <a:t>5.4</a:t>
            </a:r>
            <a:r>
              <a:rPr lang="zh-CN" altLang="en-US" dirty="0"/>
              <a:t> </a:t>
            </a:r>
            <a:r>
              <a:rPr lang="en-US" dirty="0"/>
              <a:t>Virtual Machine Approach</a:t>
            </a:r>
          </a:p>
        </p:txBody>
      </p:sp>
      <p:sp>
        <p:nvSpPr>
          <p:cNvPr id="3" name="内容占位符 2">
            <a:extLst>
              <a:ext uri="{FF2B5EF4-FFF2-40B4-BE49-F238E27FC236}">
                <a16:creationId xmlns:a16="http://schemas.microsoft.com/office/drawing/2014/main" id="{D8B51E35-6F7F-45B9-9222-7C43E07044A5}"/>
              </a:ext>
            </a:extLst>
          </p:cNvPr>
          <p:cNvSpPr>
            <a:spLocks noGrp="1"/>
          </p:cNvSpPr>
          <p:nvPr>
            <p:ph idx="1"/>
          </p:nvPr>
        </p:nvSpPr>
        <p:spPr/>
        <p:txBody>
          <a:bodyPr/>
          <a:lstStyle/>
          <a:p>
            <a:r>
              <a:rPr lang="en-US" dirty="0"/>
              <a:t>Allows </a:t>
            </a:r>
            <a:r>
              <a:rPr lang="en-US" dirty="0">
                <a:solidFill>
                  <a:srgbClr val="FF0000"/>
                </a:solidFill>
              </a:rPr>
              <a:t>one or more cores to be dedicated to a particular process </a:t>
            </a:r>
            <a:r>
              <a:rPr lang="en-US" dirty="0"/>
              <a:t>and then leave the processor </a:t>
            </a:r>
            <a:r>
              <a:rPr lang="en-US" dirty="0">
                <a:solidFill>
                  <a:srgbClr val="FF0000"/>
                </a:solidFill>
              </a:rPr>
              <a:t>alone</a:t>
            </a:r>
            <a:r>
              <a:rPr lang="en-US" dirty="0"/>
              <a:t> to devote its efforts to that process</a:t>
            </a:r>
          </a:p>
          <a:p>
            <a:endParaRPr lang="en-US" dirty="0"/>
          </a:p>
          <a:p>
            <a:r>
              <a:rPr lang="en-US" dirty="0"/>
              <a:t>Multicore OS could then act as a hypervisor that makes a high-level decision to </a:t>
            </a:r>
            <a:r>
              <a:rPr lang="en-US" dirty="0">
                <a:solidFill>
                  <a:srgbClr val="FF0000"/>
                </a:solidFill>
              </a:rPr>
              <a:t>allocate cores to applications </a:t>
            </a:r>
            <a:r>
              <a:rPr lang="en-US" dirty="0"/>
              <a:t>but does little in the way of resource allocation beyond that</a:t>
            </a:r>
          </a:p>
          <a:p>
            <a:endParaRPr lang="en-US" dirty="0"/>
          </a:p>
        </p:txBody>
      </p:sp>
      <p:sp>
        <p:nvSpPr>
          <p:cNvPr id="4" name="灯片编号占位符 3">
            <a:extLst>
              <a:ext uri="{FF2B5EF4-FFF2-40B4-BE49-F238E27FC236}">
                <a16:creationId xmlns:a16="http://schemas.microsoft.com/office/drawing/2014/main" id="{3051CDDE-B788-4D2F-BC53-3E041DF2B9AF}"/>
              </a:ext>
            </a:extLst>
          </p:cNvPr>
          <p:cNvSpPr>
            <a:spLocks noGrp="1"/>
          </p:cNvSpPr>
          <p:nvPr>
            <p:ph type="sldNum" sz="quarter" idx="12"/>
          </p:nvPr>
        </p:nvSpPr>
        <p:spPr/>
        <p:txBody>
          <a:bodyPr/>
          <a:lstStyle/>
          <a:p>
            <a:fld id="{2093D444-7193-46AD-90E8-D84AE4B61CFF}" type="slidenum">
              <a:rPr lang="en-US" smtClean="0"/>
              <a:pPr/>
              <a:t>60</a:t>
            </a:fld>
            <a:r>
              <a:rPr lang="en-US"/>
              <a:t>/56</a:t>
            </a:r>
            <a:endParaRPr lang="en-US" dirty="0"/>
          </a:p>
        </p:txBody>
      </p:sp>
      <p:sp>
        <p:nvSpPr>
          <p:cNvPr id="5" name="日期占位符 4">
            <a:extLst>
              <a:ext uri="{FF2B5EF4-FFF2-40B4-BE49-F238E27FC236}">
                <a16:creationId xmlns:a16="http://schemas.microsoft.com/office/drawing/2014/main" id="{59E8A9BD-B04B-4F37-A2C2-183C767BFEFD}"/>
              </a:ext>
            </a:extLst>
          </p:cNvPr>
          <p:cNvSpPr>
            <a:spLocks noGrp="1"/>
          </p:cNvSpPr>
          <p:nvPr>
            <p:ph type="dt" sz="half" idx="10"/>
          </p:nvPr>
        </p:nvSpPr>
        <p:spPr/>
        <p:txBody>
          <a:bodyPr/>
          <a:lstStyle/>
          <a:p>
            <a:fld id="{CAE4635A-F0E4-48AF-AAB4-A99FBE2C944F}" type="datetime1">
              <a:rPr lang="zh-CN" altLang="en-US" smtClean="0"/>
              <a:t>2026/3/4</a:t>
            </a:fld>
            <a:endParaRPr lang="zh-CN" altLang="en-US" dirty="0"/>
          </a:p>
        </p:txBody>
      </p:sp>
    </p:spTree>
    <p:extLst>
      <p:ext uri="{BB962C8B-B14F-4D97-AF65-F5344CB8AC3E}">
        <p14:creationId xmlns:p14="http://schemas.microsoft.com/office/powerpoint/2010/main" val="16144714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In summary </a:t>
            </a:r>
            <a:endParaRPr lang="zh-CN" altLang="en-US" dirty="0"/>
          </a:p>
        </p:txBody>
      </p:sp>
      <p:sp>
        <p:nvSpPr>
          <p:cNvPr id="3" name="内容占位符 2"/>
          <p:cNvSpPr>
            <a:spLocks noGrp="1"/>
          </p:cNvSpPr>
          <p:nvPr>
            <p:ph idx="1"/>
          </p:nvPr>
        </p:nvSpPr>
        <p:spPr/>
        <p:txBody>
          <a:bodyPr>
            <a:normAutofit/>
          </a:bodyPr>
          <a:lstStyle/>
          <a:p>
            <a:r>
              <a:rPr lang="en-US" altLang="zh-CN" dirty="0"/>
              <a:t>Operating System Objectives </a:t>
            </a:r>
          </a:p>
          <a:p>
            <a:pPr lvl="1"/>
            <a:r>
              <a:rPr lang="en-US" altLang="zh-CN" dirty="0"/>
              <a:t>Convenience</a:t>
            </a:r>
          </a:p>
          <a:p>
            <a:pPr lvl="1"/>
            <a:r>
              <a:rPr lang="en-US" altLang="zh-CN" dirty="0"/>
              <a:t>Efficiency</a:t>
            </a:r>
          </a:p>
          <a:p>
            <a:pPr lvl="1"/>
            <a:r>
              <a:rPr lang="en-US" altLang="zh-CN" dirty="0"/>
              <a:t>Ability to evolve</a:t>
            </a:r>
          </a:p>
          <a:p>
            <a:r>
              <a:rPr lang="en-US" altLang="zh-CN" dirty="0"/>
              <a:t>Evolution of Operating System </a:t>
            </a:r>
          </a:p>
          <a:p>
            <a:pPr lvl="1"/>
            <a:r>
              <a:rPr lang="en-US" altLang="zh-CN" dirty="0"/>
              <a:t>Serial</a:t>
            </a:r>
            <a:r>
              <a:rPr lang="zh-CN" altLang="en-US" dirty="0"/>
              <a:t>，</a:t>
            </a:r>
            <a:r>
              <a:rPr lang="en-US" altLang="zh-CN" dirty="0"/>
              <a:t>Batch, multiprogramming, time-sharing</a:t>
            </a:r>
          </a:p>
          <a:p>
            <a:r>
              <a:rPr lang="en-US" altLang="zh-CN" dirty="0"/>
              <a:t>Major Advances</a:t>
            </a:r>
          </a:p>
          <a:p>
            <a:pPr lvl="1"/>
            <a:r>
              <a:rPr lang="en-US" altLang="zh-CN" dirty="0"/>
              <a:t>Process, memory management, scheduling and resource management…</a:t>
            </a:r>
          </a:p>
          <a:p>
            <a:pPr marL="171450" lvl="1">
              <a:lnSpc>
                <a:spcPct val="110000"/>
              </a:lnSpc>
              <a:spcBef>
                <a:spcPts val="750"/>
              </a:spcBef>
              <a:buFont typeface="Wingdings" panose="05000000000000000000" pitchFamily="2" charset="2"/>
              <a:buChar char="q"/>
            </a:pPr>
            <a:r>
              <a:rPr lang="en-US" altLang="zh-CN" b="1" dirty="0"/>
              <a:t>Features of Modern OS</a:t>
            </a:r>
          </a:p>
          <a:p>
            <a:pPr lvl="1"/>
            <a:r>
              <a:rPr lang="en-US" altLang="zh-CN" dirty="0"/>
              <a:t>Microcore, multithreading, SMP, distributed OS, object-oriented Design</a:t>
            </a:r>
          </a:p>
          <a:p>
            <a:r>
              <a:rPr lang="en-US" altLang="zh-CN" dirty="0"/>
              <a:t> Considerations for multiprocessor and multicore OS design</a:t>
            </a:r>
          </a:p>
        </p:txBody>
      </p:sp>
      <p:sp>
        <p:nvSpPr>
          <p:cNvPr id="5" name="日期占位符 4">
            <a:extLst>
              <a:ext uri="{FF2B5EF4-FFF2-40B4-BE49-F238E27FC236}">
                <a16:creationId xmlns:a16="http://schemas.microsoft.com/office/drawing/2014/main" id="{A519D2E0-4EEC-4EB7-B83E-54B20DD8F75D}"/>
              </a:ext>
            </a:extLst>
          </p:cNvPr>
          <p:cNvSpPr>
            <a:spLocks noGrp="1"/>
          </p:cNvSpPr>
          <p:nvPr>
            <p:ph type="dt" sz="half" idx="10"/>
          </p:nvPr>
        </p:nvSpPr>
        <p:spPr/>
        <p:txBody>
          <a:bodyPr/>
          <a:lstStyle/>
          <a:p>
            <a:fld id="{55DDFA3B-7585-4EC9-AAA8-226A508BA8BB}" type="datetime1">
              <a:rPr lang="zh-CN" altLang="en-US" smtClean="0"/>
              <a:t>2026/3/4</a:t>
            </a:fld>
            <a:endParaRPr lang="zh-CN" altLang="en-US" dirty="0"/>
          </a:p>
        </p:txBody>
      </p:sp>
      <p:sp>
        <p:nvSpPr>
          <p:cNvPr id="6" name="灯片编号占位符 5">
            <a:extLst>
              <a:ext uri="{FF2B5EF4-FFF2-40B4-BE49-F238E27FC236}">
                <a16:creationId xmlns:a16="http://schemas.microsoft.com/office/drawing/2014/main" id="{C01AA84B-376C-4416-9B7E-79A999035659}"/>
              </a:ext>
            </a:extLst>
          </p:cNvPr>
          <p:cNvSpPr>
            <a:spLocks noGrp="1"/>
          </p:cNvSpPr>
          <p:nvPr>
            <p:ph type="sldNum" sz="quarter" idx="12"/>
          </p:nvPr>
        </p:nvSpPr>
        <p:spPr/>
        <p:txBody>
          <a:bodyPr/>
          <a:lstStyle/>
          <a:p>
            <a:fld id="{2093D444-7193-46AD-90E8-D84AE4B61CFF}" type="slidenum">
              <a:rPr lang="en-US" smtClean="0"/>
              <a:pPr/>
              <a:t>61</a:t>
            </a:fld>
            <a:r>
              <a:rPr lang="en-US"/>
              <a:t>/56</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500"/>
                                        <p:tgtEl>
                                          <p:spTgt spid="3">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dissolv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dissolv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dissolv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dissolv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dissolv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dissolv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dissolv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5140</TotalTime>
  <Words>10669</Words>
  <Application>Microsoft Macintosh PowerPoint</Application>
  <PresentationFormat>On-screen Show (4:3)</PresentationFormat>
  <Paragraphs>782</Paragraphs>
  <Slides>61</Slides>
  <Notes>49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61</vt:i4>
      </vt:variant>
    </vt:vector>
  </HeadingPairs>
  <TitlesOfParts>
    <vt:vector size="74" baseType="lpstr">
      <vt:lpstr>等线</vt:lpstr>
      <vt:lpstr>Microsoft YaHei</vt:lpstr>
      <vt:lpstr>Microsoft YaHei UI</vt:lpstr>
      <vt:lpstr>Segoe UI Web (West European)</vt:lpstr>
      <vt:lpstr>TimesLTPro-Roman</vt:lpstr>
      <vt:lpstr>TimesTenLTStd-Bold</vt:lpstr>
      <vt:lpstr>TimesTenLTStd-Roman</vt:lpstr>
      <vt:lpstr>Arial</vt:lpstr>
      <vt:lpstr>Arial Rounded MT Bold</vt:lpstr>
      <vt:lpstr>Calibri</vt:lpstr>
      <vt:lpstr>Calisto MT</vt:lpstr>
      <vt:lpstr>Wingdings</vt:lpstr>
      <vt:lpstr>Office 主题​​</vt:lpstr>
      <vt:lpstr>Operating Systems (with Experiments)</vt:lpstr>
      <vt:lpstr>References</vt:lpstr>
      <vt:lpstr>Course Outline</vt:lpstr>
      <vt:lpstr>Course Evaluation</vt:lpstr>
      <vt:lpstr>Chapter 2：Operating System （OS）Overview</vt:lpstr>
      <vt:lpstr>1. Functions and Objectives of OS</vt:lpstr>
      <vt:lpstr>OS as a User/Computer Interfaces</vt:lpstr>
      <vt:lpstr>OS as Resource Manager</vt:lpstr>
      <vt:lpstr>OS as Software</vt:lpstr>
      <vt:lpstr>Different Views of OS</vt:lpstr>
      <vt:lpstr>Operating Systems (OS) Objectives </vt:lpstr>
      <vt:lpstr>Operating Systems (OS) Objectives </vt:lpstr>
      <vt:lpstr>OS's To-Do List</vt:lpstr>
      <vt:lpstr>2. Evolution of Operating System </vt:lpstr>
      <vt:lpstr>2.1 Serial Processing（串行处理）</vt:lpstr>
      <vt:lpstr>2.1 Serial Processing（串行处理）</vt:lpstr>
      <vt:lpstr>2.2Simple Batch Systems（批处理）</vt:lpstr>
      <vt:lpstr>PowerPoint Presentation</vt:lpstr>
      <vt:lpstr>Simple Batch Systems（批处理）</vt:lpstr>
      <vt:lpstr>Simple Batch Systems（批处理）</vt:lpstr>
      <vt:lpstr>Simple Batch System Overhead</vt:lpstr>
      <vt:lpstr>Simple Batch System Example</vt:lpstr>
      <vt:lpstr>Uni-programming（单道）</vt:lpstr>
      <vt:lpstr>Typical I/O Device Data Rates</vt:lpstr>
      <vt:lpstr>2.3 Multiprogramming（多道批处理）/ multitask</vt:lpstr>
      <vt:lpstr>Multiprogramming Example</vt:lpstr>
      <vt:lpstr>Multiprogramming Example</vt:lpstr>
      <vt:lpstr>Multiprogramming Example</vt:lpstr>
      <vt:lpstr>Test</vt:lpstr>
      <vt:lpstr>2.4 Time-Sharing Systems （分时）</vt:lpstr>
      <vt:lpstr>Compatible Time-Sharing Systems （CTSS）</vt:lpstr>
      <vt:lpstr>2.5 Evolution of Operating System</vt:lpstr>
      <vt:lpstr>3. Major Advances</vt:lpstr>
      <vt:lpstr>3.1 Process</vt:lpstr>
      <vt:lpstr>Development of the Process</vt:lpstr>
      <vt:lpstr>Difficulties of OS Design</vt:lpstr>
      <vt:lpstr>Causes of Errors</vt:lpstr>
      <vt:lpstr>Components of a Process</vt:lpstr>
      <vt:lpstr>Process Management in OS</vt:lpstr>
      <vt:lpstr>3.2 Memory Management</vt:lpstr>
      <vt:lpstr>3.2 Memory Management</vt:lpstr>
      <vt:lpstr>Virtual Memory Addressing</vt:lpstr>
      <vt:lpstr>Paging</vt:lpstr>
      <vt:lpstr>Virtual Memory</vt:lpstr>
      <vt:lpstr>3.3 Scheduling and Resource Management</vt:lpstr>
      <vt:lpstr>Key Elements of an OS for Multiprogramming</vt:lpstr>
      <vt:lpstr>4. Features of Modern Operating Systems</vt:lpstr>
      <vt:lpstr>4.1 Microkernel Architecture</vt:lpstr>
      <vt:lpstr>Microkernel System Structure </vt:lpstr>
      <vt:lpstr>4.2 Multithreading</vt:lpstr>
      <vt:lpstr>4.3 Symmetric Multiprocessing (SMP)</vt:lpstr>
      <vt:lpstr>Symmetric Multiprocessor Organization</vt:lpstr>
      <vt:lpstr>SMP Advantages</vt:lpstr>
      <vt:lpstr>Multiprogramming and Multiprocessing</vt:lpstr>
      <vt:lpstr>4.4 Distributed Operating System and Object-Oriented  Design</vt:lpstr>
      <vt:lpstr>5.1 Symmetric Multiprocessor OS Considerations</vt:lpstr>
      <vt:lpstr>5.2 Considerations for Multicore OS</vt:lpstr>
      <vt:lpstr> Multicore Computer</vt:lpstr>
      <vt:lpstr>5.3 Grand Central Dispatch (GCD)</vt:lpstr>
      <vt:lpstr>5.4 Virtual Machine Approach</vt:lpstr>
      <vt:lpstr>In 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飞 滕</dc:creator>
  <cp:lastModifiedBy>yang li</cp:lastModifiedBy>
  <cp:revision>1127</cp:revision>
  <dcterms:created xsi:type="dcterms:W3CDTF">2020-02-20T10:32:00Z</dcterms:created>
  <dcterms:modified xsi:type="dcterms:W3CDTF">2026-03-04T01:51:38Z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F234FD18E6BD4CECBF8FECE08BC28DA2</vt:lpwstr>
  </property>
  <property fmtid="{D5CDD505-2E9C-101B-9397-08002B2CF9AE}" pid="3" name="KSOProductBuildVer">
    <vt:lpwstr>2052-11.1.0.11365</vt:lpwstr>
  </property>
</Properties>
</file>