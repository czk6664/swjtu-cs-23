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400" r:id="rId2"/>
  </p:sldIdLst>
  <p:sldSz cx="12192000" cy="6858000"/>
  <p:notesSz cx="6858000" cy="9144000"/>
  <p:custDataLst>
    <p:tags r:id="rId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2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c He" initials="cH" lastIdx="2" clrIdx="0"/>
  <p:cmAuthor id="2" name="Microsoft 帐户" initials="M帐" lastIdx="1" clrIdx="1"/>
  <p:cmAuthor id="3" name="hep" initials="h" lastIdx="1" clrIdx="2"/>
  <p:cmAuthor id="4" name="HEP" initials="H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B6D16"/>
    <a:srgbClr val="FFFFCC"/>
    <a:srgbClr val="690E01"/>
    <a:srgbClr val="9D2720"/>
    <a:srgbClr val="531411"/>
    <a:srgbClr val="CE3F2E"/>
    <a:srgbClr val="B62721"/>
    <a:srgbClr val="B02E20"/>
    <a:srgbClr val="D843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80" autoAdjust="0"/>
    <p:restoredTop sz="74651" autoAdjust="0"/>
  </p:normalViewPr>
  <p:slideViewPr>
    <p:cSldViewPr snapToGrid="0" showGuides="1">
      <p:cViewPr varScale="1">
        <p:scale>
          <a:sx n="57" d="100"/>
          <a:sy n="57" d="100"/>
        </p:scale>
        <p:origin x="899" y="40"/>
      </p:cViewPr>
      <p:guideLst>
        <p:guide orient="horz" pos="2262"/>
        <p:guide pos="38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0" d="100"/>
        <a:sy n="120" d="100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notesViewPr>
    <p:cSldViewPr snapToGrid="0">
      <p:cViewPr varScale="1">
        <p:scale>
          <a:sx n="157" d="100"/>
          <a:sy n="157" d="100"/>
        </p:scale>
        <p:origin x="5472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tags" Target="tags/tag1.xml"/><Relationship Id="rId10" Type="http://schemas.openxmlformats.org/officeDocument/2006/relationships/tableStyles" Target="tableStyles.xml"/><Relationship Id="rId4" Type="http://schemas.openxmlformats.org/officeDocument/2006/relationships/handoutMaster" Target="handoutMasters/handout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A54A4E-182E-8B40-9462-4443653DD17B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1F212A-B956-0544-9DBC-385260AEEC5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C905E1-55FF-4F70-A6C9-38A21BF48C48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2558DE-1754-485B-AB72-88EC699311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10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5010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50104" name="页脚占位符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5010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A0C05E-EEE9-4BA6-8BE4-2CD631C72D6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193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一">
    <p:bg>
      <p:bgPr>
        <a:solidFill>
          <a:srgbClr val="FC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9588500" y="210506"/>
            <a:ext cx="250134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1100" spc="12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专题七 邓小平理论</a:t>
            </a: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45719" y="184281"/>
            <a:ext cx="7156536" cy="278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一、邓小平理论首要的基本的理论问题和精髓是什么？</a:t>
            </a:r>
          </a:p>
        </p:txBody>
      </p:sp>
      <p:sp>
        <p:nvSpPr>
          <p:cNvPr id="18" name="文本框 17"/>
          <p:cNvSpPr txBox="1"/>
          <p:nvPr userDrawn="1"/>
        </p:nvSpPr>
        <p:spPr>
          <a:xfrm>
            <a:off x="8382738" y="6440536"/>
            <a:ext cx="3743923" cy="295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000" b="1" spc="12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毛泽东思想和中国特色社会主义理论体系概论</a:t>
            </a:r>
            <a:endParaRPr lang="en-US" altLang="zh-CN" sz="1000" b="1" spc="12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0" y="184281"/>
            <a:ext cx="45719" cy="298672"/>
          </a:xfrm>
          <a:prstGeom prst="rect">
            <a:avLst/>
          </a:prstGeom>
          <a:solidFill>
            <a:srgbClr val="AF1E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0" y="6192686"/>
            <a:ext cx="1198515" cy="66531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1"/>
            </a:solidFill>
          </a:ln>
          <a:effectLst>
            <a:outerShdw blurRad="3937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algn="ctr">
              <a:defRPr lang="zh-CN" altLang="en-US" sz="3600" smtClean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46D743F-E124-49AC-B663-2C5E0BD6559A}" type="slidenum">
              <a:rPr lang="en-US" altLang="zh-CN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二">
    <p:bg>
      <p:bgPr>
        <a:solidFill>
          <a:srgbClr val="FC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9944100" y="210506"/>
            <a:ext cx="214574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1100" spc="12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专题七 邓小平理论</a:t>
            </a: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45719" y="184281"/>
            <a:ext cx="7156536" cy="278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二、邓小平理论的主要内容有哪些？</a:t>
            </a:r>
          </a:p>
        </p:txBody>
      </p:sp>
      <p:sp>
        <p:nvSpPr>
          <p:cNvPr id="18" name="文本框 17"/>
          <p:cNvSpPr txBox="1"/>
          <p:nvPr userDrawn="1"/>
        </p:nvSpPr>
        <p:spPr>
          <a:xfrm>
            <a:off x="8382738" y="6440536"/>
            <a:ext cx="3743923" cy="295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000" b="1" spc="12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毛泽东思想和中国特色社会主义理论体系概论</a:t>
            </a:r>
            <a:endParaRPr lang="en-US" altLang="zh-CN" sz="1000" b="1" spc="12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0" y="184281"/>
            <a:ext cx="45719" cy="298672"/>
          </a:xfrm>
          <a:prstGeom prst="rect">
            <a:avLst/>
          </a:prstGeom>
          <a:solidFill>
            <a:srgbClr val="AF1E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0" y="6192686"/>
            <a:ext cx="1198515" cy="66531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1"/>
            </a:solidFill>
          </a:ln>
          <a:effectLst>
            <a:outerShdw blurRad="3937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algn="ctr">
              <a:defRPr lang="zh-CN" altLang="en-US" sz="3600" smtClean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46D743F-E124-49AC-B663-2C5E0BD6559A}" type="slidenum">
              <a:rPr lang="en-US" altLang="zh-CN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三">
    <p:bg>
      <p:bgPr>
        <a:solidFill>
          <a:srgbClr val="FC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9944100" y="210507"/>
            <a:ext cx="214574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1100" spc="12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专题七 邓小平理论</a:t>
            </a: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45719" y="184281"/>
            <a:ext cx="7156536" cy="278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三、如何认识邓小平理论的历史地位？</a:t>
            </a:r>
          </a:p>
        </p:txBody>
      </p:sp>
      <p:sp>
        <p:nvSpPr>
          <p:cNvPr id="18" name="文本框 17"/>
          <p:cNvSpPr txBox="1"/>
          <p:nvPr userDrawn="1"/>
        </p:nvSpPr>
        <p:spPr>
          <a:xfrm>
            <a:off x="8382738" y="6440536"/>
            <a:ext cx="3743923" cy="295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000" b="1" spc="12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毛泽东思想和中国特色社会主义理论体系概论</a:t>
            </a:r>
            <a:endParaRPr lang="en-US" altLang="zh-CN" sz="1000" b="1" spc="12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0" y="184281"/>
            <a:ext cx="45719" cy="298672"/>
          </a:xfrm>
          <a:prstGeom prst="rect">
            <a:avLst/>
          </a:prstGeom>
          <a:solidFill>
            <a:srgbClr val="AF1E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0" y="6192686"/>
            <a:ext cx="1198515" cy="66531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1"/>
            </a:solidFill>
          </a:ln>
          <a:effectLst>
            <a:outerShdw blurRad="3937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algn="ctr">
              <a:defRPr lang="zh-CN" altLang="en-US" sz="3600" smtClean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46D743F-E124-49AC-B663-2C5E0BD6559A}" type="slidenum">
              <a:rPr lang="en-US" altLang="zh-CN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思维导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矩形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53000">
                  <a:srgbClr val="EFC879"/>
                </a:gs>
                <a:gs pos="100000">
                  <a:srgbClr val="AF1E22"/>
                </a:gs>
                <a:gs pos="0">
                  <a:srgbClr val="B0261F"/>
                </a:gs>
              </a:gsLst>
              <a:lin ang="135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: 对角圆角 16"/>
            <p:cNvSpPr/>
            <p:nvPr/>
          </p:nvSpPr>
          <p:spPr>
            <a:xfrm>
              <a:off x="241300" y="203200"/>
              <a:ext cx="11725468" cy="64358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矩形: 对角圆角 12"/>
            <p:cNvSpPr/>
            <p:nvPr/>
          </p:nvSpPr>
          <p:spPr>
            <a:xfrm>
              <a:off x="169841" y="131528"/>
              <a:ext cx="11857399" cy="6587927"/>
            </a:xfrm>
            <a:prstGeom prst="rect">
              <a:avLst/>
            </a:prstGeom>
            <a:noFill/>
            <a:ln w="19050">
              <a:solidFill>
                <a:srgbClr val="FFFDFA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0" y="6192686"/>
            <a:ext cx="1198515" cy="66531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1"/>
            </a:solidFill>
          </a:ln>
          <a:effectLst>
            <a:outerShdw blurRad="3937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algn="ctr">
              <a:defRPr lang="zh-CN" altLang="en-US" sz="3600" smtClean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46D743F-E124-49AC-B663-2C5E0BD6559A}" type="slidenum">
              <a:rPr lang="en-US" altLang="zh-CN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准空白页">
    <p:bg>
      <p:bgPr>
        <a:solidFill>
          <a:srgbClr val="FC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0" y="6192686"/>
            <a:ext cx="1198515" cy="66531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1"/>
            </a:solidFill>
          </a:ln>
          <a:effectLst>
            <a:outerShdw blurRad="3937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algn="ctr">
              <a:defRPr lang="zh-CN" altLang="en-US" sz="3600" smtClean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46D743F-E124-49AC-B663-2C5E0BD6559A}" type="slidenum">
              <a:rPr lang="en-US" altLang="zh-CN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 userDrawn="1"/>
        </p:nvCxnSpPr>
        <p:spPr>
          <a:xfrm flipV="1">
            <a:off x="434804" y="956707"/>
            <a:ext cx="11340000" cy="13378"/>
          </a:xfrm>
          <a:prstGeom prst="line">
            <a:avLst/>
          </a:prstGeom>
          <a:ln w="63500" cap="rnd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7A9741-09FC-4E85-A2B0-76E8D3A11AC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0" y="6192686"/>
            <a:ext cx="1198515" cy="66531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1"/>
            </a:solidFill>
          </a:ln>
          <a:effectLst>
            <a:outerShdw blurRad="3937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algn="ctr">
              <a:defRPr lang="zh-CN" altLang="en-US" sz="3600" smtClean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46D743F-E124-49AC-B663-2C5E0BD6559A}" type="slidenum">
              <a:rPr lang="en-US" altLang="zh-CN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8" r:id="rId6"/>
    <p:sldLayoutId id="2147483659" r:id="rId7"/>
    <p:sldLayoutId id="2147483660" r:id="rId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直接连接符 174"/>
          <p:cNvCxnSpPr/>
          <p:nvPr/>
        </p:nvCxnSpPr>
        <p:spPr>
          <a:xfrm>
            <a:off x="6783783" y="5401061"/>
            <a:ext cx="332843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174"/>
          <p:cNvCxnSpPr/>
          <p:nvPr/>
        </p:nvCxnSpPr>
        <p:spPr>
          <a:xfrm>
            <a:off x="6650879" y="1661345"/>
            <a:ext cx="332843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174"/>
          <p:cNvCxnSpPr/>
          <p:nvPr/>
        </p:nvCxnSpPr>
        <p:spPr>
          <a:xfrm>
            <a:off x="6683323" y="3536866"/>
            <a:ext cx="332843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4" name="直接连接符 62"/>
          <p:cNvCxnSpPr/>
          <p:nvPr/>
        </p:nvCxnSpPr>
        <p:spPr>
          <a:xfrm>
            <a:off x="3038691" y="3535392"/>
            <a:ext cx="70296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0084" name="圆角矩形 61"/>
          <p:cNvSpPr/>
          <p:nvPr/>
        </p:nvSpPr>
        <p:spPr>
          <a:xfrm>
            <a:off x="723129" y="2882348"/>
            <a:ext cx="2884775" cy="1461051"/>
          </a:xfrm>
          <a:prstGeom prst="roundRect">
            <a:avLst/>
          </a:prstGeom>
          <a:gradFill>
            <a:gsLst>
              <a:gs pos="52000">
                <a:srgbClr val="AF1E22"/>
              </a:gs>
              <a:gs pos="100000">
                <a:srgbClr val="E97C30"/>
              </a:gs>
            </a:gsLst>
            <a:lin ang="2400000" scaled="0"/>
          </a:gradFill>
          <a:ln>
            <a:noFill/>
          </a:ln>
          <a:effectLst>
            <a:outerShdw blurRad="584200" dist="292100" dir="2100000" algn="t" rotWithShape="0">
              <a:srgbClr val="AF1E22">
                <a:alpha val="3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buClr>
                <a:srgbClr val="C00000"/>
              </a:buClr>
              <a:buSzPct val="80000"/>
            </a:pP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毛泽东思想</a:t>
            </a:r>
            <a:endParaRPr lang="en-US" altLang="zh-CN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buClr>
                <a:srgbClr val="C00000"/>
              </a:buClr>
              <a:buSzPct val="80000"/>
            </a:pP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及其历史地位</a:t>
            </a:r>
          </a:p>
        </p:txBody>
      </p:sp>
      <p:cxnSp>
        <p:nvCxnSpPr>
          <p:cNvPr id="3145755" name="直接连接符 63"/>
          <p:cNvCxnSpPr/>
          <p:nvPr/>
        </p:nvCxnSpPr>
        <p:spPr>
          <a:xfrm>
            <a:off x="3741655" y="1583435"/>
            <a:ext cx="5508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6" name="直接连接符 65"/>
          <p:cNvCxnSpPr/>
          <p:nvPr/>
        </p:nvCxnSpPr>
        <p:spPr>
          <a:xfrm>
            <a:off x="3741655" y="3533157"/>
            <a:ext cx="558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7" name="直接连接符 82"/>
          <p:cNvCxnSpPr/>
          <p:nvPr/>
        </p:nvCxnSpPr>
        <p:spPr>
          <a:xfrm flipV="1">
            <a:off x="3741655" y="1583436"/>
            <a:ext cx="0" cy="391290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8" name="直接连接符 84"/>
          <p:cNvCxnSpPr/>
          <p:nvPr/>
        </p:nvCxnSpPr>
        <p:spPr>
          <a:xfrm>
            <a:off x="3741655" y="5496340"/>
            <a:ext cx="540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0085" name="平行四边形 49"/>
          <p:cNvSpPr/>
          <p:nvPr/>
        </p:nvSpPr>
        <p:spPr>
          <a:xfrm>
            <a:off x="4065837" y="1029409"/>
            <a:ext cx="2662953" cy="1266529"/>
          </a:xfrm>
          <a:prstGeom prst="roundRect">
            <a:avLst/>
          </a:prstGeom>
          <a:solidFill>
            <a:schemeClr val="bg1"/>
          </a:solidFill>
          <a:ln w="38100">
            <a:gradFill>
              <a:gsLst>
                <a:gs pos="41000">
                  <a:srgbClr val="B82C24"/>
                </a:gs>
                <a:gs pos="100000">
                  <a:srgbClr val="E97C30"/>
                </a:gs>
              </a:gsLst>
              <a:lin ang="7800000" scaled="0"/>
            </a:gradFill>
          </a:ln>
          <a:effectLst>
            <a:outerShdw blurRad="76200" dir="18900000" sy="23000" kx="-1200000" algn="bl" rotWithShape="0">
              <a:schemeClr val="bg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100000"/>
              </a:lnSpc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毛泽东思想是怎样形成和发展的？</a:t>
            </a:r>
          </a:p>
        </p:txBody>
      </p:sp>
      <p:sp>
        <p:nvSpPr>
          <p:cNvPr id="1050086" name="圆角矩形 51"/>
          <p:cNvSpPr/>
          <p:nvPr/>
        </p:nvSpPr>
        <p:spPr>
          <a:xfrm>
            <a:off x="4055897" y="2925295"/>
            <a:ext cx="2672893" cy="1219324"/>
          </a:xfrm>
          <a:prstGeom prst="roundRect">
            <a:avLst/>
          </a:prstGeom>
          <a:solidFill>
            <a:schemeClr val="bg1"/>
          </a:solidFill>
          <a:ln w="38100">
            <a:gradFill>
              <a:gsLst>
                <a:gs pos="41000">
                  <a:srgbClr val="B82C24"/>
                </a:gs>
                <a:gs pos="100000">
                  <a:srgbClr val="E97C30"/>
                </a:gs>
              </a:gsLst>
              <a:lin ang="7800000" scaled="0"/>
            </a:gradFill>
          </a:ln>
          <a:effectLst>
            <a:outerShdw blurRad="76200" dir="18900000" sy="23000" kx="-1200000" algn="bl" rotWithShape="0">
              <a:schemeClr val="bg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>
              <a:buClr>
                <a:srgbClr val="C00000"/>
              </a:buClr>
              <a:buSzPct val="80000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毛泽东思想的主要内容和活的灵魂是什么？</a:t>
            </a:r>
          </a:p>
        </p:txBody>
      </p:sp>
      <p:sp>
        <p:nvSpPr>
          <p:cNvPr id="1050087" name="圆角矩形 53"/>
          <p:cNvSpPr/>
          <p:nvPr/>
        </p:nvSpPr>
        <p:spPr>
          <a:xfrm>
            <a:off x="4104861" y="4825335"/>
            <a:ext cx="2683565" cy="1177902"/>
          </a:xfrm>
          <a:prstGeom prst="roundRect">
            <a:avLst/>
          </a:prstGeom>
          <a:solidFill>
            <a:schemeClr val="bg1"/>
          </a:solidFill>
          <a:ln w="38100">
            <a:gradFill>
              <a:gsLst>
                <a:gs pos="41000">
                  <a:srgbClr val="B82C24"/>
                </a:gs>
                <a:gs pos="100000">
                  <a:srgbClr val="E97C30"/>
                </a:gs>
              </a:gsLst>
              <a:lin ang="7800000" scaled="0"/>
            </a:gradFill>
          </a:ln>
          <a:effectLst>
            <a:outerShdw blurRad="76200" dir="18900000" sy="23000" kx="-1200000" algn="bl" rotWithShape="0">
              <a:schemeClr val="bg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>
              <a:buClr>
                <a:srgbClr val="C00000"/>
              </a:buClr>
              <a:buSzPct val="80000"/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如何科学评价毛泽东和毛泽东思想的历史地位？</a:t>
            </a: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10" name="组合 107"/>
          <p:cNvGrpSpPr/>
          <p:nvPr/>
        </p:nvGrpSpPr>
        <p:grpSpPr>
          <a:xfrm>
            <a:off x="6977273" y="1215209"/>
            <a:ext cx="4419599" cy="981886"/>
            <a:chOff x="6704279" y="4287249"/>
            <a:chExt cx="4419599" cy="981886"/>
          </a:xfrm>
        </p:grpSpPr>
        <p:sp>
          <p:nvSpPr>
            <p:cNvPr id="1050088" name="文本框 109"/>
            <p:cNvSpPr txBox="1"/>
            <p:nvPr/>
          </p:nvSpPr>
          <p:spPr>
            <a:xfrm>
              <a:off x="7040709" y="4287249"/>
              <a:ext cx="408316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毛泽东思想形成和发展的历史条件：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algn="l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时代背景、理论渊源、阶级基础、实践基础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0089" name="文本框 170"/>
            <p:cNvSpPr txBox="1"/>
            <p:nvPr/>
          </p:nvSpPr>
          <p:spPr>
            <a:xfrm>
              <a:off x="7040710" y="4930581"/>
              <a:ext cx="363958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毛泽东思想形成发展的过程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145760" name="直接连接符 172"/>
            <p:cNvCxnSpPr/>
            <p:nvPr/>
          </p:nvCxnSpPr>
          <p:spPr>
            <a:xfrm flipV="1">
              <a:off x="6716526" y="4441141"/>
              <a:ext cx="0" cy="65787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61" name="直接连接符 173"/>
            <p:cNvCxnSpPr>
              <a:endCxn id="1050090" idx="6"/>
            </p:cNvCxnSpPr>
            <p:nvPr/>
          </p:nvCxnSpPr>
          <p:spPr>
            <a:xfrm>
              <a:off x="6716526" y="4441138"/>
              <a:ext cx="332040" cy="2288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62" name="直接连接符 174"/>
            <p:cNvCxnSpPr/>
            <p:nvPr/>
          </p:nvCxnSpPr>
          <p:spPr>
            <a:xfrm flipH="1" flipV="1">
              <a:off x="6704279" y="4721936"/>
              <a:ext cx="4894" cy="1145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63" name="直接连接符 176"/>
            <p:cNvCxnSpPr/>
            <p:nvPr/>
          </p:nvCxnSpPr>
          <p:spPr>
            <a:xfrm>
              <a:off x="6716526" y="5101567"/>
              <a:ext cx="305133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0090" name="椭圆 177"/>
            <p:cNvSpPr/>
            <p:nvPr/>
          </p:nvSpPr>
          <p:spPr>
            <a:xfrm>
              <a:off x="6964695" y="4401490"/>
              <a:ext cx="83871" cy="83871"/>
            </a:xfrm>
            <a:prstGeom prst="ellips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12700" dir="2700000" algn="tl" rotWithShape="0">
                <a:srgbClr val="AF1E2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050091" name="椭圆 179"/>
            <p:cNvSpPr/>
            <p:nvPr/>
          </p:nvSpPr>
          <p:spPr>
            <a:xfrm>
              <a:off x="6958436" y="5057077"/>
              <a:ext cx="83871" cy="83871"/>
            </a:xfrm>
            <a:prstGeom prst="ellips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12700" dir="2700000" algn="tl" rotWithShape="0">
                <a:srgbClr val="AF1E2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</p:grpSp>
      <p:grpSp>
        <p:nvGrpSpPr>
          <p:cNvPr id="711" name="组合 107"/>
          <p:cNvGrpSpPr/>
          <p:nvPr/>
        </p:nvGrpSpPr>
        <p:grpSpPr>
          <a:xfrm>
            <a:off x="7135876" y="5346044"/>
            <a:ext cx="4844090" cy="1052195"/>
            <a:chOff x="6709173" y="4207737"/>
            <a:chExt cx="4825074" cy="1052195"/>
          </a:xfrm>
        </p:grpSpPr>
        <p:sp>
          <p:nvSpPr>
            <p:cNvPr id="1050092" name="文本框 109"/>
            <p:cNvSpPr txBox="1"/>
            <p:nvPr/>
          </p:nvSpPr>
          <p:spPr>
            <a:xfrm>
              <a:off x="7040709" y="4207737"/>
              <a:ext cx="4493538" cy="4181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马克思主义中国化时代化的第一个重大理论成果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050093" name="文本框 170"/>
            <p:cNvSpPr txBox="1"/>
            <p:nvPr/>
          </p:nvSpPr>
          <p:spPr>
            <a:xfrm>
              <a:off x="7040710" y="4612533"/>
              <a:ext cx="363958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中国革命和建设的科学指南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0094" name="文本框 171"/>
            <p:cNvSpPr txBox="1"/>
            <p:nvPr/>
          </p:nvSpPr>
          <p:spPr>
            <a:xfrm>
              <a:off x="7014759" y="4841741"/>
              <a:ext cx="3672800" cy="4181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>
                <a:lnSpc>
                  <a:spcPct val="150000"/>
                </a:lnSpc>
                <a:buClr>
                  <a:srgbClr val="C00000"/>
                </a:buClr>
                <a:buSzPct val="80000"/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中国共产党和中国人民宝贵的精神财富</a:t>
              </a:r>
            </a:p>
          </p:txBody>
        </p:sp>
        <p:cxnSp>
          <p:nvCxnSpPr>
            <p:cNvPr id="3145765" name="直接连接符 172"/>
            <p:cNvCxnSpPr/>
            <p:nvPr/>
          </p:nvCxnSpPr>
          <p:spPr>
            <a:xfrm flipV="1">
              <a:off x="6716526" y="4441141"/>
              <a:ext cx="0" cy="65787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66" name="直接连接符 173"/>
            <p:cNvCxnSpPr>
              <a:endCxn id="1050095" idx="6"/>
            </p:cNvCxnSpPr>
            <p:nvPr/>
          </p:nvCxnSpPr>
          <p:spPr>
            <a:xfrm>
              <a:off x="6716526" y="4441138"/>
              <a:ext cx="332040" cy="2288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67" name="直接连接符 174"/>
            <p:cNvCxnSpPr/>
            <p:nvPr/>
          </p:nvCxnSpPr>
          <p:spPr>
            <a:xfrm>
              <a:off x="6709173" y="4733386"/>
              <a:ext cx="331536" cy="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68" name="直接连接符 176"/>
            <p:cNvCxnSpPr/>
            <p:nvPr/>
          </p:nvCxnSpPr>
          <p:spPr>
            <a:xfrm>
              <a:off x="6716526" y="5101567"/>
              <a:ext cx="305133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0095" name="椭圆 177"/>
            <p:cNvSpPr/>
            <p:nvPr/>
          </p:nvSpPr>
          <p:spPr>
            <a:xfrm>
              <a:off x="6964695" y="4401490"/>
              <a:ext cx="83871" cy="83871"/>
            </a:xfrm>
            <a:prstGeom prst="ellips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12700" dir="2700000" algn="tl" rotWithShape="0">
                <a:srgbClr val="AF1E2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050096" name="椭圆 178"/>
            <p:cNvSpPr/>
            <p:nvPr/>
          </p:nvSpPr>
          <p:spPr>
            <a:xfrm>
              <a:off x="6964695" y="4692893"/>
              <a:ext cx="83871" cy="83871"/>
            </a:xfrm>
            <a:prstGeom prst="ellips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12700" dir="2700000" algn="tl" rotWithShape="0">
                <a:srgbClr val="AF1E2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050097" name="椭圆 179"/>
            <p:cNvSpPr/>
            <p:nvPr/>
          </p:nvSpPr>
          <p:spPr>
            <a:xfrm>
              <a:off x="6958436" y="5057077"/>
              <a:ext cx="83871" cy="83871"/>
            </a:xfrm>
            <a:prstGeom prst="ellips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12700" dir="2700000" algn="tl" rotWithShape="0">
                <a:srgbClr val="AF1E2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</p:grpSp>
      <p:grpSp>
        <p:nvGrpSpPr>
          <p:cNvPr id="712" name="组合 107"/>
          <p:cNvGrpSpPr/>
          <p:nvPr/>
        </p:nvGrpSpPr>
        <p:grpSpPr>
          <a:xfrm>
            <a:off x="7043031" y="3088793"/>
            <a:ext cx="3976019" cy="1228107"/>
            <a:chOff x="6704279" y="4287249"/>
            <a:chExt cx="3976019" cy="1228107"/>
          </a:xfrm>
        </p:grpSpPr>
        <p:sp>
          <p:nvSpPr>
            <p:cNvPr id="1050098" name="文本框 109"/>
            <p:cNvSpPr txBox="1"/>
            <p:nvPr/>
          </p:nvSpPr>
          <p:spPr>
            <a:xfrm>
              <a:off x="7040709" y="4287249"/>
              <a:ext cx="223651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毛泽东思想的主要内容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0099" name="文本框 170"/>
            <p:cNvSpPr txBox="1"/>
            <p:nvPr/>
          </p:nvSpPr>
          <p:spPr>
            <a:xfrm>
              <a:off x="7040710" y="4930581"/>
              <a:ext cx="363958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毛泽东思想的活的灵魂：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algn="l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实事求是、群众路线、独立自主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cxnSp>
          <p:nvCxnSpPr>
            <p:cNvPr id="3145770" name="直接连接符 172"/>
            <p:cNvCxnSpPr/>
            <p:nvPr/>
          </p:nvCxnSpPr>
          <p:spPr>
            <a:xfrm flipV="1">
              <a:off x="6716526" y="4441141"/>
              <a:ext cx="0" cy="65787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71" name="直接连接符 173"/>
            <p:cNvCxnSpPr>
              <a:endCxn id="1050100" idx="6"/>
            </p:cNvCxnSpPr>
            <p:nvPr/>
          </p:nvCxnSpPr>
          <p:spPr>
            <a:xfrm>
              <a:off x="6716526" y="4441138"/>
              <a:ext cx="332040" cy="2288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72" name="直接连接符 174"/>
            <p:cNvCxnSpPr/>
            <p:nvPr/>
          </p:nvCxnSpPr>
          <p:spPr>
            <a:xfrm flipH="1" flipV="1">
              <a:off x="6704279" y="4721936"/>
              <a:ext cx="4894" cy="1145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73" name="直接连接符 176"/>
            <p:cNvCxnSpPr/>
            <p:nvPr/>
          </p:nvCxnSpPr>
          <p:spPr>
            <a:xfrm>
              <a:off x="6716526" y="5101567"/>
              <a:ext cx="305133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0100" name="椭圆 177"/>
            <p:cNvSpPr/>
            <p:nvPr/>
          </p:nvSpPr>
          <p:spPr>
            <a:xfrm>
              <a:off x="6964695" y="4401490"/>
              <a:ext cx="83871" cy="83871"/>
            </a:xfrm>
            <a:prstGeom prst="ellips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12700" dir="2700000" algn="tl" rotWithShape="0">
                <a:srgbClr val="AF1E2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050101" name="椭圆 179"/>
            <p:cNvSpPr/>
            <p:nvPr/>
          </p:nvSpPr>
          <p:spPr>
            <a:xfrm>
              <a:off x="6958436" y="5057077"/>
              <a:ext cx="83871" cy="83871"/>
            </a:xfrm>
            <a:prstGeom prst="ellipse">
              <a:avLst/>
            </a:prstGeom>
            <a:solidFill>
              <a:srgbClr val="AF1E22"/>
            </a:solidFill>
            <a:ln>
              <a:noFill/>
            </a:ln>
            <a:effectLst>
              <a:outerShdw blurRad="50800" dist="12700" dir="2700000" algn="tl" rotWithShape="0">
                <a:srgbClr val="AF1E2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</p:grpSp>
      <p:cxnSp>
        <p:nvCxnSpPr>
          <p:cNvPr id="7" name="直接连接符 172">
            <a:extLst>
              <a:ext uri="{FF2B5EF4-FFF2-40B4-BE49-F238E27FC236}">
                <a16:creationId xmlns:a16="http://schemas.microsoft.com/office/drawing/2014/main" id="{4F1C731F-1A2C-9662-1586-D5747E35D866}"/>
              </a:ext>
            </a:extLst>
          </p:cNvPr>
          <p:cNvCxnSpPr/>
          <p:nvPr/>
        </p:nvCxnSpPr>
        <p:spPr>
          <a:xfrm flipV="1">
            <a:off x="7136219" y="4921574"/>
            <a:ext cx="0" cy="65787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109">
            <a:extLst>
              <a:ext uri="{FF2B5EF4-FFF2-40B4-BE49-F238E27FC236}">
                <a16:creationId xmlns:a16="http://schemas.microsoft.com/office/drawing/2014/main" id="{31DD1394-301D-E17F-EC9B-BEA6003C0CDC}"/>
              </a:ext>
            </a:extLst>
          </p:cNvPr>
          <p:cNvSpPr txBox="1"/>
          <p:nvPr/>
        </p:nvSpPr>
        <p:spPr>
          <a:xfrm>
            <a:off x="7487832" y="4797855"/>
            <a:ext cx="2031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如何科学评价毛泽东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173">
            <a:extLst>
              <a:ext uri="{FF2B5EF4-FFF2-40B4-BE49-F238E27FC236}">
                <a16:creationId xmlns:a16="http://schemas.microsoft.com/office/drawing/2014/main" id="{2DCBBF50-1932-9A01-6E55-D927C9F5939F}"/>
              </a:ext>
            </a:extLst>
          </p:cNvPr>
          <p:cNvCxnSpPr/>
          <p:nvPr/>
        </p:nvCxnSpPr>
        <p:spPr>
          <a:xfrm>
            <a:off x="7120260" y="4950136"/>
            <a:ext cx="332040" cy="228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77">
            <a:extLst>
              <a:ext uri="{FF2B5EF4-FFF2-40B4-BE49-F238E27FC236}">
                <a16:creationId xmlns:a16="http://schemas.microsoft.com/office/drawing/2014/main" id="{6BAFE843-6CC4-7FE4-16B8-34E37713381A}"/>
              </a:ext>
            </a:extLst>
          </p:cNvPr>
          <p:cNvSpPr/>
          <p:nvPr/>
        </p:nvSpPr>
        <p:spPr>
          <a:xfrm>
            <a:off x="7426323" y="4948662"/>
            <a:ext cx="83871" cy="83871"/>
          </a:xfrm>
          <a:prstGeom prst="ellipse">
            <a:avLst/>
          </a:prstGeom>
          <a:solidFill>
            <a:srgbClr val="AF1E22"/>
          </a:solidFill>
          <a:ln>
            <a:noFill/>
          </a:ln>
          <a:effectLst>
            <a:outerShdw blurRad="50800" dist="12700" dir="2700000" algn="tl" rotWithShape="0">
              <a:srgbClr val="AF1E2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eaaca2c0-29be-4ff5-98b6-3e583c9d4766"/>
  <p:tag name="COMMONDATA" val="eyJoZGlkIjoiMzZkNDRkOGJhNmQ1MjU2MDg4MmYyYmE0ZjIzZDM1MDI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1278</TotalTime>
  <Words>100</Words>
  <Application>Microsoft Office PowerPoint</Application>
  <PresentationFormat>宽屏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微软雅黑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Daxing He</dc:creator>
  <cp:lastModifiedBy>sccddyr@126.com</cp:lastModifiedBy>
  <cp:revision>391</cp:revision>
  <dcterms:created xsi:type="dcterms:W3CDTF">2020-02-09T12:51:00Z</dcterms:created>
  <dcterms:modified xsi:type="dcterms:W3CDTF">2026-06-16T03:35:26Z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878FE11748B74FFBAEC748BB859624AA_13</vt:lpwstr>
  </property>
  <property fmtid="{D5CDD505-2E9C-101B-9397-08002B2CF9AE}" pid="3" name="KSOProductBuildVer">
    <vt:lpwstr>2052-12.1.0.16729</vt:lpwstr>
  </property>
</Properties>
</file>