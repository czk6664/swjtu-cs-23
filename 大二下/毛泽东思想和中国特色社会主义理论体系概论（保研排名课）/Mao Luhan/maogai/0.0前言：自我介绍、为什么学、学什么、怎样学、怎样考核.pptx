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3" r:id="rId4"/>
  </p:sldMasterIdLst>
  <p:sldIdLst>
    <p:sldId id="257" r:id="rId5"/>
    <p:sldId id="374" r:id="rId6"/>
    <p:sldId id="290" r:id="rId7"/>
    <p:sldId id="296" r:id="rId8"/>
    <p:sldId id="302" r:id="rId9"/>
    <p:sldId id="463" r:id="rId10"/>
    <p:sldId id="464" r:id="rId11"/>
    <p:sldId id="265" r:id="rId12"/>
    <p:sldId id="407" r:id="rId13"/>
    <p:sldId id="465" r:id="rId14"/>
    <p:sldId id="466" r:id="rId15"/>
    <p:sldId id="467" r:id="rId16"/>
    <p:sldId id="307" r:id="rId17"/>
    <p:sldId id="318" r:id="rId18"/>
    <p:sldId id="309" r:id="rId19"/>
    <p:sldId id="319" r:id="rId20"/>
    <p:sldId id="406" r:id="rId21"/>
    <p:sldId id="357" r:id="rId22"/>
    <p:sldId id="310" r:id="rId23"/>
    <p:sldId id="358" r:id="rId24"/>
    <p:sldId id="261" r:id="rId25"/>
    <p:sldId id="322" r:id="rId26"/>
    <p:sldId id="262" r:id="rId27"/>
    <p:sldId id="325" r:id="rId28"/>
    <p:sldId id="323" r:id="rId29"/>
    <p:sldId id="405" r:id="rId30"/>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2" userDrawn="1">
          <p15:clr>
            <a:srgbClr val="A4A3A4"/>
          </p15:clr>
        </p15:guide>
        <p15:guide id="2" pos="3954" userDrawn="1">
          <p15:clr>
            <a:srgbClr val="A4A3A4"/>
          </p15:clr>
        </p15:guide>
        <p15:guide id="3" pos="194" userDrawn="1">
          <p15:clr>
            <a:srgbClr val="A4A3A4"/>
          </p15:clr>
        </p15:guide>
        <p15:guide id="4" pos="752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F5E9"/>
    <a:srgbClr val="79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5" autoAdjust="0"/>
    <p:restoredTop sz="94660"/>
  </p:normalViewPr>
  <p:slideViewPr>
    <p:cSldViewPr snapToGrid="0" showGuides="1">
      <p:cViewPr varScale="1">
        <p:scale>
          <a:sx n="86" d="100"/>
          <a:sy n="86" d="100"/>
        </p:scale>
        <p:origin x="514" y="67"/>
      </p:cViewPr>
      <p:guideLst>
        <p:guide orient="horz" pos="2222"/>
        <p:guide pos="3954"/>
        <p:guide pos="194"/>
        <p:guide pos="752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4" Type="http://schemas.openxmlformats.org/officeDocument/2006/relationships/tags" Target="tags/tag7.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B571518-16B6-4828-9618-76634EB989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E6017D1-212A-4BCD-8837-E6AAB3BE042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1680633" y="2492375"/>
            <a:ext cx="5033433" cy="3384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917267" y="2492375"/>
            <a:ext cx="5035551" cy="3384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85300" y="1125538"/>
            <a:ext cx="2567517" cy="4751387"/>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1680633" y="1125538"/>
            <a:ext cx="7501467" cy="4751387"/>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680633" y="1125538"/>
            <a:ext cx="10272184" cy="4751387"/>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0"/>
            <a:ext cx="103632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1680633" y="2492375"/>
            <a:ext cx="5033433" cy="3384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917267" y="2492375"/>
            <a:ext cx="5035551" cy="33845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385300" y="1125538"/>
            <a:ext cx="2567517" cy="4751387"/>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1680633" y="1125538"/>
            <a:ext cx="7501467" cy="4751387"/>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680633" y="1125538"/>
            <a:ext cx="10272184" cy="4751387"/>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image" Target="../media/image1.jpeg"/><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2.xml"/><Relationship Id="rId8" Type="http://schemas.openxmlformats.org/officeDocument/2006/relationships/slideLayout" Target="../slideLayouts/slideLayout31.xml"/><Relationship Id="rId7" Type="http://schemas.openxmlformats.org/officeDocument/2006/relationships/slideLayout" Target="../slideLayouts/slideLayout30.xml"/><Relationship Id="rId6" Type="http://schemas.openxmlformats.org/officeDocument/2006/relationships/slideLayout" Target="../slideLayouts/slideLayout29.xml"/><Relationship Id="rId5" Type="http://schemas.openxmlformats.org/officeDocument/2006/relationships/slideLayout" Target="../slideLayouts/slideLayout28.xml"/><Relationship Id="rId4" Type="http://schemas.openxmlformats.org/officeDocument/2006/relationships/slideLayout" Target="../slideLayouts/slideLayout27.xml"/><Relationship Id="rId3" Type="http://schemas.openxmlformats.org/officeDocument/2006/relationships/slideLayout" Target="../slideLayouts/slideLayout26.xml"/><Relationship Id="rId2" Type="http://schemas.openxmlformats.org/officeDocument/2006/relationships/slideLayout" Target="../slideLayouts/slideLayout25.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5.xml"/><Relationship Id="rId11" Type="http://schemas.openxmlformats.org/officeDocument/2006/relationships/slideLayout" Target="../slideLayouts/slideLayout34.xml"/><Relationship Id="rId10" Type="http://schemas.openxmlformats.org/officeDocument/2006/relationships/slideLayout" Target="../slideLayouts/slideLayout33.xml"/><Relationship Id="rId1"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571518-16B6-4828-9618-76634EB989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E6017D1-212A-4BCD-8837-E6AAB3BE042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7"/>
          <p:cNvPicPr>
            <a:picLocks noChangeAspect="1"/>
          </p:cNvPicPr>
          <p:nvPr userDrawn="1"/>
        </p:nvPicPr>
        <p:blipFill>
          <a:blip r:embed="rId13" cstate="print"/>
          <a:srcRect l="2051" r="7674" b="-333"/>
          <a:stretch>
            <a:fillRect/>
          </a:stretch>
        </p:blipFill>
        <p:spPr>
          <a:xfrm>
            <a:off x="-48683" y="0"/>
            <a:ext cx="12446000" cy="6881813"/>
          </a:xfrm>
          <a:prstGeom prst="rect">
            <a:avLst/>
          </a:prstGeom>
          <a:noFill/>
          <a:ln w="9525">
            <a:noFill/>
          </a:ln>
        </p:spPr>
      </p:pic>
      <p:sp>
        <p:nvSpPr>
          <p:cNvPr id="1027" name="Rectangle 3"/>
          <p:cNvSpPr>
            <a:spLocks noGrp="1"/>
          </p:cNvSpPr>
          <p:nvPr>
            <p:ph type="title"/>
          </p:nvPr>
        </p:nvSpPr>
        <p:spPr>
          <a:xfrm>
            <a:off x="1680633" y="1125538"/>
            <a:ext cx="10272184" cy="10795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8" name="Rectangle 4"/>
          <p:cNvSpPr>
            <a:spLocks noGrp="1"/>
          </p:cNvSpPr>
          <p:nvPr>
            <p:ph type="body"/>
          </p:nvPr>
        </p:nvSpPr>
        <p:spPr>
          <a:xfrm>
            <a:off x="1680633" y="2492375"/>
            <a:ext cx="10272184" cy="3384550"/>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l">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7"/>
          <p:cNvPicPr>
            <a:picLocks noChangeAspect="1"/>
          </p:cNvPicPr>
          <p:nvPr userDrawn="1"/>
        </p:nvPicPr>
        <p:blipFill>
          <a:blip r:embed="rId13" cstate="print"/>
          <a:srcRect l="2051" r="7674" b="-333"/>
          <a:stretch>
            <a:fillRect/>
          </a:stretch>
        </p:blipFill>
        <p:spPr>
          <a:xfrm>
            <a:off x="-48683" y="0"/>
            <a:ext cx="12446000" cy="6881813"/>
          </a:xfrm>
          <a:prstGeom prst="rect">
            <a:avLst/>
          </a:prstGeom>
          <a:noFill/>
          <a:ln w="9525">
            <a:noFill/>
          </a:ln>
        </p:spPr>
      </p:pic>
      <p:sp>
        <p:nvSpPr>
          <p:cNvPr id="1027" name="Rectangle 3"/>
          <p:cNvSpPr>
            <a:spLocks noGrp="1"/>
          </p:cNvSpPr>
          <p:nvPr>
            <p:ph type="title"/>
          </p:nvPr>
        </p:nvSpPr>
        <p:spPr>
          <a:xfrm>
            <a:off x="1680633" y="1125538"/>
            <a:ext cx="10272184" cy="1079500"/>
          </a:xfrm>
          <a:prstGeom prst="rect">
            <a:avLst/>
          </a:prstGeom>
          <a:noFill/>
          <a:ln w="9525">
            <a:noFill/>
          </a:ln>
        </p:spPr>
        <p:txBody>
          <a:bodyPr anchor="ctr"/>
          <a:lstStyle/>
          <a:p>
            <a:pPr lvl="0"/>
            <a:r>
              <a:rPr lang="zh-CN" altLang="en-US" dirty="0"/>
              <a:t>单击此处编辑母版标题样式</a:t>
            </a:r>
            <a:endParaRPr lang="zh-CN" altLang="en-US" dirty="0"/>
          </a:p>
        </p:txBody>
      </p:sp>
      <p:sp>
        <p:nvSpPr>
          <p:cNvPr id="1028" name="Rectangle 4"/>
          <p:cNvSpPr>
            <a:spLocks noGrp="1"/>
          </p:cNvSpPr>
          <p:nvPr>
            <p:ph type="body"/>
          </p:nvPr>
        </p:nvSpPr>
        <p:spPr>
          <a:xfrm>
            <a:off x="1680633" y="2492375"/>
            <a:ext cx="10272184" cy="3384550"/>
          </a:xfrm>
          <a:prstGeom prst="rect">
            <a:avLst/>
          </a:prstGeom>
          <a:noFill/>
          <a:ln w="9525">
            <a:noFill/>
          </a:ln>
        </p:spPr>
        <p:txBody>
          <a:bodyPr anchor="t"/>
          <a:lstStyle/>
          <a:p>
            <a:pPr lvl="0" indent="-34290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w="9525">
            <a:noFill/>
            <a:miter lim="800000"/>
          </a:ln>
          <a:effectLst/>
        </p:spPr>
        <p:txBody>
          <a:bodyPr vert="horz" wrap="square" lIns="91440" tIns="45720" rIns="91440" bIns="45720" numCol="1" anchor="t" anchorCtr="0" compatLnSpc="1"/>
          <a:lstStyle>
            <a:lvl1pPr algn="l">
              <a:defRPr sz="1400">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4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w="9525">
            <a:noFill/>
            <a:miter lim="800000"/>
          </a:ln>
          <a:effectLst/>
        </p:spPr>
        <p:txBody>
          <a:bodyPr vert="horz" wrap="square" lIns="91440" tIns="45720" rIns="91440" bIns="45720" numCol="1" anchor="t" anchorCtr="0" compatLnSpc="1"/>
          <a:lstStyle/>
          <a:p>
            <a:pPr lvl="0" algn="r" eaLnBrk="1" fontAlgn="base" hangingPunct="1"/>
            <a:fld id="{9A0DB2DC-4C9A-4742-B13C-FB6460FD3503}" type="slidenum">
              <a:rPr lang="zh-CN" altLang="zh-CN" sz="1400" strike="noStrike" noProof="1" dirty="0">
                <a:latin typeface="Arial" panose="020B0604020202020204" pitchFamily="34" charset="0"/>
                <a:ea typeface="宋体" panose="02010600030101010101" pitchFamily="2" charset="-122"/>
                <a:cs typeface="+mn-ea"/>
              </a:rPr>
            </a:fld>
            <a:endParaRPr lang="zh-CN" altLang="zh-CN" sz="1400" strike="noStrike" noProof="1">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hyperlink" Target="http://chn.docer.com/works/?userid=29766459" TargetMode="Externa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hyperlink" Target="http://chn.docer.com/works/?userid=29766459" TargetMode="Externa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7.png"/><Relationship Id="rId4" Type="http://schemas.openxmlformats.org/officeDocument/2006/relationships/image" Target="../media/image11.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6.jpeg"/><Relationship Id="rId7" Type="http://schemas.openxmlformats.org/officeDocument/2006/relationships/image" Target="../media/image15.jpeg"/><Relationship Id="rId6" Type="http://schemas.openxmlformats.org/officeDocument/2006/relationships/image" Target="../media/image14.jpeg"/><Relationship Id="rId5" Type="http://schemas.openxmlformats.org/officeDocument/2006/relationships/image" Target="../media/image13.png"/><Relationship Id="rId4" Type="http://schemas.openxmlformats.org/officeDocument/2006/relationships/image" Target="../media/image7.png"/><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17.png"/><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8.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jpe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image" Target="../media/image25.jpe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9.jpeg"/><Relationship Id="rId1" Type="http://schemas.openxmlformats.org/officeDocument/2006/relationships/image" Target="../media/image30.jpe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1.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7.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7.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3.png"/><Relationship Id="rId2" Type="http://schemas.openxmlformats.org/officeDocument/2006/relationships/image" Target="../media/image32.png"/><Relationship Id="rId1" Type="http://schemas.openxmlformats.org/officeDocument/2006/relationships/hyperlink" Target="http://chn.docer.com/works/?userid=2976645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cstate="print">
            <a:lum/>
          </a:blip>
          <a:srcRect/>
          <a:stretch>
            <a:fillRect/>
          </a:stretch>
        </a:blipFill>
        <a:effectLst/>
      </p:bgPr>
    </p:bg>
    <p:spTree>
      <p:nvGrpSpPr>
        <p:cNvPr id="1" name=""/>
        <p:cNvGrpSpPr/>
        <p:nvPr/>
      </p:nvGrpSpPr>
      <p:grpSpPr>
        <a:xfrm>
          <a:off x="0" y="0"/>
          <a:ext cx="0" cy="0"/>
          <a:chOff x="0" y="0"/>
          <a:chExt cx="0" cy="0"/>
        </a:xfrm>
      </p:grpSpPr>
      <p:sp>
        <p:nvSpPr>
          <p:cNvPr id="12" name="文本框 11"/>
          <p:cNvSpPr txBox="1"/>
          <p:nvPr/>
        </p:nvSpPr>
        <p:spPr>
          <a:xfrm>
            <a:off x="3011170" y="4236720"/>
            <a:ext cx="7186930" cy="2148840"/>
          </a:xfrm>
          <a:prstGeom prst="rect">
            <a:avLst/>
          </a:prstGeom>
          <a:noFill/>
        </p:spPr>
        <p:txBody>
          <a:bodyPr wrap="square" rtlCol="0">
            <a:spAutoFit/>
          </a:bodyPr>
          <a:lstStyle/>
          <a:p>
            <a:pPr lvl="0" indent="0" algn="l">
              <a:lnSpc>
                <a:spcPct val="125000"/>
              </a:lnSpc>
            </a:pPr>
            <a:r>
              <a:rPr lang="zh-CN" altLang="en-US" sz="3600" b="1" dirty="0">
                <a:solidFill>
                  <a:srgbClr val="000099"/>
                </a:solidFill>
                <a:latin typeface="Arial" panose="020B0604020202020204" pitchFamily="34" charset="0"/>
                <a:ea typeface="黑体" panose="02010609060101010101" charset="-122"/>
                <a:sym typeface="+mn-ea"/>
              </a:rPr>
              <a:t>主    讲：马克思主义学院  彭晓伟</a:t>
            </a:r>
            <a:endParaRPr lang="zh-CN" altLang="en-US" sz="3600" b="1" dirty="0">
              <a:solidFill>
                <a:srgbClr val="000099"/>
              </a:solidFill>
              <a:latin typeface="Arial" panose="020B0604020202020204" pitchFamily="34" charset="0"/>
              <a:ea typeface="黑体" panose="02010609060101010101" charset="-122"/>
            </a:endParaRPr>
          </a:p>
          <a:p>
            <a:pPr lvl="0" indent="0" algn="l">
              <a:lnSpc>
                <a:spcPct val="125000"/>
              </a:lnSpc>
            </a:pPr>
            <a:r>
              <a:rPr lang="en-US" altLang="zh-CN" sz="3600" b="1">
                <a:solidFill>
                  <a:srgbClr val="000099"/>
                </a:solidFill>
                <a:latin typeface="Arial" panose="020B0604020202020204" pitchFamily="34" charset="0"/>
                <a:ea typeface="黑体" panose="02010609060101010101" charset="-122"/>
                <a:sym typeface="+mn-ea"/>
              </a:rPr>
              <a:t>E-mail</a:t>
            </a:r>
            <a:r>
              <a:rPr lang="zh-CN" altLang="en-US" sz="3600" b="1" dirty="0">
                <a:solidFill>
                  <a:srgbClr val="000099"/>
                </a:solidFill>
                <a:latin typeface="Arial" panose="020B0604020202020204" pitchFamily="34" charset="0"/>
                <a:ea typeface="黑体" panose="02010609060101010101" charset="-122"/>
                <a:sym typeface="+mn-ea"/>
              </a:rPr>
              <a:t>：</a:t>
            </a:r>
            <a:r>
              <a:rPr lang="en-US" altLang="zh-CN" sz="3600" b="1">
                <a:solidFill>
                  <a:srgbClr val="000099"/>
                </a:solidFill>
                <a:latin typeface="Arial" panose="020B0604020202020204" pitchFamily="34" charset="0"/>
                <a:ea typeface="黑体" panose="02010609060101010101" charset="-122"/>
                <a:sym typeface="+mn-ea"/>
              </a:rPr>
              <a:t>99961458@qq.com</a:t>
            </a:r>
            <a:endParaRPr lang="en-US" altLang="zh-CN" sz="3600" b="1">
              <a:solidFill>
                <a:srgbClr val="000099"/>
              </a:solidFill>
              <a:latin typeface="Arial" panose="020B0604020202020204" pitchFamily="34" charset="0"/>
              <a:ea typeface="黑体" panose="02010609060101010101" charset="-122"/>
            </a:endParaRPr>
          </a:p>
          <a:p>
            <a:pPr lvl="0" indent="0" algn="ctr">
              <a:lnSpc>
                <a:spcPct val="125000"/>
              </a:lnSpc>
            </a:pPr>
            <a:endParaRPr lang="zh-CN" altLang="en-US" sz="3600" dirty="0">
              <a:solidFill>
                <a:schemeClr val="tx1">
                  <a:lumMod val="85000"/>
                  <a:lumOff val="15000"/>
                </a:schemeClr>
              </a:solidFill>
              <a:latin typeface="中山行书百年纪念版" panose="02010609000101010101" pitchFamily="49" charset="-122"/>
              <a:ea typeface="中山行书百年纪念版" panose="02010609000101010101" pitchFamily="49" charset="-122"/>
            </a:endParaRPr>
          </a:p>
        </p:txBody>
      </p:sp>
      <p:cxnSp>
        <p:nvCxnSpPr>
          <p:cNvPr id="4" name="直接连接符 3"/>
          <p:cNvCxnSpPr/>
          <p:nvPr/>
        </p:nvCxnSpPr>
        <p:spPr>
          <a:xfrm>
            <a:off x="1425960" y="5033644"/>
            <a:ext cx="1080000" cy="0"/>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0443595" y="5033644"/>
            <a:ext cx="1080000" cy="0"/>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112395" y="-62230"/>
            <a:ext cx="5778500" cy="997585"/>
            <a:chOff x="5370286" y="385913"/>
            <a:chExt cx="1451428" cy="997854"/>
          </a:xfrm>
        </p:grpSpPr>
        <p:pic>
          <p:nvPicPr>
            <p:cNvPr id="9" name="图片 8">
              <a:hlinkClick r:id="rId2"/>
            </p:cNvPr>
            <p:cNvPicPr>
              <a:picLocks noChangeAspect="1"/>
            </p:cNvPicPr>
            <p:nvPr/>
          </p:nvPicPr>
          <p:blipFill rotWithShape="1">
            <a:blip r:embed="rId3" cstate="screen"/>
            <a:srcRect l="23093" t="63704" r="53155" b="17672"/>
            <a:stretch>
              <a:fillRect/>
            </a:stretch>
          </p:blipFill>
          <p:spPr>
            <a:xfrm>
              <a:off x="5370287" y="385913"/>
              <a:ext cx="1451426" cy="997854"/>
            </a:xfrm>
            <a:prstGeom prst="rect">
              <a:avLst/>
            </a:prstGeom>
          </p:spPr>
        </p:pic>
        <p:sp>
          <p:nvSpPr>
            <p:cNvPr id="13" name="文本框 12"/>
            <p:cNvSpPr txBox="1"/>
            <p:nvPr/>
          </p:nvSpPr>
          <p:spPr>
            <a:xfrm>
              <a:off x="5370286" y="592344"/>
              <a:ext cx="1451428" cy="384914"/>
            </a:xfrm>
            <a:prstGeom prst="rect">
              <a:avLst/>
            </a:prstGeom>
            <a:noFill/>
          </p:spPr>
          <p:txBody>
            <a:bodyPr wrap="square" rtlCol="0">
              <a:noAutofit/>
            </a:bodyPr>
            <a:lstStyle/>
            <a:p>
              <a:pPr algn="ctr"/>
              <a:r>
                <a:rPr lang="zh-CN" altLang="en-US" sz="3200" b="1" dirty="0">
                  <a:solidFill>
                    <a:schemeClr val="bg1"/>
                  </a:solidFill>
                  <a:latin typeface="中山行书百年纪念版" panose="02010609000101010101" pitchFamily="49" charset="-122"/>
                  <a:ea typeface="中山行书百年纪念版" panose="02010609000101010101" pitchFamily="49" charset="-122"/>
                </a:rPr>
                <a:t>西南交通大学</a:t>
              </a:r>
              <a:endParaRPr lang="zh-CN" altLang="en-US" sz="3200" b="1" dirty="0">
                <a:solidFill>
                  <a:schemeClr val="bg1"/>
                </a:solidFill>
                <a:latin typeface="中山行书百年纪念版" panose="02010609000101010101" pitchFamily="49" charset="-122"/>
                <a:ea typeface="中山行书百年纪念版" panose="02010609000101010101" pitchFamily="49" charset="-122"/>
              </a:endParaRPr>
            </a:p>
          </p:txBody>
        </p:sp>
      </p:grpSp>
      <p:sp>
        <p:nvSpPr>
          <p:cNvPr id="3076" name="TextBox 4"/>
          <p:cNvSpPr txBox="1"/>
          <p:nvPr/>
        </p:nvSpPr>
        <p:spPr>
          <a:xfrm>
            <a:off x="1876425" y="1383665"/>
            <a:ext cx="8837930" cy="2306955"/>
          </a:xfrm>
          <a:prstGeom prst="rect">
            <a:avLst/>
          </a:prstGeom>
          <a:noFill/>
          <a:ln w="9525">
            <a:noFill/>
          </a:ln>
        </p:spPr>
        <p:txBody>
          <a:bodyPr wrap="square" anchor="t">
            <a:spAutoFit/>
          </a:bodyPr>
          <a:lstStyle/>
          <a:p>
            <a:pPr lvl="0" indent="0" algn="ctr"/>
            <a:r>
              <a:rPr lang="zh-CN" altLang="en-US" sz="4800" b="1" dirty="0">
                <a:solidFill>
                  <a:srgbClr val="000099"/>
                </a:solidFill>
                <a:latin typeface="Arial" panose="020B0604020202020204" pitchFamily="34" charset="0"/>
                <a:ea typeface="楷体_GB2312" panose="02010609030101010101" pitchFamily="49" charset="-122"/>
              </a:rPr>
              <a:t>毛泽东思想和中国特色</a:t>
            </a:r>
            <a:endParaRPr lang="zh-CN" altLang="en-US" sz="4800" b="1" dirty="0">
              <a:solidFill>
                <a:srgbClr val="000099"/>
              </a:solidFill>
              <a:latin typeface="Arial" panose="020B0604020202020204" pitchFamily="34" charset="0"/>
              <a:ea typeface="楷体_GB2312" panose="02010609030101010101" pitchFamily="49" charset="-122"/>
            </a:endParaRPr>
          </a:p>
          <a:p>
            <a:pPr lvl="0" indent="0" algn="ctr"/>
            <a:r>
              <a:rPr lang="zh-CN" altLang="en-US" sz="4800" b="1" dirty="0">
                <a:solidFill>
                  <a:srgbClr val="000099"/>
                </a:solidFill>
                <a:latin typeface="Arial" panose="020B0604020202020204" pitchFamily="34" charset="0"/>
                <a:ea typeface="楷体_GB2312" panose="02010609030101010101" pitchFamily="49" charset="-122"/>
              </a:rPr>
              <a:t>社会主义理论体系概论</a:t>
            </a:r>
            <a:endParaRPr lang="zh-CN" altLang="en-US" sz="4800" b="1" dirty="0">
              <a:solidFill>
                <a:srgbClr val="000099"/>
              </a:solidFill>
              <a:latin typeface="Arial" panose="020B0604020202020204" pitchFamily="34" charset="0"/>
              <a:ea typeface="楷体_GB2312" panose="02010609030101010101" pitchFamily="49" charset="-122"/>
            </a:endParaRPr>
          </a:p>
          <a:p>
            <a:pPr lvl="0" indent="0" algn="ctr"/>
            <a:endParaRPr lang="zh-CN" altLang="zh-CN" sz="4800" b="1" dirty="0">
              <a:solidFill>
                <a:srgbClr val="000099"/>
              </a:solidFill>
              <a:latin typeface="Arial" panose="020B0604020202020204" pitchFamily="3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900"/>
                                  </p:stCondLst>
                                  <p:childTnLst>
                                    <p:set>
                                      <p:cBhvr>
                                        <p:cTn id="6" dur="1" fill="hold">
                                          <p:stCondLst>
                                            <p:cond delay="0"/>
                                          </p:stCondLst>
                                        </p:cTn>
                                        <p:tgtEl>
                                          <p:spTgt spid="17"/>
                                        </p:tgtEl>
                                        <p:attrNameLst>
                                          <p:attrName>style.visibility</p:attrName>
                                        </p:attrNameLst>
                                      </p:cBhvr>
                                      <p:to>
                                        <p:strVal val="visible"/>
                                      </p:to>
                                    </p:set>
                                    <p:animEffect transition="in" filter="barn(outVertical)">
                                      <p:cBhvr>
                                        <p:cTn id="7" dur="750"/>
                                        <p:tgtEl>
                                          <p:spTgt spid="17"/>
                                        </p:tgtEl>
                                      </p:cBhvr>
                                    </p:animEffect>
                                  </p:childTnLst>
                                </p:cTn>
                              </p:par>
                              <p:par>
                                <p:cTn id="8" presetID="42" presetClass="entr" presetSubtype="0" fill="hold" grpId="0" nodeType="withEffect">
                                  <p:stCondLst>
                                    <p:cond delay="300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750"/>
                                        <p:tgtEl>
                                          <p:spTgt spid="12"/>
                                        </p:tgtEl>
                                      </p:cBhvr>
                                    </p:animEffect>
                                    <p:anim calcmode="lin" valueType="num">
                                      <p:cBhvr>
                                        <p:cTn id="11" dur="750" fill="hold"/>
                                        <p:tgtEl>
                                          <p:spTgt spid="12"/>
                                        </p:tgtEl>
                                        <p:attrNameLst>
                                          <p:attrName>ppt_x</p:attrName>
                                        </p:attrNameLst>
                                      </p:cBhvr>
                                      <p:tavLst>
                                        <p:tav tm="0">
                                          <p:val>
                                            <p:strVal val="#ppt_x"/>
                                          </p:val>
                                        </p:tav>
                                        <p:tav tm="100000">
                                          <p:val>
                                            <p:strVal val="#ppt_x"/>
                                          </p:val>
                                        </p:tav>
                                      </p:tavLst>
                                    </p:anim>
                                    <p:anim calcmode="lin" valueType="num">
                                      <p:cBhvr>
                                        <p:cTn id="12" dur="750" fill="hold"/>
                                        <p:tgtEl>
                                          <p:spTgt spid="12"/>
                                        </p:tgtEl>
                                        <p:attrNameLst>
                                          <p:attrName>ppt_y</p:attrName>
                                        </p:attrNameLst>
                                      </p:cBhvr>
                                      <p:tavLst>
                                        <p:tav tm="0">
                                          <p:val>
                                            <p:strVal val="#ppt_y+.1"/>
                                          </p:val>
                                        </p:tav>
                                        <p:tav tm="100000">
                                          <p:val>
                                            <p:strVal val="#ppt_y"/>
                                          </p:val>
                                        </p:tav>
                                      </p:tavLst>
                                    </p:anim>
                                  </p:childTnLst>
                                </p:cTn>
                              </p:par>
                              <p:par>
                                <p:cTn id="13" presetID="22" presetClass="entr" presetSubtype="2" fill="hold" nodeType="withEffect">
                                  <p:stCondLst>
                                    <p:cond delay="3000"/>
                                  </p:stCondLst>
                                  <p:childTnLst>
                                    <p:set>
                                      <p:cBhvr>
                                        <p:cTn id="14" dur="1" fill="hold">
                                          <p:stCondLst>
                                            <p:cond delay="0"/>
                                          </p:stCondLst>
                                        </p:cTn>
                                        <p:tgtEl>
                                          <p:spTgt spid="4"/>
                                        </p:tgtEl>
                                        <p:attrNameLst>
                                          <p:attrName>style.visibility</p:attrName>
                                        </p:attrNameLst>
                                      </p:cBhvr>
                                      <p:to>
                                        <p:strVal val="visible"/>
                                      </p:to>
                                    </p:set>
                                    <p:animEffect transition="in" filter="wipe(right)">
                                      <p:cBhvr>
                                        <p:cTn id="15" dur="750"/>
                                        <p:tgtEl>
                                          <p:spTgt spid="4"/>
                                        </p:tgtEl>
                                      </p:cBhvr>
                                    </p:animEffect>
                                  </p:childTnLst>
                                </p:cTn>
                              </p:par>
                              <p:par>
                                <p:cTn id="16" presetID="22" presetClass="entr" presetSubtype="8" fill="hold" nodeType="withEffect">
                                  <p:stCondLst>
                                    <p:cond delay="3000"/>
                                  </p:stCondLst>
                                  <p:childTnLst>
                                    <p:set>
                                      <p:cBhvr>
                                        <p:cTn id="17" dur="1" fill="hold">
                                          <p:stCondLst>
                                            <p:cond delay="0"/>
                                          </p:stCondLst>
                                        </p:cTn>
                                        <p:tgtEl>
                                          <p:spTgt spid="11"/>
                                        </p:tgtEl>
                                        <p:attrNameLst>
                                          <p:attrName>style.visibility</p:attrName>
                                        </p:attrNameLst>
                                      </p:cBhvr>
                                      <p:to>
                                        <p:strVal val="visible"/>
                                      </p:to>
                                    </p:set>
                                    <p:animEffect transition="in" filter="wipe(left)">
                                      <p:cBhvr>
                                        <p:cTn id="18"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cstate="print">
            <a:lum/>
          </a:blip>
          <a:srcRect/>
          <a:stretch>
            <a:fillRect/>
          </a:stretch>
        </a:blipFill>
        <a:effectLst/>
      </p:bgPr>
    </p:bg>
    <p:spTree>
      <p:nvGrpSpPr>
        <p:cNvPr id="1" name=""/>
        <p:cNvGrpSpPr/>
        <p:nvPr/>
      </p:nvGrpSpPr>
      <p:grpSpPr>
        <a:xfrm>
          <a:off x="0" y="0"/>
          <a:ext cx="0" cy="0"/>
          <a:chOff x="0" y="0"/>
          <a:chExt cx="0" cy="0"/>
        </a:xfrm>
      </p:grpSpPr>
      <p:cxnSp>
        <p:nvCxnSpPr>
          <p:cNvPr id="4" name="直接连接符 3"/>
          <p:cNvCxnSpPr/>
          <p:nvPr/>
        </p:nvCxnSpPr>
        <p:spPr>
          <a:xfrm>
            <a:off x="1425960" y="5033644"/>
            <a:ext cx="1080000" cy="0"/>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10443595" y="5033644"/>
            <a:ext cx="1080000" cy="0"/>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112395" y="-62230"/>
            <a:ext cx="5778500" cy="997585"/>
            <a:chOff x="5370286" y="385913"/>
            <a:chExt cx="1451428" cy="997854"/>
          </a:xfrm>
        </p:grpSpPr>
        <p:pic>
          <p:nvPicPr>
            <p:cNvPr id="9" name="图片 8">
              <a:hlinkClick r:id="rId2"/>
            </p:cNvPr>
            <p:cNvPicPr>
              <a:picLocks noChangeAspect="1"/>
            </p:cNvPicPr>
            <p:nvPr/>
          </p:nvPicPr>
          <p:blipFill rotWithShape="1">
            <a:blip r:embed="rId3" cstate="screen"/>
            <a:srcRect l="23093" t="63704" r="53155" b="17672"/>
            <a:stretch>
              <a:fillRect/>
            </a:stretch>
          </p:blipFill>
          <p:spPr>
            <a:xfrm>
              <a:off x="5370287" y="385913"/>
              <a:ext cx="1451426" cy="997854"/>
            </a:xfrm>
            <a:prstGeom prst="rect">
              <a:avLst/>
            </a:prstGeom>
          </p:spPr>
        </p:pic>
        <p:sp>
          <p:nvSpPr>
            <p:cNvPr id="13" name="文本框 12"/>
            <p:cNvSpPr txBox="1"/>
            <p:nvPr/>
          </p:nvSpPr>
          <p:spPr>
            <a:xfrm>
              <a:off x="5370286" y="592453"/>
              <a:ext cx="1451428" cy="579276"/>
            </a:xfrm>
            <a:prstGeom prst="rect">
              <a:avLst/>
            </a:prstGeom>
            <a:noFill/>
          </p:spPr>
          <p:txBody>
            <a:bodyPr wrap="square" rtlCol="0">
              <a:spAutoFit/>
            </a:bodyPr>
            <a:lstStyle/>
            <a:p>
              <a:pPr algn="ctr"/>
              <a:r>
                <a:rPr lang="zh-CN" altLang="en-US" sz="3200" b="1" dirty="0">
                  <a:solidFill>
                    <a:schemeClr val="bg1"/>
                  </a:solidFill>
                  <a:latin typeface="中山行书百年纪念版" panose="02010609000101010101" pitchFamily="49" charset="-122"/>
                  <a:ea typeface="中山行书百年纪念版" panose="02010609000101010101" pitchFamily="49" charset="-122"/>
                </a:rPr>
                <a:t>西南交通大学</a:t>
              </a:r>
              <a:endParaRPr lang="zh-CN" altLang="en-US" sz="3200" b="1" dirty="0">
                <a:solidFill>
                  <a:schemeClr val="bg1"/>
                </a:solidFill>
                <a:latin typeface="中山行书百年纪念版" panose="02010609000101010101" pitchFamily="49" charset="-122"/>
                <a:ea typeface="中山行书百年纪念版" panose="02010609000101010101" pitchFamily="49" charset="-122"/>
              </a:endParaRPr>
            </a:p>
          </p:txBody>
        </p:sp>
      </p:grpSp>
      <p:sp>
        <p:nvSpPr>
          <p:cNvPr id="3076" name="TextBox 4"/>
          <p:cNvSpPr txBox="1"/>
          <p:nvPr/>
        </p:nvSpPr>
        <p:spPr>
          <a:xfrm>
            <a:off x="1532890" y="984885"/>
            <a:ext cx="8837930" cy="829945"/>
          </a:xfrm>
          <a:prstGeom prst="rect">
            <a:avLst/>
          </a:prstGeom>
          <a:noFill/>
          <a:ln w="9525">
            <a:noFill/>
          </a:ln>
        </p:spPr>
        <p:txBody>
          <a:bodyPr wrap="square" anchor="t">
            <a:spAutoFit/>
          </a:bodyPr>
          <a:lstStyle/>
          <a:p>
            <a:pPr lvl="0" indent="0" algn="ctr"/>
            <a:r>
              <a:rPr lang="zh-CN" altLang="zh-CN" sz="4800" b="1" dirty="0">
                <a:solidFill>
                  <a:srgbClr val="000099"/>
                </a:solidFill>
                <a:latin typeface="Arial" panose="020B0604020202020204" pitchFamily="34" charset="0"/>
                <a:ea typeface="楷体_GB2312" panose="02010609030101010101" pitchFamily="49" charset="-122"/>
              </a:rPr>
              <a:t>前言</a:t>
            </a:r>
            <a:endParaRPr lang="zh-CN" altLang="zh-CN" sz="4800" b="1" dirty="0">
              <a:solidFill>
                <a:srgbClr val="000099"/>
              </a:solidFill>
              <a:latin typeface="Arial" panose="020B0604020202020204" pitchFamily="34" charset="0"/>
              <a:ea typeface="楷体_GB2312" panose="02010609030101010101" pitchFamily="49" charset="-122"/>
            </a:endParaRPr>
          </a:p>
        </p:txBody>
      </p:sp>
      <p:sp>
        <p:nvSpPr>
          <p:cNvPr id="2" name="文本框 1"/>
          <p:cNvSpPr txBox="1"/>
          <p:nvPr/>
        </p:nvSpPr>
        <p:spPr>
          <a:xfrm>
            <a:off x="3044825" y="2172335"/>
            <a:ext cx="7186930" cy="2861310"/>
          </a:xfrm>
          <a:prstGeom prst="rect">
            <a:avLst/>
          </a:prstGeom>
          <a:noFill/>
        </p:spPr>
        <p:txBody>
          <a:bodyPr wrap="square" rtlCol="0">
            <a:spAutoFit/>
          </a:bodyPr>
          <a:lstStyle/>
          <a:p>
            <a:pPr lvl="0" indent="0" algn="l">
              <a:lnSpc>
                <a:spcPct val="125000"/>
              </a:lnSpc>
            </a:pPr>
            <a:r>
              <a:rPr lang="zh-CN" altLang="en-US" sz="3600" b="1">
                <a:solidFill>
                  <a:srgbClr val="000099"/>
                </a:solidFill>
                <a:latin typeface="Arial" panose="020B0604020202020204" pitchFamily="34" charset="0"/>
                <a:ea typeface="黑体" panose="02010609060101010101" charset="-122"/>
              </a:rPr>
              <a:t>一、我们为什么要学这门课程？</a:t>
            </a:r>
            <a:endParaRPr lang="zh-CN" altLang="en-US" sz="3600" b="1">
              <a:solidFill>
                <a:srgbClr val="000099"/>
              </a:solidFill>
              <a:latin typeface="Arial" panose="020B0604020202020204" pitchFamily="34" charset="0"/>
              <a:ea typeface="黑体" panose="02010609060101010101" charset="-122"/>
            </a:endParaRPr>
          </a:p>
          <a:p>
            <a:pPr lvl="0" indent="0" algn="l">
              <a:lnSpc>
                <a:spcPct val="125000"/>
              </a:lnSpc>
            </a:pPr>
            <a:r>
              <a:rPr lang="zh-CN" altLang="en-US" sz="3600" b="1">
                <a:solidFill>
                  <a:srgbClr val="000099"/>
                </a:solidFill>
                <a:latin typeface="Arial" panose="020B0604020202020204" pitchFamily="34" charset="0"/>
                <a:ea typeface="黑体" panose="02010609060101010101" charset="-122"/>
              </a:rPr>
              <a:t>二、这门课程学什么？</a:t>
            </a:r>
            <a:endParaRPr lang="zh-CN" altLang="en-US" sz="3600" b="1">
              <a:solidFill>
                <a:srgbClr val="000099"/>
              </a:solidFill>
              <a:latin typeface="Arial" panose="020B0604020202020204" pitchFamily="34" charset="0"/>
              <a:ea typeface="黑体" panose="02010609060101010101" charset="-122"/>
            </a:endParaRPr>
          </a:p>
          <a:p>
            <a:pPr lvl="0" indent="0" algn="l">
              <a:lnSpc>
                <a:spcPct val="125000"/>
              </a:lnSpc>
            </a:pPr>
            <a:r>
              <a:rPr lang="zh-CN" altLang="en-US" sz="3600" b="1">
                <a:solidFill>
                  <a:srgbClr val="000099"/>
                </a:solidFill>
                <a:latin typeface="Arial" panose="020B0604020202020204" pitchFamily="34" charset="0"/>
                <a:ea typeface="黑体" panose="02010609060101010101" charset="-122"/>
              </a:rPr>
              <a:t>三、本学期的教学计划？</a:t>
            </a:r>
            <a:endParaRPr lang="zh-CN" altLang="en-US" sz="3600" b="1">
              <a:solidFill>
                <a:srgbClr val="000099"/>
              </a:solidFill>
              <a:latin typeface="Arial" panose="020B0604020202020204" pitchFamily="34" charset="0"/>
              <a:ea typeface="黑体" panose="02010609060101010101" charset="-122"/>
            </a:endParaRPr>
          </a:p>
          <a:p>
            <a:pPr lvl="0" indent="0" algn="l">
              <a:lnSpc>
                <a:spcPct val="125000"/>
              </a:lnSpc>
            </a:pPr>
            <a:r>
              <a:rPr lang="zh-CN" altLang="en-US" sz="3600" b="1">
                <a:solidFill>
                  <a:srgbClr val="000099"/>
                </a:solidFill>
                <a:latin typeface="Arial" panose="020B0604020202020204" pitchFamily="34" charset="0"/>
                <a:ea typeface="黑体" panose="02010609060101010101" charset="-122"/>
              </a:rPr>
              <a:t>四、怎样学好这门课程？</a:t>
            </a:r>
            <a:endParaRPr lang="zh-CN" altLang="en-US" sz="3600" dirty="0">
              <a:solidFill>
                <a:schemeClr val="tx1">
                  <a:lumMod val="85000"/>
                  <a:lumOff val="15000"/>
                </a:schemeClr>
              </a:solidFill>
              <a:latin typeface="中山行书百年纪念版" panose="02010609000101010101" pitchFamily="49" charset="-122"/>
              <a:ea typeface="中山行书百年纪念版" panose="0201060900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900"/>
                                  </p:stCondLst>
                                  <p:childTnLst>
                                    <p:set>
                                      <p:cBhvr>
                                        <p:cTn id="6" dur="1" fill="hold">
                                          <p:stCondLst>
                                            <p:cond delay="0"/>
                                          </p:stCondLst>
                                        </p:cTn>
                                        <p:tgtEl>
                                          <p:spTgt spid="17"/>
                                        </p:tgtEl>
                                        <p:attrNameLst>
                                          <p:attrName>style.visibility</p:attrName>
                                        </p:attrNameLst>
                                      </p:cBhvr>
                                      <p:to>
                                        <p:strVal val="visible"/>
                                      </p:to>
                                    </p:set>
                                    <p:animEffect transition="in" filter="barn(outVertical)">
                                      <p:cBhvr>
                                        <p:cTn id="7" dur="750"/>
                                        <p:tgtEl>
                                          <p:spTgt spid="17"/>
                                        </p:tgtEl>
                                      </p:cBhvr>
                                    </p:animEffect>
                                  </p:childTnLst>
                                </p:cTn>
                              </p:par>
                              <p:par>
                                <p:cTn id="8" presetID="22" presetClass="entr" presetSubtype="2" fill="hold" nodeType="withEffect">
                                  <p:stCondLst>
                                    <p:cond delay="3000"/>
                                  </p:stCondLst>
                                  <p:childTnLst>
                                    <p:set>
                                      <p:cBhvr>
                                        <p:cTn id="9" dur="1" fill="hold">
                                          <p:stCondLst>
                                            <p:cond delay="0"/>
                                          </p:stCondLst>
                                        </p:cTn>
                                        <p:tgtEl>
                                          <p:spTgt spid="4"/>
                                        </p:tgtEl>
                                        <p:attrNameLst>
                                          <p:attrName>style.visibility</p:attrName>
                                        </p:attrNameLst>
                                      </p:cBhvr>
                                      <p:to>
                                        <p:strVal val="visible"/>
                                      </p:to>
                                    </p:set>
                                    <p:animEffect transition="in" filter="wipe(right)">
                                      <p:cBhvr>
                                        <p:cTn id="10" dur="750"/>
                                        <p:tgtEl>
                                          <p:spTgt spid="4"/>
                                        </p:tgtEl>
                                      </p:cBhvr>
                                    </p:animEffect>
                                  </p:childTnLst>
                                </p:cTn>
                              </p:par>
                              <p:par>
                                <p:cTn id="11" presetID="22" presetClass="entr" presetSubtype="8" fill="hold" nodeType="withEffect">
                                  <p:stCondLst>
                                    <p:cond delay="3000"/>
                                  </p:stCondLst>
                                  <p:childTnLst>
                                    <p:set>
                                      <p:cBhvr>
                                        <p:cTn id="12" dur="1" fill="hold">
                                          <p:stCondLst>
                                            <p:cond delay="0"/>
                                          </p:stCondLst>
                                        </p:cTn>
                                        <p:tgtEl>
                                          <p:spTgt spid="11"/>
                                        </p:tgtEl>
                                        <p:attrNameLst>
                                          <p:attrName>style.visibility</p:attrName>
                                        </p:attrNameLst>
                                      </p:cBhvr>
                                      <p:to>
                                        <p:strVal val="visible"/>
                                      </p:to>
                                    </p:set>
                                    <p:animEffect transition="in" filter="wipe(left)">
                                      <p:cBhvr>
                                        <p:cTn id="13" dur="750"/>
                                        <p:tgtEl>
                                          <p:spTgt spid="11"/>
                                        </p:tgtEl>
                                      </p:cBhvr>
                                    </p:animEffect>
                                  </p:childTnLst>
                                </p:cTn>
                              </p:par>
                              <p:par>
                                <p:cTn id="14" presetID="42" presetClass="entr" presetSubtype="0" fill="hold" grpId="0" nodeType="withEffect">
                                  <p:stCondLst>
                                    <p:cond delay="300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750"/>
                                        <p:tgtEl>
                                          <p:spTgt spid="2"/>
                                        </p:tgtEl>
                                      </p:cBhvr>
                                    </p:animEffect>
                                    <p:anim calcmode="lin" valueType="num">
                                      <p:cBhvr>
                                        <p:cTn id="17" dur="750" fill="hold"/>
                                        <p:tgtEl>
                                          <p:spTgt spid="2"/>
                                        </p:tgtEl>
                                        <p:attrNameLst>
                                          <p:attrName>ppt_x</p:attrName>
                                        </p:attrNameLst>
                                      </p:cBhvr>
                                      <p:tavLst>
                                        <p:tav tm="0">
                                          <p:val>
                                            <p:strVal val="#ppt_x"/>
                                          </p:val>
                                        </p:tav>
                                        <p:tav tm="100000">
                                          <p:val>
                                            <p:strVal val="#ppt_x"/>
                                          </p:val>
                                        </p:tav>
                                      </p:tavLst>
                                    </p:anim>
                                    <p:anim calcmode="lin" valueType="num">
                                      <p:cBhvr>
                                        <p:cTn id="18"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1" cstate="screen"/>
          <a:srcRect/>
          <a:stretch>
            <a:fillRect/>
          </a:stretch>
        </p:blipFill>
        <p:spPr>
          <a:xfrm>
            <a:off x="0" y="0"/>
            <a:ext cx="12192000" cy="647700"/>
          </a:xfrm>
          <a:prstGeom prst="rect">
            <a:avLst/>
          </a:prstGeom>
        </p:spPr>
      </p:pic>
      <p:pic>
        <p:nvPicPr>
          <p:cNvPr id="67" name="图片 66"/>
          <p:cNvPicPr>
            <a:picLocks noChangeAspect="1"/>
          </p:cNvPicPr>
          <p:nvPr/>
        </p:nvPicPr>
        <p:blipFill rotWithShape="1">
          <a:blip r:embed="rId1" cstate="screen"/>
          <a:srcRect/>
          <a:stretch>
            <a:fillRect/>
          </a:stretch>
        </p:blipFill>
        <p:spPr>
          <a:xfrm flipV="1">
            <a:off x="0" y="6210300"/>
            <a:ext cx="12192000" cy="647700"/>
          </a:xfrm>
          <a:prstGeom prst="rect">
            <a:avLst/>
          </a:prstGeom>
        </p:spPr>
      </p:pic>
      <p:pic>
        <p:nvPicPr>
          <p:cNvPr id="68" name="图片 67"/>
          <p:cNvPicPr>
            <a:picLocks noChangeAspect="1"/>
          </p:cNvPicPr>
          <p:nvPr/>
        </p:nvPicPr>
        <p:blipFill rotWithShape="1">
          <a:blip r:embed="rId2" cstate="screen"/>
          <a:srcRect/>
          <a:stretch>
            <a:fillRect/>
          </a:stretch>
        </p:blipFill>
        <p:spPr>
          <a:xfrm>
            <a:off x="9093460" y="0"/>
            <a:ext cx="3098540" cy="1915885"/>
          </a:xfrm>
          <a:prstGeom prst="rect">
            <a:avLst/>
          </a:prstGeom>
        </p:spPr>
      </p:pic>
      <p:pic>
        <p:nvPicPr>
          <p:cNvPr id="69" name="图片 68"/>
          <p:cNvPicPr>
            <a:picLocks noChangeAspect="1"/>
          </p:cNvPicPr>
          <p:nvPr/>
        </p:nvPicPr>
        <p:blipFill rotWithShape="1">
          <a:blip r:embed="rId3" cstate="screen"/>
          <a:srcRect/>
          <a:stretch>
            <a:fillRect/>
          </a:stretch>
        </p:blipFill>
        <p:spPr>
          <a:xfrm>
            <a:off x="0" y="4905829"/>
            <a:ext cx="2402374" cy="1952171"/>
          </a:xfrm>
          <a:prstGeom prst="rect">
            <a:avLst/>
          </a:prstGeom>
        </p:spPr>
      </p:pic>
      <p:pic>
        <p:nvPicPr>
          <p:cNvPr id="70" name="图片 69"/>
          <p:cNvPicPr>
            <a:picLocks noChangeAspect="1"/>
          </p:cNvPicPr>
          <p:nvPr/>
        </p:nvPicPr>
        <p:blipFill rotWithShape="1">
          <a:blip r:embed="rId4" cstate="screen"/>
          <a:srcRect/>
          <a:stretch>
            <a:fillRect/>
          </a:stretch>
        </p:blipFill>
        <p:spPr>
          <a:xfrm>
            <a:off x="9938787" y="5241850"/>
            <a:ext cx="1407886" cy="1204686"/>
          </a:xfrm>
          <a:prstGeom prst="rect">
            <a:avLst/>
          </a:prstGeom>
        </p:spPr>
      </p:pic>
      <p:grpSp>
        <p:nvGrpSpPr>
          <p:cNvPr id="16" name="组合 15"/>
          <p:cNvGrpSpPr/>
          <p:nvPr/>
        </p:nvGrpSpPr>
        <p:grpSpPr>
          <a:xfrm>
            <a:off x="334963" y="708619"/>
            <a:ext cx="530134" cy="545727"/>
            <a:chOff x="334963" y="708619"/>
            <a:chExt cx="530134" cy="545727"/>
          </a:xfrm>
        </p:grpSpPr>
        <p:sp>
          <p:nvSpPr>
            <p:cNvPr id="2" name="椭圆 1"/>
            <p:cNvSpPr/>
            <p:nvPr/>
          </p:nvSpPr>
          <p:spPr>
            <a:xfrm>
              <a:off x="334963" y="731832"/>
              <a:ext cx="522514" cy="5225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342583" y="708619"/>
              <a:ext cx="522514" cy="518160"/>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自</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grpSp>
      <p:grpSp>
        <p:nvGrpSpPr>
          <p:cNvPr id="17" name="组合 16"/>
          <p:cNvGrpSpPr/>
          <p:nvPr/>
        </p:nvGrpSpPr>
        <p:grpSpPr>
          <a:xfrm>
            <a:off x="1032988" y="708619"/>
            <a:ext cx="530134" cy="545727"/>
            <a:chOff x="1032988" y="708619"/>
            <a:chExt cx="530134" cy="545727"/>
          </a:xfrm>
        </p:grpSpPr>
        <p:sp>
          <p:nvSpPr>
            <p:cNvPr id="28" name="椭圆 27"/>
            <p:cNvSpPr/>
            <p:nvPr/>
          </p:nvSpPr>
          <p:spPr>
            <a:xfrm>
              <a:off x="1032988" y="731832"/>
              <a:ext cx="522514" cy="5225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1040608" y="708619"/>
              <a:ext cx="522514" cy="518160"/>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我</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grpSp>
      <p:grpSp>
        <p:nvGrpSpPr>
          <p:cNvPr id="19" name="组合 18"/>
          <p:cNvGrpSpPr/>
          <p:nvPr/>
        </p:nvGrpSpPr>
        <p:grpSpPr>
          <a:xfrm>
            <a:off x="1731013" y="708619"/>
            <a:ext cx="530134" cy="545727"/>
            <a:chOff x="1731013" y="708619"/>
            <a:chExt cx="530134" cy="545727"/>
          </a:xfrm>
        </p:grpSpPr>
        <p:sp>
          <p:nvSpPr>
            <p:cNvPr id="34" name="椭圆 33"/>
            <p:cNvSpPr/>
            <p:nvPr/>
          </p:nvSpPr>
          <p:spPr>
            <a:xfrm>
              <a:off x="1731013" y="731832"/>
              <a:ext cx="522514" cy="5225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p:cNvSpPr txBox="1"/>
            <p:nvPr/>
          </p:nvSpPr>
          <p:spPr>
            <a:xfrm>
              <a:off x="1738633" y="708619"/>
              <a:ext cx="522514" cy="518160"/>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介</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grpSp>
      <p:grpSp>
        <p:nvGrpSpPr>
          <p:cNvPr id="20" name="组合 19"/>
          <p:cNvGrpSpPr/>
          <p:nvPr/>
        </p:nvGrpSpPr>
        <p:grpSpPr>
          <a:xfrm>
            <a:off x="2429038" y="708619"/>
            <a:ext cx="530134" cy="545727"/>
            <a:chOff x="2429038" y="708619"/>
            <a:chExt cx="530134" cy="545727"/>
          </a:xfrm>
        </p:grpSpPr>
        <p:sp>
          <p:nvSpPr>
            <p:cNvPr id="40" name="椭圆 39"/>
            <p:cNvSpPr/>
            <p:nvPr/>
          </p:nvSpPr>
          <p:spPr>
            <a:xfrm>
              <a:off x="2429038" y="731832"/>
              <a:ext cx="522514" cy="5225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p:cNvSpPr txBox="1"/>
            <p:nvPr/>
          </p:nvSpPr>
          <p:spPr>
            <a:xfrm>
              <a:off x="2436658" y="708619"/>
              <a:ext cx="522514" cy="518160"/>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绍</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grpSp>
      <p:pic>
        <p:nvPicPr>
          <p:cNvPr id="44" name="图片 43"/>
          <p:cNvPicPr>
            <a:picLocks noChangeAspect="1"/>
          </p:cNvPicPr>
          <p:nvPr/>
        </p:nvPicPr>
        <p:blipFill rotWithShape="1">
          <a:blip r:embed="rId5" cstate="screen"/>
          <a:srcRect l="37423" t="14341" b="9817"/>
          <a:stretch>
            <a:fillRect/>
          </a:stretch>
        </p:blipFill>
        <p:spPr>
          <a:xfrm flipH="1">
            <a:off x="135255" y="1627505"/>
            <a:ext cx="6732270" cy="3502660"/>
          </a:xfrm>
          <a:prstGeom prst="rect">
            <a:avLst/>
          </a:prstGeom>
        </p:spPr>
      </p:pic>
      <p:pic>
        <p:nvPicPr>
          <p:cNvPr id="45" name="图片 44"/>
          <p:cNvPicPr>
            <a:picLocks noChangeAspect="1"/>
          </p:cNvPicPr>
          <p:nvPr/>
        </p:nvPicPr>
        <p:blipFill rotWithShape="1">
          <a:blip r:embed="rId6" cstate="screen"/>
          <a:srcRect/>
          <a:stretch>
            <a:fillRect/>
          </a:stretch>
        </p:blipFill>
        <p:spPr>
          <a:xfrm>
            <a:off x="6046435" y="3468076"/>
            <a:ext cx="793377" cy="3091359"/>
          </a:xfrm>
          <a:prstGeom prst="rect">
            <a:avLst/>
          </a:prstGeom>
        </p:spPr>
      </p:pic>
      <p:sp>
        <p:nvSpPr>
          <p:cNvPr id="46" name="文本框 45"/>
          <p:cNvSpPr txBox="1"/>
          <p:nvPr/>
        </p:nvSpPr>
        <p:spPr>
          <a:xfrm>
            <a:off x="6867525" y="2370455"/>
            <a:ext cx="4874260" cy="3486785"/>
          </a:xfrm>
          <a:prstGeom prst="rect">
            <a:avLst/>
          </a:prstGeom>
          <a:noFill/>
        </p:spPr>
        <p:txBody>
          <a:bodyPr wrap="square" rtlCol="0">
            <a:spAutoFit/>
          </a:bodyPr>
          <a:lstStyle/>
          <a:p>
            <a:pPr lvl="0" indent="0" algn="l">
              <a:lnSpc>
                <a:spcPct val="115000"/>
              </a:lnSpc>
            </a:pPr>
            <a:r>
              <a:rPr lang="en-US" altLang="zh-CN" sz="2400" b="1" dirty="0">
                <a:latin typeface="Arial" panose="020B0604020202020204" pitchFamily="34" charset="0"/>
                <a:ea typeface="楷体_GB2312" panose="02010609030101010101" pitchFamily="49" charset="-122"/>
                <a:sym typeface="+mn-ea"/>
              </a:rPr>
              <a:t>       </a:t>
            </a:r>
            <a:r>
              <a:rPr lang="zh-CN" altLang="en-US" sz="2400" b="1" dirty="0">
                <a:latin typeface="Arial" panose="020B0604020202020204" pitchFamily="34" charset="0"/>
                <a:ea typeface="楷体_GB2312" panose="02010609030101010101" pitchFamily="49" charset="-122"/>
                <a:sym typeface="+mn-ea"/>
              </a:rPr>
              <a:t>自</a:t>
            </a:r>
            <a:r>
              <a:rPr lang="en-US" altLang="zh-CN" sz="2400" b="1">
                <a:latin typeface="Arial" panose="020B0604020202020204" pitchFamily="34" charset="0"/>
                <a:ea typeface="楷体_GB2312" panose="02010609030101010101" pitchFamily="49" charset="-122"/>
                <a:sym typeface="+mn-ea"/>
              </a:rPr>
              <a:t>2009</a:t>
            </a:r>
            <a:r>
              <a:rPr lang="zh-CN" altLang="en-US" sz="2400" b="1" dirty="0">
                <a:latin typeface="Arial" panose="020B0604020202020204" pitchFamily="34" charset="0"/>
                <a:ea typeface="楷体_GB2312" panose="02010609030101010101" pitchFamily="49" charset="-122"/>
                <a:sym typeface="+mn-ea"/>
              </a:rPr>
              <a:t>年</a:t>
            </a:r>
            <a:r>
              <a:rPr lang="en-US" altLang="zh-CN" sz="2400" b="1">
                <a:latin typeface="Arial" panose="020B0604020202020204" pitchFamily="34" charset="0"/>
                <a:ea typeface="楷体_GB2312" panose="02010609030101010101" pitchFamily="49" charset="-122"/>
                <a:sym typeface="+mn-ea"/>
              </a:rPr>
              <a:t>9</a:t>
            </a:r>
            <a:r>
              <a:rPr lang="zh-CN" altLang="en-US" sz="2400" b="1" dirty="0">
                <a:latin typeface="Arial" panose="020B0604020202020204" pitchFamily="34" charset="0"/>
                <a:ea typeface="楷体_GB2312" panose="02010609030101010101" pitchFamily="49" charset="-122"/>
                <a:sym typeface="+mn-ea"/>
              </a:rPr>
              <a:t>月起，主要为本科生讲授</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毛泽东思想和中国特色社会主义理论体系概论</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当代中国政治专题研究</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部分专题；为自考生讲授</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中国近现代史纲要</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马克思主义基本原理</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毛泽东思想和中国特色社会主义理论体系概论</a:t>
            </a:r>
            <a:r>
              <a:rPr lang="en-US" altLang="zh-CN" sz="2400" b="1">
                <a:latin typeface="Arial" panose="020B0604020202020204" pitchFamily="34" charset="0"/>
                <a:ea typeface="楷体_GB2312" panose="02010609030101010101" pitchFamily="49" charset="-122"/>
                <a:sym typeface="+mn-ea"/>
              </a:rPr>
              <a:t>》</a:t>
            </a:r>
            <a:r>
              <a:rPr lang="zh-CN" altLang="en-US" sz="2400" b="1" dirty="0">
                <a:latin typeface="Arial" panose="020B0604020202020204" pitchFamily="34" charset="0"/>
                <a:ea typeface="楷体_GB2312" panose="02010609030101010101" pitchFamily="49" charset="-122"/>
                <a:sym typeface="+mn-ea"/>
              </a:rPr>
              <a:t>等。</a:t>
            </a:r>
            <a:r>
              <a:rPr lang="zh-CN" altLang="en-US" sz="1600" b="1" dirty="0">
                <a:latin typeface="Arial" panose="020B0604020202020204" pitchFamily="34" charset="0"/>
                <a:ea typeface="楷体_GB2312" panose="02010609030101010101" pitchFamily="49" charset="-122"/>
                <a:sym typeface="+mn-ea"/>
              </a:rPr>
              <a:t> </a:t>
            </a:r>
            <a:endParaRPr lang="zh-CN" altLang="en-US" sz="1600">
              <a:solidFill>
                <a:schemeClr val="tx1">
                  <a:lumMod val="85000"/>
                  <a:lumOff val="15000"/>
                </a:schemeClr>
              </a:solidFill>
              <a:latin typeface="方正兰亭细黑_GBK_M" panose="02010600010101010101" pitchFamily="2" charset="2"/>
              <a:ea typeface="方正兰亭细黑_GBK_M" panose="02010600010101010101" pitchFamily="2" charset="2"/>
              <a:cs typeface="方正兰亭细黑_GBK_M" panose="02010600010101010101" pitchFamily="2" charset="2"/>
            </a:endParaRPr>
          </a:p>
        </p:txBody>
      </p:sp>
      <p:grpSp>
        <p:nvGrpSpPr>
          <p:cNvPr id="22" name="组合 21"/>
          <p:cNvGrpSpPr/>
          <p:nvPr/>
        </p:nvGrpSpPr>
        <p:grpSpPr>
          <a:xfrm>
            <a:off x="7156450" y="1675765"/>
            <a:ext cx="3021965" cy="670560"/>
            <a:chOff x="7156469" y="1675998"/>
            <a:chExt cx="1314430" cy="670389"/>
          </a:xfrm>
        </p:grpSpPr>
        <p:grpSp>
          <p:nvGrpSpPr>
            <p:cNvPr id="13" name="组合 12"/>
            <p:cNvGrpSpPr>
              <a:grpSpLocks noChangeAspect="1"/>
            </p:cNvGrpSpPr>
            <p:nvPr/>
          </p:nvGrpSpPr>
          <p:grpSpPr>
            <a:xfrm>
              <a:off x="7156469" y="1702762"/>
              <a:ext cx="216000" cy="216000"/>
              <a:chOff x="7953829" y="4296229"/>
              <a:chExt cx="288000" cy="288000"/>
            </a:xfrm>
          </p:grpSpPr>
          <p:cxnSp>
            <p:nvCxnSpPr>
              <p:cNvPr id="12" name="直接连接符 11"/>
              <p:cNvCxnSpPr/>
              <p:nvPr/>
            </p:nvCxnSpPr>
            <p:spPr>
              <a:xfrm>
                <a:off x="7953829" y="4296229"/>
                <a:ext cx="28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rot="16200000">
                <a:off x="7809829" y="4440229"/>
                <a:ext cx="2880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9" name="组合 48"/>
            <p:cNvGrpSpPr>
              <a:grpSpLocks noChangeAspect="1"/>
            </p:cNvGrpSpPr>
            <p:nvPr/>
          </p:nvGrpSpPr>
          <p:grpSpPr>
            <a:xfrm flipH="1" flipV="1">
              <a:off x="8254899" y="2130387"/>
              <a:ext cx="216000" cy="216000"/>
              <a:chOff x="7953829" y="4296229"/>
              <a:chExt cx="288000" cy="288000"/>
            </a:xfrm>
          </p:grpSpPr>
          <p:cxnSp>
            <p:nvCxnSpPr>
              <p:cNvPr id="50" name="直接连接符 49"/>
              <p:cNvCxnSpPr/>
              <p:nvPr/>
            </p:nvCxnSpPr>
            <p:spPr>
              <a:xfrm>
                <a:off x="7953829" y="4296229"/>
                <a:ext cx="28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16200000">
                <a:off x="7809829" y="4440229"/>
                <a:ext cx="2880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4" name="文本框 53"/>
            <p:cNvSpPr txBox="1"/>
            <p:nvPr/>
          </p:nvSpPr>
          <p:spPr>
            <a:xfrm>
              <a:off x="7236740" y="1675998"/>
              <a:ext cx="1234159" cy="639917"/>
            </a:xfrm>
            <a:prstGeom prst="rect">
              <a:avLst/>
            </a:prstGeom>
            <a:noFill/>
          </p:spPr>
          <p:txBody>
            <a:bodyPr wrap="square" rtlCol="0">
              <a:spAutoFit/>
            </a:bodyPr>
            <a:lstStyle/>
            <a:p>
              <a:pPr algn="ctr"/>
              <a:r>
                <a:rPr lang="zh-CN" altLang="en-US" sz="3600" dirty="0">
                  <a:solidFill>
                    <a:schemeClr val="accent1"/>
                  </a:solidFill>
                  <a:latin typeface="中山行书百年纪念版" panose="02010609000101010101" pitchFamily="49" charset="-122"/>
                  <a:ea typeface="中山行书百年纪念版" panose="02010609000101010101" pitchFamily="49" charset="-122"/>
                </a:rPr>
                <a:t>教学经历</a:t>
              </a:r>
              <a:endParaRPr lang="zh-CN" altLang="en-US" sz="3600" dirty="0">
                <a:solidFill>
                  <a:schemeClr val="accent1"/>
                </a:solidFill>
                <a:latin typeface="中山行书百年纪念版" panose="02010609000101010101" pitchFamily="49" charset="-122"/>
                <a:ea typeface="中山行书百年纪念版" panose="02010609000101010101" pitchFamily="49" charset="-122"/>
              </a:endParaRPr>
            </a:p>
          </p:txBody>
        </p:sp>
      </p:grpSp>
      <p:sp>
        <p:nvSpPr>
          <p:cNvPr id="3" name="文本框 2"/>
          <p:cNvSpPr txBox="1"/>
          <p:nvPr/>
        </p:nvSpPr>
        <p:spPr>
          <a:xfrm>
            <a:off x="457835" y="2107565"/>
            <a:ext cx="5588635" cy="2566035"/>
          </a:xfrm>
          <a:prstGeom prst="rect">
            <a:avLst/>
          </a:prstGeom>
          <a:noFill/>
        </p:spPr>
        <p:txBody>
          <a:bodyPr wrap="square" rtlCol="0" anchor="t">
            <a:spAutoFit/>
          </a:bodyPr>
          <a:lstStyle/>
          <a:p>
            <a:pPr lvl="0" indent="0" algn="just">
              <a:lnSpc>
                <a:spcPct val="115000"/>
              </a:lnSpc>
            </a:pPr>
            <a:r>
              <a:rPr lang="zh-CN" altLang="en-US" sz="2800" b="1" dirty="0">
                <a:solidFill>
                  <a:srgbClr val="C00000"/>
                </a:solidFill>
                <a:latin typeface="Arial" panose="020B0604020202020204" pitchFamily="34" charset="0"/>
                <a:ea typeface="楷体_GB2312" panose="02010609030101010101" pitchFamily="49" charset="-122"/>
                <a:sym typeface="+mn-ea"/>
              </a:rPr>
              <a:t>彭晓伟：</a:t>
            </a:r>
            <a:r>
              <a:rPr lang="en-US" altLang="zh-CN" sz="2800" b="1" dirty="0">
                <a:solidFill>
                  <a:schemeClr val="tx1"/>
                </a:solidFill>
                <a:latin typeface="Arial" panose="020B0604020202020204" pitchFamily="34" charset="0"/>
                <a:ea typeface="楷体_GB2312" panose="02010609030101010101" pitchFamily="49" charset="-122"/>
                <a:sym typeface="+mn-ea"/>
              </a:rPr>
              <a:t>1984</a:t>
            </a:r>
            <a:r>
              <a:rPr lang="zh-CN" altLang="en-US" sz="2800" b="1" dirty="0">
                <a:solidFill>
                  <a:schemeClr val="tx1"/>
                </a:solidFill>
                <a:latin typeface="Arial" panose="020B0604020202020204" pitchFamily="34" charset="0"/>
                <a:ea typeface="楷体_GB2312" panose="02010609030101010101" pitchFamily="49" charset="-122"/>
                <a:sym typeface="+mn-ea"/>
              </a:rPr>
              <a:t>年</a:t>
            </a:r>
            <a:r>
              <a:rPr lang="en-US" altLang="zh-CN" sz="2800" b="1" dirty="0">
                <a:solidFill>
                  <a:schemeClr val="tx1"/>
                </a:solidFill>
                <a:latin typeface="Arial" panose="020B0604020202020204" pitchFamily="34" charset="0"/>
                <a:ea typeface="楷体_GB2312" panose="02010609030101010101" pitchFamily="49" charset="-122"/>
                <a:sym typeface="+mn-ea"/>
              </a:rPr>
              <a:t>11</a:t>
            </a:r>
            <a:r>
              <a:rPr lang="zh-CN" altLang="en-US" sz="2800" b="1" dirty="0">
                <a:solidFill>
                  <a:schemeClr val="tx1"/>
                </a:solidFill>
                <a:latin typeface="Arial" panose="020B0604020202020204" pitchFamily="34" charset="0"/>
                <a:ea typeface="楷体_GB2312" panose="02010609030101010101" pitchFamily="49" charset="-122"/>
                <a:sym typeface="+mn-ea"/>
              </a:rPr>
              <a:t>月，湖北洪湖人，马克思主义学院副教授</a:t>
            </a:r>
            <a:endParaRPr lang="zh-CN" altLang="en-US" sz="2800" b="1" dirty="0">
              <a:solidFill>
                <a:schemeClr val="tx1"/>
              </a:solidFill>
              <a:latin typeface="Arial" panose="020B0604020202020204" pitchFamily="34" charset="0"/>
              <a:ea typeface="楷体_GB2312" panose="02010609030101010101" pitchFamily="49" charset="-122"/>
              <a:sym typeface="+mn-ea"/>
            </a:endParaRPr>
          </a:p>
          <a:p>
            <a:pPr lvl="0" indent="0" algn="just">
              <a:lnSpc>
                <a:spcPct val="115000"/>
              </a:lnSpc>
            </a:pPr>
            <a:r>
              <a:rPr lang="zh-CN" altLang="en-US" sz="2800" b="1" dirty="0">
                <a:solidFill>
                  <a:srgbClr val="C00000"/>
                </a:solidFill>
                <a:latin typeface="Arial" panose="020B0604020202020204" pitchFamily="34" charset="0"/>
                <a:ea typeface="楷体_GB2312" panose="02010609030101010101" pitchFamily="49" charset="-122"/>
                <a:sym typeface="+mn-ea"/>
              </a:rPr>
              <a:t>研究方向</a:t>
            </a:r>
            <a:r>
              <a:rPr lang="zh-CN" altLang="en-US" sz="2800" b="1" dirty="0">
                <a:solidFill>
                  <a:schemeClr val="tx1"/>
                </a:solidFill>
                <a:latin typeface="Arial" panose="020B0604020202020204" pitchFamily="34" charset="0"/>
                <a:ea typeface="楷体_GB2312" panose="02010609030101010101" pitchFamily="49" charset="-122"/>
                <a:sym typeface="+mn-ea"/>
              </a:rPr>
              <a:t>：马克思主义中国化时代化、思想政治教育    </a:t>
            </a:r>
            <a:endParaRPr lang="zh-CN" altLang="en-US" sz="2800" b="1" dirty="0">
              <a:solidFill>
                <a:schemeClr val="tx1"/>
              </a:solidFill>
              <a:latin typeface="Arial" panose="020B0604020202020204" pitchFamily="34" charset="0"/>
              <a:ea typeface="楷体_GB2312" panose="02010609030101010101" pitchFamily="49" charset="-122"/>
              <a:sym typeface="+mn-ea"/>
            </a:endParaRPr>
          </a:p>
          <a:p>
            <a:pPr lvl="0" indent="0" algn="l">
              <a:lnSpc>
                <a:spcPct val="115000"/>
              </a:lnSpc>
            </a:pPr>
            <a:r>
              <a:rPr lang="en-US" altLang="zh-CN" sz="2800" b="1">
                <a:solidFill>
                  <a:srgbClr val="C00000"/>
                </a:solidFill>
                <a:latin typeface="Arial" panose="020B0604020202020204" pitchFamily="34" charset="0"/>
                <a:ea typeface="楷体_GB2312" panose="02010609030101010101" pitchFamily="49" charset="-122"/>
                <a:sym typeface="+mn-ea"/>
              </a:rPr>
              <a:t>Q</a:t>
            </a:r>
            <a:r>
              <a:rPr lang="zh-CN" altLang="en-US" sz="2800" b="1" dirty="0">
                <a:solidFill>
                  <a:srgbClr val="C00000"/>
                </a:solidFill>
                <a:latin typeface="Arial" panose="020B0604020202020204" pitchFamily="34" charset="0"/>
                <a:ea typeface="楷体_GB2312" panose="02010609030101010101" pitchFamily="49" charset="-122"/>
                <a:sym typeface="+mn-ea"/>
              </a:rPr>
              <a:t>或电邮我</a:t>
            </a:r>
            <a:r>
              <a:rPr lang="zh-CN" altLang="en-US" sz="2800" b="1" dirty="0">
                <a:solidFill>
                  <a:schemeClr val="tx1"/>
                </a:solidFill>
                <a:latin typeface="Arial" panose="020B0604020202020204" pitchFamily="34" charset="0"/>
                <a:ea typeface="楷体_GB2312" panose="02010609030101010101" pitchFamily="49" charset="-122"/>
                <a:sym typeface="+mn-ea"/>
              </a:rPr>
              <a:t>：</a:t>
            </a:r>
            <a:r>
              <a:rPr lang="en-US" altLang="zh-CN" sz="2800" b="1">
                <a:solidFill>
                  <a:schemeClr val="tx1"/>
                </a:solidFill>
                <a:latin typeface="Arial" panose="020B0604020202020204" pitchFamily="34" charset="0"/>
                <a:ea typeface="楷体_GB2312" panose="02010609030101010101" pitchFamily="49" charset="-122"/>
                <a:sym typeface="+mn-ea"/>
              </a:rPr>
              <a:t>99961458@qq.com</a:t>
            </a:r>
            <a:endParaRPr lang="en-US" altLang="zh-CN" sz="2800" b="1">
              <a:solidFill>
                <a:schemeClr val="tx1"/>
              </a:solidFill>
              <a:latin typeface="Arial" panose="020B0604020202020204" pitchFamily="34" charset="0"/>
              <a:ea typeface="楷体_GB2312" panose="02010609030101010101" pitchFamily="49" charset="-122"/>
              <a:sym typeface="+mn-ea"/>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750" fill="hold"/>
                                        <p:tgtEl>
                                          <p:spTgt spid="68"/>
                                        </p:tgtEl>
                                        <p:attrNameLst>
                                          <p:attrName>ppt_x</p:attrName>
                                        </p:attrNameLst>
                                      </p:cBhvr>
                                      <p:tavLst>
                                        <p:tav tm="0">
                                          <p:val>
                                            <p:strVal val="1+#ppt_w/2"/>
                                          </p:val>
                                        </p:tav>
                                        <p:tav tm="100000">
                                          <p:val>
                                            <p:strVal val="#ppt_x"/>
                                          </p:val>
                                        </p:tav>
                                      </p:tavLst>
                                    </p:anim>
                                    <p:anim calcmode="lin" valueType="num">
                                      <p:cBhvr additive="base">
                                        <p:cTn id="18" dur="75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750" fill="hold"/>
                                        <p:tgtEl>
                                          <p:spTgt spid="69"/>
                                        </p:tgtEl>
                                        <p:attrNameLst>
                                          <p:attrName>ppt_x</p:attrName>
                                        </p:attrNameLst>
                                      </p:cBhvr>
                                      <p:tavLst>
                                        <p:tav tm="0">
                                          <p:val>
                                            <p:strVal val="0-#ppt_w/2"/>
                                          </p:val>
                                        </p:tav>
                                        <p:tav tm="100000">
                                          <p:val>
                                            <p:strVal val="#ppt_x"/>
                                          </p:val>
                                        </p:tav>
                                      </p:tavLst>
                                    </p:anim>
                                    <p:anim calcmode="lin" valueType="num">
                                      <p:cBhvr additive="base">
                                        <p:cTn id="22" dur="750" fill="hold"/>
                                        <p:tgtEl>
                                          <p:spTgt spid="69"/>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750"/>
                                        <p:tgtEl>
                                          <p:spTgt spid="70"/>
                                        </p:tgtEl>
                                      </p:cBhvr>
                                    </p:animEffect>
                                  </p:childTnLst>
                                </p:cTn>
                              </p:par>
                              <p:par>
                                <p:cTn id="26" presetID="53" presetClass="entr" presetSubtype="16" fill="hold" nodeType="withEffect">
                                  <p:stCondLst>
                                    <p:cond delay="1000"/>
                                  </p:stCondLst>
                                  <p:childTnLst>
                                    <p:set>
                                      <p:cBhvr>
                                        <p:cTn id="27" dur="1" fill="hold">
                                          <p:stCondLst>
                                            <p:cond delay="0"/>
                                          </p:stCondLst>
                                        </p:cTn>
                                        <p:tgtEl>
                                          <p:spTgt spid="16"/>
                                        </p:tgtEl>
                                        <p:attrNameLst>
                                          <p:attrName>style.visibility</p:attrName>
                                        </p:attrNameLst>
                                      </p:cBhvr>
                                      <p:to>
                                        <p:strVal val="visible"/>
                                      </p:to>
                                    </p:set>
                                    <p:anim calcmode="lin" valueType="num">
                                      <p:cBhvr>
                                        <p:cTn id="28" dur="500" fill="hold"/>
                                        <p:tgtEl>
                                          <p:spTgt spid="16"/>
                                        </p:tgtEl>
                                        <p:attrNameLst>
                                          <p:attrName>ppt_w</p:attrName>
                                        </p:attrNameLst>
                                      </p:cBhvr>
                                      <p:tavLst>
                                        <p:tav tm="0">
                                          <p:val>
                                            <p:fltVal val="0"/>
                                          </p:val>
                                        </p:tav>
                                        <p:tav tm="100000">
                                          <p:val>
                                            <p:strVal val="#ppt_w"/>
                                          </p:val>
                                        </p:tav>
                                      </p:tavLst>
                                    </p:anim>
                                    <p:anim calcmode="lin" valueType="num">
                                      <p:cBhvr>
                                        <p:cTn id="29" dur="500" fill="hold"/>
                                        <p:tgtEl>
                                          <p:spTgt spid="16"/>
                                        </p:tgtEl>
                                        <p:attrNameLst>
                                          <p:attrName>ppt_h</p:attrName>
                                        </p:attrNameLst>
                                      </p:cBhvr>
                                      <p:tavLst>
                                        <p:tav tm="0">
                                          <p:val>
                                            <p:fltVal val="0"/>
                                          </p:val>
                                        </p:tav>
                                        <p:tav tm="100000">
                                          <p:val>
                                            <p:strVal val="#ppt_h"/>
                                          </p:val>
                                        </p:tav>
                                      </p:tavLst>
                                    </p:anim>
                                    <p:animEffect transition="in" filter="fade">
                                      <p:cBhvr>
                                        <p:cTn id="30" dur="500"/>
                                        <p:tgtEl>
                                          <p:spTgt spid="16"/>
                                        </p:tgtEl>
                                      </p:cBhvr>
                                    </p:animEffect>
                                  </p:childTnLst>
                                </p:cTn>
                              </p:par>
                              <p:par>
                                <p:cTn id="31" presetID="53" presetClass="entr" presetSubtype="16" fill="hold" nodeType="withEffect">
                                  <p:stCondLst>
                                    <p:cond delay="1250"/>
                                  </p:stCondLst>
                                  <p:childTnLst>
                                    <p:set>
                                      <p:cBhvr>
                                        <p:cTn id="32" dur="1" fill="hold">
                                          <p:stCondLst>
                                            <p:cond delay="0"/>
                                          </p:stCondLst>
                                        </p:cTn>
                                        <p:tgtEl>
                                          <p:spTgt spid="17"/>
                                        </p:tgtEl>
                                        <p:attrNameLst>
                                          <p:attrName>style.visibility</p:attrName>
                                        </p:attrNameLst>
                                      </p:cBhvr>
                                      <p:to>
                                        <p:strVal val="visible"/>
                                      </p:to>
                                    </p:set>
                                    <p:anim calcmode="lin" valueType="num">
                                      <p:cBhvr>
                                        <p:cTn id="33" dur="500" fill="hold"/>
                                        <p:tgtEl>
                                          <p:spTgt spid="17"/>
                                        </p:tgtEl>
                                        <p:attrNameLst>
                                          <p:attrName>ppt_w</p:attrName>
                                        </p:attrNameLst>
                                      </p:cBhvr>
                                      <p:tavLst>
                                        <p:tav tm="0">
                                          <p:val>
                                            <p:fltVal val="0"/>
                                          </p:val>
                                        </p:tav>
                                        <p:tav tm="100000">
                                          <p:val>
                                            <p:strVal val="#ppt_w"/>
                                          </p:val>
                                        </p:tav>
                                      </p:tavLst>
                                    </p:anim>
                                    <p:anim calcmode="lin" valueType="num">
                                      <p:cBhvr>
                                        <p:cTn id="34" dur="500" fill="hold"/>
                                        <p:tgtEl>
                                          <p:spTgt spid="17"/>
                                        </p:tgtEl>
                                        <p:attrNameLst>
                                          <p:attrName>ppt_h</p:attrName>
                                        </p:attrNameLst>
                                      </p:cBhvr>
                                      <p:tavLst>
                                        <p:tav tm="0">
                                          <p:val>
                                            <p:fltVal val="0"/>
                                          </p:val>
                                        </p:tav>
                                        <p:tav tm="100000">
                                          <p:val>
                                            <p:strVal val="#ppt_h"/>
                                          </p:val>
                                        </p:tav>
                                      </p:tavLst>
                                    </p:anim>
                                    <p:animEffect transition="in" filter="fade">
                                      <p:cBhvr>
                                        <p:cTn id="35" dur="500"/>
                                        <p:tgtEl>
                                          <p:spTgt spid="17"/>
                                        </p:tgtEl>
                                      </p:cBhvr>
                                    </p:animEffect>
                                  </p:childTnLst>
                                </p:cTn>
                              </p:par>
                              <p:par>
                                <p:cTn id="36" presetID="53" presetClass="entr" presetSubtype="16" fill="hold" nodeType="withEffect">
                                  <p:stCondLst>
                                    <p:cond delay="1500"/>
                                  </p:stCondLst>
                                  <p:childTnLst>
                                    <p:set>
                                      <p:cBhvr>
                                        <p:cTn id="37" dur="1" fill="hold">
                                          <p:stCondLst>
                                            <p:cond delay="0"/>
                                          </p:stCondLst>
                                        </p:cTn>
                                        <p:tgtEl>
                                          <p:spTgt spid="19"/>
                                        </p:tgtEl>
                                        <p:attrNameLst>
                                          <p:attrName>style.visibility</p:attrName>
                                        </p:attrNameLst>
                                      </p:cBhvr>
                                      <p:to>
                                        <p:strVal val="visible"/>
                                      </p:to>
                                    </p:set>
                                    <p:anim calcmode="lin" valueType="num">
                                      <p:cBhvr>
                                        <p:cTn id="38" dur="500" fill="hold"/>
                                        <p:tgtEl>
                                          <p:spTgt spid="19"/>
                                        </p:tgtEl>
                                        <p:attrNameLst>
                                          <p:attrName>ppt_w</p:attrName>
                                        </p:attrNameLst>
                                      </p:cBhvr>
                                      <p:tavLst>
                                        <p:tav tm="0">
                                          <p:val>
                                            <p:fltVal val="0"/>
                                          </p:val>
                                        </p:tav>
                                        <p:tav tm="100000">
                                          <p:val>
                                            <p:strVal val="#ppt_w"/>
                                          </p:val>
                                        </p:tav>
                                      </p:tavLst>
                                    </p:anim>
                                    <p:anim calcmode="lin" valueType="num">
                                      <p:cBhvr>
                                        <p:cTn id="39" dur="500" fill="hold"/>
                                        <p:tgtEl>
                                          <p:spTgt spid="19"/>
                                        </p:tgtEl>
                                        <p:attrNameLst>
                                          <p:attrName>ppt_h</p:attrName>
                                        </p:attrNameLst>
                                      </p:cBhvr>
                                      <p:tavLst>
                                        <p:tav tm="0">
                                          <p:val>
                                            <p:fltVal val="0"/>
                                          </p:val>
                                        </p:tav>
                                        <p:tav tm="100000">
                                          <p:val>
                                            <p:strVal val="#ppt_h"/>
                                          </p:val>
                                        </p:tav>
                                      </p:tavLst>
                                    </p:anim>
                                    <p:animEffect transition="in" filter="fade">
                                      <p:cBhvr>
                                        <p:cTn id="40" dur="500"/>
                                        <p:tgtEl>
                                          <p:spTgt spid="19"/>
                                        </p:tgtEl>
                                      </p:cBhvr>
                                    </p:animEffect>
                                  </p:childTnLst>
                                </p:cTn>
                              </p:par>
                              <p:par>
                                <p:cTn id="41" presetID="53" presetClass="entr" presetSubtype="16" fill="hold" nodeType="withEffect">
                                  <p:stCondLst>
                                    <p:cond delay="1750"/>
                                  </p:stCondLst>
                                  <p:childTnLst>
                                    <p:set>
                                      <p:cBhvr>
                                        <p:cTn id="42" dur="1" fill="hold">
                                          <p:stCondLst>
                                            <p:cond delay="0"/>
                                          </p:stCondLst>
                                        </p:cTn>
                                        <p:tgtEl>
                                          <p:spTgt spid="20"/>
                                        </p:tgtEl>
                                        <p:attrNameLst>
                                          <p:attrName>style.visibility</p:attrName>
                                        </p:attrNameLst>
                                      </p:cBhvr>
                                      <p:to>
                                        <p:strVal val="visible"/>
                                      </p:to>
                                    </p:set>
                                    <p:anim calcmode="lin" valueType="num">
                                      <p:cBhvr>
                                        <p:cTn id="43" dur="500" fill="hold"/>
                                        <p:tgtEl>
                                          <p:spTgt spid="20"/>
                                        </p:tgtEl>
                                        <p:attrNameLst>
                                          <p:attrName>ppt_w</p:attrName>
                                        </p:attrNameLst>
                                      </p:cBhvr>
                                      <p:tavLst>
                                        <p:tav tm="0">
                                          <p:val>
                                            <p:fltVal val="0"/>
                                          </p:val>
                                        </p:tav>
                                        <p:tav tm="100000">
                                          <p:val>
                                            <p:strVal val="#ppt_w"/>
                                          </p:val>
                                        </p:tav>
                                      </p:tavLst>
                                    </p:anim>
                                    <p:anim calcmode="lin" valueType="num">
                                      <p:cBhvr>
                                        <p:cTn id="44" dur="500" fill="hold"/>
                                        <p:tgtEl>
                                          <p:spTgt spid="20"/>
                                        </p:tgtEl>
                                        <p:attrNameLst>
                                          <p:attrName>ppt_h</p:attrName>
                                        </p:attrNameLst>
                                      </p:cBhvr>
                                      <p:tavLst>
                                        <p:tav tm="0">
                                          <p:val>
                                            <p:fltVal val="0"/>
                                          </p:val>
                                        </p:tav>
                                        <p:tav tm="100000">
                                          <p:val>
                                            <p:strVal val="#ppt_h"/>
                                          </p:val>
                                        </p:tav>
                                      </p:tavLst>
                                    </p:anim>
                                    <p:animEffect transition="in" filter="fade">
                                      <p:cBhvr>
                                        <p:cTn id="45" dur="500"/>
                                        <p:tgtEl>
                                          <p:spTgt spid="20"/>
                                        </p:tgtEl>
                                      </p:cBhvr>
                                    </p:animEffect>
                                  </p:childTnLst>
                                </p:cTn>
                              </p:par>
                              <p:par>
                                <p:cTn id="46" presetID="22" presetClass="entr" presetSubtype="8" fill="hold" nodeType="withEffect">
                                  <p:stCondLst>
                                    <p:cond delay="2600"/>
                                  </p:stCondLst>
                                  <p:childTnLst>
                                    <p:set>
                                      <p:cBhvr>
                                        <p:cTn id="47" dur="1" fill="hold">
                                          <p:stCondLst>
                                            <p:cond delay="0"/>
                                          </p:stCondLst>
                                        </p:cTn>
                                        <p:tgtEl>
                                          <p:spTgt spid="44"/>
                                        </p:tgtEl>
                                        <p:attrNameLst>
                                          <p:attrName>style.visibility</p:attrName>
                                        </p:attrNameLst>
                                      </p:cBhvr>
                                      <p:to>
                                        <p:strVal val="visible"/>
                                      </p:to>
                                    </p:set>
                                    <p:animEffect transition="in" filter="wipe(left)">
                                      <p:cBhvr>
                                        <p:cTn id="48" dur="1000"/>
                                        <p:tgtEl>
                                          <p:spTgt spid="44"/>
                                        </p:tgtEl>
                                      </p:cBhvr>
                                    </p:animEffect>
                                  </p:childTnLst>
                                </p:cTn>
                              </p:par>
                              <p:par>
                                <p:cTn id="49" presetID="42" presetClass="entr" presetSubtype="0" fill="hold" nodeType="withEffect">
                                  <p:stCondLst>
                                    <p:cond delay="3500"/>
                                  </p:stCondLst>
                                  <p:childTnLst>
                                    <p:set>
                                      <p:cBhvr>
                                        <p:cTn id="50" dur="1" fill="hold">
                                          <p:stCondLst>
                                            <p:cond delay="0"/>
                                          </p:stCondLst>
                                        </p:cTn>
                                        <p:tgtEl>
                                          <p:spTgt spid="45"/>
                                        </p:tgtEl>
                                        <p:attrNameLst>
                                          <p:attrName>style.visibility</p:attrName>
                                        </p:attrNameLst>
                                      </p:cBhvr>
                                      <p:to>
                                        <p:strVal val="visible"/>
                                      </p:to>
                                    </p:set>
                                    <p:animEffect transition="in" filter="fade">
                                      <p:cBhvr>
                                        <p:cTn id="51" dur="750"/>
                                        <p:tgtEl>
                                          <p:spTgt spid="45"/>
                                        </p:tgtEl>
                                      </p:cBhvr>
                                    </p:animEffect>
                                    <p:anim calcmode="lin" valueType="num">
                                      <p:cBhvr>
                                        <p:cTn id="52" dur="750" fill="hold"/>
                                        <p:tgtEl>
                                          <p:spTgt spid="45"/>
                                        </p:tgtEl>
                                        <p:attrNameLst>
                                          <p:attrName>ppt_x</p:attrName>
                                        </p:attrNameLst>
                                      </p:cBhvr>
                                      <p:tavLst>
                                        <p:tav tm="0">
                                          <p:val>
                                            <p:strVal val="#ppt_x"/>
                                          </p:val>
                                        </p:tav>
                                        <p:tav tm="100000">
                                          <p:val>
                                            <p:strVal val="#ppt_x"/>
                                          </p:val>
                                        </p:tav>
                                      </p:tavLst>
                                    </p:anim>
                                    <p:anim calcmode="lin" valueType="num">
                                      <p:cBhvr>
                                        <p:cTn id="53" dur="750" fill="hold"/>
                                        <p:tgtEl>
                                          <p:spTgt spid="45"/>
                                        </p:tgtEl>
                                        <p:attrNameLst>
                                          <p:attrName>ppt_y</p:attrName>
                                        </p:attrNameLst>
                                      </p:cBhvr>
                                      <p:tavLst>
                                        <p:tav tm="0">
                                          <p:val>
                                            <p:strVal val="#ppt_y+.1"/>
                                          </p:val>
                                        </p:tav>
                                        <p:tav tm="100000">
                                          <p:val>
                                            <p:strVal val="#ppt_y"/>
                                          </p:val>
                                        </p:tav>
                                      </p:tavLst>
                                    </p:anim>
                                  </p:childTnLst>
                                </p:cTn>
                              </p:par>
                              <p:par>
                                <p:cTn id="54" presetID="50" presetClass="entr" presetSubtype="0" decel="100000" fill="hold" nodeType="withEffect">
                                  <p:stCondLst>
                                    <p:cond delay="4000"/>
                                  </p:stCondLst>
                                  <p:childTnLst>
                                    <p:set>
                                      <p:cBhvr>
                                        <p:cTn id="55" dur="1" fill="hold">
                                          <p:stCondLst>
                                            <p:cond delay="0"/>
                                          </p:stCondLst>
                                        </p:cTn>
                                        <p:tgtEl>
                                          <p:spTgt spid="22"/>
                                        </p:tgtEl>
                                        <p:attrNameLst>
                                          <p:attrName>style.visibility</p:attrName>
                                        </p:attrNameLst>
                                      </p:cBhvr>
                                      <p:to>
                                        <p:strVal val="visible"/>
                                      </p:to>
                                    </p:set>
                                    <p:anim calcmode="lin" valueType="num">
                                      <p:cBhvr>
                                        <p:cTn id="56" dur="750" fill="hold"/>
                                        <p:tgtEl>
                                          <p:spTgt spid="22"/>
                                        </p:tgtEl>
                                        <p:attrNameLst>
                                          <p:attrName>ppt_w</p:attrName>
                                        </p:attrNameLst>
                                      </p:cBhvr>
                                      <p:tavLst>
                                        <p:tav tm="0">
                                          <p:val>
                                            <p:strVal val="#ppt_w+.3"/>
                                          </p:val>
                                        </p:tav>
                                        <p:tav tm="100000">
                                          <p:val>
                                            <p:strVal val="#ppt_w"/>
                                          </p:val>
                                        </p:tav>
                                      </p:tavLst>
                                    </p:anim>
                                    <p:anim calcmode="lin" valueType="num">
                                      <p:cBhvr>
                                        <p:cTn id="57" dur="750" fill="hold"/>
                                        <p:tgtEl>
                                          <p:spTgt spid="22"/>
                                        </p:tgtEl>
                                        <p:attrNameLst>
                                          <p:attrName>ppt_h</p:attrName>
                                        </p:attrNameLst>
                                      </p:cBhvr>
                                      <p:tavLst>
                                        <p:tav tm="0">
                                          <p:val>
                                            <p:strVal val="#ppt_h"/>
                                          </p:val>
                                        </p:tav>
                                        <p:tav tm="100000">
                                          <p:val>
                                            <p:strVal val="#ppt_h"/>
                                          </p:val>
                                        </p:tav>
                                      </p:tavLst>
                                    </p:anim>
                                    <p:animEffect transition="in" filter="fade">
                                      <p:cBhvr>
                                        <p:cTn id="58" dur="750"/>
                                        <p:tgtEl>
                                          <p:spTgt spid="22"/>
                                        </p:tgtEl>
                                      </p:cBhvr>
                                    </p:animEffect>
                                  </p:childTnLst>
                                </p:cTn>
                              </p:par>
                              <p:par>
                                <p:cTn id="59" presetID="10" presetClass="entr" presetSubtype="0" fill="hold" grpId="0" nodeType="withEffect">
                                  <p:stCondLst>
                                    <p:cond delay="4000"/>
                                  </p:stCondLst>
                                  <p:childTnLst>
                                    <p:set>
                                      <p:cBhvr>
                                        <p:cTn id="60" dur="1" fill="hold">
                                          <p:stCondLst>
                                            <p:cond delay="0"/>
                                          </p:stCondLst>
                                        </p:cTn>
                                        <p:tgtEl>
                                          <p:spTgt spid="46"/>
                                        </p:tgtEl>
                                        <p:attrNameLst>
                                          <p:attrName>style.visibility</p:attrName>
                                        </p:attrNameLst>
                                      </p:cBhvr>
                                      <p:to>
                                        <p:strVal val="visible"/>
                                      </p:to>
                                    </p:set>
                                    <p:animEffect transition="in" filter="fade">
                                      <p:cBhvr>
                                        <p:cTn id="61"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screen"/>
          <a:srcRect/>
          <a:stretch>
            <a:fillRect/>
          </a:stretch>
        </p:blipFill>
        <p:spPr>
          <a:xfrm>
            <a:off x="104140" y="501618"/>
            <a:ext cx="3251200" cy="3113826"/>
          </a:xfrm>
          <a:prstGeom prst="rect">
            <a:avLst/>
          </a:prstGeom>
        </p:spPr>
      </p:pic>
      <p:pic>
        <p:nvPicPr>
          <p:cNvPr id="58" name="图片 57"/>
          <p:cNvPicPr>
            <a:picLocks noChangeAspect="1"/>
          </p:cNvPicPr>
          <p:nvPr/>
        </p:nvPicPr>
        <p:blipFill rotWithShape="1">
          <a:blip r:embed="rId2" cstate="screen"/>
          <a:srcRect/>
          <a:stretch>
            <a:fillRect/>
          </a:stretch>
        </p:blipFill>
        <p:spPr>
          <a:xfrm>
            <a:off x="0" y="0"/>
            <a:ext cx="12192000" cy="647700"/>
          </a:xfrm>
          <a:prstGeom prst="rect">
            <a:avLst/>
          </a:prstGeom>
        </p:spPr>
      </p:pic>
      <p:pic>
        <p:nvPicPr>
          <p:cNvPr id="59" name="图片 58"/>
          <p:cNvPicPr>
            <a:picLocks noChangeAspect="1"/>
          </p:cNvPicPr>
          <p:nvPr/>
        </p:nvPicPr>
        <p:blipFill rotWithShape="1">
          <a:blip r:embed="rId2" cstate="screen"/>
          <a:srcRect/>
          <a:stretch>
            <a:fillRect/>
          </a:stretch>
        </p:blipFill>
        <p:spPr>
          <a:xfrm flipV="1">
            <a:off x="0" y="6210300"/>
            <a:ext cx="12192000" cy="647700"/>
          </a:xfrm>
          <a:prstGeom prst="rect">
            <a:avLst/>
          </a:prstGeom>
        </p:spPr>
      </p:pic>
      <p:pic>
        <p:nvPicPr>
          <p:cNvPr id="62" name="图片 61"/>
          <p:cNvPicPr>
            <a:picLocks noChangeAspect="1"/>
          </p:cNvPicPr>
          <p:nvPr/>
        </p:nvPicPr>
        <p:blipFill rotWithShape="1">
          <a:blip r:embed="rId3" cstate="screen"/>
          <a:srcRect/>
          <a:stretch>
            <a:fillRect/>
          </a:stretch>
        </p:blipFill>
        <p:spPr>
          <a:xfrm>
            <a:off x="9093460" y="0"/>
            <a:ext cx="3098540" cy="1915885"/>
          </a:xfrm>
          <a:prstGeom prst="rect">
            <a:avLst/>
          </a:prstGeom>
        </p:spPr>
      </p:pic>
      <p:pic>
        <p:nvPicPr>
          <p:cNvPr id="63" name="图片 62"/>
          <p:cNvPicPr>
            <a:picLocks noChangeAspect="1"/>
          </p:cNvPicPr>
          <p:nvPr/>
        </p:nvPicPr>
        <p:blipFill rotWithShape="1">
          <a:blip r:embed="rId4" cstate="screen"/>
          <a:srcRect b="-2"/>
          <a:stretch>
            <a:fillRect/>
          </a:stretch>
        </p:blipFill>
        <p:spPr>
          <a:xfrm>
            <a:off x="0" y="3381829"/>
            <a:ext cx="2757714" cy="3476171"/>
          </a:xfrm>
          <a:prstGeom prst="rect">
            <a:avLst/>
          </a:prstGeom>
        </p:spPr>
      </p:pic>
      <p:pic>
        <p:nvPicPr>
          <p:cNvPr id="64" name="图片 63"/>
          <p:cNvPicPr>
            <a:picLocks noChangeAspect="1"/>
          </p:cNvPicPr>
          <p:nvPr/>
        </p:nvPicPr>
        <p:blipFill rotWithShape="1">
          <a:blip r:embed="rId5" cstate="screen"/>
          <a:srcRect/>
          <a:stretch>
            <a:fillRect/>
          </a:stretch>
        </p:blipFill>
        <p:spPr>
          <a:xfrm>
            <a:off x="9938787" y="5241850"/>
            <a:ext cx="1407886" cy="1204686"/>
          </a:xfrm>
          <a:prstGeom prst="rect">
            <a:avLst/>
          </a:prstGeom>
        </p:spPr>
      </p:pic>
      <p:sp>
        <p:nvSpPr>
          <p:cNvPr id="27" name="文本框 26"/>
          <p:cNvSpPr txBox="1"/>
          <p:nvPr/>
        </p:nvSpPr>
        <p:spPr>
          <a:xfrm>
            <a:off x="104140" y="647812"/>
            <a:ext cx="3048000" cy="2646878"/>
          </a:xfrm>
          <a:prstGeom prst="rect">
            <a:avLst/>
          </a:prstGeom>
          <a:noFill/>
        </p:spPr>
        <p:txBody>
          <a:bodyPr wrap="square" rtlCol="0">
            <a:spAutoFit/>
          </a:bodyPr>
          <a:lstStyle/>
          <a:p>
            <a:pPr algn="ctr"/>
            <a:r>
              <a:rPr lang="zh-CN" altLang="en-US" sz="16600" dirty="0">
                <a:solidFill>
                  <a:schemeClr val="accent1"/>
                </a:solidFill>
                <a:latin typeface="中山行书百年纪念版" panose="02010609000101010101" pitchFamily="49" charset="-122"/>
                <a:ea typeface="中山行书百年纪念版" panose="02010609000101010101" pitchFamily="49" charset="-122"/>
              </a:rPr>
              <a:t>壹</a:t>
            </a:r>
            <a:endParaRPr lang="zh-CN" altLang="en-US" sz="16600" dirty="0">
              <a:solidFill>
                <a:schemeClr val="accent1"/>
              </a:solidFill>
              <a:latin typeface="中山行书百年纪念版" panose="02010609000101010101" pitchFamily="49" charset="-122"/>
              <a:ea typeface="中山行书百年纪念版" panose="02010609000101010101" pitchFamily="49" charset="-122"/>
            </a:endParaRPr>
          </a:p>
        </p:txBody>
      </p:sp>
      <p:sp>
        <p:nvSpPr>
          <p:cNvPr id="32" name="文本框 31"/>
          <p:cNvSpPr txBox="1"/>
          <p:nvPr/>
        </p:nvSpPr>
        <p:spPr>
          <a:xfrm>
            <a:off x="3315335" y="1847850"/>
            <a:ext cx="5904230" cy="1076325"/>
          </a:xfrm>
          <a:prstGeom prst="rect">
            <a:avLst/>
          </a:prstGeom>
          <a:noFill/>
        </p:spPr>
        <p:txBody>
          <a:bodyPr wrap="square" rtlCol="0">
            <a:spAutoFit/>
          </a:bodyPr>
          <a:lstStyle/>
          <a:p>
            <a:pPr algn="dist"/>
            <a:r>
              <a:rPr lang="zh-CN" altLang="en-US" sz="3200" b="1">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rPr>
              <a:t>一、“真理的味道很甜”</a:t>
            </a:r>
            <a:endParaRPr lang="zh-CN" altLang="en-US" sz="3200" b="1">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endParaRPr>
          </a:p>
          <a:p>
            <a:pPr algn="dist"/>
            <a:r>
              <a:rPr lang="en-US" altLang="zh-CN" sz="3200" b="1">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rPr>
              <a:t>——</a:t>
            </a:r>
            <a:r>
              <a:rPr lang="zh-CN" altLang="en-US" sz="3200" b="1">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rPr>
              <a:t>—我们为什么要学这门课？</a:t>
            </a:r>
            <a:endParaRPr lang="zh-CN" altLang="en-US" sz="3200" b="1">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endParaRPr>
          </a:p>
        </p:txBody>
      </p:sp>
      <p:pic>
        <p:nvPicPr>
          <p:cNvPr id="4128" name="Picture 32" descr="思考"/>
          <p:cNvPicPr>
            <a:picLocks noChangeAspect="1"/>
          </p:cNvPicPr>
          <p:nvPr/>
        </p:nvPicPr>
        <p:blipFill>
          <a:blip r:embed="rId6" cstate="print"/>
          <a:stretch>
            <a:fillRect/>
          </a:stretch>
        </p:blipFill>
        <p:spPr>
          <a:xfrm>
            <a:off x="9537065" y="2542540"/>
            <a:ext cx="1809750" cy="2586355"/>
          </a:xfrm>
          <a:prstGeom prst="rect">
            <a:avLst/>
          </a:prstGeom>
          <a:noFill/>
          <a:ln w="9525">
            <a:noFill/>
          </a:ln>
        </p:spPr>
      </p:pic>
      <p:sp>
        <p:nvSpPr>
          <p:cNvPr id="100" name="文本框 99"/>
          <p:cNvSpPr txBox="1"/>
          <p:nvPr/>
        </p:nvSpPr>
        <p:spPr>
          <a:xfrm>
            <a:off x="1957705" y="3858260"/>
            <a:ext cx="8430895" cy="1383665"/>
          </a:xfrm>
          <a:prstGeom prst="rect">
            <a:avLst/>
          </a:prstGeom>
          <a:noFill/>
          <a:ln w="9525">
            <a:noFill/>
          </a:ln>
        </p:spPr>
        <p:txBody>
          <a:bodyPr wrap="square">
            <a:spAutoFit/>
          </a:bodyPr>
          <a:lstStyle/>
          <a:p>
            <a:pPr indent="304800"/>
            <a:r>
              <a:rPr lang="zh-CN" sz="2800" b="1">
                <a:ea typeface="宋体" panose="02010600030101010101" pitchFamily="2" charset="-122"/>
              </a:rPr>
              <a:t>有的认为，这门课与我的专业不相关，不用学；</a:t>
            </a:r>
            <a:endParaRPr lang="zh-CN" sz="2800" b="1">
              <a:ea typeface="宋体" panose="02010600030101010101" pitchFamily="2" charset="-122"/>
            </a:endParaRPr>
          </a:p>
          <a:p>
            <a:pPr indent="304800"/>
            <a:r>
              <a:rPr lang="zh-CN" sz="2800" b="1">
                <a:ea typeface="宋体" panose="02010600030101010101" pitchFamily="2" charset="-122"/>
              </a:rPr>
              <a:t>有的认为，自己不关心政治，不想学；</a:t>
            </a:r>
            <a:endParaRPr lang="zh-CN" sz="2800" b="1">
              <a:ea typeface="宋体" panose="02010600030101010101" pitchFamily="2" charset="-122"/>
            </a:endParaRPr>
          </a:p>
          <a:p>
            <a:pPr indent="304800"/>
            <a:r>
              <a:rPr lang="zh-CN" sz="2800" b="1">
                <a:ea typeface="宋体" panose="02010600030101010101" pitchFamily="2" charset="-122"/>
              </a:rPr>
              <a:t>有的认为，大学课业已经很繁重，这门课不必学。</a:t>
            </a:r>
            <a:endParaRPr lang="zh-CN" altLang="en-US" sz="2800" b="1"/>
          </a:p>
        </p:txBody>
      </p:sp>
    </p:spTree>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1000"/>
                                        <p:tgtEl>
                                          <p:spTgt spid="59"/>
                                        </p:tgtEl>
                                      </p:cBhvr>
                                    </p:animEffect>
                                    <p:anim calcmode="lin" valueType="num">
                                      <p:cBhvr>
                                        <p:cTn id="13" dur="1000" fill="hold"/>
                                        <p:tgtEl>
                                          <p:spTgt spid="59"/>
                                        </p:tgtEl>
                                        <p:attrNameLst>
                                          <p:attrName>ppt_x</p:attrName>
                                        </p:attrNameLst>
                                      </p:cBhvr>
                                      <p:tavLst>
                                        <p:tav tm="0">
                                          <p:val>
                                            <p:strVal val="#ppt_x"/>
                                          </p:val>
                                        </p:tav>
                                        <p:tav tm="100000">
                                          <p:val>
                                            <p:strVal val="#ppt_x"/>
                                          </p:val>
                                        </p:tav>
                                      </p:tavLst>
                                    </p:anim>
                                    <p:anim calcmode="lin" valueType="num">
                                      <p:cBhvr>
                                        <p:cTn id="14" dur="1000" fill="hold"/>
                                        <p:tgtEl>
                                          <p:spTgt spid="59"/>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750" fill="hold"/>
                                        <p:tgtEl>
                                          <p:spTgt spid="62"/>
                                        </p:tgtEl>
                                        <p:attrNameLst>
                                          <p:attrName>ppt_x</p:attrName>
                                        </p:attrNameLst>
                                      </p:cBhvr>
                                      <p:tavLst>
                                        <p:tav tm="0">
                                          <p:val>
                                            <p:strVal val="1+#ppt_w/2"/>
                                          </p:val>
                                        </p:tav>
                                        <p:tav tm="100000">
                                          <p:val>
                                            <p:strVal val="#ppt_x"/>
                                          </p:val>
                                        </p:tav>
                                      </p:tavLst>
                                    </p:anim>
                                    <p:anim calcmode="lin" valueType="num">
                                      <p:cBhvr additive="base">
                                        <p:cTn id="18" dur="750" fill="hold"/>
                                        <p:tgtEl>
                                          <p:spTgt spid="62"/>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3"/>
                                        </p:tgtEl>
                                        <p:attrNameLst>
                                          <p:attrName>style.visibility</p:attrName>
                                        </p:attrNameLst>
                                      </p:cBhvr>
                                      <p:to>
                                        <p:strVal val="visible"/>
                                      </p:to>
                                    </p:set>
                                    <p:anim calcmode="lin" valueType="num">
                                      <p:cBhvr additive="base">
                                        <p:cTn id="21" dur="750" fill="hold"/>
                                        <p:tgtEl>
                                          <p:spTgt spid="63"/>
                                        </p:tgtEl>
                                        <p:attrNameLst>
                                          <p:attrName>ppt_x</p:attrName>
                                        </p:attrNameLst>
                                      </p:cBhvr>
                                      <p:tavLst>
                                        <p:tav tm="0">
                                          <p:val>
                                            <p:strVal val="0-#ppt_w/2"/>
                                          </p:val>
                                        </p:tav>
                                        <p:tav tm="100000">
                                          <p:val>
                                            <p:strVal val="#ppt_x"/>
                                          </p:val>
                                        </p:tav>
                                      </p:tavLst>
                                    </p:anim>
                                    <p:anim calcmode="lin" valueType="num">
                                      <p:cBhvr additive="base">
                                        <p:cTn id="22" dur="750" fill="hold"/>
                                        <p:tgtEl>
                                          <p:spTgt spid="63"/>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750"/>
                                        <p:tgtEl>
                                          <p:spTgt spid="64"/>
                                        </p:tgtEl>
                                      </p:cBhvr>
                                    </p:animEffect>
                                  </p:childTnLst>
                                </p:cTn>
                              </p:par>
                              <p:par>
                                <p:cTn id="26" presetID="49" presetClass="entr" presetSubtype="0" decel="100000" fill="hold" nodeType="withEffect">
                                  <p:stCondLst>
                                    <p:cond delay="1500"/>
                                  </p:stCondLst>
                                  <p:childTnLst>
                                    <p:set>
                                      <p:cBhvr>
                                        <p:cTn id="27" dur="1" fill="hold">
                                          <p:stCondLst>
                                            <p:cond delay="0"/>
                                          </p:stCondLst>
                                        </p:cTn>
                                        <p:tgtEl>
                                          <p:spTgt spid="5"/>
                                        </p:tgtEl>
                                        <p:attrNameLst>
                                          <p:attrName>style.visibility</p:attrName>
                                        </p:attrNameLst>
                                      </p:cBhvr>
                                      <p:to>
                                        <p:strVal val="visible"/>
                                      </p:to>
                                    </p:set>
                                    <p:anim calcmode="lin" valueType="num">
                                      <p:cBhvr>
                                        <p:cTn id="28" dur="1000" fill="hold"/>
                                        <p:tgtEl>
                                          <p:spTgt spid="5"/>
                                        </p:tgtEl>
                                        <p:attrNameLst>
                                          <p:attrName>ppt_w</p:attrName>
                                        </p:attrNameLst>
                                      </p:cBhvr>
                                      <p:tavLst>
                                        <p:tav tm="0">
                                          <p:val>
                                            <p:fltVal val="0"/>
                                          </p:val>
                                        </p:tav>
                                        <p:tav tm="100000">
                                          <p:val>
                                            <p:strVal val="#ppt_w"/>
                                          </p:val>
                                        </p:tav>
                                      </p:tavLst>
                                    </p:anim>
                                    <p:anim calcmode="lin" valueType="num">
                                      <p:cBhvr>
                                        <p:cTn id="29" dur="1000" fill="hold"/>
                                        <p:tgtEl>
                                          <p:spTgt spid="5"/>
                                        </p:tgtEl>
                                        <p:attrNameLst>
                                          <p:attrName>ppt_h</p:attrName>
                                        </p:attrNameLst>
                                      </p:cBhvr>
                                      <p:tavLst>
                                        <p:tav tm="0">
                                          <p:val>
                                            <p:fltVal val="0"/>
                                          </p:val>
                                        </p:tav>
                                        <p:tav tm="100000">
                                          <p:val>
                                            <p:strVal val="#ppt_h"/>
                                          </p:val>
                                        </p:tav>
                                      </p:tavLst>
                                    </p:anim>
                                    <p:anim calcmode="lin" valueType="num">
                                      <p:cBhvr>
                                        <p:cTn id="30" dur="1000" fill="hold"/>
                                        <p:tgtEl>
                                          <p:spTgt spid="5"/>
                                        </p:tgtEl>
                                        <p:attrNameLst>
                                          <p:attrName>style.rotation</p:attrName>
                                        </p:attrNameLst>
                                      </p:cBhvr>
                                      <p:tavLst>
                                        <p:tav tm="0">
                                          <p:val>
                                            <p:fltVal val="360"/>
                                          </p:val>
                                        </p:tav>
                                        <p:tav tm="100000">
                                          <p:val>
                                            <p:fltVal val="0"/>
                                          </p:val>
                                        </p:tav>
                                      </p:tavLst>
                                    </p:anim>
                                    <p:animEffect transition="in" filter="fade">
                                      <p:cBhvr>
                                        <p:cTn id="31" dur="1000"/>
                                        <p:tgtEl>
                                          <p:spTgt spid="5"/>
                                        </p:tgtEl>
                                      </p:cBhvr>
                                    </p:animEffect>
                                  </p:childTnLst>
                                </p:cTn>
                              </p:par>
                              <p:par>
                                <p:cTn id="32" presetID="50" presetClass="entr" presetSubtype="0" decel="100000" fill="hold" nodeType="withEffect">
                                  <p:stCondLst>
                                    <p:cond delay="1750"/>
                                  </p:stCondLst>
                                  <p:childTnLst>
                                    <p:set>
                                      <p:cBhvr>
                                        <p:cTn id="33" dur="1" fill="hold">
                                          <p:stCondLst>
                                            <p:cond delay="0"/>
                                          </p:stCondLst>
                                        </p:cTn>
                                        <p:tgtEl>
                                          <p:spTgt spid="27">
                                            <p:txEl>
                                              <p:pRg st="0" end="0"/>
                                            </p:txEl>
                                          </p:spTgt>
                                        </p:tgtEl>
                                        <p:attrNameLst>
                                          <p:attrName>style.visibility</p:attrName>
                                        </p:attrNameLst>
                                      </p:cBhvr>
                                      <p:to>
                                        <p:strVal val="visible"/>
                                      </p:to>
                                    </p:set>
                                    <p:anim calcmode="lin" valueType="num">
                                      <p:cBhvr>
                                        <p:cTn id="34" dur="750" fill="hold"/>
                                        <p:tgtEl>
                                          <p:spTgt spid="27">
                                            <p:txEl>
                                              <p:pRg st="0" end="0"/>
                                            </p:txEl>
                                          </p:spTgt>
                                        </p:tgtEl>
                                        <p:attrNameLst>
                                          <p:attrName>ppt_w</p:attrName>
                                        </p:attrNameLst>
                                      </p:cBhvr>
                                      <p:tavLst>
                                        <p:tav tm="0">
                                          <p:val>
                                            <p:strVal val="#ppt_w+.3"/>
                                          </p:val>
                                        </p:tav>
                                        <p:tav tm="100000">
                                          <p:val>
                                            <p:strVal val="#ppt_w"/>
                                          </p:val>
                                        </p:tav>
                                      </p:tavLst>
                                    </p:anim>
                                    <p:anim calcmode="lin" valueType="num">
                                      <p:cBhvr>
                                        <p:cTn id="35" dur="750" fill="hold"/>
                                        <p:tgtEl>
                                          <p:spTgt spid="27">
                                            <p:txEl>
                                              <p:pRg st="0" end="0"/>
                                            </p:txEl>
                                          </p:spTgt>
                                        </p:tgtEl>
                                        <p:attrNameLst>
                                          <p:attrName>ppt_h</p:attrName>
                                        </p:attrNameLst>
                                      </p:cBhvr>
                                      <p:tavLst>
                                        <p:tav tm="0">
                                          <p:val>
                                            <p:strVal val="#ppt_h"/>
                                          </p:val>
                                        </p:tav>
                                        <p:tav tm="100000">
                                          <p:val>
                                            <p:strVal val="#ppt_h"/>
                                          </p:val>
                                        </p:tav>
                                      </p:tavLst>
                                    </p:anim>
                                    <p:animEffect transition="in" filter="fade">
                                      <p:cBhvr>
                                        <p:cTn id="36" dur="750"/>
                                        <p:tgtEl>
                                          <p:spTgt spid="27">
                                            <p:txEl>
                                              <p:pRg st="0" end="0"/>
                                            </p:txEl>
                                          </p:spTgt>
                                        </p:tgtEl>
                                      </p:cBhvr>
                                    </p:animEffect>
                                  </p:childTnLst>
                                </p:cTn>
                              </p:par>
                              <p:par>
                                <p:cTn id="37" presetID="50" presetClass="entr" presetSubtype="0" decel="100000" fill="hold" grpId="0" nodeType="withEffect">
                                  <p:stCondLst>
                                    <p:cond delay="2250"/>
                                  </p:stCondLst>
                                  <p:iterate type="lt">
                                    <p:tmPct val="10000"/>
                                  </p:iterate>
                                  <p:childTnLst>
                                    <p:set>
                                      <p:cBhvr>
                                        <p:cTn id="38" dur="1" fill="hold">
                                          <p:stCondLst>
                                            <p:cond delay="0"/>
                                          </p:stCondLst>
                                        </p:cTn>
                                        <p:tgtEl>
                                          <p:spTgt spid="32">
                                            <p:txEl>
                                              <p:pRg st="0" end="0"/>
                                            </p:txEl>
                                          </p:spTgt>
                                        </p:tgtEl>
                                        <p:attrNameLst>
                                          <p:attrName>style.visibility</p:attrName>
                                        </p:attrNameLst>
                                      </p:cBhvr>
                                      <p:to>
                                        <p:strVal val="visible"/>
                                      </p:to>
                                    </p:set>
                                    <p:anim calcmode="lin" valueType="num">
                                      <p:cBhvr>
                                        <p:cTn id="39" dur="750" fill="hold"/>
                                        <p:tgtEl>
                                          <p:spTgt spid="32">
                                            <p:txEl>
                                              <p:pRg st="0" end="0"/>
                                            </p:txEl>
                                          </p:spTgt>
                                        </p:tgtEl>
                                        <p:attrNameLst>
                                          <p:attrName>ppt_w</p:attrName>
                                        </p:attrNameLst>
                                      </p:cBhvr>
                                      <p:tavLst>
                                        <p:tav tm="0">
                                          <p:val>
                                            <p:strVal val="#ppt_w+.3"/>
                                          </p:val>
                                        </p:tav>
                                        <p:tav tm="100000">
                                          <p:val>
                                            <p:strVal val="#ppt_w"/>
                                          </p:val>
                                        </p:tav>
                                      </p:tavLst>
                                    </p:anim>
                                    <p:anim calcmode="lin" valueType="num">
                                      <p:cBhvr>
                                        <p:cTn id="40" dur="750" fill="hold"/>
                                        <p:tgtEl>
                                          <p:spTgt spid="32">
                                            <p:txEl>
                                              <p:pRg st="0" end="0"/>
                                            </p:txEl>
                                          </p:spTgt>
                                        </p:tgtEl>
                                        <p:attrNameLst>
                                          <p:attrName>ppt_h</p:attrName>
                                        </p:attrNameLst>
                                      </p:cBhvr>
                                      <p:tavLst>
                                        <p:tav tm="0">
                                          <p:val>
                                            <p:strVal val="#ppt_h"/>
                                          </p:val>
                                        </p:tav>
                                        <p:tav tm="100000">
                                          <p:val>
                                            <p:strVal val="#ppt_h"/>
                                          </p:val>
                                        </p:tav>
                                      </p:tavLst>
                                    </p:anim>
                                    <p:animEffect transition="in" filter="fade">
                                      <p:cBhvr>
                                        <p:cTn id="41" dur="750"/>
                                        <p:tgtEl>
                                          <p:spTgt spid="32">
                                            <p:txEl>
                                              <p:pRg st="0" end="0"/>
                                            </p:txEl>
                                          </p:spTgt>
                                        </p:tgtEl>
                                      </p:cBhvr>
                                    </p:animEffect>
                                  </p:childTnLst>
                                </p:cTn>
                              </p:par>
                              <p:par>
                                <p:cTn id="42" presetID="50" presetClass="entr" presetSubtype="0" decel="100000" fill="hold" grpId="0" nodeType="withEffect">
                                  <p:stCondLst>
                                    <p:cond delay="2250"/>
                                  </p:stCondLst>
                                  <p:iterate type="lt">
                                    <p:tmPct val="10000"/>
                                  </p:iterate>
                                  <p:childTnLst>
                                    <p:set>
                                      <p:cBhvr>
                                        <p:cTn id="43" dur="1" fill="hold">
                                          <p:stCondLst>
                                            <p:cond delay="0"/>
                                          </p:stCondLst>
                                        </p:cTn>
                                        <p:tgtEl>
                                          <p:spTgt spid="32">
                                            <p:txEl>
                                              <p:pRg st="1" end="1"/>
                                            </p:txEl>
                                          </p:spTgt>
                                        </p:tgtEl>
                                        <p:attrNameLst>
                                          <p:attrName>style.visibility</p:attrName>
                                        </p:attrNameLst>
                                      </p:cBhvr>
                                      <p:to>
                                        <p:strVal val="visible"/>
                                      </p:to>
                                    </p:set>
                                    <p:anim calcmode="lin" valueType="num">
                                      <p:cBhvr>
                                        <p:cTn id="44" dur="750" fill="hold"/>
                                        <p:tgtEl>
                                          <p:spTgt spid="32">
                                            <p:txEl>
                                              <p:pRg st="1" end="1"/>
                                            </p:txEl>
                                          </p:spTgt>
                                        </p:tgtEl>
                                        <p:attrNameLst>
                                          <p:attrName>ppt_w</p:attrName>
                                        </p:attrNameLst>
                                      </p:cBhvr>
                                      <p:tavLst>
                                        <p:tav tm="0">
                                          <p:val>
                                            <p:strVal val="#ppt_w+.3"/>
                                          </p:val>
                                        </p:tav>
                                        <p:tav tm="100000">
                                          <p:val>
                                            <p:strVal val="#ppt_w"/>
                                          </p:val>
                                        </p:tav>
                                      </p:tavLst>
                                    </p:anim>
                                    <p:anim calcmode="lin" valueType="num">
                                      <p:cBhvr>
                                        <p:cTn id="45" dur="750" fill="hold"/>
                                        <p:tgtEl>
                                          <p:spTgt spid="32">
                                            <p:txEl>
                                              <p:pRg st="1" end="1"/>
                                            </p:txEl>
                                          </p:spTgt>
                                        </p:tgtEl>
                                        <p:attrNameLst>
                                          <p:attrName>ppt_h</p:attrName>
                                        </p:attrNameLst>
                                      </p:cBhvr>
                                      <p:tavLst>
                                        <p:tav tm="0">
                                          <p:val>
                                            <p:strVal val="#ppt_h"/>
                                          </p:val>
                                        </p:tav>
                                        <p:tav tm="100000">
                                          <p:val>
                                            <p:strVal val="#ppt_h"/>
                                          </p:val>
                                        </p:tav>
                                      </p:tavLst>
                                    </p:anim>
                                    <p:animEffect transition="in" filter="fade">
                                      <p:cBhvr>
                                        <p:cTn id="46" dur="750"/>
                                        <p:tgtEl>
                                          <p:spTgt spid="32">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8" presetClass="entr" presetSubtype="16" fill="hold" nodeType="clickEffect">
                                  <p:stCondLst>
                                    <p:cond delay="0"/>
                                  </p:stCondLst>
                                  <p:childTnLst>
                                    <p:set>
                                      <p:cBhvr>
                                        <p:cTn id="50" dur="1" fill="hold">
                                          <p:stCondLst>
                                            <p:cond delay="0"/>
                                          </p:stCondLst>
                                        </p:cTn>
                                        <p:tgtEl>
                                          <p:spTgt spid="4128"/>
                                        </p:tgtEl>
                                        <p:attrNameLst>
                                          <p:attrName>style.visibility</p:attrName>
                                        </p:attrNameLst>
                                      </p:cBhvr>
                                      <p:to>
                                        <p:strVal val="visible"/>
                                      </p:to>
                                    </p:set>
                                    <p:animEffect transition="in" filter="diamond(in)">
                                      <p:cBhvr>
                                        <p:cTn id="51" dur="2000"/>
                                        <p:tgtEl>
                                          <p:spTgt spid="4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 name="图片 57"/>
          <p:cNvPicPr>
            <a:picLocks noChangeAspect="1"/>
          </p:cNvPicPr>
          <p:nvPr/>
        </p:nvPicPr>
        <p:blipFill rotWithShape="1">
          <a:blip r:embed="rId1" cstate="screen"/>
          <a:srcRect/>
          <a:stretch>
            <a:fillRect/>
          </a:stretch>
        </p:blipFill>
        <p:spPr>
          <a:xfrm>
            <a:off x="0" y="0"/>
            <a:ext cx="12192000" cy="647700"/>
          </a:xfrm>
          <a:prstGeom prst="rect">
            <a:avLst/>
          </a:prstGeom>
        </p:spPr>
      </p:pic>
      <p:pic>
        <p:nvPicPr>
          <p:cNvPr id="59" name="图片 58"/>
          <p:cNvPicPr>
            <a:picLocks noChangeAspect="1"/>
          </p:cNvPicPr>
          <p:nvPr/>
        </p:nvPicPr>
        <p:blipFill rotWithShape="1">
          <a:blip r:embed="rId1" cstate="screen"/>
          <a:srcRect/>
          <a:stretch>
            <a:fillRect/>
          </a:stretch>
        </p:blipFill>
        <p:spPr>
          <a:xfrm flipV="1">
            <a:off x="0" y="6210300"/>
            <a:ext cx="12192000" cy="647700"/>
          </a:xfrm>
          <a:prstGeom prst="rect">
            <a:avLst/>
          </a:prstGeom>
        </p:spPr>
      </p:pic>
      <p:pic>
        <p:nvPicPr>
          <p:cNvPr id="62" name="图片 61"/>
          <p:cNvPicPr>
            <a:picLocks noChangeAspect="1"/>
          </p:cNvPicPr>
          <p:nvPr/>
        </p:nvPicPr>
        <p:blipFill rotWithShape="1">
          <a:blip r:embed="rId2" cstate="screen"/>
          <a:srcRect/>
          <a:stretch>
            <a:fillRect/>
          </a:stretch>
        </p:blipFill>
        <p:spPr>
          <a:xfrm>
            <a:off x="9093460" y="0"/>
            <a:ext cx="3098540" cy="1915885"/>
          </a:xfrm>
          <a:prstGeom prst="rect">
            <a:avLst/>
          </a:prstGeom>
        </p:spPr>
      </p:pic>
      <p:pic>
        <p:nvPicPr>
          <p:cNvPr id="63" name="图片 62"/>
          <p:cNvPicPr>
            <a:picLocks noChangeAspect="1"/>
          </p:cNvPicPr>
          <p:nvPr/>
        </p:nvPicPr>
        <p:blipFill rotWithShape="1">
          <a:blip r:embed="rId3" cstate="screen"/>
          <a:srcRect b="-2"/>
          <a:stretch>
            <a:fillRect/>
          </a:stretch>
        </p:blipFill>
        <p:spPr>
          <a:xfrm>
            <a:off x="0" y="3381829"/>
            <a:ext cx="2757714" cy="3476171"/>
          </a:xfrm>
          <a:prstGeom prst="rect">
            <a:avLst/>
          </a:prstGeom>
        </p:spPr>
      </p:pic>
      <p:pic>
        <p:nvPicPr>
          <p:cNvPr id="64" name="图片 63"/>
          <p:cNvPicPr>
            <a:picLocks noChangeAspect="1"/>
          </p:cNvPicPr>
          <p:nvPr/>
        </p:nvPicPr>
        <p:blipFill rotWithShape="1">
          <a:blip r:embed="rId4" cstate="screen"/>
          <a:srcRect/>
          <a:stretch>
            <a:fillRect/>
          </a:stretch>
        </p:blipFill>
        <p:spPr>
          <a:xfrm>
            <a:off x="9938787" y="5241850"/>
            <a:ext cx="1407886" cy="1204686"/>
          </a:xfrm>
          <a:prstGeom prst="rect">
            <a:avLst/>
          </a:prstGeom>
        </p:spPr>
      </p:pic>
      <p:sp>
        <p:nvSpPr>
          <p:cNvPr id="100" name="文本框 99"/>
          <p:cNvSpPr txBox="1"/>
          <p:nvPr/>
        </p:nvSpPr>
        <p:spPr>
          <a:xfrm>
            <a:off x="3088005" y="853440"/>
            <a:ext cx="7248525" cy="2861310"/>
          </a:xfrm>
          <a:prstGeom prst="rect">
            <a:avLst/>
          </a:prstGeom>
          <a:noFill/>
          <a:ln w="9525">
            <a:noFill/>
          </a:ln>
        </p:spPr>
        <p:txBody>
          <a:bodyPr wrap="square">
            <a:spAutoFit/>
          </a:bodyPr>
          <a:lstStyle/>
          <a:p>
            <a:pPr indent="304800">
              <a:lnSpc>
                <a:spcPct val="150000"/>
              </a:lnSpc>
            </a:pPr>
            <a:r>
              <a:rPr lang="zh-CN" sz="2400" b="1">
                <a:ea typeface="宋体" panose="02010600030101010101" pitchFamily="2" charset="-122"/>
              </a:rPr>
              <a:t>《毛特》课是一门什么样的课？简言之，《毛特》课就是介绍毛泽东思想和中国特色社会主义理论体系</a:t>
            </a:r>
            <a:r>
              <a:rPr lang="zh-CN" sz="2400" b="1" u="sng">
                <a:ea typeface="宋体" panose="02010600030101010101" pitchFamily="2" charset="-122"/>
              </a:rPr>
              <a:t>形成和发展的历史进程</a:t>
            </a:r>
            <a:r>
              <a:rPr lang="zh-CN" sz="2400" b="1">
                <a:ea typeface="宋体" panose="02010600030101010101" pitchFamily="2" charset="-122"/>
              </a:rPr>
              <a:t>、</a:t>
            </a:r>
            <a:r>
              <a:rPr lang="zh-CN" sz="2400" b="1" u="sng">
                <a:ea typeface="宋体" panose="02010600030101010101" pitchFamily="2" charset="-122"/>
              </a:rPr>
              <a:t>理论的主要内容及其精髓</a:t>
            </a:r>
            <a:r>
              <a:rPr lang="zh-CN" sz="2400" b="1">
                <a:ea typeface="宋体" panose="02010600030101010101" pitchFamily="2" charset="-122"/>
              </a:rPr>
              <a:t>、</a:t>
            </a:r>
            <a:r>
              <a:rPr lang="zh-CN" sz="2400" b="1" u="sng">
                <a:ea typeface="宋体" panose="02010600030101010101" pitchFamily="2" charset="-122"/>
              </a:rPr>
              <a:t>理论成果的历史地位</a:t>
            </a:r>
            <a:r>
              <a:rPr lang="zh-CN" sz="2400" b="1">
                <a:ea typeface="宋体" panose="02010600030101010101" pitchFamily="2" charset="-122"/>
              </a:rPr>
              <a:t>等的一门思想政治理论课。当代大学生学好这门课，意义重大。</a:t>
            </a:r>
            <a:endParaRPr lang="zh-CN" altLang="en-US" sz="2400" b="1"/>
          </a:p>
        </p:txBody>
      </p:sp>
      <p:pic>
        <p:nvPicPr>
          <p:cNvPr id="2" name="图片 1"/>
          <p:cNvPicPr>
            <a:picLocks noChangeAspect="1"/>
          </p:cNvPicPr>
          <p:nvPr/>
        </p:nvPicPr>
        <p:blipFill>
          <a:blip r:embed="rId5"/>
          <a:stretch>
            <a:fillRect/>
          </a:stretch>
        </p:blipFill>
        <p:spPr>
          <a:xfrm>
            <a:off x="83185" y="647700"/>
            <a:ext cx="2818765" cy="2286000"/>
          </a:xfrm>
          <a:prstGeom prst="rect">
            <a:avLst/>
          </a:prstGeom>
        </p:spPr>
      </p:pic>
      <p:pic>
        <p:nvPicPr>
          <p:cNvPr id="3" name="图片 2" descr="t017c7e36fd4f466b5d"/>
          <p:cNvPicPr>
            <a:picLocks noChangeAspect="1"/>
          </p:cNvPicPr>
          <p:nvPr/>
        </p:nvPicPr>
        <p:blipFill>
          <a:blip r:embed="rId6"/>
          <a:stretch>
            <a:fillRect/>
          </a:stretch>
        </p:blipFill>
        <p:spPr>
          <a:xfrm>
            <a:off x="83185" y="3148965"/>
            <a:ext cx="2818765" cy="2092960"/>
          </a:xfrm>
          <a:prstGeom prst="rect">
            <a:avLst/>
          </a:prstGeom>
        </p:spPr>
      </p:pic>
      <p:pic>
        <p:nvPicPr>
          <p:cNvPr id="4" name="图片 3" descr="t01c3a99619f84fcf63"/>
          <p:cNvPicPr>
            <a:picLocks noChangeAspect="1"/>
          </p:cNvPicPr>
          <p:nvPr/>
        </p:nvPicPr>
        <p:blipFill>
          <a:blip r:embed="rId7"/>
          <a:stretch>
            <a:fillRect/>
          </a:stretch>
        </p:blipFill>
        <p:spPr>
          <a:xfrm>
            <a:off x="3514725" y="3867785"/>
            <a:ext cx="2727325" cy="2065020"/>
          </a:xfrm>
          <a:prstGeom prst="rect">
            <a:avLst/>
          </a:prstGeom>
        </p:spPr>
      </p:pic>
      <p:pic>
        <p:nvPicPr>
          <p:cNvPr id="5" name="图片 4" descr="t01984a5268f0297966"/>
          <p:cNvPicPr>
            <a:picLocks noChangeAspect="1"/>
          </p:cNvPicPr>
          <p:nvPr/>
        </p:nvPicPr>
        <p:blipFill>
          <a:blip r:embed="rId8"/>
          <a:stretch>
            <a:fillRect/>
          </a:stretch>
        </p:blipFill>
        <p:spPr>
          <a:xfrm>
            <a:off x="6854190" y="3867785"/>
            <a:ext cx="2870835" cy="206502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1000"/>
                                        <p:tgtEl>
                                          <p:spTgt spid="59"/>
                                        </p:tgtEl>
                                      </p:cBhvr>
                                    </p:animEffect>
                                    <p:anim calcmode="lin" valueType="num">
                                      <p:cBhvr>
                                        <p:cTn id="13" dur="1000" fill="hold"/>
                                        <p:tgtEl>
                                          <p:spTgt spid="59"/>
                                        </p:tgtEl>
                                        <p:attrNameLst>
                                          <p:attrName>ppt_x</p:attrName>
                                        </p:attrNameLst>
                                      </p:cBhvr>
                                      <p:tavLst>
                                        <p:tav tm="0">
                                          <p:val>
                                            <p:strVal val="#ppt_x"/>
                                          </p:val>
                                        </p:tav>
                                        <p:tav tm="100000">
                                          <p:val>
                                            <p:strVal val="#ppt_x"/>
                                          </p:val>
                                        </p:tav>
                                      </p:tavLst>
                                    </p:anim>
                                    <p:anim calcmode="lin" valueType="num">
                                      <p:cBhvr>
                                        <p:cTn id="14" dur="1000" fill="hold"/>
                                        <p:tgtEl>
                                          <p:spTgt spid="59"/>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750" fill="hold"/>
                                        <p:tgtEl>
                                          <p:spTgt spid="62"/>
                                        </p:tgtEl>
                                        <p:attrNameLst>
                                          <p:attrName>ppt_x</p:attrName>
                                        </p:attrNameLst>
                                      </p:cBhvr>
                                      <p:tavLst>
                                        <p:tav tm="0">
                                          <p:val>
                                            <p:strVal val="1+#ppt_w/2"/>
                                          </p:val>
                                        </p:tav>
                                        <p:tav tm="100000">
                                          <p:val>
                                            <p:strVal val="#ppt_x"/>
                                          </p:val>
                                        </p:tav>
                                      </p:tavLst>
                                    </p:anim>
                                    <p:anim calcmode="lin" valueType="num">
                                      <p:cBhvr additive="base">
                                        <p:cTn id="18" dur="750" fill="hold"/>
                                        <p:tgtEl>
                                          <p:spTgt spid="62"/>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3"/>
                                        </p:tgtEl>
                                        <p:attrNameLst>
                                          <p:attrName>style.visibility</p:attrName>
                                        </p:attrNameLst>
                                      </p:cBhvr>
                                      <p:to>
                                        <p:strVal val="visible"/>
                                      </p:to>
                                    </p:set>
                                    <p:anim calcmode="lin" valueType="num">
                                      <p:cBhvr additive="base">
                                        <p:cTn id="21" dur="750" fill="hold"/>
                                        <p:tgtEl>
                                          <p:spTgt spid="63"/>
                                        </p:tgtEl>
                                        <p:attrNameLst>
                                          <p:attrName>ppt_x</p:attrName>
                                        </p:attrNameLst>
                                      </p:cBhvr>
                                      <p:tavLst>
                                        <p:tav tm="0">
                                          <p:val>
                                            <p:strVal val="0-#ppt_w/2"/>
                                          </p:val>
                                        </p:tav>
                                        <p:tav tm="100000">
                                          <p:val>
                                            <p:strVal val="#ppt_x"/>
                                          </p:val>
                                        </p:tav>
                                      </p:tavLst>
                                    </p:anim>
                                    <p:anim calcmode="lin" valueType="num">
                                      <p:cBhvr additive="base">
                                        <p:cTn id="22" dur="750" fill="hold"/>
                                        <p:tgtEl>
                                          <p:spTgt spid="63"/>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75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60" name="图片 4"/>
          <p:cNvPicPr>
            <a:picLocks noGrp="1" noChangeAspect="1"/>
          </p:cNvPicPr>
          <p:nvPr>
            <p:ph idx="1"/>
            <p:custDataLst>
              <p:tags r:id="rId1"/>
            </p:custDataLst>
          </p:nvPr>
        </p:nvPicPr>
        <p:blipFill>
          <a:blip r:embed="rId2"/>
          <a:stretch>
            <a:fillRect/>
          </a:stretch>
        </p:blipFill>
        <p:spPr>
          <a:xfrm>
            <a:off x="938530" y="1798955"/>
            <a:ext cx="5401310" cy="3841750"/>
          </a:xfrm>
          <a:prstGeom prst="rect">
            <a:avLst/>
          </a:prstGeom>
          <a:noFill/>
          <a:ln w="9525">
            <a:noFill/>
          </a:ln>
        </p:spPr>
      </p:pic>
      <p:sp>
        <p:nvSpPr>
          <p:cNvPr id="25602" name="标题 1"/>
          <p:cNvSpPr>
            <a:spLocks noGrp="1"/>
          </p:cNvSpPr>
          <p:nvPr>
            <p:custDataLst>
              <p:tags r:id="rId3"/>
            </p:custDataLst>
          </p:nvPr>
        </p:nvSpPr>
        <p:spPr>
          <a:xfrm>
            <a:off x="838200" y="536575"/>
            <a:ext cx="10515600" cy="1325563"/>
          </a:xfrm>
          <a:prstGeom prst="rect">
            <a:avLst/>
          </a:prstGeom>
          <a:noFill/>
          <a:ln w="9525">
            <a:noFill/>
          </a:ln>
        </p:spPr>
        <p:txBody>
          <a:bodyPr vert="horz" wrap="square" lIns="91440" tIns="45720" rIns="91440" bIns="45720" anchor="ctr" anchorCtr="0"/>
          <a:lstStyle>
            <a:lvl1pPr algn="l" rtl="0" fontAlgn="base">
              <a:lnSpc>
                <a:spcPct val="90000"/>
              </a:lnSpc>
              <a:spcBef>
                <a:spcPct val="0"/>
              </a:spcBef>
              <a:spcAft>
                <a:spcPct val="0"/>
              </a:spcAft>
              <a:defRPr sz="4400" kern="1200">
                <a:solidFill>
                  <a:schemeClr val="tx1"/>
                </a:solidFill>
                <a:latin typeface="印品黑体" pitchFamily="2" charset="-122"/>
                <a:ea typeface="印品黑体" pitchFamily="2" charset="-122"/>
                <a:cs typeface="+mj-cs"/>
              </a:defRPr>
            </a:lvl1pPr>
            <a:lvl2pPr algn="l" rtl="0" fontAlgn="base">
              <a:lnSpc>
                <a:spcPct val="90000"/>
              </a:lnSpc>
              <a:spcBef>
                <a:spcPct val="0"/>
              </a:spcBef>
              <a:spcAft>
                <a:spcPct val="0"/>
              </a:spcAft>
              <a:defRPr sz="4400">
                <a:solidFill>
                  <a:schemeClr val="tx1"/>
                </a:solidFill>
                <a:latin typeface="印品黑体" pitchFamily="2" charset="-122"/>
                <a:ea typeface="印品黑体" pitchFamily="2" charset="-122"/>
              </a:defRPr>
            </a:lvl2pPr>
            <a:lvl3pPr algn="l" rtl="0" fontAlgn="base">
              <a:lnSpc>
                <a:spcPct val="90000"/>
              </a:lnSpc>
              <a:spcBef>
                <a:spcPct val="0"/>
              </a:spcBef>
              <a:spcAft>
                <a:spcPct val="0"/>
              </a:spcAft>
              <a:defRPr sz="4400">
                <a:solidFill>
                  <a:schemeClr val="tx1"/>
                </a:solidFill>
                <a:latin typeface="印品黑体" pitchFamily="2" charset="-122"/>
                <a:ea typeface="印品黑体" pitchFamily="2" charset="-122"/>
              </a:defRPr>
            </a:lvl3pPr>
            <a:lvl4pPr algn="l" rtl="0" fontAlgn="base">
              <a:lnSpc>
                <a:spcPct val="90000"/>
              </a:lnSpc>
              <a:spcBef>
                <a:spcPct val="0"/>
              </a:spcBef>
              <a:spcAft>
                <a:spcPct val="0"/>
              </a:spcAft>
              <a:defRPr sz="4400">
                <a:solidFill>
                  <a:schemeClr val="tx1"/>
                </a:solidFill>
                <a:latin typeface="印品黑体" pitchFamily="2" charset="-122"/>
                <a:ea typeface="印品黑体" pitchFamily="2" charset="-122"/>
              </a:defRPr>
            </a:lvl4pPr>
            <a:lvl5pPr algn="l" rtl="0" fontAlgn="base">
              <a:lnSpc>
                <a:spcPct val="90000"/>
              </a:lnSpc>
              <a:spcBef>
                <a:spcPct val="0"/>
              </a:spcBef>
              <a:spcAft>
                <a:spcPct val="0"/>
              </a:spcAft>
              <a:defRPr sz="4400">
                <a:solidFill>
                  <a:schemeClr val="tx1"/>
                </a:solidFill>
                <a:latin typeface="印品黑体" pitchFamily="2" charset="-122"/>
                <a:ea typeface="印品黑体" pitchFamily="2" charset="-122"/>
              </a:defRPr>
            </a:lvl5pPr>
            <a:lvl6pPr marL="457200" algn="l" rtl="0" fontAlgn="base">
              <a:lnSpc>
                <a:spcPct val="90000"/>
              </a:lnSpc>
              <a:spcBef>
                <a:spcPct val="0"/>
              </a:spcBef>
              <a:spcAft>
                <a:spcPct val="0"/>
              </a:spcAft>
              <a:defRPr sz="4400">
                <a:solidFill>
                  <a:schemeClr val="tx1"/>
                </a:solidFill>
                <a:latin typeface="印品黑体" pitchFamily="2" charset="-122"/>
                <a:ea typeface="印品黑体" pitchFamily="2" charset="-122"/>
              </a:defRPr>
            </a:lvl6pPr>
            <a:lvl7pPr marL="914400" algn="l" rtl="0" fontAlgn="base">
              <a:lnSpc>
                <a:spcPct val="90000"/>
              </a:lnSpc>
              <a:spcBef>
                <a:spcPct val="0"/>
              </a:spcBef>
              <a:spcAft>
                <a:spcPct val="0"/>
              </a:spcAft>
              <a:defRPr sz="4400">
                <a:solidFill>
                  <a:schemeClr val="tx1"/>
                </a:solidFill>
                <a:latin typeface="印品黑体" pitchFamily="2" charset="-122"/>
                <a:ea typeface="印品黑体" pitchFamily="2" charset="-122"/>
              </a:defRPr>
            </a:lvl7pPr>
            <a:lvl8pPr marL="1371600" algn="l" rtl="0" fontAlgn="base">
              <a:lnSpc>
                <a:spcPct val="90000"/>
              </a:lnSpc>
              <a:spcBef>
                <a:spcPct val="0"/>
              </a:spcBef>
              <a:spcAft>
                <a:spcPct val="0"/>
              </a:spcAft>
              <a:defRPr sz="4400">
                <a:solidFill>
                  <a:schemeClr val="tx1"/>
                </a:solidFill>
                <a:latin typeface="印品黑体" pitchFamily="2" charset="-122"/>
                <a:ea typeface="印品黑体" pitchFamily="2" charset="-122"/>
              </a:defRPr>
            </a:lvl8pPr>
            <a:lvl9pPr marL="1828800" algn="l" rtl="0" fontAlgn="base">
              <a:lnSpc>
                <a:spcPct val="90000"/>
              </a:lnSpc>
              <a:spcBef>
                <a:spcPct val="0"/>
              </a:spcBef>
              <a:spcAft>
                <a:spcPct val="0"/>
              </a:spcAft>
              <a:defRPr sz="4400">
                <a:solidFill>
                  <a:schemeClr val="tx1"/>
                </a:solidFill>
                <a:latin typeface="印品黑体" pitchFamily="2" charset="-122"/>
                <a:ea typeface="印品黑体" pitchFamily="2" charset="-122"/>
              </a:defRPr>
            </a:lvl9pPr>
          </a:lstStyle>
          <a:p>
            <a:pPr eaLnBrk="1" hangingPunct="1"/>
            <a:r>
              <a:rPr lang="zh-CN" altLang="en-US" sz="3600" dirty="0">
                <a:solidFill>
                  <a:srgbClr val="FF0000"/>
                </a:solidFill>
              </a:rPr>
              <a:t>课程性质</a:t>
            </a:r>
            <a:endParaRPr lang="zh-CN" altLang="en-US" sz="3600" dirty="0">
              <a:solidFill>
                <a:srgbClr val="FF0000"/>
              </a:solidFill>
            </a:endParaRPr>
          </a:p>
        </p:txBody>
      </p:sp>
      <p:sp>
        <p:nvSpPr>
          <p:cNvPr id="45058" name="内容占位符 2"/>
          <p:cNvSpPr>
            <a:spLocks noGrp="1"/>
          </p:cNvSpPr>
          <p:nvPr>
            <p:ph sz="quarter" idx="4294967295"/>
            <p:custDataLst>
              <p:tags r:id="rId4"/>
            </p:custDataLst>
          </p:nvPr>
        </p:nvSpPr>
        <p:spPr>
          <a:xfrm>
            <a:off x="6485890" y="2117725"/>
            <a:ext cx="5055235" cy="2797175"/>
          </a:xfrm>
        </p:spPr>
        <p:txBody>
          <a:bodyPr vert="horz" wrap="square" lIns="91440" tIns="45720" rIns="91440" bIns="45720" anchor="t" anchorCtr="0">
            <a:noAutofit/>
          </a:bodyPr>
          <a:lstStyle>
            <a:lvl1pPr lvl="0">
              <a:buClrTx/>
              <a:buSzTx/>
              <a:buFont typeface="Arial" panose="020B0604020202020204" pitchFamily="34" charset="0"/>
              <a:defRPr sz="2400"/>
            </a:lvl1pPr>
            <a:lvl2pPr lvl="1">
              <a:buClrTx/>
              <a:buSzTx/>
              <a:buFont typeface="Arial" panose="020B0604020202020204" pitchFamily="34" charset="0"/>
              <a:defRPr sz="2000"/>
            </a:lvl2pPr>
            <a:lvl3pPr lvl="2">
              <a:buClrTx/>
              <a:buSzTx/>
              <a:buFont typeface="Arial" panose="020B0604020202020204" pitchFamily="34" charset="0"/>
              <a:defRPr sz="1800"/>
            </a:lvl3pPr>
            <a:lvl4pPr lvl="3">
              <a:buClrTx/>
              <a:buSzTx/>
              <a:buFont typeface="Arial" panose="020B0604020202020204" pitchFamily="34" charset="0"/>
              <a:defRPr sz="1600"/>
            </a:lvl4pPr>
            <a:lvl5pPr lvl="4">
              <a:buClrTx/>
              <a:buSzTx/>
              <a:buFont typeface="Arial" panose="020B0604020202020204" pitchFamily="34" charset="0"/>
              <a:defRPr sz="1600"/>
            </a:lvl5pPr>
          </a:lstStyle>
          <a:p>
            <a:pPr marL="273050" lvl="0" indent="-273050" eaLnBrk="1" hangingPunct="1">
              <a:lnSpc>
                <a:spcPct val="145000"/>
              </a:lnSpc>
              <a:buFontTx/>
              <a:buNone/>
            </a:pPr>
            <a:r>
              <a:rPr lang="zh-CN" altLang="en-US" sz="2300" dirty="0">
                <a:latin typeface="楷体_GB2312" panose="02010609030101010101" pitchFamily="49" charset="-122"/>
              </a:rPr>
              <a:t>   </a:t>
            </a:r>
            <a:r>
              <a:rPr lang="en-US" altLang="zh-CN" sz="2300" dirty="0">
                <a:latin typeface="楷体" panose="02010609060101010101" pitchFamily="49" charset="-122"/>
                <a:ea typeface="楷体" panose="02010609060101010101" pitchFamily="49" charset="-122"/>
              </a:rPr>
              <a:t>“毛泽东思想和中国特色社会主义理论体系概论”课（简称“概论”课）是全国所有大学生必修的公共课程，</a:t>
            </a:r>
            <a:r>
              <a:rPr lang="zh-CN" altLang="en-US" sz="2300" dirty="0">
                <a:latin typeface="楷体" panose="02010609060101010101" pitchFamily="49" charset="-122"/>
                <a:ea typeface="楷体" panose="02010609060101010101" pitchFamily="49" charset="-122"/>
              </a:rPr>
              <a:t>是高校思想政治理论课课程体系的重要组成部分。</a:t>
            </a:r>
            <a:endParaRPr lang="zh-CN" altLang="en-US" sz="2300" dirty="0">
              <a:latin typeface="楷体" panose="02010609060101010101" pitchFamily="49" charset="-122"/>
              <a:ea typeface="楷体" panose="02010609060101010101" pitchFamily="49" charset="-122"/>
            </a:endParaRPr>
          </a:p>
          <a:p>
            <a:pPr marL="273050" lvl="0" indent="-273050" eaLnBrk="1" hangingPunct="1">
              <a:lnSpc>
                <a:spcPct val="145000"/>
              </a:lnSpc>
              <a:buFontTx/>
              <a:buNone/>
            </a:pPr>
            <a:r>
              <a:rPr lang="zh-CN" altLang="en-US" sz="2300" dirty="0">
                <a:latin typeface="楷体" panose="02010609060101010101" pitchFamily="49" charset="-122"/>
                <a:ea typeface="楷体" panose="02010609060101010101" pitchFamily="49" charset="-122"/>
              </a:rPr>
              <a:t>    </a:t>
            </a:r>
            <a:br>
              <a:rPr lang="zh-CN" altLang="en-US" sz="2300" dirty="0"/>
            </a:br>
            <a:endParaRPr lang="zh-CN" altLang="en-US" sz="2300" dirty="0">
              <a:latin typeface="楷体_GB2312" panose="02010609030101010101" pitchFamily="49" charset="-122"/>
              <a:sym typeface="Arial" panose="020B0604020202020204" pitchFamily="34" charset="0"/>
            </a:endParaRPr>
          </a:p>
          <a:p>
            <a:pPr marL="273050" lvl="0" indent="-273050" eaLnBrk="1" hangingPunct="1">
              <a:lnSpc>
                <a:spcPct val="145000"/>
              </a:lnSpc>
              <a:buFontTx/>
              <a:buNone/>
            </a:pPr>
            <a:r>
              <a:rPr lang="zh-CN" altLang="en-US" sz="2300" dirty="0">
                <a:solidFill>
                  <a:srgbClr val="FF0000"/>
                </a:solidFill>
                <a:latin typeface="楷体_GB2312" panose="02010609030101010101" pitchFamily="49" charset="-122"/>
              </a:rPr>
              <a:t>    </a:t>
            </a:r>
            <a:endParaRPr lang="zh-CN" altLang="en-US" sz="2300" dirty="0">
              <a:solidFill>
                <a:srgbClr val="FF0000"/>
              </a:solidFill>
              <a:latin typeface="楷体_GB2312" panose="0201060903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p:cTn id="7" dur="500" fill="hold"/>
                                        <p:tgtEl>
                                          <p:spTgt spid="25602"/>
                                        </p:tgtEl>
                                        <p:attrNameLst>
                                          <p:attrName>ppt_w</p:attrName>
                                        </p:attrNameLst>
                                      </p:cBhvr>
                                      <p:tavLst>
                                        <p:tav tm="0">
                                          <p:val>
                                            <p:fltVal val="0"/>
                                          </p:val>
                                        </p:tav>
                                        <p:tav tm="100000">
                                          <p:val>
                                            <p:strVal val="#ppt_w"/>
                                          </p:val>
                                        </p:tav>
                                      </p:tavLst>
                                    </p:anim>
                                    <p:anim calcmode="lin" valueType="num">
                                      <p:cBhvr>
                                        <p:cTn id="8" dur="500" fill="hold"/>
                                        <p:tgtEl>
                                          <p:spTgt spid="2560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idx="4294967295"/>
            <p:custDataLst>
              <p:tags r:id="rId1"/>
            </p:custDataLst>
          </p:nvPr>
        </p:nvSpPr>
        <p:spPr>
          <a:xfrm>
            <a:off x="838200" y="673100"/>
            <a:ext cx="10515600" cy="1325563"/>
          </a:xfrm>
        </p:spPr>
        <p:txBody>
          <a:bodyPr vert="horz" wrap="square" lIns="91440" tIns="45720" rIns="91440" bIns="45720" anchor="ctr" anchorCtr="0"/>
          <a:lstStyle/>
          <a:p>
            <a:pPr eaLnBrk="1" hangingPunct="1"/>
            <a:r>
              <a:rPr lang="zh-CN" altLang="en-US" sz="3600" dirty="0">
                <a:solidFill>
                  <a:srgbClr val="FF0000"/>
                </a:solidFill>
              </a:rPr>
              <a:t>课程目标</a:t>
            </a:r>
            <a:endParaRPr lang="zh-CN" altLang="en-US" sz="3600" dirty="0">
              <a:solidFill>
                <a:srgbClr val="FF0000"/>
              </a:solidFill>
            </a:endParaRPr>
          </a:p>
        </p:txBody>
      </p:sp>
      <p:sp>
        <p:nvSpPr>
          <p:cNvPr id="25603" name="内容占位符 2"/>
          <p:cNvSpPr>
            <a:spLocks noGrp="1"/>
          </p:cNvSpPr>
          <p:nvPr>
            <p:custDataLst>
              <p:tags r:id="rId2"/>
            </p:custDataLst>
          </p:nvPr>
        </p:nvSpPr>
        <p:spPr>
          <a:xfrm>
            <a:off x="1714500" y="1714500"/>
            <a:ext cx="8493760" cy="3889375"/>
          </a:xfrm>
          <a:prstGeom prst="rect">
            <a:avLst/>
          </a:prstGeom>
          <a:noFill/>
          <a:ln w="9525">
            <a:noFill/>
          </a:ln>
        </p:spPr>
        <p:txBody>
          <a:bodyPr vert="horz" wrap="square" lIns="91440" tIns="45720" rIns="91440" bIns="45720" numCol="1" anchor="t" anchorCtr="0" compatLnSpc="1">
            <a:no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印品黑体" pitchFamily="2" charset="-122"/>
                <a:ea typeface="印品黑体" pitchFamily="2" charset="-122"/>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印品黑体" pitchFamily="2" charset="-122"/>
                <a:ea typeface="印品黑体" pitchFamily="2" charset="-122"/>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印品黑体" pitchFamily="2" charset="-122"/>
                <a:ea typeface="印品黑体" pitchFamily="2" charset="-122"/>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印品黑体" pitchFamily="2" charset="-122"/>
                <a:ea typeface="印品黑体" pitchFamily="2" charset="-122"/>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印品黑体" pitchFamily="2" charset="-122"/>
                <a:ea typeface="印品黑体"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3050" marR="0" lvl="0" indent="-273050" algn="l" defTabSz="914400" rtl="0" eaLnBrk="1" fontAlgn="base" latinLnBrk="0" hangingPunct="1">
              <a:lnSpc>
                <a:spcPct val="100000"/>
              </a:lnSpc>
              <a:spcBef>
                <a:spcPts val="1000"/>
              </a:spcBef>
              <a:spcAft>
                <a:spcPct val="0"/>
              </a:spcAft>
              <a:buClrTx/>
              <a:buSzTx/>
              <a:buFontTx/>
              <a:buNone/>
              <a:defRPr/>
            </a:pPr>
            <a:r>
              <a:rPr kumimoji="0" lang="zh-CN" altLang="en-US" sz="2300" b="0" i="0" u="none" strike="noStrike" kern="1200" cap="none" spc="0" normalizeH="0" baseline="0" noProof="0">
                <a:ln>
                  <a:noFill/>
                </a:ln>
                <a:solidFill>
                  <a:schemeClr val="tx1"/>
                </a:solidFill>
                <a:effectLst/>
                <a:uLnTx/>
                <a:uFillTx/>
                <a:latin typeface="楷体_GB2312" panose="02010609030101010101" pitchFamily="49" charset="-122"/>
                <a:ea typeface="印品黑体" pitchFamily="2" charset="-122"/>
                <a:cs typeface="+mn-cs"/>
              </a:rPr>
              <a:t>       </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本课程以马克思主义中国化</a:t>
            </a:r>
            <a:r>
              <a:rPr kumimoji="0" lang="zh-CN"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时代化</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的理论成果--毛泽东思想和中国特色社会主义理论体系为主要教育内容，旨在使青年大学生</a:t>
            </a:r>
            <a:r>
              <a:rPr kumimoji="0" lang="zh-CN" altLang="en-US"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a:t>
            </a:r>
            <a:endParaRPr kumimoji="0" lang="zh-CN" altLang="en-US"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endParaRPr>
          </a:p>
          <a:p>
            <a:pPr marL="273050" marR="0" lvl="0" indent="-273050" algn="l" defTabSz="914400" rtl="0" eaLnBrk="1" fontAlgn="base" latinLnBrk="0" hangingPunct="1">
              <a:lnSpc>
                <a:spcPct val="100000"/>
              </a:lnSpc>
              <a:spcBef>
                <a:spcPts val="1000"/>
              </a:spcBef>
              <a:spcAft>
                <a:spcPct val="0"/>
              </a:spcAft>
              <a:buClrTx/>
              <a:buSzTx/>
              <a:buFontTx/>
              <a:buNone/>
              <a:defRPr/>
            </a:pPr>
            <a:r>
              <a:rPr kumimoji="0" lang="zh-CN" altLang="en-US"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 </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     深入</a:t>
            </a:r>
            <a:r>
              <a:rPr kumimoji="0" lang="en-US" altLang="zh-CN" sz="2300" b="0" i="0" u="none" strike="noStrike" kern="1200" cap="none" spc="0" normalizeH="0" baseline="0" noProof="0">
                <a:ln>
                  <a:noFill/>
                </a:ln>
                <a:solidFill>
                  <a:srgbClr val="91000E"/>
                </a:solidFill>
                <a:effectLst/>
                <a:uLnTx/>
                <a:uFillTx/>
                <a:latin typeface="楷体" panose="02010609060101010101" pitchFamily="49" charset="-122"/>
                <a:ea typeface="楷体" panose="02010609060101010101" pitchFamily="49" charset="-122"/>
                <a:cs typeface="+mn-cs"/>
              </a:rPr>
              <a:t>理解</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中国共产党在不同历史时期，基于对社会环境和主要矛盾的科学分析，如何在探索和实践中不断推进马克思主义中国化的道路创新、理论创新和制度创新，</a:t>
            </a:r>
            <a:r>
              <a:rPr kumimoji="0" lang="zh-CN" altLang="en-US"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进而</a:t>
            </a:r>
            <a:r>
              <a:rPr kumimoji="0" lang="en-US" altLang="zh-CN" sz="2300" b="0" i="0" u="none" strike="noStrike" kern="1200" cap="none" spc="0" normalizeH="0" baseline="0" noProof="0">
                <a:ln>
                  <a:noFill/>
                </a:ln>
                <a:solidFill>
                  <a:srgbClr val="91000E"/>
                </a:solidFill>
                <a:effectLst/>
                <a:uLnTx/>
                <a:uFillTx/>
                <a:latin typeface="楷体" panose="02010609060101010101" pitchFamily="49" charset="-122"/>
                <a:ea typeface="楷体" panose="02010609060101010101" pitchFamily="49" charset="-122"/>
                <a:cs typeface="+mn-cs"/>
              </a:rPr>
              <a:t>坚定</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中国特色社会主义理想信念</a:t>
            </a:r>
            <a:r>
              <a:rPr kumimoji="0" lang="zh-CN" altLang="en-US"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a:t>
            </a:r>
            <a:r>
              <a:rPr kumimoji="0" lang="en-US" altLang="zh-CN" sz="2300" b="0" i="0" u="none" strike="noStrike" kern="1200" cap="none" spc="0" normalizeH="0" baseline="0" noProof="0">
                <a:ln>
                  <a:noFill/>
                </a:ln>
                <a:solidFill>
                  <a:srgbClr val="91000E"/>
                </a:solidFill>
                <a:effectLst/>
                <a:uLnTx/>
                <a:uFillTx/>
                <a:latin typeface="楷体" panose="02010609060101010101" pitchFamily="49" charset="-122"/>
                <a:ea typeface="楷体" panose="02010609060101010101" pitchFamily="49" charset="-122"/>
                <a:cs typeface="+mn-cs"/>
              </a:rPr>
              <a:t>提</a:t>
            </a:r>
            <a:r>
              <a:rPr kumimoji="0" lang="zh-CN" altLang="en-US" sz="2300" b="0" i="0" u="none" strike="noStrike" kern="1200" cap="none" spc="0" normalizeH="0" baseline="0" noProof="0">
                <a:ln>
                  <a:noFill/>
                </a:ln>
                <a:solidFill>
                  <a:srgbClr val="91000E"/>
                </a:solidFill>
                <a:effectLst/>
                <a:uLnTx/>
                <a:uFillTx/>
                <a:latin typeface="楷体" panose="02010609060101010101" pitchFamily="49" charset="-122"/>
                <a:ea typeface="楷体" panose="02010609060101010101" pitchFamily="49" charset="-122"/>
                <a:cs typeface="+mn-cs"/>
              </a:rPr>
              <a:t>升</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政治素质</a:t>
            </a:r>
            <a:r>
              <a:rPr kumimoji="0" lang="zh-CN" altLang="en-US"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和</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理论素养，</a:t>
            </a:r>
            <a:r>
              <a:rPr kumimoji="0" lang="en-US" altLang="zh-CN" sz="2300" b="0" i="0" u="none" strike="noStrike" kern="1200" cap="none" spc="0" normalizeH="0" baseline="0" noProof="0">
                <a:ln>
                  <a:noFill/>
                </a:ln>
                <a:solidFill>
                  <a:srgbClr val="91000E"/>
                </a:solidFill>
                <a:effectLst/>
                <a:uLnTx/>
                <a:uFillTx/>
                <a:latin typeface="楷体" panose="02010609060101010101" pitchFamily="49" charset="-122"/>
                <a:ea typeface="楷体" panose="02010609060101010101" pitchFamily="49" charset="-122"/>
                <a:cs typeface="+mn-cs"/>
              </a:rPr>
              <a:t>增强</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分析</a:t>
            </a:r>
            <a:r>
              <a:rPr kumimoji="0" lang="zh-CN" altLang="en-US"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和</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解决</a:t>
            </a:r>
            <a:r>
              <a:rPr kumimoji="0" lang="zh-CN" altLang="en-US"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实际</a:t>
            </a:r>
            <a: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t>问题的能力。</a:t>
            </a:r>
            <a:endPar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endParaRPr>
          </a:p>
          <a:p>
            <a:pPr marL="273050" marR="0" lvl="0" indent="-273050" algn="l" defTabSz="914400" rtl="0" eaLnBrk="1" fontAlgn="base" latinLnBrk="0" hangingPunct="1">
              <a:lnSpc>
                <a:spcPct val="100000"/>
              </a:lnSpc>
              <a:spcBef>
                <a:spcPts val="1000"/>
              </a:spcBef>
              <a:spcAft>
                <a:spcPct val="0"/>
              </a:spcAft>
              <a:buClrTx/>
              <a:buSzTx/>
              <a:buFontTx/>
              <a:buNone/>
              <a:defRPr/>
            </a:pPr>
            <a:r>
              <a:rPr lang="en-US" altLang="zh-CN" sz="2300" b="1">
                <a:ea typeface="宋体" panose="02010600030101010101" pitchFamily="2" charset="-122"/>
                <a:sym typeface="+mn-ea"/>
              </a:rPr>
              <a:t>      </a:t>
            </a:r>
            <a:r>
              <a:rPr lang="zh-CN" sz="2300" b="1">
                <a:ea typeface="宋体" panose="02010600030101010101" pitchFamily="2" charset="-122"/>
                <a:sym typeface="+mn-ea"/>
              </a:rPr>
              <a:t>当代大学生学好这门课，意义重大。</a:t>
            </a:r>
            <a:endParaRPr lang="zh-CN" altLang="en-US" sz="2300" b="1"/>
          </a:p>
          <a:p>
            <a:pPr marL="273050" marR="0" lvl="0" indent="-273050" algn="l" defTabSz="914400" rtl="0" eaLnBrk="1" fontAlgn="base" latinLnBrk="0" hangingPunct="1">
              <a:lnSpc>
                <a:spcPct val="100000"/>
              </a:lnSpc>
              <a:spcBef>
                <a:spcPts val="1000"/>
              </a:spcBef>
              <a:spcAft>
                <a:spcPct val="0"/>
              </a:spcAft>
              <a:buClrTx/>
              <a:buSzTx/>
              <a:buFontTx/>
              <a:buNone/>
              <a:defRPr/>
            </a:pPr>
            <a:br>
              <a:rPr kumimoji="0" lang="en-US" altLang="zh-CN" sz="2300" b="0" i="0" u="none" strike="noStrike" kern="1200" cap="none" spc="0" normalizeH="0" baseline="0" noProof="0">
                <a:ln>
                  <a:noFill/>
                </a:ln>
                <a:solidFill>
                  <a:schemeClr val="tx1"/>
                </a:solidFill>
                <a:effectLst/>
                <a:uLnTx/>
                <a:uFillTx/>
                <a:latin typeface="楷体" panose="02010609060101010101" pitchFamily="49" charset="-122"/>
                <a:ea typeface="楷体" panose="02010609060101010101" pitchFamily="49" charset="-122"/>
                <a:cs typeface="+mn-cs"/>
              </a:rPr>
            </a:br>
            <a:br>
              <a:rPr kumimoji="0" lang="zh-CN" altLang="en-US" sz="2300" b="0" i="0" u="none" strike="noStrike" kern="1200" cap="none" spc="0" normalizeH="0" baseline="0" noProof="0">
                <a:ln>
                  <a:noFill/>
                </a:ln>
                <a:solidFill>
                  <a:schemeClr val="tx1"/>
                </a:solidFill>
                <a:effectLst/>
                <a:uLnTx/>
                <a:uFillTx/>
                <a:latin typeface="印品黑体" pitchFamily="2" charset="-122"/>
                <a:ea typeface="印品黑体" pitchFamily="2" charset="-122"/>
                <a:cs typeface="+mn-cs"/>
              </a:rPr>
            </a:br>
            <a:endParaRPr kumimoji="0" lang="zh-CN" altLang="en-US" sz="2300" b="0" i="0" u="none" strike="noStrike" kern="1200" cap="none" spc="0" normalizeH="0" baseline="0" noProof="0">
              <a:ln>
                <a:noFill/>
              </a:ln>
              <a:solidFill>
                <a:schemeClr val="tx1"/>
              </a:solidFill>
              <a:effectLst/>
              <a:uLnTx/>
              <a:uFillTx/>
              <a:latin typeface="楷体_GB2312" panose="02010609030101010101" pitchFamily="49" charset="-122"/>
              <a:ea typeface="印品黑体" pitchFamily="2" charset="-122"/>
              <a:cs typeface="+mn-cs"/>
              <a:sym typeface="Arial" panose="020B0604020202020204" pitchFamily="34" charset="0"/>
            </a:endParaRPr>
          </a:p>
          <a:p>
            <a:pPr marL="273050" marR="0" lvl="0" indent="-273050" algn="l" defTabSz="914400" rtl="0" eaLnBrk="1" fontAlgn="base" latinLnBrk="0" hangingPunct="1">
              <a:lnSpc>
                <a:spcPct val="115000"/>
              </a:lnSpc>
              <a:spcBef>
                <a:spcPts val="1000"/>
              </a:spcBef>
              <a:spcAft>
                <a:spcPct val="0"/>
              </a:spcAft>
              <a:buClrTx/>
              <a:buSzTx/>
              <a:buFontTx/>
              <a:buNone/>
              <a:defRPr/>
            </a:pPr>
            <a:r>
              <a:rPr kumimoji="0" lang="zh-CN" altLang="en-US" sz="2300" b="0" i="0" u="none" strike="noStrike" kern="1200" cap="none" spc="0" normalizeH="0" baseline="0" noProof="0">
                <a:ln>
                  <a:noFill/>
                </a:ln>
                <a:solidFill>
                  <a:srgbClr val="FF0000"/>
                </a:solidFill>
                <a:effectLst/>
                <a:uLnTx/>
                <a:uFillTx/>
                <a:latin typeface="楷体_GB2312" panose="02010609030101010101" pitchFamily="49" charset="-122"/>
                <a:ea typeface="印品黑体" pitchFamily="2" charset="-122"/>
                <a:cs typeface="+mn-cs"/>
              </a:rPr>
              <a:t>    </a:t>
            </a:r>
            <a:endParaRPr kumimoji="0" lang="zh-CN" altLang="en-US" sz="2300" b="0" i="0" u="none" strike="noStrike" kern="1200" cap="none" spc="0" normalizeH="0" baseline="0" noProof="0">
              <a:ln>
                <a:noFill/>
              </a:ln>
              <a:solidFill>
                <a:srgbClr val="FF0000"/>
              </a:solidFill>
              <a:effectLst/>
              <a:uLnTx/>
              <a:uFillTx/>
              <a:latin typeface="楷体_GB2312" panose="02010609030101010101" pitchFamily="49" charset="-122"/>
              <a:ea typeface="印品黑体" pitchFamily="2"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withEffect">
                                  <p:stCondLst>
                                    <p:cond delay="0"/>
                                  </p:stCondLst>
                                  <p:childTnLst>
                                    <p:set>
                                      <p:cBhvr>
                                        <p:cTn id="6" dur="1" fill="hold">
                                          <p:stCondLst>
                                            <p:cond delay="0"/>
                                          </p:stCondLst>
                                        </p:cTn>
                                        <p:tgtEl>
                                          <p:spTgt spid="25602"/>
                                        </p:tgtEl>
                                        <p:attrNameLst>
                                          <p:attrName>style.visibility</p:attrName>
                                        </p:attrNameLst>
                                      </p:cBhvr>
                                      <p:to>
                                        <p:strVal val="visible"/>
                                      </p:to>
                                    </p:set>
                                    <p:anim calcmode="lin" valueType="num">
                                      <p:cBhvr>
                                        <p:cTn id="7" dur="500" fill="hold"/>
                                        <p:tgtEl>
                                          <p:spTgt spid="25602"/>
                                        </p:tgtEl>
                                        <p:attrNameLst>
                                          <p:attrName>ppt_w</p:attrName>
                                        </p:attrNameLst>
                                      </p:cBhvr>
                                      <p:tavLst>
                                        <p:tav tm="0">
                                          <p:val>
                                            <p:fltVal val="0"/>
                                          </p:val>
                                        </p:tav>
                                        <p:tav tm="100000">
                                          <p:val>
                                            <p:strVal val="#ppt_w"/>
                                          </p:val>
                                        </p:tav>
                                      </p:tavLst>
                                    </p:anim>
                                    <p:anim calcmode="lin" valueType="num">
                                      <p:cBhvr>
                                        <p:cTn id="8" dur="500" fill="hold"/>
                                        <p:tgtEl>
                                          <p:spTgt spid="2560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cstate="print">
            <a:lum/>
          </a:blip>
          <a:srcRect/>
          <a:stretch>
            <a:fillRect/>
          </a:stretch>
        </a:blipFill>
        <a:effectLst/>
      </p:bgPr>
    </p:bg>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2" cstate="screen"/>
          <a:srcRect/>
          <a:stretch>
            <a:fillRect/>
          </a:stretch>
        </p:blipFill>
        <p:spPr>
          <a:xfrm>
            <a:off x="0" y="0"/>
            <a:ext cx="12192000" cy="647700"/>
          </a:xfrm>
          <a:prstGeom prst="rect">
            <a:avLst/>
          </a:prstGeom>
        </p:spPr>
      </p:pic>
      <p:pic>
        <p:nvPicPr>
          <p:cNvPr id="67" name="图片 66"/>
          <p:cNvPicPr>
            <a:picLocks noChangeAspect="1"/>
          </p:cNvPicPr>
          <p:nvPr/>
        </p:nvPicPr>
        <p:blipFill rotWithShape="1">
          <a:blip r:embed="rId2" cstate="screen"/>
          <a:srcRect/>
          <a:stretch>
            <a:fillRect/>
          </a:stretch>
        </p:blipFill>
        <p:spPr>
          <a:xfrm flipV="1">
            <a:off x="0" y="6210300"/>
            <a:ext cx="12192000" cy="647700"/>
          </a:xfrm>
          <a:prstGeom prst="rect">
            <a:avLst/>
          </a:prstGeom>
        </p:spPr>
      </p:pic>
      <p:pic>
        <p:nvPicPr>
          <p:cNvPr id="68" name="图片 67"/>
          <p:cNvPicPr>
            <a:picLocks noChangeAspect="1"/>
          </p:cNvPicPr>
          <p:nvPr/>
        </p:nvPicPr>
        <p:blipFill rotWithShape="1">
          <a:blip r:embed="rId3" cstate="screen"/>
          <a:srcRect/>
          <a:stretch>
            <a:fillRect/>
          </a:stretch>
        </p:blipFill>
        <p:spPr>
          <a:xfrm>
            <a:off x="9093460" y="0"/>
            <a:ext cx="3098540" cy="1915885"/>
          </a:xfrm>
          <a:prstGeom prst="rect">
            <a:avLst/>
          </a:prstGeom>
        </p:spPr>
      </p:pic>
      <p:pic>
        <p:nvPicPr>
          <p:cNvPr id="69" name="图片 68"/>
          <p:cNvPicPr>
            <a:picLocks noChangeAspect="1"/>
          </p:cNvPicPr>
          <p:nvPr/>
        </p:nvPicPr>
        <p:blipFill rotWithShape="1">
          <a:blip r:embed="rId4" cstate="screen"/>
          <a:srcRect/>
          <a:stretch>
            <a:fillRect/>
          </a:stretch>
        </p:blipFill>
        <p:spPr>
          <a:xfrm>
            <a:off x="0" y="4905829"/>
            <a:ext cx="2402374" cy="1952171"/>
          </a:xfrm>
          <a:prstGeom prst="rect">
            <a:avLst/>
          </a:prstGeom>
        </p:spPr>
      </p:pic>
      <p:pic>
        <p:nvPicPr>
          <p:cNvPr id="70" name="图片 69"/>
          <p:cNvPicPr>
            <a:picLocks noChangeAspect="1"/>
          </p:cNvPicPr>
          <p:nvPr/>
        </p:nvPicPr>
        <p:blipFill rotWithShape="1">
          <a:blip r:embed="rId5" cstate="screen"/>
          <a:srcRect/>
          <a:stretch>
            <a:fillRect/>
          </a:stretch>
        </p:blipFill>
        <p:spPr>
          <a:xfrm>
            <a:off x="9938787" y="5241850"/>
            <a:ext cx="1407886" cy="1204686"/>
          </a:xfrm>
          <a:prstGeom prst="rect">
            <a:avLst/>
          </a:prstGeom>
        </p:spPr>
      </p:pic>
      <p:grpSp>
        <p:nvGrpSpPr>
          <p:cNvPr id="17" name="组合 16"/>
          <p:cNvGrpSpPr/>
          <p:nvPr/>
        </p:nvGrpSpPr>
        <p:grpSpPr>
          <a:xfrm>
            <a:off x="242570" y="760142"/>
            <a:ext cx="1320800" cy="1158828"/>
            <a:chOff x="1032988" y="731832"/>
            <a:chExt cx="530134" cy="522514"/>
          </a:xfrm>
        </p:grpSpPr>
        <p:sp>
          <p:nvSpPr>
            <p:cNvPr id="28" name="椭圆 27"/>
            <p:cNvSpPr/>
            <p:nvPr/>
          </p:nvSpPr>
          <p:spPr>
            <a:xfrm>
              <a:off x="1032988" y="731832"/>
              <a:ext cx="522514" cy="5225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1040608" y="876117"/>
              <a:ext cx="522514" cy="233638"/>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（一）</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grpSp>
      <p:cxnSp>
        <p:nvCxnSpPr>
          <p:cNvPr id="42" name="直接连接符 41"/>
          <p:cNvCxnSpPr/>
          <p:nvPr/>
        </p:nvCxnSpPr>
        <p:spPr>
          <a:xfrm flipH="1">
            <a:off x="1563614" y="1066759"/>
            <a:ext cx="304800" cy="6089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2108835" y="1918970"/>
            <a:ext cx="7973695" cy="2355850"/>
          </a:xfrm>
          <a:prstGeom prst="rect">
            <a:avLst/>
          </a:prstGeom>
          <a:noFill/>
        </p:spPr>
        <p:txBody>
          <a:bodyPr wrap="square" rtlCol="0">
            <a:spAutoFit/>
          </a:bodyPr>
          <a:lstStyle/>
          <a:p>
            <a:pPr lvl="0" indent="0" algn="l">
              <a:lnSpc>
                <a:spcPct val="110000"/>
              </a:lnSpc>
            </a:pPr>
            <a:r>
              <a:rPr lang="en-US" altLang="zh-CN" sz="2800" b="1" dirty="0">
                <a:latin typeface="黑体" panose="02010609060101010101" charset="-122"/>
                <a:ea typeface="黑体" panose="02010609060101010101" charset="-122"/>
                <a:cs typeface="黑体" panose="02010609060101010101" charset="-122"/>
                <a:sym typeface="+mn-ea"/>
              </a:rPr>
              <a:t>     </a:t>
            </a:r>
            <a:r>
              <a:rPr lang="zh-CN" altLang="en-US" sz="2800" b="1" dirty="0">
                <a:latin typeface="黑体" panose="02010609060101010101" charset="-122"/>
                <a:ea typeface="黑体" panose="02010609060101010101" charset="-122"/>
                <a:cs typeface="黑体" panose="02010609060101010101" charset="-122"/>
                <a:sym typeface="+mn-ea"/>
              </a:rPr>
              <a:t>首先，毛泽东思想、中国特色社会主义理论体系是领航中华民族伟大复兴的真理，学习它，掌握它，是中国青年大学生成长之路上的题中应有之义。</a:t>
            </a:r>
            <a:endParaRPr lang="zh-CN" altLang="en-US" sz="2800" b="1" dirty="0">
              <a:solidFill>
                <a:schemeClr val="accent5"/>
              </a:solidFill>
              <a:latin typeface="Arial" panose="020B0604020202020204" pitchFamily="34" charset="0"/>
              <a:ea typeface="楷体_GB2312" panose="02010609030101010101" pitchFamily="49" charset="-122"/>
              <a:sym typeface="+mn-ea"/>
            </a:endParaRPr>
          </a:p>
          <a:p>
            <a:endParaRPr lang="zh-CN" altLang="en-US" sz="2400" b="1" dirty="0">
              <a:solidFill>
                <a:schemeClr val="accent5"/>
              </a:solidFill>
              <a:latin typeface="Arial" panose="020B0604020202020204" pitchFamily="34" charset="0"/>
              <a:ea typeface="楷体_GB2312" panose="02010609030101010101" pitchFamily="49" charset="-122"/>
              <a:cs typeface="方正兰亭细黑_GBK_M" panose="02010600010101010101" pitchFamily="2" charset="2"/>
              <a:sym typeface="+mn-ea"/>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750" fill="hold"/>
                                        <p:tgtEl>
                                          <p:spTgt spid="68"/>
                                        </p:tgtEl>
                                        <p:attrNameLst>
                                          <p:attrName>ppt_x</p:attrName>
                                        </p:attrNameLst>
                                      </p:cBhvr>
                                      <p:tavLst>
                                        <p:tav tm="0">
                                          <p:val>
                                            <p:strVal val="1+#ppt_w/2"/>
                                          </p:val>
                                        </p:tav>
                                        <p:tav tm="100000">
                                          <p:val>
                                            <p:strVal val="#ppt_x"/>
                                          </p:val>
                                        </p:tav>
                                      </p:tavLst>
                                    </p:anim>
                                    <p:anim calcmode="lin" valueType="num">
                                      <p:cBhvr additive="base">
                                        <p:cTn id="18" dur="75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750" fill="hold"/>
                                        <p:tgtEl>
                                          <p:spTgt spid="69"/>
                                        </p:tgtEl>
                                        <p:attrNameLst>
                                          <p:attrName>ppt_x</p:attrName>
                                        </p:attrNameLst>
                                      </p:cBhvr>
                                      <p:tavLst>
                                        <p:tav tm="0">
                                          <p:val>
                                            <p:strVal val="0-#ppt_w/2"/>
                                          </p:val>
                                        </p:tav>
                                        <p:tav tm="100000">
                                          <p:val>
                                            <p:strVal val="#ppt_x"/>
                                          </p:val>
                                        </p:tav>
                                      </p:tavLst>
                                    </p:anim>
                                    <p:anim calcmode="lin" valueType="num">
                                      <p:cBhvr additive="base">
                                        <p:cTn id="22" dur="750" fill="hold"/>
                                        <p:tgtEl>
                                          <p:spTgt spid="69"/>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750"/>
                                        <p:tgtEl>
                                          <p:spTgt spid="70"/>
                                        </p:tgtEl>
                                      </p:cBhvr>
                                    </p:animEffect>
                                  </p:childTnLst>
                                </p:cTn>
                              </p:par>
                              <p:par>
                                <p:cTn id="26" presetID="53" presetClass="entr" presetSubtype="16" fill="hold" nodeType="withEffect">
                                  <p:stCondLst>
                                    <p:cond delay="125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fltVal val="0"/>
                                          </p:val>
                                        </p:tav>
                                        <p:tav tm="100000">
                                          <p:val>
                                            <p:strVal val="#ppt_h"/>
                                          </p:val>
                                        </p:tav>
                                      </p:tavLst>
                                    </p:anim>
                                    <p:animEffect transition="in" filter="fade">
                                      <p:cBhvr>
                                        <p:cTn id="30" dur="500"/>
                                        <p:tgtEl>
                                          <p:spTgt spid="17"/>
                                        </p:tgtEl>
                                      </p:cBhvr>
                                    </p:animEffect>
                                  </p:childTnLst>
                                </p:cTn>
                              </p:par>
                              <p:par>
                                <p:cTn id="31" presetID="16" presetClass="entr" presetSubtype="42" fill="hold" nodeType="withEffect">
                                  <p:stCondLst>
                                    <p:cond delay="2000"/>
                                  </p:stCondLst>
                                  <p:childTnLst>
                                    <p:set>
                                      <p:cBhvr>
                                        <p:cTn id="32" dur="1" fill="hold">
                                          <p:stCondLst>
                                            <p:cond delay="0"/>
                                          </p:stCondLst>
                                        </p:cTn>
                                        <p:tgtEl>
                                          <p:spTgt spid="42"/>
                                        </p:tgtEl>
                                        <p:attrNameLst>
                                          <p:attrName>style.visibility</p:attrName>
                                        </p:attrNameLst>
                                      </p:cBhvr>
                                      <p:to>
                                        <p:strVal val="visible"/>
                                      </p:to>
                                    </p:set>
                                    <p:animEffect transition="in" filter="barn(outHorizontal)">
                                      <p:cBhvr>
                                        <p:cTn id="33" dur="750"/>
                                        <p:tgtEl>
                                          <p:spTgt spid="42"/>
                                        </p:tgtEl>
                                      </p:cBhvr>
                                    </p:animEffect>
                                  </p:childTnLst>
                                </p:cTn>
                              </p:par>
                              <p:par>
                                <p:cTn id="34" presetID="41" presetClass="entr" presetSubtype="0" fill="hold" grpId="0" nodeType="withEffect">
                                  <p:stCondLst>
                                    <p:cond delay="2600"/>
                                  </p:stCondLst>
                                  <p:iterate type="lt">
                                    <p:tmPct val="10000"/>
                                  </p:iterate>
                                  <p:childTnLst>
                                    <p:set>
                                      <p:cBhvr>
                                        <p:cTn id="35" dur="1" fill="hold">
                                          <p:stCondLst>
                                            <p:cond delay="0"/>
                                          </p:stCondLst>
                                        </p:cTn>
                                        <p:tgtEl>
                                          <p:spTgt spid="43"/>
                                        </p:tgtEl>
                                        <p:attrNameLst>
                                          <p:attrName>style.visibility</p:attrName>
                                        </p:attrNameLst>
                                      </p:cBhvr>
                                      <p:to>
                                        <p:strVal val="visible"/>
                                      </p:to>
                                    </p:set>
                                    <p:anim calcmode="lin" valueType="num">
                                      <p:cBhvr>
                                        <p:cTn id="36" dur="75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37" dur="750" fill="hold"/>
                                        <p:tgtEl>
                                          <p:spTgt spid="43"/>
                                        </p:tgtEl>
                                        <p:attrNameLst>
                                          <p:attrName>ppt_y</p:attrName>
                                        </p:attrNameLst>
                                      </p:cBhvr>
                                      <p:tavLst>
                                        <p:tav tm="0">
                                          <p:val>
                                            <p:strVal val="#ppt_y"/>
                                          </p:val>
                                        </p:tav>
                                        <p:tav tm="100000">
                                          <p:val>
                                            <p:strVal val="#ppt_y"/>
                                          </p:val>
                                        </p:tav>
                                      </p:tavLst>
                                    </p:anim>
                                    <p:anim calcmode="lin" valueType="num">
                                      <p:cBhvr>
                                        <p:cTn id="38" dur="75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39" dur="75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750" tmFilter="0,0; .5, 1; 1, 1"/>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cstate="print">
            <a:lum/>
          </a:blip>
          <a:srcRect/>
          <a:stretch>
            <a:fillRect/>
          </a:stretch>
        </a:blip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85725" y="635"/>
            <a:ext cx="13621385" cy="6858000"/>
          </a:xfrm>
          <a:prstGeom prst="rect">
            <a:avLst/>
          </a:prstGeom>
        </p:spPr>
      </p:pic>
      <p:pic>
        <p:nvPicPr>
          <p:cNvPr id="66" name="图片 65"/>
          <p:cNvPicPr>
            <a:picLocks noChangeAspect="1"/>
          </p:cNvPicPr>
          <p:nvPr/>
        </p:nvPicPr>
        <p:blipFill rotWithShape="1">
          <a:blip r:embed="rId3" cstate="screen"/>
          <a:srcRect/>
          <a:stretch>
            <a:fillRect/>
          </a:stretch>
        </p:blipFill>
        <p:spPr>
          <a:xfrm>
            <a:off x="0" y="0"/>
            <a:ext cx="12192000" cy="647700"/>
          </a:xfrm>
          <a:prstGeom prst="rect">
            <a:avLst/>
          </a:prstGeom>
        </p:spPr>
      </p:pic>
      <p:pic>
        <p:nvPicPr>
          <p:cNvPr id="67" name="图片 66"/>
          <p:cNvPicPr>
            <a:picLocks noChangeAspect="1"/>
          </p:cNvPicPr>
          <p:nvPr/>
        </p:nvPicPr>
        <p:blipFill rotWithShape="1">
          <a:blip r:embed="rId3" cstate="screen"/>
          <a:srcRect/>
          <a:stretch>
            <a:fillRect/>
          </a:stretch>
        </p:blipFill>
        <p:spPr>
          <a:xfrm flipV="1">
            <a:off x="0" y="6210300"/>
            <a:ext cx="12192000" cy="647700"/>
          </a:xfrm>
          <a:prstGeom prst="rect">
            <a:avLst/>
          </a:prstGeom>
        </p:spPr>
      </p:pic>
      <p:pic>
        <p:nvPicPr>
          <p:cNvPr id="68" name="图片 67"/>
          <p:cNvPicPr>
            <a:picLocks noChangeAspect="1"/>
          </p:cNvPicPr>
          <p:nvPr/>
        </p:nvPicPr>
        <p:blipFill rotWithShape="1">
          <a:blip r:embed="rId4" cstate="screen"/>
          <a:srcRect/>
          <a:stretch>
            <a:fillRect/>
          </a:stretch>
        </p:blipFill>
        <p:spPr>
          <a:xfrm>
            <a:off x="9093460" y="0"/>
            <a:ext cx="3098540" cy="1915885"/>
          </a:xfrm>
          <a:prstGeom prst="rect">
            <a:avLst/>
          </a:prstGeom>
        </p:spPr>
      </p:pic>
      <p:pic>
        <p:nvPicPr>
          <p:cNvPr id="69" name="图片 68"/>
          <p:cNvPicPr>
            <a:picLocks noChangeAspect="1"/>
          </p:cNvPicPr>
          <p:nvPr/>
        </p:nvPicPr>
        <p:blipFill rotWithShape="1">
          <a:blip r:embed="rId5" cstate="screen"/>
          <a:srcRect/>
          <a:stretch>
            <a:fillRect/>
          </a:stretch>
        </p:blipFill>
        <p:spPr>
          <a:xfrm>
            <a:off x="0" y="4905829"/>
            <a:ext cx="2402374" cy="1952171"/>
          </a:xfrm>
          <a:prstGeom prst="rect">
            <a:avLst/>
          </a:prstGeom>
        </p:spPr>
      </p:pic>
      <p:pic>
        <p:nvPicPr>
          <p:cNvPr id="70" name="图片 69"/>
          <p:cNvPicPr>
            <a:picLocks noChangeAspect="1"/>
          </p:cNvPicPr>
          <p:nvPr/>
        </p:nvPicPr>
        <p:blipFill rotWithShape="1">
          <a:blip r:embed="rId6" cstate="screen"/>
          <a:srcRect/>
          <a:stretch>
            <a:fillRect/>
          </a:stretch>
        </p:blipFill>
        <p:spPr>
          <a:xfrm>
            <a:off x="9938787" y="5241850"/>
            <a:ext cx="1407886" cy="1204686"/>
          </a:xfrm>
          <a:prstGeom prst="rect">
            <a:avLst/>
          </a:prstGeom>
        </p:spPr>
      </p:pic>
      <p:grpSp>
        <p:nvGrpSpPr>
          <p:cNvPr id="22" name="组合 21"/>
          <p:cNvGrpSpPr/>
          <p:nvPr/>
        </p:nvGrpSpPr>
        <p:grpSpPr>
          <a:xfrm>
            <a:off x="4288790" y="5522054"/>
            <a:ext cx="3224530" cy="643796"/>
            <a:chOff x="7156469" y="1702762"/>
            <a:chExt cx="1314430" cy="643796"/>
          </a:xfrm>
        </p:grpSpPr>
        <p:grpSp>
          <p:nvGrpSpPr>
            <p:cNvPr id="13" name="组合 12"/>
            <p:cNvGrpSpPr>
              <a:grpSpLocks noChangeAspect="1"/>
            </p:cNvGrpSpPr>
            <p:nvPr/>
          </p:nvGrpSpPr>
          <p:grpSpPr>
            <a:xfrm>
              <a:off x="7156469" y="1702762"/>
              <a:ext cx="216000" cy="216000"/>
              <a:chOff x="7953829" y="4296229"/>
              <a:chExt cx="288000" cy="288000"/>
            </a:xfrm>
          </p:grpSpPr>
          <p:cxnSp>
            <p:nvCxnSpPr>
              <p:cNvPr id="12" name="直接连接符 11"/>
              <p:cNvCxnSpPr/>
              <p:nvPr/>
            </p:nvCxnSpPr>
            <p:spPr>
              <a:xfrm>
                <a:off x="7953829" y="4296229"/>
                <a:ext cx="28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rot="16200000">
                <a:off x="7809829" y="4440229"/>
                <a:ext cx="288000" cy="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49" name="组合 48"/>
            <p:cNvGrpSpPr>
              <a:grpSpLocks noChangeAspect="1"/>
            </p:cNvGrpSpPr>
            <p:nvPr/>
          </p:nvGrpSpPr>
          <p:grpSpPr>
            <a:xfrm flipH="1" flipV="1">
              <a:off x="8254899" y="2130387"/>
              <a:ext cx="216000" cy="216000"/>
              <a:chOff x="7953829" y="4296229"/>
              <a:chExt cx="288000" cy="288000"/>
            </a:xfrm>
          </p:grpSpPr>
          <p:cxnSp>
            <p:nvCxnSpPr>
              <p:cNvPr id="50" name="直接连接符 49"/>
              <p:cNvCxnSpPr/>
              <p:nvPr/>
            </p:nvCxnSpPr>
            <p:spPr>
              <a:xfrm>
                <a:off x="7953829" y="4296229"/>
                <a:ext cx="288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16200000">
                <a:off x="7809829" y="4440229"/>
                <a:ext cx="288000" cy="0"/>
              </a:xfrm>
              <a:prstGeom prst="line">
                <a:avLst/>
              </a:prstGeom>
            </p:spPr>
            <p:style>
              <a:lnRef idx="1">
                <a:schemeClr val="accent1"/>
              </a:lnRef>
              <a:fillRef idx="0">
                <a:schemeClr val="accent1"/>
              </a:fillRef>
              <a:effectRef idx="0">
                <a:schemeClr val="accent1"/>
              </a:effectRef>
              <a:fontRef idx="minor">
                <a:schemeClr val="tx1"/>
              </a:fontRef>
            </p:style>
          </p:cxnSp>
        </p:grpSp>
        <p:sp>
          <p:nvSpPr>
            <p:cNvPr id="54" name="文本框 53"/>
            <p:cNvSpPr txBox="1"/>
            <p:nvPr/>
          </p:nvSpPr>
          <p:spPr>
            <a:xfrm>
              <a:off x="7213961" y="1706478"/>
              <a:ext cx="1234159" cy="640080"/>
            </a:xfrm>
            <a:prstGeom prst="rect">
              <a:avLst/>
            </a:prstGeom>
            <a:noFill/>
          </p:spPr>
          <p:txBody>
            <a:bodyPr wrap="square" rtlCol="0">
              <a:spAutoFit/>
            </a:bodyPr>
            <a:lstStyle/>
            <a:p>
              <a:pPr algn="ctr"/>
              <a:r>
                <a:rPr lang="zh-CN" altLang="en-US" sz="3600" b="1" dirty="0">
                  <a:solidFill>
                    <a:schemeClr val="accent1"/>
                  </a:solidFill>
                  <a:latin typeface="中山行书百年纪念版" panose="02010609000101010101" pitchFamily="49" charset="-122"/>
                  <a:ea typeface="中山行书百年纪念版" panose="02010609000101010101" pitchFamily="49" charset="-122"/>
                </a:rPr>
                <a:t>仰望星空</a:t>
              </a:r>
              <a:endParaRPr lang="zh-CN" altLang="en-US" sz="3600" b="1" dirty="0">
                <a:solidFill>
                  <a:schemeClr val="accent1"/>
                </a:solidFill>
                <a:latin typeface="中山行书百年纪念版" panose="02010609000101010101" pitchFamily="49" charset="-122"/>
                <a:ea typeface="中山行书百年纪念版" panose="02010609000101010101" pitchFamily="49" charset="-122"/>
              </a:endParaRPr>
            </a:p>
          </p:txBody>
        </p:sp>
      </p:grpSp>
      <p:sp>
        <p:nvSpPr>
          <p:cNvPr id="46" name="文本框 45"/>
          <p:cNvSpPr txBox="1"/>
          <p:nvPr/>
        </p:nvSpPr>
        <p:spPr>
          <a:xfrm>
            <a:off x="3601720" y="2091055"/>
            <a:ext cx="8438515" cy="3105150"/>
          </a:xfrm>
          <a:prstGeom prst="rect">
            <a:avLst/>
          </a:prstGeom>
          <a:noFill/>
        </p:spPr>
        <p:txBody>
          <a:bodyPr wrap="square" rtlCol="0">
            <a:spAutoFit/>
          </a:bodyPr>
          <a:lstStyle/>
          <a:p>
            <a:pPr lvl="0" indent="0" algn="l">
              <a:lnSpc>
                <a:spcPct val="140000"/>
              </a:lnSpc>
            </a:pPr>
            <a:r>
              <a:rPr lang="en-US" altLang="zh-CN" sz="2800" b="1" dirty="0">
                <a:latin typeface="Arial" panose="020B0604020202020204" pitchFamily="34" charset="0"/>
                <a:ea typeface="楷体_GB2312" panose="02010609030101010101" pitchFamily="49" charset="-122"/>
                <a:sym typeface="+mn-ea"/>
              </a:rPr>
              <a:t>       </a:t>
            </a:r>
            <a:r>
              <a:rPr lang="zh-CN" altLang="en-US" sz="2800" b="1" dirty="0">
                <a:latin typeface="Arial" panose="020B0604020202020204" pitchFamily="34" charset="0"/>
                <a:ea typeface="楷体_GB2312" panose="02010609030101010101" pitchFamily="49" charset="-122"/>
                <a:sym typeface="+mn-ea"/>
              </a:rPr>
              <a:t>一个民族有一些关注天空的人，他们才有希望；一个民族只是关心脚下的事情，那是没有未来的。我们的民族是大有希望的民族！我希望同学们经常地仰望天空，学会做人，学会思考，学会知识和技能，做一个关心世界和国家命运的人。</a:t>
            </a:r>
            <a:r>
              <a:rPr lang="en-US" altLang="zh-CN" sz="2800" b="1" dirty="0">
                <a:latin typeface="Arial" panose="020B0604020202020204" pitchFamily="34" charset="0"/>
                <a:ea typeface="楷体_GB2312" panose="02010609030101010101" pitchFamily="49" charset="-122"/>
                <a:sym typeface="+mn-ea"/>
              </a:rPr>
              <a:t>——</a:t>
            </a:r>
            <a:r>
              <a:rPr lang="zh-CN" altLang="en-US" sz="2800" b="1" dirty="0">
                <a:latin typeface="Arial" panose="020B0604020202020204" pitchFamily="34" charset="0"/>
                <a:ea typeface="楷体_GB2312" panose="02010609030101010101" pitchFamily="49" charset="-122"/>
                <a:sym typeface="+mn-ea"/>
              </a:rPr>
              <a:t>温家宝 </a:t>
            </a:r>
            <a:endParaRPr lang="zh-CN" altLang="en-US" sz="2800">
              <a:solidFill>
                <a:schemeClr val="tx1">
                  <a:lumMod val="85000"/>
                  <a:lumOff val="15000"/>
                </a:schemeClr>
              </a:solidFill>
              <a:latin typeface="方正兰亭细黑_GBK_M" panose="02010600010101010101" pitchFamily="2" charset="2"/>
              <a:ea typeface="方正兰亭细黑_GBK_M" panose="02010600010101010101" pitchFamily="2" charset="2"/>
              <a:cs typeface="方正兰亭细黑_GBK_M" panose="02010600010101010101" pitchFamily="2" charset="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750" fill="hold"/>
                                        <p:tgtEl>
                                          <p:spTgt spid="68"/>
                                        </p:tgtEl>
                                        <p:attrNameLst>
                                          <p:attrName>ppt_x</p:attrName>
                                        </p:attrNameLst>
                                      </p:cBhvr>
                                      <p:tavLst>
                                        <p:tav tm="0">
                                          <p:val>
                                            <p:strVal val="1+#ppt_w/2"/>
                                          </p:val>
                                        </p:tav>
                                        <p:tav tm="100000">
                                          <p:val>
                                            <p:strVal val="#ppt_x"/>
                                          </p:val>
                                        </p:tav>
                                      </p:tavLst>
                                    </p:anim>
                                    <p:anim calcmode="lin" valueType="num">
                                      <p:cBhvr additive="base">
                                        <p:cTn id="18" dur="75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750" fill="hold"/>
                                        <p:tgtEl>
                                          <p:spTgt spid="69"/>
                                        </p:tgtEl>
                                        <p:attrNameLst>
                                          <p:attrName>ppt_x</p:attrName>
                                        </p:attrNameLst>
                                      </p:cBhvr>
                                      <p:tavLst>
                                        <p:tav tm="0">
                                          <p:val>
                                            <p:strVal val="0-#ppt_w/2"/>
                                          </p:val>
                                        </p:tav>
                                        <p:tav tm="100000">
                                          <p:val>
                                            <p:strVal val="#ppt_x"/>
                                          </p:val>
                                        </p:tav>
                                      </p:tavLst>
                                    </p:anim>
                                    <p:anim calcmode="lin" valueType="num">
                                      <p:cBhvr additive="base">
                                        <p:cTn id="22" dur="750" fill="hold"/>
                                        <p:tgtEl>
                                          <p:spTgt spid="69"/>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750"/>
                                        <p:tgtEl>
                                          <p:spTgt spid="70"/>
                                        </p:tgtEl>
                                      </p:cBhvr>
                                    </p:animEffect>
                                  </p:childTnLst>
                                </p:cTn>
                              </p:par>
                              <p:par>
                                <p:cTn id="26" presetID="50" presetClass="entr" presetSubtype="0" decel="100000" fill="hold" nodeType="withEffect">
                                  <p:stCondLst>
                                    <p:cond delay="4000"/>
                                  </p:stCondLst>
                                  <p:childTnLst>
                                    <p:set>
                                      <p:cBhvr>
                                        <p:cTn id="27" dur="1" fill="hold">
                                          <p:stCondLst>
                                            <p:cond delay="0"/>
                                          </p:stCondLst>
                                        </p:cTn>
                                        <p:tgtEl>
                                          <p:spTgt spid="22"/>
                                        </p:tgtEl>
                                        <p:attrNameLst>
                                          <p:attrName>style.visibility</p:attrName>
                                        </p:attrNameLst>
                                      </p:cBhvr>
                                      <p:to>
                                        <p:strVal val="visible"/>
                                      </p:to>
                                    </p:set>
                                    <p:anim calcmode="lin" valueType="num">
                                      <p:cBhvr>
                                        <p:cTn id="28" dur="750" fill="hold"/>
                                        <p:tgtEl>
                                          <p:spTgt spid="22"/>
                                        </p:tgtEl>
                                        <p:attrNameLst>
                                          <p:attrName>ppt_w</p:attrName>
                                        </p:attrNameLst>
                                      </p:cBhvr>
                                      <p:tavLst>
                                        <p:tav tm="0">
                                          <p:val>
                                            <p:strVal val="#ppt_w+.3"/>
                                          </p:val>
                                        </p:tav>
                                        <p:tav tm="100000">
                                          <p:val>
                                            <p:strVal val="#ppt_w"/>
                                          </p:val>
                                        </p:tav>
                                      </p:tavLst>
                                    </p:anim>
                                    <p:anim calcmode="lin" valueType="num">
                                      <p:cBhvr>
                                        <p:cTn id="29" dur="750" fill="hold"/>
                                        <p:tgtEl>
                                          <p:spTgt spid="22"/>
                                        </p:tgtEl>
                                        <p:attrNameLst>
                                          <p:attrName>ppt_h</p:attrName>
                                        </p:attrNameLst>
                                      </p:cBhvr>
                                      <p:tavLst>
                                        <p:tav tm="0">
                                          <p:val>
                                            <p:strVal val="#ppt_h"/>
                                          </p:val>
                                        </p:tav>
                                        <p:tav tm="100000">
                                          <p:val>
                                            <p:strVal val="#ppt_h"/>
                                          </p:val>
                                        </p:tav>
                                      </p:tavLst>
                                    </p:anim>
                                    <p:animEffect transition="in" filter="fade">
                                      <p:cBhvr>
                                        <p:cTn id="30" dur="750"/>
                                        <p:tgtEl>
                                          <p:spTgt spid="22"/>
                                        </p:tgtEl>
                                      </p:cBhvr>
                                    </p:animEffect>
                                  </p:childTnLst>
                                </p:cTn>
                              </p:par>
                              <p:par>
                                <p:cTn id="31" presetID="10" presetClass="entr" presetSubtype="0" fill="hold" grpId="0" nodeType="withEffect">
                                  <p:stCondLst>
                                    <p:cond delay="4000"/>
                                  </p:stCondLst>
                                  <p:childTnLst>
                                    <p:set>
                                      <p:cBhvr>
                                        <p:cTn id="32" dur="1" fill="hold">
                                          <p:stCondLst>
                                            <p:cond delay="0"/>
                                          </p:stCondLst>
                                        </p:cTn>
                                        <p:tgtEl>
                                          <p:spTgt spid="46"/>
                                        </p:tgtEl>
                                        <p:attrNameLst>
                                          <p:attrName>style.visibility</p:attrName>
                                        </p:attrNameLst>
                                      </p:cBhvr>
                                      <p:to>
                                        <p:strVal val="visible"/>
                                      </p:to>
                                    </p:set>
                                    <p:animEffect transition="in" filter="fade">
                                      <p:cBhvr>
                                        <p:cTn id="33" dur="10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3200"/>
              <a:t>三大超级工程同时开工</a:t>
            </a:r>
            <a:endParaRPr lang="zh-CN" altLang="en-US" sz="3200"/>
          </a:p>
        </p:txBody>
      </p:sp>
      <p:pic>
        <p:nvPicPr>
          <p:cNvPr id="4" name="图片 3"/>
          <p:cNvPicPr/>
          <p:nvPr/>
        </p:nvPicPr>
        <p:blipFill>
          <a:blip r:embed="rId1"/>
          <a:stretch>
            <a:fillRect/>
          </a:stretch>
        </p:blipFill>
        <p:spPr>
          <a:xfrm>
            <a:off x="325755" y="1557020"/>
            <a:ext cx="3855720" cy="3712210"/>
          </a:xfrm>
          <a:prstGeom prst="rect">
            <a:avLst/>
          </a:prstGeom>
        </p:spPr>
      </p:pic>
      <p:pic>
        <p:nvPicPr>
          <p:cNvPr id="5" name="图片 4"/>
          <p:cNvPicPr/>
          <p:nvPr/>
        </p:nvPicPr>
        <p:blipFill>
          <a:blip r:embed="rId2"/>
          <a:stretch>
            <a:fillRect/>
          </a:stretch>
        </p:blipFill>
        <p:spPr>
          <a:xfrm>
            <a:off x="4181475" y="1557020"/>
            <a:ext cx="3759835" cy="3712210"/>
          </a:xfrm>
          <a:prstGeom prst="rect">
            <a:avLst/>
          </a:prstGeom>
        </p:spPr>
      </p:pic>
      <p:pic>
        <p:nvPicPr>
          <p:cNvPr id="6" name="图片 5"/>
          <p:cNvPicPr/>
          <p:nvPr/>
        </p:nvPicPr>
        <p:blipFill>
          <a:blip r:embed="rId3"/>
          <a:stretch>
            <a:fillRect/>
          </a:stretch>
        </p:blipFill>
        <p:spPr>
          <a:xfrm>
            <a:off x="8031480" y="365125"/>
            <a:ext cx="4160520" cy="61791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p:nvPr/>
        </p:nvPicPr>
        <p:blipFill>
          <a:blip r:embed="rId1"/>
          <a:stretch>
            <a:fillRect/>
          </a:stretch>
        </p:blipFill>
        <p:spPr>
          <a:xfrm>
            <a:off x="1617345" y="309880"/>
            <a:ext cx="3877310" cy="2987040"/>
          </a:xfrm>
          <a:prstGeom prst="rect">
            <a:avLst/>
          </a:prstGeom>
        </p:spPr>
      </p:pic>
      <p:pic>
        <p:nvPicPr>
          <p:cNvPr id="5" name="图片 4"/>
          <p:cNvPicPr/>
          <p:nvPr/>
        </p:nvPicPr>
        <p:blipFill>
          <a:blip r:embed="rId2"/>
          <a:stretch>
            <a:fillRect/>
          </a:stretch>
        </p:blipFill>
        <p:spPr>
          <a:xfrm>
            <a:off x="7549515" y="309880"/>
            <a:ext cx="3016250" cy="4332605"/>
          </a:xfrm>
          <a:prstGeom prst="rect">
            <a:avLst/>
          </a:prstGeom>
        </p:spPr>
      </p:pic>
      <p:sp>
        <p:nvSpPr>
          <p:cNvPr id="6" name="文本框 5"/>
          <p:cNvSpPr txBox="1"/>
          <p:nvPr/>
        </p:nvSpPr>
        <p:spPr>
          <a:xfrm>
            <a:off x="1958340" y="3244850"/>
            <a:ext cx="3195320" cy="368300"/>
          </a:xfrm>
          <a:prstGeom prst="rect">
            <a:avLst/>
          </a:prstGeom>
          <a:noFill/>
        </p:spPr>
        <p:txBody>
          <a:bodyPr wrap="square" rtlCol="0">
            <a:spAutoFit/>
          </a:bodyPr>
          <a:p>
            <a:r>
              <a:rPr lang="zh-CN" altLang="en-US"/>
              <a:t>只有</a:t>
            </a:r>
            <a:r>
              <a:rPr lang="en-US" altLang="zh-CN"/>
              <a:t>37</a:t>
            </a:r>
            <a:r>
              <a:rPr lang="zh-CN" altLang="en-US"/>
              <a:t>公里宽的马六甲海峡</a:t>
            </a:r>
            <a:endParaRPr lang="zh-CN" altLang="en-US"/>
          </a:p>
        </p:txBody>
      </p:sp>
      <p:sp>
        <p:nvSpPr>
          <p:cNvPr id="7" name="文本框 6"/>
          <p:cNvSpPr txBox="1"/>
          <p:nvPr/>
        </p:nvSpPr>
        <p:spPr>
          <a:xfrm>
            <a:off x="7955280" y="4642485"/>
            <a:ext cx="3086735" cy="368300"/>
          </a:xfrm>
          <a:prstGeom prst="rect">
            <a:avLst/>
          </a:prstGeom>
          <a:noFill/>
        </p:spPr>
        <p:txBody>
          <a:bodyPr wrap="square" rtlCol="0">
            <a:spAutoFit/>
          </a:bodyPr>
          <a:p>
            <a:r>
              <a:rPr lang="zh-CN" altLang="en-US"/>
              <a:t>孟买</a:t>
            </a:r>
            <a:r>
              <a:rPr lang="en-US" altLang="zh-CN"/>
              <a:t>-</a:t>
            </a:r>
            <a:r>
              <a:rPr lang="zh-CN" altLang="en-US"/>
              <a:t>艾哈迈达巴德高铁</a:t>
            </a:r>
            <a:endParaRPr lang="zh-CN" altLang="en-US"/>
          </a:p>
        </p:txBody>
      </p:sp>
      <p:pic>
        <p:nvPicPr>
          <p:cNvPr id="8" name="图片 7"/>
          <p:cNvPicPr/>
          <p:nvPr/>
        </p:nvPicPr>
        <p:blipFill>
          <a:blip r:embed="rId3"/>
          <a:stretch>
            <a:fillRect/>
          </a:stretch>
        </p:blipFill>
        <p:spPr>
          <a:xfrm>
            <a:off x="2052955" y="3613150"/>
            <a:ext cx="5080000" cy="2857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p:nvPr/>
        </p:nvPicPr>
        <p:blipFill>
          <a:blip r:embed="rId1"/>
          <a:stretch>
            <a:fillRect/>
          </a:stretch>
        </p:blipFill>
        <p:spPr>
          <a:xfrm>
            <a:off x="772795" y="383540"/>
            <a:ext cx="4745355" cy="3045460"/>
          </a:xfrm>
          <a:prstGeom prst="rect">
            <a:avLst/>
          </a:prstGeom>
        </p:spPr>
      </p:pic>
      <p:sp>
        <p:nvSpPr>
          <p:cNvPr id="6" name="文本框 5"/>
          <p:cNvSpPr txBox="1"/>
          <p:nvPr/>
        </p:nvSpPr>
        <p:spPr>
          <a:xfrm>
            <a:off x="1156335" y="3110865"/>
            <a:ext cx="3542665" cy="368300"/>
          </a:xfrm>
          <a:prstGeom prst="rect">
            <a:avLst/>
          </a:prstGeom>
          <a:noFill/>
        </p:spPr>
        <p:txBody>
          <a:bodyPr wrap="square" rtlCol="0">
            <a:spAutoFit/>
          </a:bodyPr>
          <a:p>
            <a:pPr algn="ctr"/>
            <a:r>
              <a:rPr lang="zh-CN" altLang="en-US"/>
              <a:t>新藏铁路线</a:t>
            </a:r>
            <a:endParaRPr lang="zh-CN" altLang="en-US"/>
          </a:p>
        </p:txBody>
      </p:sp>
      <p:pic>
        <p:nvPicPr>
          <p:cNvPr id="7" name="图片 6"/>
          <p:cNvPicPr/>
          <p:nvPr/>
        </p:nvPicPr>
        <p:blipFill>
          <a:blip r:embed="rId2"/>
          <a:stretch>
            <a:fillRect/>
          </a:stretch>
        </p:blipFill>
        <p:spPr>
          <a:xfrm>
            <a:off x="5859145" y="144145"/>
            <a:ext cx="6226175" cy="5773420"/>
          </a:xfrm>
          <a:prstGeom prst="rect">
            <a:avLst/>
          </a:prstGeom>
        </p:spPr>
      </p:pic>
      <p:pic>
        <p:nvPicPr>
          <p:cNvPr id="8" name="图片 7"/>
          <p:cNvPicPr/>
          <p:nvPr/>
        </p:nvPicPr>
        <p:blipFill>
          <a:blip r:embed="rId3"/>
          <a:stretch>
            <a:fillRect/>
          </a:stretch>
        </p:blipFill>
        <p:spPr>
          <a:xfrm>
            <a:off x="605155" y="3555365"/>
            <a:ext cx="5080000" cy="2857500"/>
          </a:xfrm>
          <a:prstGeom prst="rect">
            <a:avLst/>
          </a:prstGeom>
        </p:spPr>
      </p:pic>
      <p:sp>
        <p:nvSpPr>
          <p:cNvPr id="9" name="文本框 8"/>
          <p:cNvSpPr txBox="1"/>
          <p:nvPr/>
        </p:nvSpPr>
        <p:spPr>
          <a:xfrm>
            <a:off x="2052320" y="3653155"/>
            <a:ext cx="3542665" cy="368300"/>
          </a:xfrm>
          <a:prstGeom prst="rect">
            <a:avLst/>
          </a:prstGeom>
          <a:noFill/>
        </p:spPr>
        <p:txBody>
          <a:bodyPr wrap="square" rtlCol="0">
            <a:spAutoFit/>
          </a:bodyPr>
          <a:p>
            <a:pPr algn="ctr"/>
            <a:r>
              <a:rPr lang="zh-CN" altLang="en-US"/>
              <a:t>中欧班列</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1" cstate="screen"/>
          <a:srcRect/>
          <a:stretch>
            <a:fillRect/>
          </a:stretch>
        </p:blipFill>
        <p:spPr>
          <a:xfrm>
            <a:off x="0" y="0"/>
            <a:ext cx="12192000" cy="647700"/>
          </a:xfrm>
          <a:prstGeom prst="rect">
            <a:avLst/>
          </a:prstGeom>
        </p:spPr>
      </p:pic>
      <p:pic>
        <p:nvPicPr>
          <p:cNvPr id="67" name="图片 66"/>
          <p:cNvPicPr>
            <a:picLocks noChangeAspect="1"/>
          </p:cNvPicPr>
          <p:nvPr/>
        </p:nvPicPr>
        <p:blipFill rotWithShape="1">
          <a:blip r:embed="rId1" cstate="screen"/>
          <a:srcRect/>
          <a:stretch>
            <a:fillRect/>
          </a:stretch>
        </p:blipFill>
        <p:spPr>
          <a:xfrm flipV="1">
            <a:off x="0" y="6210300"/>
            <a:ext cx="12192000" cy="647700"/>
          </a:xfrm>
          <a:prstGeom prst="rect">
            <a:avLst/>
          </a:prstGeom>
        </p:spPr>
      </p:pic>
      <p:pic>
        <p:nvPicPr>
          <p:cNvPr id="68" name="图片 67"/>
          <p:cNvPicPr>
            <a:picLocks noChangeAspect="1"/>
          </p:cNvPicPr>
          <p:nvPr/>
        </p:nvPicPr>
        <p:blipFill rotWithShape="1">
          <a:blip r:embed="rId2" cstate="screen"/>
          <a:srcRect/>
          <a:stretch>
            <a:fillRect/>
          </a:stretch>
        </p:blipFill>
        <p:spPr>
          <a:xfrm>
            <a:off x="9093460" y="0"/>
            <a:ext cx="3098540" cy="1915885"/>
          </a:xfrm>
          <a:prstGeom prst="rect">
            <a:avLst/>
          </a:prstGeom>
        </p:spPr>
      </p:pic>
      <p:pic>
        <p:nvPicPr>
          <p:cNvPr id="69" name="图片 68"/>
          <p:cNvPicPr>
            <a:picLocks noChangeAspect="1"/>
          </p:cNvPicPr>
          <p:nvPr/>
        </p:nvPicPr>
        <p:blipFill rotWithShape="1">
          <a:blip r:embed="rId3" cstate="screen"/>
          <a:srcRect/>
          <a:stretch>
            <a:fillRect/>
          </a:stretch>
        </p:blipFill>
        <p:spPr>
          <a:xfrm>
            <a:off x="0" y="4905829"/>
            <a:ext cx="2402374" cy="1952171"/>
          </a:xfrm>
          <a:prstGeom prst="rect">
            <a:avLst/>
          </a:prstGeom>
        </p:spPr>
      </p:pic>
      <p:pic>
        <p:nvPicPr>
          <p:cNvPr id="70" name="图片 69"/>
          <p:cNvPicPr>
            <a:picLocks noChangeAspect="1"/>
          </p:cNvPicPr>
          <p:nvPr/>
        </p:nvPicPr>
        <p:blipFill rotWithShape="1">
          <a:blip r:embed="rId4" cstate="screen"/>
          <a:srcRect/>
          <a:stretch>
            <a:fillRect/>
          </a:stretch>
        </p:blipFill>
        <p:spPr>
          <a:xfrm>
            <a:off x="9938787" y="5241850"/>
            <a:ext cx="1407886" cy="1204686"/>
          </a:xfrm>
          <a:prstGeom prst="rect">
            <a:avLst/>
          </a:prstGeom>
        </p:spPr>
      </p:pic>
      <p:grpSp>
        <p:nvGrpSpPr>
          <p:cNvPr id="17" name="组合 16"/>
          <p:cNvGrpSpPr/>
          <p:nvPr/>
        </p:nvGrpSpPr>
        <p:grpSpPr>
          <a:xfrm>
            <a:off x="242570" y="760142"/>
            <a:ext cx="1320800" cy="1158828"/>
            <a:chOff x="1032988" y="731832"/>
            <a:chExt cx="530134" cy="522514"/>
          </a:xfrm>
        </p:grpSpPr>
        <p:sp>
          <p:nvSpPr>
            <p:cNvPr id="28" name="椭圆 27"/>
            <p:cNvSpPr/>
            <p:nvPr/>
          </p:nvSpPr>
          <p:spPr>
            <a:xfrm>
              <a:off x="1032988" y="731832"/>
              <a:ext cx="522514" cy="5225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1040608" y="876117"/>
              <a:ext cx="522514" cy="233638"/>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（二）</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grpSp>
      <p:cxnSp>
        <p:nvCxnSpPr>
          <p:cNvPr id="42" name="直接连接符 41"/>
          <p:cNvCxnSpPr/>
          <p:nvPr/>
        </p:nvCxnSpPr>
        <p:spPr>
          <a:xfrm flipH="1">
            <a:off x="1563614" y="1066759"/>
            <a:ext cx="304800" cy="6089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965325" y="765175"/>
            <a:ext cx="7127240" cy="1986280"/>
          </a:xfrm>
          <a:prstGeom prst="rect">
            <a:avLst/>
          </a:prstGeom>
          <a:noFill/>
        </p:spPr>
        <p:txBody>
          <a:bodyPr wrap="square" rtlCol="0">
            <a:spAutoFit/>
          </a:bodyPr>
          <a:lstStyle/>
          <a:p>
            <a:pPr lvl="0" indent="0" algn="l">
              <a:lnSpc>
                <a:spcPct val="110000"/>
              </a:lnSpc>
            </a:pPr>
            <a:r>
              <a:rPr lang="en-US" altLang="zh-CN" sz="2800" b="1" dirty="0">
                <a:latin typeface="Arial" panose="020B0604020202020204" pitchFamily="34" charset="0"/>
                <a:ea typeface="楷体_GB2312" panose="02010609030101010101" pitchFamily="49" charset="-122"/>
                <a:sym typeface="+mn-ea"/>
              </a:rPr>
              <a:t>     </a:t>
            </a:r>
            <a:r>
              <a:rPr lang="zh-CN" altLang="en-US" sz="2800" b="1" dirty="0">
                <a:latin typeface="Arial" panose="020B0604020202020204" pitchFamily="34" charset="0"/>
                <a:ea typeface="楷体_GB2312" panose="02010609030101010101" pitchFamily="49" charset="-122"/>
                <a:sym typeface="+mn-ea"/>
              </a:rPr>
              <a:t>其次，毛泽东思想、中国特色社会主义理论体系，揭示了中国从“站起来”、“富起来”到走向“强起来”的奥秘，学习它，掌握它，是中国青年大学生义不容辞的责任。</a:t>
            </a:r>
            <a:endParaRPr lang="zh-CN" altLang="en-US" sz="2800" b="1" dirty="0">
              <a:latin typeface="Arial" panose="020B0604020202020204" pitchFamily="34" charset="0"/>
              <a:ea typeface="楷体_GB2312" panose="02010609030101010101" pitchFamily="49" charset="-122"/>
              <a:sym typeface="+mn-ea"/>
            </a:endParaRPr>
          </a:p>
        </p:txBody>
      </p:sp>
      <p:sp>
        <p:nvSpPr>
          <p:cNvPr id="81924" name="AutoShape 4"/>
          <p:cNvSpPr>
            <a:spLocks noChangeArrowheads="1"/>
          </p:cNvSpPr>
          <p:nvPr/>
        </p:nvSpPr>
        <p:spPr bwMode="auto">
          <a:xfrm>
            <a:off x="2991485" y="2808605"/>
            <a:ext cx="6513195" cy="3481070"/>
          </a:xfrm>
          <a:prstGeom prst="cube">
            <a:avLst>
              <a:gd name="adj" fmla="val 25000"/>
            </a:avLst>
          </a:prstGeom>
          <a:solidFill>
            <a:schemeClr val="accent4">
              <a:lumMod val="20000"/>
              <a:lumOff val="80000"/>
            </a:schemeClr>
          </a:solidFill>
          <a:ln w="9525">
            <a:noFill/>
            <a:miter lim="800000"/>
          </a:ln>
          <a:effectLst>
            <a:prstShdw prst="shdw18" dist="17961" dir="13500000">
              <a:schemeClr val="accent1">
                <a:gamma/>
                <a:shade val="60000"/>
                <a:invGamma/>
              </a:schemeClr>
            </a:prstShdw>
          </a:effectLst>
        </p:spPr>
        <p:txBody>
          <a:bodyPr wrap="none" anchor="ctr"/>
          <a:lstStyle/>
          <a:p>
            <a:pPr marL="0" marR="0" lvl="0" indent="0" algn="ctr"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a:ln>
                  <a:noFill/>
                </a:ln>
                <a:solidFill>
                  <a:schemeClr val="accent5"/>
                </a:solidFill>
                <a:effectLst/>
                <a:uLnTx/>
                <a:uFillTx/>
                <a:latin typeface="Arial" panose="020B0604020202020204" pitchFamily="34" charset="0"/>
                <a:ea typeface="楷体_GB2312" panose="02010609030101010101" pitchFamily="49" charset="-122"/>
                <a:cs typeface="+mn-cs"/>
              </a:rPr>
              <a:t>中国模式是什么？</a:t>
            </a:r>
            <a:endParaRPr kumimoji="0" lang="zh-CN" altLang="en-US" sz="3200" b="1" i="0" u="none" strike="noStrike" kern="1200" cap="none" spc="0" normalizeH="0" baseline="0" noProof="0">
              <a:ln>
                <a:noFill/>
              </a:ln>
              <a:solidFill>
                <a:schemeClr val="accent5"/>
              </a:solidFill>
              <a:effectLst/>
              <a:uLnTx/>
              <a:uFillTx/>
              <a:latin typeface="Arial" panose="020B0604020202020204" pitchFamily="34" charset="0"/>
              <a:ea typeface="楷体_GB2312" panose="02010609030101010101" pitchFamily="49" charset="-122"/>
              <a:cs typeface="+mn-cs"/>
            </a:endParaRPr>
          </a:p>
          <a:p>
            <a:pPr marL="0" marR="0" lvl="0" indent="0" algn="ctr"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a:ln>
                  <a:noFill/>
                </a:ln>
                <a:solidFill>
                  <a:schemeClr val="accent5"/>
                </a:solidFill>
                <a:effectLst/>
                <a:uLnTx/>
                <a:uFillTx/>
                <a:latin typeface="Arial" panose="020B0604020202020204" pitchFamily="34" charset="0"/>
                <a:ea typeface="楷体_GB2312" panose="02010609030101010101" pitchFamily="49" charset="-122"/>
                <a:cs typeface="+mn-cs"/>
              </a:rPr>
              <a:t>理论上该怎么归纳？</a:t>
            </a:r>
            <a:endParaRPr kumimoji="0" lang="zh-CN" altLang="en-US" sz="3200" b="1" i="0" u="none" strike="noStrike" kern="1200" cap="none" spc="0" normalizeH="0" baseline="0" noProof="0">
              <a:ln>
                <a:noFill/>
              </a:ln>
              <a:solidFill>
                <a:schemeClr val="accent5"/>
              </a:solidFill>
              <a:effectLst/>
              <a:uLnTx/>
              <a:uFillTx/>
              <a:latin typeface="Arial" panose="020B0604020202020204" pitchFamily="34" charset="0"/>
              <a:ea typeface="楷体_GB2312" panose="02010609030101010101" pitchFamily="49" charset="-122"/>
              <a:cs typeface="+mn-cs"/>
            </a:endParaRPr>
          </a:p>
          <a:p>
            <a:pPr marL="0" marR="0" lvl="0" indent="0" algn="ctr" defTabSz="914400" rtl="0" eaLnBrk="0" fontAlgn="base" latinLnBrk="0" hangingPunct="0">
              <a:lnSpc>
                <a:spcPct val="100000"/>
              </a:lnSpc>
              <a:spcBef>
                <a:spcPct val="20000"/>
              </a:spcBef>
              <a:spcAft>
                <a:spcPct val="0"/>
              </a:spcAft>
              <a:buClrTx/>
              <a:buSzTx/>
              <a:buFontTx/>
              <a:buChar char="•"/>
              <a:defRPr/>
            </a:pPr>
            <a:r>
              <a:rPr kumimoji="0" lang="zh-CN" altLang="en-US" sz="3200" b="1" i="0" u="none" strike="noStrike" kern="1200" cap="none" spc="0" normalizeH="0" baseline="0" noProof="0">
                <a:ln>
                  <a:noFill/>
                </a:ln>
                <a:solidFill>
                  <a:schemeClr val="accent5"/>
                </a:solidFill>
                <a:effectLst/>
                <a:uLnTx/>
                <a:uFillTx/>
                <a:latin typeface="Arial" panose="020B0604020202020204" pitchFamily="34" charset="0"/>
                <a:ea typeface="楷体_GB2312" panose="02010609030101010101" pitchFamily="49" charset="-122"/>
                <a:cs typeface="+mn-cs"/>
              </a:rPr>
              <a:t>是值得肯定还是否定？</a:t>
            </a:r>
            <a:endParaRPr kumimoji="0" lang="zh-CN" altLang="en-US" sz="3200" b="1" i="0" u="none" strike="noStrike" kern="1200" cap="none" spc="0" normalizeH="0" baseline="0" noProof="0">
              <a:ln>
                <a:noFill/>
              </a:ln>
              <a:solidFill>
                <a:schemeClr val="accent5"/>
              </a:solidFill>
              <a:effectLst/>
              <a:uLnTx/>
              <a:uFillTx/>
              <a:latin typeface="Arial" panose="020B0604020202020204" pitchFamily="34" charset="0"/>
              <a:ea typeface="楷体_GB2312" panose="02010609030101010101" pitchFamily="49"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3200" b="1" i="0" u="none" strike="noStrike" kern="1200" cap="none" spc="0" normalizeH="0" baseline="0" noProof="0">
              <a:ln>
                <a:noFill/>
              </a:ln>
              <a:solidFill>
                <a:srgbClr val="CC0099"/>
              </a:solidFill>
              <a:effectLst/>
              <a:uLnTx/>
              <a:uFillTx/>
              <a:latin typeface="Arial" panose="020B0604020202020204" pitchFamily="34" charset="0"/>
              <a:ea typeface="楷体_GB2312" panose="02010609030101010101" pitchFamily="49" charset="-122"/>
              <a:cs typeface="+mn-cs"/>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750" fill="hold"/>
                                        <p:tgtEl>
                                          <p:spTgt spid="68"/>
                                        </p:tgtEl>
                                        <p:attrNameLst>
                                          <p:attrName>ppt_x</p:attrName>
                                        </p:attrNameLst>
                                      </p:cBhvr>
                                      <p:tavLst>
                                        <p:tav tm="0">
                                          <p:val>
                                            <p:strVal val="1+#ppt_w/2"/>
                                          </p:val>
                                        </p:tav>
                                        <p:tav tm="100000">
                                          <p:val>
                                            <p:strVal val="#ppt_x"/>
                                          </p:val>
                                        </p:tav>
                                      </p:tavLst>
                                    </p:anim>
                                    <p:anim calcmode="lin" valueType="num">
                                      <p:cBhvr additive="base">
                                        <p:cTn id="18" dur="75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750" fill="hold"/>
                                        <p:tgtEl>
                                          <p:spTgt spid="69"/>
                                        </p:tgtEl>
                                        <p:attrNameLst>
                                          <p:attrName>ppt_x</p:attrName>
                                        </p:attrNameLst>
                                      </p:cBhvr>
                                      <p:tavLst>
                                        <p:tav tm="0">
                                          <p:val>
                                            <p:strVal val="0-#ppt_w/2"/>
                                          </p:val>
                                        </p:tav>
                                        <p:tav tm="100000">
                                          <p:val>
                                            <p:strVal val="#ppt_x"/>
                                          </p:val>
                                        </p:tav>
                                      </p:tavLst>
                                    </p:anim>
                                    <p:anim calcmode="lin" valueType="num">
                                      <p:cBhvr additive="base">
                                        <p:cTn id="22" dur="750" fill="hold"/>
                                        <p:tgtEl>
                                          <p:spTgt spid="69"/>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750"/>
                                        <p:tgtEl>
                                          <p:spTgt spid="70"/>
                                        </p:tgtEl>
                                      </p:cBhvr>
                                    </p:animEffect>
                                  </p:childTnLst>
                                </p:cTn>
                              </p:par>
                              <p:par>
                                <p:cTn id="26" presetID="53" presetClass="entr" presetSubtype="16" fill="hold" nodeType="withEffect">
                                  <p:stCondLst>
                                    <p:cond delay="125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fltVal val="0"/>
                                          </p:val>
                                        </p:tav>
                                        <p:tav tm="100000">
                                          <p:val>
                                            <p:strVal val="#ppt_h"/>
                                          </p:val>
                                        </p:tav>
                                      </p:tavLst>
                                    </p:anim>
                                    <p:animEffect transition="in" filter="fade">
                                      <p:cBhvr>
                                        <p:cTn id="30" dur="500"/>
                                        <p:tgtEl>
                                          <p:spTgt spid="17"/>
                                        </p:tgtEl>
                                      </p:cBhvr>
                                    </p:animEffect>
                                  </p:childTnLst>
                                </p:cTn>
                              </p:par>
                              <p:par>
                                <p:cTn id="31" presetID="16" presetClass="entr" presetSubtype="42" fill="hold" nodeType="withEffect">
                                  <p:stCondLst>
                                    <p:cond delay="2000"/>
                                  </p:stCondLst>
                                  <p:childTnLst>
                                    <p:set>
                                      <p:cBhvr>
                                        <p:cTn id="32" dur="1" fill="hold">
                                          <p:stCondLst>
                                            <p:cond delay="0"/>
                                          </p:stCondLst>
                                        </p:cTn>
                                        <p:tgtEl>
                                          <p:spTgt spid="42"/>
                                        </p:tgtEl>
                                        <p:attrNameLst>
                                          <p:attrName>style.visibility</p:attrName>
                                        </p:attrNameLst>
                                      </p:cBhvr>
                                      <p:to>
                                        <p:strVal val="visible"/>
                                      </p:to>
                                    </p:set>
                                    <p:animEffect transition="in" filter="barn(outHorizontal)">
                                      <p:cBhvr>
                                        <p:cTn id="33" dur="750"/>
                                        <p:tgtEl>
                                          <p:spTgt spid="42"/>
                                        </p:tgtEl>
                                      </p:cBhvr>
                                    </p:animEffect>
                                  </p:childTnLst>
                                </p:cTn>
                              </p:par>
                              <p:par>
                                <p:cTn id="34" presetID="41" presetClass="entr" presetSubtype="0" fill="hold" grpId="0" nodeType="withEffect">
                                  <p:stCondLst>
                                    <p:cond delay="2600"/>
                                  </p:stCondLst>
                                  <p:iterate type="lt">
                                    <p:tmPct val="10000"/>
                                  </p:iterate>
                                  <p:childTnLst>
                                    <p:set>
                                      <p:cBhvr>
                                        <p:cTn id="35" dur="1" fill="hold">
                                          <p:stCondLst>
                                            <p:cond delay="0"/>
                                          </p:stCondLst>
                                        </p:cTn>
                                        <p:tgtEl>
                                          <p:spTgt spid="43"/>
                                        </p:tgtEl>
                                        <p:attrNameLst>
                                          <p:attrName>style.visibility</p:attrName>
                                        </p:attrNameLst>
                                      </p:cBhvr>
                                      <p:to>
                                        <p:strVal val="visible"/>
                                      </p:to>
                                    </p:set>
                                    <p:anim calcmode="lin" valueType="num">
                                      <p:cBhvr>
                                        <p:cTn id="36" dur="75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37" dur="750" fill="hold"/>
                                        <p:tgtEl>
                                          <p:spTgt spid="43"/>
                                        </p:tgtEl>
                                        <p:attrNameLst>
                                          <p:attrName>ppt_y</p:attrName>
                                        </p:attrNameLst>
                                      </p:cBhvr>
                                      <p:tavLst>
                                        <p:tav tm="0">
                                          <p:val>
                                            <p:strVal val="#ppt_y"/>
                                          </p:val>
                                        </p:tav>
                                        <p:tav tm="100000">
                                          <p:val>
                                            <p:strVal val="#ppt_y"/>
                                          </p:val>
                                        </p:tav>
                                      </p:tavLst>
                                    </p:anim>
                                    <p:anim calcmode="lin" valueType="num">
                                      <p:cBhvr>
                                        <p:cTn id="38" dur="75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39" dur="75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750" tmFilter="0,0; .5, 1; 1, 1"/>
                                        <p:tgtEl>
                                          <p:spTgt spid="43"/>
                                        </p:tgtEl>
                                      </p:cBhvr>
                                    </p:animEffect>
                                  </p:childTnLst>
                                </p:cTn>
                              </p:par>
                            </p:childTnLst>
                          </p:cTn>
                        </p:par>
                      </p:childTnLst>
                    </p:cTn>
                  </p:par>
                  <p:par>
                    <p:cTn id="41" fill="hold">
                      <p:stCondLst>
                        <p:cond delay="indefinite"/>
                      </p:stCondLst>
                      <p:childTnLst>
                        <p:par>
                          <p:cTn id="42" fill="hold">
                            <p:stCondLst>
                              <p:cond delay="0"/>
                            </p:stCondLst>
                            <p:childTnLst>
                              <p:par>
                                <p:cTn id="43" presetID="5" presetClass="emph" presetSubtype="1" grpId="0" nodeType="clickEffect">
                                  <p:stCondLst>
                                    <p:cond delay="0"/>
                                  </p:stCondLst>
                                  <p:childTnLst>
                                    <p:set>
                                      <p:cBhvr override="childStyle">
                                        <p:cTn id="44" dur="indefinite"/>
                                        <p:tgtEl>
                                          <p:spTgt spid="81924"/>
                                        </p:tgtEl>
                                        <p:attrNameLst>
                                          <p:attrName>style.fontStyle</p:attrName>
                                        </p:attrNameLst>
                                      </p:cBhvr>
                                      <p:to>
                                        <p:strVal val="normal"/>
                                      </p:to>
                                    </p:set>
                                    <p:set>
                                      <p:cBhvr override="childStyle">
                                        <p:cTn id="45" dur="indefinite"/>
                                        <p:tgtEl>
                                          <p:spTgt spid="81924"/>
                                        </p:tgtEl>
                                        <p:attrNameLst>
                                          <p:attrName>style.fontWeight</p:attrName>
                                        </p:attrNameLst>
                                      </p:cBhvr>
                                      <p:to>
                                        <p:strVal val="bold"/>
                                      </p:to>
                                    </p:set>
                                    <p:set>
                                      <p:cBhvr override="childStyle">
                                        <p:cTn id="46" dur="indefinite"/>
                                        <p:tgtEl>
                                          <p:spTgt spid="81924"/>
                                        </p:tgtEl>
                                        <p:attrNameLst>
                                          <p:attrName>style.textDecorationUnderline</p:attrName>
                                        </p:attrNameLst>
                                      </p:cBhvr>
                                      <p:to>
                                        <p:strVal val="fals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81924"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a:spLocks noGrp="1"/>
          </p:cNvSpPr>
          <p:nvPr>
            <p:ph idx="1"/>
          </p:nvPr>
        </p:nvSpPr>
        <p:spPr>
          <a:xfrm>
            <a:off x="2703195" y="916940"/>
            <a:ext cx="7865745" cy="2152015"/>
          </a:xfrm>
          <a:solidFill>
            <a:srgbClr val="FDF5ED"/>
          </a:solidFill>
          <a:ln>
            <a:solidFill>
              <a:srgbClr val="7F50F4"/>
            </a:solidFill>
            <a:miter/>
          </a:ln>
        </p:spPr>
        <p:txBody>
          <a:bodyPr wrap="square" lIns="91440" tIns="45720" rIns="91440" bIns="45720" anchor="t">
            <a:normAutofit fontScale="90000" lnSpcReduction="10000"/>
          </a:bodyPr>
          <a:lstStyle/>
          <a:p>
            <a:pPr>
              <a:buNone/>
            </a:pPr>
            <a:r>
              <a:rPr lang="zh-CN" altLang="en-US" b="1" dirty="0">
                <a:solidFill>
                  <a:schemeClr val="accent2"/>
                </a:solidFill>
              </a:rPr>
              <a:t>   </a:t>
            </a:r>
            <a:endParaRPr lang="zh-CN" altLang="en-US" b="1" dirty="0">
              <a:solidFill>
                <a:schemeClr val="accent2"/>
              </a:solidFill>
            </a:endParaRPr>
          </a:p>
          <a:p>
            <a:pPr>
              <a:buNone/>
            </a:pPr>
            <a:r>
              <a:rPr lang="zh-CN" altLang="en-US" b="1" dirty="0">
                <a:solidFill>
                  <a:schemeClr val="accent5"/>
                </a:solidFill>
              </a:rPr>
              <a:t>中国模式</a:t>
            </a:r>
            <a:r>
              <a:rPr lang="en-US" altLang="zh-CN" b="1" dirty="0">
                <a:solidFill>
                  <a:schemeClr val="accent5"/>
                </a:solidFill>
              </a:rPr>
              <a:t>=</a:t>
            </a:r>
            <a:r>
              <a:rPr lang="zh-CN" altLang="en-US" b="1" dirty="0">
                <a:solidFill>
                  <a:schemeClr val="accent5"/>
                </a:solidFill>
              </a:rPr>
              <a:t>中国特色社会主义道路</a:t>
            </a:r>
            <a:endParaRPr lang="zh-CN" altLang="en-US" b="1" dirty="0">
              <a:solidFill>
                <a:schemeClr val="accent5"/>
              </a:solidFill>
            </a:endParaRPr>
          </a:p>
          <a:p>
            <a:pPr>
              <a:buNone/>
            </a:pPr>
            <a:r>
              <a:rPr lang="zh-CN" altLang="en-US" b="1" dirty="0">
                <a:solidFill>
                  <a:schemeClr val="accent5"/>
                </a:solidFill>
              </a:rPr>
              <a:t>                  </a:t>
            </a:r>
            <a:r>
              <a:rPr lang="en-US" altLang="zh-CN" b="1" dirty="0">
                <a:solidFill>
                  <a:schemeClr val="accent5"/>
                </a:solidFill>
              </a:rPr>
              <a:t>=</a:t>
            </a:r>
            <a:r>
              <a:rPr lang="zh-CN" altLang="en-US" b="1" dirty="0">
                <a:solidFill>
                  <a:schemeClr val="accent5"/>
                </a:solidFill>
              </a:rPr>
              <a:t>中国特色社会主义理论体系</a:t>
            </a:r>
            <a:endParaRPr lang="zh-CN" altLang="en-US" b="1" dirty="0">
              <a:solidFill>
                <a:schemeClr val="accent5"/>
              </a:solidFill>
            </a:endParaRPr>
          </a:p>
          <a:p>
            <a:pPr>
              <a:buNone/>
            </a:pPr>
            <a:r>
              <a:rPr lang="zh-CN" altLang="en-US" b="1" dirty="0">
                <a:solidFill>
                  <a:schemeClr val="accent5"/>
                </a:solidFill>
              </a:rPr>
              <a:t>                  </a:t>
            </a:r>
            <a:r>
              <a:rPr lang="en-US" altLang="zh-CN" b="1" dirty="0">
                <a:solidFill>
                  <a:schemeClr val="accent5"/>
                </a:solidFill>
              </a:rPr>
              <a:t>=</a:t>
            </a:r>
            <a:r>
              <a:rPr lang="zh-CN" altLang="en-US" b="1" dirty="0">
                <a:solidFill>
                  <a:schemeClr val="accent5"/>
                </a:solidFill>
              </a:rPr>
              <a:t>中国特色社会主义制度 </a:t>
            </a:r>
            <a:endParaRPr lang="zh-CN" altLang="en-US" b="1" dirty="0">
              <a:solidFill>
                <a:schemeClr val="accent5"/>
              </a:solidFill>
            </a:endParaRPr>
          </a:p>
          <a:p>
            <a:pPr>
              <a:buNone/>
            </a:pPr>
            <a:r>
              <a:rPr lang="zh-CN" altLang="en-US" b="1" dirty="0">
                <a:solidFill>
                  <a:schemeClr val="accent5"/>
                </a:solidFill>
              </a:rPr>
              <a:t>                  </a:t>
            </a:r>
            <a:r>
              <a:rPr lang="en-US" altLang="zh-CN" b="1" dirty="0">
                <a:solidFill>
                  <a:schemeClr val="accent5"/>
                </a:solidFill>
              </a:rPr>
              <a:t>=</a:t>
            </a:r>
            <a:r>
              <a:rPr lang="zh-CN" altLang="en-US" b="1" dirty="0">
                <a:solidFill>
                  <a:schemeClr val="accent5"/>
                </a:solidFill>
              </a:rPr>
              <a:t>中国特色社会主义文化</a:t>
            </a:r>
            <a:endParaRPr lang="zh-CN" altLang="en-US" b="1" dirty="0">
              <a:solidFill>
                <a:schemeClr val="accent5"/>
              </a:solidFill>
            </a:endParaRPr>
          </a:p>
          <a:p>
            <a:pPr>
              <a:buNone/>
            </a:pPr>
            <a:endParaRPr lang="zh-CN" altLang="en-US" b="1" dirty="0">
              <a:solidFill>
                <a:schemeClr val="accent5"/>
              </a:solidFill>
            </a:endParaRPr>
          </a:p>
        </p:txBody>
      </p:sp>
      <p:sp>
        <p:nvSpPr>
          <p:cNvPr id="89092" name="Rectangle 4"/>
          <p:cNvSpPr>
            <a:spLocks noChangeArrowheads="1"/>
          </p:cNvSpPr>
          <p:nvPr/>
        </p:nvSpPr>
        <p:spPr bwMode="auto">
          <a:xfrm>
            <a:off x="2782888" y="3573463"/>
            <a:ext cx="7705725" cy="2303463"/>
          </a:xfrm>
          <a:prstGeom prst="rect">
            <a:avLst/>
          </a:prstGeom>
          <a:solidFill>
            <a:srgbClr val="FDF5ED"/>
          </a:solidFill>
          <a:ln w="9525">
            <a:solidFill>
              <a:srgbClr val="7F50F4"/>
            </a:solidFill>
            <a:miter lim="800000"/>
          </a:ln>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  中国发展的奥秘（</a:t>
            </a:r>
            <a:r>
              <a:rPr kumimoji="0" lang="zh-CN" altLang="en-US" sz="3200" b="1" i="0" u="sng"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指导思想</a:t>
            </a:r>
            <a:r>
              <a:rPr kumimoji="0" lang="zh-CN" altLang="en-US" sz="32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rPr>
              <a:t>）</a:t>
            </a:r>
            <a:endParaRPr kumimoji="0" lang="zh-CN" altLang="en-US" sz="3200" b="1" i="0" u="none" strike="noStrike" kern="1200" cap="none" spc="0" normalizeH="0" baseline="0" noProof="0" dirty="0">
              <a:solidFill>
                <a:schemeClr val="tx1"/>
              </a:solidFill>
              <a:effectLst>
                <a:outerShdw blurRad="38100" dist="19050" dir="2700000" algn="tl" rotWithShape="0">
                  <a:schemeClr val="dk1">
                    <a:alpha val="40000"/>
                  </a:schemeClr>
                </a:outerShdw>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1200" cap="none" spc="0" normalizeH="0" baseline="0" noProof="0" dirty="0">
                <a:ln>
                  <a:noFill/>
                </a:ln>
                <a:solidFill>
                  <a:schemeClr val="accent2"/>
                </a:solidFill>
                <a:effectLst/>
                <a:uLnTx/>
                <a:uFillTx/>
                <a:latin typeface="Arial" panose="020B0604020202020204" pitchFamily="34" charset="0"/>
                <a:ea typeface="宋体" panose="02010600030101010101" pitchFamily="2" charset="-122"/>
                <a:cs typeface="+mn-cs"/>
              </a:rPr>
              <a:t>                   </a:t>
            </a:r>
            <a:r>
              <a:rPr kumimoji="0" lang="en-US" altLang="zh-CN" sz="3200" b="1" i="0" u="none" strike="noStrike" kern="1200" cap="none" spc="0" normalizeH="0" baseline="0" noProof="0" dirty="0">
                <a:ln>
                  <a:noFill/>
                </a:ln>
                <a:solidFill>
                  <a:schemeClr val="accent2"/>
                </a:solidFill>
                <a:effectLst/>
                <a:uLnTx/>
                <a:uFillTx/>
                <a:latin typeface="Arial" panose="020B0604020202020204" pitchFamily="34" charset="0"/>
                <a:ea typeface="宋体" panose="02010600030101010101" pitchFamily="2" charset="-122"/>
                <a:cs typeface="+mn-cs"/>
              </a:rPr>
              <a:t>=</a:t>
            </a:r>
            <a:r>
              <a:rPr kumimoji="0" lang="zh-CN" altLang="en-US" sz="3200" b="1" i="0" u="none" strike="noStrike" kern="1200" cap="none" spc="0" normalizeH="0" baseline="0" noProof="0" dirty="0">
                <a:ln>
                  <a:noFill/>
                </a:ln>
                <a:solidFill>
                  <a:srgbClr val="FA0E73"/>
                </a:solidFill>
                <a:effectLst/>
                <a:uLnTx/>
                <a:uFillTx/>
                <a:latin typeface="Arial" panose="020B0604020202020204" pitchFamily="34" charset="0"/>
                <a:ea typeface="宋体" panose="02010600030101010101" pitchFamily="2" charset="-122"/>
                <a:cs typeface="+mn-cs"/>
              </a:rPr>
              <a:t>中国化时代化的马克思主义</a:t>
            </a:r>
            <a:endParaRPr kumimoji="0" lang="zh-CN" altLang="en-US" sz="3200" b="1" i="0" u="none" strike="noStrike" kern="1200" cap="none" spc="0" normalizeH="0" baseline="0" noProof="0" dirty="0">
              <a:ln>
                <a:noFill/>
              </a:ln>
              <a:solidFill>
                <a:srgbClr val="FA0E73"/>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1200" cap="none" spc="0" normalizeH="0" baseline="0" noProof="0" dirty="0">
                <a:ln>
                  <a:noFill/>
                </a:ln>
                <a:solidFill>
                  <a:schemeClr val="accent2"/>
                </a:solidFill>
                <a:effectLst/>
                <a:uLnTx/>
                <a:uFillTx/>
                <a:latin typeface="Arial" panose="020B0604020202020204" pitchFamily="34" charset="0"/>
                <a:ea typeface="宋体" panose="02010600030101010101" pitchFamily="2" charset="-122"/>
                <a:cs typeface="+mn-cs"/>
              </a:rPr>
              <a:t>                   </a:t>
            </a:r>
            <a:r>
              <a:rPr kumimoji="0" lang="en-US" altLang="zh-CN" sz="3200" b="1" i="0" u="none" strike="noStrike" kern="1200" cap="none" spc="0" normalizeH="0" baseline="0" noProof="0" dirty="0">
                <a:ln>
                  <a:noFill/>
                </a:ln>
                <a:solidFill>
                  <a:schemeClr val="accent2"/>
                </a:solidFill>
                <a:effectLst/>
                <a:uLnTx/>
                <a:uFillTx/>
                <a:latin typeface="Arial" panose="020B0604020202020204" pitchFamily="34" charset="0"/>
                <a:ea typeface="宋体" panose="02010600030101010101" pitchFamily="2" charset="-122"/>
                <a:cs typeface="+mn-cs"/>
              </a:rPr>
              <a:t>=</a:t>
            </a:r>
            <a:r>
              <a:rPr kumimoji="0" lang="zh-CN" altLang="en-US" sz="3200" b="1" i="0" u="none" strike="noStrike" kern="1200" cap="none" spc="0" normalizeH="0" baseline="0" noProof="0" dirty="0">
                <a:ln>
                  <a:noFill/>
                </a:ln>
                <a:solidFill>
                  <a:srgbClr val="FA0E73"/>
                </a:solidFill>
                <a:effectLst/>
                <a:uLnTx/>
                <a:uFillTx/>
                <a:latin typeface="Arial" panose="020B0604020202020204" pitchFamily="34" charset="0"/>
                <a:ea typeface="宋体" panose="02010600030101010101" pitchFamily="2" charset="-122"/>
                <a:cs typeface="+mn-cs"/>
              </a:rPr>
              <a:t>毛泽东思想和中国特色社会       </a:t>
            </a:r>
            <a:endParaRPr kumimoji="0" lang="zh-CN" altLang="en-US" sz="3200" b="1" i="0" u="none" strike="noStrike" kern="1200" cap="none" spc="0" normalizeH="0" baseline="0" noProof="0" dirty="0">
              <a:ln>
                <a:noFill/>
              </a:ln>
              <a:solidFill>
                <a:srgbClr val="FA0E73"/>
              </a:solidFill>
              <a:effectLst/>
              <a:uLnTx/>
              <a:uFillTx/>
              <a:latin typeface="Arial" panose="020B0604020202020204" pitchFamily="34" charset="0"/>
              <a:ea typeface="宋体" panose="02010600030101010101" pitchFamily="2" charset="-122"/>
              <a:cs typeface="+mn-cs"/>
            </a:endParaRPr>
          </a:p>
          <a:p>
            <a:pPr marL="342900" marR="0" lvl="0" indent="-342900" algn="l" defTabSz="914400" rtl="0" eaLnBrk="0" fontAlgn="base" latinLnBrk="0" hangingPunct="0">
              <a:lnSpc>
                <a:spcPct val="100000"/>
              </a:lnSpc>
              <a:spcBef>
                <a:spcPct val="20000"/>
              </a:spcBef>
              <a:spcAft>
                <a:spcPct val="0"/>
              </a:spcAft>
              <a:buClrTx/>
              <a:buSzTx/>
              <a:buFontTx/>
              <a:buNone/>
              <a:defRPr/>
            </a:pPr>
            <a:r>
              <a:rPr kumimoji="0" lang="zh-CN" altLang="en-US" sz="3200" b="1" i="0" u="none" strike="noStrike" kern="1200" cap="none" spc="0" normalizeH="0" baseline="0" noProof="0" dirty="0">
                <a:ln>
                  <a:noFill/>
                </a:ln>
                <a:solidFill>
                  <a:srgbClr val="FA0E73"/>
                </a:solidFill>
                <a:effectLst/>
                <a:uLnTx/>
                <a:uFillTx/>
                <a:latin typeface="Arial" panose="020B0604020202020204" pitchFamily="34" charset="0"/>
                <a:ea typeface="宋体" panose="02010600030101010101" pitchFamily="2" charset="-122"/>
                <a:cs typeface="+mn-cs"/>
              </a:rPr>
              <a:t>                     主义理论体系</a:t>
            </a:r>
            <a:endParaRPr kumimoji="0" lang="zh-CN" altLang="en-US" sz="3200" b="1" i="0" u="none" strike="noStrike" kern="1200" cap="none" spc="0" normalizeH="0" baseline="0" noProof="0" dirty="0">
              <a:ln>
                <a:noFill/>
              </a:ln>
              <a:solidFill>
                <a:srgbClr val="FA0E73"/>
              </a:solidFill>
              <a:effectLst/>
              <a:uLnTx/>
              <a:uFillTx/>
              <a:latin typeface="Arial" panose="020B0604020202020204" pitchFamily="34" charset="0"/>
              <a:ea typeface="宋体" panose="02010600030101010101" pitchFamily="2" charset="-122"/>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1" cstate="screen"/>
          <a:srcRect/>
          <a:stretch>
            <a:fillRect/>
          </a:stretch>
        </p:blipFill>
        <p:spPr>
          <a:xfrm>
            <a:off x="0" y="0"/>
            <a:ext cx="12192000" cy="647700"/>
          </a:xfrm>
          <a:prstGeom prst="rect">
            <a:avLst/>
          </a:prstGeom>
        </p:spPr>
      </p:pic>
      <p:pic>
        <p:nvPicPr>
          <p:cNvPr id="67" name="图片 66"/>
          <p:cNvPicPr>
            <a:picLocks noChangeAspect="1"/>
          </p:cNvPicPr>
          <p:nvPr/>
        </p:nvPicPr>
        <p:blipFill rotWithShape="1">
          <a:blip r:embed="rId1" cstate="screen"/>
          <a:srcRect/>
          <a:stretch>
            <a:fillRect/>
          </a:stretch>
        </p:blipFill>
        <p:spPr>
          <a:xfrm flipV="1">
            <a:off x="0" y="6210300"/>
            <a:ext cx="12192000" cy="647700"/>
          </a:xfrm>
          <a:prstGeom prst="rect">
            <a:avLst/>
          </a:prstGeom>
        </p:spPr>
      </p:pic>
      <p:pic>
        <p:nvPicPr>
          <p:cNvPr id="68" name="图片 67"/>
          <p:cNvPicPr>
            <a:picLocks noChangeAspect="1"/>
          </p:cNvPicPr>
          <p:nvPr/>
        </p:nvPicPr>
        <p:blipFill rotWithShape="1">
          <a:blip r:embed="rId2" cstate="screen"/>
          <a:srcRect/>
          <a:stretch>
            <a:fillRect/>
          </a:stretch>
        </p:blipFill>
        <p:spPr>
          <a:xfrm>
            <a:off x="9093460" y="0"/>
            <a:ext cx="3098540" cy="1915885"/>
          </a:xfrm>
          <a:prstGeom prst="rect">
            <a:avLst/>
          </a:prstGeom>
        </p:spPr>
      </p:pic>
      <p:pic>
        <p:nvPicPr>
          <p:cNvPr id="69" name="图片 68"/>
          <p:cNvPicPr>
            <a:picLocks noChangeAspect="1"/>
          </p:cNvPicPr>
          <p:nvPr/>
        </p:nvPicPr>
        <p:blipFill rotWithShape="1">
          <a:blip r:embed="rId3" cstate="screen"/>
          <a:srcRect/>
          <a:stretch>
            <a:fillRect/>
          </a:stretch>
        </p:blipFill>
        <p:spPr>
          <a:xfrm>
            <a:off x="0" y="4905829"/>
            <a:ext cx="2402374" cy="1952171"/>
          </a:xfrm>
          <a:prstGeom prst="rect">
            <a:avLst/>
          </a:prstGeom>
        </p:spPr>
      </p:pic>
      <p:pic>
        <p:nvPicPr>
          <p:cNvPr id="70" name="图片 69"/>
          <p:cNvPicPr>
            <a:picLocks noChangeAspect="1"/>
          </p:cNvPicPr>
          <p:nvPr/>
        </p:nvPicPr>
        <p:blipFill rotWithShape="1">
          <a:blip r:embed="rId4" cstate="screen"/>
          <a:srcRect/>
          <a:stretch>
            <a:fillRect/>
          </a:stretch>
        </p:blipFill>
        <p:spPr>
          <a:xfrm>
            <a:off x="9938787" y="5241850"/>
            <a:ext cx="1407886" cy="1204686"/>
          </a:xfrm>
          <a:prstGeom prst="rect">
            <a:avLst/>
          </a:prstGeom>
        </p:spPr>
      </p:pic>
      <p:grpSp>
        <p:nvGrpSpPr>
          <p:cNvPr id="17" name="组合 16"/>
          <p:cNvGrpSpPr/>
          <p:nvPr/>
        </p:nvGrpSpPr>
        <p:grpSpPr>
          <a:xfrm>
            <a:off x="242570" y="760142"/>
            <a:ext cx="1320800" cy="1158828"/>
            <a:chOff x="1032988" y="731832"/>
            <a:chExt cx="530134" cy="522514"/>
          </a:xfrm>
        </p:grpSpPr>
        <p:sp>
          <p:nvSpPr>
            <p:cNvPr id="28" name="椭圆 27"/>
            <p:cNvSpPr/>
            <p:nvPr/>
          </p:nvSpPr>
          <p:spPr>
            <a:xfrm>
              <a:off x="1032988" y="731832"/>
              <a:ext cx="522514" cy="5225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1040608" y="876117"/>
              <a:ext cx="522514" cy="233638"/>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（三）</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grpSp>
      <p:cxnSp>
        <p:nvCxnSpPr>
          <p:cNvPr id="42" name="直接连接符 41"/>
          <p:cNvCxnSpPr/>
          <p:nvPr/>
        </p:nvCxnSpPr>
        <p:spPr>
          <a:xfrm flipH="1">
            <a:off x="1563614" y="1066759"/>
            <a:ext cx="304800" cy="6089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965960" y="2079625"/>
            <a:ext cx="7973695" cy="1986280"/>
          </a:xfrm>
          <a:prstGeom prst="rect">
            <a:avLst/>
          </a:prstGeom>
          <a:noFill/>
        </p:spPr>
        <p:txBody>
          <a:bodyPr wrap="square" rtlCol="0">
            <a:spAutoFit/>
          </a:bodyPr>
          <a:lstStyle/>
          <a:p>
            <a:pPr lvl="0" indent="0" algn="l">
              <a:lnSpc>
                <a:spcPct val="110000"/>
              </a:lnSpc>
            </a:pPr>
            <a:r>
              <a:rPr lang="en-US" altLang="zh-CN" sz="2800" b="1" dirty="0">
                <a:latin typeface="Arial" panose="020B0604020202020204" pitchFamily="34" charset="0"/>
                <a:ea typeface="楷体_GB2312" panose="02010609030101010101" pitchFamily="49" charset="-122"/>
                <a:sym typeface="+mn-ea"/>
              </a:rPr>
              <a:t>      </a:t>
            </a:r>
            <a:r>
              <a:rPr lang="zh-CN" altLang="en-US" sz="2800" b="1" dirty="0">
                <a:latin typeface="Arial" panose="020B0604020202020204" pitchFamily="34" charset="0"/>
                <a:ea typeface="楷体_GB2312" panose="02010609030101010101" pitchFamily="49" charset="-122"/>
                <a:sym typeface="+mn-ea"/>
              </a:rPr>
              <a:t>再者，毛泽东思想、中国特色社会主义理论体系是中国共产党领导全国人民不断取得胜利的指导思想，不二法门。学习它，掌握它，是当代中国青年大学生更好地履行使命的基本要求。</a:t>
            </a:r>
            <a:endParaRPr lang="zh-CN" altLang="en-US" sz="2800" b="1" dirty="0">
              <a:latin typeface="Arial" panose="020B0604020202020204" pitchFamily="34" charset="0"/>
              <a:ea typeface="楷体_GB2312" panose="02010609030101010101" pitchFamily="49" charset="-122"/>
              <a:sym typeface="+mn-ea"/>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750" fill="hold"/>
                                        <p:tgtEl>
                                          <p:spTgt spid="68"/>
                                        </p:tgtEl>
                                        <p:attrNameLst>
                                          <p:attrName>ppt_x</p:attrName>
                                        </p:attrNameLst>
                                      </p:cBhvr>
                                      <p:tavLst>
                                        <p:tav tm="0">
                                          <p:val>
                                            <p:strVal val="1+#ppt_w/2"/>
                                          </p:val>
                                        </p:tav>
                                        <p:tav tm="100000">
                                          <p:val>
                                            <p:strVal val="#ppt_x"/>
                                          </p:val>
                                        </p:tav>
                                      </p:tavLst>
                                    </p:anim>
                                    <p:anim calcmode="lin" valueType="num">
                                      <p:cBhvr additive="base">
                                        <p:cTn id="18" dur="75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750" fill="hold"/>
                                        <p:tgtEl>
                                          <p:spTgt spid="69"/>
                                        </p:tgtEl>
                                        <p:attrNameLst>
                                          <p:attrName>ppt_x</p:attrName>
                                        </p:attrNameLst>
                                      </p:cBhvr>
                                      <p:tavLst>
                                        <p:tav tm="0">
                                          <p:val>
                                            <p:strVal val="0-#ppt_w/2"/>
                                          </p:val>
                                        </p:tav>
                                        <p:tav tm="100000">
                                          <p:val>
                                            <p:strVal val="#ppt_x"/>
                                          </p:val>
                                        </p:tav>
                                      </p:tavLst>
                                    </p:anim>
                                    <p:anim calcmode="lin" valueType="num">
                                      <p:cBhvr additive="base">
                                        <p:cTn id="22" dur="750" fill="hold"/>
                                        <p:tgtEl>
                                          <p:spTgt spid="69"/>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750"/>
                                        <p:tgtEl>
                                          <p:spTgt spid="70"/>
                                        </p:tgtEl>
                                      </p:cBhvr>
                                    </p:animEffect>
                                  </p:childTnLst>
                                </p:cTn>
                              </p:par>
                              <p:par>
                                <p:cTn id="26" presetID="53" presetClass="entr" presetSubtype="16" fill="hold" nodeType="withEffect">
                                  <p:stCondLst>
                                    <p:cond delay="125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fltVal val="0"/>
                                          </p:val>
                                        </p:tav>
                                        <p:tav tm="100000">
                                          <p:val>
                                            <p:strVal val="#ppt_h"/>
                                          </p:val>
                                        </p:tav>
                                      </p:tavLst>
                                    </p:anim>
                                    <p:animEffect transition="in" filter="fade">
                                      <p:cBhvr>
                                        <p:cTn id="30" dur="500"/>
                                        <p:tgtEl>
                                          <p:spTgt spid="17"/>
                                        </p:tgtEl>
                                      </p:cBhvr>
                                    </p:animEffect>
                                  </p:childTnLst>
                                </p:cTn>
                              </p:par>
                              <p:par>
                                <p:cTn id="31" presetID="16" presetClass="entr" presetSubtype="42" fill="hold" nodeType="withEffect">
                                  <p:stCondLst>
                                    <p:cond delay="2000"/>
                                  </p:stCondLst>
                                  <p:childTnLst>
                                    <p:set>
                                      <p:cBhvr>
                                        <p:cTn id="32" dur="1" fill="hold">
                                          <p:stCondLst>
                                            <p:cond delay="0"/>
                                          </p:stCondLst>
                                        </p:cTn>
                                        <p:tgtEl>
                                          <p:spTgt spid="42"/>
                                        </p:tgtEl>
                                        <p:attrNameLst>
                                          <p:attrName>style.visibility</p:attrName>
                                        </p:attrNameLst>
                                      </p:cBhvr>
                                      <p:to>
                                        <p:strVal val="visible"/>
                                      </p:to>
                                    </p:set>
                                    <p:animEffect transition="in" filter="barn(outHorizontal)">
                                      <p:cBhvr>
                                        <p:cTn id="33" dur="750"/>
                                        <p:tgtEl>
                                          <p:spTgt spid="42"/>
                                        </p:tgtEl>
                                      </p:cBhvr>
                                    </p:animEffect>
                                  </p:childTnLst>
                                </p:cTn>
                              </p:par>
                              <p:par>
                                <p:cTn id="34" presetID="41" presetClass="entr" presetSubtype="0" fill="hold" grpId="0" nodeType="withEffect">
                                  <p:stCondLst>
                                    <p:cond delay="2600"/>
                                  </p:stCondLst>
                                  <p:iterate type="lt">
                                    <p:tmPct val="10000"/>
                                  </p:iterate>
                                  <p:childTnLst>
                                    <p:set>
                                      <p:cBhvr>
                                        <p:cTn id="35" dur="1" fill="hold">
                                          <p:stCondLst>
                                            <p:cond delay="0"/>
                                          </p:stCondLst>
                                        </p:cTn>
                                        <p:tgtEl>
                                          <p:spTgt spid="43"/>
                                        </p:tgtEl>
                                        <p:attrNameLst>
                                          <p:attrName>style.visibility</p:attrName>
                                        </p:attrNameLst>
                                      </p:cBhvr>
                                      <p:to>
                                        <p:strVal val="visible"/>
                                      </p:to>
                                    </p:set>
                                    <p:anim calcmode="lin" valueType="num">
                                      <p:cBhvr>
                                        <p:cTn id="36" dur="75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37" dur="750" fill="hold"/>
                                        <p:tgtEl>
                                          <p:spTgt spid="43"/>
                                        </p:tgtEl>
                                        <p:attrNameLst>
                                          <p:attrName>ppt_y</p:attrName>
                                        </p:attrNameLst>
                                      </p:cBhvr>
                                      <p:tavLst>
                                        <p:tav tm="0">
                                          <p:val>
                                            <p:strVal val="#ppt_y"/>
                                          </p:val>
                                        </p:tav>
                                        <p:tav tm="100000">
                                          <p:val>
                                            <p:strVal val="#ppt_y"/>
                                          </p:val>
                                        </p:tav>
                                      </p:tavLst>
                                    </p:anim>
                                    <p:anim calcmode="lin" valueType="num">
                                      <p:cBhvr>
                                        <p:cTn id="38" dur="75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39" dur="75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750" tmFilter="0,0; .5, 1; 1, 1"/>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1" name="Picture 4" descr="梁启超"/>
          <p:cNvPicPr>
            <a:picLocks noChangeAspect="1"/>
          </p:cNvPicPr>
          <p:nvPr/>
        </p:nvPicPr>
        <p:blipFill>
          <a:blip r:embed="rId1" cstate="print"/>
          <a:stretch>
            <a:fillRect/>
          </a:stretch>
        </p:blipFill>
        <p:spPr>
          <a:xfrm>
            <a:off x="5715" y="12065"/>
            <a:ext cx="4679950" cy="6833870"/>
          </a:xfrm>
          <a:prstGeom prst="rect">
            <a:avLst/>
          </a:prstGeom>
          <a:noFill/>
          <a:ln w="9525">
            <a:noFill/>
          </a:ln>
        </p:spPr>
      </p:pic>
      <p:sp>
        <p:nvSpPr>
          <p:cNvPr id="25602" name="Text Box 5" descr="纸莎草纸"/>
          <p:cNvSpPr txBox="1"/>
          <p:nvPr/>
        </p:nvSpPr>
        <p:spPr>
          <a:xfrm>
            <a:off x="4866005" y="151765"/>
            <a:ext cx="7148830" cy="6554470"/>
          </a:xfrm>
          <a:prstGeom prst="rect">
            <a:avLst/>
          </a:prstGeom>
          <a:blipFill rotWithShape="1">
            <a:blip r:embed="rId2" cstate="print"/>
          </a:blipFill>
          <a:ln w="9525">
            <a:noFill/>
          </a:ln>
        </p:spPr>
        <p:txBody>
          <a:bodyPr wrap="square" anchor="t">
            <a:spAutoFit/>
          </a:bodyPr>
          <a:lstStyle/>
          <a:p>
            <a:pPr lvl="0" indent="0" algn="l">
              <a:lnSpc>
                <a:spcPct val="150000"/>
              </a:lnSpc>
              <a:spcBef>
                <a:spcPct val="50000"/>
              </a:spcBef>
            </a:pPr>
            <a:r>
              <a:rPr lang="en-US" altLang="zh-CN" sz="2400" b="1" dirty="0">
                <a:latin typeface="Arial" panose="020B0604020202020204" pitchFamily="34" charset="0"/>
                <a:ea typeface="楷体_GB2312" panose="02010609030101010101" pitchFamily="49" charset="-122"/>
              </a:rPr>
              <a:t>      </a:t>
            </a:r>
            <a:r>
              <a:rPr lang="zh-CN" altLang="en-US" sz="2800" b="1" dirty="0">
                <a:latin typeface="Arial" panose="020B0604020202020204" pitchFamily="34" charset="0"/>
                <a:ea typeface="楷体_GB2312" panose="02010609030101010101" pitchFamily="49" charset="-122"/>
              </a:rPr>
              <a:t>少年智，则国智；少年富，则国富；少年强，则国强；少年独立，则国独立；少年自由，则国自由；少年进步，则国进步；少年胜于欧洲，则国胜于欧洲；少年雄于地球，则国雄于地球。前途似海，来日方长！美哉！我少年中国，与天不老；壮哉！我中国少年，与国无疆。中国如欲称霸宇内，主盟地球，则指挥顾盼之尊荣，唯我少年享之。故今日之责任不在他人而全在我少年！</a:t>
            </a:r>
            <a:r>
              <a:rPr lang="en-US" altLang="zh-CN" sz="2800" b="1">
                <a:latin typeface="Arial" panose="020B0604020202020204" pitchFamily="34" charset="0"/>
                <a:ea typeface="楷体_GB2312" panose="02010609030101010101" pitchFamily="49" charset="-122"/>
              </a:rPr>
              <a:t>——</a:t>
            </a:r>
            <a:r>
              <a:rPr lang="zh-CN" altLang="en-US" sz="2800" b="1" dirty="0">
                <a:latin typeface="Arial" panose="020B0604020202020204" pitchFamily="34" charset="0"/>
                <a:ea typeface="楷体_GB2312" panose="02010609030101010101" pitchFamily="49" charset="-122"/>
              </a:rPr>
              <a:t>摘自梁启超：</a:t>
            </a:r>
            <a:r>
              <a:rPr lang="en-US" altLang="zh-CN" sz="2800" b="1">
                <a:latin typeface="Arial" panose="020B0604020202020204" pitchFamily="34" charset="0"/>
                <a:ea typeface="楷体_GB2312" panose="02010609030101010101" pitchFamily="49" charset="-122"/>
              </a:rPr>
              <a:t>《</a:t>
            </a:r>
            <a:r>
              <a:rPr lang="zh-CN" altLang="en-US" sz="2800" b="1" dirty="0">
                <a:latin typeface="Arial" panose="020B0604020202020204" pitchFamily="34" charset="0"/>
                <a:ea typeface="楷体_GB2312" panose="02010609030101010101" pitchFamily="49" charset="-122"/>
              </a:rPr>
              <a:t>少年中国说</a:t>
            </a:r>
            <a:r>
              <a:rPr lang="en-US" altLang="zh-CN" sz="2800" b="1">
                <a:latin typeface="Arial" panose="020B0604020202020204" pitchFamily="34" charset="0"/>
                <a:ea typeface="楷体_GB2312" panose="02010609030101010101" pitchFamily="49" charset="-122"/>
              </a:rPr>
              <a:t>》</a:t>
            </a:r>
            <a:r>
              <a:rPr lang="en-US" altLang="zh-CN" sz="2800">
                <a:latin typeface="Arial" panose="020B0604020202020204" pitchFamily="34" charset="0"/>
                <a:ea typeface="楷体_GB2312" panose="02010609030101010101" pitchFamily="49" charset="-122"/>
              </a:rPr>
              <a:t> </a:t>
            </a:r>
            <a:endParaRPr lang="en-US" altLang="zh-CN" sz="2800">
              <a:latin typeface="Arial" panose="020B0604020202020204" pitchFamily="34" charset="0"/>
              <a:ea typeface="楷体_GB2312" panose="02010609030101010101" pitchFamily="49" charset="-122"/>
            </a:endParaRPr>
          </a:p>
        </p:txBody>
      </p:sp>
      <p:sp>
        <p:nvSpPr>
          <p:cNvPr id="25603" name="Text Box 6"/>
          <p:cNvSpPr txBox="1"/>
          <p:nvPr/>
        </p:nvSpPr>
        <p:spPr>
          <a:xfrm>
            <a:off x="3389948" y="6302693"/>
            <a:ext cx="1295400" cy="457200"/>
          </a:xfrm>
          <a:prstGeom prst="rect">
            <a:avLst/>
          </a:prstGeom>
          <a:noFill/>
          <a:ln w="9525">
            <a:noFill/>
          </a:ln>
        </p:spPr>
        <p:txBody>
          <a:bodyPr anchor="t">
            <a:spAutoFit/>
          </a:bodyPr>
          <a:lstStyle/>
          <a:p>
            <a:pPr lvl="0" indent="0" algn="ctr">
              <a:spcBef>
                <a:spcPct val="50000"/>
              </a:spcBef>
            </a:pPr>
            <a:r>
              <a:rPr lang="zh-CN" altLang="en-US" sz="2400" b="1" dirty="0">
                <a:latin typeface="Arial" panose="020B0604020202020204" pitchFamily="34" charset="0"/>
                <a:ea typeface="楷体_GB2312" panose="02010609030101010101" pitchFamily="49" charset="-122"/>
              </a:rPr>
              <a:t>梁启超</a:t>
            </a:r>
            <a:endParaRPr lang="zh-CN" altLang="en-US" sz="2400" b="1" dirty="0">
              <a:latin typeface="Arial" panose="020B0604020202020204" pitchFamily="34" charset="0"/>
              <a:ea typeface="楷体_GB2312" panose="0201060903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0a6eee786e634e4db7ffdec648eabf9e"/>
          <p:cNvPicPr>
            <a:picLocks noChangeAspect="1"/>
          </p:cNvPicPr>
          <p:nvPr/>
        </p:nvPicPr>
        <p:blipFill>
          <a:blip r:embed="rId1"/>
          <a:stretch>
            <a:fillRect/>
          </a:stretch>
        </p:blipFill>
        <p:spPr>
          <a:xfrm>
            <a:off x="-10160" y="-5080"/>
            <a:ext cx="12211685" cy="6958965"/>
          </a:xfrm>
          <a:prstGeom prst="rect">
            <a:avLst/>
          </a:prstGeom>
        </p:spPr>
      </p:pic>
      <p:sp>
        <p:nvSpPr>
          <p:cNvPr id="2" name="Text Box 5" descr="纸莎草纸"/>
          <p:cNvSpPr txBox="1"/>
          <p:nvPr/>
        </p:nvSpPr>
        <p:spPr>
          <a:xfrm>
            <a:off x="561340" y="4956175"/>
            <a:ext cx="11330940" cy="1691640"/>
          </a:xfrm>
          <a:prstGeom prst="rect">
            <a:avLst/>
          </a:prstGeom>
          <a:blipFill rotWithShape="1">
            <a:blip r:embed="rId2" cstate="print"/>
          </a:blipFill>
          <a:ln w="9525">
            <a:noFill/>
          </a:ln>
        </p:spPr>
        <p:txBody>
          <a:bodyPr wrap="square" anchor="t">
            <a:spAutoFit/>
          </a:bodyPr>
          <a:lstStyle/>
          <a:p>
            <a:pPr lvl="0" indent="0" algn="l">
              <a:lnSpc>
                <a:spcPct val="130000"/>
              </a:lnSpc>
              <a:spcBef>
                <a:spcPct val="50000"/>
              </a:spcBef>
            </a:pPr>
            <a:r>
              <a:rPr lang="en-US" altLang="zh-CN" sz="2000" b="1" dirty="0">
                <a:latin typeface="Arial" panose="020B0604020202020204" pitchFamily="34" charset="0"/>
                <a:ea typeface="楷体_GB2312" panose="02010609030101010101" pitchFamily="49" charset="-122"/>
              </a:rPr>
              <a:t>    </a:t>
            </a:r>
            <a:r>
              <a:rPr sz="2000">
                <a:latin typeface="Arial" panose="020B0604020202020204" pitchFamily="34" charset="0"/>
                <a:ea typeface="楷体_GB2312" panose="02010609030101010101" pitchFamily="49" charset="-122"/>
              </a:rPr>
              <a:t>“世界是你们的，也是我们的，但是归根结底是你们的。你们青年人朝气蓬勃，正在兴旺时期，好像早晨八、九点钟的太阳。希望寄托在你们身上。世界是属于你们的。中国的前途是属于你们的。第一，青年人既要勇敢又要谦虚；第二，祝你们身体好、学习好、将来工作好；第三，和苏联朋友要亲密团结。”           </a:t>
            </a:r>
            <a:r>
              <a:rPr lang="en-US" sz="2000">
                <a:latin typeface="Arial" panose="020B0604020202020204" pitchFamily="34" charset="0"/>
                <a:ea typeface="楷体_GB2312" panose="02010609030101010101" pitchFamily="49" charset="-122"/>
              </a:rPr>
              <a:t>——毛主席1957年11月17日在莫斯科</a:t>
            </a:r>
            <a:r>
              <a:rPr lang="zh-CN" altLang="en-US" sz="2000">
                <a:latin typeface="Arial" panose="020B0604020202020204" pitchFamily="34" charset="0"/>
                <a:ea typeface="楷体_GB2312" panose="02010609030101010101" pitchFamily="49" charset="-122"/>
              </a:rPr>
              <a:t>对</a:t>
            </a:r>
            <a:r>
              <a:rPr lang="en-US" sz="2000">
                <a:latin typeface="Arial" panose="020B0604020202020204" pitchFamily="34" charset="0"/>
                <a:ea typeface="楷体_GB2312" panose="02010609030101010101" pitchFamily="49" charset="-122"/>
              </a:rPr>
              <a:t>中国留学生</a:t>
            </a:r>
            <a:r>
              <a:rPr lang="zh-CN" altLang="en-US" sz="2000">
                <a:latin typeface="Arial" panose="020B0604020202020204" pitchFamily="34" charset="0"/>
                <a:ea typeface="楷体_GB2312" panose="02010609030101010101" pitchFamily="49" charset="-122"/>
              </a:rPr>
              <a:t>的讲话</a:t>
            </a:r>
            <a:endParaRPr lang="zh-CN" altLang="en-US" sz="2000">
              <a:latin typeface="Arial" panose="020B0604020202020204" pitchFamily="34" charset="0"/>
              <a:ea typeface="楷体_GB2312" panose="02010609030101010101"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1" cstate="screen"/>
          <a:srcRect/>
          <a:stretch>
            <a:fillRect/>
          </a:stretch>
        </p:blipFill>
        <p:spPr>
          <a:xfrm>
            <a:off x="0" y="0"/>
            <a:ext cx="12192000" cy="647700"/>
          </a:xfrm>
          <a:prstGeom prst="rect">
            <a:avLst/>
          </a:prstGeom>
        </p:spPr>
      </p:pic>
      <p:pic>
        <p:nvPicPr>
          <p:cNvPr id="67" name="图片 66"/>
          <p:cNvPicPr>
            <a:picLocks noChangeAspect="1"/>
          </p:cNvPicPr>
          <p:nvPr/>
        </p:nvPicPr>
        <p:blipFill rotWithShape="1">
          <a:blip r:embed="rId1" cstate="screen"/>
          <a:srcRect/>
          <a:stretch>
            <a:fillRect/>
          </a:stretch>
        </p:blipFill>
        <p:spPr>
          <a:xfrm flipV="1">
            <a:off x="0" y="6210300"/>
            <a:ext cx="12192000" cy="647700"/>
          </a:xfrm>
          <a:prstGeom prst="rect">
            <a:avLst/>
          </a:prstGeom>
        </p:spPr>
      </p:pic>
      <p:pic>
        <p:nvPicPr>
          <p:cNvPr id="68" name="图片 67"/>
          <p:cNvPicPr>
            <a:picLocks noChangeAspect="1"/>
          </p:cNvPicPr>
          <p:nvPr/>
        </p:nvPicPr>
        <p:blipFill rotWithShape="1">
          <a:blip r:embed="rId2" cstate="screen"/>
          <a:srcRect/>
          <a:stretch>
            <a:fillRect/>
          </a:stretch>
        </p:blipFill>
        <p:spPr>
          <a:xfrm>
            <a:off x="9093460" y="0"/>
            <a:ext cx="3098540" cy="1915885"/>
          </a:xfrm>
          <a:prstGeom prst="rect">
            <a:avLst/>
          </a:prstGeom>
        </p:spPr>
      </p:pic>
      <p:pic>
        <p:nvPicPr>
          <p:cNvPr id="69" name="图片 68"/>
          <p:cNvPicPr>
            <a:picLocks noChangeAspect="1"/>
          </p:cNvPicPr>
          <p:nvPr/>
        </p:nvPicPr>
        <p:blipFill rotWithShape="1">
          <a:blip r:embed="rId3" cstate="screen"/>
          <a:srcRect/>
          <a:stretch>
            <a:fillRect/>
          </a:stretch>
        </p:blipFill>
        <p:spPr>
          <a:xfrm>
            <a:off x="0" y="4905829"/>
            <a:ext cx="2402374" cy="1952171"/>
          </a:xfrm>
          <a:prstGeom prst="rect">
            <a:avLst/>
          </a:prstGeom>
        </p:spPr>
      </p:pic>
      <p:pic>
        <p:nvPicPr>
          <p:cNvPr id="70" name="图片 69"/>
          <p:cNvPicPr>
            <a:picLocks noChangeAspect="1"/>
          </p:cNvPicPr>
          <p:nvPr/>
        </p:nvPicPr>
        <p:blipFill rotWithShape="1">
          <a:blip r:embed="rId4" cstate="screen"/>
          <a:srcRect/>
          <a:stretch>
            <a:fillRect/>
          </a:stretch>
        </p:blipFill>
        <p:spPr>
          <a:xfrm>
            <a:off x="9938787" y="5241850"/>
            <a:ext cx="1407886" cy="1204686"/>
          </a:xfrm>
          <a:prstGeom prst="rect">
            <a:avLst/>
          </a:prstGeom>
        </p:spPr>
      </p:pic>
      <p:sp>
        <p:nvSpPr>
          <p:cNvPr id="32" name="文本框 31"/>
          <p:cNvSpPr txBox="1"/>
          <p:nvPr/>
        </p:nvSpPr>
        <p:spPr>
          <a:xfrm>
            <a:off x="261620" y="1080135"/>
            <a:ext cx="1301750" cy="521970"/>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sp>
        <p:nvSpPr>
          <p:cNvPr id="100" name="文本框 99"/>
          <p:cNvSpPr txBox="1"/>
          <p:nvPr/>
        </p:nvSpPr>
        <p:spPr>
          <a:xfrm>
            <a:off x="1251585" y="875030"/>
            <a:ext cx="7459980" cy="4030980"/>
          </a:xfrm>
          <a:prstGeom prst="rect">
            <a:avLst/>
          </a:prstGeom>
          <a:noFill/>
          <a:ln w="9525">
            <a:noFill/>
          </a:ln>
        </p:spPr>
        <p:txBody>
          <a:bodyPr wrap="square">
            <a:spAutoFit/>
          </a:bodyPr>
          <a:lstStyle/>
          <a:p>
            <a:pPr indent="0"/>
            <a:r>
              <a:rPr lang="zh-CN" sz="3200" b="0">
                <a:ea typeface="宋体" panose="02010600030101010101" pitchFamily="2" charset="-122"/>
              </a:rPr>
              <a:t>当代大学生正处于这样的历史方位上：</a:t>
            </a:r>
            <a:endParaRPr lang="zh-CN" sz="3200" b="0">
              <a:ea typeface="宋体" panose="02010600030101010101" pitchFamily="2" charset="-122"/>
            </a:endParaRPr>
          </a:p>
          <a:p>
            <a:pPr indent="0"/>
            <a:endParaRPr lang="zh-CN" sz="3200" b="0">
              <a:ea typeface="宋体" panose="02010600030101010101" pitchFamily="2" charset="-122"/>
            </a:endParaRPr>
          </a:p>
          <a:p>
            <a:pPr indent="0"/>
            <a:endParaRPr lang="zh-CN" sz="3200" b="0">
              <a:ea typeface="宋体" panose="02010600030101010101" pitchFamily="2" charset="-122"/>
            </a:endParaRPr>
          </a:p>
          <a:p>
            <a:pPr indent="0"/>
            <a:r>
              <a:rPr lang="zh-CN" sz="3200" b="0">
                <a:ea typeface="宋体" panose="02010600030101010101" pitchFamily="2" charset="-122"/>
              </a:rPr>
              <a:t>两个</a:t>
            </a:r>
            <a:r>
              <a:rPr lang="en-US" sz="3200" b="0">
                <a:latin typeface="宋体" panose="02010600030101010101" pitchFamily="2" charset="-122"/>
                <a:ea typeface="宋体" panose="02010600030101010101" pitchFamily="2" charset="-122"/>
              </a:rPr>
              <a:t>100</a:t>
            </a:r>
            <a:r>
              <a:rPr lang="zh-CN" sz="3200" b="0">
                <a:ea typeface="宋体" panose="02010600030101010101" pitchFamily="2" charset="-122"/>
              </a:rPr>
              <a:t>年（</a:t>
            </a:r>
            <a:r>
              <a:rPr lang="en-US" sz="3200" b="0">
                <a:latin typeface="Times New Roman" panose="02020603050405020304" charset="0"/>
                <a:ea typeface="宋体" panose="02010600030101010101" pitchFamily="2" charset="-122"/>
              </a:rPr>
              <a:t>1840----1949</a:t>
            </a:r>
            <a:r>
              <a:rPr lang="zh-CN" sz="3200" b="0">
                <a:ea typeface="宋体" panose="02010600030101010101" pitchFamily="2" charset="-122"/>
              </a:rPr>
              <a:t>；</a:t>
            </a:r>
            <a:r>
              <a:rPr lang="en-US" sz="3200" b="0">
                <a:latin typeface="Times New Roman" panose="02020603050405020304" charset="0"/>
                <a:ea typeface="宋体" panose="02010600030101010101" pitchFamily="2" charset="-122"/>
              </a:rPr>
              <a:t>1949----2050</a:t>
            </a:r>
            <a:r>
              <a:rPr lang="zh-CN" sz="3200" b="0">
                <a:ea typeface="宋体" panose="02010600030101010101" pitchFamily="2" charset="-122"/>
              </a:rPr>
              <a:t>）</a:t>
            </a:r>
            <a:endParaRPr lang="zh-CN" sz="3200" b="0">
              <a:ea typeface="宋体" panose="02010600030101010101" pitchFamily="2" charset="-122"/>
            </a:endParaRPr>
          </a:p>
          <a:p>
            <a:pPr indent="0"/>
            <a:r>
              <a:rPr lang="zh-CN" sz="3200" b="0">
                <a:ea typeface="宋体" panose="02010600030101010101" pitchFamily="2" charset="-122"/>
              </a:rPr>
              <a:t>         和</a:t>
            </a:r>
            <a:endParaRPr lang="zh-CN" sz="3200" b="0">
              <a:ea typeface="宋体" panose="02010600030101010101" pitchFamily="2" charset="-122"/>
            </a:endParaRPr>
          </a:p>
          <a:p>
            <a:pPr indent="0"/>
            <a:r>
              <a:rPr lang="zh-CN" sz="3200" b="0">
                <a:ea typeface="宋体" panose="02010600030101010101" pitchFamily="2" charset="-122"/>
              </a:rPr>
              <a:t>两个</a:t>
            </a:r>
            <a:r>
              <a:rPr lang="en-US" sz="3200" b="0">
                <a:latin typeface="Times New Roman" panose="02020603050405020304" charset="0"/>
                <a:ea typeface="宋体" panose="02010600030101010101" pitchFamily="2" charset="-122"/>
              </a:rPr>
              <a:t>50</a:t>
            </a:r>
            <a:r>
              <a:rPr lang="zh-CN" sz="3200" b="0">
                <a:ea typeface="宋体" panose="02010600030101010101" pitchFamily="2" charset="-122"/>
              </a:rPr>
              <a:t>年（</a:t>
            </a:r>
            <a:r>
              <a:rPr lang="en-US" sz="3200" b="0">
                <a:latin typeface="Times New Roman" panose="02020603050405020304" charset="0"/>
                <a:ea typeface="宋体" panose="02010600030101010101" pitchFamily="2" charset="-122"/>
              </a:rPr>
              <a:t>1949----2000</a:t>
            </a:r>
            <a:r>
              <a:rPr lang="zh-CN" sz="3200" b="0">
                <a:ea typeface="宋体" panose="02010600030101010101" pitchFamily="2" charset="-122"/>
              </a:rPr>
              <a:t>；</a:t>
            </a:r>
            <a:r>
              <a:rPr lang="en-US" sz="3200" b="0">
                <a:latin typeface="Times New Roman" panose="02020603050405020304" charset="0"/>
                <a:ea typeface="宋体" panose="02010600030101010101" pitchFamily="2" charset="-122"/>
              </a:rPr>
              <a:t>2000----2050</a:t>
            </a:r>
            <a:r>
              <a:rPr lang="zh-CN" sz="3200" b="0">
                <a:ea typeface="宋体" panose="02010600030101010101" pitchFamily="2" charset="-122"/>
              </a:rPr>
              <a:t>）</a:t>
            </a:r>
            <a:endParaRPr lang="zh-CN" sz="3200" b="0">
              <a:ea typeface="宋体" panose="02010600030101010101" pitchFamily="2" charset="-122"/>
            </a:endParaRPr>
          </a:p>
          <a:p>
            <a:pPr indent="0"/>
            <a:endParaRPr lang="zh-CN" sz="3200" b="0">
              <a:ea typeface="宋体" panose="02010600030101010101" pitchFamily="2" charset="-122"/>
            </a:endParaRPr>
          </a:p>
          <a:p>
            <a:pPr indent="0"/>
            <a:r>
              <a:rPr lang="zh-CN" sz="3200" b="0">
                <a:ea typeface="宋体" panose="02010600030101010101" pitchFamily="2" charset="-122"/>
              </a:rPr>
              <a:t>（现在多少岁，</a:t>
            </a:r>
            <a:r>
              <a:rPr lang="en-US" sz="3200" b="0">
                <a:latin typeface="Times New Roman" panose="02020603050405020304" charset="0"/>
                <a:ea typeface="宋体" panose="02010600030101010101" pitchFamily="2" charset="-122"/>
              </a:rPr>
              <a:t>2050</a:t>
            </a:r>
            <a:r>
              <a:rPr lang="zh-CN" sz="3200" b="0">
                <a:ea typeface="宋体" panose="02010600030101010101" pitchFamily="2" charset="-122"/>
              </a:rPr>
              <a:t>年多少岁？）</a:t>
            </a:r>
            <a:endParaRPr lang="zh-CN" altLang="en-US" sz="3200"/>
          </a:p>
        </p:txBody>
      </p:sp>
      <p:sp>
        <p:nvSpPr>
          <p:cNvPr id="2" name="文本框 1"/>
          <p:cNvSpPr txBox="1"/>
          <p:nvPr/>
        </p:nvSpPr>
        <p:spPr>
          <a:xfrm>
            <a:off x="9324975" y="3000375"/>
            <a:ext cx="1819275" cy="1753235"/>
          </a:xfrm>
          <a:prstGeom prst="rect">
            <a:avLst/>
          </a:prstGeom>
          <a:noFill/>
        </p:spPr>
        <p:txBody>
          <a:bodyPr wrap="square" rtlCol="0">
            <a:spAutoFit/>
          </a:bodyPr>
          <a:lstStyle/>
          <a:p>
            <a:r>
              <a:rPr lang="zh-CN" altLang="en-US" sz="3600" b="1">
                <a:solidFill>
                  <a:srgbClr val="FF0000"/>
                </a:solidFill>
                <a:latin typeface="方正华隶简体" panose="03000509000000000000" charset="-122"/>
                <a:ea typeface="方正华隶简体" panose="03000509000000000000" charset="-122"/>
              </a:rPr>
              <a:t>建设者</a:t>
            </a:r>
            <a:endParaRPr lang="zh-CN" altLang="en-US" sz="3600" b="1">
              <a:solidFill>
                <a:srgbClr val="FF0000"/>
              </a:solidFill>
              <a:latin typeface="方正华隶简体" panose="03000509000000000000" charset="-122"/>
              <a:ea typeface="方正华隶简体" panose="03000509000000000000" charset="-122"/>
            </a:endParaRPr>
          </a:p>
          <a:p>
            <a:r>
              <a:rPr lang="zh-CN" altLang="en-US" sz="3600" b="1">
                <a:solidFill>
                  <a:srgbClr val="FF0000"/>
                </a:solidFill>
                <a:latin typeface="方正华隶简体" panose="03000509000000000000" charset="-122"/>
                <a:ea typeface="方正华隶简体" panose="03000509000000000000" charset="-122"/>
              </a:rPr>
              <a:t>见证者</a:t>
            </a:r>
            <a:endParaRPr lang="zh-CN" altLang="en-US" sz="3600" b="1">
              <a:solidFill>
                <a:srgbClr val="FF0000"/>
              </a:solidFill>
              <a:latin typeface="方正华隶简体" panose="03000509000000000000" charset="-122"/>
              <a:ea typeface="方正华隶简体" panose="03000509000000000000" charset="-122"/>
            </a:endParaRPr>
          </a:p>
          <a:p>
            <a:r>
              <a:rPr lang="zh-CN" altLang="en-US" sz="3600" b="1">
                <a:solidFill>
                  <a:srgbClr val="FF0000"/>
                </a:solidFill>
                <a:latin typeface="方正华隶简体" panose="03000509000000000000" charset="-122"/>
                <a:ea typeface="方正华隶简体" panose="03000509000000000000" charset="-122"/>
              </a:rPr>
              <a:t>享有者</a:t>
            </a:r>
            <a:endParaRPr lang="zh-CN" altLang="en-US" sz="3600" b="1">
              <a:solidFill>
                <a:srgbClr val="FF0000"/>
              </a:solidFill>
              <a:latin typeface="方正华隶简体" panose="03000509000000000000" charset="-122"/>
              <a:ea typeface="方正华隶简体" panose="03000509000000000000"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750" fill="hold"/>
                                        <p:tgtEl>
                                          <p:spTgt spid="68"/>
                                        </p:tgtEl>
                                        <p:attrNameLst>
                                          <p:attrName>ppt_x</p:attrName>
                                        </p:attrNameLst>
                                      </p:cBhvr>
                                      <p:tavLst>
                                        <p:tav tm="0">
                                          <p:val>
                                            <p:strVal val="1+#ppt_w/2"/>
                                          </p:val>
                                        </p:tav>
                                        <p:tav tm="100000">
                                          <p:val>
                                            <p:strVal val="#ppt_x"/>
                                          </p:val>
                                        </p:tav>
                                      </p:tavLst>
                                    </p:anim>
                                    <p:anim calcmode="lin" valueType="num">
                                      <p:cBhvr additive="base">
                                        <p:cTn id="18" dur="75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750" fill="hold"/>
                                        <p:tgtEl>
                                          <p:spTgt spid="69"/>
                                        </p:tgtEl>
                                        <p:attrNameLst>
                                          <p:attrName>ppt_x</p:attrName>
                                        </p:attrNameLst>
                                      </p:cBhvr>
                                      <p:tavLst>
                                        <p:tav tm="0">
                                          <p:val>
                                            <p:strVal val="0-#ppt_w/2"/>
                                          </p:val>
                                        </p:tav>
                                        <p:tav tm="100000">
                                          <p:val>
                                            <p:strVal val="#ppt_x"/>
                                          </p:val>
                                        </p:tav>
                                      </p:tavLst>
                                    </p:anim>
                                    <p:anim calcmode="lin" valueType="num">
                                      <p:cBhvr additive="base">
                                        <p:cTn id="22" dur="750" fill="hold"/>
                                        <p:tgtEl>
                                          <p:spTgt spid="69"/>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75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1" cstate="screen"/>
          <a:srcRect/>
          <a:stretch>
            <a:fillRect/>
          </a:stretch>
        </p:blipFill>
        <p:spPr>
          <a:xfrm>
            <a:off x="0" y="0"/>
            <a:ext cx="12192000" cy="647700"/>
          </a:xfrm>
          <a:prstGeom prst="rect">
            <a:avLst/>
          </a:prstGeom>
        </p:spPr>
      </p:pic>
      <p:pic>
        <p:nvPicPr>
          <p:cNvPr id="67" name="图片 66"/>
          <p:cNvPicPr>
            <a:picLocks noChangeAspect="1"/>
          </p:cNvPicPr>
          <p:nvPr/>
        </p:nvPicPr>
        <p:blipFill rotWithShape="1">
          <a:blip r:embed="rId1" cstate="screen"/>
          <a:srcRect/>
          <a:stretch>
            <a:fillRect/>
          </a:stretch>
        </p:blipFill>
        <p:spPr>
          <a:xfrm flipV="1">
            <a:off x="0" y="6210300"/>
            <a:ext cx="12192000" cy="647700"/>
          </a:xfrm>
          <a:prstGeom prst="rect">
            <a:avLst/>
          </a:prstGeom>
        </p:spPr>
      </p:pic>
      <p:pic>
        <p:nvPicPr>
          <p:cNvPr id="68" name="图片 67"/>
          <p:cNvPicPr>
            <a:picLocks noChangeAspect="1"/>
          </p:cNvPicPr>
          <p:nvPr/>
        </p:nvPicPr>
        <p:blipFill rotWithShape="1">
          <a:blip r:embed="rId2" cstate="screen"/>
          <a:srcRect/>
          <a:stretch>
            <a:fillRect/>
          </a:stretch>
        </p:blipFill>
        <p:spPr>
          <a:xfrm>
            <a:off x="9093460" y="0"/>
            <a:ext cx="3098540" cy="1915885"/>
          </a:xfrm>
          <a:prstGeom prst="rect">
            <a:avLst/>
          </a:prstGeom>
        </p:spPr>
      </p:pic>
      <p:pic>
        <p:nvPicPr>
          <p:cNvPr id="69" name="图片 68"/>
          <p:cNvPicPr>
            <a:picLocks noChangeAspect="1"/>
          </p:cNvPicPr>
          <p:nvPr/>
        </p:nvPicPr>
        <p:blipFill rotWithShape="1">
          <a:blip r:embed="rId3" cstate="screen"/>
          <a:srcRect/>
          <a:stretch>
            <a:fillRect/>
          </a:stretch>
        </p:blipFill>
        <p:spPr>
          <a:xfrm>
            <a:off x="0" y="4905829"/>
            <a:ext cx="2402374" cy="1952171"/>
          </a:xfrm>
          <a:prstGeom prst="rect">
            <a:avLst/>
          </a:prstGeom>
        </p:spPr>
      </p:pic>
      <p:pic>
        <p:nvPicPr>
          <p:cNvPr id="70" name="图片 69"/>
          <p:cNvPicPr>
            <a:picLocks noChangeAspect="1"/>
          </p:cNvPicPr>
          <p:nvPr/>
        </p:nvPicPr>
        <p:blipFill rotWithShape="1">
          <a:blip r:embed="rId4" cstate="screen"/>
          <a:srcRect/>
          <a:stretch>
            <a:fillRect/>
          </a:stretch>
        </p:blipFill>
        <p:spPr>
          <a:xfrm>
            <a:off x="9938787" y="5241850"/>
            <a:ext cx="1407886" cy="1204686"/>
          </a:xfrm>
          <a:prstGeom prst="rect">
            <a:avLst/>
          </a:prstGeom>
        </p:spPr>
      </p:pic>
      <p:grpSp>
        <p:nvGrpSpPr>
          <p:cNvPr id="17" name="组合 16"/>
          <p:cNvGrpSpPr/>
          <p:nvPr/>
        </p:nvGrpSpPr>
        <p:grpSpPr>
          <a:xfrm>
            <a:off x="242570" y="760142"/>
            <a:ext cx="1320800" cy="1158828"/>
            <a:chOff x="1032988" y="731832"/>
            <a:chExt cx="530134" cy="522514"/>
          </a:xfrm>
        </p:grpSpPr>
        <p:sp>
          <p:nvSpPr>
            <p:cNvPr id="28" name="椭圆 27"/>
            <p:cNvSpPr/>
            <p:nvPr/>
          </p:nvSpPr>
          <p:spPr>
            <a:xfrm>
              <a:off x="1032988" y="731832"/>
              <a:ext cx="522514" cy="522514"/>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p:cNvSpPr txBox="1"/>
            <p:nvPr/>
          </p:nvSpPr>
          <p:spPr>
            <a:xfrm>
              <a:off x="1040608" y="876117"/>
              <a:ext cx="522514" cy="233638"/>
            </a:xfrm>
            <a:prstGeom prst="rect">
              <a:avLst/>
            </a:prstGeom>
            <a:noFill/>
          </p:spPr>
          <p:txBody>
            <a:bodyPr wrap="square" rtlCol="0">
              <a:spAutoFit/>
            </a:bodyPr>
            <a:lstStyle/>
            <a:p>
              <a:pPr algn="ctr"/>
              <a:r>
                <a:rPr lang="zh-CN" altLang="en-US" sz="2800" dirty="0">
                  <a:solidFill>
                    <a:schemeClr val="bg1"/>
                  </a:solidFill>
                  <a:latin typeface="中山行书百年纪念版" panose="02010609000101010101" pitchFamily="49" charset="-122"/>
                  <a:ea typeface="中山行书百年纪念版" panose="02010609000101010101" pitchFamily="49" charset="-122"/>
                </a:rPr>
                <a:t>（四）</a:t>
              </a:r>
              <a:endParaRPr lang="zh-CN" altLang="en-US" sz="2800" dirty="0">
                <a:solidFill>
                  <a:schemeClr val="bg1"/>
                </a:solidFill>
                <a:latin typeface="中山行书百年纪念版" panose="02010609000101010101" pitchFamily="49" charset="-122"/>
                <a:ea typeface="中山行书百年纪念版" panose="02010609000101010101" pitchFamily="49" charset="-122"/>
              </a:endParaRPr>
            </a:p>
          </p:txBody>
        </p:sp>
      </p:grpSp>
      <p:cxnSp>
        <p:nvCxnSpPr>
          <p:cNvPr id="42" name="直接连接符 41"/>
          <p:cNvCxnSpPr/>
          <p:nvPr/>
        </p:nvCxnSpPr>
        <p:spPr>
          <a:xfrm flipH="1">
            <a:off x="1563614" y="1066759"/>
            <a:ext cx="304800" cy="608916"/>
          </a:xfrm>
          <a:prstGeom prst="line">
            <a:avLst/>
          </a:prstGeom>
          <a:ln>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1965325" y="765175"/>
            <a:ext cx="7127240" cy="1864995"/>
          </a:xfrm>
          <a:prstGeom prst="rect">
            <a:avLst/>
          </a:prstGeom>
          <a:noFill/>
        </p:spPr>
        <p:txBody>
          <a:bodyPr wrap="square" rtlCol="0">
            <a:spAutoFit/>
          </a:bodyPr>
          <a:lstStyle/>
          <a:p>
            <a:pPr lvl="0" indent="0" algn="l">
              <a:lnSpc>
                <a:spcPct val="110000"/>
              </a:lnSpc>
            </a:pPr>
            <a:r>
              <a:rPr lang="zh-CN" altLang="en-US" sz="2800" b="1" dirty="0">
                <a:latin typeface="Arial" panose="020B0604020202020204" pitchFamily="34" charset="0"/>
                <a:ea typeface="楷体_GB2312" panose="02010609030101010101" pitchFamily="49" charset="-122"/>
                <a:sym typeface="+mn-ea"/>
              </a:rPr>
              <a:t>毛泽东思想和中国特色社会主义理论体系是</a:t>
            </a:r>
            <a:r>
              <a:rPr lang="zh-CN" altLang="en-US" sz="2800" b="1" u="sng" dirty="0">
                <a:solidFill>
                  <a:schemeClr val="accent5"/>
                </a:solidFill>
                <a:latin typeface="Arial" panose="020B0604020202020204" pitchFamily="34" charset="0"/>
                <a:ea typeface="楷体_GB2312" panose="02010609030101010101" pitchFamily="49" charset="-122"/>
                <a:sym typeface="+mn-ea"/>
              </a:rPr>
              <a:t>我们正确认识问题、理性解决问题的指南</a:t>
            </a:r>
            <a:r>
              <a:rPr lang="zh-CN" altLang="en-US" sz="2800" b="1" dirty="0">
                <a:latin typeface="Arial" panose="020B0604020202020204" pitchFamily="34" charset="0"/>
                <a:ea typeface="楷体_GB2312" panose="02010609030101010101" pitchFamily="49" charset="-122"/>
                <a:sym typeface="+mn-ea"/>
              </a:rPr>
              <a:t>。</a:t>
            </a:r>
            <a:endParaRPr lang="zh-CN" altLang="en-US" sz="2800" b="1" dirty="0">
              <a:latin typeface="Arial" panose="020B0604020202020204" pitchFamily="34" charset="0"/>
              <a:ea typeface="楷体_GB2312" panose="02010609030101010101" pitchFamily="49" charset="-122"/>
            </a:endParaRPr>
          </a:p>
          <a:p>
            <a:pPr lvl="0" indent="0" algn="l">
              <a:lnSpc>
                <a:spcPct val="110000"/>
              </a:lnSpc>
            </a:pPr>
            <a:endParaRPr lang="zh-CN" altLang="en-US" sz="2800" b="1" dirty="0">
              <a:solidFill>
                <a:schemeClr val="accent5"/>
              </a:solidFill>
              <a:latin typeface="Arial" panose="020B0604020202020204" pitchFamily="34" charset="0"/>
              <a:ea typeface="楷体_GB2312" panose="02010609030101010101" pitchFamily="49" charset="-122"/>
              <a:sym typeface="+mn-ea"/>
            </a:endParaRPr>
          </a:p>
          <a:p>
            <a:endParaRPr lang="zh-CN" altLang="en-US" sz="2400" b="1" dirty="0">
              <a:solidFill>
                <a:schemeClr val="accent5"/>
              </a:solidFill>
              <a:latin typeface="Arial" panose="020B0604020202020204" pitchFamily="34" charset="0"/>
              <a:ea typeface="楷体_GB2312" panose="02010609030101010101" pitchFamily="49" charset="-122"/>
              <a:cs typeface="方正兰亭细黑_GBK_M" panose="02010600010101010101" pitchFamily="2" charset="2"/>
              <a:sym typeface="+mn-ea"/>
            </a:endParaRPr>
          </a:p>
        </p:txBody>
      </p:sp>
      <p:sp>
        <p:nvSpPr>
          <p:cNvPr id="63512" name="Text Box 24"/>
          <p:cNvSpPr txBox="1"/>
          <p:nvPr/>
        </p:nvSpPr>
        <p:spPr>
          <a:xfrm>
            <a:off x="3212783" y="2104708"/>
            <a:ext cx="5256212" cy="3994150"/>
          </a:xfrm>
          <a:prstGeom prst="rect">
            <a:avLst/>
          </a:prstGeom>
          <a:solidFill>
            <a:srgbClr val="FDF5ED"/>
          </a:solidFill>
          <a:ln w="9525">
            <a:noFill/>
          </a:ln>
        </p:spPr>
        <p:txBody>
          <a:bodyPr anchor="t">
            <a:spAutoFit/>
          </a:bodyPr>
          <a:lstStyle/>
          <a:p>
            <a:pPr lvl="0" indent="0" algn="l">
              <a:spcBef>
                <a:spcPct val="50000"/>
              </a:spcBef>
              <a:buFont typeface="Wingdings" panose="05000000000000000000" pitchFamily="2" charset="2"/>
              <a:buChar char="Ø"/>
            </a:pPr>
            <a:r>
              <a:rPr lang="zh-CN" altLang="en-US" sz="3200" b="1" dirty="0">
                <a:solidFill>
                  <a:schemeClr val="accent5"/>
                </a:solidFill>
                <a:latin typeface="Arial" panose="020B0604020202020204" pitchFamily="34" charset="0"/>
                <a:ea typeface="楷体_GB2312" panose="02010609030101010101" pitchFamily="49" charset="-122"/>
              </a:rPr>
              <a:t>令人痛心的环境污染问题</a:t>
            </a:r>
            <a:endParaRPr lang="zh-CN" altLang="en-US" sz="3200" b="1" dirty="0">
              <a:solidFill>
                <a:schemeClr val="accent5"/>
              </a:solidFill>
              <a:latin typeface="Arial" panose="020B0604020202020204" pitchFamily="34" charset="0"/>
              <a:ea typeface="楷体_GB2312" panose="02010609030101010101" pitchFamily="49" charset="-122"/>
            </a:endParaRPr>
          </a:p>
          <a:p>
            <a:pPr lvl="0" indent="0" algn="l">
              <a:spcBef>
                <a:spcPct val="50000"/>
              </a:spcBef>
              <a:buFont typeface="Wingdings" panose="05000000000000000000" pitchFamily="2" charset="2"/>
              <a:buChar char="Ø"/>
            </a:pPr>
            <a:r>
              <a:rPr lang="zh-CN" altLang="en-US" sz="3200" b="1" dirty="0">
                <a:solidFill>
                  <a:schemeClr val="accent5"/>
                </a:solidFill>
                <a:latin typeface="Arial" panose="020B0604020202020204" pitchFamily="34" charset="0"/>
                <a:ea typeface="楷体_GB2312" panose="02010609030101010101" pitchFamily="49" charset="-122"/>
              </a:rPr>
              <a:t>令人揪心的食品安全问题</a:t>
            </a:r>
            <a:endParaRPr lang="zh-CN" altLang="en-US" sz="3200" b="1" dirty="0">
              <a:solidFill>
                <a:schemeClr val="accent5"/>
              </a:solidFill>
              <a:latin typeface="Arial" panose="020B0604020202020204" pitchFamily="34" charset="0"/>
              <a:ea typeface="楷体_GB2312" panose="02010609030101010101" pitchFamily="49" charset="-122"/>
            </a:endParaRPr>
          </a:p>
          <a:p>
            <a:pPr lvl="0" indent="0" algn="l">
              <a:spcBef>
                <a:spcPct val="50000"/>
              </a:spcBef>
              <a:buFont typeface="Wingdings" panose="05000000000000000000" pitchFamily="2" charset="2"/>
              <a:buChar char="Ø"/>
            </a:pPr>
            <a:r>
              <a:rPr lang="zh-CN" altLang="en-US" sz="3200" b="1" dirty="0">
                <a:solidFill>
                  <a:schemeClr val="accent5"/>
                </a:solidFill>
                <a:latin typeface="Arial" panose="020B0604020202020204" pitchFamily="34" charset="0"/>
                <a:ea typeface="楷体_GB2312" panose="02010609030101010101" pitchFamily="49" charset="-122"/>
              </a:rPr>
              <a:t>令人担忧的城乡发展失衡问题</a:t>
            </a:r>
            <a:endParaRPr lang="zh-CN" altLang="en-US" sz="3200" b="1" dirty="0">
              <a:solidFill>
                <a:schemeClr val="accent5"/>
              </a:solidFill>
              <a:latin typeface="Arial" panose="020B0604020202020204" pitchFamily="34" charset="0"/>
              <a:ea typeface="楷体_GB2312" panose="02010609030101010101" pitchFamily="49" charset="-122"/>
            </a:endParaRPr>
          </a:p>
          <a:p>
            <a:pPr lvl="0" indent="0" algn="l">
              <a:spcBef>
                <a:spcPct val="50000"/>
              </a:spcBef>
              <a:buFont typeface="Wingdings" panose="05000000000000000000" pitchFamily="2" charset="2"/>
              <a:buChar char="Ø"/>
            </a:pPr>
            <a:r>
              <a:rPr lang="zh-CN" altLang="en-US" sz="3200" b="1" dirty="0">
                <a:solidFill>
                  <a:schemeClr val="accent5"/>
                </a:solidFill>
                <a:latin typeface="Arial" panose="020B0604020202020204" pitchFamily="34" charset="0"/>
                <a:ea typeface="楷体_GB2312" panose="02010609030101010101" pitchFamily="49" charset="-122"/>
              </a:rPr>
              <a:t>令人痛恨的腐败问题</a:t>
            </a:r>
            <a:endParaRPr lang="zh-CN" altLang="en-US" sz="3200" b="1" dirty="0">
              <a:solidFill>
                <a:schemeClr val="accent5"/>
              </a:solidFill>
              <a:latin typeface="Arial" panose="020B0604020202020204" pitchFamily="34" charset="0"/>
              <a:ea typeface="楷体_GB2312" panose="02010609030101010101" pitchFamily="49" charset="-122"/>
            </a:endParaRPr>
          </a:p>
          <a:p>
            <a:pPr lvl="0" indent="0" algn="l">
              <a:spcBef>
                <a:spcPct val="50000"/>
              </a:spcBef>
            </a:pPr>
            <a:r>
              <a:rPr lang="en-US" altLang="zh-CN" sz="3200" b="1">
                <a:solidFill>
                  <a:schemeClr val="accent5"/>
                </a:solidFill>
                <a:latin typeface="Arial" panose="020B0604020202020204" pitchFamily="34" charset="0"/>
                <a:ea typeface="楷体_GB2312" panose="02010609030101010101" pitchFamily="49" charset="-122"/>
              </a:rPr>
              <a:t>……………………</a:t>
            </a:r>
            <a:endParaRPr lang="en-US" altLang="zh-CN" sz="3200" b="1">
              <a:solidFill>
                <a:schemeClr val="accent5"/>
              </a:solidFill>
              <a:latin typeface="Arial" panose="020B0604020202020204" pitchFamily="34" charset="0"/>
              <a:ea typeface="楷体_GB2312" panose="02010609030101010101" pitchFamily="49" charset="-122"/>
            </a:endParaRPr>
          </a:p>
        </p:txBody>
      </p:sp>
      <p:sp>
        <p:nvSpPr>
          <p:cNvPr id="63513" name="Text Box 25"/>
          <p:cNvSpPr txBox="1"/>
          <p:nvPr/>
        </p:nvSpPr>
        <p:spPr>
          <a:xfrm>
            <a:off x="1965325" y="2397443"/>
            <a:ext cx="681038" cy="2592387"/>
          </a:xfrm>
          <a:prstGeom prst="rect">
            <a:avLst/>
          </a:prstGeom>
          <a:noFill/>
          <a:ln w="9525" cap="flat" cmpd="sng">
            <a:solidFill>
              <a:srgbClr val="7F50F4"/>
            </a:solidFill>
            <a:prstDash val="solid"/>
            <a:miter/>
            <a:headEnd type="none" w="med" len="med"/>
            <a:tailEnd type="none" w="med" len="med"/>
          </a:ln>
        </p:spPr>
        <p:txBody>
          <a:bodyPr vert="eaVert" anchor="t">
            <a:spAutoFit/>
          </a:bodyPr>
          <a:lstStyle/>
          <a:p>
            <a:pPr lvl="0" indent="0" algn="l">
              <a:spcBef>
                <a:spcPct val="50000"/>
              </a:spcBef>
            </a:pPr>
            <a:r>
              <a:rPr lang="zh-CN" altLang="en-US" sz="3200" b="1" dirty="0">
                <a:solidFill>
                  <a:schemeClr val="accent5"/>
                </a:solidFill>
                <a:latin typeface="Arial" panose="020B0604020202020204" pitchFamily="34" charset="0"/>
                <a:ea typeface="隶书" panose="02010509060101010101" pitchFamily="49" charset="-122"/>
              </a:rPr>
              <a:t>关注要有情感</a:t>
            </a:r>
            <a:endParaRPr lang="zh-CN" altLang="en-US" sz="3200" b="1" dirty="0">
              <a:solidFill>
                <a:schemeClr val="accent5"/>
              </a:solidFill>
              <a:latin typeface="Arial" panose="020B0604020202020204" pitchFamily="34" charset="0"/>
              <a:ea typeface="隶书" panose="02010509060101010101" pitchFamily="49" charset="-122"/>
            </a:endParaRPr>
          </a:p>
        </p:txBody>
      </p:sp>
      <p:sp>
        <p:nvSpPr>
          <p:cNvPr id="63514" name="Text Box 26"/>
          <p:cNvSpPr txBox="1"/>
          <p:nvPr/>
        </p:nvSpPr>
        <p:spPr>
          <a:xfrm>
            <a:off x="8917940" y="2205038"/>
            <a:ext cx="681038" cy="2592387"/>
          </a:xfrm>
          <a:prstGeom prst="rect">
            <a:avLst/>
          </a:prstGeom>
          <a:noFill/>
          <a:ln w="9525" cap="flat" cmpd="sng">
            <a:solidFill>
              <a:srgbClr val="7F50F4"/>
            </a:solidFill>
            <a:prstDash val="solid"/>
            <a:miter/>
            <a:headEnd type="none" w="med" len="med"/>
            <a:tailEnd type="none" w="med" len="med"/>
          </a:ln>
        </p:spPr>
        <p:txBody>
          <a:bodyPr vert="eaVert" anchor="t">
            <a:spAutoFit/>
          </a:bodyPr>
          <a:lstStyle/>
          <a:p>
            <a:pPr lvl="0" indent="0" algn="l">
              <a:spcBef>
                <a:spcPct val="50000"/>
              </a:spcBef>
            </a:pPr>
            <a:r>
              <a:rPr lang="zh-CN" altLang="en-US" sz="3200" b="1" dirty="0">
                <a:solidFill>
                  <a:schemeClr val="accent5"/>
                </a:solidFill>
                <a:latin typeface="Arial" panose="020B0604020202020204" pitchFamily="34" charset="0"/>
                <a:ea typeface="隶书" panose="02010509060101010101" pitchFamily="49" charset="-122"/>
              </a:rPr>
              <a:t>解决要靠智慧</a:t>
            </a:r>
            <a:endParaRPr lang="zh-CN" altLang="en-US" sz="3200" b="1" dirty="0">
              <a:solidFill>
                <a:schemeClr val="accent5"/>
              </a:solidFill>
              <a:latin typeface="Arial" panose="020B0604020202020204" pitchFamily="34" charset="0"/>
              <a:ea typeface="隶书" panose="02010509060101010101" pitchFamily="49"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750" fill="hold"/>
                                        <p:tgtEl>
                                          <p:spTgt spid="68"/>
                                        </p:tgtEl>
                                        <p:attrNameLst>
                                          <p:attrName>ppt_x</p:attrName>
                                        </p:attrNameLst>
                                      </p:cBhvr>
                                      <p:tavLst>
                                        <p:tav tm="0">
                                          <p:val>
                                            <p:strVal val="1+#ppt_w/2"/>
                                          </p:val>
                                        </p:tav>
                                        <p:tav tm="100000">
                                          <p:val>
                                            <p:strVal val="#ppt_x"/>
                                          </p:val>
                                        </p:tav>
                                      </p:tavLst>
                                    </p:anim>
                                    <p:anim calcmode="lin" valueType="num">
                                      <p:cBhvr additive="base">
                                        <p:cTn id="18" dur="75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750" fill="hold"/>
                                        <p:tgtEl>
                                          <p:spTgt spid="69"/>
                                        </p:tgtEl>
                                        <p:attrNameLst>
                                          <p:attrName>ppt_x</p:attrName>
                                        </p:attrNameLst>
                                      </p:cBhvr>
                                      <p:tavLst>
                                        <p:tav tm="0">
                                          <p:val>
                                            <p:strVal val="0-#ppt_w/2"/>
                                          </p:val>
                                        </p:tav>
                                        <p:tav tm="100000">
                                          <p:val>
                                            <p:strVal val="#ppt_x"/>
                                          </p:val>
                                        </p:tav>
                                      </p:tavLst>
                                    </p:anim>
                                    <p:anim calcmode="lin" valueType="num">
                                      <p:cBhvr additive="base">
                                        <p:cTn id="22" dur="750" fill="hold"/>
                                        <p:tgtEl>
                                          <p:spTgt spid="69"/>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750"/>
                                        <p:tgtEl>
                                          <p:spTgt spid="70"/>
                                        </p:tgtEl>
                                      </p:cBhvr>
                                    </p:animEffect>
                                  </p:childTnLst>
                                </p:cTn>
                              </p:par>
                              <p:par>
                                <p:cTn id="26" presetID="53" presetClass="entr" presetSubtype="16" fill="hold" nodeType="withEffect">
                                  <p:stCondLst>
                                    <p:cond delay="1250"/>
                                  </p:stCondLst>
                                  <p:childTnLst>
                                    <p:set>
                                      <p:cBhvr>
                                        <p:cTn id="27" dur="1" fill="hold">
                                          <p:stCondLst>
                                            <p:cond delay="0"/>
                                          </p:stCondLst>
                                        </p:cTn>
                                        <p:tgtEl>
                                          <p:spTgt spid="17"/>
                                        </p:tgtEl>
                                        <p:attrNameLst>
                                          <p:attrName>style.visibility</p:attrName>
                                        </p:attrNameLst>
                                      </p:cBhvr>
                                      <p:to>
                                        <p:strVal val="visible"/>
                                      </p:to>
                                    </p:set>
                                    <p:anim calcmode="lin" valueType="num">
                                      <p:cBhvr>
                                        <p:cTn id="28" dur="500" fill="hold"/>
                                        <p:tgtEl>
                                          <p:spTgt spid="17"/>
                                        </p:tgtEl>
                                        <p:attrNameLst>
                                          <p:attrName>ppt_w</p:attrName>
                                        </p:attrNameLst>
                                      </p:cBhvr>
                                      <p:tavLst>
                                        <p:tav tm="0">
                                          <p:val>
                                            <p:fltVal val="0"/>
                                          </p:val>
                                        </p:tav>
                                        <p:tav tm="100000">
                                          <p:val>
                                            <p:strVal val="#ppt_w"/>
                                          </p:val>
                                        </p:tav>
                                      </p:tavLst>
                                    </p:anim>
                                    <p:anim calcmode="lin" valueType="num">
                                      <p:cBhvr>
                                        <p:cTn id="29" dur="500" fill="hold"/>
                                        <p:tgtEl>
                                          <p:spTgt spid="17"/>
                                        </p:tgtEl>
                                        <p:attrNameLst>
                                          <p:attrName>ppt_h</p:attrName>
                                        </p:attrNameLst>
                                      </p:cBhvr>
                                      <p:tavLst>
                                        <p:tav tm="0">
                                          <p:val>
                                            <p:fltVal val="0"/>
                                          </p:val>
                                        </p:tav>
                                        <p:tav tm="100000">
                                          <p:val>
                                            <p:strVal val="#ppt_h"/>
                                          </p:val>
                                        </p:tav>
                                      </p:tavLst>
                                    </p:anim>
                                    <p:animEffect transition="in" filter="fade">
                                      <p:cBhvr>
                                        <p:cTn id="30" dur="500"/>
                                        <p:tgtEl>
                                          <p:spTgt spid="17"/>
                                        </p:tgtEl>
                                      </p:cBhvr>
                                    </p:animEffect>
                                  </p:childTnLst>
                                </p:cTn>
                              </p:par>
                              <p:par>
                                <p:cTn id="31" presetID="16" presetClass="entr" presetSubtype="42" fill="hold" nodeType="withEffect">
                                  <p:stCondLst>
                                    <p:cond delay="2000"/>
                                  </p:stCondLst>
                                  <p:childTnLst>
                                    <p:set>
                                      <p:cBhvr>
                                        <p:cTn id="32" dur="1" fill="hold">
                                          <p:stCondLst>
                                            <p:cond delay="0"/>
                                          </p:stCondLst>
                                        </p:cTn>
                                        <p:tgtEl>
                                          <p:spTgt spid="42"/>
                                        </p:tgtEl>
                                        <p:attrNameLst>
                                          <p:attrName>style.visibility</p:attrName>
                                        </p:attrNameLst>
                                      </p:cBhvr>
                                      <p:to>
                                        <p:strVal val="visible"/>
                                      </p:to>
                                    </p:set>
                                    <p:animEffect transition="in" filter="barn(outHorizontal)">
                                      <p:cBhvr>
                                        <p:cTn id="33" dur="750"/>
                                        <p:tgtEl>
                                          <p:spTgt spid="42"/>
                                        </p:tgtEl>
                                      </p:cBhvr>
                                    </p:animEffect>
                                  </p:childTnLst>
                                </p:cTn>
                              </p:par>
                              <p:par>
                                <p:cTn id="34" presetID="41" presetClass="entr" presetSubtype="0" fill="hold" grpId="0" nodeType="withEffect">
                                  <p:stCondLst>
                                    <p:cond delay="2600"/>
                                  </p:stCondLst>
                                  <p:iterate type="lt">
                                    <p:tmPct val="10000"/>
                                  </p:iterate>
                                  <p:childTnLst>
                                    <p:set>
                                      <p:cBhvr>
                                        <p:cTn id="35" dur="1" fill="hold">
                                          <p:stCondLst>
                                            <p:cond delay="0"/>
                                          </p:stCondLst>
                                        </p:cTn>
                                        <p:tgtEl>
                                          <p:spTgt spid="43"/>
                                        </p:tgtEl>
                                        <p:attrNameLst>
                                          <p:attrName>style.visibility</p:attrName>
                                        </p:attrNameLst>
                                      </p:cBhvr>
                                      <p:to>
                                        <p:strVal val="visible"/>
                                      </p:to>
                                    </p:set>
                                    <p:anim calcmode="lin" valueType="num">
                                      <p:cBhvr>
                                        <p:cTn id="36" dur="75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37" dur="750" fill="hold"/>
                                        <p:tgtEl>
                                          <p:spTgt spid="43"/>
                                        </p:tgtEl>
                                        <p:attrNameLst>
                                          <p:attrName>ppt_y</p:attrName>
                                        </p:attrNameLst>
                                      </p:cBhvr>
                                      <p:tavLst>
                                        <p:tav tm="0">
                                          <p:val>
                                            <p:strVal val="#ppt_y"/>
                                          </p:val>
                                        </p:tav>
                                        <p:tav tm="100000">
                                          <p:val>
                                            <p:strVal val="#ppt_y"/>
                                          </p:val>
                                        </p:tav>
                                      </p:tavLst>
                                    </p:anim>
                                    <p:anim calcmode="lin" valueType="num">
                                      <p:cBhvr>
                                        <p:cTn id="38" dur="75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39" dur="75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40" dur="750" tmFilter="0,0; .5, 1; 1, 1"/>
                                        <p:tgtEl>
                                          <p:spTgt spid="43"/>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63512"/>
                                        </p:tgtEl>
                                        <p:attrNameLst>
                                          <p:attrName>style.visibility</p:attrName>
                                        </p:attrNameLst>
                                      </p:cBhvr>
                                      <p:to>
                                        <p:strVal val="visible"/>
                                      </p:to>
                                    </p:set>
                                    <p:anim calcmode="lin" valueType="num">
                                      <p:cBhvr additive="base">
                                        <p:cTn id="45" dur="500" fill="hold"/>
                                        <p:tgtEl>
                                          <p:spTgt spid="63512"/>
                                        </p:tgtEl>
                                        <p:attrNameLst>
                                          <p:attrName>ppt_x</p:attrName>
                                        </p:attrNameLst>
                                      </p:cBhvr>
                                      <p:tavLst>
                                        <p:tav tm="0">
                                          <p:val>
                                            <p:strVal val="#ppt_x"/>
                                          </p:val>
                                        </p:tav>
                                        <p:tav tm="100000">
                                          <p:val>
                                            <p:strVal val="#ppt_x"/>
                                          </p:val>
                                        </p:tav>
                                      </p:tavLst>
                                    </p:anim>
                                    <p:anim calcmode="lin" valueType="num">
                                      <p:cBhvr additive="base">
                                        <p:cTn id="46" dur="500" fill="hold"/>
                                        <p:tgtEl>
                                          <p:spTgt spid="63512"/>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63513"/>
                                        </p:tgtEl>
                                        <p:attrNameLst>
                                          <p:attrName>style.visibility</p:attrName>
                                        </p:attrNameLst>
                                      </p:cBhvr>
                                      <p:to>
                                        <p:strVal val="visible"/>
                                      </p:to>
                                    </p:set>
                                    <p:anim calcmode="lin" valueType="num">
                                      <p:cBhvr additive="base">
                                        <p:cTn id="51" dur="500" fill="hold"/>
                                        <p:tgtEl>
                                          <p:spTgt spid="63513"/>
                                        </p:tgtEl>
                                        <p:attrNameLst>
                                          <p:attrName>ppt_x</p:attrName>
                                        </p:attrNameLst>
                                      </p:cBhvr>
                                      <p:tavLst>
                                        <p:tav tm="0">
                                          <p:val>
                                            <p:strVal val="#ppt_x"/>
                                          </p:val>
                                        </p:tav>
                                        <p:tav tm="100000">
                                          <p:val>
                                            <p:strVal val="#ppt_x"/>
                                          </p:val>
                                        </p:tav>
                                      </p:tavLst>
                                    </p:anim>
                                    <p:anim calcmode="lin" valueType="num">
                                      <p:cBhvr additive="base">
                                        <p:cTn id="52" dur="500" fill="hold"/>
                                        <p:tgtEl>
                                          <p:spTgt spid="63513"/>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63514"/>
                                        </p:tgtEl>
                                        <p:attrNameLst>
                                          <p:attrName>style.visibility</p:attrName>
                                        </p:attrNameLst>
                                      </p:cBhvr>
                                      <p:to>
                                        <p:strVal val="visible"/>
                                      </p:to>
                                    </p:set>
                                    <p:anim calcmode="lin" valueType="num">
                                      <p:cBhvr additive="base">
                                        <p:cTn id="57" dur="500" fill="hold"/>
                                        <p:tgtEl>
                                          <p:spTgt spid="63514"/>
                                        </p:tgtEl>
                                        <p:attrNameLst>
                                          <p:attrName>ppt_x</p:attrName>
                                        </p:attrNameLst>
                                      </p:cBhvr>
                                      <p:tavLst>
                                        <p:tav tm="0">
                                          <p:val>
                                            <p:strVal val="#ppt_x"/>
                                          </p:val>
                                        </p:tav>
                                        <p:tav tm="100000">
                                          <p:val>
                                            <p:strVal val="#ppt_x"/>
                                          </p:val>
                                        </p:tav>
                                      </p:tavLst>
                                    </p:anim>
                                    <p:anim calcmode="lin" valueType="num">
                                      <p:cBhvr additive="base">
                                        <p:cTn id="58" dur="500" fill="hold"/>
                                        <p:tgtEl>
                                          <p:spTgt spid="635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63512" grpId="0" bldLvl="0" animBg="1"/>
      <p:bldP spid="63513" grpId="0" bldLvl="0" animBg="1"/>
      <p:bldP spid="63514"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图片 65"/>
          <p:cNvPicPr>
            <a:picLocks noChangeAspect="1"/>
          </p:cNvPicPr>
          <p:nvPr/>
        </p:nvPicPr>
        <p:blipFill rotWithShape="1">
          <a:blip r:embed="rId1" cstate="screen"/>
          <a:srcRect/>
          <a:stretch>
            <a:fillRect/>
          </a:stretch>
        </p:blipFill>
        <p:spPr>
          <a:xfrm>
            <a:off x="0" y="0"/>
            <a:ext cx="12192000" cy="647700"/>
          </a:xfrm>
          <a:prstGeom prst="rect">
            <a:avLst/>
          </a:prstGeom>
        </p:spPr>
      </p:pic>
      <p:pic>
        <p:nvPicPr>
          <p:cNvPr id="67" name="图片 66"/>
          <p:cNvPicPr>
            <a:picLocks noChangeAspect="1"/>
          </p:cNvPicPr>
          <p:nvPr/>
        </p:nvPicPr>
        <p:blipFill rotWithShape="1">
          <a:blip r:embed="rId1" cstate="screen"/>
          <a:srcRect/>
          <a:stretch>
            <a:fillRect/>
          </a:stretch>
        </p:blipFill>
        <p:spPr>
          <a:xfrm flipV="1">
            <a:off x="0" y="6210300"/>
            <a:ext cx="12192000" cy="647700"/>
          </a:xfrm>
          <a:prstGeom prst="rect">
            <a:avLst/>
          </a:prstGeom>
        </p:spPr>
      </p:pic>
      <p:pic>
        <p:nvPicPr>
          <p:cNvPr id="68" name="图片 67"/>
          <p:cNvPicPr>
            <a:picLocks noChangeAspect="1"/>
          </p:cNvPicPr>
          <p:nvPr/>
        </p:nvPicPr>
        <p:blipFill rotWithShape="1">
          <a:blip r:embed="rId2" cstate="screen"/>
          <a:srcRect/>
          <a:stretch>
            <a:fillRect/>
          </a:stretch>
        </p:blipFill>
        <p:spPr>
          <a:xfrm>
            <a:off x="9093460" y="0"/>
            <a:ext cx="3098540" cy="1915885"/>
          </a:xfrm>
          <a:prstGeom prst="rect">
            <a:avLst/>
          </a:prstGeom>
        </p:spPr>
      </p:pic>
      <p:pic>
        <p:nvPicPr>
          <p:cNvPr id="69" name="图片 68"/>
          <p:cNvPicPr>
            <a:picLocks noChangeAspect="1"/>
          </p:cNvPicPr>
          <p:nvPr/>
        </p:nvPicPr>
        <p:blipFill rotWithShape="1">
          <a:blip r:embed="rId3" cstate="screen"/>
          <a:srcRect/>
          <a:stretch>
            <a:fillRect/>
          </a:stretch>
        </p:blipFill>
        <p:spPr>
          <a:xfrm>
            <a:off x="0" y="4905829"/>
            <a:ext cx="2402374" cy="1952171"/>
          </a:xfrm>
          <a:prstGeom prst="rect">
            <a:avLst/>
          </a:prstGeom>
        </p:spPr>
      </p:pic>
      <p:pic>
        <p:nvPicPr>
          <p:cNvPr id="70" name="图片 69"/>
          <p:cNvPicPr>
            <a:picLocks noChangeAspect="1"/>
          </p:cNvPicPr>
          <p:nvPr/>
        </p:nvPicPr>
        <p:blipFill rotWithShape="1">
          <a:blip r:embed="rId4" cstate="screen"/>
          <a:srcRect/>
          <a:stretch>
            <a:fillRect/>
          </a:stretch>
        </p:blipFill>
        <p:spPr>
          <a:xfrm>
            <a:off x="9938787" y="5241850"/>
            <a:ext cx="1407886" cy="1204686"/>
          </a:xfrm>
          <a:prstGeom prst="rect">
            <a:avLst/>
          </a:prstGeom>
        </p:spPr>
      </p:pic>
      <p:sp>
        <p:nvSpPr>
          <p:cNvPr id="43" name="文本框 42"/>
          <p:cNvSpPr txBox="1"/>
          <p:nvPr/>
        </p:nvSpPr>
        <p:spPr>
          <a:xfrm>
            <a:off x="899160" y="765175"/>
            <a:ext cx="8193405" cy="1882140"/>
          </a:xfrm>
          <a:prstGeom prst="rect">
            <a:avLst/>
          </a:prstGeom>
          <a:noFill/>
        </p:spPr>
        <p:txBody>
          <a:bodyPr wrap="square" rtlCol="0">
            <a:spAutoFit/>
          </a:bodyPr>
          <a:lstStyle/>
          <a:p>
            <a:pPr lvl="0" indent="0" algn="l">
              <a:lnSpc>
                <a:spcPct val="110000"/>
              </a:lnSpc>
            </a:pPr>
            <a:r>
              <a:rPr lang="en-US" altLang="zh-CN" sz="2800" b="1" dirty="0">
                <a:latin typeface="Arial" panose="020B0604020202020204" pitchFamily="34" charset="0"/>
                <a:ea typeface="楷体_GB2312" panose="02010609030101010101" pitchFamily="49" charset="-122"/>
                <a:sym typeface="+mn-ea"/>
              </a:rPr>
              <a:t>      </a:t>
            </a:r>
            <a:r>
              <a:rPr lang="zh-CN" altLang="en-US" sz="2800" b="1" dirty="0">
                <a:latin typeface="Arial" panose="020B0604020202020204" pitchFamily="34" charset="0"/>
                <a:ea typeface="楷体_GB2312" panose="02010609030101010101" pitchFamily="49" charset="-122"/>
                <a:sym typeface="+mn-ea"/>
              </a:rPr>
              <a:t>开设“毛泽东思想和中国特色社会主义理论体系概论”，是为了：</a:t>
            </a:r>
            <a:endParaRPr lang="zh-CN" altLang="en-US" sz="2800" b="1" dirty="0">
              <a:latin typeface="Arial" panose="020B0604020202020204" pitchFamily="34" charset="0"/>
              <a:ea typeface="楷体_GB2312" panose="02010609030101010101" pitchFamily="49" charset="-122"/>
              <a:sym typeface="+mn-ea"/>
            </a:endParaRPr>
          </a:p>
          <a:p>
            <a:pPr lvl="0" indent="0" algn="l">
              <a:lnSpc>
                <a:spcPct val="110000"/>
              </a:lnSpc>
            </a:pPr>
            <a:endParaRPr lang="zh-CN" altLang="en-US" sz="2800" b="1" dirty="0">
              <a:solidFill>
                <a:schemeClr val="accent5"/>
              </a:solidFill>
              <a:latin typeface="Arial" panose="020B0604020202020204" pitchFamily="34" charset="0"/>
              <a:ea typeface="楷体_GB2312" panose="02010609030101010101" pitchFamily="49" charset="-122"/>
              <a:sym typeface="+mn-ea"/>
            </a:endParaRPr>
          </a:p>
          <a:p>
            <a:endParaRPr lang="zh-CN" altLang="en-US" sz="2400" b="1" dirty="0">
              <a:solidFill>
                <a:schemeClr val="accent5"/>
              </a:solidFill>
              <a:latin typeface="Arial" panose="020B0604020202020204" pitchFamily="34" charset="0"/>
              <a:ea typeface="楷体_GB2312" panose="02010609030101010101" pitchFamily="49" charset="-122"/>
              <a:cs typeface="方正兰亭细黑_GBK_M" panose="02010600010101010101" pitchFamily="2" charset="2"/>
              <a:sym typeface="+mn-ea"/>
            </a:endParaRPr>
          </a:p>
        </p:txBody>
      </p:sp>
      <p:sp>
        <p:nvSpPr>
          <p:cNvPr id="63512" name="Text Box 24"/>
          <p:cNvSpPr txBox="1"/>
          <p:nvPr/>
        </p:nvSpPr>
        <p:spPr>
          <a:xfrm>
            <a:off x="2400300" y="1915795"/>
            <a:ext cx="7390765" cy="3599815"/>
          </a:xfrm>
          <a:prstGeom prst="rect">
            <a:avLst/>
          </a:prstGeom>
          <a:solidFill>
            <a:srgbClr val="FDF5ED"/>
          </a:solidFill>
          <a:ln w="9525">
            <a:noFill/>
          </a:ln>
        </p:spPr>
        <p:txBody>
          <a:bodyPr wrap="square" anchor="t">
            <a:spAutoFit/>
          </a:bodyPr>
          <a:lstStyle/>
          <a:p>
            <a:pPr lvl="0" indent="0" algn="l">
              <a:spcBef>
                <a:spcPct val="50000"/>
              </a:spcBef>
              <a:buFont typeface="Wingdings" panose="05000000000000000000" pitchFamily="2" charset="2"/>
              <a:buChar char="Ø"/>
            </a:pPr>
            <a:r>
              <a:rPr lang="zh-CN" altLang="en-US" sz="2400" b="1" dirty="0">
                <a:solidFill>
                  <a:schemeClr val="accent5"/>
                </a:solidFill>
                <a:latin typeface="Arial" panose="020B0604020202020204" pitchFamily="34" charset="0"/>
                <a:ea typeface="楷体_GB2312" panose="02010609030101010101" pitchFamily="49" charset="-122"/>
              </a:rPr>
              <a:t>使大学生对马克思主义中国化时代化进程中形成的理论成果有更加准确的把握；</a:t>
            </a:r>
            <a:endParaRPr lang="zh-CN" altLang="en-US" sz="2400" b="1" dirty="0">
              <a:solidFill>
                <a:schemeClr val="accent5"/>
              </a:solidFill>
              <a:latin typeface="Arial" panose="020B0604020202020204" pitchFamily="34" charset="0"/>
              <a:ea typeface="楷体_GB2312" panose="02010609030101010101" pitchFamily="49" charset="-122"/>
            </a:endParaRPr>
          </a:p>
          <a:p>
            <a:pPr lvl="0" indent="0" algn="l">
              <a:spcBef>
                <a:spcPct val="50000"/>
              </a:spcBef>
              <a:buFont typeface="Wingdings" panose="05000000000000000000" pitchFamily="2" charset="2"/>
              <a:buChar char="Ø"/>
            </a:pPr>
            <a:r>
              <a:rPr lang="zh-CN" altLang="en-US" sz="2400" b="1" dirty="0">
                <a:solidFill>
                  <a:schemeClr val="accent5"/>
                </a:solidFill>
                <a:latin typeface="Arial" panose="020B0604020202020204" pitchFamily="34" charset="0"/>
                <a:ea typeface="楷体_GB2312" panose="02010609030101010101" pitchFamily="49" charset="-122"/>
              </a:rPr>
              <a:t>对中国共产党领导人民进行的革命、建设、改革的历史进程、历史变革、历史成就有更加深刻的认识；</a:t>
            </a:r>
            <a:endParaRPr lang="zh-CN" altLang="en-US" sz="2400" b="1" dirty="0">
              <a:solidFill>
                <a:schemeClr val="accent5"/>
              </a:solidFill>
              <a:latin typeface="Arial" panose="020B0604020202020204" pitchFamily="34" charset="0"/>
              <a:ea typeface="楷体_GB2312" panose="02010609030101010101" pitchFamily="49" charset="-122"/>
            </a:endParaRPr>
          </a:p>
          <a:p>
            <a:pPr lvl="0" indent="0" algn="l">
              <a:spcBef>
                <a:spcPct val="50000"/>
              </a:spcBef>
              <a:buFont typeface="Wingdings" panose="05000000000000000000" pitchFamily="2" charset="2"/>
              <a:buChar char="Ø"/>
            </a:pPr>
            <a:r>
              <a:rPr lang="zh-CN" altLang="en-US" sz="2400" b="1" dirty="0">
                <a:solidFill>
                  <a:schemeClr val="accent5"/>
                </a:solidFill>
                <a:latin typeface="Arial" panose="020B0604020202020204" pitchFamily="34" charset="0"/>
                <a:ea typeface="楷体_GB2312" panose="02010609030101010101" pitchFamily="49" charset="-122"/>
              </a:rPr>
              <a:t>对中国共产党在新时代坚持的基本理论、基本路线、 基本方略有更加透彻的理解；</a:t>
            </a:r>
            <a:endParaRPr lang="zh-CN" altLang="en-US" sz="2400" b="1" dirty="0">
              <a:solidFill>
                <a:schemeClr val="accent5"/>
              </a:solidFill>
              <a:latin typeface="Arial" panose="020B0604020202020204" pitchFamily="34" charset="0"/>
              <a:ea typeface="楷体_GB2312" panose="02010609030101010101" pitchFamily="49" charset="-122"/>
            </a:endParaRPr>
          </a:p>
          <a:p>
            <a:pPr lvl="0" indent="0" algn="l">
              <a:spcBef>
                <a:spcPct val="50000"/>
              </a:spcBef>
              <a:buFont typeface="Wingdings" panose="05000000000000000000" pitchFamily="2" charset="2"/>
              <a:buChar char="Ø"/>
            </a:pPr>
            <a:r>
              <a:rPr lang="zh-CN" altLang="en-US" sz="2400" b="1" dirty="0">
                <a:solidFill>
                  <a:schemeClr val="accent5"/>
                </a:solidFill>
                <a:latin typeface="Arial" panose="020B0604020202020204" pitchFamily="34" charset="0"/>
                <a:ea typeface="楷体_GB2312" panose="02010609030101010101" pitchFamily="49" charset="-122"/>
              </a:rPr>
              <a:t>对运用马克思主义立场、观点和方法认识问题、分析问题和解决问题能力的提升有更加切实的帮助。</a:t>
            </a:r>
            <a:endParaRPr lang="en-US" altLang="zh-CN" sz="2400" b="1">
              <a:solidFill>
                <a:schemeClr val="accent5"/>
              </a:solidFill>
              <a:latin typeface="Arial" panose="020B0604020202020204" pitchFamily="34" charset="0"/>
              <a:ea typeface="楷体_GB2312" panose="02010609030101010101" pitchFamily="49" charset="-122"/>
            </a:endParaRPr>
          </a:p>
        </p:txBody>
      </p:sp>
    </p:spTree>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1000"/>
                                        <p:tgtEl>
                                          <p:spTgt spid="66"/>
                                        </p:tgtEl>
                                      </p:cBhvr>
                                    </p:animEffect>
                                    <p:anim calcmode="lin" valueType="num">
                                      <p:cBhvr>
                                        <p:cTn id="8" dur="1000" fill="hold"/>
                                        <p:tgtEl>
                                          <p:spTgt spid="66"/>
                                        </p:tgtEl>
                                        <p:attrNameLst>
                                          <p:attrName>ppt_x</p:attrName>
                                        </p:attrNameLst>
                                      </p:cBhvr>
                                      <p:tavLst>
                                        <p:tav tm="0">
                                          <p:val>
                                            <p:strVal val="#ppt_x"/>
                                          </p:val>
                                        </p:tav>
                                        <p:tav tm="100000">
                                          <p:val>
                                            <p:strVal val="#ppt_x"/>
                                          </p:val>
                                        </p:tav>
                                      </p:tavLst>
                                    </p:anim>
                                    <p:anim calcmode="lin" valueType="num">
                                      <p:cBhvr>
                                        <p:cTn id="9" dur="1000" fill="hold"/>
                                        <p:tgtEl>
                                          <p:spTgt spid="6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fade">
                                      <p:cBhvr>
                                        <p:cTn id="12" dur="1000"/>
                                        <p:tgtEl>
                                          <p:spTgt spid="67"/>
                                        </p:tgtEl>
                                      </p:cBhvr>
                                    </p:animEffect>
                                    <p:anim calcmode="lin" valueType="num">
                                      <p:cBhvr>
                                        <p:cTn id="13" dur="1000" fill="hold"/>
                                        <p:tgtEl>
                                          <p:spTgt spid="67"/>
                                        </p:tgtEl>
                                        <p:attrNameLst>
                                          <p:attrName>ppt_x</p:attrName>
                                        </p:attrNameLst>
                                      </p:cBhvr>
                                      <p:tavLst>
                                        <p:tav tm="0">
                                          <p:val>
                                            <p:strVal val="#ppt_x"/>
                                          </p:val>
                                        </p:tav>
                                        <p:tav tm="100000">
                                          <p:val>
                                            <p:strVal val="#ppt_x"/>
                                          </p:val>
                                        </p:tav>
                                      </p:tavLst>
                                    </p:anim>
                                    <p:anim calcmode="lin" valueType="num">
                                      <p:cBhvr>
                                        <p:cTn id="14" dur="1000" fill="hold"/>
                                        <p:tgtEl>
                                          <p:spTgt spid="67"/>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8"/>
                                        </p:tgtEl>
                                        <p:attrNameLst>
                                          <p:attrName>style.visibility</p:attrName>
                                        </p:attrNameLst>
                                      </p:cBhvr>
                                      <p:to>
                                        <p:strVal val="visible"/>
                                      </p:to>
                                    </p:set>
                                    <p:anim calcmode="lin" valueType="num">
                                      <p:cBhvr additive="base">
                                        <p:cTn id="17" dur="750" fill="hold"/>
                                        <p:tgtEl>
                                          <p:spTgt spid="68"/>
                                        </p:tgtEl>
                                        <p:attrNameLst>
                                          <p:attrName>ppt_x</p:attrName>
                                        </p:attrNameLst>
                                      </p:cBhvr>
                                      <p:tavLst>
                                        <p:tav tm="0">
                                          <p:val>
                                            <p:strVal val="1+#ppt_w/2"/>
                                          </p:val>
                                        </p:tav>
                                        <p:tav tm="100000">
                                          <p:val>
                                            <p:strVal val="#ppt_x"/>
                                          </p:val>
                                        </p:tav>
                                      </p:tavLst>
                                    </p:anim>
                                    <p:anim calcmode="lin" valueType="num">
                                      <p:cBhvr additive="base">
                                        <p:cTn id="18" dur="750" fill="hold"/>
                                        <p:tgtEl>
                                          <p:spTgt spid="68"/>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9"/>
                                        </p:tgtEl>
                                        <p:attrNameLst>
                                          <p:attrName>style.visibility</p:attrName>
                                        </p:attrNameLst>
                                      </p:cBhvr>
                                      <p:to>
                                        <p:strVal val="visible"/>
                                      </p:to>
                                    </p:set>
                                    <p:anim calcmode="lin" valueType="num">
                                      <p:cBhvr additive="base">
                                        <p:cTn id="21" dur="750" fill="hold"/>
                                        <p:tgtEl>
                                          <p:spTgt spid="69"/>
                                        </p:tgtEl>
                                        <p:attrNameLst>
                                          <p:attrName>ppt_x</p:attrName>
                                        </p:attrNameLst>
                                      </p:cBhvr>
                                      <p:tavLst>
                                        <p:tav tm="0">
                                          <p:val>
                                            <p:strVal val="0-#ppt_w/2"/>
                                          </p:val>
                                        </p:tav>
                                        <p:tav tm="100000">
                                          <p:val>
                                            <p:strVal val="#ppt_x"/>
                                          </p:val>
                                        </p:tav>
                                      </p:tavLst>
                                    </p:anim>
                                    <p:anim calcmode="lin" valueType="num">
                                      <p:cBhvr additive="base">
                                        <p:cTn id="22" dur="750" fill="hold"/>
                                        <p:tgtEl>
                                          <p:spTgt spid="69"/>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70"/>
                                        </p:tgtEl>
                                        <p:attrNameLst>
                                          <p:attrName>style.visibility</p:attrName>
                                        </p:attrNameLst>
                                      </p:cBhvr>
                                      <p:to>
                                        <p:strVal val="visible"/>
                                      </p:to>
                                    </p:set>
                                    <p:animEffect transition="in" filter="fade">
                                      <p:cBhvr>
                                        <p:cTn id="25" dur="750"/>
                                        <p:tgtEl>
                                          <p:spTgt spid="70"/>
                                        </p:tgtEl>
                                      </p:cBhvr>
                                    </p:animEffect>
                                  </p:childTnLst>
                                </p:cTn>
                              </p:par>
                              <p:par>
                                <p:cTn id="26" presetID="41" presetClass="entr" presetSubtype="0" fill="hold" grpId="0" nodeType="withEffect">
                                  <p:stCondLst>
                                    <p:cond delay="2600"/>
                                  </p:stCondLst>
                                  <p:iterate type="lt">
                                    <p:tmPct val="10000"/>
                                  </p:iterate>
                                  <p:childTnLst>
                                    <p:set>
                                      <p:cBhvr>
                                        <p:cTn id="27" dur="1" fill="hold">
                                          <p:stCondLst>
                                            <p:cond delay="0"/>
                                          </p:stCondLst>
                                        </p:cTn>
                                        <p:tgtEl>
                                          <p:spTgt spid="43"/>
                                        </p:tgtEl>
                                        <p:attrNameLst>
                                          <p:attrName>style.visibility</p:attrName>
                                        </p:attrNameLst>
                                      </p:cBhvr>
                                      <p:to>
                                        <p:strVal val="visible"/>
                                      </p:to>
                                    </p:set>
                                    <p:anim calcmode="lin" valueType="num">
                                      <p:cBhvr>
                                        <p:cTn id="28" dur="750" fill="hold"/>
                                        <p:tgtEl>
                                          <p:spTgt spid="43"/>
                                        </p:tgtEl>
                                        <p:attrNameLst>
                                          <p:attrName>ppt_x</p:attrName>
                                        </p:attrNameLst>
                                      </p:cBhvr>
                                      <p:tavLst>
                                        <p:tav tm="0">
                                          <p:val>
                                            <p:strVal val="#ppt_x"/>
                                          </p:val>
                                        </p:tav>
                                        <p:tav tm="50000">
                                          <p:val>
                                            <p:strVal val="#ppt_x+.1"/>
                                          </p:val>
                                        </p:tav>
                                        <p:tav tm="100000">
                                          <p:val>
                                            <p:strVal val="#ppt_x"/>
                                          </p:val>
                                        </p:tav>
                                      </p:tavLst>
                                    </p:anim>
                                    <p:anim calcmode="lin" valueType="num">
                                      <p:cBhvr>
                                        <p:cTn id="29" dur="750" fill="hold"/>
                                        <p:tgtEl>
                                          <p:spTgt spid="43"/>
                                        </p:tgtEl>
                                        <p:attrNameLst>
                                          <p:attrName>ppt_y</p:attrName>
                                        </p:attrNameLst>
                                      </p:cBhvr>
                                      <p:tavLst>
                                        <p:tav tm="0">
                                          <p:val>
                                            <p:strVal val="#ppt_y"/>
                                          </p:val>
                                        </p:tav>
                                        <p:tav tm="100000">
                                          <p:val>
                                            <p:strVal val="#ppt_y"/>
                                          </p:val>
                                        </p:tav>
                                      </p:tavLst>
                                    </p:anim>
                                    <p:anim calcmode="lin" valueType="num">
                                      <p:cBhvr>
                                        <p:cTn id="30" dur="750" fill="hold"/>
                                        <p:tgtEl>
                                          <p:spTgt spid="43"/>
                                        </p:tgtEl>
                                        <p:attrNameLst>
                                          <p:attrName>ppt_h</p:attrName>
                                        </p:attrNameLst>
                                      </p:cBhvr>
                                      <p:tavLst>
                                        <p:tav tm="0">
                                          <p:val>
                                            <p:strVal val="#ppt_h/10"/>
                                          </p:val>
                                        </p:tav>
                                        <p:tav tm="50000">
                                          <p:val>
                                            <p:strVal val="#ppt_h+.01"/>
                                          </p:val>
                                        </p:tav>
                                        <p:tav tm="100000">
                                          <p:val>
                                            <p:strVal val="#ppt_h"/>
                                          </p:val>
                                        </p:tav>
                                      </p:tavLst>
                                    </p:anim>
                                    <p:anim calcmode="lin" valueType="num">
                                      <p:cBhvr>
                                        <p:cTn id="31" dur="750" fill="hold"/>
                                        <p:tgtEl>
                                          <p:spTgt spid="43"/>
                                        </p:tgtEl>
                                        <p:attrNameLst>
                                          <p:attrName>ppt_w</p:attrName>
                                        </p:attrNameLst>
                                      </p:cBhvr>
                                      <p:tavLst>
                                        <p:tav tm="0">
                                          <p:val>
                                            <p:strVal val="#ppt_w/10"/>
                                          </p:val>
                                        </p:tav>
                                        <p:tav tm="50000">
                                          <p:val>
                                            <p:strVal val="#ppt_w+.01"/>
                                          </p:val>
                                        </p:tav>
                                        <p:tav tm="100000">
                                          <p:val>
                                            <p:strVal val="#ppt_w"/>
                                          </p:val>
                                        </p:tav>
                                      </p:tavLst>
                                    </p:anim>
                                    <p:animEffect transition="in" filter="fade">
                                      <p:cBhvr>
                                        <p:cTn id="32" dur="750" tmFilter="0,0; .5, 1; 1, 1"/>
                                        <p:tgtEl>
                                          <p:spTgt spid="43"/>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3512"/>
                                        </p:tgtEl>
                                        <p:attrNameLst>
                                          <p:attrName>style.visibility</p:attrName>
                                        </p:attrNameLst>
                                      </p:cBhvr>
                                      <p:to>
                                        <p:strVal val="visible"/>
                                      </p:to>
                                    </p:set>
                                    <p:anim calcmode="lin" valueType="num">
                                      <p:cBhvr additive="base">
                                        <p:cTn id="37" dur="500" fill="hold"/>
                                        <p:tgtEl>
                                          <p:spTgt spid="63512"/>
                                        </p:tgtEl>
                                        <p:attrNameLst>
                                          <p:attrName>ppt_x</p:attrName>
                                        </p:attrNameLst>
                                      </p:cBhvr>
                                      <p:tavLst>
                                        <p:tav tm="0">
                                          <p:val>
                                            <p:strVal val="#ppt_x"/>
                                          </p:val>
                                        </p:tav>
                                        <p:tav tm="100000">
                                          <p:val>
                                            <p:strVal val="#ppt_x"/>
                                          </p:val>
                                        </p:tav>
                                      </p:tavLst>
                                    </p:anim>
                                    <p:anim calcmode="lin" valueType="num">
                                      <p:cBhvr additive="base">
                                        <p:cTn id="38" dur="500" fill="hold"/>
                                        <p:tgtEl>
                                          <p:spTgt spid="635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63512"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cstate="print">
            <a:lum/>
          </a:blip>
          <a:srcRect/>
          <a:stretch>
            <a:fillRect/>
          </a:stretch>
        </a:blip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cstate="screen"/>
          <a:srcRect/>
          <a:stretch>
            <a:fillRect/>
          </a:stretch>
        </p:blipFill>
        <p:spPr>
          <a:xfrm>
            <a:off x="104140" y="413988"/>
            <a:ext cx="3251200" cy="3113826"/>
          </a:xfrm>
          <a:prstGeom prst="rect">
            <a:avLst/>
          </a:prstGeom>
        </p:spPr>
      </p:pic>
      <p:pic>
        <p:nvPicPr>
          <p:cNvPr id="58" name="图片 57"/>
          <p:cNvPicPr>
            <a:picLocks noChangeAspect="1"/>
          </p:cNvPicPr>
          <p:nvPr/>
        </p:nvPicPr>
        <p:blipFill rotWithShape="1">
          <a:blip r:embed="rId3" cstate="screen"/>
          <a:srcRect/>
          <a:stretch>
            <a:fillRect/>
          </a:stretch>
        </p:blipFill>
        <p:spPr>
          <a:xfrm>
            <a:off x="0" y="0"/>
            <a:ext cx="12192000" cy="647700"/>
          </a:xfrm>
          <a:prstGeom prst="rect">
            <a:avLst/>
          </a:prstGeom>
        </p:spPr>
      </p:pic>
      <p:pic>
        <p:nvPicPr>
          <p:cNvPr id="59" name="图片 58"/>
          <p:cNvPicPr>
            <a:picLocks noChangeAspect="1"/>
          </p:cNvPicPr>
          <p:nvPr/>
        </p:nvPicPr>
        <p:blipFill rotWithShape="1">
          <a:blip r:embed="rId3" cstate="screen"/>
          <a:srcRect/>
          <a:stretch>
            <a:fillRect/>
          </a:stretch>
        </p:blipFill>
        <p:spPr>
          <a:xfrm flipV="1">
            <a:off x="0" y="6210300"/>
            <a:ext cx="12192000" cy="647700"/>
          </a:xfrm>
          <a:prstGeom prst="rect">
            <a:avLst/>
          </a:prstGeom>
        </p:spPr>
      </p:pic>
      <p:pic>
        <p:nvPicPr>
          <p:cNvPr id="62" name="图片 61"/>
          <p:cNvPicPr>
            <a:picLocks noChangeAspect="1"/>
          </p:cNvPicPr>
          <p:nvPr/>
        </p:nvPicPr>
        <p:blipFill rotWithShape="1">
          <a:blip r:embed="rId4" cstate="screen"/>
          <a:srcRect/>
          <a:stretch>
            <a:fillRect/>
          </a:stretch>
        </p:blipFill>
        <p:spPr>
          <a:xfrm>
            <a:off x="9093460" y="0"/>
            <a:ext cx="3098540" cy="1915885"/>
          </a:xfrm>
          <a:prstGeom prst="rect">
            <a:avLst/>
          </a:prstGeom>
        </p:spPr>
      </p:pic>
      <p:pic>
        <p:nvPicPr>
          <p:cNvPr id="63" name="图片 62"/>
          <p:cNvPicPr>
            <a:picLocks noChangeAspect="1"/>
          </p:cNvPicPr>
          <p:nvPr/>
        </p:nvPicPr>
        <p:blipFill rotWithShape="1">
          <a:blip r:embed="rId5" cstate="screen"/>
          <a:srcRect/>
          <a:stretch>
            <a:fillRect/>
          </a:stretch>
        </p:blipFill>
        <p:spPr>
          <a:xfrm>
            <a:off x="0" y="3265715"/>
            <a:ext cx="2757714" cy="3592286"/>
          </a:xfrm>
          <a:prstGeom prst="rect">
            <a:avLst/>
          </a:prstGeom>
        </p:spPr>
      </p:pic>
      <p:pic>
        <p:nvPicPr>
          <p:cNvPr id="64" name="图片 63"/>
          <p:cNvPicPr>
            <a:picLocks noChangeAspect="1"/>
          </p:cNvPicPr>
          <p:nvPr/>
        </p:nvPicPr>
        <p:blipFill rotWithShape="1">
          <a:blip r:embed="rId6" cstate="screen"/>
          <a:srcRect/>
          <a:stretch>
            <a:fillRect/>
          </a:stretch>
        </p:blipFill>
        <p:spPr>
          <a:xfrm>
            <a:off x="9938787" y="5241850"/>
            <a:ext cx="1407886" cy="1204686"/>
          </a:xfrm>
          <a:prstGeom prst="rect">
            <a:avLst/>
          </a:prstGeom>
        </p:spPr>
      </p:pic>
      <p:sp>
        <p:nvSpPr>
          <p:cNvPr id="27" name="文本框 26"/>
          <p:cNvSpPr txBox="1"/>
          <p:nvPr/>
        </p:nvSpPr>
        <p:spPr>
          <a:xfrm>
            <a:off x="307340" y="647812"/>
            <a:ext cx="3048000" cy="2646878"/>
          </a:xfrm>
          <a:prstGeom prst="rect">
            <a:avLst/>
          </a:prstGeom>
          <a:noFill/>
        </p:spPr>
        <p:txBody>
          <a:bodyPr wrap="square" rtlCol="0">
            <a:spAutoFit/>
          </a:bodyPr>
          <a:lstStyle/>
          <a:p>
            <a:pPr algn="ctr"/>
            <a:r>
              <a:rPr lang="zh-CN" altLang="en-US" sz="16600" dirty="0">
                <a:solidFill>
                  <a:schemeClr val="accent1"/>
                </a:solidFill>
                <a:latin typeface="中山行书百年纪念版" panose="02010609000101010101" pitchFamily="49" charset="-122"/>
                <a:ea typeface="中山行书百年纪念版" panose="02010609000101010101" pitchFamily="49" charset="-122"/>
              </a:rPr>
              <a:t>贰</a:t>
            </a:r>
            <a:endParaRPr lang="zh-CN" altLang="en-US" sz="16600" dirty="0">
              <a:solidFill>
                <a:schemeClr val="accent1"/>
              </a:solidFill>
              <a:latin typeface="中山行书百年纪念版" panose="02010609000101010101" pitchFamily="49" charset="-122"/>
              <a:ea typeface="中山行书百年纪念版" panose="02010609000101010101" pitchFamily="49" charset="-122"/>
            </a:endParaRPr>
          </a:p>
        </p:txBody>
      </p:sp>
      <p:sp>
        <p:nvSpPr>
          <p:cNvPr id="32" name="文本框 31"/>
          <p:cNvSpPr txBox="1"/>
          <p:nvPr/>
        </p:nvSpPr>
        <p:spPr>
          <a:xfrm>
            <a:off x="3721735" y="1915795"/>
            <a:ext cx="4747895" cy="579120"/>
          </a:xfrm>
          <a:prstGeom prst="rect">
            <a:avLst/>
          </a:prstGeom>
          <a:noFill/>
        </p:spPr>
        <p:txBody>
          <a:bodyPr wrap="square" rtlCol="0">
            <a:spAutoFit/>
          </a:bodyPr>
          <a:lstStyle/>
          <a:p>
            <a:pPr algn="dist"/>
            <a:r>
              <a:rPr lang="zh-CN" altLang="en-US" sz="3200" b="1">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rPr>
              <a:t>二、这门课学什么？</a:t>
            </a:r>
            <a:endParaRPr lang="zh-CN" altLang="en-US" sz="3200" b="1">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endParaRPr>
          </a:p>
        </p:txBody>
      </p:sp>
      <p:cxnSp>
        <p:nvCxnSpPr>
          <p:cNvPr id="4" name="直接连接符 3"/>
          <p:cNvCxnSpPr/>
          <p:nvPr/>
        </p:nvCxnSpPr>
        <p:spPr>
          <a:xfrm>
            <a:off x="3417117" y="2891007"/>
            <a:ext cx="548095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a:xfrm>
            <a:off x="3125470" y="3380740"/>
            <a:ext cx="6303645" cy="1383665"/>
          </a:xfrm>
          <a:prstGeom prst="rect">
            <a:avLst/>
          </a:prstGeom>
          <a:noFill/>
        </p:spPr>
        <p:txBody>
          <a:bodyPr wrap="square" rtlCol="0">
            <a:spAutoFit/>
          </a:bodyPr>
          <a:lstStyle/>
          <a:p>
            <a:pPr lvl="0" indent="0" algn="l" eaLnBrk="0" hangingPunct="0"/>
            <a:r>
              <a:rPr lang="zh-CN" altLang="en-US" sz="2800" b="1" dirty="0">
                <a:solidFill>
                  <a:schemeClr val="tx1"/>
                </a:solidFill>
                <a:latin typeface="Arial" panose="020B0604020202020204" pitchFamily="34" charset="0"/>
                <a:ea typeface="楷体_GB2312" panose="02010609030101010101" pitchFamily="49" charset="-122"/>
                <a:sym typeface="+mn-ea"/>
              </a:rPr>
              <a:t>教材：</a:t>
            </a:r>
            <a:r>
              <a:rPr lang="en-US" altLang="zh-CN" sz="2800" b="1">
                <a:solidFill>
                  <a:schemeClr val="tx1"/>
                </a:solidFill>
                <a:latin typeface="Arial" panose="020B0604020202020204" pitchFamily="34" charset="0"/>
                <a:ea typeface="楷体_GB2312" panose="02010609030101010101" pitchFamily="49" charset="-122"/>
                <a:sym typeface="+mn-ea"/>
              </a:rPr>
              <a:t>《</a:t>
            </a:r>
            <a:r>
              <a:rPr lang="zh-CN" altLang="en-US" sz="2800" b="1" dirty="0">
                <a:solidFill>
                  <a:schemeClr val="tx1"/>
                </a:solidFill>
                <a:latin typeface="Arial" panose="020B0604020202020204" pitchFamily="34" charset="0"/>
                <a:ea typeface="楷体_GB2312" panose="02010609030101010101" pitchFamily="49" charset="-122"/>
                <a:sym typeface="+mn-ea"/>
              </a:rPr>
              <a:t>毛泽东思想和中国特色社会主义理论体系概论</a:t>
            </a:r>
            <a:r>
              <a:rPr lang="en-US" altLang="zh-CN" sz="2800" b="1">
                <a:solidFill>
                  <a:schemeClr val="tx1"/>
                </a:solidFill>
                <a:latin typeface="Arial" panose="020B0604020202020204" pitchFamily="34" charset="0"/>
                <a:ea typeface="楷体_GB2312" panose="02010609030101010101" pitchFamily="49" charset="-122"/>
                <a:sym typeface="+mn-ea"/>
              </a:rPr>
              <a:t>》</a:t>
            </a:r>
            <a:r>
              <a:rPr lang="zh-CN" altLang="en-US" sz="2800" b="1" dirty="0">
                <a:solidFill>
                  <a:schemeClr val="tx1"/>
                </a:solidFill>
                <a:latin typeface="Arial" panose="020B0604020202020204" pitchFamily="34" charset="0"/>
                <a:ea typeface="楷体_GB2312" panose="02010609030101010101" pitchFamily="49" charset="-122"/>
                <a:sym typeface="+mn-ea"/>
              </a:rPr>
              <a:t>，高等教育出版社</a:t>
            </a:r>
            <a:r>
              <a:rPr lang="en-US" altLang="zh-CN" sz="2800" b="1">
                <a:solidFill>
                  <a:schemeClr val="tx1"/>
                </a:solidFill>
                <a:latin typeface="Arial" panose="020B0604020202020204" pitchFamily="34" charset="0"/>
                <a:ea typeface="楷体_GB2312" panose="02010609030101010101" pitchFamily="49" charset="-122"/>
                <a:sym typeface="+mn-ea"/>
              </a:rPr>
              <a:t>2023</a:t>
            </a:r>
            <a:r>
              <a:rPr lang="zh-CN" altLang="en-US" sz="2800" b="1" dirty="0">
                <a:solidFill>
                  <a:schemeClr val="tx1"/>
                </a:solidFill>
                <a:latin typeface="Arial" panose="020B0604020202020204" pitchFamily="34" charset="0"/>
                <a:ea typeface="楷体_GB2312" panose="02010609030101010101" pitchFamily="49" charset="-122"/>
                <a:sym typeface="+mn-ea"/>
              </a:rPr>
              <a:t>年版。 </a:t>
            </a:r>
            <a:endParaRPr lang="zh-CN" altLang="en-US" sz="2800" b="1" dirty="0">
              <a:solidFill>
                <a:schemeClr val="tx1"/>
              </a:solidFill>
              <a:latin typeface="Arial" panose="020B0604020202020204" pitchFamily="34" charset="0"/>
              <a:ea typeface="楷体_GB2312" panose="02010609030101010101" pitchFamily="49" charset="-122"/>
              <a:cs typeface="方正兰亭细黑_GBK_M" panose="02010600010101010101" pitchFamily="2" charset="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1000"/>
                                        <p:tgtEl>
                                          <p:spTgt spid="59"/>
                                        </p:tgtEl>
                                      </p:cBhvr>
                                    </p:animEffect>
                                    <p:anim calcmode="lin" valueType="num">
                                      <p:cBhvr>
                                        <p:cTn id="13" dur="1000" fill="hold"/>
                                        <p:tgtEl>
                                          <p:spTgt spid="59"/>
                                        </p:tgtEl>
                                        <p:attrNameLst>
                                          <p:attrName>ppt_x</p:attrName>
                                        </p:attrNameLst>
                                      </p:cBhvr>
                                      <p:tavLst>
                                        <p:tav tm="0">
                                          <p:val>
                                            <p:strVal val="#ppt_x"/>
                                          </p:val>
                                        </p:tav>
                                        <p:tav tm="100000">
                                          <p:val>
                                            <p:strVal val="#ppt_x"/>
                                          </p:val>
                                        </p:tav>
                                      </p:tavLst>
                                    </p:anim>
                                    <p:anim calcmode="lin" valueType="num">
                                      <p:cBhvr>
                                        <p:cTn id="14" dur="1000" fill="hold"/>
                                        <p:tgtEl>
                                          <p:spTgt spid="59"/>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750" fill="hold"/>
                                        <p:tgtEl>
                                          <p:spTgt spid="62"/>
                                        </p:tgtEl>
                                        <p:attrNameLst>
                                          <p:attrName>ppt_x</p:attrName>
                                        </p:attrNameLst>
                                      </p:cBhvr>
                                      <p:tavLst>
                                        <p:tav tm="0">
                                          <p:val>
                                            <p:strVal val="1+#ppt_w/2"/>
                                          </p:val>
                                        </p:tav>
                                        <p:tav tm="100000">
                                          <p:val>
                                            <p:strVal val="#ppt_x"/>
                                          </p:val>
                                        </p:tav>
                                      </p:tavLst>
                                    </p:anim>
                                    <p:anim calcmode="lin" valueType="num">
                                      <p:cBhvr additive="base">
                                        <p:cTn id="18" dur="750" fill="hold"/>
                                        <p:tgtEl>
                                          <p:spTgt spid="62"/>
                                        </p:tgtEl>
                                        <p:attrNameLst>
                                          <p:attrName>ppt_y</p:attrName>
                                        </p:attrNameLst>
                                      </p:cBhvr>
                                      <p:tavLst>
                                        <p:tav tm="0">
                                          <p:val>
                                            <p:strVal val="#ppt_y"/>
                                          </p:val>
                                        </p:tav>
                                        <p:tav tm="100000">
                                          <p:val>
                                            <p:strVal val="#ppt_y"/>
                                          </p:val>
                                        </p:tav>
                                      </p:tavLst>
                                    </p:anim>
                                  </p:childTnLst>
                                </p:cTn>
                              </p:par>
                              <p:par>
                                <p:cTn id="19" presetID="2" presetClass="entr" presetSubtype="8" fill="hold" nodeType="withEffect">
                                  <p:stCondLst>
                                    <p:cond delay="750"/>
                                  </p:stCondLst>
                                  <p:childTnLst>
                                    <p:set>
                                      <p:cBhvr>
                                        <p:cTn id="20" dur="1" fill="hold">
                                          <p:stCondLst>
                                            <p:cond delay="0"/>
                                          </p:stCondLst>
                                        </p:cTn>
                                        <p:tgtEl>
                                          <p:spTgt spid="63"/>
                                        </p:tgtEl>
                                        <p:attrNameLst>
                                          <p:attrName>style.visibility</p:attrName>
                                        </p:attrNameLst>
                                      </p:cBhvr>
                                      <p:to>
                                        <p:strVal val="visible"/>
                                      </p:to>
                                    </p:set>
                                    <p:anim calcmode="lin" valueType="num">
                                      <p:cBhvr additive="base">
                                        <p:cTn id="21" dur="750" fill="hold"/>
                                        <p:tgtEl>
                                          <p:spTgt spid="63"/>
                                        </p:tgtEl>
                                        <p:attrNameLst>
                                          <p:attrName>ppt_x</p:attrName>
                                        </p:attrNameLst>
                                      </p:cBhvr>
                                      <p:tavLst>
                                        <p:tav tm="0">
                                          <p:val>
                                            <p:strVal val="0-#ppt_w/2"/>
                                          </p:val>
                                        </p:tav>
                                        <p:tav tm="100000">
                                          <p:val>
                                            <p:strVal val="#ppt_x"/>
                                          </p:val>
                                        </p:tav>
                                      </p:tavLst>
                                    </p:anim>
                                    <p:anim calcmode="lin" valueType="num">
                                      <p:cBhvr additive="base">
                                        <p:cTn id="22" dur="750" fill="hold"/>
                                        <p:tgtEl>
                                          <p:spTgt spid="63"/>
                                        </p:tgtEl>
                                        <p:attrNameLst>
                                          <p:attrName>ppt_y</p:attrName>
                                        </p:attrNameLst>
                                      </p:cBhvr>
                                      <p:tavLst>
                                        <p:tav tm="0">
                                          <p:val>
                                            <p:strVal val="#ppt_y"/>
                                          </p:val>
                                        </p:tav>
                                        <p:tav tm="100000">
                                          <p:val>
                                            <p:strVal val="#ppt_y"/>
                                          </p:val>
                                        </p:tav>
                                      </p:tavLst>
                                    </p:anim>
                                  </p:childTnLst>
                                </p:cTn>
                              </p:par>
                              <p:par>
                                <p:cTn id="23" presetID="10" presetClass="entr" presetSubtype="0" fill="hold" nodeType="withEffect">
                                  <p:stCondLst>
                                    <p:cond delay="75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750"/>
                                        <p:tgtEl>
                                          <p:spTgt spid="64"/>
                                        </p:tgtEl>
                                      </p:cBhvr>
                                    </p:animEffect>
                                  </p:childTnLst>
                                </p:cTn>
                              </p:par>
                              <p:par>
                                <p:cTn id="26" presetID="49" presetClass="entr" presetSubtype="0" decel="100000" fill="hold" nodeType="withEffect">
                                  <p:stCondLst>
                                    <p:cond delay="1500"/>
                                  </p:stCondLst>
                                  <p:childTnLst>
                                    <p:set>
                                      <p:cBhvr>
                                        <p:cTn id="27" dur="1" fill="hold">
                                          <p:stCondLst>
                                            <p:cond delay="0"/>
                                          </p:stCondLst>
                                        </p:cTn>
                                        <p:tgtEl>
                                          <p:spTgt spid="5"/>
                                        </p:tgtEl>
                                        <p:attrNameLst>
                                          <p:attrName>style.visibility</p:attrName>
                                        </p:attrNameLst>
                                      </p:cBhvr>
                                      <p:to>
                                        <p:strVal val="visible"/>
                                      </p:to>
                                    </p:set>
                                    <p:anim calcmode="lin" valueType="num">
                                      <p:cBhvr>
                                        <p:cTn id="28" dur="1000" fill="hold"/>
                                        <p:tgtEl>
                                          <p:spTgt spid="5"/>
                                        </p:tgtEl>
                                        <p:attrNameLst>
                                          <p:attrName>ppt_w</p:attrName>
                                        </p:attrNameLst>
                                      </p:cBhvr>
                                      <p:tavLst>
                                        <p:tav tm="0">
                                          <p:val>
                                            <p:fltVal val="0"/>
                                          </p:val>
                                        </p:tav>
                                        <p:tav tm="100000">
                                          <p:val>
                                            <p:strVal val="#ppt_w"/>
                                          </p:val>
                                        </p:tav>
                                      </p:tavLst>
                                    </p:anim>
                                    <p:anim calcmode="lin" valueType="num">
                                      <p:cBhvr>
                                        <p:cTn id="29" dur="1000" fill="hold"/>
                                        <p:tgtEl>
                                          <p:spTgt spid="5"/>
                                        </p:tgtEl>
                                        <p:attrNameLst>
                                          <p:attrName>ppt_h</p:attrName>
                                        </p:attrNameLst>
                                      </p:cBhvr>
                                      <p:tavLst>
                                        <p:tav tm="0">
                                          <p:val>
                                            <p:fltVal val="0"/>
                                          </p:val>
                                        </p:tav>
                                        <p:tav tm="100000">
                                          <p:val>
                                            <p:strVal val="#ppt_h"/>
                                          </p:val>
                                        </p:tav>
                                      </p:tavLst>
                                    </p:anim>
                                    <p:anim calcmode="lin" valueType="num">
                                      <p:cBhvr>
                                        <p:cTn id="30" dur="1000" fill="hold"/>
                                        <p:tgtEl>
                                          <p:spTgt spid="5"/>
                                        </p:tgtEl>
                                        <p:attrNameLst>
                                          <p:attrName>style.rotation</p:attrName>
                                        </p:attrNameLst>
                                      </p:cBhvr>
                                      <p:tavLst>
                                        <p:tav tm="0">
                                          <p:val>
                                            <p:fltVal val="360"/>
                                          </p:val>
                                        </p:tav>
                                        <p:tav tm="100000">
                                          <p:val>
                                            <p:fltVal val="0"/>
                                          </p:val>
                                        </p:tav>
                                      </p:tavLst>
                                    </p:anim>
                                    <p:animEffect transition="in" filter="fade">
                                      <p:cBhvr>
                                        <p:cTn id="31" dur="1000"/>
                                        <p:tgtEl>
                                          <p:spTgt spid="5"/>
                                        </p:tgtEl>
                                      </p:cBhvr>
                                    </p:animEffect>
                                  </p:childTnLst>
                                </p:cTn>
                              </p:par>
                              <p:par>
                                <p:cTn id="32" presetID="50" presetClass="entr" presetSubtype="0" decel="100000" fill="hold" nodeType="withEffect">
                                  <p:stCondLst>
                                    <p:cond delay="1750"/>
                                  </p:stCondLst>
                                  <p:childTnLst>
                                    <p:set>
                                      <p:cBhvr>
                                        <p:cTn id="33" dur="1" fill="hold">
                                          <p:stCondLst>
                                            <p:cond delay="0"/>
                                          </p:stCondLst>
                                        </p:cTn>
                                        <p:tgtEl>
                                          <p:spTgt spid="27">
                                            <p:txEl>
                                              <p:pRg st="0" end="0"/>
                                            </p:txEl>
                                          </p:spTgt>
                                        </p:tgtEl>
                                        <p:attrNameLst>
                                          <p:attrName>style.visibility</p:attrName>
                                        </p:attrNameLst>
                                      </p:cBhvr>
                                      <p:to>
                                        <p:strVal val="visible"/>
                                      </p:to>
                                    </p:set>
                                    <p:anim calcmode="lin" valueType="num">
                                      <p:cBhvr>
                                        <p:cTn id="34" dur="750" fill="hold"/>
                                        <p:tgtEl>
                                          <p:spTgt spid="27">
                                            <p:txEl>
                                              <p:pRg st="0" end="0"/>
                                            </p:txEl>
                                          </p:spTgt>
                                        </p:tgtEl>
                                        <p:attrNameLst>
                                          <p:attrName>ppt_w</p:attrName>
                                        </p:attrNameLst>
                                      </p:cBhvr>
                                      <p:tavLst>
                                        <p:tav tm="0">
                                          <p:val>
                                            <p:strVal val="#ppt_w+.3"/>
                                          </p:val>
                                        </p:tav>
                                        <p:tav tm="100000">
                                          <p:val>
                                            <p:strVal val="#ppt_w"/>
                                          </p:val>
                                        </p:tav>
                                      </p:tavLst>
                                    </p:anim>
                                    <p:anim calcmode="lin" valueType="num">
                                      <p:cBhvr>
                                        <p:cTn id="35" dur="750" fill="hold"/>
                                        <p:tgtEl>
                                          <p:spTgt spid="27">
                                            <p:txEl>
                                              <p:pRg st="0" end="0"/>
                                            </p:txEl>
                                          </p:spTgt>
                                        </p:tgtEl>
                                        <p:attrNameLst>
                                          <p:attrName>ppt_h</p:attrName>
                                        </p:attrNameLst>
                                      </p:cBhvr>
                                      <p:tavLst>
                                        <p:tav tm="0">
                                          <p:val>
                                            <p:strVal val="#ppt_h"/>
                                          </p:val>
                                        </p:tav>
                                        <p:tav tm="100000">
                                          <p:val>
                                            <p:strVal val="#ppt_h"/>
                                          </p:val>
                                        </p:tav>
                                      </p:tavLst>
                                    </p:anim>
                                    <p:animEffect transition="in" filter="fade">
                                      <p:cBhvr>
                                        <p:cTn id="36" dur="750"/>
                                        <p:tgtEl>
                                          <p:spTgt spid="27">
                                            <p:txEl>
                                              <p:pRg st="0" end="0"/>
                                            </p:txEl>
                                          </p:spTgt>
                                        </p:tgtEl>
                                      </p:cBhvr>
                                    </p:animEffect>
                                  </p:childTnLst>
                                </p:cTn>
                              </p:par>
                              <p:par>
                                <p:cTn id="37" presetID="50" presetClass="entr" presetSubtype="0" decel="100000" fill="hold" grpId="0" nodeType="withEffect">
                                  <p:stCondLst>
                                    <p:cond delay="2250"/>
                                  </p:stCondLst>
                                  <p:iterate type="lt">
                                    <p:tmPct val="10000"/>
                                  </p:iterate>
                                  <p:childTnLst>
                                    <p:set>
                                      <p:cBhvr>
                                        <p:cTn id="38" dur="1" fill="hold">
                                          <p:stCondLst>
                                            <p:cond delay="0"/>
                                          </p:stCondLst>
                                        </p:cTn>
                                        <p:tgtEl>
                                          <p:spTgt spid="32">
                                            <p:txEl>
                                              <p:pRg st="0" end="0"/>
                                            </p:txEl>
                                          </p:spTgt>
                                        </p:tgtEl>
                                        <p:attrNameLst>
                                          <p:attrName>style.visibility</p:attrName>
                                        </p:attrNameLst>
                                      </p:cBhvr>
                                      <p:to>
                                        <p:strVal val="visible"/>
                                      </p:to>
                                    </p:set>
                                    <p:anim calcmode="lin" valueType="num">
                                      <p:cBhvr>
                                        <p:cTn id="39" dur="750" fill="hold"/>
                                        <p:tgtEl>
                                          <p:spTgt spid="32">
                                            <p:txEl>
                                              <p:pRg st="0" end="0"/>
                                            </p:txEl>
                                          </p:spTgt>
                                        </p:tgtEl>
                                        <p:attrNameLst>
                                          <p:attrName>ppt_w</p:attrName>
                                        </p:attrNameLst>
                                      </p:cBhvr>
                                      <p:tavLst>
                                        <p:tav tm="0">
                                          <p:val>
                                            <p:strVal val="#ppt_w+.3"/>
                                          </p:val>
                                        </p:tav>
                                        <p:tav tm="100000">
                                          <p:val>
                                            <p:strVal val="#ppt_w"/>
                                          </p:val>
                                        </p:tav>
                                      </p:tavLst>
                                    </p:anim>
                                    <p:anim calcmode="lin" valueType="num">
                                      <p:cBhvr>
                                        <p:cTn id="40" dur="750" fill="hold"/>
                                        <p:tgtEl>
                                          <p:spTgt spid="32">
                                            <p:txEl>
                                              <p:pRg st="0" end="0"/>
                                            </p:txEl>
                                          </p:spTgt>
                                        </p:tgtEl>
                                        <p:attrNameLst>
                                          <p:attrName>ppt_h</p:attrName>
                                        </p:attrNameLst>
                                      </p:cBhvr>
                                      <p:tavLst>
                                        <p:tav tm="0">
                                          <p:val>
                                            <p:strVal val="#ppt_h"/>
                                          </p:val>
                                        </p:tav>
                                        <p:tav tm="100000">
                                          <p:val>
                                            <p:strVal val="#ppt_h"/>
                                          </p:val>
                                        </p:tav>
                                      </p:tavLst>
                                    </p:anim>
                                    <p:animEffect transition="in" filter="fade">
                                      <p:cBhvr>
                                        <p:cTn id="41" dur="750"/>
                                        <p:tgtEl>
                                          <p:spTgt spid="32">
                                            <p:txEl>
                                              <p:pRg st="0" end="0"/>
                                            </p:txEl>
                                          </p:spTgt>
                                        </p:tgtEl>
                                      </p:cBhvr>
                                    </p:animEffect>
                                  </p:childTnLst>
                                </p:cTn>
                              </p:par>
                              <p:par>
                                <p:cTn id="42" presetID="16" presetClass="entr" presetSubtype="37" fill="hold" nodeType="withEffect">
                                  <p:stCondLst>
                                    <p:cond delay="3250"/>
                                  </p:stCondLst>
                                  <p:childTnLst>
                                    <p:set>
                                      <p:cBhvr>
                                        <p:cTn id="43" dur="1" fill="hold">
                                          <p:stCondLst>
                                            <p:cond delay="0"/>
                                          </p:stCondLst>
                                        </p:cTn>
                                        <p:tgtEl>
                                          <p:spTgt spid="4"/>
                                        </p:tgtEl>
                                        <p:attrNameLst>
                                          <p:attrName>style.visibility</p:attrName>
                                        </p:attrNameLst>
                                      </p:cBhvr>
                                      <p:to>
                                        <p:strVal val="visible"/>
                                      </p:to>
                                    </p:set>
                                    <p:animEffect transition="in" filter="barn(outVertical)">
                                      <p:cBhvr>
                                        <p:cTn id="44" dur="500"/>
                                        <p:tgtEl>
                                          <p:spTgt spid="4"/>
                                        </p:tgtEl>
                                      </p:cBhvr>
                                    </p:animEffect>
                                  </p:childTnLst>
                                </p:cTn>
                              </p:par>
                              <p:par>
                                <p:cTn id="45" presetID="42" presetClass="entr" presetSubtype="0" fill="hold" grpId="0" nodeType="withEffect">
                                  <p:stCondLst>
                                    <p:cond delay="375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1000"/>
                                        <p:tgtEl>
                                          <p:spTgt spid="33"/>
                                        </p:tgtEl>
                                      </p:cBhvr>
                                    </p:animEffect>
                                    <p:anim calcmode="lin" valueType="num">
                                      <p:cBhvr>
                                        <p:cTn id="48" dur="1000" fill="hold"/>
                                        <p:tgtEl>
                                          <p:spTgt spid="33"/>
                                        </p:tgtEl>
                                        <p:attrNameLst>
                                          <p:attrName>ppt_x</p:attrName>
                                        </p:attrNameLst>
                                      </p:cBhvr>
                                      <p:tavLst>
                                        <p:tav tm="0">
                                          <p:val>
                                            <p:strVal val="#ppt_x"/>
                                          </p:val>
                                        </p:tav>
                                        <p:tav tm="100000">
                                          <p:val>
                                            <p:strVal val="#ppt_x"/>
                                          </p:val>
                                        </p:tav>
                                      </p:tavLst>
                                    </p:anim>
                                    <p:anim calcmode="lin" valueType="num">
                                      <p:cBhvr>
                                        <p:cTn id="49"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allAtOnce"/>
      <p:bldP spid="3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p:nvPr/>
        </p:nvSpPr>
        <p:spPr>
          <a:xfrm>
            <a:off x="2192020" y="702310"/>
            <a:ext cx="543560" cy="558673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endParaRPr lang="zh-CN" altLang="en-US" dirty="0">
              <a:latin typeface="Arial" panose="020B0604020202020204" pitchFamily="34" charset="0"/>
              <a:ea typeface="楷体_GB2312" panose="02010609030101010101" pitchFamily="49" charset="-122"/>
            </a:endParaRPr>
          </a:p>
        </p:txBody>
      </p:sp>
      <p:sp>
        <p:nvSpPr>
          <p:cNvPr id="32770" name="Text Box 6"/>
          <p:cNvSpPr txBox="1"/>
          <p:nvPr/>
        </p:nvSpPr>
        <p:spPr>
          <a:xfrm>
            <a:off x="2122170" y="701040"/>
            <a:ext cx="613410" cy="5662930"/>
          </a:xfrm>
          <a:prstGeom prst="rect">
            <a:avLst/>
          </a:prstGeom>
          <a:noFill/>
          <a:ln w="9525">
            <a:noFill/>
          </a:ln>
        </p:spPr>
        <p:txBody>
          <a:bodyPr vert="eaVert" wrap="square" anchor="t">
            <a:spAutoFit/>
          </a:bodyPr>
          <a:lstStyle/>
          <a:p>
            <a:pPr lvl="0" indent="0" algn="l">
              <a:spcBef>
                <a:spcPct val="50000"/>
              </a:spcBef>
            </a:pPr>
            <a:r>
              <a:rPr lang="zh-CN" altLang="en-US" sz="2800" b="1" dirty="0">
                <a:latin typeface="Arial" panose="020B0604020202020204" pitchFamily="34" charset="0"/>
                <a:ea typeface="楷体_GB2312" panose="02010609030101010101" pitchFamily="49" charset="-122"/>
              </a:rPr>
              <a:t>马克思主义中国化时代化理论成果</a:t>
            </a:r>
            <a:endParaRPr lang="zh-CN" altLang="en-US" sz="2800" b="1" dirty="0">
              <a:latin typeface="Arial" panose="020B0604020202020204" pitchFamily="34" charset="0"/>
              <a:ea typeface="楷体_GB2312" panose="02010609030101010101" pitchFamily="49" charset="-122"/>
            </a:endParaRPr>
          </a:p>
        </p:txBody>
      </p:sp>
      <p:sp>
        <p:nvSpPr>
          <p:cNvPr id="28676" name="Oval 7"/>
          <p:cNvSpPr/>
          <p:nvPr/>
        </p:nvSpPr>
        <p:spPr>
          <a:xfrm>
            <a:off x="3095625" y="1898650"/>
            <a:ext cx="2508885" cy="1256665"/>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2400" b="1" dirty="0">
                <a:latin typeface="Arial" panose="020B0604020202020204" pitchFamily="34" charset="0"/>
                <a:ea typeface="楷体_GB2312" panose="02010609030101010101" pitchFamily="49" charset="-122"/>
              </a:rPr>
              <a:t>毛泽东思想</a:t>
            </a:r>
            <a:endParaRPr lang="zh-CN" altLang="en-US" sz="2400" b="1" dirty="0">
              <a:latin typeface="Arial" panose="020B0604020202020204" pitchFamily="34" charset="0"/>
              <a:ea typeface="楷体_GB2312" panose="02010609030101010101" pitchFamily="49" charset="-122"/>
            </a:endParaRPr>
          </a:p>
        </p:txBody>
      </p:sp>
      <p:sp>
        <p:nvSpPr>
          <p:cNvPr id="28677" name="Oval 8"/>
          <p:cNvSpPr/>
          <p:nvPr/>
        </p:nvSpPr>
        <p:spPr>
          <a:xfrm>
            <a:off x="3255645" y="3769995"/>
            <a:ext cx="2691130" cy="154432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2400" b="1" dirty="0">
                <a:latin typeface="Arial" panose="020B0604020202020204" pitchFamily="34" charset="0"/>
                <a:ea typeface="楷体_GB2312" panose="02010609030101010101" pitchFamily="49" charset="-122"/>
              </a:rPr>
              <a:t>中国特色社会主义</a:t>
            </a:r>
            <a:endParaRPr lang="zh-CN" altLang="en-US" sz="2400" b="1" dirty="0">
              <a:latin typeface="Arial" panose="020B0604020202020204" pitchFamily="34" charset="0"/>
              <a:ea typeface="楷体_GB2312" panose="02010609030101010101" pitchFamily="49" charset="-122"/>
            </a:endParaRPr>
          </a:p>
          <a:p>
            <a:pPr lvl="0" indent="0" algn="ctr"/>
            <a:r>
              <a:rPr lang="zh-CN" altLang="en-US" sz="2400" b="1" dirty="0">
                <a:latin typeface="Arial" panose="020B0604020202020204" pitchFamily="34" charset="0"/>
                <a:ea typeface="楷体_GB2312" panose="02010609030101010101" pitchFamily="49" charset="-122"/>
              </a:rPr>
              <a:t>理论体系</a:t>
            </a:r>
            <a:endParaRPr lang="zh-CN" altLang="en-US" sz="2400" b="1" dirty="0">
              <a:latin typeface="Arial" panose="020B0604020202020204" pitchFamily="34" charset="0"/>
              <a:ea typeface="楷体_GB2312" panose="02010609030101010101" pitchFamily="49" charset="-122"/>
            </a:endParaRPr>
          </a:p>
        </p:txBody>
      </p:sp>
      <p:sp>
        <p:nvSpPr>
          <p:cNvPr id="32773" name="AutoShape 9"/>
          <p:cNvSpPr/>
          <p:nvPr/>
        </p:nvSpPr>
        <p:spPr>
          <a:xfrm>
            <a:off x="2735580" y="2142490"/>
            <a:ext cx="360045" cy="3733165"/>
          </a:xfrm>
          <a:prstGeom prst="leftBrace">
            <a:avLst>
              <a:gd name="adj1" fmla="val 33278"/>
              <a:gd name="adj2" fmla="val 50000"/>
            </a:avLst>
          </a:prstGeom>
          <a:noFill/>
          <a:ln w="9525" cap="flat" cmpd="sng">
            <a:solidFill>
              <a:schemeClr val="tx1"/>
            </a:solidFill>
            <a:prstDash val="solid"/>
            <a:round/>
            <a:headEnd type="none" w="med" len="med"/>
            <a:tailEnd type="none" w="med" len="med"/>
          </a:ln>
        </p:spPr>
        <p:txBody>
          <a:bodyPr wrap="none" anchor="ctr"/>
          <a:lstStyle/>
          <a:p>
            <a:pPr lvl="0" indent="0" algn="ctr"/>
            <a:endParaRPr lang="zh-CN" altLang="en-US" dirty="0">
              <a:latin typeface="Arial" panose="020B0604020202020204" pitchFamily="34" charset="0"/>
              <a:ea typeface="楷体_GB2312" panose="02010609030101010101" pitchFamily="49" charset="-122"/>
            </a:endParaRPr>
          </a:p>
        </p:txBody>
      </p:sp>
      <p:sp>
        <p:nvSpPr>
          <p:cNvPr id="28684" name="Text Box 19"/>
          <p:cNvSpPr txBox="1"/>
          <p:nvPr/>
        </p:nvSpPr>
        <p:spPr>
          <a:xfrm>
            <a:off x="1566545" y="1194118"/>
            <a:ext cx="548640" cy="4681537"/>
          </a:xfrm>
          <a:prstGeom prst="rect">
            <a:avLst/>
          </a:prstGeom>
          <a:solidFill>
            <a:srgbClr val="FC3F0C"/>
          </a:solidFill>
          <a:ln w="9525">
            <a:noFill/>
          </a:ln>
        </p:spPr>
        <p:txBody>
          <a:bodyPr vert="eaVert" anchor="t">
            <a:spAutoFit/>
          </a:bodyPr>
          <a:lstStyle/>
          <a:p>
            <a:pPr lvl="0" indent="0" algn="ctr">
              <a:spcBef>
                <a:spcPct val="50000"/>
              </a:spcBef>
            </a:pPr>
            <a:r>
              <a:rPr lang="zh-CN" altLang="en-US" sz="2400" b="1" dirty="0">
                <a:latin typeface="Arial" panose="020B0604020202020204" pitchFamily="34" charset="0"/>
                <a:ea typeface="楷体_GB2312" panose="02010609030101010101" pitchFamily="49" charset="-122"/>
              </a:rPr>
              <a:t>理论精髓：实事求是的思想路线</a:t>
            </a:r>
            <a:endParaRPr lang="zh-CN" altLang="en-US" sz="2400" b="1" dirty="0">
              <a:latin typeface="Arial" panose="020B0604020202020204" pitchFamily="34" charset="0"/>
              <a:ea typeface="楷体_GB2312" panose="02010609030101010101" pitchFamily="49" charset="-122"/>
            </a:endParaRPr>
          </a:p>
        </p:txBody>
      </p:sp>
      <p:sp>
        <p:nvSpPr>
          <p:cNvPr id="28685" name="Rectangle 20"/>
          <p:cNvSpPr/>
          <p:nvPr/>
        </p:nvSpPr>
        <p:spPr>
          <a:xfrm>
            <a:off x="6695440" y="1924368"/>
            <a:ext cx="2232025" cy="431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l"/>
            <a:r>
              <a:rPr lang="zh-CN" altLang="en-US" b="1" dirty="0">
                <a:latin typeface="Arial" panose="020B0604020202020204" pitchFamily="34" charset="0"/>
                <a:ea typeface="楷体_GB2312" panose="02010609030101010101" pitchFamily="49" charset="-122"/>
              </a:rPr>
              <a:t>新民主主义革命理论</a:t>
            </a:r>
            <a:endParaRPr lang="zh-CN" altLang="en-US" b="1" dirty="0">
              <a:latin typeface="Arial" panose="020B0604020202020204" pitchFamily="34" charset="0"/>
              <a:ea typeface="楷体_GB2312" panose="02010609030101010101" pitchFamily="49" charset="-122"/>
            </a:endParaRPr>
          </a:p>
        </p:txBody>
      </p:sp>
      <p:sp>
        <p:nvSpPr>
          <p:cNvPr id="28686" name="Rectangle 21"/>
          <p:cNvSpPr/>
          <p:nvPr/>
        </p:nvSpPr>
        <p:spPr>
          <a:xfrm>
            <a:off x="6695440" y="2356168"/>
            <a:ext cx="2036407" cy="50323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l"/>
            <a:r>
              <a:rPr lang="zh-CN" altLang="en-US" b="1" dirty="0">
                <a:latin typeface="Arial" panose="020B0604020202020204" pitchFamily="34" charset="0"/>
                <a:ea typeface="楷体_GB2312" panose="02010609030101010101" pitchFamily="49" charset="-122"/>
              </a:rPr>
              <a:t>社会主义改造理论</a:t>
            </a:r>
            <a:endParaRPr lang="zh-CN" altLang="en-US" b="1" dirty="0">
              <a:latin typeface="Arial" panose="020B0604020202020204" pitchFamily="34" charset="0"/>
              <a:ea typeface="楷体_GB2312" panose="02010609030101010101" pitchFamily="49" charset="-122"/>
            </a:endParaRPr>
          </a:p>
        </p:txBody>
      </p:sp>
      <p:sp>
        <p:nvSpPr>
          <p:cNvPr id="28687" name="Rectangle 22"/>
          <p:cNvSpPr/>
          <p:nvPr/>
        </p:nvSpPr>
        <p:spPr>
          <a:xfrm>
            <a:off x="6734175" y="4675505"/>
            <a:ext cx="2232025" cy="43561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l"/>
            <a:r>
              <a:rPr lang="en-US" altLang="zh-CN" b="1" dirty="0">
                <a:latin typeface="Arial" panose="020B0604020202020204" pitchFamily="34" charset="0"/>
                <a:ea typeface="楷体_GB2312" panose="02010609030101010101" pitchFamily="49" charset="-122"/>
              </a:rPr>
              <a:t>“</a:t>
            </a:r>
            <a:r>
              <a:rPr lang="zh-CN" altLang="en-US" b="1" dirty="0">
                <a:latin typeface="Arial" panose="020B0604020202020204" pitchFamily="34" charset="0"/>
                <a:ea typeface="楷体_GB2312" panose="02010609030101010101" pitchFamily="49" charset="-122"/>
              </a:rPr>
              <a:t>三个代表</a:t>
            </a:r>
            <a:r>
              <a:rPr lang="en-US" altLang="zh-CN" b="1" dirty="0">
                <a:latin typeface="Arial" panose="020B0604020202020204" pitchFamily="34" charset="0"/>
                <a:ea typeface="楷体_GB2312" panose="02010609030101010101" pitchFamily="49" charset="-122"/>
              </a:rPr>
              <a:t>”</a:t>
            </a:r>
            <a:r>
              <a:rPr lang="zh-CN" altLang="en-US" b="1" dirty="0">
                <a:latin typeface="Arial" panose="020B0604020202020204" pitchFamily="34" charset="0"/>
                <a:ea typeface="楷体_GB2312" panose="02010609030101010101" pitchFamily="49" charset="-122"/>
              </a:rPr>
              <a:t>重要思想</a:t>
            </a:r>
            <a:endParaRPr lang="zh-CN" altLang="en-US" b="1" dirty="0">
              <a:latin typeface="Arial" panose="020B0604020202020204" pitchFamily="34" charset="0"/>
              <a:ea typeface="楷体_GB2312" panose="02010609030101010101" pitchFamily="49" charset="-122"/>
            </a:endParaRPr>
          </a:p>
        </p:txBody>
      </p:sp>
      <p:sp>
        <p:nvSpPr>
          <p:cNvPr id="28688" name="Rectangle 23"/>
          <p:cNvSpPr/>
          <p:nvPr/>
        </p:nvSpPr>
        <p:spPr>
          <a:xfrm>
            <a:off x="6734176" y="4243705"/>
            <a:ext cx="1435906" cy="431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l"/>
            <a:r>
              <a:rPr lang="zh-CN" altLang="en-US" b="1" dirty="0">
                <a:latin typeface="Arial" panose="020B0604020202020204" pitchFamily="34" charset="0"/>
                <a:ea typeface="楷体_GB2312" panose="02010609030101010101" pitchFamily="49" charset="-122"/>
              </a:rPr>
              <a:t>邓小平理论</a:t>
            </a:r>
            <a:endParaRPr lang="zh-CN" altLang="en-US" b="1" dirty="0">
              <a:latin typeface="Arial" panose="020B0604020202020204" pitchFamily="34" charset="0"/>
              <a:ea typeface="楷体_GB2312" panose="02010609030101010101" pitchFamily="49" charset="-122"/>
            </a:endParaRPr>
          </a:p>
        </p:txBody>
      </p:sp>
      <p:sp>
        <p:nvSpPr>
          <p:cNvPr id="28692" name="Rectangle 27"/>
          <p:cNvSpPr/>
          <p:nvPr/>
        </p:nvSpPr>
        <p:spPr>
          <a:xfrm>
            <a:off x="6695440" y="2859405"/>
            <a:ext cx="3092450" cy="43180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ctr"/>
            <a:r>
              <a:rPr lang="zh-CN" altLang="en-US" b="1" dirty="0">
                <a:latin typeface="Arial" panose="020B0604020202020204" pitchFamily="34" charset="0"/>
                <a:ea typeface="楷体_GB2312" panose="02010609030101010101" pitchFamily="49" charset="-122"/>
              </a:rPr>
              <a:t>建设道路初步探索的理论成果</a:t>
            </a:r>
            <a:endParaRPr lang="zh-CN" altLang="en-US" b="1" dirty="0">
              <a:latin typeface="Arial" panose="020B0604020202020204" pitchFamily="34" charset="0"/>
              <a:ea typeface="楷体_GB2312" panose="02010609030101010101" pitchFamily="49" charset="-122"/>
            </a:endParaRPr>
          </a:p>
        </p:txBody>
      </p:sp>
      <p:sp>
        <p:nvSpPr>
          <p:cNvPr id="28698" name="AutoShape 33"/>
          <p:cNvSpPr/>
          <p:nvPr/>
        </p:nvSpPr>
        <p:spPr>
          <a:xfrm>
            <a:off x="5600700" y="1842770"/>
            <a:ext cx="1005840" cy="1312545"/>
          </a:xfrm>
          <a:prstGeom prst="leftBrace">
            <a:avLst>
              <a:gd name="adj1" fmla="val 121481"/>
              <a:gd name="adj2" fmla="val 50024"/>
            </a:avLst>
          </a:prstGeom>
          <a:solidFill>
            <a:schemeClr val="folHlink"/>
          </a:solidFill>
          <a:ln w="9525" cap="flat" cmpd="sng">
            <a:solidFill>
              <a:schemeClr val="tx1"/>
            </a:solidFill>
            <a:prstDash val="solid"/>
            <a:round/>
            <a:headEnd type="none" w="med" len="med"/>
            <a:tailEnd type="none" w="med" len="med"/>
          </a:ln>
        </p:spPr>
        <p:txBody>
          <a:bodyPr wrap="none" anchor="ctr"/>
          <a:lstStyle/>
          <a:p>
            <a:pPr lvl="0" indent="0" algn="ctr"/>
            <a:endParaRPr lang="zh-CN" altLang="en-US" dirty="0">
              <a:latin typeface="Arial" panose="020B0604020202020204" pitchFamily="34" charset="0"/>
              <a:ea typeface="楷体_GB2312" panose="02010609030101010101" pitchFamily="49" charset="-122"/>
            </a:endParaRPr>
          </a:p>
        </p:txBody>
      </p:sp>
      <p:sp>
        <p:nvSpPr>
          <p:cNvPr id="2" name="Rectangle 24"/>
          <p:cNvSpPr/>
          <p:nvPr/>
        </p:nvSpPr>
        <p:spPr>
          <a:xfrm>
            <a:off x="6734176" y="5111115"/>
            <a:ext cx="1613326" cy="3587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l"/>
            <a:r>
              <a:rPr lang="zh-CN" altLang="en-US" b="1" dirty="0">
                <a:latin typeface="Arial" panose="020B0604020202020204" pitchFamily="34" charset="0"/>
                <a:ea typeface="楷体_GB2312" panose="02010609030101010101" pitchFamily="49" charset="-122"/>
              </a:rPr>
              <a:t>科学发展观</a:t>
            </a:r>
            <a:endParaRPr lang="zh-CN" altLang="en-US" b="1" dirty="0">
              <a:latin typeface="Arial" panose="020B0604020202020204" pitchFamily="34" charset="0"/>
              <a:ea typeface="楷体_GB2312" panose="02010609030101010101" pitchFamily="49" charset="-122"/>
            </a:endParaRPr>
          </a:p>
        </p:txBody>
      </p:sp>
      <p:sp>
        <p:nvSpPr>
          <p:cNvPr id="6" name="Rectangle 24"/>
          <p:cNvSpPr/>
          <p:nvPr/>
        </p:nvSpPr>
        <p:spPr>
          <a:xfrm>
            <a:off x="6695440" y="1572895"/>
            <a:ext cx="2661920" cy="358775"/>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indent="0" algn="l"/>
            <a:r>
              <a:rPr lang="zh-CN" altLang="en-US" b="1" dirty="0">
                <a:latin typeface="Arial" panose="020B0604020202020204" pitchFamily="34" charset="0"/>
                <a:ea typeface="楷体_GB2312" panose="02010609030101010101" pitchFamily="49" charset="-122"/>
              </a:rPr>
              <a:t>毛泽东思想及其历史地位</a:t>
            </a:r>
            <a:endParaRPr lang="zh-CN" altLang="en-US" b="1" dirty="0">
              <a:latin typeface="Arial" panose="020B0604020202020204" pitchFamily="34" charset="0"/>
              <a:ea typeface="楷体_GB2312" panose="02010609030101010101" pitchFamily="49" charset="-122"/>
            </a:endParaRPr>
          </a:p>
        </p:txBody>
      </p:sp>
      <p:sp>
        <p:nvSpPr>
          <p:cNvPr id="11" name="Oval 8"/>
          <p:cNvSpPr/>
          <p:nvPr/>
        </p:nvSpPr>
        <p:spPr>
          <a:xfrm>
            <a:off x="3045460" y="5556885"/>
            <a:ext cx="5098415" cy="1108710"/>
          </a:xfrm>
          <a:prstGeom prst="ellipse">
            <a:avLst/>
          </a:prstGeom>
          <a:solidFill>
            <a:schemeClr val="accent1"/>
          </a:solidFill>
          <a:ln w="9525" cap="flat" cmpd="sng">
            <a:solidFill>
              <a:schemeClr val="tx1"/>
            </a:solidFill>
            <a:prstDash val="solid"/>
            <a:round/>
            <a:headEnd type="none" w="med" len="med"/>
            <a:tailEnd type="none" w="med" len="med"/>
          </a:ln>
        </p:spPr>
        <p:txBody>
          <a:bodyPr wrap="none" anchor="ctr"/>
          <a:lstStyle/>
          <a:p>
            <a:pPr lvl="0" indent="0" algn="ctr"/>
            <a:r>
              <a:rPr lang="zh-CN" altLang="en-US" sz="2400" b="1" dirty="0">
                <a:latin typeface="Arial" panose="020B0604020202020204" pitchFamily="34" charset="0"/>
                <a:ea typeface="楷体_GB2312" panose="02010609030101010101" pitchFamily="49" charset="-122"/>
              </a:rPr>
              <a:t>习近平新时代中国</a:t>
            </a:r>
            <a:endParaRPr lang="zh-CN" altLang="en-US" sz="2400" b="1" dirty="0">
              <a:latin typeface="Arial" panose="020B0604020202020204" pitchFamily="34" charset="0"/>
              <a:ea typeface="楷体_GB2312" panose="02010609030101010101" pitchFamily="49" charset="-122"/>
            </a:endParaRPr>
          </a:p>
          <a:p>
            <a:pPr lvl="0" indent="0" algn="ctr"/>
            <a:r>
              <a:rPr lang="zh-CN" altLang="en-US" sz="2400" b="1" dirty="0">
                <a:latin typeface="Arial" panose="020B0604020202020204" pitchFamily="34" charset="0"/>
                <a:ea typeface="楷体_GB2312" panose="02010609030101010101" pitchFamily="49" charset="-122"/>
              </a:rPr>
              <a:t>特色社会主义思想</a:t>
            </a:r>
            <a:endParaRPr lang="zh-CN" altLang="en-US" sz="2400" b="1" dirty="0">
              <a:latin typeface="Arial" panose="020B0604020202020204" pitchFamily="34" charset="0"/>
              <a:ea typeface="楷体_GB2312" panose="02010609030101010101" pitchFamily="49" charset="-122"/>
            </a:endParaRPr>
          </a:p>
        </p:txBody>
      </p:sp>
      <p:sp>
        <p:nvSpPr>
          <p:cNvPr id="15" name="AutoShape 33"/>
          <p:cNvSpPr/>
          <p:nvPr/>
        </p:nvSpPr>
        <p:spPr>
          <a:xfrm>
            <a:off x="5859145" y="4137660"/>
            <a:ext cx="836295" cy="1059815"/>
          </a:xfrm>
          <a:prstGeom prst="leftBrace">
            <a:avLst>
              <a:gd name="adj1" fmla="val 121481"/>
              <a:gd name="adj2" fmla="val 50024"/>
            </a:avLst>
          </a:prstGeom>
          <a:solidFill>
            <a:schemeClr val="folHlink"/>
          </a:solidFill>
          <a:ln w="9525" cap="flat" cmpd="sng">
            <a:solidFill>
              <a:schemeClr val="tx1"/>
            </a:solidFill>
            <a:prstDash val="solid"/>
            <a:round/>
            <a:headEnd type="none" w="med" len="med"/>
            <a:tailEnd type="none" w="med" len="med"/>
          </a:ln>
        </p:spPr>
        <p:txBody>
          <a:bodyPr wrap="none" anchor="ctr"/>
          <a:lstStyle/>
          <a:p>
            <a:pPr lvl="0" indent="0" algn="ctr"/>
            <a:endParaRPr lang="zh-CN" altLang="en-US" dirty="0">
              <a:latin typeface="Arial" panose="020B0604020202020204" pitchFamily="34" charset="0"/>
              <a:ea typeface="楷体_GB2312" panose="02010609030101010101" pitchFamily="49" charset="-122"/>
            </a:endParaRPr>
          </a:p>
        </p:txBody>
      </p:sp>
      <p:sp>
        <p:nvSpPr>
          <p:cNvPr id="3" name="文本框 2"/>
          <p:cNvSpPr txBox="1"/>
          <p:nvPr/>
        </p:nvSpPr>
        <p:spPr>
          <a:xfrm>
            <a:off x="8258810" y="5903595"/>
            <a:ext cx="3326130" cy="460375"/>
          </a:xfrm>
          <a:prstGeom prst="rect">
            <a:avLst/>
          </a:prstGeom>
          <a:noFill/>
        </p:spPr>
        <p:txBody>
          <a:bodyPr wrap="square" rtlCol="0">
            <a:spAutoFit/>
          </a:bodyPr>
          <a:lstStyle/>
          <a:p>
            <a:r>
              <a:rPr lang="zh-CN" altLang="en-US" sz="2400">
                <a:solidFill>
                  <a:srgbClr val="FF0000"/>
                </a:solidFill>
              </a:rPr>
              <a:t>已单独开设为一门课</a:t>
            </a:r>
            <a:endParaRPr lang="zh-CN" altLang="en-US" sz="2400">
              <a:solidFill>
                <a:srgbClr val="FF0000"/>
              </a:solidFill>
            </a:endParaRPr>
          </a:p>
        </p:txBody>
      </p:sp>
      <p:sp>
        <p:nvSpPr>
          <p:cNvPr id="4" name="Rectangle 22"/>
          <p:cNvSpPr/>
          <p:nvPr>
            <p:custDataLst>
              <p:tags r:id="rId1"/>
            </p:custDataLst>
          </p:nvPr>
        </p:nvSpPr>
        <p:spPr>
          <a:xfrm>
            <a:off x="6734175" y="3876040"/>
            <a:ext cx="4061072" cy="435610"/>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lstStyle/>
          <a:p>
            <a:pPr lvl="0"/>
            <a:r>
              <a:rPr lang="zh-CN" altLang="en-US" dirty="0">
                <a:latin typeface="楷体" panose="02010609060101010101" pitchFamily="49" charset="-122"/>
                <a:ea typeface="楷体" panose="02010609060101010101" pitchFamily="49" charset="-122"/>
                <a:cs typeface="楷体" panose="02010609060101010101" pitchFamily="49" charset="-122"/>
                <a:sym typeface="+mn-ea"/>
              </a:rPr>
              <a:t>中国特色社会主义理论体系的形成发展</a:t>
            </a:r>
            <a:endParaRPr lang="zh-CN" altLang="en-US" b="1" dirty="0">
              <a:latin typeface="Arial" panose="020B0604020202020204" pitchFamily="34" charset="0"/>
              <a:ea typeface="楷体_GB2312" panose="02010609030101010101" pitchFamily="49" charset="-122"/>
            </a:endParaRPr>
          </a:p>
        </p:txBody>
      </p:sp>
      <p:sp>
        <p:nvSpPr>
          <p:cNvPr id="7" name="文本框 6"/>
          <p:cNvSpPr txBox="1"/>
          <p:nvPr/>
        </p:nvSpPr>
        <p:spPr>
          <a:xfrm>
            <a:off x="2955290" y="3416300"/>
            <a:ext cx="8492490" cy="460375"/>
          </a:xfrm>
          <a:prstGeom prst="rect">
            <a:avLst/>
          </a:prstGeom>
          <a:noFill/>
        </p:spPr>
        <p:txBody>
          <a:bodyPr wrap="square" rtlCol="0" anchor="t">
            <a:spAutoFit/>
          </a:bodyPr>
          <a:lstStyle/>
          <a:p>
            <a:r>
              <a:rPr lang="en-US" altLang="zh-CN" sz="2400" dirty="0">
                <a:latin typeface="黑体" panose="02010609060101010101" charset="-122"/>
                <a:ea typeface="黑体" panose="02010609060101010101" charset="-122"/>
                <a:sym typeface="+mn-ea"/>
              </a:rPr>
              <a:t> 第</a:t>
            </a:r>
            <a:r>
              <a:rPr lang="zh-CN" altLang="en-US" sz="2400" dirty="0">
                <a:latin typeface="黑体" panose="02010609060101010101" charset="-122"/>
                <a:ea typeface="黑体" panose="02010609060101010101" charset="-122"/>
                <a:sym typeface="+mn-ea"/>
              </a:rPr>
              <a:t>三</a:t>
            </a:r>
            <a:r>
              <a:rPr lang="en-US" altLang="zh-CN" sz="2400" dirty="0">
                <a:latin typeface="黑体" panose="02010609060101010101" charset="-122"/>
                <a:ea typeface="黑体" panose="02010609060101010101" charset="-122"/>
                <a:sym typeface="+mn-ea"/>
              </a:rPr>
              <a:t>部分（第5-8章）</a:t>
            </a:r>
            <a:r>
              <a:rPr lang="zh-CN" altLang="en-US" sz="2400" dirty="0">
                <a:latin typeface="黑体" panose="02010609060101010101" charset="-122"/>
                <a:ea typeface="黑体" panose="02010609060101010101" charset="-122"/>
                <a:sym typeface="+mn-ea"/>
              </a:rPr>
              <a:t>：</a:t>
            </a:r>
            <a:r>
              <a:rPr lang="zh-CN" altLang="en-US" sz="2400" dirty="0">
                <a:ln>
                  <a:noFill/>
                </a:ln>
                <a:effectLst/>
                <a:uLnTx/>
                <a:uFillTx/>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系统讲授</a:t>
            </a:r>
            <a:r>
              <a:rPr lang="zh-CN" altLang="en-US" sz="2400" dirty="0">
                <a:ln>
                  <a:noFill/>
                </a:ln>
                <a:effectLst/>
                <a:uLnTx/>
                <a:uFillTx/>
                <a:latin typeface="楷体" panose="02010609060101010101" pitchFamily="49" charset="-122"/>
                <a:ea typeface="楷体" panose="02010609060101010101" pitchFamily="49" charset="-122"/>
                <a:cs typeface="楷体" panose="02010609060101010101" pitchFamily="49" charset="-122"/>
                <a:sym typeface="+mn-ea"/>
              </a:rPr>
              <a:t>中国特色社会主义理论体系</a:t>
            </a:r>
            <a:endParaRPr lang="en-US" altLang="en-US" sz="2400" dirty="0">
              <a:ln>
                <a:noFill/>
              </a:ln>
              <a:effectLst/>
              <a:uLnTx/>
              <a:uFillTx/>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endParaRPr>
          </a:p>
        </p:txBody>
      </p:sp>
      <p:sp>
        <p:nvSpPr>
          <p:cNvPr id="8" name="文本框 7"/>
          <p:cNvSpPr txBox="1"/>
          <p:nvPr/>
        </p:nvSpPr>
        <p:spPr>
          <a:xfrm>
            <a:off x="3194685" y="1088390"/>
            <a:ext cx="8013700" cy="460375"/>
          </a:xfrm>
          <a:prstGeom prst="rect">
            <a:avLst/>
          </a:prstGeom>
          <a:noFill/>
        </p:spPr>
        <p:txBody>
          <a:bodyPr wrap="square" rtlCol="0" anchor="t">
            <a:spAutoFit/>
          </a:bodyPr>
          <a:lstStyle/>
          <a:p>
            <a:r>
              <a:rPr lang="en-US" altLang="zh-CN" sz="2400" dirty="0">
                <a:latin typeface="黑体" panose="02010609060101010101" charset="-122"/>
                <a:ea typeface="黑体" panose="02010609060101010101" charset="-122"/>
                <a:sym typeface="+mn-ea"/>
              </a:rPr>
              <a:t>第</a:t>
            </a:r>
            <a:r>
              <a:rPr lang="zh-CN" altLang="en-US" sz="2400" dirty="0">
                <a:latin typeface="黑体" panose="02010609060101010101" charset="-122"/>
                <a:ea typeface="黑体" panose="02010609060101010101" charset="-122"/>
                <a:sym typeface="宋体" panose="02010600030101010101" pitchFamily="2" charset="-122"/>
              </a:rPr>
              <a:t>二</a:t>
            </a:r>
            <a:r>
              <a:rPr lang="en-US" altLang="zh-CN" sz="2400" dirty="0">
                <a:latin typeface="黑体" panose="02010609060101010101" charset="-122"/>
                <a:ea typeface="黑体" panose="02010609060101010101" charset="-122"/>
                <a:sym typeface="+mn-ea"/>
              </a:rPr>
              <a:t>部分（第1-4章）</a:t>
            </a:r>
            <a:r>
              <a:rPr lang="zh-CN" altLang="en-US" sz="2400" dirty="0">
                <a:latin typeface="黑体" panose="02010609060101010101" charset="-122"/>
                <a:ea typeface="黑体" panose="02010609060101010101" charset="-122"/>
                <a:sym typeface="+mn-ea"/>
              </a:rPr>
              <a:t>：</a:t>
            </a:r>
            <a:r>
              <a:rPr lang="zh-CN" altLang="en-US" sz="2400">
                <a:ln>
                  <a:noFill/>
                </a:ln>
                <a:effectLst/>
                <a:uLnTx/>
                <a:uFillTx/>
                <a:latin typeface="楷体" panose="02010609060101010101" pitchFamily="49" charset="-122"/>
                <a:ea typeface="楷体" panose="02010609060101010101" pitchFamily="49" charset="-122"/>
                <a:cs typeface="楷体" panose="02010609060101010101" pitchFamily="49" charset="-122"/>
                <a:sym typeface="宋体" panose="02010600030101010101" pitchFamily="2" charset="-122"/>
              </a:rPr>
              <a:t>系统讲授毛泽东思</a:t>
            </a:r>
            <a:r>
              <a:rPr lang="zh-CN" altLang="en-US" sz="2400">
                <a:ln>
                  <a:noFill/>
                </a:ln>
                <a:effectLst/>
                <a:uLnTx/>
                <a:uFillTx/>
                <a:latin typeface="楷体" panose="02010609060101010101" pitchFamily="49" charset="-122"/>
                <a:ea typeface="楷体" panose="02010609060101010101" pitchFamily="49" charset="-122"/>
                <a:cs typeface="楷体" panose="02010609060101010101" pitchFamily="49" charset="-122"/>
                <a:sym typeface="+mn-ea"/>
              </a:rPr>
              <a:t>想</a:t>
            </a:r>
            <a:endParaRPr lang="zh-CN" altLang="en-US" sz="2400">
              <a:ln>
                <a:noFill/>
              </a:ln>
              <a:effectLst/>
              <a:uLnTx/>
              <a:uFillTx/>
              <a:latin typeface="楷体" panose="02010609060101010101" pitchFamily="49" charset="-122"/>
              <a:ea typeface="楷体" panose="02010609060101010101" pitchFamily="49" charset="-122"/>
              <a:cs typeface="楷体" panose="02010609060101010101" pitchFamily="49" charset="-122"/>
              <a:sym typeface="+mn-ea"/>
            </a:endParaRPr>
          </a:p>
        </p:txBody>
      </p:sp>
      <p:sp>
        <p:nvSpPr>
          <p:cNvPr id="9" name="文本框 8"/>
          <p:cNvSpPr txBox="1"/>
          <p:nvPr/>
        </p:nvSpPr>
        <p:spPr>
          <a:xfrm>
            <a:off x="3045460" y="687705"/>
            <a:ext cx="8448675" cy="460375"/>
          </a:xfrm>
          <a:prstGeom prst="rect">
            <a:avLst/>
          </a:prstGeom>
          <a:noFill/>
        </p:spPr>
        <p:txBody>
          <a:bodyPr wrap="square" rtlCol="0" anchor="t">
            <a:spAutoFit/>
          </a:bodyPr>
          <a:lstStyle/>
          <a:p>
            <a:r>
              <a:rPr lang="zh-CN" altLang="en-US" sz="2400" dirty="0">
                <a:solidFill>
                  <a:srgbClr val="FF3300"/>
                </a:solidFill>
                <a:latin typeface="楷体_GB2312" panose="02010609030101010101" pitchFamily="49" charset="-122"/>
                <a:ea typeface="印品黑体" pitchFamily="2" charset="-122"/>
                <a:sym typeface="+mn-ea"/>
              </a:rPr>
              <a:t> </a:t>
            </a:r>
            <a:r>
              <a:rPr lang="en-US" altLang="zh-CN" sz="2400" dirty="0">
                <a:latin typeface="黑体" panose="02010609060101010101" charset="-122"/>
                <a:ea typeface="黑体" panose="02010609060101010101" charset="-122"/>
                <a:sym typeface="+mn-ea"/>
              </a:rPr>
              <a:t>第一部分（</a:t>
            </a:r>
            <a:r>
              <a:rPr lang="zh-CN" altLang="en-US" sz="2400" dirty="0">
                <a:latin typeface="黑体" panose="02010609060101010101" charset="-122"/>
                <a:ea typeface="黑体" panose="02010609060101010101" charset="-122"/>
                <a:sym typeface="+mn-ea"/>
              </a:rPr>
              <a:t>导论</a:t>
            </a:r>
            <a:r>
              <a:rPr lang="en-US" altLang="zh-CN" sz="2400" dirty="0">
                <a:latin typeface="黑体" panose="02010609060101010101" charset="-122"/>
                <a:ea typeface="黑体" panose="02010609060101010101" charset="-122"/>
                <a:sym typeface="+mn-ea"/>
              </a:rPr>
              <a:t>）</a:t>
            </a:r>
            <a:r>
              <a:rPr lang="zh-CN" altLang="en-US" sz="2400" dirty="0">
                <a:latin typeface="黑体" panose="02010609060101010101" charset="-122"/>
                <a:ea typeface="黑体" panose="02010609060101010101" charset="-122"/>
                <a:sym typeface="+mn-ea"/>
              </a:rPr>
              <a:t>：</a:t>
            </a:r>
            <a:r>
              <a:rPr lang="zh-CN" altLang="en-US" sz="2400">
                <a:ln>
                  <a:noFill/>
                </a:ln>
                <a:effectLst/>
                <a:uLnTx/>
                <a:uFillTx/>
                <a:latin typeface="楷体" panose="02010609060101010101" pitchFamily="49" charset="-122"/>
                <a:ea typeface="楷体" panose="02010609060101010101" pitchFamily="49" charset="-122"/>
                <a:cs typeface="楷体" panose="02010609060101010101" pitchFamily="49" charset="-122"/>
                <a:sym typeface="+mn-ea"/>
              </a:rPr>
              <a:t>概述马克思主义</a:t>
            </a:r>
            <a:r>
              <a:rPr lang="en-US" sz="2400">
                <a:ln>
                  <a:noFill/>
                </a:ln>
                <a:effectLst/>
                <a:uLnTx/>
                <a:uFillTx/>
                <a:latin typeface="楷体" panose="02010609060101010101" pitchFamily="49" charset="-122"/>
                <a:ea typeface="楷体" panose="02010609060101010101" pitchFamily="49" charset="-122"/>
                <a:cs typeface="楷体" panose="02010609060101010101" pitchFamily="49" charset="-122"/>
                <a:sym typeface="+mn-ea"/>
              </a:rPr>
              <a:t>中</a:t>
            </a:r>
            <a:r>
              <a:rPr lang="zh-CN" altLang="en-US" sz="2400">
                <a:ln>
                  <a:noFill/>
                </a:ln>
                <a:effectLst/>
                <a:uLnTx/>
                <a:uFillTx/>
                <a:latin typeface="楷体" panose="02010609060101010101" pitchFamily="49" charset="-122"/>
                <a:ea typeface="楷体" panose="02010609060101010101" pitchFamily="49" charset="-122"/>
                <a:cs typeface="楷体" panose="02010609060101010101" pitchFamily="49" charset="-122"/>
                <a:sym typeface="+mn-ea"/>
              </a:rPr>
              <a:t>国化时</a:t>
            </a:r>
            <a:r>
              <a:rPr lang="en-US" sz="2400">
                <a:ln>
                  <a:noFill/>
                </a:ln>
                <a:effectLst/>
                <a:uLnTx/>
                <a:uFillTx/>
                <a:latin typeface="楷体" panose="02010609060101010101" pitchFamily="49" charset="-122"/>
                <a:ea typeface="楷体" panose="02010609060101010101" pitchFamily="49" charset="-122"/>
                <a:cs typeface="楷体" panose="02010609060101010101" pitchFamily="49" charset="-122"/>
                <a:sym typeface="+mn-ea"/>
              </a:rPr>
              <a:t>代化。</a:t>
            </a:r>
            <a:endParaRPr lang="en-US" altLang="en-US" sz="2400">
              <a:ln>
                <a:noFill/>
              </a:ln>
              <a:effectLst/>
              <a:uLnTx/>
              <a:uFillTx/>
              <a:latin typeface="楷体" panose="02010609060101010101" pitchFamily="49" charset="-122"/>
              <a:ea typeface="楷体" panose="02010609060101010101" pitchFamily="49" charset="-122"/>
              <a:cs typeface="楷体" panose="02010609060101010101" pitchFamily="49"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additive="base">
                                        <p:cTn id="7" dur="500" fill="hold"/>
                                        <p:tgtEl>
                                          <p:spTgt spid="28674"/>
                                        </p:tgtEl>
                                        <p:attrNameLst>
                                          <p:attrName>ppt_x</p:attrName>
                                        </p:attrNameLst>
                                      </p:cBhvr>
                                      <p:tavLst>
                                        <p:tav tm="0">
                                          <p:val>
                                            <p:strVal val="#ppt_x"/>
                                          </p:val>
                                        </p:tav>
                                        <p:tav tm="100000">
                                          <p:val>
                                            <p:strVal val="#ppt_x"/>
                                          </p:val>
                                        </p:tav>
                                      </p:tavLst>
                                    </p:anim>
                                    <p:anim calcmode="lin" valueType="num">
                                      <p:cBhvr additive="base">
                                        <p:cTn id="8" dur="500" fill="hold"/>
                                        <p:tgtEl>
                                          <p:spTgt spid="286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8676"/>
                                        </p:tgtEl>
                                        <p:attrNameLst>
                                          <p:attrName>style.visibility</p:attrName>
                                        </p:attrNameLst>
                                      </p:cBhvr>
                                      <p:to>
                                        <p:strVal val="visible"/>
                                      </p:to>
                                    </p:set>
                                    <p:anim calcmode="lin" valueType="num">
                                      <p:cBhvr additive="base">
                                        <p:cTn id="13" dur="500" fill="hold"/>
                                        <p:tgtEl>
                                          <p:spTgt spid="28676"/>
                                        </p:tgtEl>
                                        <p:attrNameLst>
                                          <p:attrName>ppt_x</p:attrName>
                                        </p:attrNameLst>
                                      </p:cBhvr>
                                      <p:tavLst>
                                        <p:tav tm="0">
                                          <p:val>
                                            <p:strVal val="#ppt_x"/>
                                          </p:val>
                                        </p:tav>
                                        <p:tav tm="100000">
                                          <p:val>
                                            <p:strVal val="#ppt_x"/>
                                          </p:val>
                                        </p:tav>
                                      </p:tavLst>
                                    </p:anim>
                                    <p:anim calcmode="lin" valueType="num">
                                      <p:cBhvr additive="base">
                                        <p:cTn id="14" dur="500" fill="hold"/>
                                        <p:tgtEl>
                                          <p:spTgt spid="2867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8677"/>
                                        </p:tgtEl>
                                        <p:attrNameLst>
                                          <p:attrName>style.visibility</p:attrName>
                                        </p:attrNameLst>
                                      </p:cBhvr>
                                      <p:to>
                                        <p:strVal val="visible"/>
                                      </p:to>
                                    </p:set>
                                    <p:anim calcmode="lin" valueType="num">
                                      <p:cBhvr additive="base">
                                        <p:cTn id="19" dur="500" fill="hold"/>
                                        <p:tgtEl>
                                          <p:spTgt spid="28677"/>
                                        </p:tgtEl>
                                        <p:attrNameLst>
                                          <p:attrName>ppt_x</p:attrName>
                                        </p:attrNameLst>
                                      </p:cBhvr>
                                      <p:tavLst>
                                        <p:tav tm="0">
                                          <p:val>
                                            <p:strVal val="#ppt_x"/>
                                          </p:val>
                                        </p:tav>
                                        <p:tav tm="100000">
                                          <p:val>
                                            <p:strVal val="#ppt_x"/>
                                          </p:val>
                                        </p:tav>
                                      </p:tavLst>
                                    </p:anim>
                                    <p:anim calcmode="lin" valueType="num">
                                      <p:cBhvr additive="base">
                                        <p:cTn id="20" dur="500" fill="hold"/>
                                        <p:tgtEl>
                                          <p:spTgt spid="2867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28684"/>
                                        </p:tgtEl>
                                        <p:attrNameLst>
                                          <p:attrName>style.visibility</p:attrName>
                                        </p:attrNameLst>
                                      </p:cBhvr>
                                      <p:to>
                                        <p:strVal val="visible"/>
                                      </p:to>
                                    </p:set>
                                    <p:animEffect transition="in" filter="checkerboard(across)">
                                      <p:cBhvr>
                                        <p:cTn id="25" dur="500"/>
                                        <p:tgtEl>
                                          <p:spTgt spid="28684"/>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28698"/>
                                        </p:tgtEl>
                                        <p:attrNameLst>
                                          <p:attrName>style.visibility</p:attrName>
                                        </p:attrNameLst>
                                      </p:cBhvr>
                                      <p:to>
                                        <p:strVal val="visible"/>
                                      </p:to>
                                    </p:set>
                                    <p:animEffect transition="in" filter="box(in)">
                                      <p:cBhvr>
                                        <p:cTn id="30" dur="500"/>
                                        <p:tgtEl>
                                          <p:spTgt spid="28698"/>
                                        </p:tgtEl>
                                      </p:cBhvr>
                                    </p:animEffect>
                                  </p:childTnLst>
                                </p:cTn>
                              </p:par>
                            </p:childTnLst>
                          </p:cTn>
                        </p:par>
                      </p:childTnLst>
                    </p:cTn>
                  </p:par>
                  <p:par>
                    <p:cTn id="31" fill="hold">
                      <p:stCondLst>
                        <p:cond delay="indefinite"/>
                      </p:stCondLst>
                      <p:childTnLst>
                        <p:par>
                          <p:cTn id="32" fill="hold">
                            <p:stCondLst>
                              <p:cond delay="0"/>
                            </p:stCondLst>
                            <p:childTnLst>
                              <p:par>
                                <p:cTn id="33" presetID="8" presetClass="entr" presetSubtype="16" fill="hold" grpId="0" nodeType="clickEffect">
                                  <p:stCondLst>
                                    <p:cond delay="0"/>
                                  </p:stCondLst>
                                  <p:childTnLst>
                                    <p:set>
                                      <p:cBhvr>
                                        <p:cTn id="34" dur="1" fill="hold">
                                          <p:stCondLst>
                                            <p:cond delay="0"/>
                                          </p:stCondLst>
                                        </p:cTn>
                                        <p:tgtEl>
                                          <p:spTgt spid="28685"/>
                                        </p:tgtEl>
                                        <p:attrNameLst>
                                          <p:attrName>style.visibility</p:attrName>
                                        </p:attrNameLst>
                                      </p:cBhvr>
                                      <p:to>
                                        <p:strVal val="visible"/>
                                      </p:to>
                                    </p:set>
                                    <p:animEffect transition="in" filter="diamond(in)">
                                      <p:cBhvr>
                                        <p:cTn id="35" dur="2000"/>
                                        <p:tgtEl>
                                          <p:spTgt spid="28685"/>
                                        </p:tgtEl>
                                      </p:cBhvr>
                                    </p:animEffect>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grpId="0" nodeType="clickEffect">
                                  <p:stCondLst>
                                    <p:cond delay="0"/>
                                  </p:stCondLst>
                                  <p:childTnLst>
                                    <p:set>
                                      <p:cBhvr>
                                        <p:cTn id="39" dur="1" fill="hold">
                                          <p:stCondLst>
                                            <p:cond delay="0"/>
                                          </p:stCondLst>
                                        </p:cTn>
                                        <p:tgtEl>
                                          <p:spTgt spid="28686"/>
                                        </p:tgtEl>
                                        <p:attrNameLst>
                                          <p:attrName>style.visibility</p:attrName>
                                        </p:attrNameLst>
                                      </p:cBhvr>
                                      <p:to>
                                        <p:strVal val="visible"/>
                                      </p:to>
                                    </p:set>
                                    <p:animEffect transition="in" filter="box(in)">
                                      <p:cBhvr>
                                        <p:cTn id="40" dur="500"/>
                                        <p:tgtEl>
                                          <p:spTgt spid="28686"/>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28687"/>
                                        </p:tgtEl>
                                        <p:attrNameLst>
                                          <p:attrName>style.visibility</p:attrName>
                                        </p:attrNameLst>
                                      </p:cBhvr>
                                      <p:to>
                                        <p:strVal val="visible"/>
                                      </p:to>
                                    </p:set>
                                    <p:animEffect transition="in" filter="blinds(horizontal)">
                                      <p:cBhvr>
                                        <p:cTn id="45" dur="500"/>
                                        <p:tgtEl>
                                          <p:spTgt spid="28687"/>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8688"/>
                                        </p:tgtEl>
                                        <p:attrNameLst>
                                          <p:attrName>style.visibility</p:attrName>
                                        </p:attrNameLst>
                                      </p:cBhvr>
                                      <p:to>
                                        <p:strVal val="visible"/>
                                      </p:to>
                                    </p:set>
                                    <p:animEffect transition="in" filter="blinds(horizontal)">
                                      <p:cBhvr>
                                        <p:cTn id="50" dur="500"/>
                                        <p:tgtEl>
                                          <p:spTgt spid="28688"/>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28692"/>
                                        </p:tgtEl>
                                        <p:attrNameLst>
                                          <p:attrName>style.visibility</p:attrName>
                                        </p:attrNameLst>
                                      </p:cBhvr>
                                      <p:to>
                                        <p:strVal val="visible"/>
                                      </p:to>
                                    </p:set>
                                    <p:animEffect transition="in" filter="blinds(horizontal)">
                                      <p:cBhvr>
                                        <p:cTn id="55" dur="500"/>
                                        <p:tgtEl>
                                          <p:spTgt spid="28692"/>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linds(horizontal)">
                                      <p:cBhvr>
                                        <p:cTn id="60" dur="500"/>
                                        <p:tgtEl>
                                          <p:spTgt spid="2"/>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6"/>
                                        </p:tgtEl>
                                        <p:attrNameLst>
                                          <p:attrName>style.visibility</p:attrName>
                                        </p:attrNameLst>
                                      </p:cBhvr>
                                      <p:to>
                                        <p:strVal val="visible"/>
                                      </p:to>
                                    </p:set>
                                    <p:animEffect transition="in" filter="blinds(horizontal)">
                                      <p:cBhvr>
                                        <p:cTn id="65" dur="500"/>
                                        <p:tgtEl>
                                          <p:spTgt spid="6"/>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1"/>
                                        </p:tgtEl>
                                        <p:attrNameLst>
                                          <p:attrName>style.visibility</p:attrName>
                                        </p:attrNameLst>
                                      </p:cBhvr>
                                      <p:to>
                                        <p:strVal val="visible"/>
                                      </p:to>
                                    </p:set>
                                    <p:anim calcmode="lin" valueType="num">
                                      <p:cBhvr additive="base">
                                        <p:cTn id="70" dur="500" fill="hold"/>
                                        <p:tgtEl>
                                          <p:spTgt spid="11"/>
                                        </p:tgtEl>
                                        <p:attrNameLst>
                                          <p:attrName>ppt_x</p:attrName>
                                        </p:attrNameLst>
                                      </p:cBhvr>
                                      <p:tavLst>
                                        <p:tav tm="0">
                                          <p:val>
                                            <p:strVal val="#ppt_x"/>
                                          </p:val>
                                        </p:tav>
                                        <p:tav tm="100000">
                                          <p:val>
                                            <p:strVal val="#ppt_x"/>
                                          </p:val>
                                        </p:tav>
                                      </p:tavLst>
                                    </p:anim>
                                    <p:anim calcmode="lin" valueType="num">
                                      <p:cBhvr additive="base">
                                        <p:cTn id="7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15"/>
                                        </p:tgtEl>
                                        <p:attrNameLst>
                                          <p:attrName>style.visibility</p:attrName>
                                        </p:attrNameLst>
                                      </p:cBhvr>
                                      <p:to>
                                        <p:strVal val="visible"/>
                                      </p:to>
                                    </p:set>
                                    <p:animEffect transition="in" filter="box(in)">
                                      <p:cBhvr>
                                        <p:cTn id="76" dur="500"/>
                                        <p:tgtEl>
                                          <p:spTgt spid="15"/>
                                        </p:tgtEl>
                                      </p:cBhvr>
                                    </p:animEffect>
                                  </p:childTnLst>
                                </p:cTn>
                              </p:par>
                            </p:childTnLst>
                          </p:cTn>
                        </p:par>
                      </p:childTnLst>
                    </p:cTn>
                  </p:par>
                  <p:par>
                    <p:cTn id="77" fill="hold">
                      <p:stCondLst>
                        <p:cond delay="indefinite"/>
                      </p:stCondLst>
                      <p:childTnLst>
                        <p:par>
                          <p:cTn id="78" fill="hold">
                            <p:stCondLst>
                              <p:cond delay="0"/>
                            </p:stCondLst>
                            <p:childTnLst>
                              <p:par>
                                <p:cTn id="79" presetID="3" presetClass="entr" presetSubtype="10" fill="hold" grpId="0" nodeType="clickEffect">
                                  <p:stCondLst>
                                    <p:cond delay="0"/>
                                  </p:stCondLst>
                                  <p:childTnLst>
                                    <p:set>
                                      <p:cBhvr>
                                        <p:cTn id="80" dur="1" fill="hold">
                                          <p:stCondLst>
                                            <p:cond delay="0"/>
                                          </p:stCondLst>
                                        </p:cTn>
                                        <p:tgtEl>
                                          <p:spTgt spid="4"/>
                                        </p:tgtEl>
                                        <p:attrNameLst>
                                          <p:attrName>style.visibility</p:attrName>
                                        </p:attrNameLst>
                                      </p:cBhvr>
                                      <p:to>
                                        <p:strVal val="visible"/>
                                      </p:to>
                                    </p:set>
                                    <p:animEffect transition="in" filter="blinds(horizontal)">
                                      <p:cBhvr>
                                        <p:cTn id="8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bldLvl="0" animBg="1"/>
      <p:bldP spid="28676" grpId="0" bldLvl="0" animBg="1"/>
      <p:bldP spid="28677" grpId="0" bldLvl="0" animBg="1"/>
      <p:bldP spid="28684" grpId="0" bldLvl="0" animBg="1"/>
      <p:bldP spid="28685" grpId="0" bldLvl="0" animBg="1"/>
      <p:bldP spid="28686" grpId="0" bldLvl="0" animBg="1"/>
      <p:bldP spid="28687" grpId="0" bldLvl="0" animBg="1"/>
      <p:bldP spid="28688" grpId="0" bldLvl="0" animBg="1"/>
      <p:bldP spid="28692" grpId="0" bldLvl="0" animBg="1"/>
      <p:bldP spid="28698" grpId="0" bldLvl="0" animBg="1"/>
      <p:bldP spid="2" grpId="0" bldLvl="0" animBg="1"/>
      <p:bldP spid="6" grpId="0" bldLvl="0" animBg="1"/>
      <p:bldP spid="11" grpId="0" bldLvl="0" animBg="1"/>
      <p:bldP spid="15" grpId="0" bldLvl="0" animBg="1"/>
      <p:bldP spid="4"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cstate="print">
            <a:lum/>
          </a:blip>
          <a:srcRect/>
          <a:stretch>
            <a:fillRect/>
          </a:stretch>
        </a:blip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2" cstate="screen"/>
          <a:srcRect/>
          <a:stretch>
            <a:fillRect/>
          </a:stretch>
        </p:blipFill>
        <p:spPr>
          <a:xfrm>
            <a:off x="0" y="0"/>
            <a:ext cx="3251200" cy="3113826"/>
          </a:xfrm>
          <a:prstGeom prst="rect">
            <a:avLst/>
          </a:prstGeom>
        </p:spPr>
      </p:pic>
      <p:pic>
        <p:nvPicPr>
          <p:cNvPr id="58" name="图片 57"/>
          <p:cNvPicPr>
            <a:picLocks noChangeAspect="1"/>
          </p:cNvPicPr>
          <p:nvPr/>
        </p:nvPicPr>
        <p:blipFill rotWithShape="1">
          <a:blip r:embed="rId3" cstate="screen"/>
          <a:srcRect/>
          <a:stretch>
            <a:fillRect/>
          </a:stretch>
        </p:blipFill>
        <p:spPr>
          <a:xfrm>
            <a:off x="0" y="0"/>
            <a:ext cx="12192000" cy="647700"/>
          </a:xfrm>
          <a:prstGeom prst="rect">
            <a:avLst/>
          </a:prstGeom>
        </p:spPr>
      </p:pic>
      <p:pic>
        <p:nvPicPr>
          <p:cNvPr id="59" name="图片 58"/>
          <p:cNvPicPr>
            <a:picLocks noChangeAspect="1"/>
          </p:cNvPicPr>
          <p:nvPr/>
        </p:nvPicPr>
        <p:blipFill rotWithShape="1">
          <a:blip r:embed="rId3" cstate="screen"/>
          <a:srcRect/>
          <a:stretch>
            <a:fillRect/>
          </a:stretch>
        </p:blipFill>
        <p:spPr>
          <a:xfrm flipV="1">
            <a:off x="0" y="6210300"/>
            <a:ext cx="12192000" cy="647700"/>
          </a:xfrm>
          <a:prstGeom prst="rect">
            <a:avLst/>
          </a:prstGeom>
        </p:spPr>
      </p:pic>
      <p:pic>
        <p:nvPicPr>
          <p:cNvPr id="62" name="图片 61"/>
          <p:cNvPicPr>
            <a:picLocks noChangeAspect="1"/>
          </p:cNvPicPr>
          <p:nvPr/>
        </p:nvPicPr>
        <p:blipFill rotWithShape="1">
          <a:blip r:embed="rId4" cstate="screen"/>
          <a:srcRect/>
          <a:stretch>
            <a:fillRect/>
          </a:stretch>
        </p:blipFill>
        <p:spPr>
          <a:xfrm>
            <a:off x="9093460" y="0"/>
            <a:ext cx="3098540" cy="1915885"/>
          </a:xfrm>
          <a:prstGeom prst="rect">
            <a:avLst/>
          </a:prstGeom>
        </p:spPr>
      </p:pic>
      <p:pic>
        <p:nvPicPr>
          <p:cNvPr id="64" name="图片 63"/>
          <p:cNvPicPr>
            <a:picLocks noChangeAspect="1"/>
          </p:cNvPicPr>
          <p:nvPr/>
        </p:nvPicPr>
        <p:blipFill rotWithShape="1">
          <a:blip r:embed="rId5" cstate="screen"/>
          <a:srcRect/>
          <a:stretch>
            <a:fillRect/>
          </a:stretch>
        </p:blipFill>
        <p:spPr>
          <a:xfrm>
            <a:off x="10784114" y="5200906"/>
            <a:ext cx="1407886" cy="1204686"/>
          </a:xfrm>
          <a:prstGeom prst="rect">
            <a:avLst/>
          </a:prstGeom>
        </p:spPr>
      </p:pic>
      <p:sp>
        <p:nvSpPr>
          <p:cNvPr id="27" name="文本框 26"/>
          <p:cNvSpPr txBox="1"/>
          <p:nvPr/>
        </p:nvSpPr>
        <p:spPr>
          <a:xfrm>
            <a:off x="204716" y="280555"/>
            <a:ext cx="3048000" cy="2646878"/>
          </a:xfrm>
          <a:prstGeom prst="rect">
            <a:avLst/>
          </a:prstGeom>
          <a:noFill/>
        </p:spPr>
        <p:txBody>
          <a:bodyPr wrap="square" rtlCol="0">
            <a:spAutoFit/>
          </a:bodyPr>
          <a:lstStyle/>
          <a:p>
            <a:pPr algn="ctr"/>
            <a:r>
              <a:rPr lang="zh-CN" altLang="en-US" sz="16600" dirty="0">
                <a:solidFill>
                  <a:schemeClr val="accent1"/>
                </a:solidFill>
                <a:latin typeface="中山行书百年纪念版" panose="02010609000101010101" pitchFamily="49" charset="-122"/>
                <a:ea typeface="中山行书百年纪念版" panose="02010609000101010101" pitchFamily="49" charset="-122"/>
              </a:rPr>
              <a:t>参</a:t>
            </a:r>
            <a:endParaRPr lang="zh-CN" altLang="en-US" sz="16600" dirty="0">
              <a:solidFill>
                <a:schemeClr val="accent1"/>
              </a:solidFill>
              <a:latin typeface="中山行书百年纪念版" panose="02010609000101010101" pitchFamily="49" charset="-122"/>
              <a:ea typeface="中山行书百年纪念版" panose="02010609000101010101" pitchFamily="49" charset="-122"/>
            </a:endParaRPr>
          </a:p>
        </p:txBody>
      </p:sp>
      <p:sp>
        <p:nvSpPr>
          <p:cNvPr id="32" name="文本框 31"/>
          <p:cNvSpPr txBox="1"/>
          <p:nvPr/>
        </p:nvSpPr>
        <p:spPr>
          <a:xfrm>
            <a:off x="3388783" y="668705"/>
            <a:ext cx="4628509" cy="579120"/>
          </a:xfrm>
          <a:prstGeom prst="rect">
            <a:avLst/>
          </a:prstGeom>
          <a:noFill/>
        </p:spPr>
        <p:txBody>
          <a:bodyPr wrap="square" rtlCol="0">
            <a:spAutoFit/>
          </a:bodyPr>
          <a:lstStyle/>
          <a:p>
            <a:pPr algn="dist"/>
            <a:r>
              <a:rPr lang="zh-CN" altLang="en-US" sz="3200" b="1" dirty="0">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rPr>
              <a:t>三、本学期教学计划</a:t>
            </a:r>
            <a:endParaRPr lang="zh-CN" altLang="en-US" sz="3200" b="1" dirty="0">
              <a:solidFill>
                <a:schemeClr val="accent1"/>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endParaRPr>
          </a:p>
        </p:txBody>
      </p:sp>
      <p:cxnSp>
        <p:nvCxnSpPr>
          <p:cNvPr id="4" name="直接连接符 3"/>
          <p:cNvCxnSpPr/>
          <p:nvPr/>
        </p:nvCxnSpPr>
        <p:spPr>
          <a:xfrm>
            <a:off x="3251183" y="1372912"/>
            <a:ext cx="548095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rotWithShape="1">
          <a:blip r:embed="rId6" cstate="screen"/>
          <a:srcRect/>
          <a:stretch>
            <a:fillRect/>
          </a:stretch>
        </p:blipFill>
        <p:spPr>
          <a:xfrm>
            <a:off x="0" y="3265715"/>
            <a:ext cx="2757714" cy="3592286"/>
          </a:xfrm>
          <a:prstGeom prst="rect">
            <a:avLst/>
          </a:prstGeom>
        </p:spPr>
      </p:pic>
      <p:sp>
        <p:nvSpPr>
          <p:cNvPr id="3" name="文本框 2"/>
          <p:cNvSpPr txBox="1"/>
          <p:nvPr/>
        </p:nvSpPr>
        <p:spPr>
          <a:xfrm>
            <a:off x="3865880" y="1462405"/>
            <a:ext cx="3952240" cy="368300"/>
          </a:xfrm>
          <a:prstGeom prst="rect">
            <a:avLst/>
          </a:prstGeom>
          <a:noFill/>
        </p:spPr>
        <p:txBody>
          <a:bodyPr wrap="square" rtlCol="0">
            <a:spAutoFit/>
          </a:bodyPr>
          <a:lstStyle/>
          <a:p>
            <a:r>
              <a:rPr lang="zh-CN" altLang="en-US"/>
              <a:t>参见《课程教学实施大纲》</a:t>
            </a: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1000"/>
                                        <p:tgtEl>
                                          <p:spTgt spid="59"/>
                                        </p:tgtEl>
                                      </p:cBhvr>
                                    </p:animEffect>
                                    <p:anim calcmode="lin" valueType="num">
                                      <p:cBhvr>
                                        <p:cTn id="13" dur="1000" fill="hold"/>
                                        <p:tgtEl>
                                          <p:spTgt spid="59"/>
                                        </p:tgtEl>
                                        <p:attrNameLst>
                                          <p:attrName>ppt_x</p:attrName>
                                        </p:attrNameLst>
                                      </p:cBhvr>
                                      <p:tavLst>
                                        <p:tav tm="0">
                                          <p:val>
                                            <p:strVal val="#ppt_x"/>
                                          </p:val>
                                        </p:tav>
                                        <p:tav tm="100000">
                                          <p:val>
                                            <p:strVal val="#ppt_x"/>
                                          </p:val>
                                        </p:tav>
                                      </p:tavLst>
                                    </p:anim>
                                    <p:anim calcmode="lin" valueType="num">
                                      <p:cBhvr>
                                        <p:cTn id="14" dur="1000" fill="hold"/>
                                        <p:tgtEl>
                                          <p:spTgt spid="59"/>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750" fill="hold"/>
                                        <p:tgtEl>
                                          <p:spTgt spid="62"/>
                                        </p:tgtEl>
                                        <p:attrNameLst>
                                          <p:attrName>ppt_x</p:attrName>
                                        </p:attrNameLst>
                                      </p:cBhvr>
                                      <p:tavLst>
                                        <p:tav tm="0">
                                          <p:val>
                                            <p:strVal val="1+#ppt_w/2"/>
                                          </p:val>
                                        </p:tav>
                                        <p:tav tm="100000">
                                          <p:val>
                                            <p:strVal val="#ppt_x"/>
                                          </p:val>
                                        </p:tav>
                                      </p:tavLst>
                                    </p:anim>
                                    <p:anim calcmode="lin" valueType="num">
                                      <p:cBhvr additive="base">
                                        <p:cTn id="18" dur="750" fill="hold"/>
                                        <p:tgtEl>
                                          <p:spTgt spid="62"/>
                                        </p:tgtEl>
                                        <p:attrNameLst>
                                          <p:attrName>ppt_y</p:attrName>
                                        </p:attrNameLst>
                                      </p:cBhvr>
                                      <p:tavLst>
                                        <p:tav tm="0">
                                          <p:val>
                                            <p:strVal val="#ppt_y"/>
                                          </p:val>
                                        </p:tav>
                                        <p:tav tm="100000">
                                          <p:val>
                                            <p:strVal val="#ppt_y"/>
                                          </p:val>
                                        </p:tav>
                                      </p:tavLst>
                                    </p:anim>
                                  </p:childTnLst>
                                </p:cTn>
                              </p:par>
                              <p:par>
                                <p:cTn id="19" presetID="10" presetClass="entr" presetSubtype="0" fill="hold" nodeType="withEffect">
                                  <p:stCondLst>
                                    <p:cond delay="75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750"/>
                                        <p:tgtEl>
                                          <p:spTgt spid="64"/>
                                        </p:tgtEl>
                                      </p:cBhvr>
                                    </p:animEffect>
                                  </p:childTnLst>
                                </p:cTn>
                              </p:par>
                              <p:par>
                                <p:cTn id="22" presetID="49" presetClass="entr" presetSubtype="0" decel="100000" fill="hold" nodeType="withEffect">
                                  <p:stCondLst>
                                    <p:cond delay="1500"/>
                                  </p:stCondLst>
                                  <p:childTnLst>
                                    <p:set>
                                      <p:cBhvr>
                                        <p:cTn id="23" dur="1" fill="hold">
                                          <p:stCondLst>
                                            <p:cond delay="0"/>
                                          </p:stCondLst>
                                        </p:cTn>
                                        <p:tgtEl>
                                          <p:spTgt spid="5"/>
                                        </p:tgtEl>
                                        <p:attrNameLst>
                                          <p:attrName>style.visibility</p:attrName>
                                        </p:attrNameLst>
                                      </p:cBhvr>
                                      <p:to>
                                        <p:strVal val="visible"/>
                                      </p:to>
                                    </p:set>
                                    <p:anim calcmode="lin" valueType="num">
                                      <p:cBhvr>
                                        <p:cTn id="24" dur="1000" fill="hold"/>
                                        <p:tgtEl>
                                          <p:spTgt spid="5"/>
                                        </p:tgtEl>
                                        <p:attrNameLst>
                                          <p:attrName>ppt_w</p:attrName>
                                        </p:attrNameLst>
                                      </p:cBhvr>
                                      <p:tavLst>
                                        <p:tav tm="0">
                                          <p:val>
                                            <p:fltVal val="0"/>
                                          </p:val>
                                        </p:tav>
                                        <p:tav tm="100000">
                                          <p:val>
                                            <p:strVal val="#ppt_w"/>
                                          </p:val>
                                        </p:tav>
                                      </p:tavLst>
                                    </p:anim>
                                    <p:anim calcmode="lin" valueType="num">
                                      <p:cBhvr>
                                        <p:cTn id="25" dur="1000" fill="hold"/>
                                        <p:tgtEl>
                                          <p:spTgt spid="5"/>
                                        </p:tgtEl>
                                        <p:attrNameLst>
                                          <p:attrName>ppt_h</p:attrName>
                                        </p:attrNameLst>
                                      </p:cBhvr>
                                      <p:tavLst>
                                        <p:tav tm="0">
                                          <p:val>
                                            <p:fltVal val="0"/>
                                          </p:val>
                                        </p:tav>
                                        <p:tav tm="100000">
                                          <p:val>
                                            <p:strVal val="#ppt_h"/>
                                          </p:val>
                                        </p:tav>
                                      </p:tavLst>
                                    </p:anim>
                                    <p:anim calcmode="lin" valueType="num">
                                      <p:cBhvr>
                                        <p:cTn id="26" dur="1000" fill="hold"/>
                                        <p:tgtEl>
                                          <p:spTgt spid="5"/>
                                        </p:tgtEl>
                                        <p:attrNameLst>
                                          <p:attrName>style.rotation</p:attrName>
                                        </p:attrNameLst>
                                      </p:cBhvr>
                                      <p:tavLst>
                                        <p:tav tm="0">
                                          <p:val>
                                            <p:fltVal val="360"/>
                                          </p:val>
                                        </p:tav>
                                        <p:tav tm="100000">
                                          <p:val>
                                            <p:fltVal val="0"/>
                                          </p:val>
                                        </p:tav>
                                      </p:tavLst>
                                    </p:anim>
                                    <p:animEffect transition="in" filter="fade">
                                      <p:cBhvr>
                                        <p:cTn id="27" dur="1000"/>
                                        <p:tgtEl>
                                          <p:spTgt spid="5"/>
                                        </p:tgtEl>
                                      </p:cBhvr>
                                    </p:animEffect>
                                  </p:childTnLst>
                                </p:cTn>
                              </p:par>
                              <p:par>
                                <p:cTn id="28" presetID="50" presetClass="entr" presetSubtype="0" decel="100000" fill="hold" nodeType="withEffect">
                                  <p:stCondLst>
                                    <p:cond delay="1750"/>
                                  </p:stCondLst>
                                  <p:childTnLst>
                                    <p:set>
                                      <p:cBhvr>
                                        <p:cTn id="29" dur="1" fill="hold">
                                          <p:stCondLst>
                                            <p:cond delay="0"/>
                                          </p:stCondLst>
                                        </p:cTn>
                                        <p:tgtEl>
                                          <p:spTgt spid="27">
                                            <p:txEl>
                                              <p:pRg st="0" end="0"/>
                                            </p:txEl>
                                          </p:spTgt>
                                        </p:tgtEl>
                                        <p:attrNameLst>
                                          <p:attrName>style.visibility</p:attrName>
                                        </p:attrNameLst>
                                      </p:cBhvr>
                                      <p:to>
                                        <p:strVal val="visible"/>
                                      </p:to>
                                    </p:set>
                                    <p:anim calcmode="lin" valueType="num">
                                      <p:cBhvr>
                                        <p:cTn id="30" dur="750" fill="hold"/>
                                        <p:tgtEl>
                                          <p:spTgt spid="27">
                                            <p:txEl>
                                              <p:pRg st="0" end="0"/>
                                            </p:txEl>
                                          </p:spTgt>
                                        </p:tgtEl>
                                        <p:attrNameLst>
                                          <p:attrName>ppt_w</p:attrName>
                                        </p:attrNameLst>
                                      </p:cBhvr>
                                      <p:tavLst>
                                        <p:tav tm="0">
                                          <p:val>
                                            <p:strVal val="#ppt_w+.3"/>
                                          </p:val>
                                        </p:tav>
                                        <p:tav tm="100000">
                                          <p:val>
                                            <p:strVal val="#ppt_w"/>
                                          </p:val>
                                        </p:tav>
                                      </p:tavLst>
                                    </p:anim>
                                    <p:anim calcmode="lin" valueType="num">
                                      <p:cBhvr>
                                        <p:cTn id="31" dur="750" fill="hold"/>
                                        <p:tgtEl>
                                          <p:spTgt spid="27">
                                            <p:txEl>
                                              <p:pRg st="0" end="0"/>
                                            </p:txEl>
                                          </p:spTgt>
                                        </p:tgtEl>
                                        <p:attrNameLst>
                                          <p:attrName>ppt_h</p:attrName>
                                        </p:attrNameLst>
                                      </p:cBhvr>
                                      <p:tavLst>
                                        <p:tav tm="0">
                                          <p:val>
                                            <p:strVal val="#ppt_h"/>
                                          </p:val>
                                        </p:tav>
                                        <p:tav tm="100000">
                                          <p:val>
                                            <p:strVal val="#ppt_h"/>
                                          </p:val>
                                        </p:tav>
                                      </p:tavLst>
                                    </p:anim>
                                    <p:animEffect transition="in" filter="fade">
                                      <p:cBhvr>
                                        <p:cTn id="32" dur="750"/>
                                        <p:tgtEl>
                                          <p:spTgt spid="27">
                                            <p:txEl>
                                              <p:pRg st="0" end="0"/>
                                            </p:txEl>
                                          </p:spTgt>
                                        </p:tgtEl>
                                      </p:cBhvr>
                                    </p:animEffect>
                                  </p:childTnLst>
                                </p:cTn>
                              </p:par>
                              <p:par>
                                <p:cTn id="33" presetID="50" presetClass="entr" presetSubtype="0" decel="100000" fill="hold" grpId="0" nodeType="withEffect">
                                  <p:stCondLst>
                                    <p:cond delay="2250"/>
                                  </p:stCondLst>
                                  <p:iterate type="lt">
                                    <p:tmPct val="10000"/>
                                  </p:iterate>
                                  <p:childTnLst>
                                    <p:set>
                                      <p:cBhvr>
                                        <p:cTn id="34" dur="1" fill="hold">
                                          <p:stCondLst>
                                            <p:cond delay="0"/>
                                          </p:stCondLst>
                                        </p:cTn>
                                        <p:tgtEl>
                                          <p:spTgt spid="32">
                                            <p:txEl>
                                              <p:pRg st="0" end="0"/>
                                            </p:txEl>
                                          </p:spTgt>
                                        </p:tgtEl>
                                        <p:attrNameLst>
                                          <p:attrName>style.visibility</p:attrName>
                                        </p:attrNameLst>
                                      </p:cBhvr>
                                      <p:to>
                                        <p:strVal val="visible"/>
                                      </p:to>
                                    </p:set>
                                    <p:anim calcmode="lin" valueType="num">
                                      <p:cBhvr>
                                        <p:cTn id="35" dur="750" fill="hold"/>
                                        <p:tgtEl>
                                          <p:spTgt spid="32">
                                            <p:txEl>
                                              <p:pRg st="0" end="0"/>
                                            </p:txEl>
                                          </p:spTgt>
                                        </p:tgtEl>
                                        <p:attrNameLst>
                                          <p:attrName>ppt_w</p:attrName>
                                        </p:attrNameLst>
                                      </p:cBhvr>
                                      <p:tavLst>
                                        <p:tav tm="0">
                                          <p:val>
                                            <p:strVal val="#ppt_w+.3"/>
                                          </p:val>
                                        </p:tav>
                                        <p:tav tm="100000">
                                          <p:val>
                                            <p:strVal val="#ppt_w"/>
                                          </p:val>
                                        </p:tav>
                                      </p:tavLst>
                                    </p:anim>
                                    <p:anim calcmode="lin" valueType="num">
                                      <p:cBhvr>
                                        <p:cTn id="36" dur="750" fill="hold"/>
                                        <p:tgtEl>
                                          <p:spTgt spid="32">
                                            <p:txEl>
                                              <p:pRg st="0" end="0"/>
                                            </p:txEl>
                                          </p:spTgt>
                                        </p:tgtEl>
                                        <p:attrNameLst>
                                          <p:attrName>ppt_h</p:attrName>
                                        </p:attrNameLst>
                                      </p:cBhvr>
                                      <p:tavLst>
                                        <p:tav tm="0">
                                          <p:val>
                                            <p:strVal val="#ppt_h"/>
                                          </p:val>
                                        </p:tav>
                                        <p:tav tm="100000">
                                          <p:val>
                                            <p:strVal val="#ppt_h"/>
                                          </p:val>
                                        </p:tav>
                                      </p:tavLst>
                                    </p:anim>
                                    <p:animEffect transition="in" filter="fade">
                                      <p:cBhvr>
                                        <p:cTn id="37" dur="750"/>
                                        <p:tgtEl>
                                          <p:spTgt spid="32">
                                            <p:txEl>
                                              <p:pRg st="0" end="0"/>
                                            </p:txEl>
                                          </p:spTgt>
                                        </p:tgtEl>
                                      </p:cBhvr>
                                    </p:animEffect>
                                  </p:childTnLst>
                                </p:cTn>
                              </p:par>
                              <p:par>
                                <p:cTn id="38" presetID="16" presetClass="entr" presetSubtype="37" fill="hold" nodeType="withEffect">
                                  <p:stCondLst>
                                    <p:cond delay="3250"/>
                                  </p:stCondLst>
                                  <p:childTnLst>
                                    <p:set>
                                      <p:cBhvr>
                                        <p:cTn id="39" dur="1" fill="hold">
                                          <p:stCondLst>
                                            <p:cond delay="0"/>
                                          </p:stCondLst>
                                        </p:cTn>
                                        <p:tgtEl>
                                          <p:spTgt spid="4"/>
                                        </p:tgtEl>
                                        <p:attrNameLst>
                                          <p:attrName>style.visibility</p:attrName>
                                        </p:attrNameLst>
                                      </p:cBhvr>
                                      <p:to>
                                        <p:strVal val="visible"/>
                                      </p:to>
                                    </p:set>
                                    <p:animEffect transition="in" filter="barn(outVertical)">
                                      <p:cBhvr>
                                        <p:cTn id="40" dur="500"/>
                                        <p:tgtEl>
                                          <p:spTgt spid="4"/>
                                        </p:tgtEl>
                                      </p:cBhvr>
                                    </p:animEffect>
                                  </p:childTnLst>
                                </p:cTn>
                              </p:par>
                              <p:par>
                                <p:cTn id="41" presetID="2" presetClass="entr" presetSubtype="8" fill="hold" nodeType="withEffect">
                                  <p:stCondLst>
                                    <p:cond delay="75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750" fill="hold"/>
                                        <p:tgtEl>
                                          <p:spTgt spid="12"/>
                                        </p:tgtEl>
                                        <p:attrNameLst>
                                          <p:attrName>ppt_x</p:attrName>
                                        </p:attrNameLst>
                                      </p:cBhvr>
                                      <p:tavLst>
                                        <p:tav tm="0">
                                          <p:val>
                                            <p:strVal val="0-#ppt_w/2"/>
                                          </p:val>
                                        </p:tav>
                                        <p:tav tm="100000">
                                          <p:val>
                                            <p:strVal val="#ppt_x"/>
                                          </p:val>
                                        </p:tav>
                                      </p:tavLst>
                                    </p:anim>
                                    <p:anim calcmode="lin" valueType="num">
                                      <p:cBhvr additive="base">
                                        <p:cTn id="44" dur="75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allAtOnce"/>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1" cstate="screen"/>
          <a:srcRect/>
          <a:stretch>
            <a:fillRect/>
          </a:stretch>
        </p:blipFill>
        <p:spPr>
          <a:xfrm>
            <a:off x="104140" y="404463"/>
            <a:ext cx="3251200" cy="3113826"/>
          </a:xfrm>
          <a:prstGeom prst="rect">
            <a:avLst/>
          </a:prstGeom>
        </p:spPr>
      </p:pic>
      <p:pic>
        <p:nvPicPr>
          <p:cNvPr id="58" name="图片 57"/>
          <p:cNvPicPr>
            <a:picLocks noChangeAspect="1"/>
          </p:cNvPicPr>
          <p:nvPr/>
        </p:nvPicPr>
        <p:blipFill rotWithShape="1">
          <a:blip r:embed="rId2" cstate="screen"/>
          <a:srcRect/>
          <a:stretch>
            <a:fillRect/>
          </a:stretch>
        </p:blipFill>
        <p:spPr>
          <a:xfrm>
            <a:off x="0" y="0"/>
            <a:ext cx="12192000" cy="647700"/>
          </a:xfrm>
          <a:prstGeom prst="rect">
            <a:avLst/>
          </a:prstGeom>
        </p:spPr>
      </p:pic>
      <p:pic>
        <p:nvPicPr>
          <p:cNvPr id="59" name="图片 58"/>
          <p:cNvPicPr>
            <a:picLocks noChangeAspect="1"/>
          </p:cNvPicPr>
          <p:nvPr/>
        </p:nvPicPr>
        <p:blipFill rotWithShape="1">
          <a:blip r:embed="rId2" cstate="screen"/>
          <a:srcRect/>
          <a:stretch>
            <a:fillRect/>
          </a:stretch>
        </p:blipFill>
        <p:spPr>
          <a:xfrm flipV="1">
            <a:off x="0" y="6210300"/>
            <a:ext cx="12192000" cy="647700"/>
          </a:xfrm>
          <a:prstGeom prst="rect">
            <a:avLst/>
          </a:prstGeom>
        </p:spPr>
      </p:pic>
      <p:pic>
        <p:nvPicPr>
          <p:cNvPr id="62" name="图片 61"/>
          <p:cNvPicPr>
            <a:picLocks noChangeAspect="1"/>
          </p:cNvPicPr>
          <p:nvPr/>
        </p:nvPicPr>
        <p:blipFill rotWithShape="1">
          <a:blip r:embed="rId3" cstate="screen"/>
          <a:srcRect/>
          <a:stretch>
            <a:fillRect/>
          </a:stretch>
        </p:blipFill>
        <p:spPr>
          <a:xfrm>
            <a:off x="9093460" y="0"/>
            <a:ext cx="3098540" cy="1915885"/>
          </a:xfrm>
          <a:prstGeom prst="rect">
            <a:avLst/>
          </a:prstGeom>
        </p:spPr>
      </p:pic>
      <p:pic>
        <p:nvPicPr>
          <p:cNvPr id="64" name="图片 63"/>
          <p:cNvPicPr>
            <a:picLocks noChangeAspect="1"/>
          </p:cNvPicPr>
          <p:nvPr/>
        </p:nvPicPr>
        <p:blipFill rotWithShape="1">
          <a:blip r:embed="rId4" cstate="screen"/>
          <a:srcRect/>
          <a:stretch>
            <a:fillRect/>
          </a:stretch>
        </p:blipFill>
        <p:spPr>
          <a:xfrm>
            <a:off x="9938787" y="5241850"/>
            <a:ext cx="1407886" cy="1204686"/>
          </a:xfrm>
          <a:prstGeom prst="rect">
            <a:avLst/>
          </a:prstGeom>
        </p:spPr>
      </p:pic>
      <p:sp>
        <p:nvSpPr>
          <p:cNvPr id="27" name="文本框 26"/>
          <p:cNvSpPr txBox="1"/>
          <p:nvPr/>
        </p:nvSpPr>
        <p:spPr>
          <a:xfrm>
            <a:off x="165100" y="539862"/>
            <a:ext cx="3048000" cy="2646045"/>
          </a:xfrm>
          <a:prstGeom prst="rect">
            <a:avLst/>
          </a:prstGeom>
          <a:noFill/>
        </p:spPr>
        <p:txBody>
          <a:bodyPr wrap="square" rtlCol="0">
            <a:spAutoFit/>
          </a:bodyPr>
          <a:lstStyle/>
          <a:p>
            <a:pPr algn="ctr"/>
            <a:r>
              <a:rPr lang="zh-CN" altLang="en-US" sz="16600" dirty="0">
                <a:solidFill>
                  <a:srgbClr val="C00000"/>
                </a:solidFill>
                <a:latin typeface="中山行书百年纪念版" panose="02010609000101010101" pitchFamily="49" charset="-122"/>
                <a:ea typeface="中山行书百年纪念版" panose="02010609000101010101" pitchFamily="49" charset="-122"/>
              </a:rPr>
              <a:t>肆</a:t>
            </a:r>
            <a:endParaRPr lang="zh-CN" altLang="en-US" sz="16600" dirty="0">
              <a:solidFill>
                <a:srgbClr val="C00000"/>
              </a:solidFill>
              <a:latin typeface="中山行书百年纪念版" panose="02010609000101010101" pitchFamily="49" charset="-122"/>
              <a:ea typeface="中山行书百年纪念版" panose="02010609000101010101" pitchFamily="49" charset="-122"/>
            </a:endParaRPr>
          </a:p>
        </p:txBody>
      </p:sp>
      <p:sp>
        <p:nvSpPr>
          <p:cNvPr id="32" name="文本框 31"/>
          <p:cNvSpPr txBox="1"/>
          <p:nvPr/>
        </p:nvSpPr>
        <p:spPr>
          <a:xfrm>
            <a:off x="3355431" y="1066063"/>
            <a:ext cx="5109028" cy="583565"/>
          </a:xfrm>
          <a:prstGeom prst="rect">
            <a:avLst/>
          </a:prstGeom>
          <a:noFill/>
        </p:spPr>
        <p:txBody>
          <a:bodyPr wrap="square" rtlCol="0">
            <a:spAutoFit/>
          </a:bodyPr>
          <a:lstStyle/>
          <a:p>
            <a:pPr algn="dist"/>
            <a:r>
              <a:rPr lang="zh-CN" altLang="en-US" sz="3200" b="1" dirty="0">
                <a:solidFill>
                  <a:srgbClr val="C00000"/>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rPr>
              <a:t>四、</a:t>
            </a:r>
            <a:r>
              <a:rPr lang="zh-CN" altLang="en-US" sz="3200" b="1" dirty="0">
                <a:latin typeface="黑体" panose="02010609060101010101" charset="-122"/>
                <a:ea typeface="黑体" panose="02010609060101010101" charset="-122"/>
                <a:cs typeface="黑体" panose="02010609060101010101" charset="-122"/>
                <a:sym typeface="+mn-ea"/>
              </a:rPr>
              <a:t>怎样学好这门课程</a:t>
            </a:r>
            <a:endParaRPr lang="zh-CN" altLang="en-US" sz="3200" b="1" dirty="0">
              <a:solidFill>
                <a:srgbClr val="C00000"/>
              </a:solidFill>
              <a:latin typeface="方正兰亭超细黑简体" panose="02000000000000000000" pitchFamily="2" charset="-122"/>
              <a:ea typeface="方正兰亭超细黑简体" panose="02000000000000000000" pitchFamily="2" charset="-122"/>
              <a:cs typeface="方正兰亭细黑_GBK_M" panose="02010600010101010101" pitchFamily="2" charset="2"/>
            </a:endParaRPr>
          </a:p>
        </p:txBody>
      </p:sp>
      <p:cxnSp>
        <p:nvCxnSpPr>
          <p:cNvPr id="4" name="直接连接符 3"/>
          <p:cNvCxnSpPr/>
          <p:nvPr/>
        </p:nvCxnSpPr>
        <p:spPr>
          <a:xfrm>
            <a:off x="3612697" y="1749912"/>
            <a:ext cx="5480956"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33794" name="Text Box 5"/>
          <p:cNvSpPr txBox="1"/>
          <p:nvPr/>
        </p:nvSpPr>
        <p:spPr>
          <a:xfrm>
            <a:off x="3355340" y="2229168"/>
            <a:ext cx="7740650" cy="3784600"/>
          </a:xfrm>
          <a:prstGeom prst="rect">
            <a:avLst/>
          </a:prstGeom>
          <a:noFill/>
          <a:ln w="9525">
            <a:noFill/>
          </a:ln>
        </p:spPr>
        <p:txBody>
          <a:bodyPr anchor="t">
            <a:spAutoFit/>
          </a:bodyPr>
          <a:lstStyle/>
          <a:p>
            <a:pPr marL="342900" lvl="0" indent="-342900" algn="l">
              <a:spcBef>
                <a:spcPct val="50000"/>
              </a:spcBef>
              <a:buFont typeface="Wingdings" panose="05000000000000000000" pitchFamily="2" charset="2"/>
              <a:buChar char="ü"/>
            </a:pPr>
            <a:r>
              <a:rPr lang="zh-CN" altLang="en-US" sz="2400" b="1" dirty="0">
                <a:solidFill>
                  <a:srgbClr val="002060"/>
                </a:solidFill>
                <a:latin typeface="Arial" panose="020B0604020202020204" pitchFamily="34" charset="0"/>
                <a:ea typeface="楷体_GB2312" panose="02010609030101010101" pitchFamily="49" charset="-122"/>
              </a:rPr>
              <a:t>耳到：认真听老师的讲解和分析。</a:t>
            </a:r>
            <a:endParaRPr lang="zh-CN" altLang="en-US" sz="2400" b="1" dirty="0">
              <a:solidFill>
                <a:srgbClr val="002060"/>
              </a:solidFill>
              <a:latin typeface="Arial" panose="020B0604020202020204" pitchFamily="34" charset="0"/>
              <a:ea typeface="楷体_GB2312" panose="02010609030101010101" pitchFamily="49" charset="-122"/>
            </a:endParaRPr>
          </a:p>
          <a:p>
            <a:pPr marL="342900" lvl="0" indent="-342900" algn="l">
              <a:spcBef>
                <a:spcPct val="50000"/>
              </a:spcBef>
              <a:buFont typeface="Wingdings" panose="05000000000000000000" pitchFamily="2" charset="2"/>
              <a:buChar char="ü"/>
            </a:pPr>
            <a:r>
              <a:rPr lang="zh-CN" altLang="en-US" sz="2400" b="1" dirty="0">
                <a:solidFill>
                  <a:srgbClr val="002060"/>
                </a:solidFill>
                <a:latin typeface="Arial" panose="020B0604020202020204" pitchFamily="34" charset="0"/>
                <a:ea typeface="楷体_GB2312" panose="02010609030101010101" pitchFamily="49" charset="-122"/>
              </a:rPr>
              <a:t>眼到：一看老师的演示文稿；二看教材；三看原著、</a:t>
            </a:r>
            <a:endParaRPr lang="zh-CN" altLang="en-US" sz="2400" b="1" dirty="0">
              <a:solidFill>
                <a:srgbClr val="002060"/>
              </a:solidFill>
              <a:latin typeface="Arial" panose="020B0604020202020204" pitchFamily="34" charset="0"/>
              <a:ea typeface="楷体_GB2312" panose="02010609030101010101" pitchFamily="49" charset="-122"/>
            </a:endParaRPr>
          </a:p>
          <a:p>
            <a:pPr marL="342900" lvl="0" indent="-342900" algn="l">
              <a:spcBef>
                <a:spcPct val="50000"/>
              </a:spcBef>
              <a:buFont typeface="Wingdings" panose="05000000000000000000" pitchFamily="2" charset="2"/>
              <a:buNone/>
            </a:pPr>
            <a:r>
              <a:rPr lang="zh-CN" altLang="en-US" sz="2400" b="1" dirty="0">
                <a:solidFill>
                  <a:srgbClr val="002060"/>
                </a:solidFill>
                <a:latin typeface="Arial" panose="020B0604020202020204" pitchFamily="34" charset="0"/>
                <a:ea typeface="楷体_GB2312" panose="02010609030101010101" pitchFamily="49" charset="-122"/>
              </a:rPr>
              <a:t>               传记和回忆录。</a:t>
            </a:r>
            <a:endParaRPr lang="zh-CN" altLang="en-US" sz="2400" b="1" dirty="0">
              <a:solidFill>
                <a:srgbClr val="002060"/>
              </a:solidFill>
              <a:latin typeface="Arial" panose="020B0604020202020204" pitchFamily="34" charset="0"/>
              <a:ea typeface="楷体_GB2312" panose="02010609030101010101" pitchFamily="49" charset="-122"/>
            </a:endParaRPr>
          </a:p>
          <a:p>
            <a:pPr marL="342900" lvl="0" indent="-342900" algn="l">
              <a:spcBef>
                <a:spcPct val="50000"/>
              </a:spcBef>
              <a:buFont typeface="Wingdings" panose="05000000000000000000" pitchFamily="2" charset="2"/>
              <a:buChar char="ü"/>
            </a:pPr>
            <a:r>
              <a:rPr lang="zh-CN" altLang="en-US" sz="2400" b="1" dirty="0">
                <a:solidFill>
                  <a:srgbClr val="002060"/>
                </a:solidFill>
                <a:latin typeface="Arial" panose="020B0604020202020204" pitchFamily="34" charset="0"/>
                <a:ea typeface="楷体_GB2312" panose="02010609030101010101" pitchFamily="49" charset="-122"/>
              </a:rPr>
              <a:t>嘴到：认真参与课堂讨论并积极表达自己的观点。</a:t>
            </a:r>
            <a:endParaRPr lang="zh-CN" altLang="en-US" sz="2400" b="1" dirty="0">
              <a:solidFill>
                <a:srgbClr val="002060"/>
              </a:solidFill>
              <a:latin typeface="Arial" panose="020B0604020202020204" pitchFamily="34" charset="0"/>
              <a:ea typeface="楷体_GB2312" panose="02010609030101010101" pitchFamily="49" charset="-122"/>
            </a:endParaRPr>
          </a:p>
          <a:p>
            <a:pPr marL="342900" lvl="0" indent="-342900" algn="l">
              <a:spcBef>
                <a:spcPct val="50000"/>
              </a:spcBef>
              <a:buFont typeface="Wingdings" panose="05000000000000000000" pitchFamily="2" charset="2"/>
              <a:buChar char="ü"/>
            </a:pPr>
            <a:r>
              <a:rPr lang="zh-CN" altLang="en-US" sz="2400" b="1" dirty="0">
                <a:solidFill>
                  <a:srgbClr val="002060"/>
                </a:solidFill>
                <a:latin typeface="Arial" panose="020B0604020202020204" pitchFamily="34" charset="0"/>
                <a:ea typeface="楷体_GB2312" panose="02010609030101010101" pitchFamily="49" charset="-122"/>
              </a:rPr>
              <a:t>心到：联系实际并运用所学知识进行理性分析。</a:t>
            </a:r>
            <a:endParaRPr lang="zh-CN" altLang="en-US" sz="2400" b="1" dirty="0">
              <a:solidFill>
                <a:srgbClr val="002060"/>
              </a:solidFill>
              <a:latin typeface="Arial" panose="020B0604020202020204" pitchFamily="34" charset="0"/>
              <a:ea typeface="楷体_GB2312" panose="02010609030101010101" pitchFamily="49" charset="-122"/>
            </a:endParaRPr>
          </a:p>
          <a:p>
            <a:pPr marL="342900" lvl="0" indent="-342900" algn="l">
              <a:spcBef>
                <a:spcPct val="50000"/>
              </a:spcBef>
              <a:buFont typeface="Wingdings" panose="05000000000000000000" pitchFamily="2" charset="2"/>
              <a:buChar char="ü"/>
            </a:pPr>
            <a:r>
              <a:rPr lang="zh-CN" altLang="en-US" sz="2400" b="1" dirty="0">
                <a:solidFill>
                  <a:srgbClr val="002060"/>
                </a:solidFill>
                <a:latin typeface="Arial" panose="020B0604020202020204" pitchFamily="34" charset="0"/>
                <a:ea typeface="楷体_GB2312" panose="02010609030101010101" pitchFamily="49" charset="-122"/>
              </a:rPr>
              <a:t>手到：积极参与社会实践，磨练心智，铸就品性。</a:t>
            </a:r>
            <a:endParaRPr lang="zh-CN" altLang="en-US" sz="2400" b="1" dirty="0">
              <a:solidFill>
                <a:srgbClr val="002060"/>
              </a:solidFill>
              <a:latin typeface="Arial" panose="020B0604020202020204" pitchFamily="34" charset="0"/>
              <a:ea typeface="楷体_GB2312" panose="02010609030101010101" pitchFamily="49" charset="-122"/>
            </a:endParaRPr>
          </a:p>
          <a:p>
            <a:pPr marL="342900" lvl="0" indent="-342900" algn="l">
              <a:spcBef>
                <a:spcPct val="50000"/>
              </a:spcBef>
            </a:pPr>
            <a:endParaRPr lang="zh-CN" altLang="en-US" sz="2400" b="1" dirty="0">
              <a:solidFill>
                <a:srgbClr val="002060"/>
              </a:solidFill>
              <a:latin typeface="Arial" panose="020B0604020202020204" pitchFamily="34" charset="0"/>
              <a:ea typeface="楷体_GB2312" panose="0201060903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1000"/>
                                        <p:tgtEl>
                                          <p:spTgt spid="58"/>
                                        </p:tgtEl>
                                      </p:cBhvr>
                                    </p:animEffect>
                                    <p:anim calcmode="lin" valueType="num">
                                      <p:cBhvr>
                                        <p:cTn id="8" dur="1000" fill="hold"/>
                                        <p:tgtEl>
                                          <p:spTgt spid="58"/>
                                        </p:tgtEl>
                                        <p:attrNameLst>
                                          <p:attrName>ppt_x</p:attrName>
                                        </p:attrNameLst>
                                      </p:cBhvr>
                                      <p:tavLst>
                                        <p:tav tm="0">
                                          <p:val>
                                            <p:strVal val="#ppt_x"/>
                                          </p:val>
                                        </p:tav>
                                        <p:tav tm="100000">
                                          <p:val>
                                            <p:strVal val="#ppt_x"/>
                                          </p:val>
                                        </p:tav>
                                      </p:tavLst>
                                    </p:anim>
                                    <p:anim calcmode="lin" valueType="num">
                                      <p:cBhvr>
                                        <p:cTn id="9" dur="1000" fill="hold"/>
                                        <p:tgtEl>
                                          <p:spTgt spid="5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fade">
                                      <p:cBhvr>
                                        <p:cTn id="12" dur="1000"/>
                                        <p:tgtEl>
                                          <p:spTgt spid="59"/>
                                        </p:tgtEl>
                                      </p:cBhvr>
                                    </p:animEffect>
                                    <p:anim calcmode="lin" valueType="num">
                                      <p:cBhvr>
                                        <p:cTn id="13" dur="1000" fill="hold"/>
                                        <p:tgtEl>
                                          <p:spTgt spid="59"/>
                                        </p:tgtEl>
                                        <p:attrNameLst>
                                          <p:attrName>ppt_x</p:attrName>
                                        </p:attrNameLst>
                                      </p:cBhvr>
                                      <p:tavLst>
                                        <p:tav tm="0">
                                          <p:val>
                                            <p:strVal val="#ppt_x"/>
                                          </p:val>
                                        </p:tav>
                                        <p:tav tm="100000">
                                          <p:val>
                                            <p:strVal val="#ppt_x"/>
                                          </p:val>
                                        </p:tav>
                                      </p:tavLst>
                                    </p:anim>
                                    <p:anim calcmode="lin" valueType="num">
                                      <p:cBhvr>
                                        <p:cTn id="14" dur="1000" fill="hold"/>
                                        <p:tgtEl>
                                          <p:spTgt spid="59"/>
                                        </p:tgtEl>
                                        <p:attrNameLst>
                                          <p:attrName>ppt_y</p:attrName>
                                        </p:attrNameLst>
                                      </p:cBhvr>
                                      <p:tavLst>
                                        <p:tav tm="0">
                                          <p:val>
                                            <p:strVal val="#ppt_y+.1"/>
                                          </p:val>
                                        </p:tav>
                                        <p:tav tm="100000">
                                          <p:val>
                                            <p:strVal val="#ppt_y"/>
                                          </p:val>
                                        </p:tav>
                                      </p:tavLst>
                                    </p:anim>
                                  </p:childTnLst>
                                </p:cTn>
                              </p:par>
                              <p:par>
                                <p:cTn id="15" presetID="2" presetClass="entr" presetSubtype="2" fill="hold" nodeType="withEffect">
                                  <p:stCondLst>
                                    <p:cond delay="750"/>
                                  </p:stCondLst>
                                  <p:childTnLst>
                                    <p:set>
                                      <p:cBhvr>
                                        <p:cTn id="16" dur="1" fill="hold">
                                          <p:stCondLst>
                                            <p:cond delay="0"/>
                                          </p:stCondLst>
                                        </p:cTn>
                                        <p:tgtEl>
                                          <p:spTgt spid="62"/>
                                        </p:tgtEl>
                                        <p:attrNameLst>
                                          <p:attrName>style.visibility</p:attrName>
                                        </p:attrNameLst>
                                      </p:cBhvr>
                                      <p:to>
                                        <p:strVal val="visible"/>
                                      </p:to>
                                    </p:set>
                                    <p:anim calcmode="lin" valueType="num">
                                      <p:cBhvr additive="base">
                                        <p:cTn id="17" dur="750" fill="hold"/>
                                        <p:tgtEl>
                                          <p:spTgt spid="62"/>
                                        </p:tgtEl>
                                        <p:attrNameLst>
                                          <p:attrName>ppt_x</p:attrName>
                                        </p:attrNameLst>
                                      </p:cBhvr>
                                      <p:tavLst>
                                        <p:tav tm="0">
                                          <p:val>
                                            <p:strVal val="1+#ppt_w/2"/>
                                          </p:val>
                                        </p:tav>
                                        <p:tav tm="100000">
                                          <p:val>
                                            <p:strVal val="#ppt_x"/>
                                          </p:val>
                                        </p:tav>
                                      </p:tavLst>
                                    </p:anim>
                                    <p:anim calcmode="lin" valueType="num">
                                      <p:cBhvr additive="base">
                                        <p:cTn id="18" dur="750" fill="hold"/>
                                        <p:tgtEl>
                                          <p:spTgt spid="62"/>
                                        </p:tgtEl>
                                        <p:attrNameLst>
                                          <p:attrName>ppt_y</p:attrName>
                                        </p:attrNameLst>
                                      </p:cBhvr>
                                      <p:tavLst>
                                        <p:tav tm="0">
                                          <p:val>
                                            <p:strVal val="#ppt_y"/>
                                          </p:val>
                                        </p:tav>
                                        <p:tav tm="100000">
                                          <p:val>
                                            <p:strVal val="#ppt_y"/>
                                          </p:val>
                                        </p:tav>
                                      </p:tavLst>
                                    </p:anim>
                                  </p:childTnLst>
                                </p:cTn>
                              </p:par>
                              <p:par>
                                <p:cTn id="19" presetID="10" presetClass="entr" presetSubtype="0" fill="hold" nodeType="withEffect">
                                  <p:stCondLst>
                                    <p:cond delay="75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750"/>
                                        <p:tgtEl>
                                          <p:spTgt spid="64"/>
                                        </p:tgtEl>
                                      </p:cBhvr>
                                    </p:animEffect>
                                  </p:childTnLst>
                                </p:cTn>
                              </p:par>
                              <p:par>
                                <p:cTn id="22" presetID="49" presetClass="entr" presetSubtype="0" decel="100000" fill="hold" nodeType="withEffect">
                                  <p:stCondLst>
                                    <p:cond delay="1500"/>
                                  </p:stCondLst>
                                  <p:childTnLst>
                                    <p:set>
                                      <p:cBhvr>
                                        <p:cTn id="23" dur="1" fill="hold">
                                          <p:stCondLst>
                                            <p:cond delay="0"/>
                                          </p:stCondLst>
                                        </p:cTn>
                                        <p:tgtEl>
                                          <p:spTgt spid="5"/>
                                        </p:tgtEl>
                                        <p:attrNameLst>
                                          <p:attrName>style.visibility</p:attrName>
                                        </p:attrNameLst>
                                      </p:cBhvr>
                                      <p:to>
                                        <p:strVal val="visible"/>
                                      </p:to>
                                    </p:set>
                                    <p:anim calcmode="lin" valueType="num">
                                      <p:cBhvr>
                                        <p:cTn id="24" dur="1000" fill="hold"/>
                                        <p:tgtEl>
                                          <p:spTgt spid="5"/>
                                        </p:tgtEl>
                                        <p:attrNameLst>
                                          <p:attrName>ppt_w</p:attrName>
                                        </p:attrNameLst>
                                      </p:cBhvr>
                                      <p:tavLst>
                                        <p:tav tm="0">
                                          <p:val>
                                            <p:fltVal val="0"/>
                                          </p:val>
                                        </p:tav>
                                        <p:tav tm="100000">
                                          <p:val>
                                            <p:strVal val="#ppt_w"/>
                                          </p:val>
                                        </p:tav>
                                      </p:tavLst>
                                    </p:anim>
                                    <p:anim calcmode="lin" valueType="num">
                                      <p:cBhvr>
                                        <p:cTn id="25" dur="1000" fill="hold"/>
                                        <p:tgtEl>
                                          <p:spTgt spid="5"/>
                                        </p:tgtEl>
                                        <p:attrNameLst>
                                          <p:attrName>ppt_h</p:attrName>
                                        </p:attrNameLst>
                                      </p:cBhvr>
                                      <p:tavLst>
                                        <p:tav tm="0">
                                          <p:val>
                                            <p:fltVal val="0"/>
                                          </p:val>
                                        </p:tav>
                                        <p:tav tm="100000">
                                          <p:val>
                                            <p:strVal val="#ppt_h"/>
                                          </p:val>
                                        </p:tav>
                                      </p:tavLst>
                                    </p:anim>
                                    <p:anim calcmode="lin" valueType="num">
                                      <p:cBhvr>
                                        <p:cTn id="26" dur="1000" fill="hold"/>
                                        <p:tgtEl>
                                          <p:spTgt spid="5"/>
                                        </p:tgtEl>
                                        <p:attrNameLst>
                                          <p:attrName>style.rotation</p:attrName>
                                        </p:attrNameLst>
                                      </p:cBhvr>
                                      <p:tavLst>
                                        <p:tav tm="0">
                                          <p:val>
                                            <p:fltVal val="360"/>
                                          </p:val>
                                        </p:tav>
                                        <p:tav tm="100000">
                                          <p:val>
                                            <p:fltVal val="0"/>
                                          </p:val>
                                        </p:tav>
                                      </p:tavLst>
                                    </p:anim>
                                    <p:animEffect transition="in" filter="fade">
                                      <p:cBhvr>
                                        <p:cTn id="27" dur="1000"/>
                                        <p:tgtEl>
                                          <p:spTgt spid="5"/>
                                        </p:tgtEl>
                                      </p:cBhvr>
                                    </p:animEffect>
                                  </p:childTnLst>
                                </p:cTn>
                              </p:par>
                              <p:par>
                                <p:cTn id="28" presetID="50" presetClass="entr" presetSubtype="0" decel="100000" fill="hold" nodeType="withEffect">
                                  <p:stCondLst>
                                    <p:cond delay="1750"/>
                                  </p:stCondLst>
                                  <p:childTnLst>
                                    <p:set>
                                      <p:cBhvr>
                                        <p:cTn id="29" dur="1" fill="hold">
                                          <p:stCondLst>
                                            <p:cond delay="0"/>
                                          </p:stCondLst>
                                        </p:cTn>
                                        <p:tgtEl>
                                          <p:spTgt spid="27">
                                            <p:txEl>
                                              <p:pRg st="0" end="0"/>
                                            </p:txEl>
                                          </p:spTgt>
                                        </p:tgtEl>
                                        <p:attrNameLst>
                                          <p:attrName>style.visibility</p:attrName>
                                        </p:attrNameLst>
                                      </p:cBhvr>
                                      <p:to>
                                        <p:strVal val="visible"/>
                                      </p:to>
                                    </p:set>
                                    <p:anim calcmode="lin" valueType="num">
                                      <p:cBhvr>
                                        <p:cTn id="30" dur="750" fill="hold"/>
                                        <p:tgtEl>
                                          <p:spTgt spid="27">
                                            <p:txEl>
                                              <p:pRg st="0" end="0"/>
                                            </p:txEl>
                                          </p:spTgt>
                                        </p:tgtEl>
                                        <p:attrNameLst>
                                          <p:attrName>ppt_w</p:attrName>
                                        </p:attrNameLst>
                                      </p:cBhvr>
                                      <p:tavLst>
                                        <p:tav tm="0">
                                          <p:val>
                                            <p:strVal val="#ppt_w+.3"/>
                                          </p:val>
                                        </p:tav>
                                        <p:tav tm="100000">
                                          <p:val>
                                            <p:strVal val="#ppt_w"/>
                                          </p:val>
                                        </p:tav>
                                      </p:tavLst>
                                    </p:anim>
                                    <p:anim calcmode="lin" valueType="num">
                                      <p:cBhvr>
                                        <p:cTn id="31" dur="750" fill="hold"/>
                                        <p:tgtEl>
                                          <p:spTgt spid="27">
                                            <p:txEl>
                                              <p:pRg st="0" end="0"/>
                                            </p:txEl>
                                          </p:spTgt>
                                        </p:tgtEl>
                                        <p:attrNameLst>
                                          <p:attrName>ppt_h</p:attrName>
                                        </p:attrNameLst>
                                      </p:cBhvr>
                                      <p:tavLst>
                                        <p:tav tm="0">
                                          <p:val>
                                            <p:strVal val="#ppt_h"/>
                                          </p:val>
                                        </p:tav>
                                        <p:tav tm="100000">
                                          <p:val>
                                            <p:strVal val="#ppt_h"/>
                                          </p:val>
                                        </p:tav>
                                      </p:tavLst>
                                    </p:anim>
                                    <p:animEffect transition="in" filter="fade">
                                      <p:cBhvr>
                                        <p:cTn id="32" dur="750"/>
                                        <p:tgtEl>
                                          <p:spTgt spid="27">
                                            <p:txEl>
                                              <p:pRg st="0" end="0"/>
                                            </p:txEl>
                                          </p:spTgt>
                                        </p:tgtEl>
                                      </p:cBhvr>
                                    </p:animEffect>
                                  </p:childTnLst>
                                </p:cTn>
                              </p:par>
                              <p:par>
                                <p:cTn id="33" presetID="50" presetClass="entr" presetSubtype="0" decel="100000" fill="hold" grpId="0" nodeType="withEffect">
                                  <p:stCondLst>
                                    <p:cond delay="2250"/>
                                  </p:stCondLst>
                                  <p:iterate type="lt">
                                    <p:tmPct val="10000"/>
                                  </p:iterate>
                                  <p:childTnLst>
                                    <p:set>
                                      <p:cBhvr>
                                        <p:cTn id="34" dur="1" fill="hold">
                                          <p:stCondLst>
                                            <p:cond delay="0"/>
                                          </p:stCondLst>
                                        </p:cTn>
                                        <p:tgtEl>
                                          <p:spTgt spid="32">
                                            <p:txEl>
                                              <p:pRg st="0" end="0"/>
                                            </p:txEl>
                                          </p:spTgt>
                                        </p:tgtEl>
                                        <p:attrNameLst>
                                          <p:attrName>style.visibility</p:attrName>
                                        </p:attrNameLst>
                                      </p:cBhvr>
                                      <p:to>
                                        <p:strVal val="visible"/>
                                      </p:to>
                                    </p:set>
                                    <p:anim calcmode="lin" valueType="num">
                                      <p:cBhvr>
                                        <p:cTn id="35" dur="750" fill="hold"/>
                                        <p:tgtEl>
                                          <p:spTgt spid="32">
                                            <p:txEl>
                                              <p:pRg st="0" end="0"/>
                                            </p:txEl>
                                          </p:spTgt>
                                        </p:tgtEl>
                                        <p:attrNameLst>
                                          <p:attrName>ppt_w</p:attrName>
                                        </p:attrNameLst>
                                      </p:cBhvr>
                                      <p:tavLst>
                                        <p:tav tm="0">
                                          <p:val>
                                            <p:strVal val="#ppt_w+.3"/>
                                          </p:val>
                                        </p:tav>
                                        <p:tav tm="100000">
                                          <p:val>
                                            <p:strVal val="#ppt_w"/>
                                          </p:val>
                                        </p:tav>
                                      </p:tavLst>
                                    </p:anim>
                                    <p:anim calcmode="lin" valueType="num">
                                      <p:cBhvr>
                                        <p:cTn id="36" dur="750" fill="hold"/>
                                        <p:tgtEl>
                                          <p:spTgt spid="32">
                                            <p:txEl>
                                              <p:pRg st="0" end="0"/>
                                            </p:txEl>
                                          </p:spTgt>
                                        </p:tgtEl>
                                        <p:attrNameLst>
                                          <p:attrName>ppt_h</p:attrName>
                                        </p:attrNameLst>
                                      </p:cBhvr>
                                      <p:tavLst>
                                        <p:tav tm="0">
                                          <p:val>
                                            <p:strVal val="#ppt_h"/>
                                          </p:val>
                                        </p:tav>
                                        <p:tav tm="100000">
                                          <p:val>
                                            <p:strVal val="#ppt_h"/>
                                          </p:val>
                                        </p:tav>
                                      </p:tavLst>
                                    </p:anim>
                                    <p:animEffect transition="in" filter="fade">
                                      <p:cBhvr>
                                        <p:cTn id="37" dur="750"/>
                                        <p:tgtEl>
                                          <p:spTgt spid="32">
                                            <p:txEl>
                                              <p:pRg st="0" end="0"/>
                                            </p:txEl>
                                          </p:spTgt>
                                        </p:tgtEl>
                                      </p:cBhvr>
                                    </p:animEffect>
                                  </p:childTnLst>
                                </p:cTn>
                              </p:par>
                              <p:par>
                                <p:cTn id="38" presetID="16" presetClass="entr" presetSubtype="37" fill="hold" nodeType="withEffect">
                                  <p:stCondLst>
                                    <p:cond delay="3250"/>
                                  </p:stCondLst>
                                  <p:childTnLst>
                                    <p:set>
                                      <p:cBhvr>
                                        <p:cTn id="39" dur="1" fill="hold">
                                          <p:stCondLst>
                                            <p:cond delay="0"/>
                                          </p:stCondLst>
                                        </p:cTn>
                                        <p:tgtEl>
                                          <p:spTgt spid="4"/>
                                        </p:tgtEl>
                                        <p:attrNameLst>
                                          <p:attrName>style.visibility</p:attrName>
                                        </p:attrNameLst>
                                      </p:cBhvr>
                                      <p:to>
                                        <p:strVal val="visible"/>
                                      </p:to>
                                    </p:set>
                                    <p:animEffect transition="in" filter="barn(outVertical)">
                                      <p:cBhvr>
                                        <p:cTn id="4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占位符 51201"/>
          <p:cNvSpPr>
            <a:spLocks noGrp="1"/>
          </p:cNvSpPr>
          <p:nvPr>
            <p:ph idx="1"/>
          </p:nvPr>
        </p:nvSpPr>
        <p:spPr>
          <a:xfrm>
            <a:off x="1900555" y="1591310"/>
            <a:ext cx="9751060" cy="4577080"/>
          </a:xfrm>
        </p:spPr>
        <p:txBody>
          <a:bodyPr anchor="t"/>
          <a:lstStyle/>
          <a:p>
            <a:pPr marL="533400" indent="-533400">
              <a:buNone/>
            </a:pPr>
            <a:r>
              <a:rPr lang="zh-CN" altLang="en-US" b="1" dirty="0">
                <a:sym typeface="+mn-ea"/>
              </a:rPr>
              <a:t>期末考试</a:t>
            </a:r>
            <a:r>
              <a:rPr lang="en-US" altLang="zh-CN" b="1" dirty="0">
                <a:sym typeface="+mn-ea"/>
              </a:rPr>
              <a:t>100</a:t>
            </a:r>
            <a:r>
              <a:rPr lang="zh-CN" altLang="en-US" b="1" dirty="0">
                <a:sym typeface="+mn-ea"/>
              </a:rPr>
              <a:t>分</a:t>
            </a:r>
            <a:r>
              <a:rPr lang="zh-CN" altLang="en-US" b="1" dirty="0">
                <a:sym typeface="Wingdings" panose="05000000000000000000" pitchFamily="2" charset="2"/>
              </a:rPr>
              <a:t>：</a:t>
            </a:r>
            <a:r>
              <a:rPr lang="zh-CN" altLang="en-US" b="1" dirty="0">
                <a:sym typeface="+mn-ea"/>
              </a:rPr>
              <a:t>占总成绩</a:t>
            </a:r>
            <a:r>
              <a:rPr lang="en-US" altLang="zh-CN" b="1" dirty="0">
                <a:sym typeface="Wingdings" panose="05000000000000000000" pitchFamily="2" charset="2"/>
              </a:rPr>
              <a:t>50%</a:t>
            </a:r>
            <a:endParaRPr lang="en-US" altLang="zh-CN" b="1" dirty="0">
              <a:sym typeface="Wingdings" panose="05000000000000000000" pitchFamily="2" charset="2"/>
            </a:endParaRPr>
          </a:p>
          <a:p>
            <a:pPr marL="533400" indent="-533400">
              <a:buNone/>
            </a:pPr>
            <a:r>
              <a:rPr lang="zh-CN" altLang="en-US" b="1" dirty="0"/>
              <a:t>平时成绩</a:t>
            </a:r>
            <a:r>
              <a:rPr lang="en-US" altLang="zh-CN" b="1" dirty="0"/>
              <a:t>100</a:t>
            </a:r>
            <a:r>
              <a:rPr lang="zh-CN" altLang="en-US" b="1" dirty="0"/>
              <a:t>分，占总成绩</a:t>
            </a:r>
            <a:r>
              <a:rPr lang="en-US" altLang="zh-CN" b="1" dirty="0">
                <a:sym typeface="Wingdings" panose="05000000000000000000" pitchFamily="2" charset="2"/>
              </a:rPr>
              <a:t>50%</a:t>
            </a:r>
            <a:r>
              <a:rPr lang="zh-CN" altLang="en-US" b="1" dirty="0">
                <a:sym typeface="+mn-ea"/>
              </a:rPr>
              <a:t> ，平时成绩包括</a:t>
            </a:r>
            <a:r>
              <a:rPr lang="zh-CN" altLang="en-US" b="1" dirty="0"/>
              <a:t>：</a:t>
            </a:r>
            <a:endParaRPr lang="zh-CN" altLang="en-US" b="1" dirty="0"/>
          </a:p>
          <a:p>
            <a:pPr>
              <a:buFont typeface="Wingdings" panose="05000000000000000000" charset="0"/>
              <a:buChar char="Ø"/>
            </a:pPr>
            <a:r>
              <a:rPr lang="zh-CN" altLang="en-US" b="1" dirty="0">
                <a:solidFill>
                  <a:srgbClr val="FF0000"/>
                </a:solidFill>
              </a:rPr>
              <a:t> </a:t>
            </a:r>
            <a:r>
              <a:rPr lang="en-US" altLang="zh-CN" b="1" dirty="0">
                <a:solidFill>
                  <a:srgbClr val="FF0000"/>
                </a:solidFill>
              </a:rPr>
              <a:t>1.</a:t>
            </a:r>
            <a:r>
              <a:rPr lang="zh-CN" altLang="en-US" sz="2400" b="1" dirty="0">
                <a:solidFill>
                  <a:srgbClr val="FF0000"/>
                </a:solidFill>
                <a:latin typeface="方正华隶简体" panose="03000509000000000000" charset="-122"/>
                <a:ea typeface="方正华隶简体" panose="03000509000000000000" charset="-122"/>
                <a:cs typeface="方正华隶简体" panose="03000509000000000000" charset="-122"/>
              </a:rPr>
              <a:t>考勤</a:t>
            </a:r>
            <a:r>
              <a:rPr lang="en-US" altLang="zh-CN" sz="2400" b="1" dirty="0">
                <a:latin typeface="方正华隶简体" panose="03000509000000000000" charset="-122"/>
                <a:ea typeface="方正华隶简体" panose="03000509000000000000" charset="-122"/>
                <a:cs typeface="方正华隶简体" panose="03000509000000000000" charset="-122"/>
              </a:rPr>
              <a:t>5</a:t>
            </a:r>
            <a:r>
              <a:rPr lang="en-US" altLang="zh-CN" sz="2400" b="1" dirty="0">
                <a:latin typeface="方正华隶简体" panose="03000509000000000000" charset="-122"/>
                <a:ea typeface="方正华隶简体" panose="03000509000000000000" charset="-122"/>
                <a:cs typeface="方正华隶简体" panose="03000509000000000000" charset="-122"/>
              </a:rPr>
              <a:t>0</a:t>
            </a:r>
            <a:r>
              <a:rPr lang="zh-CN" altLang="en-US" sz="2400" b="1" dirty="0">
                <a:latin typeface="方正华隶简体" panose="03000509000000000000" charset="-122"/>
                <a:ea typeface="方正华隶简体" panose="03000509000000000000" charset="-122"/>
                <a:cs typeface="方正华隶简体" panose="03000509000000000000" charset="-122"/>
              </a:rPr>
              <a:t>分</a:t>
            </a:r>
            <a:r>
              <a:rPr lang="en-US" altLang="zh-CN" sz="2400" b="1" dirty="0">
                <a:latin typeface="方正华隶简体" panose="03000509000000000000" charset="-122"/>
                <a:ea typeface="方正华隶简体" panose="03000509000000000000" charset="-122"/>
                <a:cs typeface="方正华隶简体" panose="03000509000000000000" charset="-122"/>
              </a:rPr>
              <a:t>=</a:t>
            </a:r>
            <a:r>
              <a:rPr lang="zh-CN" altLang="en-US" sz="2400" b="1" dirty="0">
                <a:latin typeface="方正华隶简体" panose="03000509000000000000" charset="-122"/>
                <a:ea typeface="方正华隶简体" panose="03000509000000000000" charset="-122"/>
                <a:cs typeface="方正华隶简体" panose="03000509000000000000" charset="-122"/>
              </a:rPr>
              <a:t>点名、随堂作业或者其他形式（若干次，每周上课准备</a:t>
            </a:r>
            <a:r>
              <a:rPr lang="en-US" altLang="zh-CN" sz="2400" b="1" dirty="0">
                <a:latin typeface="方正华隶简体" panose="03000509000000000000" charset="-122"/>
                <a:ea typeface="方正华隶简体" panose="03000509000000000000" charset="-122"/>
                <a:cs typeface="方正华隶简体" panose="03000509000000000000" charset="-122"/>
              </a:rPr>
              <a:t>A4</a:t>
            </a:r>
            <a:r>
              <a:rPr lang="zh-CN" altLang="en-US" sz="2400" b="1" dirty="0">
                <a:latin typeface="方正华隶简体" panose="03000509000000000000" charset="-122"/>
                <a:ea typeface="方正华隶简体" panose="03000509000000000000" charset="-122"/>
                <a:cs typeface="方正华隶简体" panose="03000509000000000000" charset="-122"/>
              </a:rPr>
              <a:t>纸一张）</a:t>
            </a:r>
            <a:endParaRPr lang="en-US" altLang="zh-CN" sz="2400" b="1" dirty="0">
              <a:latin typeface="方正华隶简体" panose="03000509000000000000" charset="-122"/>
              <a:ea typeface="方正华隶简体" panose="03000509000000000000" charset="-122"/>
              <a:cs typeface="方正华隶简体" panose="03000509000000000000" charset="-122"/>
            </a:endParaRPr>
          </a:p>
          <a:p>
            <a:pPr>
              <a:buFont typeface="Wingdings" panose="05000000000000000000" charset="0"/>
              <a:buChar char="Ø"/>
            </a:pPr>
            <a:r>
              <a:rPr lang="en-US" altLang="zh-CN" sz="2400" b="1" dirty="0">
                <a:solidFill>
                  <a:srgbClr val="FF0000"/>
                </a:solidFill>
                <a:latin typeface="方正华隶简体" panose="03000509000000000000" charset="-122"/>
                <a:ea typeface="方正华隶简体" panose="03000509000000000000" charset="-122"/>
                <a:cs typeface="方正华隶简体" panose="03000509000000000000" charset="-122"/>
              </a:rPr>
              <a:t>2.</a:t>
            </a:r>
            <a:r>
              <a:rPr lang="zh-CN" altLang="en-US" sz="2400" b="1" dirty="0">
                <a:solidFill>
                  <a:srgbClr val="FF0000"/>
                </a:solidFill>
                <a:latin typeface="方正华隶简体" panose="03000509000000000000" charset="-122"/>
                <a:ea typeface="方正华隶简体" panose="03000509000000000000" charset="-122"/>
                <a:cs typeface="方正华隶简体" panose="03000509000000000000" charset="-122"/>
              </a:rPr>
              <a:t>课外实践成果</a:t>
            </a:r>
            <a:r>
              <a:rPr lang="en-US" altLang="zh-CN" sz="2400" b="1" dirty="0">
                <a:latin typeface="方正华隶简体" panose="03000509000000000000" charset="-122"/>
                <a:ea typeface="方正华隶简体" panose="03000509000000000000" charset="-122"/>
                <a:cs typeface="方正华隶简体" panose="03000509000000000000" charset="-122"/>
              </a:rPr>
              <a:t>5</a:t>
            </a:r>
            <a:r>
              <a:rPr lang="en-US" altLang="zh-CN" sz="2400" b="1" dirty="0">
                <a:latin typeface="方正华隶简体" panose="03000509000000000000" charset="-122"/>
                <a:ea typeface="方正华隶简体" panose="03000509000000000000" charset="-122"/>
                <a:cs typeface="方正华隶简体" panose="03000509000000000000" charset="-122"/>
              </a:rPr>
              <a:t>0</a:t>
            </a:r>
            <a:r>
              <a:rPr lang="zh-CN" altLang="en-US" sz="2400" b="1" dirty="0">
                <a:latin typeface="方正华隶简体" panose="03000509000000000000" charset="-122"/>
                <a:ea typeface="方正华隶简体" panose="03000509000000000000" charset="-122"/>
                <a:cs typeface="方正华隶简体" panose="03000509000000000000" charset="-122"/>
              </a:rPr>
              <a:t>分：1次（提交要求</a:t>
            </a:r>
            <a:r>
              <a:rPr lang="zh-CN" altLang="en-US" sz="2400" b="1" dirty="0">
                <a:latin typeface="方正华隶简体" panose="03000509000000000000" charset="-122"/>
                <a:ea typeface="方正华隶简体" panose="03000509000000000000" charset="-122"/>
                <a:cs typeface="方正华隶简体" panose="03000509000000000000" charset="-122"/>
                <a:sym typeface="+mn-ea"/>
              </a:rPr>
              <a:t>参见实践环节的方案</a:t>
            </a:r>
            <a:r>
              <a:rPr lang="zh-CN" altLang="en-US" sz="2400" b="1" dirty="0">
                <a:latin typeface="方正华隶简体" panose="03000509000000000000" charset="-122"/>
                <a:ea typeface="方正华隶简体" panose="03000509000000000000" charset="-122"/>
                <a:cs typeface="方正华隶简体" panose="03000509000000000000" charset="-122"/>
              </a:rPr>
              <a:t>）</a:t>
            </a:r>
            <a:endParaRPr lang="zh-CN" altLang="en-US" sz="2400" b="1" dirty="0">
              <a:latin typeface="方正华隶简体" panose="03000509000000000000" charset="-122"/>
              <a:ea typeface="方正华隶简体" panose="03000509000000000000" charset="-122"/>
              <a:cs typeface="方正华隶简体" panose="03000509000000000000" charset="-122"/>
            </a:endParaRPr>
          </a:p>
          <a:p>
            <a:pPr>
              <a:buFont typeface="Wingdings" panose="05000000000000000000" charset="0"/>
              <a:buChar char="Ø"/>
            </a:pPr>
            <a:r>
              <a:rPr lang="en-US" altLang="zh-CN" sz="2400" b="1" dirty="0">
                <a:latin typeface="方正华隶简体" panose="03000509000000000000" charset="-122"/>
                <a:ea typeface="方正华隶简体" panose="03000509000000000000" charset="-122"/>
                <a:cs typeface="方正华隶简体" panose="03000509000000000000" charset="-122"/>
                <a:sym typeface="+mn-ea"/>
              </a:rPr>
              <a:t>3.</a:t>
            </a:r>
            <a:r>
              <a:rPr lang="zh-CN" altLang="en-US" sz="2400" b="1" dirty="0">
                <a:latin typeface="方正华隶简体" panose="03000509000000000000" charset="-122"/>
                <a:ea typeface="方正华隶简体" panose="03000509000000000000" charset="-122"/>
                <a:cs typeface="方正华隶简体" panose="03000509000000000000" charset="-122"/>
                <a:sym typeface="+mn-ea"/>
              </a:rPr>
              <a:t>课程笔记（</a:t>
            </a:r>
            <a:r>
              <a:rPr lang="zh-CN" altLang="en-US" sz="2400" b="1" u="sng" dirty="0">
                <a:solidFill>
                  <a:srgbClr val="FF0000"/>
                </a:solidFill>
                <a:latin typeface="方正华隶简体" panose="03000509000000000000" charset="-122"/>
                <a:ea typeface="方正华隶简体" panose="03000509000000000000" charset="-122"/>
                <a:cs typeface="方正华隶简体" panose="03000509000000000000" charset="-122"/>
                <a:sym typeface="+mn-ea"/>
              </a:rPr>
              <a:t>加分项目，自愿原则，加在平时成绩里，最高可加</a:t>
            </a:r>
            <a:r>
              <a:rPr lang="en-US" altLang="zh-CN" sz="2400" b="1" u="sng" dirty="0">
                <a:solidFill>
                  <a:srgbClr val="FF0000"/>
                </a:solidFill>
                <a:latin typeface="方正华隶简体" panose="03000509000000000000" charset="-122"/>
                <a:ea typeface="方正华隶简体" panose="03000509000000000000" charset="-122"/>
                <a:cs typeface="方正华隶简体" panose="03000509000000000000" charset="-122"/>
                <a:sym typeface="+mn-ea"/>
              </a:rPr>
              <a:t>10</a:t>
            </a:r>
            <a:r>
              <a:rPr lang="zh-CN" altLang="en-US" sz="2400" b="1" u="sng" dirty="0">
                <a:solidFill>
                  <a:srgbClr val="FF0000"/>
                </a:solidFill>
                <a:latin typeface="方正华隶简体" panose="03000509000000000000" charset="-122"/>
                <a:ea typeface="方正华隶简体" panose="03000509000000000000" charset="-122"/>
                <a:cs typeface="方正华隶简体" panose="03000509000000000000" charset="-122"/>
                <a:sym typeface="+mn-ea"/>
              </a:rPr>
              <a:t>分</a:t>
            </a:r>
            <a:r>
              <a:rPr lang="zh-CN" altLang="en-US" sz="2400" b="1" dirty="0">
                <a:latin typeface="方正华隶简体" panose="03000509000000000000" charset="-122"/>
                <a:ea typeface="方正华隶简体" panose="03000509000000000000" charset="-122"/>
                <a:cs typeface="方正华隶简体" panose="03000509000000000000" charset="-122"/>
                <a:sym typeface="+mn-ea"/>
              </a:rPr>
              <a:t>：需与授课内容一致的全学期课程笔记，</a:t>
            </a:r>
            <a:r>
              <a:rPr lang="zh-CN" altLang="en-US" sz="2400" b="1" u="sng" dirty="0">
                <a:solidFill>
                  <a:srgbClr val="FF0000"/>
                </a:solidFill>
                <a:latin typeface="方正华隶简体" panose="03000509000000000000" charset="-122"/>
                <a:ea typeface="方正华隶简体" panose="03000509000000000000" charset="-122"/>
                <a:cs typeface="方正华隶简体" panose="03000509000000000000" charset="-122"/>
                <a:sym typeface="+mn-ea"/>
              </a:rPr>
              <a:t>需手写在笔记本上，记在课本上的不算</a:t>
            </a:r>
            <a:r>
              <a:rPr lang="zh-CN" altLang="en-US" sz="2400" b="1" dirty="0">
                <a:solidFill>
                  <a:srgbClr val="FF0000"/>
                </a:solidFill>
                <a:latin typeface="方正华隶简体" panose="03000509000000000000" charset="-122"/>
                <a:ea typeface="方正华隶简体" panose="03000509000000000000" charset="-122"/>
                <a:cs typeface="方正华隶简体" panose="03000509000000000000" charset="-122"/>
                <a:sym typeface="+mn-ea"/>
              </a:rPr>
              <a:t>）</a:t>
            </a:r>
            <a:endParaRPr lang="zh-CN" altLang="en-US" sz="2400" b="1" dirty="0">
              <a:solidFill>
                <a:srgbClr val="FF0000"/>
              </a:solidFill>
              <a:latin typeface="方正华隶简体" panose="03000509000000000000" charset="-122"/>
              <a:ea typeface="方正华隶简体" panose="03000509000000000000" charset="-122"/>
              <a:cs typeface="方正华隶简体" panose="03000509000000000000" charset="-122"/>
              <a:sym typeface="+mn-ea"/>
            </a:endParaRPr>
          </a:p>
          <a:p>
            <a:pPr>
              <a:buFont typeface="Wingdings" panose="05000000000000000000" charset="0"/>
              <a:buChar char="Ø"/>
            </a:pPr>
            <a:r>
              <a:rPr lang="en-US" altLang="zh-CN" sz="2400" b="1" dirty="0">
                <a:latin typeface="方正华隶简体" panose="03000509000000000000" charset="-122"/>
                <a:ea typeface="方正华隶简体" panose="03000509000000000000" charset="-122"/>
                <a:cs typeface="方正华隶简体" panose="03000509000000000000" charset="-122"/>
                <a:sym typeface="+mn-ea"/>
              </a:rPr>
              <a:t>4.</a:t>
            </a:r>
            <a:r>
              <a:rPr lang="zh-CN" altLang="en-US" sz="2400" b="1" dirty="0">
                <a:latin typeface="方正华隶简体" panose="03000509000000000000" charset="-122"/>
                <a:ea typeface="方正华隶简体" panose="03000509000000000000" charset="-122"/>
                <a:cs typeface="方正华隶简体" panose="03000509000000000000" charset="-122"/>
                <a:sym typeface="+mn-ea"/>
              </a:rPr>
              <a:t>课堂发言（</a:t>
            </a:r>
            <a:r>
              <a:rPr lang="zh-CN" altLang="en-US" sz="2400" b="1" u="sng" dirty="0">
                <a:solidFill>
                  <a:srgbClr val="FF0000"/>
                </a:solidFill>
                <a:latin typeface="方正华隶简体" panose="03000509000000000000" charset="-122"/>
                <a:ea typeface="方正华隶简体" panose="03000509000000000000" charset="-122"/>
                <a:cs typeface="方正华隶简体" panose="03000509000000000000" charset="-122"/>
                <a:sym typeface="+mn-ea"/>
              </a:rPr>
              <a:t>加分项目，自愿原则，加在平时成绩里，每次计</a:t>
            </a:r>
            <a:r>
              <a:rPr lang="en-US" altLang="zh-CN" sz="2400" b="1" u="sng" dirty="0">
                <a:solidFill>
                  <a:srgbClr val="FF0000"/>
                </a:solidFill>
                <a:latin typeface="方正华隶简体" panose="03000509000000000000" charset="-122"/>
                <a:ea typeface="方正华隶简体" panose="03000509000000000000" charset="-122"/>
                <a:cs typeface="方正华隶简体" panose="03000509000000000000" charset="-122"/>
                <a:sym typeface="+mn-ea"/>
              </a:rPr>
              <a:t>2</a:t>
            </a:r>
            <a:r>
              <a:rPr lang="zh-CN" altLang="en-US" sz="2400" b="1" u="sng" dirty="0">
                <a:solidFill>
                  <a:srgbClr val="FF0000"/>
                </a:solidFill>
                <a:latin typeface="方正华隶简体" panose="03000509000000000000" charset="-122"/>
                <a:ea typeface="方正华隶简体" panose="03000509000000000000" charset="-122"/>
                <a:cs typeface="方正华隶简体" panose="03000509000000000000" charset="-122"/>
                <a:sym typeface="+mn-ea"/>
              </a:rPr>
              <a:t>分，上不封顶</a:t>
            </a:r>
            <a:r>
              <a:rPr lang="zh-CN" altLang="en-US" sz="2400" b="1" dirty="0">
                <a:latin typeface="方正华隶简体" panose="03000509000000000000" charset="-122"/>
                <a:ea typeface="方正华隶简体" panose="03000509000000000000" charset="-122"/>
                <a:cs typeface="方正华隶简体" panose="03000509000000000000" charset="-122"/>
                <a:sym typeface="+mn-ea"/>
              </a:rPr>
              <a:t>）</a:t>
            </a:r>
            <a:endParaRPr lang="zh-CN" altLang="en-US" sz="2400" b="1" dirty="0">
              <a:latin typeface="方正华隶简体" panose="03000509000000000000" charset="-122"/>
              <a:ea typeface="方正华隶简体" panose="03000509000000000000" charset="-122"/>
              <a:cs typeface="方正华隶简体" panose="03000509000000000000" charset="-122"/>
            </a:endParaRPr>
          </a:p>
          <a:p>
            <a:pPr marL="533400" indent="-533400">
              <a:buNone/>
            </a:pPr>
            <a:endParaRPr lang="zh-CN" altLang="en-US" dirty="0">
              <a:solidFill>
                <a:srgbClr val="FF0066"/>
              </a:solidFill>
            </a:endParaRPr>
          </a:p>
        </p:txBody>
      </p:sp>
      <p:sp>
        <p:nvSpPr>
          <p:cNvPr id="34818" name="矩形 51202"/>
          <p:cNvSpPr/>
          <p:nvPr/>
        </p:nvSpPr>
        <p:spPr>
          <a:xfrm>
            <a:off x="3424873" y="898208"/>
            <a:ext cx="6172200" cy="563562"/>
          </a:xfrm>
          <a:prstGeom prst="rect">
            <a:avLst/>
          </a:prstGeom>
          <a:noFill/>
          <a:ln w="9525">
            <a:noFill/>
          </a:ln>
          <a:effectLst>
            <a:outerShdw dist="28398" dir="1593903" algn="ctr" rotWithShape="0">
              <a:schemeClr val="bg1"/>
            </a:outerShdw>
          </a:effectLst>
        </p:spPr>
        <p:txBody>
          <a:bodyPr anchor="ctr"/>
          <a:lstStyle/>
          <a:p>
            <a:pPr lvl="0" indent="0" algn="ctr" eaLnBrk="0" hangingPunct="0"/>
            <a:r>
              <a:rPr lang="zh-CN" altLang="en-US" sz="4800" b="1" dirty="0">
                <a:solidFill>
                  <a:schemeClr val="tx2"/>
                </a:solidFill>
                <a:latin typeface="Arial" panose="020B0604020202020204" pitchFamily="34" charset="0"/>
                <a:ea typeface="宋体" panose="02010600030101010101" pitchFamily="2" charset="-122"/>
              </a:rPr>
              <a:t>关于课程考核</a:t>
            </a:r>
            <a:endParaRPr lang="zh-CN" altLang="en-US" sz="4800" dirty="0">
              <a:solidFill>
                <a:schemeClr val="tx2"/>
              </a:solidFill>
              <a:latin typeface="Arial" panose="020B0604020202020204" pitchFamily="34" charset="0"/>
              <a:ea typeface="宋体" panose="02010600030101010101"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hlinkClick r:id="rId1"/>
          </p:cNvPr>
          <p:cNvPicPr>
            <a:picLocks noChangeAspect="1"/>
          </p:cNvPicPr>
          <p:nvPr/>
        </p:nvPicPr>
        <p:blipFill rotWithShape="1">
          <a:blip r:embed="rId2" cstate="screen"/>
          <a:srcRect/>
          <a:stretch>
            <a:fillRect/>
          </a:stretch>
        </p:blipFill>
        <p:spPr>
          <a:xfrm>
            <a:off x="-600" y="3737524"/>
            <a:ext cx="12193200" cy="3120476"/>
          </a:xfrm>
          <a:prstGeom prst="rect">
            <a:avLst/>
          </a:prstGeom>
        </p:spPr>
      </p:pic>
      <p:sp>
        <p:nvSpPr>
          <p:cNvPr id="10" name="文本框 9"/>
          <p:cNvSpPr txBox="1"/>
          <p:nvPr/>
        </p:nvSpPr>
        <p:spPr>
          <a:xfrm>
            <a:off x="1509486" y="1177228"/>
            <a:ext cx="9173028" cy="1188720"/>
          </a:xfrm>
          <a:prstGeom prst="rect">
            <a:avLst/>
          </a:prstGeom>
          <a:noFill/>
        </p:spPr>
        <p:txBody>
          <a:bodyPr wrap="square" rtlCol="0">
            <a:spAutoFit/>
          </a:bodyPr>
          <a:lstStyle/>
          <a:p>
            <a:pPr algn="ctr"/>
            <a:r>
              <a:rPr lang="zh-CN" altLang="en-US" sz="7200" b="1" dirty="0">
                <a:solidFill>
                  <a:schemeClr val="accent1"/>
                </a:solidFill>
                <a:latin typeface="中山行书百年纪念版" panose="02010609000101010101" pitchFamily="49" charset="-122"/>
                <a:ea typeface="中山行书百年纪念版" panose="02010609000101010101" pitchFamily="49" charset="-122"/>
              </a:rPr>
              <a:t>感谢聆听</a:t>
            </a:r>
            <a:endParaRPr lang="zh-CN" altLang="en-US" sz="7200" b="1" dirty="0">
              <a:solidFill>
                <a:schemeClr val="accent1"/>
              </a:solidFill>
              <a:latin typeface="中山行书百年纪念版" panose="02010609000101010101" pitchFamily="49" charset="-122"/>
              <a:ea typeface="中山行书百年纪念版" panose="02010609000101010101" pitchFamily="49" charset="-122"/>
            </a:endParaRPr>
          </a:p>
        </p:txBody>
      </p:sp>
      <p:sp>
        <p:nvSpPr>
          <p:cNvPr id="12" name="文本框 11"/>
          <p:cNvSpPr txBox="1"/>
          <p:nvPr/>
        </p:nvSpPr>
        <p:spPr>
          <a:xfrm>
            <a:off x="5228233" y="2892474"/>
            <a:ext cx="1735534" cy="645160"/>
          </a:xfrm>
          <a:prstGeom prst="rect">
            <a:avLst/>
          </a:prstGeom>
          <a:noFill/>
        </p:spPr>
        <p:txBody>
          <a:bodyPr wrap="square" rtlCol="0">
            <a:spAutoFit/>
          </a:bodyPr>
          <a:lstStyle/>
          <a:p>
            <a:pPr algn="ctr"/>
            <a:r>
              <a:rPr lang="zh-CN" altLang="en-US" sz="3600" dirty="0">
                <a:solidFill>
                  <a:schemeClr val="tx1">
                    <a:lumMod val="85000"/>
                    <a:lumOff val="15000"/>
                  </a:schemeClr>
                </a:solidFill>
                <a:latin typeface="中山行书百年纪念版" panose="02010609000101010101" pitchFamily="49" charset="-122"/>
                <a:ea typeface="中山行书百年纪念版" panose="02010609000101010101" pitchFamily="49" charset="-122"/>
              </a:rPr>
              <a:t>前言完</a:t>
            </a:r>
            <a:endParaRPr lang="zh-CN" altLang="en-US" sz="3600" dirty="0">
              <a:solidFill>
                <a:schemeClr val="tx1">
                  <a:lumMod val="85000"/>
                  <a:lumOff val="15000"/>
                </a:schemeClr>
              </a:solidFill>
              <a:latin typeface="中山行书百年纪念版" panose="02010609000101010101" pitchFamily="49" charset="-122"/>
              <a:ea typeface="中山行书百年纪念版" panose="02010609000101010101" pitchFamily="49" charset="-122"/>
            </a:endParaRPr>
          </a:p>
        </p:txBody>
      </p:sp>
      <p:cxnSp>
        <p:nvCxnSpPr>
          <p:cNvPr id="4" name="直接连接符 3"/>
          <p:cNvCxnSpPr/>
          <p:nvPr/>
        </p:nvCxnSpPr>
        <p:spPr>
          <a:xfrm>
            <a:off x="3708150" y="3428999"/>
            <a:ext cx="1080000" cy="0"/>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7403850" y="3428999"/>
            <a:ext cx="1080000" cy="0"/>
          </a:xfrm>
          <a:prstGeom prst="line">
            <a:avLst/>
          </a:prstGeom>
          <a:ln w="12700">
            <a:solidFill>
              <a:schemeClr val="tx1"/>
            </a:solidFill>
            <a:headEnd type="oval"/>
          </a:ln>
        </p:spPr>
        <p:style>
          <a:lnRef idx="1">
            <a:schemeClr val="accent1"/>
          </a:lnRef>
          <a:fillRef idx="0">
            <a:schemeClr val="accent1"/>
          </a:fillRef>
          <a:effectRef idx="0">
            <a:schemeClr val="accent1"/>
          </a:effectRef>
          <a:fontRef idx="minor">
            <a:schemeClr val="tx1"/>
          </a:fontRef>
        </p:style>
      </p:cxnSp>
      <p:pic>
        <p:nvPicPr>
          <p:cNvPr id="9" name="图片 8">
            <a:hlinkClick r:id="rId1"/>
          </p:cNvPr>
          <p:cNvPicPr>
            <a:picLocks noChangeAspect="1"/>
          </p:cNvPicPr>
          <p:nvPr/>
        </p:nvPicPr>
        <p:blipFill rotWithShape="1">
          <a:blip r:embed="rId3" cstate="screen"/>
          <a:srcRect l="23093" t="63704" r="53155" b="17672"/>
          <a:stretch>
            <a:fillRect/>
          </a:stretch>
        </p:blipFill>
        <p:spPr>
          <a:xfrm>
            <a:off x="5370195" y="386080"/>
            <a:ext cx="1451610" cy="9975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50" presetClass="entr" presetSubtype="0" decel="100000" fill="hold" grpId="0" nodeType="withEffect">
                                  <p:stCondLst>
                                    <p:cond delay="1500"/>
                                  </p:stCondLst>
                                  <p:iterate type="lt">
                                    <p:tmPct val="10000"/>
                                  </p:iterate>
                                  <p:childTnLst>
                                    <p:set>
                                      <p:cBhvr>
                                        <p:cTn id="11" dur="1" fill="hold">
                                          <p:stCondLst>
                                            <p:cond delay="0"/>
                                          </p:stCondLst>
                                        </p:cTn>
                                        <p:tgtEl>
                                          <p:spTgt spid="10"/>
                                        </p:tgtEl>
                                        <p:attrNameLst>
                                          <p:attrName>style.visibility</p:attrName>
                                        </p:attrNameLst>
                                      </p:cBhvr>
                                      <p:to>
                                        <p:strVal val="visible"/>
                                      </p:to>
                                    </p:set>
                                    <p:anim calcmode="lin" valueType="num">
                                      <p:cBhvr>
                                        <p:cTn id="12" dur="750" fill="hold"/>
                                        <p:tgtEl>
                                          <p:spTgt spid="10"/>
                                        </p:tgtEl>
                                        <p:attrNameLst>
                                          <p:attrName>ppt_w</p:attrName>
                                        </p:attrNameLst>
                                      </p:cBhvr>
                                      <p:tavLst>
                                        <p:tav tm="0">
                                          <p:val>
                                            <p:strVal val="#ppt_w+.3"/>
                                          </p:val>
                                        </p:tav>
                                        <p:tav tm="100000">
                                          <p:val>
                                            <p:strVal val="#ppt_w"/>
                                          </p:val>
                                        </p:tav>
                                      </p:tavLst>
                                    </p:anim>
                                    <p:anim calcmode="lin" valueType="num">
                                      <p:cBhvr>
                                        <p:cTn id="13" dur="750" fill="hold"/>
                                        <p:tgtEl>
                                          <p:spTgt spid="10"/>
                                        </p:tgtEl>
                                        <p:attrNameLst>
                                          <p:attrName>ppt_h</p:attrName>
                                        </p:attrNameLst>
                                      </p:cBhvr>
                                      <p:tavLst>
                                        <p:tav tm="0">
                                          <p:val>
                                            <p:strVal val="#ppt_h"/>
                                          </p:val>
                                        </p:tav>
                                        <p:tav tm="100000">
                                          <p:val>
                                            <p:strVal val="#ppt_h"/>
                                          </p:val>
                                        </p:tav>
                                      </p:tavLst>
                                    </p:anim>
                                    <p:animEffect transition="in" filter="fade">
                                      <p:cBhvr>
                                        <p:cTn id="14" dur="750"/>
                                        <p:tgtEl>
                                          <p:spTgt spid="10"/>
                                        </p:tgtEl>
                                      </p:cBhvr>
                                    </p:animEffect>
                                  </p:childTnLst>
                                </p:cTn>
                              </p:par>
                              <p:par>
                                <p:cTn id="15" presetID="42" presetClass="entr" presetSubtype="0" fill="hold" grpId="0" nodeType="withEffect">
                                  <p:stCondLst>
                                    <p:cond delay="300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750"/>
                                        <p:tgtEl>
                                          <p:spTgt spid="12"/>
                                        </p:tgtEl>
                                      </p:cBhvr>
                                    </p:animEffect>
                                    <p:anim calcmode="lin" valueType="num">
                                      <p:cBhvr>
                                        <p:cTn id="18" dur="750" fill="hold"/>
                                        <p:tgtEl>
                                          <p:spTgt spid="12"/>
                                        </p:tgtEl>
                                        <p:attrNameLst>
                                          <p:attrName>ppt_x</p:attrName>
                                        </p:attrNameLst>
                                      </p:cBhvr>
                                      <p:tavLst>
                                        <p:tav tm="0">
                                          <p:val>
                                            <p:strVal val="#ppt_x"/>
                                          </p:val>
                                        </p:tav>
                                        <p:tav tm="100000">
                                          <p:val>
                                            <p:strVal val="#ppt_x"/>
                                          </p:val>
                                        </p:tav>
                                      </p:tavLst>
                                    </p:anim>
                                    <p:anim calcmode="lin" valueType="num">
                                      <p:cBhvr>
                                        <p:cTn id="19" dur="750" fill="hold"/>
                                        <p:tgtEl>
                                          <p:spTgt spid="12"/>
                                        </p:tgtEl>
                                        <p:attrNameLst>
                                          <p:attrName>ppt_y</p:attrName>
                                        </p:attrNameLst>
                                      </p:cBhvr>
                                      <p:tavLst>
                                        <p:tav tm="0">
                                          <p:val>
                                            <p:strVal val="#ppt_y+.1"/>
                                          </p:val>
                                        </p:tav>
                                        <p:tav tm="100000">
                                          <p:val>
                                            <p:strVal val="#ppt_y"/>
                                          </p:val>
                                        </p:tav>
                                      </p:tavLst>
                                    </p:anim>
                                  </p:childTnLst>
                                </p:cTn>
                              </p:par>
                              <p:par>
                                <p:cTn id="20" presetID="22" presetClass="entr" presetSubtype="2" fill="hold" nodeType="withEffect">
                                  <p:stCondLst>
                                    <p:cond delay="3000"/>
                                  </p:stCondLst>
                                  <p:childTnLst>
                                    <p:set>
                                      <p:cBhvr>
                                        <p:cTn id="21" dur="1" fill="hold">
                                          <p:stCondLst>
                                            <p:cond delay="0"/>
                                          </p:stCondLst>
                                        </p:cTn>
                                        <p:tgtEl>
                                          <p:spTgt spid="4"/>
                                        </p:tgtEl>
                                        <p:attrNameLst>
                                          <p:attrName>style.visibility</p:attrName>
                                        </p:attrNameLst>
                                      </p:cBhvr>
                                      <p:to>
                                        <p:strVal val="visible"/>
                                      </p:to>
                                    </p:set>
                                    <p:animEffect transition="in" filter="wipe(right)">
                                      <p:cBhvr>
                                        <p:cTn id="22" dur="750"/>
                                        <p:tgtEl>
                                          <p:spTgt spid="4"/>
                                        </p:tgtEl>
                                      </p:cBhvr>
                                    </p:animEffect>
                                  </p:childTnLst>
                                </p:cTn>
                              </p:par>
                              <p:par>
                                <p:cTn id="23" presetID="22" presetClass="entr" presetSubtype="8" fill="hold" nodeType="withEffect">
                                  <p:stCondLst>
                                    <p:cond delay="3000"/>
                                  </p:stCondLst>
                                  <p:childTnLst>
                                    <p:set>
                                      <p:cBhvr>
                                        <p:cTn id="24" dur="1" fill="hold">
                                          <p:stCondLst>
                                            <p:cond delay="0"/>
                                          </p:stCondLst>
                                        </p:cTn>
                                        <p:tgtEl>
                                          <p:spTgt spid="11"/>
                                        </p:tgtEl>
                                        <p:attrNameLst>
                                          <p:attrName>style.visibility</p:attrName>
                                        </p:attrNameLst>
                                      </p:cBhvr>
                                      <p:to>
                                        <p:strVal val="visible"/>
                                      </p:to>
                                    </p:set>
                                    <p:animEffect transition="in" filter="wipe(left)">
                                      <p:cBhvr>
                                        <p:cTn id="25"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2" grpId="0"/>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COMMONDATA" val="eyJoZGlkIjoiMzZkNDRkOGJhNmQ1MjU2MDg4MmYyYmE0ZjIzZDM1MDIifQ=="/>
  <p:tag name="KSO_WPP_MARK_KEY" val="e84fca7d-2be9-4f1f-98f1-3ab24f5bbbd5"/>
</p:tagLst>
</file>

<file path=ppt/theme/theme1.xml><?xml version="1.0" encoding="utf-8"?>
<a:theme xmlns:a="http://schemas.openxmlformats.org/drawingml/2006/main" name="Office 主题">
  <a:themeElements>
    <a:clrScheme name="古典中国风">
      <a:dk1>
        <a:sysClr val="windowText" lastClr="000000"/>
      </a:dk1>
      <a:lt1>
        <a:sysClr val="window" lastClr="FFFFFF"/>
      </a:lt1>
      <a:dk2>
        <a:srgbClr val="44546A"/>
      </a:dk2>
      <a:lt2>
        <a:srgbClr val="E7E6E6"/>
      </a:lt2>
      <a:accent1>
        <a:srgbClr val="79000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2929</Words>
  <Application>WPS 演示</Application>
  <PresentationFormat>宽屏</PresentationFormat>
  <Paragraphs>224</Paragraphs>
  <Slides>26</Slides>
  <Notes>0</Notes>
  <HiddenSlides>0</HiddenSlides>
  <MMClips>0</MMClips>
  <ScaleCrop>false</ScaleCrop>
  <HeadingPairs>
    <vt:vector size="6" baseType="variant">
      <vt:variant>
        <vt:lpstr>已用的字体</vt:lpstr>
      </vt:variant>
      <vt:variant>
        <vt:i4>32</vt:i4>
      </vt:variant>
      <vt:variant>
        <vt:lpstr>主题</vt:lpstr>
      </vt:variant>
      <vt:variant>
        <vt:i4>3</vt:i4>
      </vt:variant>
      <vt:variant>
        <vt:lpstr>幻灯片标题</vt:lpstr>
      </vt:variant>
      <vt:variant>
        <vt:i4>26</vt:i4>
      </vt:variant>
    </vt:vector>
  </HeadingPairs>
  <TitlesOfParts>
    <vt:vector size="61" baseType="lpstr">
      <vt:lpstr>Arial</vt:lpstr>
      <vt:lpstr>宋体</vt:lpstr>
      <vt:lpstr>Wingdings</vt:lpstr>
      <vt:lpstr>黑体</vt:lpstr>
      <vt:lpstr>中山行书百年纪念版</vt:lpstr>
      <vt:lpstr>楷体_GB2312</vt:lpstr>
      <vt:lpstr>方正兰亭细黑_GBK_M</vt:lpstr>
      <vt:lpstr>方正兰亭超细黑简体</vt:lpstr>
      <vt:lpstr>印品黑体</vt:lpstr>
      <vt:lpstr>新宋体</vt:lpstr>
      <vt:lpstr>楷体</vt:lpstr>
      <vt:lpstr>微软雅黑</vt:lpstr>
      <vt:lpstr>Arial Unicode MS</vt:lpstr>
      <vt:lpstr>Calibri Light</vt:lpstr>
      <vt:lpstr>Calibri</vt:lpstr>
      <vt:lpstr>Times New Roman</vt:lpstr>
      <vt:lpstr>方正华隶简体</vt:lpstr>
      <vt:lpstr>隶书</vt:lpstr>
      <vt:lpstr>Wingdings</vt:lpstr>
      <vt:lpstr>中山行书百年纪念版</vt:lpstr>
      <vt:lpstr>印品黑体</vt:lpstr>
      <vt:lpstr>方正兰亭细黑_GBK_M</vt:lpstr>
      <vt:lpstr>方正兰亭超细黑简体</vt:lpstr>
      <vt:lpstr>方正华隶简体</vt:lpstr>
      <vt:lpstr>楷体_GB2312</vt:lpstr>
      <vt:lpstr>ksdb</vt:lpstr>
      <vt:lpstr>南山行书</vt:lpstr>
      <vt:lpstr>方正楷体_GB2312</vt:lpstr>
      <vt:lpstr>方正兰亭黑_GBK</vt:lpstr>
      <vt:lpstr>方正兰亭黑简体</vt:lpstr>
      <vt:lpstr>印品酷黑体</vt:lpstr>
      <vt:lpstr>方正华隶_GBK</vt:lpstr>
      <vt:lpstr>Office 主题</vt:lpstr>
      <vt:lpstr>1_默认设计模板</vt:lpstr>
      <vt:lpstr>2_默认设计模板</vt:lpstr>
      <vt:lpstr>PowerPoint 演示文稿</vt:lpstr>
      <vt:lpstr>PowerPoint 演示文稿</vt:lpstr>
      <vt:lpstr>PowerPoint 演示文稿</vt:lpstr>
      <vt:lpstr>PowerPoint 演示文稿</vt:lpstr>
      <vt:lpstr>PowerPoint 演示文稿</vt:lpstr>
      <vt:lpstr>PowerPoint 演示文稿</vt:lpstr>
      <vt:lpstr>课程目标</vt:lpstr>
      <vt:lpstr>PowerPoint 演示文稿</vt:lpstr>
      <vt:lpstr>PowerPoint 演示文稿</vt:lpstr>
      <vt:lpstr>今年三大超级工程同时开工</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dc:creator>
  <cp:lastModifiedBy>甲士</cp:lastModifiedBy>
  <cp:revision>429</cp:revision>
  <dcterms:created xsi:type="dcterms:W3CDTF">2015-10-04T07:57:00Z</dcterms:created>
  <dcterms:modified xsi:type="dcterms:W3CDTF">2026-03-02T11:51:56Z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ame">
    <vt:lpwstr>中国风实用大气模板.pptx</vt:lpwstr>
  </property>
  <property fmtid="{D5CDD505-2E9C-101B-9397-08002B2CF9AE}" pid="3" name="fileid">
    <vt:lpwstr>786061</vt:lpwstr>
  </property>
  <property fmtid="{D5CDD505-2E9C-101B-9397-08002B2CF9AE}" pid="4" name="KSOProductBuildVer">
    <vt:lpwstr>2052-12.1.0.24657</vt:lpwstr>
  </property>
  <property fmtid="{D5CDD505-2E9C-101B-9397-08002B2CF9AE}" pid="5" name="ICV">
    <vt:lpwstr>EEE2DD8DC27442769D1731787ADB0E9A</vt:lpwstr>
  </property>
</Properties>
</file>